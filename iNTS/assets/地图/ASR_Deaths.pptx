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2392580" y="3261335"/>
              <a:ext cx="1961" cy="5647"/>
            </a:xfrm>
            <a:custGeom>
              <a:avLst/>
              <a:pathLst>
                <a:path w="1961" h="5647">
                  <a:moveTo>
                    <a:pt x="1921" y="4790"/>
                  </a:moveTo>
                  <a:lnTo>
                    <a:pt x="1961" y="5647"/>
                  </a:lnTo>
                  <a:lnTo>
                    <a:pt x="1426" y="5188"/>
                  </a:lnTo>
                  <a:lnTo>
                    <a:pt x="713" y="3357"/>
                  </a:lnTo>
                  <a:lnTo>
                    <a:pt x="0" y="1983"/>
                  </a:lnTo>
                  <a:lnTo>
                    <a:pt x="175" y="503"/>
                  </a:lnTo>
                  <a:lnTo>
                    <a:pt x="356" y="0"/>
                  </a:lnTo>
                  <a:lnTo>
                    <a:pt x="1069" y="1373"/>
                  </a:lnTo>
                  <a:lnTo>
                    <a:pt x="1775" y="394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3894979" y="2497720"/>
              <a:ext cx="165780" cy="267845"/>
            </a:xfrm>
            <a:custGeom>
              <a:avLst/>
              <a:pathLst>
                <a:path w="165780" h="267845">
                  <a:moveTo>
                    <a:pt x="165780" y="36190"/>
                  </a:moveTo>
                  <a:lnTo>
                    <a:pt x="165192" y="36385"/>
                  </a:lnTo>
                  <a:lnTo>
                    <a:pt x="164353" y="35672"/>
                  </a:lnTo>
                  <a:lnTo>
                    <a:pt x="164026" y="34594"/>
                  </a:lnTo>
                  <a:lnTo>
                    <a:pt x="163885" y="34444"/>
                  </a:lnTo>
                  <a:lnTo>
                    <a:pt x="163221" y="35154"/>
                  </a:lnTo>
                  <a:lnTo>
                    <a:pt x="161955" y="36043"/>
                  </a:lnTo>
                  <a:lnTo>
                    <a:pt x="159805" y="38374"/>
                  </a:lnTo>
                  <a:lnTo>
                    <a:pt x="159851" y="38976"/>
                  </a:lnTo>
                  <a:lnTo>
                    <a:pt x="161253" y="41344"/>
                  </a:lnTo>
                  <a:lnTo>
                    <a:pt x="161581" y="42129"/>
                  </a:lnTo>
                  <a:lnTo>
                    <a:pt x="161753" y="42380"/>
                  </a:lnTo>
                  <a:lnTo>
                    <a:pt x="160483" y="43517"/>
                  </a:lnTo>
                  <a:lnTo>
                    <a:pt x="157763" y="46082"/>
                  </a:lnTo>
                  <a:lnTo>
                    <a:pt x="155970" y="48184"/>
                  </a:lnTo>
                  <a:lnTo>
                    <a:pt x="155544" y="48262"/>
                  </a:lnTo>
                  <a:lnTo>
                    <a:pt x="154462" y="47380"/>
                  </a:lnTo>
                  <a:lnTo>
                    <a:pt x="152866" y="46330"/>
                  </a:lnTo>
                  <a:lnTo>
                    <a:pt x="152436" y="46350"/>
                  </a:lnTo>
                  <a:lnTo>
                    <a:pt x="148746" y="46531"/>
                  </a:lnTo>
                  <a:lnTo>
                    <a:pt x="145358" y="46919"/>
                  </a:lnTo>
                  <a:lnTo>
                    <a:pt x="143942" y="47419"/>
                  </a:lnTo>
                  <a:lnTo>
                    <a:pt x="141324" y="47910"/>
                  </a:lnTo>
                  <a:lnTo>
                    <a:pt x="139674" y="48070"/>
                  </a:lnTo>
                  <a:lnTo>
                    <a:pt x="138621" y="48885"/>
                  </a:lnTo>
                  <a:lnTo>
                    <a:pt x="137468" y="49954"/>
                  </a:lnTo>
                  <a:lnTo>
                    <a:pt x="136269" y="50647"/>
                  </a:lnTo>
                  <a:lnTo>
                    <a:pt x="135381" y="50873"/>
                  </a:lnTo>
                  <a:lnTo>
                    <a:pt x="134310" y="51873"/>
                  </a:lnTo>
                  <a:lnTo>
                    <a:pt x="133606" y="53857"/>
                  </a:lnTo>
                  <a:lnTo>
                    <a:pt x="131594" y="56799"/>
                  </a:lnTo>
                  <a:lnTo>
                    <a:pt x="130461" y="58220"/>
                  </a:lnTo>
                  <a:lnTo>
                    <a:pt x="129890" y="59823"/>
                  </a:lnTo>
                  <a:lnTo>
                    <a:pt x="129243" y="59979"/>
                  </a:lnTo>
                  <a:lnTo>
                    <a:pt x="128139" y="59686"/>
                  </a:lnTo>
                  <a:lnTo>
                    <a:pt x="127280" y="61423"/>
                  </a:lnTo>
                  <a:lnTo>
                    <a:pt x="126330" y="63918"/>
                  </a:lnTo>
                  <a:lnTo>
                    <a:pt x="124596" y="67525"/>
                  </a:lnTo>
                  <a:lnTo>
                    <a:pt x="123679" y="68985"/>
                  </a:lnTo>
                  <a:lnTo>
                    <a:pt x="123128" y="71340"/>
                  </a:lnTo>
                  <a:lnTo>
                    <a:pt x="123532" y="72564"/>
                  </a:lnTo>
                  <a:lnTo>
                    <a:pt x="124944" y="74400"/>
                  </a:lnTo>
                  <a:lnTo>
                    <a:pt x="125573" y="76124"/>
                  </a:lnTo>
                  <a:lnTo>
                    <a:pt x="125918" y="77497"/>
                  </a:lnTo>
                  <a:lnTo>
                    <a:pt x="126563" y="81017"/>
                  </a:lnTo>
                  <a:lnTo>
                    <a:pt x="126971" y="84477"/>
                  </a:lnTo>
                  <a:lnTo>
                    <a:pt x="127581" y="85975"/>
                  </a:lnTo>
                  <a:lnTo>
                    <a:pt x="127758" y="88515"/>
                  </a:lnTo>
                  <a:lnTo>
                    <a:pt x="127910" y="90079"/>
                  </a:lnTo>
                  <a:lnTo>
                    <a:pt x="127581" y="91187"/>
                  </a:lnTo>
                  <a:lnTo>
                    <a:pt x="127276" y="92425"/>
                  </a:lnTo>
                  <a:lnTo>
                    <a:pt x="127276" y="93597"/>
                  </a:lnTo>
                  <a:lnTo>
                    <a:pt x="127641" y="94805"/>
                  </a:lnTo>
                  <a:lnTo>
                    <a:pt x="127964" y="95875"/>
                  </a:lnTo>
                  <a:lnTo>
                    <a:pt x="128139" y="96725"/>
                  </a:lnTo>
                  <a:lnTo>
                    <a:pt x="127922" y="97680"/>
                  </a:lnTo>
                  <a:lnTo>
                    <a:pt x="127276" y="99136"/>
                  </a:lnTo>
                  <a:lnTo>
                    <a:pt x="126949" y="100622"/>
                  </a:lnTo>
                  <a:lnTo>
                    <a:pt x="126235" y="103110"/>
                  </a:lnTo>
                  <a:lnTo>
                    <a:pt x="125119" y="104803"/>
                  </a:lnTo>
                  <a:lnTo>
                    <a:pt x="124383" y="106041"/>
                  </a:lnTo>
                  <a:lnTo>
                    <a:pt x="123596" y="108647"/>
                  </a:lnTo>
                  <a:lnTo>
                    <a:pt x="122302" y="111541"/>
                  </a:lnTo>
                  <a:lnTo>
                    <a:pt x="121753" y="113964"/>
                  </a:lnTo>
                  <a:lnTo>
                    <a:pt x="121186" y="115293"/>
                  </a:lnTo>
                  <a:lnTo>
                    <a:pt x="120603" y="116010"/>
                  </a:lnTo>
                  <a:lnTo>
                    <a:pt x="120756" y="117313"/>
                  </a:lnTo>
                  <a:lnTo>
                    <a:pt x="121262" y="118942"/>
                  </a:lnTo>
                  <a:lnTo>
                    <a:pt x="122100" y="120765"/>
                  </a:lnTo>
                  <a:lnTo>
                    <a:pt x="122061" y="123608"/>
                  </a:lnTo>
                  <a:lnTo>
                    <a:pt x="122023" y="125652"/>
                  </a:lnTo>
                  <a:lnTo>
                    <a:pt x="122049" y="128128"/>
                  </a:lnTo>
                  <a:lnTo>
                    <a:pt x="121592" y="130213"/>
                  </a:lnTo>
                  <a:lnTo>
                    <a:pt x="119254" y="132217"/>
                  </a:lnTo>
                  <a:lnTo>
                    <a:pt x="117016" y="133091"/>
                  </a:lnTo>
                  <a:lnTo>
                    <a:pt x="114274" y="133146"/>
                  </a:lnTo>
                  <a:lnTo>
                    <a:pt x="113238" y="132830"/>
                  </a:lnTo>
                  <a:lnTo>
                    <a:pt x="112409" y="132392"/>
                  </a:lnTo>
                  <a:lnTo>
                    <a:pt x="109429" y="130151"/>
                  </a:lnTo>
                  <a:lnTo>
                    <a:pt x="108220" y="131467"/>
                  </a:lnTo>
                  <a:lnTo>
                    <a:pt x="107972" y="134706"/>
                  </a:lnTo>
                  <a:lnTo>
                    <a:pt x="110142" y="139959"/>
                  </a:lnTo>
                  <a:lnTo>
                    <a:pt x="111034" y="142888"/>
                  </a:lnTo>
                  <a:lnTo>
                    <a:pt x="112019" y="147795"/>
                  </a:lnTo>
                  <a:lnTo>
                    <a:pt x="112761" y="150326"/>
                  </a:lnTo>
                  <a:lnTo>
                    <a:pt x="112495" y="152691"/>
                  </a:lnTo>
                  <a:lnTo>
                    <a:pt x="110529" y="155377"/>
                  </a:lnTo>
                  <a:lnTo>
                    <a:pt x="108571" y="157907"/>
                  </a:lnTo>
                  <a:lnTo>
                    <a:pt x="106080" y="158432"/>
                  </a:lnTo>
                  <a:lnTo>
                    <a:pt x="104516" y="159335"/>
                  </a:lnTo>
                  <a:lnTo>
                    <a:pt x="103754" y="160638"/>
                  </a:lnTo>
                  <a:lnTo>
                    <a:pt x="103197" y="166171"/>
                  </a:lnTo>
                  <a:lnTo>
                    <a:pt x="102638" y="168197"/>
                  </a:lnTo>
                  <a:lnTo>
                    <a:pt x="102647" y="170606"/>
                  </a:lnTo>
                  <a:lnTo>
                    <a:pt x="102119" y="173336"/>
                  </a:lnTo>
                  <a:lnTo>
                    <a:pt x="101319" y="175102"/>
                  </a:lnTo>
                  <a:lnTo>
                    <a:pt x="100760" y="177969"/>
                  </a:lnTo>
                  <a:lnTo>
                    <a:pt x="100934" y="183409"/>
                  </a:lnTo>
                  <a:lnTo>
                    <a:pt x="101196" y="192647"/>
                  </a:lnTo>
                  <a:lnTo>
                    <a:pt x="100133" y="195564"/>
                  </a:lnTo>
                  <a:lnTo>
                    <a:pt x="98938" y="198508"/>
                  </a:lnTo>
                  <a:lnTo>
                    <a:pt x="97676" y="200608"/>
                  </a:lnTo>
                  <a:lnTo>
                    <a:pt x="96474" y="201588"/>
                  </a:lnTo>
                  <a:lnTo>
                    <a:pt x="95477" y="201227"/>
                  </a:lnTo>
                  <a:lnTo>
                    <a:pt x="94687" y="199407"/>
                  </a:lnTo>
                  <a:lnTo>
                    <a:pt x="94222" y="197880"/>
                  </a:lnTo>
                  <a:lnTo>
                    <a:pt x="93352" y="196602"/>
                  </a:lnTo>
                  <a:lnTo>
                    <a:pt x="92466" y="196863"/>
                  </a:lnTo>
                  <a:lnTo>
                    <a:pt x="91575" y="198034"/>
                  </a:lnTo>
                  <a:lnTo>
                    <a:pt x="90155" y="197645"/>
                  </a:lnTo>
                  <a:lnTo>
                    <a:pt x="88936" y="196472"/>
                  </a:lnTo>
                  <a:lnTo>
                    <a:pt x="88327" y="196602"/>
                  </a:lnTo>
                  <a:lnTo>
                    <a:pt x="87972" y="197775"/>
                  </a:lnTo>
                  <a:lnTo>
                    <a:pt x="86672" y="200295"/>
                  </a:lnTo>
                  <a:lnTo>
                    <a:pt x="83480" y="204130"/>
                  </a:lnTo>
                  <a:lnTo>
                    <a:pt x="82179" y="204409"/>
                  </a:lnTo>
                  <a:lnTo>
                    <a:pt x="81620" y="205363"/>
                  </a:lnTo>
                  <a:lnTo>
                    <a:pt x="81843" y="206934"/>
                  </a:lnTo>
                  <a:lnTo>
                    <a:pt x="82412" y="208215"/>
                  </a:lnTo>
                  <a:lnTo>
                    <a:pt x="83407" y="209123"/>
                  </a:lnTo>
                  <a:lnTo>
                    <a:pt x="83458" y="210166"/>
                  </a:lnTo>
                  <a:lnTo>
                    <a:pt x="82579" y="211080"/>
                  </a:lnTo>
                  <a:lnTo>
                    <a:pt x="81829" y="212124"/>
                  </a:lnTo>
                  <a:lnTo>
                    <a:pt x="80177" y="213396"/>
                  </a:lnTo>
                  <a:lnTo>
                    <a:pt x="78272" y="213892"/>
                  </a:lnTo>
                  <a:lnTo>
                    <a:pt x="76300" y="213151"/>
                  </a:lnTo>
                  <a:lnTo>
                    <a:pt x="75285" y="211457"/>
                  </a:lnTo>
                  <a:lnTo>
                    <a:pt x="74095" y="211298"/>
                  </a:lnTo>
                  <a:lnTo>
                    <a:pt x="73001" y="212538"/>
                  </a:lnTo>
                  <a:lnTo>
                    <a:pt x="71874" y="214581"/>
                  </a:lnTo>
                  <a:lnTo>
                    <a:pt x="70641" y="218968"/>
                  </a:lnTo>
                  <a:lnTo>
                    <a:pt x="70314" y="219739"/>
                  </a:lnTo>
                  <a:lnTo>
                    <a:pt x="69981" y="220430"/>
                  </a:lnTo>
                  <a:lnTo>
                    <a:pt x="69182" y="221376"/>
                  </a:lnTo>
                  <a:lnTo>
                    <a:pt x="68029" y="222923"/>
                  </a:lnTo>
                  <a:lnTo>
                    <a:pt x="67450" y="226156"/>
                  </a:lnTo>
                  <a:lnTo>
                    <a:pt x="66760" y="231915"/>
                  </a:lnTo>
                  <a:lnTo>
                    <a:pt x="66922" y="235015"/>
                  </a:lnTo>
                  <a:lnTo>
                    <a:pt x="66973" y="240389"/>
                  </a:lnTo>
                  <a:lnTo>
                    <a:pt x="66701" y="244162"/>
                  </a:lnTo>
                  <a:lnTo>
                    <a:pt x="66202" y="246639"/>
                  </a:lnTo>
                  <a:lnTo>
                    <a:pt x="66302" y="248592"/>
                  </a:lnTo>
                  <a:lnTo>
                    <a:pt x="67064" y="250807"/>
                  </a:lnTo>
                  <a:lnTo>
                    <a:pt x="66760" y="252241"/>
                  </a:lnTo>
                  <a:lnTo>
                    <a:pt x="66119" y="253846"/>
                  </a:lnTo>
                  <a:lnTo>
                    <a:pt x="65495" y="254736"/>
                  </a:lnTo>
                  <a:lnTo>
                    <a:pt x="63016" y="256411"/>
                  </a:lnTo>
                  <a:lnTo>
                    <a:pt x="59617" y="258704"/>
                  </a:lnTo>
                  <a:lnTo>
                    <a:pt x="57370" y="260174"/>
                  </a:lnTo>
                  <a:lnTo>
                    <a:pt x="54027" y="262358"/>
                  </a:lnTo>
                  <a:lnTo>
                    <a:pt x="53049" y="262895"/>
                  </a:lnTo>
                  <a:lnTo>
                    <a:pt x="51017" y="263093"/>
                  </a:lnTo>
                  <a:lnTo>
                    <a:pt x="49963" y="262757"/>
                  </a:lnTo>
                  <a:lnTo>
                    <a:pt x="48538" y="262669"/>
                  </a:lnTo>
                  <a:lnTo>
                    <a:pt x="46439" y="262747"/>
                  </a:lnTo>
                  <a:lnTo>
                    <a:pt x="44973" y="263342"/>
                  </a:lnTo>
                  <a:lnTo>
                    <a:pt x="43504" y="264448"/>
                  </a:lnTo>
                  <a:lnTo>
                    <a:pt x="42423" y="265824"/>
                  </a:lnTo>
                  <a:lnTo>
                    <a:pt x="41799" y="267186"/>
                  </a:lnTo>
                  <a:lnTo>
                    <a:pt x="41578" y="267845"/>
                  </a:lnTo>
                  <a:lnTo>
                    <a:pt x="40108" y="266719"/>
                  </a:lnTo>
                  <a:lnTo>
                    <a:pt x="35465" y="264712"/>
                  </a:lnTo>
                  <a:lnTo>
                    <a:pt x="22910" y="267361"/>
                  </a:lnTo>
                  <a:lnTo>
                    <a:pt x="21723" y="266857"/>
                  </a:lnTo>
                  <a:lnTo>
                    <a:pt x="17437" y="263754"/>
                  </a:lnTo>
                  <a:lnTo>
                    <a:pt x="11919" y="259757"/>
                  </a:lnTo>
                  <a:lnTo>
                    <a:pt x="8500" y="257283"/>
                  </a:lnTo>
                  <a:lnTo>
                    <a:pt x="4115" y="254054"/>
                  </a:lnTo>
                  <a:lnTo>
                    <a:pt x="7116" y="246083"/>
                  </a:lnTo>
                  <a:lnTo>
                    <a:pt x="9734" y="239130"/>
                  </a:lnTo>
                  <a:lnTo>
                    <a:pt x="12356" y="232167"/>
                  </a:lnTo>
                  <a:lnTo>
                    <a:pt x="14942" y="225295"/>
                  </a:lnTo>
                  <a:lnTo>
                    <a:pt x="15249" y="222891"/>
                  </a:lnTo>
                  <a:lnTo>
                    <a:pt x="15288" y="218185"/>
                  </a:lnTo>
                  <a:lnTo>
                    <a:pt x="14607" y="211899"/>
                  </a:lnTo>
                  <a:lnTo>
                    <a:pt x="13515" y="209029"/>
                  </a:lnTo>
                  <a:lnTo>
                    <a:pt x="9905" y="207870"/>
                  </a:lnTo>
                  <a:lnTo>
                    <a:pt x="7192" y="206999"/>
                  </a:lnTo>
                  <a:lnTo>
                    <a:pt x="4239" y="206049"/>
                  </a:lnTo>
                  <a:lnTo>
                    <a:pt x="3854" y="205697"/>
                  </a:lnTo>
                  <a:lnTo>
                    <a:pt x="3519" y="200809"/>
                  </a:lnTo>
                  <a:lnTo>
                    <a:pt x="3665" y="198626"/>
                  </a:lnTo>
                  <a:lnTo>
                    <a:pt x="3472" y="194409"/>
                  </a:lnTo>
                  <a:lnTo>
                    <a:pt x="3500" y="191161"/>
                  </a:lnTo>
                  <a:lnTo>
                    <a:pt x="3930" y="185817"/>
                  </a:lnTo>
                  <a:lnTo>
                    <a:pt x="3953" y="183410"/>
                  </a:lnTo>
                  <a:lnTo>
                    <a:pt x="2585" y="173050"/>
                  </a:lnTo>
                  <a:lnTo>
                    <a:pt x="1827" y="167307"/>
                  </a:lnTo>
                  <a:lnTo>
                    <a:pt x="1045" y="161382"/>
                  </a:lnTo>
                  <a:lnTo>
                    <a:pt x="876" y="159494"/>
                  </a:lnTo>
                  <a:lnTo>
                    <a:pt x="860" y="157158"/>
                  </a:lnTo>
                  <a:lnTo>
                    <a:pt x="2673" y="151671"/>
                  </a:lnTo>
                  <a:lnTo>
                    <a:pt x="3235" y="150480"/>
                  </a:lnTo>
                  <a:lnTo>
                    <a:pt x="4298" y="147749"/>
                  </a:lnTo>
                  <a:lnTo>
                    <a:pt x="4962" y="146302"/>
                  </a:lnTo>
                  <a:lnTo>
                    <a:pt x="4847" y="145305"/>
                  </a:lnTo>
                  <a:lnTo>
                    <a:pt x="3690" y="144722"/>
                  </a:lnTo>
                  <a:lnTo>
                    <a:pt x="1943" y="144672"/>
                  </a:lnTo>
                  <a:lnTo>
                    <a:pt x="1013" y="143846"/>
                  </a:lnTo>
                  <a:lnTo>
                    <a:pt x="288" y="142351"/>
                  </a:lnTo>
                  <a:lnTo>
                    <a:pt x="2" y="140194"/>
                  </a:lnTo>
                  <a:lnTo>
                    <a:pt x="475" y="136351"/>
                  </a:lnTo>
                  <a:lnTo>
                    <a:pt x="0" y="128881"/>
                  </a:lnTo>
                  <a:lnTo>
                    <a:pt x="972" y="125192"/>
                  </a:lnTo>
                  <a:lnTo>
                    <a:pt x="1805" y="122605"/>
                  </a:lnTo>
                  <a:lnTo>
                    <a:pt x="4645" y="122243"/>
                  </a:lnTo>
                  <a:lnTo>
                    <a:pt x="3661" y="119330"/>
                  </a:lnTo>
                  <a:lnTo>
                    <a:pt x="3186" y="117639"/>
                  </a:lnTo>
                  <a:lnTo>
                    <a:pt x="2881" y="117150"/>
                  </a:lnTo>
                  <a:lnTo>
                    <a:pt x="2767" y="116368"/>
                  </a:lnTo>
                  <a:lnTo>
                    <a:pt x="2919" y="115586"/>
                  </a:lnTo>
                  <a:lnTo>
                    <a:pt x="3643" y="115293"/>
                  </a:lnTo>
                  <a:lnTo>
                    <a:pt x="4137" y="114316"/>
                  </a:lnTo>
                  <a:lnTo>
                    <a:pt x="4937" y="112948"/>
                  </a:lnTo>
                  <a:lnTo>
                    <a:pt x="5356" y="112361"/>
                  </a:lnTo>
                  <a:lnTo>
                    <a:pt x="5432" y="110700"/>
                  </a:lnTo>
                  <a:lnTo>
                    <a:pt x="5812" y="109527"/>
                  </a:lnTo>
                  <a:lnTo>
                    <a:pt x="6383" y="108061"/>
                  </a:lnTo>
                  <a:lnTo>
                    <a:pt x="6839" y="106399"/>
                  </a:lnTo>
                  <a:lnTo>
                    <a:pt x="6726" y="104446"/>
                  </a:lnTo>
                  <a:lnTo>
                    <a:pt x="7145" y="102100"/>
                  </a:lnTo>
                  <a:lnTo>
                    <a:pt x="7335" y="100634"/>
                  </a:lnTo>
                  <a:lnTo>
                    <a:pt x="7639" y="99363"/>
                  </a:lnTo>
                  <a:lnTo>
                    <a:pt x="7373" y="97507"/>
                  </a:lnTo>
                  <a:lnTo>
                    <a:pt x="7145" y="95943"/>
                  </a:lnTo>
                  <a:lnTo>
                    <a:pt x="7068" y="94086"/>
                  </a:lnTo>
                  <a:lnTo>
                    <a:pt x="7525" y="93597"/>
                  </a:lnTo>
                  <a:lnTo>
                    <a:pt x="8096" y="92913"/>
                  </a:lnTo>
                  <a:lnTo>
                    <a:pt x="8210" y="91447"/>
                  </a:lnTo>
                  <a:lnTo>
                    <a:pt x="8515" y="89590"/>
                  </a:lnTo>
                  <a:lnTo>
                    <a:pt x="8743" y="88124"/>
                  </a:lnTo>
                  <a:lnTo>
                    <a:pt x="9123" y="86951"/>
                  </a:lnTo>
                  <a:lnTo>
                    <a:pt x="9161" y="85780"/>
                  </a:lnTo>
                  <a:lnTo>
                    <a:pt x="8933" y="83825"/>
                  </a:lnTo>
                  <a:lnTo>
                    <a:pt x="9885" y="83532"/>
                  </a:lnTo>
                  <a:lnTo>
                    <a:pt x="10265" y="84607"/>
                  </a:lnTo>
                  <a:lnTo>
                    <a:pt x="10771" y="86005"/>
                  </a:lnTo>
                  <a:lnTo>
                    <a:pt x="12164" y="88603"/>
                  </a:lnTo>
                  <a:lnTo>
                    <a:pt x="13064" y="89358"/>
                  </a:lnTo>
                  <a:lnTo>
                    <a:pt x="14200" y="89739"/>
                  </a:lnTo>
                  <a:lnTo>
                    <a:pt x="15596" y="89383"/>
                  </a:lnTo>
                  <a:lnTo>
                    <a:pt x="16713" y="88898"/>
                  </a:lnTo>
                  <a:lnTo>
                    <a:pt x="17240" y="89022"/>
                  </a:lnTo>
                  <a:lnTo>
                    <a:pt x="18457" y="90913"/>
                  </a:lnTo>
                  <a:lnTo>
                    <a:pt x="19878" y="93565"/>
                  </a:lnTo>
                  <a:lnTo>
                    <a:pt x="20335" y="94738"/>
                  </a:lnTo>
                  <a:lnTo>
                    <a:pt x="20547" y="96545"/>
                  </a:lnTo>
                  <a:lnTo>
                    <a:pt x="20968" y="97086"/>
                  </a:lnTo>
                  <a:lnTo>
                    <a:pt x="21875" y="95300"/>
                  </a:lnTo>
                  <a:lnTo>
                    <a:pt x="22753" y="94705"/>
                  </a:lnTo>
                  <a:lnTo>
                    <a:pt x="23561" y="95044"/>
                  </a:lnTo>
                  <a:lnTo>
                    <a:pt x="24452" y="95243"/>
                  </a:lnTo>
                  <a:lnTo>
                    <a:pt x="25344" y="94588"/>
                  </a:lnTo>
                  <a:lnTo>
                    <a:pt x="25742" y="94115"/>
                  </a:lnTo>
                  <a:lnTo>
                    <a:pt x="27300" y="91801"/>
                  </a:lnTo>
                  <a:lnTo>
                    <a:pt x="28707" y="90042"/>
                  </a:lnTo>
                  <a:lnTo>
                    <a:pt x="29586" y="88960"/>
                  </a:lnTo>
                  <a:lnTo>
                    <a:pt x="29902" y="85347"/>
                  </a:lnTo>
                  <a:lnTo>
                    <a:pt x="30307" y="83294"/>
                  </a:lnTo>
                  <a:lnTo>
                    <a:pt x="30887" y="82095"/>
                  </a:lnTo>
                  <a:lnTo>
                    <a:pt x="30669" y="80613"/>
                  </a:lnTo>
                  <a:lnTo>
                    <a:pt x="30430" y="79476"/>
                  </a:lnTo>
                  <a:lnTo>
                    <a:pt x="30183" y="77941"/>
                  </a:lnTo>
                  <a:lnTo>
                    <a:pt x="30430" y="77129"/>
                  </a:lnTo>
                  <a:lnTo>
                    <a:pt x="30993" y="76766"/>
                  </a:lnTo>
                  <a:lnTo>
                    <a:pt x="32405" y="76768"/>
                  </a:lnTo>
                  <a:lnTo>
                    <a:pt x="34883" y="75150"/>
                  </a:lnTo>
                  <a:lnTo>
                    <a:pt x="36950" y="73535"/>
                  </a:lnTo>
                  <a:lnTo>
                    <a:pt x="38859" y="72219"/>
                  </a:lnTo>
                  <a:lnTo>
                    <a:pt x="39729" y="72001"/>
                  </a:lnTo>
                  <a:lnTo>
                    <a:pt x="40553" y="72226"/>
                  </a:lnTo>
                  <a:lnTo>
                    <a:pt x="40929" y="71842"/>
                  </a:lnTo>
                  <a:lnTo>
                    <a:pt x="41033" y="70585"/>
                  </a:lnTo>
                  <a:lnTo>
                    <a:pt x="41503" y="69254"/>
                  </a:lnTo>
                  <a:lnTo>
                    <a:pt x="42564" y="68183"/>
                  </a:lnTo>
                  <a:lnTo>
                    <a:pt x="44562" y="65903"/>
                  </a:lnTo>
                  <a:lnTo>
                    <a:pt x="46323" y="62517"/>
                  </a:lnTo>
                  <a:lnTo>
                    <a:pt x="46953" y="59949"/>
                  </a:lnTo>
                  <a:lnTo>
                    <a:pt x="47376" y="56198"/>
                  </a:lnTo>
                  <a:lnTo>
                    <a:pt x="48202" y="50416"/>
                  </a:lnTo>
                  <a:lnTo>
                    <a:pt x="49109" y="44075"/>
                  </a:lnTo>
                  <a:lnTo>
                    <a:pt x="49446" y="41283"/>
                  </a:lnTo>
                  <a:lnTo>
                    <a:pt x="49836" y="39132"/>
                  </a:lnTo>
                  <a:lnTo>
                    <a:pt x="51392" y="37315"/>
                  </a:lnTo>
                  <a:lnTo>
                    <a:pt x="52981" y="36004"/>
                  </a:lnTo>
                  <a:lnTo>
                    <a:pt x="55444" y="35743"/>
                  </a:lnTo>
                  <a:lnTo>
                    <a:pt x="58337" y="35613"/>
                  </a:lnTo>
                  <a:lnTo>
                    <a:pt x="58947" y="32149"/>
                  </a:lnTo>
                  <a:lnTo>
                    <a:pt x="59329" y="29211"/>
                  </a:lnTo>
                  <a:lnTo>
                    <a:pt x="59810" y="27695"/>
                  </a:lnTo>
                  <a:lnTo>
                    <a:pt x="60510" y="26462"/>
                  </a:lnTo>
                  <a:lnTo>
                    <a:pt x="60754" y="26217"/>
                  </a:lnTo>
                  <a:lnTo>
                    <a:pt x="62315" y="28021"/>
                  </a:lnTo>
                  <a:lnTo>
                    <a:pt x="64705" y="30779"/>
                  </a:lnTo>
                  <a:lnTo>
                    <a:pt x="67489" y="32156"/>
                  </a:lnTo>
                  <a:lnTo>
                    <a:pt x="68888" y="32848"/>
                  </a:lnTo>
                  <a:lnTo>
                    <a:pt x="69468" y="32737"/>
                  </a:lnTo>
                  <a:lnTo>
                    <a:pt x="72983" y="32063"/>
                  </a:lnTo>
                  <a:lnTo>
                    <a:pt x="75758" y="33141"/>
                  </a:lnTo>
                  <a:lnTo>
                    <a:pt x="77216" y="36085"/>
                  </a:lnTo>
                  <a:lnTo>
                    <a:pt x="78645" y="36842"/>
                  </a:lnTo>
                  <a:lnTo>
                    <a:pt x="80049" y="35411"/>
                  </a:lnTo>
                  <a:lnTo>
                    <a:pt x="80919" y="35155"/>
                  </a:lnTo>
                  <a:lnTo>
                    <a:pt x="81255" y="36072"/>
                  </a:lnTo>
                  <a:lnTo>
                    <a:pt x="81956" y="36460"/>
                  </a:lnTo>
                  <a:lnTo>
                    <a:pt x="83022" y="36320"/>
                  </a:lnTo>
                  <a:lnTo>
                    <a:pt x="83631" y="37131"/>
                  </a:lnTo>
                  <a:lnTo>
                    <a:pt x="83700" y="37946"/>
                  </a:lnTo>
                  <a:lnTo>
                    <a:pt x="83781" y="38894"/>
                  </a:lnTo>
                  <a:lnTo>
                    <a:pt x="84569" y="41137"/>
                  </a:lnTo>
                  <a:lnTo>
                    <a:pt x="85991" y="43861"/>
                  </a:lnTo>
                  <a:lnTo>
                    <a:pt x="87254" y="44518"/>
                  </a:lnTo>
                  <a:lnTo>
                    <a:pt x="88915" y="42398"/>
                  </a:lnTo>
                  <a:lnTo>
                    <a:pt x="89477" y="42648"/>
                  </a:lnTo>
                  <a:lnTo>
                    <a:pt x="89751" y="41961"/>
                  </a:lnTo>
                  <a:lnTo>
                    <a:pt x="89921" y="40422"/>
                  </a:lnTo>
                  <a:lnTo>
                    <a:pt x="90927" y="38972"/>
                  </a:lnTo>
                  <a:lnTo>
                    <a:pt x="92763" y="37614"/>
                  </a:lnTo>
                  <a:lnTo>
                    <a:pt x="93805" y="36402"/>
                  </a:lnTo>
                  <a:lnTo>
                    <a:pt x="94174" y="35399"/>
                  </a:lnTo>
                  <a:lnTo>
                    <a:pt x="94797" y="35115"/>
                  </a:lnTo>
                  <a:lnTo>
                    <a:pt x="95474" y="35411"/>
                  </a:lnTo>
                  <a:lnTo>
                    <a:pt x="95954" y="35036"/>
                  </a:lnTo>
                  <a:lnTo>
                    <a:pt x="96123" y="34086"/>
                  </a:lnTo>
                  <a:lnTo>
                    <a:pt x="96318" y="33672"/>
                  </a:lnTo>
                  <a:lnTo>
                    <a:pt x="96662" y="33340"/>
                  </a:lnTo>
                  <a:lnTo>
                    <a:pt x="96967" y="33167"/>
                  </a:lnTo>
                  <a:lnTo>
                    <a:pt x="97527" y="33430"/>
                  </a:lnTo>
                  <a:lnTo>
                    <a:pt x="98558" y="35160"/>
                  </a:lnTo>
                  <a:lnTo>
                    <a:pt x="100056" y="38357"/>
                  </a:lnTo>
                  <a:lnTo>
                    <a:pt x="101030" y="39832"/>
                  </a:lnTo>
                  <a:lnTo>
                    <a:pt x="101479" y="39579"/>
                  </a:lnTo>
                  <a:lnTo>
                    <a:pt x="102054" y="38601"/>
                  </a:lnTo>
                  <a:lnTo>
                    <a:pt x="102752" y="36895"/>
                  </a:lnTo>
                  <a:lnTo>
                    <a:pt x="102927" y="34440"/>
                  </a:lnTo>
                  <a:lnTo>
                    <a:pt x="102576" y="31235"/>
                  </a:lnTo>
                  <a:lnTo>
                    <a:pt x="102817" y="28653"/>
                  </a:lnTo>
                  <a:lnTo>
                    <a:pt x="103645" y="26692"/>
                  </a:lnTo>
                  <a:lnTo>
                    <a:pt x="105184" y="25481"/>
                  </a:lnTo>
                  <a:lnTo>
                    <a:pt x="107429" y="25022"/>
                  </a:lnTo>
                  <a:lnTo>
                    <a:pt x="108807" y="25297"/>
                  </a:lnTo>
                  <a:lnTo>
                    <a:pt x="109317" y="26305"/>
                  </a:lnTo>
                  <a:lnTo>
                    <a:pt x="110005" y="26865"/>
                  </a:lnTo>
                  <a:lnTo>
                    <a:pt x="110869" y="26975"/>
                  </a:lnTo>
                  <a:lnTo>
                    <a:pt x="111661" y="25823"/>
                  </a:lnTo>
                  <a:lnTo>
                    <a:pt x="112384" y="23409"/>
                  </a:lnTo>
                  <a:lnTo>
                    <a:pt x="112424" y="20418"/>
                  </a:lnTo>
                  <a:lnTo>
                    <a:pt x="111785" y="16853"/>
                  </a:lnTo>
                  <a:lnTo>
                    <a:pt x="111960" y="15719"/>
                  </a:lnTo>
                  <a:lnTo>
                    <a:pt x="112238" y="15223"/>
                  </a:lnTo>
                  <a:lnTo>
                    <a:pt x="113095" y="13934"/>
                  </a:lnTo>
                  <a:lnTo>
                    <a:pt x="114298" y="11256"/>
                  </a:lnTo>
                  <a:lnTo>
                    <a:pt x="115458" y="7812"/>
                  </a:lnTo>
                  <a:lnTo>
                    <a:pt x="116577" y="3604"/>
                  </a:lnTo>
                  <a:lnTo>
                    <a:pt x="117959" y="999"/>
                  </a:lnTo>
                  <a:lnTo>
                    <a:pt x="119605" y="0"/>
                  </a:lnTo>
                  <a:lnTo>
                    <a:pt x="121598" y="1138"/>
                  </a:lnTo>
                  <a:lnTo>
                    <a:pt x="123943" y="4415"/>
                  </a:lnTo>
                  <a:lnTo>
                    <a:pt x="124827" y="8455"/>
                  </a:lnTo>
                  <a:lnTo>
                    <a:pt x="124253" y="13252"/>
                  </a:lnTo>
                  <a:lnTo>
                    <a:pt x="124203" y="15896"/>
                  </a:lnTo>
                  <a:lnTo>
                    <a:pt x="124680" y="16386"/>
                  </a:lnTo>
                  <a:lnTo>
                    <a:pt x="125482" y="16254"/>
                  </a:lnTo>
                  <a:lnTo>
                    <a:pt x="126612" y="15498"/>
                  </a:lnTo>
                  <a:lnTo>
                    <a:pt x="127350" y="15461"/>
                  </a:lnTo>
                  <a:lnTo>
                    <a:pt x="127699" y="16142"/>
                  </a:lnTo>
                  <a:lnTo>
                    <a:pt x="127677" y="17497"/>
                  </a:lnTo>
                  <a:lnTo>
                    <a:pt x="127284" y="19524"/>
                  </a:lnTo>
                  <a:lnTo>
                    <a:pt x="126811" y="25219"/>
                  </a:lnTo>
                  <a:lnTo>
                    <a:pt x="126518" y="30150"/>
                  </a:lnTo>
                  <a:lnTo>
                    <a:pt x="126232" y="35002"/>
                  </a:lnTo>
                  <a:lnTo>
                    <a:pt x="125980" y="39266"/>
                  </a:lnTo>
                  <a:lnTo>
                    <a:pt x="126429" y="42589"/>
                  </a:lnTo>
                  <a:lnTo>
                    <a:pt x="127107" y="47611"/>
                  </a:lnTo>
                  <a:lnTo>
                    <a:pt x="127874" y="50927"/>
                  </a:lnTo>
                  <a:lnTo>
                    <a:pt x="128658" y="51990"/>
                  </a:lnTo>
                  <a:lnTo>
                    <a:pt x="129443" y="52371"/>
                  </a:lnTo>
                  <a:lnTo>
                    <a:pt x="130228" y="52068"/>
                  </a:lnTo>
                  <a:lnTo>
                    <a:pt x="131839" y="49936"/>
                  </a:lnTo>
                  <a:lnTo>
                    <a:pt x="134273" y="45974"/>
                  </a:lnTo>
                  <a:lnTo>
                    <a:pt x="136635" y="43540"/>
                  </a:lnTo>
                  <a:lnTo>
                    <a:pt x="140072" y="42176"/>
                  </a:lnTo>
                  <a:lnTo>
                    <a:pt x="141218" y="37931"/>
                  </a:lnTo>
                  <a:lnTo>
                    <a:pt x="142812" y="35129"/>
                  </a:lnTo>
                  <a:lnTo>
                    <a:pt x="146444" y="30964"/>
                  </a:lnTo>
                  <a:lnTo>
                    <a:pt x="148421" y="29375"/>
                  </a:lnTo>
                  <a:lnTo>
                    <a:pt x="149554" y="29097"/>
                  </a:lnTo>
                  <a:lnTo>
                    <a:pt x="150973" y="29854"/>
                  </a:lnTo>
                  <a:lnTo>
                    <a:pt x="151294" y="30116"/>
                  </a:lnTo>
                  <a:lnTo>
                    <a:pt x="151577" y="30315"/>
                  </a:lnTo>
                  <a:lnTo>
                    <a:pt x="152307" y="30661"/>
                  </a:lnTo>
                  <a:lnTo>
                    <a:pt x="152459" y="31931"/>
                  </a:lnTo>
                  <a:lnTo>
                    <a:pt x="152269" y="33300"/>
                  </a:lnTo>
                  <a:lnTo>
                    <a:pt x="151481" y="34430"/>
                  </a:lnTo>
                  <a:lnTo>
                    <a:pt x="151236" y="35306"/>
                  </a:lnTo>
                  <a:lnTo>
                    <a:pt x="151535" y="35962"/>
                  </a:lnTo>
                  <a:lnTo>
                    <a:pt x="152641" y="36186"/>
                  </a:lnTo>
                  <a:lnTo>
                    <a:pt x="154933" y="34668"/>
                  </a:lnTo>
                  <a:lnTo>
                    <a:pt x="156417" y="33691"/>
                  </a:lnTo>
                  <a:lnTo>
                    <a:pt x="157445" y="33300"/>
                  </a:lnTo>
                  <a:lnTo>
                    <a:pt x="157864" y="32029"/>
                  </a:lnTo>
                  <a:lnTo>
                    <a:pt x="158511" y="30759"/>
                  </a:lnTo>
                  <a:lnTo>
                    <a:pt x="159539" y="30661"/>
                  </a:lnTo>
                  <a:lnTo>
                    <a:pt x="160643" y="31345"/>
                  </a:lnTo>
                  <a:lnTo>
                    <a:pt x="161555" y="31736"/>
                  </a:lnTo>
                  <a:lnTo>
                    <a:pt x="163111" y="31378"/>
                  </a:lnTo>
                  <a:lnTo>
                    <a:pt x="163930" y="32485"/>
                  </a:lnTo>
                  <a:lnTo>
                    <a:pt x="165079" y="34585"/>
                  </a:lnTo>
                  <a:lnTo>
                    <a:pt x="165596" y="3588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3334046" y="3807085"/>
              <a:ext cx="141590" cy="359450"/>
            </a:xfrm>
            <a:custGeom>
              <a:avLst/>
              <a:pathLst>
                <a:path w="141590" h="359450">
                  <a:moveTo>
                    <a:pt x="140668" y="148235"/>
                  </a:moveTo>
                  <a:lnTo>
                    <a:pt x="140918" y="152108"/>
                  </a:lnTo>
                  <a:lnTo>
                    <a:pt x="141169" y="157484"/>
                  </a:lnTo>
                  <a:lnTo>
                    <a:pt x="141348" y="161351"/>
                  </a:lnTo>
                  <a:lnTo>
                    <a:pt x="141530" y="163079"/>
                  </a:lnTo>
                  <a:lnTo>
                    <a:pt x="141590" y="164002"/>
                  </a:lnTo>
                  <a:lnTo>
                    <a:pt x="141390" y="165001"/>
                  </a:lnTo>
                  <a:lnTo>
                    <a:pt x="141222" y="167321"/>
                  </a:lnTo>
                  <a:lnTo>
                    <a:pt x="140901" y="169376"/>
                  </a:lnTo>
                  <a:lnTo>
                    <a:pt x="140719" y="170813"/>
                  </a:lnTo>
                  <a:lnTo>
                    <a:pt x="140868" y="173447"/>
                  </a:lnTo>
                  <a:lnTo>
                    <a:pt x="140747" y="177227"/>
                  </a:lnTo>
                  <a:lnTo>
                    <a:pt x="140619" y="181215"/>
                  </a:lnTo>
                  <a:lnTo>
                    <a:pt x="140580" y="185053"/>
                  </a:lnTo>
                  <a:lnTo>
                    <a:pt x="141013" y="191936"/>
                  </a:lnTo>
                  <a:lnTo>
                    <a:pt x="140953" y="194048"/>
                  </a:lnTo>
                  <a:lnTo>
                    <a:pt x="140417" y="197640"/>
                  </a:lnTo>
                  <a:lnTo>
                    <a:pt x="140010" y="200370"/>
                  </a:lnTo>
                  <a:lnTo>
                    <a:pt x="139747" y="203536"/>
                  </a:lnTo>
                  <a:lnTo>
                    <a:pt x="139700" y="205184"/>
                  </a:lnTo>
                  <a:lnTo>
                    <a:pt x="140686" y="209850"/>
                  </a:lnTo>
                  <a:lnTo>
                    <a:pt x="140627" y="210782"/>
                  </a:lnTo>
                  <a:lnTo>
                    <a:pt x="139873" y="211070"/>
                  </a:lnTo>
                  <a:lnTo>
                    <a:pt x="139248" y="211151"/>
                  </a:lnTo>
                  <a:lnTo>
                    <a:pt x="136862" y="211151"/>
                  </a:lnTo>
                  <a:lnTo>
                    <a:pt x="133442" y="211151"/>
                  </a:lnTo>
                  <a:lnTo>
                    <a:pt x="130023" y="211151"/>
                  </a:lnTo>
                  <a:lnTo>
                    <a:pt x="126603" y="211151"/>
                  </a:lnTo>
                  <a:lnTo>
                    <a:pt x="123457" y="211151"/>
                  </a:lnTo>
                  <a:lnTo>
                    <a:pt x="120449" y="211151"/>
                  </a:lnTo>
                  <a:lnTo>
                    <a:pt x="117794" y="211151"/>
                  </a:lnTo>
                  <a:lnTo>
                    <a:pt x="117795" y="215757"/>
                  </a:lnTo>
                  <a:lnTo>
                    <a:pt x="117796" y="225239"/>
                  </a:lnTo>
                  <a:lnTo>
                    <a:pt x="117796" y="234724"/>
                  </a:lnTo>
                  <a:lnTo>
                    <a:pt x="117799" y="244206"/>
                  </a:lnTo>
                  <a:lnTo>
                    <a:pt x="117800" y="253688"/>
                  </a:lnTo>
                  <a:lnTo>
                    <a:pt x="117801" y="263171"/>
                  </a:lnTo>
                  <a:lnTo>
                    <a:pt x="117802" y="272653"/>
                  </a:lnTo>
                  <a:lnTo>
                    <a:pt x="117803" y="282135"/>
                  </a:lnTo>
                  <a:lnTo>
                    <a:pt x="117804" y="291617"/>
                  </a:lnTo>
                  <a:lnTo>
                    <a:pt x="117804" y="298456"/>
                  </a:lnTo>
                  <a:lnTo>
                    <a:pt x="118500" y="307535"/>
                  </a:lnTo>
                  <a:lnTo>
                    <a:pt x="119771" y="317415"/>
                  </a:lnTo>
                  <a:lnTo>
                    <a:pt x="120269" y="318330"/>
                  </a:lnTo>
                  <a:lnTo>
                    <a:pt x="121548" y="320145"/>
                  </a:lnTo>
                  <a:lnTo>
                    <a:pt x="123325" y="323856"/>
                  </a:lnTo>
                  <a:lnTo>
                    <a:pt x="124320" y="326666"/>
                  </a:lnTo>
                  <a:lnTo>
                    <a:pt x="126345" y="331543"/>
                  </a:lnTo>
                  <a:lnTo>
                    <a:pt x="129037" y="337762"/>
                  </a:lnTo>
                  <a:lnTo>
                    <a:pt x="131635" y="343337"/>
                  </a:lnTo>
                  <a:lnTo>
                    <a:pt x="133926" y="348248"/>
                  </a:lnTo>
                  <a:lnTo>
                    <a:pt x="130331" y="349968"/>
                  </a:lnTo>
                  <a:lnTo>
                    <a:pt x="125218" y="352415"/>
                  </a:lnTo>
                  <a:lnTo>
                    <a:pt x="121768" y="354066"/>
                  </a:lnTo>
                  <a:lnTo>
                    <a:pt x="117586" y="356066"/>
                  </a:lnTo>
                  <a:lnTo>
                    <a:pt x="114797" y="357324"/>
                  </a:lnTo>
                  <a:lnTo>
                    <a:pt x="111327" y="358888"/>
                  </a:lnTo>
                  <a:lnTo>
                    <a:pt x="110772" y="358853"/>
                  </a:lnTo>
                  <a:lnTo>
                    <a:pt x="109842" y="357774"/>
                  </a:lnTo>
                  <a:lnTo>
                    <a:pt x="107835" y="357560"/>
                  </a:lnTo>
                  <a:lnTo>
                    <a:pt x="105474" y="359046"/>
                  </a:lnTo>
                  <a:lnTo>
                    <a:pt x="103600" y="359450"/>
                  </a:lnTo>
                  <a:lnTo>
                    <a:pt x="102214" y="358769"/>
                  </a:lnTo>
                  <a:lnTo>
                    <a:pt x="100863" y="357465"/>
                  </a:lnTo>
                  <a:lnTo>
                    <a:pt x="99543" y="355540"/>
                  </a:lnTo>
                  <a:lnTo>
                    <a:pt x="97257" y="354839"/>
                  </a:lnTo>
                  <a:lnTo>
                    <a:pt x="94006" y="355361"/>
                  </a:lnTo>
                  <a:lnTo>
                    <a:pt x="90870" y="354986"/>
                  </a:lnTo>
                  <a:lnTo>
                    <a:pt x="87853" y="353711"/>
                  </a:lnTo>
                  <a:lnTo>
                    <a:pt x="85693" y="353209"/>
                  </a:lnTo>
                  <a:lnTo>
                    <a:pt x="84393" y="353480"/>
                  </a:lnTo>
                  <a:lnTo>
                    <a:pt x="82998" y="353062"/>
                  </a:lnTo>
                  <a:lnTo>
                    <a:pt x="81510" y="351962"/>
                  </a:lnTo>
                  <a:lnTo>
                    <a:pt x="80268" y="350098"/>
                  </a:lnTo>
                  <a:lnTo>
                    <a:pt x="78774" y="346162"/>
                  </a:lnTo>
                  <a:lnTo>
                    <a:pt x="77605" y="342402"/>
                  </a:lnTo>
                  <a:lnTo>
                    <a:pt x="77302" y="341865"/>
                  </a:lnTo>
                  <a:lnTo>
                    <a:pt x="76933" y="341291"/>
                  </a:lnTo>
                  <a:lnTo>
                    <a:pt x="76566" y="341121"/>
                  </a:lnTo>
                  <a:lnTo>
                    <a:pt x="73257" y="341020"/>
                  </a:lnTo>
                  <a:lnTo>
                    <a:pt x="70110" y="340924"/>
                  </a:lnTo>
                  <a:lnTo>
                    <a:pt x="68308" y="340919"/>
                  </a:lnTo>
                  <a:lnTo>
                    <a:pt x="63906" y="340901"/>
                  </a:lnTo>
                  <a:lnTo>
                    <a:pt x="59503" y="340884"/>
                  </a:lnTo>
                  <a:lnTo>
                    <a:pt x="55100" y="340867"/>
                  </a:lnTo>
                  <a:lnTo>
                    <a:pt x="50697" y="340850"/>
                  </a:lnTo>
                  <a:lnTo>
                    <a:pt x="46294" y="340832"/>
                  </a:lnTo>
                  <a:lnTo>
                    <a:pt x="41890" y="340818"/>
                  </a:lnTo>
                  <a:lnTo>
                    <a:pt x="37487" y="340800"/>
                  </a:lnTo>
                  <a:lnTo>
                    <a:pt x="33084" y="340783"/>
                  </a:lnTo>
                  <a:lnTo>
                    <a:pt x="30745" y="340774"/>
                  </a:lnTo>
                  <a:lnTo>
                    <a:pt x="28572" y="341072"/>
                  </a:lnTo>
                  <a:lnTo>
                    <a:pt x="26174" y="341401"/>
                  </a:lnTo>
                  <a:lnTo>
                    <a:pt x="25827" y="341262"/>
                  </a:lnTo>
                  <a:lnTo>
                    <a:pt x="25259" y="340806"/>
                  </a:lnTo>
                  <a:lnTo>
                    <a:pt x="24870" y="339978"/>
                  </a:lnTo>
                  <a:lnTo>
                    <a:pt x="23579" y="337840"/>
                  </a:lnTo>
                  <a:lnTo>
                    <a:pt x="22455" y="336218"/>
                  </a:lnTo>
                  <a:lnTo>
                    <a:pt x="20929" y="333491"/>
                  </a:lnTo>
                  <a:lnTo>
                    <a:pt x="19942" y="330502"/>
                  </a:lnTo>
                  <a:lnTo>
                    <a:pt x="19110" y="329549"/>
                  </a:lnTo>
                  <a:lnTo>
                    <a:pt x="17637" y="329010"/>
                  </a:lnTo>
                  <a:lnTo>
                    <a:pt x="16530" y="328482"/>
                  </a:lnTo>
                  <a:lnTo>
                    <a:pt x="15629" y="328363"/>
                  </a:lnTo>
                  <a:lnTo>
                    <a:pt x="14041" y="329774"/>
                  </a:lnTo>
                  <a:lnTo>
                    <a:pt x="12845" y="331168"/>
                  </a:lnTo>
                  <a:lnTo>
                    <a:pt x="11992" y="332516"/>
                  </a:lnTo>
                  <a:lnTo>
                    <a:pt x="10512" y="334062"/>
                  </a:lnTo>
                  <a:lnTo>
                    <a:pt x="9264" y="335603"/>
                  </a:lnTo>
                  <a:lnTo>
                    <a:pt x="7091" y="335401"/>
                  </a:lnTo>
                  <a:lnTo>
                    <a:pt x="6621" y="335624"/>
                  </a:lnTo>
                  <a:lnTo>
                    <a:pt x="5412" y="335523"/>
                  </a:lnTo>
                  <a:lnTo>
                    <a:pt x="4272" y="334181"/>
                  </a:lnTo>
                  <a:lnTo>
                    <a:pt x="3117" y="334299"/>
                  </a:lnTo>
                  <a:lnTo>
                    <a:pt x="1835" y="336013"/>
                  </a:lnTo>
                  <a:lnTo>
                    <a:pt x="0" y="336683"/>
                  </a:lnTo>
                  <a:lnTo>
                    <a:pt x="425" y="325515"/>
                  </a:lnTo>
                  <a:lnTo>
                    <a:pt x="873" y="320575"/>
                  </a:lnTo>
                  <a:lnTo>
                    <a:pt x="884" y="314671"/>
                  </a:lnTo>
                  <a:lnTo>
                    <a:pt x="620" y="299368"/>
                  </a:lnTo>
                  <a:lnTo>
                    <a:pt x="303" y="297268"/>
                  </a:lnTo>
                  <a:lnTo>
                    <a:pt x="89" y="294803"/>
                  </a:lnTo>
                  <a:lnTo>
                    <a:pt x="1227" y="292925"/>
                  </a:lnTo>
                  <a:lnTo>
                    <a:pt x="1804" y="291490"/>
                  </a:lnTo>
                  <a:lnTo>
                    <a:pt x="2587" y="288954"/>
                  </a:lnTo>
                  <a:lnTo>
                    <a:pt x="3142" y="285399"/>
                  </a:lnTo>
                  <a:lnTo>
                    <a:pt x="3799" y="277556"/>
                  </a:lnTo>
                  <a:lnTo>
                    <a:pt x="6184" y="259509"/>
                  </a:lnTo>
                  <a:lnTo>
                    <a:pt x="7317" y="241826"/>
                  </a:lnTo>
                  <a:lnTo>
                    <a:pt x="8753" y="233446"/>
                  </a:lnTo>
                  <a:lnTo>
                    <a:pt x="9291" y="224059"/>
                  </a:lnTo>
                  <a:lnTo>
                    <a:pt x="13287" y="211942"/>
                  </a:lnTo>
                  <a:lnTo>
                    <a:pt x="14271" y="204494"/>
                  </a:lnTo>
                  <a:lnTo>
                    <a:pt x="16337" y="200844"/>
                  </a:lnTo>
                  <a:lnTo>
                    <a:pt x="19263" y="196951"/>
                  </a:lnTo>
                  <a:lnTo>
                    <a:pt x="21346" y="190028"/>
                  </a:lnTo>
                  <a:lnTo>
                    <a:pt x="22354" y="185232"/>
                  </a:lnTo>
                  <a:lnTo>
                    <a:pt x="23502" y="176041"/>
                  </a:lnTo>
                  <a:lnTo>
                    <a:pt x="23490" y="166444"/>
                  </a:lnTo>
                  <a:lnTo>
                    <a:pt x="24217" y="153631"/>
                  </a:lnTo>
                  <a:lnTo>
                    <a:pt x="24057" y="149946"/>
                  </a:lnTo>
                  <a:lnTo>
                    <a:pt x="22968" y="144848"/>
                  </a:lnTo>
                  <a:lnTo>
                    <a:pt x="22766" y="141197"/>
                  </a:lnTo>
                  <a:lnTo>
                    <a:pt x="21755" y="137613"/>
                  </a:lnTo>
                  <a:lnTo>
                    <a:pt x="20672" y="134906"/>
                  </a:lnTo>
                  <a:lnTo>
                    <a:pt x="20166" y="130073"/>
                  </a:lnTo>
                  <a:lnTo>
                    <a:pt x="18288" y="122443"/>
                  </a:lnTo>
                  <a:lnTo>
                    <a:pt x="17773" y="117356"/>
                  </a:lnTo>
                  <a:lnTo>
                    <a:pt x="16874" y="113706"/>
                  </a:lnTo>
                  <a:lnTo>
                    <a:pt x="16730" y="109198"/>
                  </a:lnTo>
                  <a:lnTo>
                    <a:pt x="16256" y="104440"/>
                  </a:lnTo>
                  <a:lnTo>
                    <a:pt x="15339" y="99733"/>
                  </a:lnTo>
                  <a:lnTo>
                    <a:pt x="14448" y="94346"/>
                  </a:lnTo>
                  <a:lnTo>
                    <a:pt x="14448" y="92661"/>
                  </a:lnTo>
                  <a:lnTo>
                    <a:pt x="15003" y="90629"/>
                  </a:lnTo>
                  <a:lnTo>
                    <a:pt x="15532" y="89962"/>
                  </a:lnTo>
                  <a:lnTo>
                    <a:pt x="15353" y="90984"/>
                  </a:lnTo>
                  <a:lnTo>
                    <a:pt x="15000" y="92193"/>
                  </a:lnTo>
                  <a:lnTo>
                    <a:pt x="15084" y="93128"/>
                  </a:lnTo>
                  <a:lnTo>
                    <a:pt x="18596" y="83683"/>
                  </a:lnTo>
                  <a:lnTo>
                    <a:pt x="18818" y="81837"/>
                  </a:lnTo>
                  <a:lnTo>
                    <a:pt x="18700" y="79770"/>
                  </a:lnTo>
                  <a:lnTo>
                    <a:pt x="18681" y="77243"/>
                  </a:lnTo>
                  <a:lnTo>
                    <a:pt x="18820" y="74302"/>
                  </a:lnTo>
                  <a:lnTo>
                    <a:pt x="15510" y="56881"/>
                  </a:lnTo>
                  <a:lnTo>
                    <a:pt x="12880" y="40678"/>
                  </a:lnTo>
                  <a:lnTo>
                    <a:pt x="12432" y="32492"/>
                  </a:lnTo>
                  <a:lnTo>
                    <a:pt x="8955" y="21723"/>
                  </a:lnTo>
                  <a:lnTo>
                    <a:pt x="7584" y="14722"/>
                  </a:lnTo>
                  <a:lnTo>
                    <a:pt x="6803" y="9814"/>
                  </a:lnTo>
                  <a:lnTo>
                    <a:pt x="6217" y="7952"/>
                  </a:lnTo>
                  <a:lnTo>
                    <a:pt x="6438" y="7015"/>
                  </a:lnTo>
                  <a:lnTo>
                    <a:pt x="7334" y="6769"/>
                  </a:lnTo>
                  <a:lnTo>
                    <a:pt x="9326" y="5635"/>
                  </a:lnTo>
                  <a:lnTo>
                    <a:pt x="12055" y="4394"/>
                  </a:lnTo>
                  <a:lnTo>
                    <a:pt x="14577" y="1549"/>
                  </a:lnTo>
                  <a:lnTo>
                    <a:pt x="15249" y="285"/>
                  </a:lnTo>
                  <a:lnTo>
                    <a:pt x="16586" y="31"/>
                  </a:lnTo>
                  <a:lnTo>
                    <a:pt x="17947" y="787"/>
                  </a:lnTo>
                  <a:lnTo>
                    <a:pt x="18452" y="242"/>
                  </a:lnTo>
                  <a:lnTo>
                    <a:pt x="18739" y="196"/>
                  </a:lnTo>
                  <a:lnTo>
                    <a:pt x="21933" y="193"/>
                  </a:lnTo>
                  <a:lnTo>
                    <a:pt x="23263" y="0"/>
                  </a:lnTo>
                  <a:lnTo>
                    <a:pt x="25725" y="60"/>
                  </a:lnTo>
                  <a:lnTo>
                    <a:pt x="27282" y="294"/>
                  </a:lnTo>
                  <a:lnTo>
                    <a:pt x="28168" y="614"/>
                  </a:lnTo>
                  <a:lnTo>
                    <a:pt x="30560" y="1108"/>
                  </a:lnTo>
                  <a:lnTo>
                    <a:pt x="33544" y="995"/>
                  </a:lnTo>
                  <a:lnTo>
                    <a:pt x="34597" y="735"/>
                  </a:lnTo>
                  <a:lnTo>
                    <a:pt x="38509" y="571"/>
                  </a:lnTo>
                  <a:lnTo>
                    <a:pt x="42371" y="403"/>
                  </a:lnTo>
                  <a:lnTo>
                    <a:pt x="45846" y="256"/>
                  </a:lnTo>
                  <a:lnTo>
                    <a:pt x="49681" y="288"/>
                  </a:lnTo>
                  <a:lnTo>
                    <a:pt x="52616" y="308"/>
                  </a:lnTo>
                  <a:lnTo>
                    <a:pt x="53954" y="1330"/>
                  </a:lnTo>
                  <a:lnTo>
                    <a:pt x="55170" y="3269"/>
                  </a:lnTo>
                  <a:lnTo>
                    <a:pt x="55723" y="5026"/>
                  </a:lnTo>
                  <a:lnTo>
                    <a:pt x="55986" y="5803"/>
                  </a:lnTo>
                  <a:lnTo>
                    <a:pt x="56349" y="7664"/>
                  </a:lnTo>
                  <a:lnTo>
                    <a:pt x="57013" y="9133"/>
                  </a:lnTo>
                  <a:lnTo>
                    <a:pt x="57249" y="11412"/>
                  </a:lnTo>
                  <a:lnTo>
                    <a:pt x="57055" y="14503"/>
                  </a:lnTo>
                  <a:lnTo>
                    <a:pt x="57152" y="18217"/>
                  </a:lnTo>
                  <a:lnTo>
                    <a:pt x="57539" y="22554"/>
                  </a:lnTo>
                  <a:lnTo>
                    <a:pt x="58346" y="27107"/>
                  </a:lnTo>
                  <a:lnTo>
                    <a:pt x="59569" y="31877"/>
                  </a:lnTo>
                  <a:lnTo>
                    <a:pt x="60103" y="35663"/>
                  </a:lnTo>
                  <a:lnTo>
                    <a:pt x="59945" y="38468"/>
                  </a:lnTo>
                  <a:lnTo>
                    <a:pt x="60321" y="41435"/>
                  </a:lnTo>
                  <a:lnTo>
                    <a:pt x="61230" y="44557"/>
                  </a:lnTo>
                  <a:lnTo>
                    <a:pt x="61896" y="46210"/>
                  </a:lnTo>
                  <a:lnTo>
                    <a:pt x="62281" y="47460"/>
                  </a:lnTo>
                  <a:lnTo>
                    <a:pt x="63316" y="52247"/>
                  </a:lnTo>
                  <a:lnTo>
                    <a:pt x="65230" y="59888"/>
                  </a:lnTo>
                  <a:lnTo>
                    <a:pt x="66665" y="65619"/>
                  </a:lnTo>
                  <a:lnTo>
                    <a:pt x="67167" y="66303"/>
                  </a:lnTo>
                  <a:lnTo>
                    <a:pt x="67900" y="66058"/>
                  </a:lnTo>
                  <a:lnTo>
                    <a:pt x="69459" y="65486"/>
                  </a:lnTo>
                  <a:lnTo>
                    <a:pt x="71004" y="65377"/>
                  </a:lnTo>
                  <a:lnTo>
                    <a:pt x="72106" y="66557"/>
                  </a:lnTo>
                  <a:lnTo>
                    <a:pt x="72547" y="66355"/>
                  </a:lnTo>
                  <a:lnTo>
                    <a:pt x="74209" y="64081"/>
                  </a:lnTo>
                  <a:lnTo>
                    <a:pt x="75858" y="63386"/>
                  </a:lnTo>
                  <a:lnTo>
                    <a:pt x="77582" y="62448"/>
                  </a:lnTo>
                  <a:lnTo>
                    <a:pt x="78480" y="61484"/>
                  </a:lnTo>
                  <a:lnTo>
                    <a:pt x="79524" y="61487"/>
                  </a:lnTo>
                  <a:lnTo>
                    <a:pt x="82343" y="63322"/>
                  </a:lnTo>
                  <a:lnTo>
                    <a:pt x="82873" y="63420"/>
                  </a:lnTo>
                  <a:lnTo>
                    <a:pt x="85155" y="63420"/>
                  </a:lnTo>
                  <a:lnTo>
                    <a:pt x="87435" y="62390"/>
                  </a:lnTo>
                  <a:lnTo>
                    <a:pt x="87770" y="54706"/>
                  </a:lnTo>
                  <a:lnTo>
                    <a:pt x="87790" y="53185"/>
                  </a:lnTo>
                  <a:lnTo>
                    <a:pt x="88338" y="50296"/>
                  </a:lnTo>
                  <a:lnTo>
                    <a:pt x="89035" y="47780"/>
                  </a:lnTo>
                  <a:lnTo>
                    <a:pt x="89122" y="45373"/>
                  </a:lnTo>
                  <a:lnTo>
                    <a:pt x="89080" y="42087"/>
                  </a:lnTo>
                  <a:lnTo>
                    <a:pt x="89585" y="38096"/>
                  </a:lnTo>
                  <a:lnTo>
                    <a:pt x="91112" y="34925"/>
                  </a:lnTo>
                  <a:lnTo>
                    <a:pt x="93585" y="33424"/>
                  </a:lnTo>
                  <a:lnTo>
                    <a:pt x="94992" y="33133"/>
                  </a:lnTo>
                  <a:lnTo>
                    <a:pt x="97208" y="32241"/>
                  </a:lnTo>
                  <a:lnTo>
                    <a:pt x="100570" y="31341"/>
                  </a:lnTo>
                  <a:lnTo>
                    <a:pt x="101811" y="31462"/>
                  </a:lnTo>
                  <a:lnTo>
                    <a:pt x="101911" y="31912"/>
                  </a:lnTo>
                  <a:lnTo>
                    <a:pt x="101200" y="37426"/>
                  </a:lnTo>
                  <a:lnTo>
                    <a:pt x="101187" y="39230"/>
                  </a:lnTo>
                  <a:lnTo>
                    <a:pt x="101447" y="41051"/>
                  </a:lnTo>
                  <a:lnTo>
                    <a:pt x="102016" y="42035"/>
                  </a:lnTo>
                  <a:lnTo>
                    <a:pt x="105504" y="42144"/>
                  </a:lnTo>
                  <a:lnTo>
                    <a:pt x="108719" y="42248"/>
                  </a:lnTo>
                  <a:lnTo>
                    <a:pt x="112408" y="42595"/>
                  </a:lnTo>
                  <a:lnTo>
                    <a:pt x="115172" y="42854"/>
                  </a:lnTo>
                  <a:lnTo>
                    <a:pt x="115524" y="43126"/>
                  </a:lnTo>
                  <a:lnTo>
                    <a:pt x="115805" y="43538"/>
                  </a:lnTo>
                  <a:lnTo>
                    <a:pt x="116214" y="46268"/>
                  </a:lnTo>
                  <a:lnTo>
                    <a:pt x="116122" y="51606"/>
                  </a:lnTo>
                  <a:lnTo>
                    <a:pt x="115506" y="59401"/>
                  </a:lnTo>
                  <a:lnTo>
                    <a:pt x="115745" y="66684"/>
                  </a:lnTo>
                  <a:lnTo>
                    <a:pt x="116839" y="73457"/>
                  </a:lnTo>
                  <a:lnTo>
                    <a:pt x="116948" y="83865"/>
                  </a:lnTo>
                  <a:lnTo>
                    <a:pt x="116562" y="90075"/>
                  </a:lnTo>
                  <a:lnTo>
                    <a:pt x="116075" y="97904"/>
                  </a:lnTo>
                  <a:lnTo>
                    <a:pt x="115887" y="106777"/>
                  </a:lnTo>
                  <a:lnTo>
                    <a:pt x="116387" y="110485"/>
                  </a:lnTo>
                  <a:lnTo>
                    <a:pt x="117446" y="114366"/>
                  </a:lnTo>
                  <a:lnTo>
                    <a:pt x="119063" y="118421"/>
                  </a:lnTo>
                  <a:lnTo>
                    <a:pt x="120313" y="123676"/>
                  </a:lnTo>
                  <a:lnTo>
                    <a:pt x="121196" y="130131"/>
                  </a:lnTo>
                  <a:lnTo>
                    <a:pt x="121517" y="134197"/>
                  </a:lnTo>
                  <a:lnTo>
                    <a:pt x="121278" y="135870"/>
                  </a:lnTo>
                  <a:lnTo>
                    <a:pt x="121296" y="138773"/>
                  </a:lnTo>
                  <a:lnTo>
                    <a:pt x="121570" y="142903"/>
                  </a:lnTo>
                  <a:lnTo>
                    <a:pt x="121265" y="145641"/>
                  </a:lnTo>
                  <a:lnTo>
                    <a:pt x="120379" y="146986"/>
                  </a:lnTo>
                  <a:lnTo>
                    <a:pt x="120085" y="148841"/>
                  </a:lnTo>
                  <a:lnTo>
                    <a:pt x="120531" y="152399"/>
                  </a:lnTo>
                  <a:lnTo>
                    <a:pt x="120640" y="155628"/>
                  </a:lnTo>
                  <a:lnTo>
                    <a:pt x="120990" y="156860"/>
                  </a:lnTo>
                  <a:lnTo>
                    <a:pt x="121245" y="157761"/>
                  </a:lnTo>
                  <a:lnTo>
                    <a:pt x="121661" y="157894"/>
                  </a:lnTo>
                  <a:lnTo>
                    <a:pt x="122559" y="156736"/>
                  </a:lnTo>
                  <a:lnTo>
                    <a:pt x="123631" y="154587"/>
                  </a:lnTo>
                  <a:lnTo>
                    <a:pt x="124493" y="153675"/>
                  </a:lnTo>
                  <a:lnTo>
                    <a:pt x="125707" y="153790"/>
                  </a:lnTo>
                  <a:lnTo>
                    <a:pt x="127413" y="154396"/>
                  </a:lnTo>
                  <a:lnTo>
                    <a:pt x="130423" y="154621"/>
                  </a:lnTo>
                  <a:lnTo>
                    <a:pt x="131349" y="154235"/>
                  </a:lnTo>
                  <a:lnTo>
                    <a:pt x="134150" y="151329"/>
                  </a:lnTo>
                  <a:lnTo>
                    <a:pt x="134884" y="151118"/>
                  </a:lnTo>
                  <a:lnTo>
                    <a:pt x="135989" y="151392"/>
                  </a:lnTo>
                  <a:lnTo>
                    <a:pt x="137559" y="152249"/>
                  </a:lnTo>
                  <a:lnTo>
                    <a:pt x="139141" y="152428"/>
                  </a:lnTo>
                  <a:lnTo>
                    <a:pt x="139916" y="151528"/>
                  </a:lnTo>
                  <a:lnTo>
                    <a:pt x="139987" y="150353"/>
                  </a:lnTo>
                  <a:lnTo>
                    <a:pt x="140233" y="148818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3337214" y="3764940"/>
              <a:ext cx="12134" cy="39293"/>
            </a:xfrm>
            <a:custGeom>
              <a:avLst/>
              <a:pathLst>
                <a:path w="12134" h="39293">
                  <a:moveTo>
                    <a:pt x="2247" y="39293"/>
                  </a:moveTo>
                  <a:lnTo>
                    <a:pt x="2079" y="38503"/>
                  </a:lnTo>
                  <a:lnTo>
                    <a:pt x="1577" y="35571"/>
                  </a:lnTo>
                  <a:lnTo>
                    <a:pt x="1861" y="32792"/>
                  </a:lnTo>
                  <a:lnTo>
                    <a:pt x="2165" y="30711"/>
                  </a:lnTo>
                  <a:lnTo>
                    <a:pt x="1827" y="26472"/>
                  </a:lnTo>
                  <a:lnTo>
                    <a:pt x="1060" y="22701"/>
                  </a:lnTo>
                  <a:lnTo>
                    <a:pt x="248" y="17914"/>
                  </a:lnTo>
                  <a:lnTo>
                    <a:pt x="0" y="17002"/>
                  </a:lnTo>
                  <a:lnTo>
                    <a:pt x="681" y="15461"/>
                  </a:lnTo>
                  <a:lnTo>
                    <a:pt x="1711" y="12079"/>
                  </a:lnTo>
                  <a:lnTo>
                    <a:pt x="2139" y="10333"/>
                  </a:lnTo>
                  <a:lnTo>
                    <a:pt x="3332" y="9946"/>
                  </a:lnTo>
                  <a:lnTo>
                    <a:pt x="3778" y="8723"/>
                  </a:lnTo>
                  <a:lnTo>
                    <a:pt x="4093" y="6761"/>
                  </a:lnTo>
                  <a:lnTo>
                    <a:pt x="4214" y="5621"/>
                  </a:lnTo>
                  <a:lnTo>
                    <a:pt x="5559" y="4686"/>
                  </a:lnTo>
                  <a:lnTo>
                    <a:pt x="7173" y="3021"/>
                  </a:lnTo>
                  <a:lnTo>
                    <a:pt x="8068" y="1206"/>
                  </a:lnTo>
                  <a:lnTo>
                    <a:pt x="8974" y="49"/>
                  </a:lnTo>
                  <a:lnTo>
                    <a:pt x="9549" y="0"/>
                  </a:lnTo>
                  <a:lnTo>
                    <a:pt x="9927" y="479"/>
                  </a:lnTo>
                  <a:lnTo>
                    <a:pt x="10967" y="3630"/>
                  </a:lnTo>
                  <a:lnTo>
                    <a:pt x="11849" y="5624"/>
                  </a:lnTo>
                  <a:lnTo>
                    <a:pt x="12134" y="6082"/>
                  </a:lnTo>
                  <a:lnTo>
                    <a:pt x="11956" y="6564"/>
                  </a:lnTo>
                  <a:lnTo>
                    <a:pt x="10692" y="7872"/>
                  </a:lnTo>
                  <a:lnTo>
                    <a:pt x="9336" y="9092"/>
                  </a:lnTo>
                  <a:lnTo>
                    <a:pt x="7554" y="14079"/>
                  </a:lnTo>
                  <a:lnTo>
                    <a:pt x="6649" y="16237"/>
                  </a:lnTo>
                  <a:lnTo>
                    <a:pt x="6389" y="16774"/>
                  </a:lnTo>
                  <a:lnTo>
                    <a:pt x="5574" y="17966"/>
                  </a:lnTo>
                  <a:lnTo>
                    <a:pt x="4984" y="18987"/>
                  </a:lnTo>
                  <a:lnTo>
                    <a:pt x="5004" y="19553"/>
                  </a:lnTo>
                  <a:lnTo>
                    <a:pt x="5397" y="20205"/>
                  </a:lnTo>
                  <a:lnTo>
                    <a:pt x="5800" y="21275"/>
                  </a:lnTo>
                  <a:lnTo>
                    <a:pt x="5760" y="29422"/>
                  </a:lnTo>
                  <a:lnTo>
                    <a:pt x="5585" y="37435"/>
                  </a:lnTo>
                  <a:lnTo>
                    <a:pt x="5365" y="38113"/>
                  </a:lnTo>
                  <a:lnTo>
                    <a:pt x="4231" y="38379"/>
                  </a:lnTo>
                  <a:lnTo>
                    <a:pt x="2726" y="38933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472056" y="3094217"/>
              <a:ext cx="2076" cy="2905"/>
            </a:xfrm>
            <a:custGeom>
              <a:avLst/>
              <a:pathLst>
                <a:path w="2076" h="2905">
                  <a:moveTo>
                    <a:pt x="1827" y="1416"/>
                  </a:moveTo>
                  <a:lnTo>
                    <a:pt x="0" y="2905"/>
                  </a:lnTo>
                  <a:lnTo>
                    <a:pt x="76" y="2051"/>
                  </a:lnTo>
                  <a:lnTo>
                    <a:pt x="1541" y="0"/>
                  </a:lnTo>
                  <a:lnTo>
                    <a:pt x="2076" y="14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420789" y="2373864"/>
              <a:ext cx="20143" cy="88482"/>
            </a:xfrm>
            <a:custGeom>
              <a:avLst/>
              <a:pathLst>
                <a:path w="20143" h="88482">
                  <a:moveTo>
                    <a:pt x="9014" y="2975"/>
                  </a:moveTo>
                  <a:lnTo>
                    <a:pt x="9469" y="3643"/>
                  </a:lnTo>
                  <a:lnTo>
                    <a:pt x="10415" y="6562"/>
                  </a:lnTo>
                  <a:lnTo>
                    <a:pt x="11046" y="9130"/>
                  </a:lnTo>
                  <a:lnTo>
                    <a:pt x="12285" y="10021"/>
                  </a:lnTo>
                  <a:lnTo>
                    <a:pt x="12976" y="11021"/>
                  </a:lnTo>
                  <a:lnTo>
                    <a:pt x="13864" y="12545"/>
                  </a:lnTo>
                  <a:lnTo>
                    <a:pt x="14295" y="14079"/>
                  </a:lnTo>
                  <a:lnTo>
                    <a:pt x="14899" y="18759"/>
                  </a:lnTo>
                  <a:lnTo>
                    <a:pt x="14969" y="21586"/>
                  </a:lnTo>
                  <a:lnTo>
                    <a:pt x="14794" y="22878"/>
                  </a:lnTo>
                  <a:lnTo>
                    <a:pt x="14643" y="23213"/>
                  </a:lnTo>
                  <a:lnTo>
                    <a:pt x="14091" y="27819"/>
                  </a:lnTo>
                  <a:lnTo>
                    <a:pt x="14223" y="30166"/>
                  </a:lnTo>
                  <a:lnTo>
                    <a:pt x="14218" y="31711"/>
                  </a:lnTo>
                  <a:lnTo>
                    <a:pt x="13751" y="32322"/>
                  </a:lnTo>
                  <a:lnTo>
                    <a:pt x="13441" y="33291"/>
                  </a:lnTo>
                  <a:lnTo>
                    <a:pt x="13944" y="37129"/>
                  </a:lnTo>
                  <a:lnTo>
                    <a:pt x="13882" y="38764"/>
                  </a:lnTo>
                  <a:lnTo>
                    <a:pt x="13905" y="40640"/>
                  </a:lnTo>
                  <a:lnTo>
                    <a:pt x="14813" y="44918"/>
                  </a:lnTo>
                  <a:lnTo>
                    <a:pt x="15349" y="46241"/>
                  </a:lnTo>
                  <a:lnTo>
                    <a:pt x="15828" y="46873"/>
                  </a:lnTo>
                  <a:lnTo>
                    <a:pt x="16440" y="50811"/>
                  </a:lnTo>
                  <a:lnTo>
                    <a:pt x="16803" y="51494"/>
                  </a:lnTo>
                  <a:lnTo>
                    <a:pt x="18292" y="51120"/>
                  </a:lnTo>
                  <a:lnTo>
                    <a:pt x="19020" y="51557"/>
                  </a:lnTo>
                  <a:lnTo>
                    <a:pt x="19309" y="52491"/>
                  </a:lnTo>
                  <a:lnTo>
                    <a:pt x="19374" y="53130"/>
                  </a:lnTo>
                  <a:lnTo>
                    <a:pt x="19277" y="55335"/>
                  </a:lnTo>
                  <a:lnTo>
                    <a:pt x="19646" y="57034"/>
                  </a:lnTo>
                  <a:lnTo>
                    <a:pt x="20143" y="58782"/>
                  </a:lnTo>
                  <a:lnTo>
                    <a:pt x="20141" y="59851"/>
                  </a:lnTo>
                  <a:lnTo>
                    <a:pt x="19808" y="61596"/>
                  </a:lnTo>
                  <a:lnTo>
                    <a:pt x="19213" y="63635"/>
                  </a:lnTo>
                  <a:lnTo>
                    <a:pt x="18424" y="64417"/>
                  </a:lnTo>
                  <a:lnTo>
                    <a:pt x="17554" y="65081"/>
                  </a:lnTo>
                  <a:lnTo>
                    <a:pt x="17139" y="66664"/>
                  </a:lnTo>
                  <a:lnTo>
                    <a:pt x="16928" y="68347"/>
                  </a:lnTo>
                  <a:lnTo>
                    <a:pt x="16539" y="69596"/>
                  </a:lnTo>
                  <a:lnTo>
                    <a:pt x="16298" y="70963"/>
                  </a:lnTo>
                  <a:lnTo>
                    <a:pt x="15930" y="73760"/>
                  </a:lnTo>
                  <a:lnTo>
                    <a:pt x="15843" y="74775"/>
                  </a:lnTo>
                  <a:lnTo>
                    <a:pt x="15254" y="75801"/>
                  </a:lnTo>
                  <a:lnTo>
                    <a:pt x="14343" y="76220"/>
                  </a:lnTo>
                  <a:lnTo>
                    <a:pt x="13526" y="76306"/>
                  </a:lnTo>
                  <a:lnTo>
                    <a:pt x="12973" y="76782"/>
                  </a:lnTo>
                  <a:lnTo>
                    <a:pt x="12693" y="77736"/>
                  </a:lnTo>
                  <a:lnTo>
                    <a:pt x="12173" y="78508"/>
                  </a:lnTo>
                  <a:lnTo>
                    <a:pt x="11858" y="78851"/>
                  </a:lnTo>
                  <a:lnTo>
                    <a:pt x="11860" y="79698"/>
                  </a:lnTo>
                  <a:lnTo>
                    <a:pt x="12239" y="81476"/>
                  </a:lnTo>
                  <a:lnTo>
                    <a:pt x="12670" y="82919"/>
                  </a:lnTo>
                  <a:lnTo>
                    <a:pt x="12679" y="84076"/>
                  </a:lnTo>
                  <a:lnTo>
                    <a:pt x="12467" y="84398"/>
                  </a:lnTo>
                  <a:lnTo>
                    <a:pt x="11801" y="84252"/>
                  </a:lnTo>
                  <a:lnTo>
                    <a:pt x="11659" y="84679"/>
                  </a:lnTo>
                  <a:lnTo>
                    <a:pt x="11587" y="85969"/>
                  </a:lnTo>
                  <a:lnTo>
                    <a:pt x="11409" y="87074"/>
                  </a:lnTo>
                  <a:lnTo>
                    <a:pt x="11134" y="87748"/>
                  </a:lnTo>
                  <a:lnTo>
                    <a:pt x="10658" y="88482"/>
                  </a:lnTo>
                  <a:lnTo>
                    <a:pt x="9786" y="88243"/>
                  </a:lnTo>
                  <a:lnTo>
                    <a:pt x="8965" y="87134"/>
                  </a:lnTo>
                  <a:lnTo>
                    <a:pt x="8537" y="86793"/>
                  </a:lnTo>
                  <a:lnTo>
                    <a:pt x="8292" y="86830"/>
                  </a:lnTo>
                  <a:lnTo>
                    <a:pt x="8227" y="84123"/>
                  </a:lnTo>
                  <a:lnTo>
                    <a:pt x="7873" y="82018"/>
                  </a:lnTo>
                  <a:lnTo>
                    <a:pt x="6573" y="76957"/>
                  </a:lnTo>
                  <a:lnTo>
                    <a:pt x="2346" y="72040"/>
                  </a:lnTo>
                  <a:lnTo>
                    <a:pt x="1351" y="69826"/>
                  </a:lnTo>
                  <a:lnTo>
                    <a:pt x="914" y="67969"/>
                  </a:lnTo>
                  <a:lnTo>
                    <a:pt x="478" y="66215"/>
                  </a:lnTo>
                  <a:lnTo>
                    <a:pt x="896" y="66166"/>
                  </a:lnTo>
                  <a:lnTo>
                    <a:pt x="1310" y="66610"/>
                  </a:lnTo>
                  <a:lnTo>
                    <a:pt x="1839" y="67143"/>
                  </a:lnTo>
                  <a:lnTo>
                    <a:pt x="2054" y="66266"/>
                  </a:lnTo>
                  <a:lnTo>
                    <a:pt x="1825" y="64348"/>
                  </a:lnTo>
                  <a:lnTo>
                    <a:pt x="736" y="59862"/>
                  </a:lnTo>
                  <a:lnTo>
                    <a:pt x="654" y="58629"/>
                  </a:lnTo>
                  <a:lnTo>
                    <a:pt x="1187" y="54879"/>
                  </a:lnTo>
                  <a:lnTo>
                    <a:pt x="2077" y="50666"/>
                  </a:lnTo>
                  <a:lnTo>
                    <a:pt x="2018" y="45561"/>
                  </a:lnTo>
                  <a:lnTo>
                    <a:pt x="2294" y="41710"/>
                  </a:lnTo>
                  <a:lnTo>
                    <a:pt x="1988" y="39210"/>
                  </a:lnTo>
                  <a:lnTo>
                    <a:pt x="1840" y="36144"/>
                  </a:lnTo>
                  <a:lnTo>
                    <a:pt x="2493" y="32068"/>
                  </a:lnTo>
                  <a:lnTo>
                    <a:pt x="3051" y="31059"/>
                  </a:lnTo>
                  <a:lnTo>
                    <a:pt x="3395" y="29771"/>
                  </a:lnTo>
                  <a:lnTo>
                    <a:pt x="3416" y="25425"/>
                  </a:lnTo>
                  <a:lnTo>
                    <a:pt x="2158" y="23396"/>
                  </a:lnTo>
                  <a:lnTo>
                    <a:pt x="710" y="23014"/>
                  </a:lnTo>
                  <a:lnTo>
                    <a:pt x="746" y="21544"/>
                  </a:lnTo>
                  <a:lnTo>
                    <a:pt x="926" y="19212"/>
                  </a:lnTo>
                  <a:lnTo>
                    <a:pt x="822" y="18436"/>
                  </a:lnTo>
                  <a:lnTo>
                    <a:pt x="929" y="17104"/>
                  </a:lnTo>
                  <a:lnTo>
                    <a:pt x="577" y="15325"/>
                  </a:lnTo>
                  <a:lnTo>
                    <a:pt x="0" y="14047"/>
                  </a:lnTo>
                  <a:lnTo>
                    <a:pt x="556" y="11780"/>
                  </a:lnTo>
                  <a:lnTo>
                    <a:pt x="1368" y="9043"/>
                  </a:lnTo>
                  <a:lnTo>
                    <a:pt x="2122" y="6872"/>
                  </a:lnTo>
                  <a:lnTo>
                    <a:pt x="3036" y="4609"/>
                  </a:lnTo>
                  <a:lnTo>
                    <a:pt x="3645" y="2438"/>
                  </a:lnTo>
                  <a:lnTo>
                    <a:pt x="4302" y="572"/>
                  </a:lnTo>
                  <a:lnTo>
                    <a:pt x="4865" y="0"/>
                  </a:lnTo>
                  <a:lnTo>
                    <a:pt x="5146" y="396"/>
                  </a:lnTo>
                  <a:lnTo>
                    <a:pt x="5294" y="1211"/>
                  </a:lnTo>
                  <a:lnTo>
                    <a:pt x="5260" y="3628"/>
                  </a:lnTo>
                  <a:lnTo>
                    <a:pt x="5452" y="4462"/>
                  </a:lnTo>
                  <a:lnTo>
                    <a:pt x="5841" y="5075"/>
                  </a:lnTo>
                  <a:lnTo>
                    <a:pt x="6664" y="4775"/>
                  </a:lnTo>
                  <a:lnTo>
                    <a:pt x="7576" y="4174"/>
                  </a:lnTo>
                  <a:lnTo>
                    <a:pt x="8804" y="28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433647" y="1858914"/>
              <a:ext cx="2455" cy="1868"/>
            </a:xfrm>
            <a:custGeom>
              <a:avLst/>
              <a:pathLst>
                <a:path w="2455" h="1868">
                  <a:moveTo>
                    <a:pt x="2455" y="1011"/>
                  </a:moveTo>
                  <a:lnTo>
                    <a:pt x="2364" y="1712"/>
                  </a:lnTo>
                  <a:lnTo>
                    <a:pt x="1425" y="1868"/>
                  </a:lnTo>
                  <a:lnTo>
                    <a:pt x="1030" y="1245"/>
                  </a:lnTo>
                  <a:lnTo>
                    <a:pt x="152" y="1323"/>
                  </a:lnTo>
                  <a:lnTo>
                    <a:pt x="0" y="1011"/>
                  </a:lnTo>
                  <a:lnTo>
                    <a:pt x="364" y="389"/>
                  </a:lnTo>
                  <a:lnTo>
                    <a:pt x="1060" y="0"/>
                  </a:lnTo>
                  <a:lnTo>
                    <a:pt x="1970" y="1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423532" y="1853855"/>
              <a:ext cx="1708" cy="3280"/>
            </a:xfrm>
            <a:custGeom>
              <a:avLst/>
              <a:pathLst>
                <a:path w="1708" h="3280">
                  <a:moveTo>
                    <a:pt x="1648" y="1741"/>
                  </a:moveTo>
                  <a:lnTo>
                    <a:pt x="1708" y="2403"/>
                  </a:lnTo>
                  <a:lnTo>
                    <a:pt x="1267" y="2237"/>
                  </a:lnTo>
                  <a:lnTo>
                    <a:pt x="929" y="2464"/>
                  </a:lnTo>
                  <a:lnTo>
                    <a:pt x="700" y="3280"/>
                  </a:lnTo>
                  <a:lnTo>
                    <a:pt x="201" y="2987"/>
                  </a:lnTo>
                  <a:lnTo>
                    <a:pt x="0" y="1818"/>
                  </a:lnTo>
                  <a:lnTo>
                    <a:pt x="371" y="66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3425295" y="1849136"/>
              <a:ext cx="6750" cy="9576"/>
            </a:xfrm>
            <a:custGeom>
              <a:avLst/>
              <a:pathLst>
                <a:path w="6750" h="9576">
                  <a:moveTo>
                    <a:pt x="3651" y="1614"/>
                  </a:moveTo>
                  <a:lnTo>
                    <a:pt x="4004" y="1623"/>
                  </a:lnTo>
                  <a:lnTo>
                    <a:pt x="4161" y="1373"/>
                  </a:lnTo>
                  <a:lnTo>
                    <a:pt x="4777" y="1548"/>
                  </a:lnTo>
                  <a:lnTo>
                    <a:pt x="5703" y="2692"/>
                  </a:lnTo>
                  <a:lnTo>
                    <a:pt x="5890" y="3311"/>
                  </a:lnTo>
                  <a:lnTo>
                    <a:pt x="6528" y="3628"/>
                  </a:lnTo>
                  <a:lnTo>
                    <a:pt x="6750" y="4270"/>
                  </a:lnTo>
                  <a:lnTo>
                    <a:pt x="6012" y="6272"/>
                  </a:lnTo>
                  <a:lnTo>
                    <a:pt x="5556" y="6309"/>
                  </a:lnTo>
                  <a:lnTo>
                    <a:pt x="5215" y="6055"/>
                  </a:lnTo>
                  <a:lnTo>
                    <a:pt x="4614" y="6274"/>
                  </a:lnTo>
                  <a:lnTo>
                    <a:pt x="4261" y="6652"/>
                  </a:lnTo>
                  <a:lnTo>
                    <a:pt x="4143" y="7485"/>
                  </a:lnTo>
                  <a:lnTo>
                    <a:pt x="4162" y="9226"/>
                  </a:lnTo>
                  <a:lnTo>
                    <a:pt x="1467" y="9576"/>
                  </a:lnTo>
                  <a:lnTo>
                    <a:pt x="848" y="9066"/>
                  </a:lnTo>
                  <a:lnTo>
                    <a:pt x="0" y="5106"/>
                  </a:lnTo>
                  <a:lnTo>
                    <a:pt x="168" y="4083"/>
                  </a:lnTo>
                  <a:lnTo>
                    <a:pt x="739" y="3647"/>
                  </a:lnTo>
                  <a:lnTo>
                    <a:pt x="1228" y="3553"/>
                  </a:lnTo>
                  <a:lnTo>
                    <a:pt x="1300" y="5686"/>
                  </a:lnTo>
                  <a:lnTo>
                    <a:pt x="2018" y="5474"/>
                  </a:lnTo>
                  <a:lnTo>
                    <a:pt x="2243" y="4068"/>
                  </a:lnTo>
                  <a:lnTo>
                    <a:pt x="2293" y="3079"/>
                  </a:lnTo>
                  <a:lnTo>
                    <a:pt x="2099" y="2579"/>
                  </a:lnTo>
                  <a:lnTo>
                    <a:pt x="1611" y="2193"/>
                  </a:lnTo>
                  <a:lnTo>
                    <a:pt x="1329" y="1529"/>
                  </a:lnTo>
                  <a:lnTo>
                    <a:pt x="1735" y="461"/>
                  </a:lnTo>
                  <a:lnTo>
                    <a:pt x="2485" y="0"/>
                  </a:lnTo>
                  <a:lnTo>
                    <a:pt x="3133" y="14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3215188" y="2374018"/>
              <a:ext cx="3744" cy="6153"/>
            </a:xfrm>
            <a:custGeom>
              <a:avLst/>
              <a:pathLst>
                <a:path w="3744" h="6153">
                  <a:moveTo>
                    <a:pt x="3351" y="4119"/>
                  </a:moveTo>
                  <a:lnTo>
                    <a:pt x="3034" y="4315"/>
                  </a:lnTo>
                  <a:lnTo>
                    <a:pt x="1974" y="5518"/>
                  </a:lnTo>
                  <a:lnTo>
                    <a:pt x="1372" y="5940"/>
                  </a:lnTo>
                  <a:lnTo>
                    <a:pt x="821" y="6153"/>
                  </a:lnTo>
                  <a:lnTo>
                    <a:pt x="391" y="6065"/>
                  </a:lnTo>
                  <a:lnTo>
                    <a:pt x="152" y="5360"/>
                  </a:lnTo>
                  <a:lnTo>
                    <a:pt x="177" y="4281"/>
                  </a:lnTo>
                  <a:lnTo>
                    <a:pt x="82" y="3307"/>
                  </a:lnTo>
                  <a:lnTo>
                    <a:pt x="0" y="2787"/>
                  </a:lnTo>
                  <a:lnTo>
                    <a:pt x="155" y="1383"/>
                  </a:lnTo>
                  <a:lnTo>
                    <a:pt x="506" y="621"/>
                  </a:lnTo>
                  <a:lnTo>
                    <a:pt x="995" y="0"/>
                  </a:lnTo>
                  <a:lnTo>
                    <a:pt x="1764" y="228"/>
                  </a:lnTo>
                  <a:lnTo>
                    <a:pt x="3395" y="1131"/>
                  </a:lnTo>
                  <a:lnTo>
                    <a:pt x="3735" y="1973"/>
                  </a:lnTo>
                  <a:lnTo>
                    <a:pt x="3744" y="2540"/>
                  </a:lnTo>
                  <a:lnTo>
                    <a:pt x="3442" y="34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3816135" y="2917242"/>
              <a:ext cx="3379" cy="3645"/>
            </a:xfrm>
            <a:custGeom>
              <a:avLst/>
              <a:pathLst>
                <a:path w="3379" h="3645">
                  <a:moveTo>
                    <a:pt x="3376" y="2415"/>
                  </a:moveTo>
                  <a:lnTo>
                    <a:pt x="3379" y="3415"/>
                  </a:lnTo>
                  <a:lnTo>
                    <a:pt x="2208" y="3126"/>
                  </a:lnTo>
                  <a:lnTo>
                    <a:pt x="1894" y="3645"/>
                  </a:lnTo>
                  <a:lnTo>
                    <a:pt x="936" y="3357"/>
                  </a:lnTo>
                  <a:lnTo>
                    <a:pt x="0" y="2634"/>
                  </a:lnTo>
                  <a:lnTo>
                    <a:pt x="634" y="1422"/>
                  </a:lnTo>
                  <a:lnTo>
                    <a:pt x="2293" y="0"/>
                  </a:lnTo>
                  <a:lnTo>
                    <a:pt x="2983" y="12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3804025" y="2913760"/>
              <a:ext cx="867" cy="2820"/>
            </a:xfrm>
            <a:custGeom>
              <a:avLst/>
              <a:pathLst>
                <a:path w="867" h="2820">
                  <a:moveTo>
                    <a:pt x="398" y="2605"/>
                  </a:moveTo>
                  <a:lnTo>
                    <a:pt x="204" y="2820"/>
                  </a:lnTo>
                  <a:lnTo>
                    <a:pt x="0" y="1226"/>
                  </a:lnTo>
                  <a:lnTo>
                    <a:pt x="15" y="721"/>
                  </a:lnTo>
                  <a:lnTo>
                    <a:pt x="542" y="0"/>
                  </a:lnTo>
                  <a:lnTo>
                    <a:pt x="867" y="13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3811030" y="2912747"/>
              <a:ext cx="2927" cy="4671"/>
            </a:xfrm>
            <a:custGeom>
              <a:avLst/>
              <a:pathLst>
                <a:path w="2927" h="4671">
                  <a:moveTo>
                    <a:pt x="1626" y="4504"/>
                  </a:moveTo>
                  <a:lnTo>
                    <a:pt x="775" y="4671"/>
                  </a:lnTo>
                  <a:lnTo>
                    <a:pt x="0" y="3549"/>
                  </a:lnTo>
                  <a:lnTo>
                    <a:pt x="1629" y="2051"/>
                  </a:lnTo>
                  <a:lnTo>
                    <a:pt x="2071" y="1376"/>
                  </a:lnTo>
                  <a:lnTo>
                    <a:pt x="2548" y="0"/>
                  </a:lnTo>
                  <a:lnTo>
                    <a:pt x="2927" y="1177"/>
                  </a:lnTo>
                  <a:lnTo>
                    <a:pt x="2509" y="3047"/>
                  </a:lnTo>
                  <a:lnTo>
                    <a:pt x="2206" y="38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3824194" y="2909931"/>
              <a:ext cx="1503" cy="2452"/>
            </a:xfrm>
            <a:custGeom>
              <a:avLst/>
              <a:pathLst>
                <a:path w="1503" h="2452">
                  <a:moveTo>
                    <a:pt x="1503" y="1878"/>
                  </a:moveTo>
                  <a:lnTo>
                    <a:pt x="1402" y="2452"/>
                  </a:lnTo>
                  <a:lnTo>
                    <a:pt x="1077" y="2400"/>
                  </a:lnTo>
                  <a:lnTo>
                    <a:pt x="264" y="1878"/>
                  </a:lnTo>
                  <a:lnTo>
                    <a:pt x="0" y="1043"/>
                  </a:lnTo>
                  <a:lnTo>
                    <a:pt x="507" y="51"/>
                  </a:lnTo>
                  <a:lnTo>
                    <a:pt x="731" y="0"/>
                  </a:lnTo>
                  <a:lnTo>
                    <a:pt x="1056" y="10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792358" y="2863781"/>
              <a:ext cx="55464" cy="101846"/>
            </a:xfrm>
            <a:custGeom>
              <a:avLst/>
              <a:pathLst>
                <a:path w="55464" h="101846">
                  <a:moveTo>
                    <a:pt x="54427" y="12336"/>
                  </a:moveTo>
                  <a:lnTo>
                    <a:pt x="55182" y="14738"/>
                  </a:lnTo>
                  <a:lnTo>
                    <a:pt x="55290" y="31022"/>
                  </a:lnTo>
                  <a:lnTo>
                    <a:pt x="55464" y="32177"/>
                  </a:lnTo>
                  <a:lnTo>
                    <a:pt x="55061" y="32352"/>
                  </a:lnTo>
                  <a:lnTo>
                    <a:pt x="54608" y="33593"/>
                  </a:lnTo>
                  <a:lnTo>
                    <a:pt x="54082" y="35502"/>
                  </a:lnTo>
                  <a:lnTo>
                    <a:pt x="53355" y="36488"/>
                  </a:lnTo>
                  <a:lnTo>
                    <a:pt x="52777" y="37605"/>
                  </a:lnTo>
                  <a:lnTo>
                    <a:pt x="52225" y="38989"/>
                  </a:lnTo>
                  <a:lnTo>
                    <a:pt x="51734" y="39282"/>
                  </a:lnTo>
                  <a:lnTo>
                    <a:pt x="51096" y="37524"/>
                  </a:lnTo>
                  <a:lnTo>
                    <a:pt x="50657" y="35731"/>
                  </a:lnTo>
                  <a:lnTo>
                    <a:pt x="50765" y="35343"/>
                  </a:lnTo>
                  <a:lnTo>
                    <a:pt x="51072" y="35214"/>
                  </a:lnTo>
                  <a:lnTo>
                    <a:pt x="51191" y="34290"/>
                  </a:lnTo>
                  <a:lnTo>
                    <a:pt x="51006" y="32945"/>
                  </a:lnTo>
                  <a:lnTo>
                    <a:pt x="50574" y="32441"/>
                  </a:lnTo>
                  <a:lnTo>
                    <a:pt x="50030" y="32397"/>
                  </a:lnTo>
                  <a:lnTo>
                    <a:pt x="49511" y="32998"/>
                  </a:lnTo>
                  <a:lnTo>
                    <a:pt x="48960" y="34184"/>
                  </a:lnTo>
                  <a:lnTo>
                    <a:pt x="48648" y="35460"/>
                  </a:lnTo>
                  <a:lnTo>
                    <a:pt x="48601" y="38025"/>
                  </a:lnTo>
                  <a:lnTo>
                    <a:pt x="48746" y="40912"/>
                  </a:lnTo>
                  <a:lnTo>
                    <a:pt x="48742" y="42312"/>
                  </a:lnTo>
                  <a:lnTo>
                    <a:pt x="48439" y="44052"/>
                  </a:lnTo>
                  <a:lnTo>
                    <a:pt x="48331" y="46614"/>
                  </a:lnTo>
                  <a:lnTo>
                    <a:pt x="48546" y="48597"/>
                  </a:lnTo>
                  <a:lnTo>
                    <a:pt x="48744" y="49778"/>
                  </a:lnTo>
                  <a:lnTo>
                    <a:pt x="48763" y="50775"/>
                  </a:lnTo>
                  <a:lnTo>
                    <a:pt x="48247" y="53941"/>
                  </a:lnTo>
                  <a:lnTo>
                    <a:pt x="48694" y="54532"/>
                  </a:lnTo>
                  <a:lnTo>
                    <a:pt x="50178" y="54755"/>
                  </a:lnTo>
                  <a:lnTo>
                    <a:pt x="50611" y="56897"/>
                  </a:lnTo>
                  <a:lnTo>
                    <a:pt x="50909" y="58365"/>
                  </a:lnTo>
                  <a:lnTo>
                    <a:pt x="50828" y="59239"/>
                  </a:lnTo>
                  <a:lnTo>
                    <a:pt x="49781" y="59888"/>
                  </a:lnTo>
                  <a:lnTo>
                    <a:pt x="48457" y="60607"/>
                  </a:lnTo>
                  <a:lnTo>
                    <a:pt x="47507" y="60399"/>
                  </a:lnTo>
                  <a:lnTo>
                    <a:pt x="45796" y="61367"/>
                  </a:lnTo>
                  <a:lnTo>
                    <a:pt x="44882" y="62852"/>
                  </a:lnTo>
                  <a:lnTo>
                    <a:pt x="45151" y="63781"/>
                  </a:lnTo>
                  <a:lnTo>
                    <a:pt x="45468" y="64495"/>
                  </a:lnTo>
                  <a:lnTo>
                    <a:pt x="45609" y="66459"/>
                  </a:lnTo>
                  <a:lnTo>
                    <a:pt x="45343" y="69249"/>
                  </a:lnTo>
                  <a:lnTo>
                    <a:pt x="44857" y="71959"/>
                  </a:lnTo>
                  <a:lnTo>
                    <a:pt x="44254" y="75332"/>
                  </a:lnTo>
                  <a:lnTo>
                    <a:pt x="43556" y="79212"/>
                  </a:lnTo>
                  <a:lnTo>
                    <a:pt x="42601" y="85048"/>
                  </a:lnTo>
                  <a:lnTo>
                    <a:pt x="41792" y="89634"/>
                  </a:lnTo>
                  <a:lnTo>
                    <a:pt x="41703" y="92938"/>
                  </a:lnTo>
                  <a:lnTo>
                    <a:pt x="41724" y="95093"/>
                  </a:lnTo>
                  <a:lnTo>
                    <a:pt x="41630" y="99404"/>
                  </a:lnTo>
                  <a:lnTo>
                    <a:pt x="40865" y="101773"/>
                  </a:lnTo>
                  <a:lnTo>
                    <a:pt x="40691" y="101846"/>
                  </a:lnTo>
                  <a:lnTo>
                    <a:pt x="39779" y="101560"/>
                  </a:lnTo>
                  <a:lnTo>
                    <a:pt x="39471" y="101465"/>
                  </a:lnTo>
                  <a:lnTo>
                    <a:pt x="38599" y="101190"/>
                  </a:lnTo>
                  <a:lnTo>
                    <a:pt x="37246" y="100766"/>
                  </a:lnTo>
                  <a:lnTo>
                    <a:pt x="35489" y="100215"/>
                  </a:lnTo>
                  <a:lnTo>
                    <a:pt x="33411" y="99563"/>
                  </a:lnTo>
                  <a:lnTo>
                    <a:pt x="31092" y="98836"/>
                  </a:lnTo>
                  <a:lnTo>
                    <a:pt x="28611" y="98058"/>
                  </a:lnTo>
                  <a:lnTo>
                    <a:pt x="26051" y="97256"/>
                  </a:lnTo>
                  <a:lnTo>
                    <a:pt x="23490" y="96452"/>
                  </a:lnTo>
                  <a:lnTo>
                    <a:pt x="21010" y="95675"/>
                  </a:lnTo>
                  <a:lnTo>
                    <a:pt x="18689" y="94947"/>
                  </a:lnTo>
                  <a:lnTo>
                    <a:pt x="16612" y="94295"/>
                  </a:lnTo>
                  <a:lnTo>
                    <a:pt x="14855" y="93746"/>
                  </a:lnTo>
                  <a:lnTo>
                    <a:pt x="13501" y="93320"/>
                  </a:lnTo>
                  <a:lnTo>
                    <a:pt x="12630" y="93046"/>
                  </a:lnTo>
                  <a:lnTo>
                    <a:pt x="12322" y="92951"/>
                  </a:lnTo>
                  <a:lnTo>
                    <a:pt x="11355" y="92646"/>
                  </a:lnTo>
                  <a:lnTo>
                    <a:pt x="10831" y="91046"/>
                  </a:lnTo>
                  <a:lnTo>
                    <a:pt x="10198" y="89111"/>
                  </a:lnTo>
                  <a:lnTo>
                    <a:pt x="9566" y="87175"/>
                  </a:lnTo>
                  <a:lnTo>
                    <a:pt x="8932" y="85239"/>
                  </a:lnTo>
                  <a:lnTo>
                    <a:pt x="8299" y="83304"/>
                  </a:lnTo>
                  <a:lnTo>
                    <a:pt x="7666" y="81369"/>
                  </a:lnTo>
                  <a:lnTo>
                    <a:pt x="7032" y="79433"/>
                  </a:lnTo>
                  <a:lnTo>
                    <a:pt x="6400" y="77498"/>
                  </a:lnTo>
                  <a:lnTo>
                    <a:pt x="5766" y="75562"/>
                  </a:lnTo>
                  <a:lnTo>
                    <a:pt x="5133" y="73627"/>
                  </a:lnTo>
                  <a:lnTo>
                    <a:pt x="4500" y="71691"/>
                  </a:lnTo>
                  <a:lnTo>
                    <a:pt x="3867" y="69754"/>
                  </a:lnTo>
                  <a:lnTo>
                    <a:pt x="3234" y="67819"/>
                  </a:lnTo>
                  <a:lnTo>
                    <a:pt x="2600" y="65885"/>
                  </a:lnTo>
                  <a:lnTo>
                    <a:pt x="1967" y="63948"/>
                  </a:lnTo>
                  <a:lnTo>
                    <a:pt x="1335" y="62012"/>
                  </a:lnTo>
                  <a:lnTo>
                    <a:pt x="701" y="60077"/>
                  </a:lnTo>
                  <a:lnTo>
                    <a:pt x="278" y="58782"/>
                  </a:lnTo>
                  <a:lnTo>
                    <a:pt x="43" y="57320"/>
                  </a:lnTo>
                  <a:lnTo>
                    <a:pt x="0" y="53491"/>
                  </a:lnTo>
                  <a:lnTo>
                    <a:pt x="0" y="52655"/>
                  </a:lnTo>
                  <a:lnTo>
                    <a:pt x="427" y="51112"/>
                  </a:lnTo>
                  <a:lnTo>
                    <a:pt x="630" y="52215"/>
                  </a:lnTo>
                  <a:lnTo>
                    <a:pt x="1106" y="53711"/>
                  </a:lnTo>
                  <a:lnTo>
                    <a:pt x="1914" y="53346"/>
                  </a:lnTo>
                  <a:lnTo>
                    <a:pt x="2292" y="53595"/>
                  </a:lnTo>
                  <a:lnTo>
                    <a:pt x="2570" y="58903"/>
                  </a:lnTo>
                  <a:lnTo>
                    <a:pt x="3162" y="60790"/>
                  </a:lnTo>
                  <a:lnTo>
                    <a:pt x="3886" y="61545"/>
                  </a:lnTo>
                  <a:lnTo>
                    <a:pt x="6331" y="61966"/>
                  </a:lnTo>
                  <a:lnTo>
                    <a:pt x="7854" y="61253"/>
                  </a:lnTo>
                  <a:lnTo>
                    <a:pt x="10852" y="57787"/>
                  </a:lnTo>
                  <a:lnTo>
                    <a:pt x="12427" y="56542"/>
                  </a:lnTo>
                  <a:lnTo>
                    <a:pt x="16778" y="56759"/>
                  </a:lnTo>
                  <a:lnTo>
                    <a:pt x="20268" y="58203"/>
                  </a:lnTo>
                  <a:lnTo>
                    <a:pt x="25702" y="59059"/>
                  </a:lnTo>
                  <a:lnTo>
                    <a:pt x="26756" y="58835"/>
                  </a:lnTo>
                  <a:lnTo>
                    <a:pt x="29686" y="56053"/>
                  </a:lnTo>
                  <a:lnTo>
                    <a:pt x="31485" y="53597"/>
                  </a:lnTo>
                  <a:lnTo>
                    <a:pt x="32552" y="52892"/>
                  </a:lnTo>
                  <a:lnTo>
                    <a:pt x="33258" y="50526"/>
                  </a:lnTo>
                  <a:lnTo>
                    <a:pt x="33724" y="47440"/>
                  </a:lnTo>
                  <a:lnTo>
                    <a:pt x="34136" y="45422"/>
                  </a:lnTo>
                  <a:lnTo>
                    <a:pt x="34663" y="44460"/>
                  </a:lnTo>
                  <a:lnTo>
                    <a:pt x="35165" y="42753"/>
                  </a:lnTo>
                  <a:lnTo>
                    <a:pt x="35567" y="39969"/>
                  </a:lnTo>
                  <a:lnTo>
                    <a:pt x="36577" y="37164"/>
                  </a:lnTo>
                  <a:lnTo>
                    <a:pt x="40620" y="30333"/>
                  </a:lnTo>
                  <a:lnTo>
                    <a:pt x="42984" y="24565"/>
                  </a:lnTo>
                  <a:lnTo>
                    <a:pt x="43193" y="22704"/>
                  </a:lnTo>
                  <a:lnTo>
                    <a:pt x="44479" y="19906"/>
                  </a:lnTo>
                  <a:lnTo>
                    <a:pt x="45508" y="16843"/>
                  </a:lnTo>
                  <a:lnTo>
                    <a:pt x="50323" y="8101"/>
                  </a:lnTo>
                  <a:lnTo>
                    <a:pt x="51289" y="4495"/>
                  </a:lnTo>
                  <a:lnTo>
                    <a:pt x="51858" y="454"/>
                  </a:lnTo>
                  <a:lnTo>
                    <a:pt x="51925" y="162"/>
                  </a:lnTo>
                  <a:lnTo>
                    <a:pt x="52340" y="0"/>
                  </a:lnTo>
                  <a:lnTo>
                    <a:pt x="52926" y="611"/>
                  </a:lnTo>
                  <a:lnTo>
                    <a:pt x="52985" y="3634"/>
                  </a:lnTo>
                  <a:lnTo>
                    <a:pt x="52773" y="6491"/>
                  </a:lnTo>
                  <a:lnTo>
                    <a:pt x="52748" y="9516"/>
                  </a:lnTo>
                  <a:lnTo>
                    <a:pt x="52664" y="11158"/>
                  </a:lnTo>
                  <a:lnTo>
                    <a:pt x="53112" y="12506"/>
                  </a:lnTo>
                  <a:lnTo>
                    <a:pt x="53870" y="13083"/>
                  </a:lnTo>
                  <a:lnTo>
                    <a:pt x="54204" y="130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845780" y="2886367"/>
              <a:ext cx="888" cy="2806"/>
            </a:xfrm>
            <a:custGeom>
              <a:avLst/>
              <a:pathLst>
                <a:path w="888" h="2806">
                  <a:moveTo>
                    <a:pt x="0" y="2674"/>
                  </a:moveTo>
                  <a:lnTo>
                    <a:pt x="341" y="2806"/>
                  </a:lnTo>
                  <a:lnTo>
                    <a:pt x="820" y="2017"/>
                  </a:lnTo>
                  <a:lnTo>
                    <a:pt x="888" y="744"/>
                  </a:lnTo>
                  <a:lnTo>
                    <a:pt x="768" y="86"/>
                  </a:lnTo>
                  <a:lnTo>
                    <a:pt x="273" y="0"/>
                  </a:lnTo>
                  <a:lnTo>
                    <a:pt x="68" y="10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2453674" y="5250882"/>
              <a:ext cx="10839" cy="5505"/>
            </a:xfrm>
            <a:custGeom>
              <a:avLst/>
              <a:pathLst>
                <a:path w="10839" h="5505">
                  <a:moveTo>
                    <a:pt x="2395" y="0"/>
                  </a:moveTo>
                  <a:lnTo>
                    <a:pt x="3665" y="683"/>
                  </a:lnTo>
                  <a:lnTo>
                    <a:pt x="6177" y="170"/>
                  </a:lnTo>
                  <a:lnTo>
                    <a:pt x="7503" y="161"/>
                  </a:lnTo>
                  <a:lnTo>
                    <a:pt x="8083" y="403"/>
                  </a:lnTo>
                  <a:lnTo>
                    <a:pt x="8342" y="773"/>
                  </a:lnTo>
                  <a:lnTo>
                    <a:pt x="10074" y="199"/>
                  </a:lnTo>
                  <a:lnTo>
                    <a:pt x="10839" y="262"/>
                  </a:lnTo>
                  <a:lnTo>
                    <a:pt x="10642" y="1529"/>
                  </a:lnTo>
                  <a:lnTo>
                    <a:pt x="9046" y="2790"/>
                  </a:lnTo>
                  <a:lnTo>
                    <a:pt x="8389" y="2256"/>
                  </a:lnTo>
                  <a:lnTo>
                    <a:pt x="4999" y="2371"/>
                  </a:lnTo>
                  <a:lnTo>
                    <a:pt x="3499" y="3667"/>
                  </a:lnTo>
                  <a:lnTo>
                    <a:pt x="2861" y="3655"/>
                  </a:lnTo>
                  <a:lnTo>
                    <a:pt x="1380" y="5505"/>
                  </a:lnTo>
                  <a:lnTo>
                    <a:pt x="297" y="4337"/>
                  </a:lnTo>
                  <a:lnTo>
                    <a:pt x="0" y="3260"/>
                  </a:lnTo>
                  <a:lnTo>
                    <a:pt x="783" y="1728"/>
                  </a:lnTo>
                  <a:lnTo>
                    <a:pt x="1521" y="1696"/>
                  </a:lnTo>
                  <a:lnTo>
                    <a:pt x="2025" y="107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2408840" y="5189905"/>
              <a:ext cx="39981" cy="70311"/>
            </a:xfrm>
            <a:custGeom>
              <a:avLst/>
              <a:pathLst>
                <a:path w="39981" h="70311">
                  <a:moveTo>
                    <a:pt x="0" y="65036"/>
                  </a:moveTo>
                  <a:lnTo>
                    <a:pt x="65" y="58365"/>
                  </a:lnTo>
                  <a:lnTo>
                    <a:pt x="154" y="49387"/>
                  </a:lnTo>
                  <a:lnTo>
                    <a:pt x="172" y="41377"/>
                  </a:lnTo>
                  <a:lnTo>
                    <a:pt x="190" y="33574"/>
                  </a:lnTo>
                  <a:lnTo>
                    <a:pt x="208" y="25494"/>
                  </a:lnTo>
                  <a:lnTo>
                    <a:pt x="227" y="17411"/>
                  </a:lnTo>
                  <a:lnTo>
                    <a:pt x="247" y="8772"/>
                  </a:lnTo>
                  <a:lnTo>
                    <a:pt x="268" y="0"/>
                  </a:lnTo>
                  <a:lnTo>
                    <a:pt x="944" y="1249"/>
                  </a:lnTo>
                  <a:lnTo>
                    <a:pt x="3618" y="7312"/>
                  </a:lnTo>
                  <a:lnTo>
                    <a:pt x="4315" y="9790"/>
                  </a:lnTo>
                  <a:lnTo>
                    <a:pt x="4753" y="12682"/>
                  </a:lnTo>
                  <a:lnTo>
                    <a:pt x="3685" y="10844"/>
                  </a:lnTo>
                  <a:lnTo>
                    <a:pt x="2555" y="11897"/>
                  </a:lnTo>
                  <a:lnTo>
                    <a:pt x="1999" y="13626"/>
                  </a:lnTo>
                  <a:lnTo>
                    <a:pt x="1523" y="15501"/>
                  </a:lnTo>
                  <a:lnTo>
                    <a:pt x="1527" y="16820"/>
                  </a:lnTo>
                  <a:lnTo>
                    <a:pt x="1895" y="17974"/>
                  </a:lnTo>
                  <a:lnTo>
                    <a:pt x="2993" y="18978"/>
                  </a:lnTo>
                  <a:lnTo>
                    <a:pt x="5662" y="19319"/>
                  </a:lnTo>
                  <a:lnTo>
                    <a:pt x="5859" y="19691"/>
                  </a:lnTo>
                  <a:lnTo>
                    <a:pt x="7419" y="26931"/>
                  </a:lnTo>
                  <a:lnTo>
                    <a:pt x="8204" y="28547"/>
                  </a:lnTo>
                  <a:lnTo>
                    <a:pt x="9115" y="29831"/>
                  </a:lnTo>
                  <a:lnTo>
                    <a:pt x="11221" y="33522"/>
                  </a:lnTo>
                  <a:lnTo>
                    <a:pt x="13241" y="37507"/>
                  </a:lnTo>
                  <a:lnTo>
                    <a:pt x="15639" y="41284"/>
                  </a:lnTo>
                  <a:lnTo>
                    <a:pt x="18225" y="44187"/>
                  </a:lnTo>
                  <a:lnTo>
                    <a:pt x="20577" y="46389"/>
                  </a:lnTo>
                  <a:lnTo>
                    <a:pt x="22822" y="49079"/>
                  </a:lnTo>
                  <a:lnTo>
                    <a:pt x="25216" y="52844"/>
                  </a:lnTo>
                  <a:lnTo>
                    <a:pt x="27821" y="55577"/>
                  </a:lnTo>
                  <a:lnTo>
                    <a:pt x="30618" y="57510"/>
                  </a:lnTo>
                  <a:lnTo>
                    <a:pt x="33444" y="59121"/>
                  </a:lnTo>
                  <a:lnTo>
                    <a:pt x="37791" y="58492"/>
                  </a:lnTo>
                  <a:lnTo>
                    <a:pt x="39142" y="58668"/>
                  </a:lnTo>
                  <a:lnTo>
                    <a:pt x="39981" y="59851"/>
                  </a:lnTo>
                  <a:lnTo>
                    <a:pt x="39137" y="63123"/>
                  </a:lnTo>
                  <a:lnTo>
                    <a:pt x="38059" y="65755"/>
                  </a:lnTo>
                  <a:lnTo>
                    <a:pt x="36619" y="66840"/>
                  </a:lnTo>
                  <a:lnTo>
                    <a:pt x="35098" y="67238"/>
                  </a:lnTo>
                  <a:lnTo>
                    <a:pt x="33724" y="67186"/>
                  </a:lnTo>
                  <a:lnTo>
                    <a:pt x="32351" y="66701"/>
                  </a:lnTo>
                  <a:lnTo>
                    <a:pt x="31065" y="66978"/>
                  </a:lnTo>
                  <a:lnTo>
                    <a:pt x="29835" y="68083"/>
                  </a:lnTo>
                  <a:lnTo>
                    <a:pt x="28553" y="68632"/>
                  </a:lnTo>
                  <a:lnTo>
                    <a:pt x="27233" y="68704"/>
                  </a:lnTo>
                  <a:lnTo>
                    <a:pt x="25945" y="69639"/>
                  </a:lnTo>
                  <a:lnTo>
                    <a:pt x="24651" y="70311"/>
                  </a:lnTo>
                  <a:lnTo>
                    <a:pt x="23309" y="69754"/>
                  </a:lnTo>
                  <a:lnTo>
                    <a:pt x="19825" y="67143"/>
                  </a:lnTo>
                  <a:lnTo>
                    <a:pt x="17562" y="66519"/>
                  </a:lnTo>
                  <a:lnTo>
                    <a:pt x="9896" y="65481"/>
                  </a:lnTo>
                  <a:lnTo>
                    <a:pt x="7435" y="64883"/>
                  </a:lnTo>
                  <a:lnTo>
                    <a:pt x="4984" y="63971"/>
                  </a:lnTo>
                  <a:lnTo>
                    <a:pt x="3700" y="63934"/>
                  </a:lnTo>
                  <a:lnTo>
                    <a:pt x="1866" y="64523"/>
                  </a:lnTo>
                  <a:lnTo>
                    <a:pt x="397" y="644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484335" y="4789031"/>
              <a:ext cx="2612" cy="4392"/>
            </a:xfrm>
            <a:custGeom>
              <a:avLst/>
              <a:pathLst>
                <a:path w="2612" h="4392">
                  <a:moveTo>
                    <a:pt x="2499" y="2530"/>
                  </a:moveTo>
                  <a:lnTo>
                    <a:pt x="2612" y="4392"/>
                  </a:lnTo>
                  <a:lnTo>
                    <a:pt x="2013" y="4172"/>
                  </a:lnTo>
                  <a:lnTo>
                    <a:pt x="591" y="2383"/>
                  </a:lnTo>
                  <a:lnTo>
                    <a:pt x="111" y="706"/>
                  </a:lnTo>
                  <a:lnTo>
                    <a:pt x="0" y="0"/>
                  </a:lnTo>
                  <a:lnTo>
                    <a:pt x="1454" y="767"/>
                  </a:lnTo>
                  <a:lnTo>
                    <a:pt x="2139" y="14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352185" y="4278314"/>
              <a:ext cx="229099" cy="902844"/>
            </a:xfrm>
            <a:custGeom>
              <a:avLst/>
              <a:pathLst>
                <a:path w="229099" h="902844">
                  <a:moveTo>
                    <a:pt x="125728" y="12740"/>
                  </a:moveTo>
                  <a:lnTo>
                    <a:pt x="126019" y="13562"/>
                  </a:lnTo>
                  <a:lnTo>
                    <a:pt x="126016" y="14416"/>
                  </a:lnTo>
                  <a:lnTo>
                    <a:pt x="126988" y="16165"/>
                  </a:lnTo>
                  <a:lnTo>
                    <a:pt x="128933" y="18811"/>
                  </a:lnTo>
                  <a:lnTo>
                    <a:pt x="130755" y="23930"/>
                  </a:lnTo>
                  <a:lnTo>
                    <a:pt x="132453" y="31525"/>
                  </a:lnTo>
                  <a:lnTo>
                    <a:pt x="134048" y="37135"/>
                  </a:lnTo>
                  <a:lnTo>
                    <a:pt x="135538" y="40762"/>
                  </a:lnTo>
                  <a:lnTo>
                    <a:pt x="136908" y="43325"/>
                  </a:lnTo>
                  <a:lnTo>
                    <a:pt x="138157" y="44822"/>
                  </a:lnTo>
                  <a:lnTo>
                    <a:pt x="138824" y="46034"/>
                  </a:lnTo>
                  <a:lnTo>
                    <a:pt x="138910" y="46966"/>
                  </a:lnTo>
                  <a:lnTo>
                    <a:pt x="140079" y="48903"/>
                  </a:lnTo>
                  <a:lnTo>
                    <a:pt x="142330" y="51843"/>
                  </a:lnTo>
                  <a:lnTo>
                    <a:pt x="143753" y="54781"/>
                  </a:lnTo>
                  <a:lnTo>
                    <a:pt x="144349" y="57712"/>
                  </a:lnTo>
                  <a:lnTo>
                    <a:pt x="146571" y="60739"/>
                  </a:lnTo>
                  <a:lnTo>
                    <a:pt x="150420" y="63856"/>
                  </a:lnTo>
                  <a:lnTo>
                    <a:pt x="153218" y="65345"/>
                  </a:lnTo>
                  <a:lnTo>
                    <a:pt x="154967" y="65204"/>
                  </a:lnTo>
                  <a:lnTo>
                    <a:pt x="157473" y="67697"/>
                  </a:lnTo>
                  <a:lnTo>
                    <a:pt x="160740" y="72816"/>
                  </a:lnTo>
                  <a:lnTo>
                    <a:pt x="162733" y="76368"/>
                  </a:lnTo>
                  <a:lnTo>
                    <a:pt x="163452" y="78345"/>
                  </a:lnTo>
                  <a:lnTo>
                    <a:pt x="165589" y="81548"/>
                  </a:lnTo>
                  <a:lnTo>
                    <a:pt x="170920" y="88176"/>
                  </a:lnTo>
                  <a:lnTo>
                    <a:pt x="173272" y="89838"/>
                  </a:lnTo>
                  <a:lnTo>
                    <a:pt x="174386" y="91353"/>
                  </a:lnTo>
                  <a:lnTo>
                    <a:pt x="175047" y="93278"/>
                  </a:lnTo>
                  <a:lnTo>
                    <a:pt x="175700" y="93864"/>
                  </a:lnTo>
                  <a:lnTo>
                    <a:pt x="176343" y="93117"/>
                  </a:lnTo>
                  <a:lnTo>
                    <a:pt x="177682" y="93806"/>
                  </a:lnTo>
                  <a:lnTo>
                    <a:pt x="179715" y="95936"/>
                  </a:lnTo>
                  <a:lnTo>
                    <a:pt x="181304" y="98513"/>
                  </a:lnTo>
                  <a:lnTo>
                    <a:pt x="183350" y="104186"/>
                  </a:lnTo>
                  <a:lnTo>
                    <a:pt x="184003" y="106451"/>
                  </a:lnTo>
                  <a:lnTo>
                    <a:pt x="184280" y="108480"/>
                  </a:lnTo>
                  <a:lnTo>
                    <a:pt x="184181" y="110266"/>
                  </a:lnTo>
                  <a:lnTo>
                    <a:pt x="183558" y="112173"/>
                  </a:lnTo>
                  <a:lnTo>
                    <a:pt x="182411" y="114196"/>
                  </a:lnTo>
                  <a:lnTo>
                    <a:pt x="182074" y="115079"/>
                  </a:lnTo>
                  <a:lnTo>
                    <a:pt x="182048" y="115933"/>
                  </a:lnTo>
                  <a:lnTo>
                    <a:pt x="181755" y="117639"/>
                  </a:lnTo>
                  <a:lnTo>
                    <a:pt x="180803" y="121280"/>
                  </a:lnTo>
                  <a:lnTo>
                    <a:pt x="180561" y="122974"/>
                  </a:lnTo>
                  <a:lnTo>
                    <a:pt x="180511" y="124224"/>
                  </a:lnTo>
                  <a:lnTo>
                    <a:pt x="179907" y="125594"/>
                  </a:lnTo>
                  <a:lnTo>
                    <a:pt x="178304" y="128125"/>
                  </a:lnTo>
                  <a:lnTo>
                    <a:pt x="177973" y="129354"/>
                  </a:lnTo>
                  <a:lnTo>
                    <a:pt x="177893" y="130676"/>
                  </a:lnTo>
                  <a:lnTo>
                    <a:pt x="177691" y="131461"/>
                  </a:lnTo>
                  <a:lnTo>
                    <a:pt x="177472" y="131790"/>
                  </a:lnTo>
                  <a:lnTo>
                    <a:pt x="177163" y="133114"/>
                  </a:lnTo>
                  <a:lnTo>
                    <a:pt x="176916" y="135302"/>
                  </a:lnTo>
                  <a:lnTo>
                    <a:pt x="176891" y="138112"/>
                  </a:lnTo>
                  <a:lnTo>
                    <a:pt x="177089" y="141541"/>
                  </a:lnTo>
                  <a:lnTo>
                    <a:pt x="177051" y="142646"/>
                  </a:lnTo>
                  <a:lnTo>
                    <a:pt x="176697" y="143237"/>
                  </a:lnTo>
                  <a:lnTo>
                    <a:pt x="176498" y="144031"/>
                  </a:lnTo>
                  <a:lnTo>
                    <a:pt x="176426" y="145632"/>
                  </a:lnTo>
                  <a:lnTo>
                    <a:pt x="176126" y="146804"/>
                  </a:lnTo>
                  <a:lnTo>
                    <a:pt x="175596" y="147548"/>
                  </a:lnTo>
                  <a:lnTo>
                    <a:pt x="175401" y="148405"/>
                  </a:lnTo>
                  <a:lnTo>
                    <a:pt x="175540" y="149372"/>
                  </a:lnTo>
                  <a:lnTo>
                    <a:pt x="175150" y="150330"/>
                  </a:lnTo>
                  <a:lnTo>
                    <a:pt x="174231" y="151274"/>
                  </a:lnTo>
                  <a:lnTo>
                    <a:pt x="173668" y="152647"/>
                  </a:lnTo>
                  <a:lnTo>
                    <a:pt x="173461" y="154451"/>
                  </a:lnTo>
                  <a:lnTo>
                    <a:pt x="172949" y="156061"/>
                  </a:lnTo>
                  <a:lnTo>
                    <a:pt x="172133" y="157484"/>
                  </a:lnTo>
                  <a:lnTo>
                    <a:pt x="171867" y="159374"/>
                  </a:lnTo>
                  <a:lnTo>
                    <a:pt x="172292" y="162868"/>
                  </a:lnTo>
                  <a:lnTo>
                    <a:pt x="177316" y="161659"/>
                  </a:lnTo>
                  <a:lnTo>
                    <a:pt x="181413" y="162935"/>
                  </a:lnTo>
                  <a:lnTo>
                    <a:pt x="186258" y="166299"/>
                  </a:lnTo>
                  <a:lnTo>
                    <a:pt x="189473" y="167471"/>
                  </a:lnTo>
                  <a:lnTo>
                    <a:pt x="191060" y="166455"/>
                  </a:lnTo>
                  <a:lnTo>
                    <a:pt x="192236" y="166600"/>
                  </a:lnTo>
                  <a:lnTo>
                    <a:pt x="193002" y="167901"/>
                  </a:lnTo>
                  <a:lnTo>
                    <a:pt x="194032" y="168169"/>
                  </a:lnTo>
                  <a:lnTo>
                    <a:pt x="195325" y="167405"/>
                  </a:lnTo>
                  <a:lnTo>
                    <a:pt x="196393" y="167996"/>
                  </a:lnTo>
                  <a:lnTo>
                    <a:pt x="197237" y="169944"/>
                  </a:lnTo>
                  <a:lnTo>
                    <a:pt x="198004" y="169459"/>
                  </a:lnTo>
                  <a:lnTo>
                    <a:pt x="198694" y="166545"/>
                  </a:lnTo>
                  <a:lnTo>
                    <a:pt x="199487" y="164418"/>
                  </a:lnTo>
                  <a:lnTo>
                    <a:pt x="200380" y="163079"/>
                  </a:lnTo>
                  <a:lnTo>
                    <a:pt x="201493" y="162672"/>
                  </a:lnTo>
                  <a:lnTo>
                    <a:pt x="202827" y="163203"/>
                  </a:lnTo>
                  <a:lnTo>
                    <a:pt x="203891" y="164274"/>
                  </a:lnTo>
                  <a:lnTo>
                    <a:pt x="204685" y="165884"/>
                  </a:lnTo>
                  <a:lnTo>
                    <a:pt x="205552" y="165838"/>
                  </a:lnTo>
                  <a:lnTo>
                    <a:pt x="206493" y="164132"/>
                  </a:lnTo>
                  <a:lnTo>
                    <a:pt x="206943" y="162092"/>
                  </a:lnTo>
                  <a:lnTo>
                    <a:pt x="206903" y="159714"/>
                  </a:lnTo>
                  <a:lnTo>
                    <a:pt x="207275" y="158012"/>
                  </a:lnTo>
                  <a:lnTo>
                    <a:pt x="208060" y="156987"/>
                  </a:lnTo>
                  <a:lnTo>
                    <a:pt x="208590" y="155599"/>
                  </a:lnTo>
                  <a:lnTo>
                    <a:pt x="208866" y="153854"/>
                  </a:lnTo>
                  <a:lnTo>
                    <a:pt x="209797" y="152786"/>
                  </a:lnTo>
                  <a:lnTo>
                    <a:pt x="211383" y="152402"/>
                  </a:lnTo>
                  <a:lnTo>
                    <a:pt x="212212" y="151545"/>
                  </a:lnTo>
                  <a:lnTo>
                    <a:pt x="212284" y="150212"/>
                  </a:lnTo>
                  <a:lnTo>
                    <a:pt x="212754" y="148986"/>
                  </a:lnTo>
                  <a:lnTo>
                    <a:pt x="213620" y="147866"/>
                  </a:lnTo>
                  <a:lnTo>
                    <a:pt x="214212" y="146469"/>
                  </a:lnTo>
                  <a:lnTo>
                    <a:pt x="214530" y="144790"/>
                  </a:lnTo>
                  <a:lnTo>
                    <a:pt x="215055" y="143734"/>
                  </a:lnTo>
                  <a:lnTo>
                    <a:pt x="215785" y="143304"/>
                  </a:lnTo>
                  <a:lnTo>
                    <a:pt x="216595" y="139777"/>
                  </a:lnTo>
                  <a:lnTo>
                    <a:pt x="217485" y="133155"/>
                  </a:lnTo>
                  <a:lnTo>
                    <a:pt x="218012" y="124201"/>
                  </a:lnTo>
                  <a:lnTo>
                    <a:pt x="218197" y="111504"/>
                  </a:lnTo>
                  <a:lnTo>
                    <a:pt x="219095" y="111515"/>
                  </a:lnTo>
                  <a:lnTo>
                    <a:pt x="219513" y="112456"/>
                  </a:lnTo>
                  <a:lnTo>
                    <a:pt x="220175" y="112950"/>
                  </a:lnTo>
                  <a:lnTo>
                    <a:pt x="220873" y="111876"/>
                  </a:lnTo>
                  <a:lnTo>
                    <a:pt x="221465" y="111380"/>
                  </a:lnTo>
                  <a:lnTo>
                    <a:pt x="222406" y="111336"/>
                  </a:lnTo>
                  <a:lnTo>
                    <a:pt x="222912" y="110130"/>
                  </a:lnTo>
                  <a:lnTo>
                    <a:pt x="223505" y="109937"/>
                  </a:lnTo>
                  <a:lnTo>
                    <a:pt x="223912" y="110592"/>
                  </a:lnTo>
                  <a:lnTo>
                    <a:pt x="224306" y="111380"/>
                  </a:lnTo>
                  <a:lnTo>
                    <a:pt x="225143" y="111559"/>
                  </a:lnTo>
                  <a:lnTo>
                    <a:pt x="225805" y="113619"/>
                  </a:lnTo>
                  <a:lnTo>
                    <a:pt x="226537" y="114245"/>
                  </a:lnTo>
                  <a:lnTo>
                    <a:pt x="226847" y="116609"/>
                  </a:lnTo>
                  <a:lnTo>
                    <a:pt x="227318" y="122836"/>
                  </a:lnTo>
                  <a:lnTo>
                    <a:pt x="228197" y="126503"/>
                  </a:lnTo>
                  <a:lnTo>
                    <a:pt x="229067" y="130682"/>
                  </a:lnTo>
                  <a:lnTo>
                    <a:pt x="229099" y="132546"/>
                  </a:lnTo>
                  <a:lnTo>
                    <a:pt x="228611" y="134427"/>
                  </a:lnTo>
                  <a:lnTo>
                    <a:pt x="228528" y="137126"/>
                  </a:lnTo>
                  <a:lnTo>
                    <a:pt x="228224" y="143725"/>
                  </a:lnTo>
                  <a:lnTo>
                    <a:pt x="228123" y="146152"/>
                  </a:lnTo>
                  <a:lnTo>
                    <a:pt x="228424" y="147808"/>
                  </a:lnTo>
                  <a:lnTo>
                    <a:pt x="228538" y="150117"/>
                  </a:lnTo>
                  <a:lnTo>
                    <a:pt x="228064" y="152939"/>
                  </a:lnTo>
                  <a:lnTo>
                    <a:pt x="227147" y="157158"/>
                  </a:lnTo>
                  <a:lnTo>
                    <a:pt x="226255" y="158295"/>
                  </a:lnTo>
                  <a:lnTo>
                    <a:pt x="226028" y="158341"/>
                  </a:lnTo>
                  <a:lnTo>
                    <a:pt x="224822" y="160782"/>
                  </a:lnTo>
                  <a:lnTo>
                    <a:pt x="223975" y="161697"/>
                  </a:lnTo>
                  <a:lnTo>
                    <a:pt x="223484" y="161079"/>
                  </a:lnTo>
                  <a:lnTo>
                    <a:pt x="222923" y="162138"/>
                  </a:lnTo>
                  <a:lnTo>
                    <a:pt x="222290" y="164868"/>
                  </a:lnTo>
                  <a:lnTo>
                    <a:pt x="221521" y="166095"/>
                  </a:lnTo>
                  <a:lnTo>
                    <a:pt x="220127" y="166773"/>
                  </a:lnTo>
                  <a:lnTo>
                    <a:pt x="219711" y="167093"/>
                  </a:lnTo>
                  <a:lnTo>
                    <a:pt x="218898" y="166998"/>
                  </a:lnTo>
                  <a:lnTo>
                    <a:pt x="218202" y="167679"/>
                  </a:lnTo>
                  <a:lnTo>
                    <a:pt x="217621" y="169139"/>
                  </a:lnTo>
                  <a:lnTo>
                    <a:pt x="217002" y="169681"/>
                  </a:lnTo>
                  <a:lnTo>
                    <a:pt x="216341" y="169315"/>
                  </a:lnTo>
                  <a:lnTo>
                    <a:pt x="215743" y="169849"/>
                  </a:lnTo>
                  <a:lnTo>
                    <a:pt x="215206" y="171286"/>
                  </a:lnTo>
                  <a:lnTo>
                    <a:pt x="214895" y="172844"/>
                  </a:lnTo>
                  <a:lnTo>
                    <a:pt x="214810" y="174518"/>
                  </a:lnTo>
                  <a:lnTo>
                    <a:pt x="214284" y="175658"/>
                  </a:lnTo>
                  <a:lnTo>
                    <a:pt x="213317" y="176266"/>
                  </a:lnTo>
                  <a:lnTo>
                    <a:pt x="212982" y="177109"/>
                  </a:lnTo>
                  <a:lnTo>
                    <a:pt x="213041" y="178281"/>
                  </a:lnTo>
                  <a:lnTo>
                    <a:pt x="212608" y="179193"/>
                  </a:lnTo>
                  <a:lnTo>
                    <a:pt x="210971" y="180139"/>
                  </a:lnTo>
                  <a:lnTo>
                    <a:pt x="209789" y="181827"/>
                  </a:lnTo>
                  <a:lnTo>
                    <a:pt x="209060" y="184245"/>
                  </a:lnTo>
                  <a:lnTo>
                    <a:pt x="208291" y="185769"/>
                  </a:lnTo>
                  <a:lnTo>
                    <a:pt x="207074" y="186704"/>
                  </a:lnTo>
                  <a:lnTo>
                    <a:pt x="205427" y="189160"/>
                  </a:lnTo>
                  <a:lnTo>
                    <a:pt x="205191" y="190677"/>
                  </a:lnTo>
                  <a:lnTo>
                    <a:pt x="205818" y="192077"/>
                  </a:lnTo>
                  <a:lnTo>
                    <a:pt x="206043" y="193321"/>
                  </a:lnTo>
                  <a:lnTo>
                    <a:pt x="205867" y="194406"/>
                  </a:lnTo>
                  <a:lnTo>
                    <a:pt x="205353" y="194553"/>
                  </a:lnTo>
                  <a:lnTo>
                    <a:pt x="204500" y="193759"/>
                  </a:lnTo>
                  <a:lnTo>
                    <a:pt x="203892" y="193595"/>
                  </a:lnTo>
                  <a:lnTo>
                    <a:pt x="203528" y="194062"/>
                  </a:lnTo>
                  <a:lnTo>
                    <a:pt x="203357" y="194937"/>
                  </a:lnTo>
                  <a:lnTo>
                    <a:pt x="203377" y="196227"/>
                  </a:lnTo>
                  <a:lnTo>
                    <a:pt x="203072" y="197101"/>
                  </a:lnTo>
                  <a:lnTo>
                    <a:pt x="202442" y="197565"/>
                  </a:lnTo>
                  <a:lnTo>
                    <a:pt x="202042" y="198630"/>
                  </a:lnTo>
                  <a:lnTo>
                    <a:pt x="201874" y="200292"/>
                  </a:lnTo>
                  <a:lnTo>
                    <a:pt x="201084" y="202387"/>
                  </a:lnTo>
                  <a:lnTo>
                    <a:pt x="199673" y="204912"/>
                  </a:lnTo>
                  <a:lnTo>
                    <a:pt x="198558" y="208317"/>
                  </a:lnTo>
                  <a:lnTo>
                    <a:pt x="197743" y="212597"/>
                  </a:lnTo>
                  <a:lnTo>
                    <a:pt x="196791" y="215410"/>
                  </a:lnTo>
                  <a:lnTo>
                    <a:pt x="195701" y="216758"/>
                  </a:lnTo>
                  <a:lnTo>
                    <a:pt x="194951" y="218677"/>
                  </a:lnTo>
                  <a:lnTo>
                    <a:pt x="194540" y="221167"/>
                  </a:lnTo>
                  <a:lnTo>
                    <a:pt x="193379" y="225025"/>
                  </a:lnTo>
                  <a:lnTo>
                    <a:pt x="191467" y="230254"/>
                  </a:lnTo>
                  <a:lnTo>
                    <a:pt x="189732" y="233841"/>
                  </a:lnTo>
                  <a:lnTo>
                    <a:pt x="188175" y="235789"/>
                  </a:lnTo>
                  <a:lnTo>
                    <a:pt x="187300" y="237988"/>
                  </a:lnTo>
                  <a:lnTo>
                    <a:pt x="187107" y="240438"/>
                  </a:lnTo>
                  <a:lnTo>
                    <a:pt x="186097" y="243228"/>
                  </a:lnTo>
                  <a:lnTo>
                    <a:pt x="184271" y="246362"/>
                  </a:lnTo>
                  <a:lnTo>
                    <a:pt x="183753" y="247776"/>
                  </a:lnTo>
                  <a:lnTo>
                    <a:pt x="183329" y="248933"/>
                  </a:lnTo>
                  <a:lnTo>
                    <a:pt x="183270" y="250944"/>
                  </a:lnTo>
                  <a:lnTo>
                    <a:pt x="182558" y="253587"/>
                  </a:lnTo>
                  <a:lnTo>
                    <a:pt x="181195" y="256860"/>
                  </a:lnTo>
                  <a:lnTo>
                    <a:pt x="180719" y="259690"/>
                  </a:lnTo>
                  <a:lnTo>
                    <a:pt x="181340" y="263266"/>
                  </a:lnTo>
                  <a:lnTo>
                    <a:pt x="181432" y="267597"/>
                  </a:lnTo>
                  <a:lnTo>
                    <a:pt x="181162" y="269337"/>
                  </a:lnTo>
                  <a:lnTo>
                    <a:pt x="180560" y="269926"/>
                  </a:lnTo>
                  <a:lnTo>
                    <a:pt x="180423" y="271043"/>
                  </a:lnTo>
                  <a:lnTo>
                    <a:pt x="180747" y="272693"/>
                  </a:lnTo>
                  <a:lnTo>
                    <a:pt x="180766" y="274860"/>
                  </a:lnTo>
                  <a:lnTo>
                    <a:pt x="180479" y="277547"/>
                  </a:lnTo>
                  <a:lnTo>
                    <a:pt x="179847" y="280623"/>
                  </a:lnTo>
                  <a:lnTo>
                    <a:pt x="178868" y="284086"/>
                  </a:lnTo>
                  <a:lnTo>
                    <a:pt x="178632" y="286400"/>
                  </a:lnTo>
                  <a:lnTo>
                    <a:pt x="179141" y="287566"/>
                  </a:lnTo>
                  <a:lnTo>
                    <a:pt x="179390" y="288801"/>
                  </a:lnTo>
                  <a:lnTo>
                    <a:pt x="179380" y="290114"/>
                  </a:lnTo>
                  <a:lnTo>
                    <a:pt x="179172" y="292016"/>
                  </a:lnTo>
                  <a:lnTo>
                    <a:pt x="178765" y="294506"/>
                  </a:lnTo>
                  <a:lnTo>
                    <a:pt x="178149" y="296356"/>
                  </a:lnTo>
                  <a:lnTo>
                    <a:pt x="177325" y="297562"/>
                  </a:lnTo>
                  <a:lnTo>
                    <a:pt x="177077" y="299085"/>
                  </a:lnTo>
                  <a:lnTo>
                    <a:pt x="177406" y="300927"/>
                  </a:lnTo>
                  <a:lnTo>
                    <a:pt x="177453" y="302848"/>
                  </a:lnTo>
                  <a:lnTo>
                    <a:pt x="177215" y="304842"/>
                  </a:lnTo>
                  <a:lnTo>
                    <a:pt x="177356" y="306787"/>
                  </a:lnTo>
                  <a:lnTo>
                    <a:pt x="177874" y="308680"/>
                  </a:lnTo>
                  <a:lnTo>
                    <a:pt x="177836" y="310836"/>
                  </a:lnTo>
                  <a:lnTo>
                    <a:pt x="176937" y="315262"/>
                  </a:lnTo>
                  <a:lnTo>
                    <a:pt x="176721" y="317989"/>
                  </a:lnTo>
                  <a:lnTo>
                    <a:pt x="177284" y="329670"/>
                  </a:lnTo>
                  <a:lnTo>
                    <a:pt x="176942" y="331307"/>
                  </a:lnTo>
                  <a:lnTo>
                    <a:pt x="176371" y="333188"/>
                  </a:lnTo>
                  <a:lnTo>
                    <a:pt x="175697" y="333324"/>
                  </a:lnTo>
                  <a:lnTo>
                    <a:pt x="174925" y="332998"/>
                  </a:lnTo>
                  <a:lnTo>
                    <a:pt x="174367" y="334169"/>
                  </a:lnTo>
                  <a:lnTo>
                    <a:pt x="174018" y="339323"/>
                  </a:lnTo>
                  <a:lnTo>
                    <a:pt x="172955" y="350479"/>
                  </a:lnTo>
                  <a:lnTo>
                    <a:pt x="173146" y="353125"/>
                  </a:lnTo>
                  <a:lnTo>
                    <a:pt x="173998" y="357419"/>
                  </a:lnTo>
                  <a:lnTo>
                    <a:pt x="174309" y="360154"/>
                  </a:lnTo>
                  <a:lnTo>
                    <a:pt x="174545" y="362218"/>
                  </a:lnTo>
                  <a:lnTo>
                    <a:pt x="174735" y="366125"/>
                  </a:lnTo>
                  <a:lnTo>
                    <a:pt x="174240" y="367885"/>
                  </a:lnTo>
                  <a:lnTo>
                    <a:pt x="173783" y="368194"/>
                  </a:lnTo>
                  <a:lnTo>
                    <a:pt x="173205" y="369175"/>
                  </a:lnTo>
                  <a:lnTo>
                    <a:pt x="173887" y="373939"/>
                  </a:lnTo>
                  <a:lnTo>
                    <a:pt x="174431" y="376132"/>
                  </a:lnTo>
                  <a:lnTo>
                    <a:pt x="175991" y="380619"/>
                  </a:lnTo>
                  <a:lnTo>
                    <a:pt x="181973" y="386855"/>
                  </a:lnTo>
                  <a:lnTo>
                    <a:pt x="184455" y="390532"/>
                  </a:lnTo>
                  <a:lnTo>
                    <a:pt x="187266" y="395541"/>
                  </a:lnTo>
                  <a:lnTo>
                    <a:pt x="188796" y="400683"/>
                  </a:lnTo>
                  <a:lnTo>
                    <a:pt x="188932" y="404922"/>
                  </a:lnTo>
                  <a:lnTo>
                    <a:pt x="186687" y="411256"/>
                  </a:lnTo>
                  <a:lnTo>
                    <a:pt x="186439" y="416575"/>
                  </a:lnTo>
                  <a:lnTo>
                    <a:pt x="186900" y="420312"/>
                  </a:lnTo>
                  <a:lnTo>
                    <a:pt x="187711" y="423780"/>
                  </a:lnTo>
                  <a:lnTo>
                    <a:pt x="189884" y="428290"/>
                  </a:lnTo>
                  <a:lnTo>
                    <a:pt x="191483" y="429938"/>
                  </a:lnTo>
                  <a:lnTo>
                    <a:pt x="193643" y="429759"/>
                  </a:lnTo>
                  <a:lnTo>
                    <a:pt x="194013" y="431017"/>
                  </a:lnTo>
                  <a:lnTo>
                    <a:pt x="194234" y="432123"/>
                  </a:lnTo>
                  <a:lnTo>
                    <a:pt x="194578" y="441247"/>
                  </a:lnTo>
                  <a:lnTo>
                    <a:pt x="194535" y="444675"/>
                  </a:lnTo>
                  <a:lnTo>
                    <a:pt x="193900" y="447821"/>
                  </a:lnTo>
                  <a:lnTo>
                    <a:pt x="189751" y="462260"/>
                  </a:lnTo>
                  <a:lnTo>
                    <a:pt x="186206" y="471073"/>
                  </a:lnTo>
                  <a:lnTo>
                    <a:pt x="184922" y="475938"/>
                  </a:lnTo>
                  <a:lnTo>
                    <a:pt x="184466" y="481150"/>
                  </a:lnTo>
                  <a:lnTo>
                    <a:pt x="183330" y="483631"/>
                  </a:lnTo>
                  <a:lnTo>
                    <a:pt x="177190" y="491498"/>
                  </a:lnTo>
                  <a:lnTo>
                    <a:pt x="167661" y="498516"/>
                  </a:lnTo>
                  <a:lnTo>
                    <a:pt x="159961" y="502160"/>
                  </a:lnTo>
                  <a:lnTo>
                    <a:pt x="158212" y="503387"/>
                  </a:lnTo>
                  <a:lnTo>
                    <a:pt x="145833" y="507398"/>
                  </a:lnTo>
                  <a:lnTo>
                    <a:pt x="143437" y="507960"/>
                  </a:lnTo>
                  <a:lnTo>
                    <a:pt x="140322" y="507602"/>
                  </a:lnTo>
                  <a:lnTo>
                    <a:pt x="137794" y="508133"/>
                  </a:lnTo>
                  <a:lnTo>
                    <a:pt x="134970" y="507040"/>
                  </a:lnTo>
                  <a:lnTo>
                    <a:pt x="132450" y="505779"/>
                  </a:lnTo>
                  <a:lnTo>
                    <a:pt x="131042" y="502651"/>
                  </a:lnTo>
                  <a:lnTo>
                    <a:pt x="129367" y="502261"/>
                  </a:lnTo>
                  <a:lnTo>
                    <a:pt x="128911" y="503822"/>
                  </a:lnTo>
                  <a:lnTo>
                    <a:pt x="129726" y="507816"/>
                  </a:lnTo>
                  <a:lnTo>
                    <a:pt x="129329" y="512618"/>
                  </a:lnTo>
                  <a:lnTo>
                    <a:pt x="129824" y="515356"/>
                  </a:lnTo>
                  <a:lnTo>
                    <a:pt x="130814" y="515904"/>
                  </a:lnTo>
                  <a:lnTo>
                    <a:pt x="131764" y="517321"/>
                  </a:lnTo>
                  <a:lnTo>
                    <a:pt x="132602" y="519214"/>
                  </a:lnTo>
                  <a:lnTo>
                    <a:pt x="131156" y="519411"/>
                  </a:lnTo>
                  <a:lnTo>
                    <a:pt x="131717" y="520920"/>
                  </a:lnTo>
                  <a:lnTo>
                    <a:pt x="132336" y="521806"/>
                  </a:lnTo>
                  <a:lnTo>
                    <a:pt x="132267" y="524963"/>
                  </a:lnTo>
                  <a:lnTo>
                    <a:pt x="131706" y="532558"/>
                  </a:lnTo>
                  <a:lnTo>
                    <a:pt x="130297" y="534185"/>
                  </a:lnTo>
                  <a:lnTo>
                    <a:pt x="129918" y="534624"/>
                  </a:lnTo>
                  <a:lnTo>
                    <a:pt x="129492" y="536260"/>
                  </a:lnTo>
                  <a:lnTo>
                    <a:pt x="128595" y="543526"/>
                  </a:lnTo>
                  <a:lnTo>
                    <a:pt x="128306" y="548235"/>
                  </a:lnTo>
                  <a:lnTo>
                    <a:pt x="128690" y="551274"/>
                  </a:lnTo>
                  <a:lnTo>
                    <a:pt x="130385" y="557651"/>
                  </a:lnTo>
                  <a:lnTo>
                    <a:pt x="129746" y="561789"/>
                  </a:lnTo>
                  <a:lnTo>
                    <a:pt x="128674" y="564040"/>
                  </a:lnTo>
                  <a:lnTo>
                    <a:pt x="124036" y="568660"/>
                  </a:lnTo>
                  <a:lnTo>
                    <a:pt x="122183" y="570507"/>
                  </a:lnTo>
                  <a:lnTo>
                    <a:pt x="119262" y="571771"/>
                  </a:lnTo>
                  <a:lnTo>
                    <a:pt x="114556" y="571987"/>
                  </a:lnTo>
                  <a:lnTo>
                    <a:pt x="112816" y="571699"/>
                  </a:lnTo>
                  <a:lnTo>
                    <a:pt x="108786" y="567497"/>
                  </a:lnTo>
                  <a:lnTo>
                    <a:pt x="105791" y="564975"/>
                  </a:lnTo>
                  <a:lnTo>
                    <a:pt x="103052" y="562967"/>
                  </a:lnTo>
                  <a:lnTo>
                    <a:pt x="100388" y="561763"/>
                  </a:lnTo>
                  <a:lnTo>
                    <a:pt x="100769" y="561157"/>
                  </a:lnTo>
                  <a:lnTo>
                    <a:pt x="100947" y="560072"/>
                  </a:lnTo>
                  <a:lnTo>
                    <a:pt x="100198" y="559460"/>
                  </a:lnTo>
                  <a:lnTo>
                    <a:pt x="99652" y="559328"/>
                  </a:lnTo>
                  <a:lnTo>
                    <a:pt x="97897" y="561512"/>
                  </a:lnTo>
                  <a:lnTo>
                    <a:pt x="97160" y="563740"/>
                  </a:lnTo>
                  <a:lnTo>
                    <a:pt x="96948" y="565699"/>
                  </a:lnTo>
                  <a:lnTo>
                    <a:pt x="96912" y="570388"/>
                  </a:lnTo>
                  <a:lnTo>
                    <a:pt x="97224" y="574322"/>
                  </a:lnTo>
                  <a:lnTo>
                    <a:pt x="98485" y="584017"/>
                  </a:lnTo>
                  <a:lnTo>
                    <a:pt x="98615" y="589284"/>
                  </a:lnTo>
                  <a:lnTo>
                    <a:pt x="98016" y="595926"/>
                  </a:lnTo>
                  <a:lnTo>
                    <a:pt x="98852" y="599831"/>
                  </a:lnTo>
                  <a:lnTo>
                    <a:pt x="99869" y="601597"/>
                  </a:lnTo>
                  <a:lnTo>
                    <a:pt x="102154" y="603340"/>
                  </a:lnTo>
                  <a:lnTo>
                    <a:pt x="103040" y="604528"/>
                  </a:lnTo>
                  <a:lnTo>
                    <a:pt x="104015" y="604338"/>
                  </a:lnTo>
                  <a:lnTo>
                    <a:pt x="104315" y="604800"/>
                  </a:lnTo>
                  <a:lnTo>
                    <a:pt x="104171" y="605657"/>
                  </a:lnTo>
                  <a:lnTo>
                    <a:pt x="103597" y="607333"/>
                  </a:lnTo>
                  <a:lnTo>
                    <a:pt x="103633" y="609108"/>
                  </a:lnTo>
                  <a:lnTo>
                    <a:pt x="105366" y="609633"/>
                  </a:lnTo>
                  <a:lnTo>
                    <a:pt x="107159" y="609275"/>
                  </a:lnTo>
                  <a:lnTo>
                    <a:pt x="109043" y="608491"/>
                  </a:lnTo>
                  <a:lnTo>
                    <a:pt x="109488" y="607258"/>
                  </a:lnTo>
                  <a:lnTo>
                    <a:pt x="109500" y="604679"/>
                  </a:lnTo>
                  <a:lnTo>
                    <a:pt x="107293" y="604226"/>
                  </a:lnTo>
                  <a:lnTo>
                    <a:pt x="107574" y="603265"/>
                  </a:lnTo>
                  <a:lnTo>
                    <a:pt x="109246" y="602217"/>
                  </a:lnTo>
                  <a:lnTo>
                    <a:pt x="111437" y="600497"/>
                  </a:lnTo>
                  <a:lnTo>
                    <a:pt x="112556" y="600180"/>
                  </a:lnTo>
                  <a:lnTo>
                    <a:pt x="113317" y="601334"/>
                  </a:lnTo>
                  <a:lnTo>
                    <a:pt x="113831" y="602390"/>
                  </a:lnTo>
                  <a:lnTo>
                    <a:pt x="114463" y="605169"/>
                  </a:lnTo>
                  <a:lnTo>
                    <a:pt x="114854" y="608828"/>
                  </a:lnTo>
                  <a:lnTo>
                    <a:pt x="114871" y="613232"/>
                  </a:lnTo>
                  <a:lnTo>
                    <a:pt x="114607" y="617375"/>
                  </a:lnTo>
                  <a:lnTo>
                    <a:pt x="114295" y="618850"/>
                  </a:lnTo>
                  <a:lnTo>
                    <a:pt x="113743" y="620610"/>
                  </a:lnTo>
                  <a:lnTo>
                    <a:pt x="109804" y="622855"/>
                  </a:lnTo>
                  <a:lnTo>
                    <a:pt x="108700" y="622269"/>
                  </a:lnTo>
                  <a:lnTo>
                    <a:pt x="107673" y="619141"/>
                  </a:lnTo>
                  <a:lnTo>
                    <a:pt x="107350" y="615907"/>
                  </a:lnTo>
                  <a:lnTo>
                    <a:pt x="106472" y="613725"/>
                  </a:lnTo>
                  <a:lnTo>
                    <a:pt x="104590" y="611988"/>
                  </a:lnTo>
                  <a:lnTo>
                    <a:pt x="102718" y="612519"/>
                  </a:lnTo>
                  <a:lnTo>
                    <a:pt x="100860" y="615526"/>
                  </a:lnTo>
                  <a:lnTo>
                    <a:pt x="99033" y="616504"/>
                  </a:lnTo>
                  <a:lnTo>
                    <a:pt x="98386" y="619240"/>
                  </a:lnTo>
                  <a:lnTo>
                    <a:pt x="102963" y="623675"/>
                  </a:lnTo>
                  <a:lnTo>
                    <a:pt x="105122" y="624907"/>
                  </a:lnTo>
                  <a:lnTo>
                    <a:pt x="105826" y="624864"/>
                  </a:lnTo>
                  <a:lnTo>
                    <a:pt x="106531" y="625447"/>
                  </a:lnTo>
                  <a:lnTo>
                    <a:pt x="105880" y="627091"/>
                  </a:lnTo>
                  <a:lnTo>
                    <a:pt x="105230" y="628113"/>
                  </a:lnTo>
                  <a:lnTo>
                    <a:pt x="101973" y="630370"/>
                  </a:lnTo>
                  <a:lnTo>
                    <a:pt x="100538" y="631945"/>
                  </a:lnTo>
                  <a:lnTo>
                    <a:pt x="98862" y="635038"/>
                  </a:lnTo>
                  <a:lnTo>
                    <a:pt x="96512" y="641791"/>
                  </a:lnTo>
                  <a:lnTo>
                    <a:pt x="95792" y="643263"/>
                  </a:lnTo>
                  <a:lnTo>
                    <a:pt x="95432" y="644980"/>
                  </a:lnTo>
                  <a:lnTo>
                    <a:pt x="95189" y="649634"/>
                  </a:lnTo>
                  <a:lnTo>
                    <a:pt x="95950" y="657353"/>
                  </a:lnTo>
                  <a:lnTo>
                    <a:pt x="95147" y="660588"/>
                  </a:lnTo>
                  <a:lnTo>
                    <a:pt x="95640" y="664178"/>
                  </a:lnTo>
                  <a:lnTo>
                    <a:pt x="95360" y="666573"/>
                  </a:lnTo>
                  <a:lnTo>
                    <a:pt x="94538" y="670018"/>
                  </a:lnTo>
                  <a:lnTo>
                    <a:pt x="91243" y="675458"/>
                  </a:lnTo>
                  <a:lnTo>
                    <a:pt x="90659" y="679440"/>
                  </a:lnTo>
                  <a:lnTo>
                    <a:pt x="91801" y="681786"/>
                  </a:lnTo>
                  <a:lnTo>
                    <a:pt x="91725" y="683838"/>
                  </a:lnTo>
                  <a:lnTo>
                    <a:pt x="91345" y="685693"/>
                  </a:lnTo>
                  <a:lnTo>
                    <a:pt x="89976" y="685673"/>
                  </a:lnTo>
                  <a:lnTo>
                    <a:pt x="85000" y="684421"/>
                  </a:lnTo>
                  <a:lnTo>
                    <a:pt x="83186" y="686455"/>
                  </a:lnTo>
                  <a:lnTo>
                    <a:pt x="81507" y="688937"/>
                  </a:lnTo>
                  <a:lnTo>
                    <a:pt x="81049" y="690126"/>
                  </a:lnTo>
                  <a:lnTo>
                    <a:pt x="80455" y="690867"/>
                  </a:lnTo>
                  <a:lnTo>
                    <a:pt x="77032" y="692189"/>
                  </a:lnTo>
                  <a:lnTo>
                    <a:pt x="76354" y="693066"/>
                  </a:lnTo>
                  <a:lnTo>
                    <a:pt x="72715" y="702519"/>
                  </a:lnTo>
                  <a:lnTo>
                    <a:pt x="71157" y="708380"/>
                  </a:lnTo>
                  <a:lnTo>
                    <a:pt x="69274" y="714128"/>
                  </a:lnTo>
                  <a:lnTo>
                    <a:pt x="68780" y="716564"/>
                  </a:lnTo>
                  <a:lnTo>
                    <a:pt x="68672" y="719940"/>
                  </a:lnTo>
                  <a:lnTo>
                    <a:pt x="68935" y="722976"/>
                  </a:lnTo>
                  <a:lnTo>
                    <a:pt x="69196" y="725218"/>
                  </a:lnTo>
                  <a:lnTo>
                    <a:pt x="69851" y="728095"/>
                  </a:lnTo>
                  <a:lnTo>
                    <a:pt x="71230" y="731376"/>
                  </a:lnTo>
                  <a:lnTo>
                    <a:pt x="78248" y="744734"/>
                  </a:lnTo>
                  <a:lnTo>
                    <a:pt x="79703" y="745899"/>
                  </a:lnTo>
                  <a:lnTo>
                    <a:pt x="87204" y="747331"/>
                  </a:lnTo>
                  <a:lnTo>
                    <a:pt x="88872" y="749192"/>
                  </a:lnTo>
                  <a:lnTo>
                    <a:pt x="89845" y="752147"/>
                  </a:lnTo>
                  <a:lnTo>
                    <a:pt x="90202" y="754752"/>
                  </a:lnTo>
                  <a:lnTo>
                    <a:pt x="89772" y="761355"/>
                  </a:lnTo>
                  <a:lnTo>
                    <a:pt x="89325" y="763418"/>
                  </a:lnTo>
                  <a:lnTo>
                    <a:pt x="88496" y="765291"/>
                  </a:lnTo>
                  <a:lnTo>
                    <a:pt x="86720" y="767706"/>
                  </a:lnTo>
                  <a:lnTo>
                    <a:pt x="84596" y="768990"/>
                  </a:lnTo>
                  <a:lnTo>
                    <a:pt x="85204" y="769902"/>
                  </a:lnTo>
                  <a:lnTo>
                    <a:pt x="86067" y="769772"/>
                  </a:lnTo>
                  <a:lnTo>
                    <a:pt x="87945" y="768990"/>
                  </a:lnTo>
                  <a:lnTo>
                    <a:pt x="88757" y="769772"/>
                  </a:lnTo>
                  <a:lnTo>
                    <a:pt x="89373" y="772369"/>
                  </a:lnTo>
                  <a:lnTo>
                    <a:pt x="88199" y="773423"/>
                  </a:lnTo>
                  <a:lnTo>
                    <a:pt x="87839" y="774681"/>
                  </a:lnTo>
                  <a:lnTo>
                    <a:pt x="86990" y="776600"/>
                  </a:lnTo>
                  <a:lnTo>
                    <a:pt x="82661" y="784226"/>
                  </a:lnTo>
                  <a:lnTo>
                    <a:pt x="80325" y="786506"/>
                  </a:lnTo>
                  <a:lnTo>
                    <a:pt x="78179" y="789562"/>
                  </a:lnTo>
                  <a:lnTo>
                    <a:pt x="75298" y="792658"/>
                  </a:lnTo>
                  <a:lnTo>
                    <a:pt x="74172" y="794436"/>
                  </a:lnTo>
                  <a:lnTo>
                    <a:pt x="72649" y="798170"/>
                  </a:lnTo>
                  <a:lnTo>
                    <a:pt x="70313" y="802233"/>
                  </a:lnTo>
                  <a:lnTo>
                    <a:pt x="67798" y="810948"/>
                  </a:lnTo>
                  <a:lnTo>
                    <a:pt x="67696" y="812642"/>
                  </a:lnTo>
                  <a:lnTo>
                    <a:pt x="68062" y="813770"/>
                  </a:lnTo>
                  <a:lnTo>
                    <a:pt x="66663" y="829038"/>
                  </a:lnTo>
                  <a:lnTo>
                    <a:pt x="66174" y="830833"/>
                  </a:lnTo>
                  <a:lnTo>
                    <a:pt x="65162" y="832749"/>
                  </a:lnTo>
                  <a:lnTo>
                    <a:pt x="62495" y="835908"/>
                  </a:lnTo>
                  <a:lnTo>
                    <a:pt x="61211" y="836298"/>
                  </a:lnTo>
                  <a:lnTo>
                    <a:pt x="59515" y="834469"/>
                  </a:lnTo>
                  <a:lnTo>
                    <a:pt x="58557" y="832555"/>
                  </a:lnTo>
                  <a:lnTo>
                    <a:pt x="57620" y="829277"/>
                  </a:lnTo>
                  <a:lnTo>
                    <a:pt x="56489" y="825895"/>
                  </a:lnTo>
                  <a:lnTo>
                    <a:pt x="56431" y="827104"/>
                  </a:lnTo>
                  <a:lnTo>
                    <a:pt x="56824" y="829159"/>
                  </a:lnTo>
                  <a:lnTo>
                    <a:pt x="56558" y="831309"/>
                  </a:lnTo>
                  <a:lnTo>
                    <a:pt x="53665" y="832284"/>
                  </a:lnTo>
                  <a:lnTo>
                    <a:pt x="52898" y="833297"/>
                  </a:lnTo>
                  <a:lnTo>
                    <a:pt x="55510" y="832844"/>
                  </a:lnTo>
                  <a:lnTo>
                    <a:pt x="57290" y="833487"/>
                  </a:lnTo>
                  <a:lnTo>
                    <a:pt x="58043" y="834275"/>
                  </a:lnTo>
                  <a:lnTo>
                    <a:pt x="58720" y="835908"/>
                  </a:lnTo>
                  <a:lnTo>
                    <a:pt x="59317" y="837874"/>
                  </a:lnTo>
                  <a:lnTo>
                    <a:pt x="58815" y="838961"/>
                  </a:lnTo>
                  <a:lnTo>
                    <a:pt x="57389" y="839862"/>
                  </a:lnTo>
                  <a:lnTo>
                    <a:pt x="55542" y="841515"/>
                  </a:lnTo>
                  <a:lnTo>
                    <a:pt x="53360" y="844505"/>
                  </a:lnTo>
                  <a:lnTo>
                    <a:pt x="52148" y="847956"/>
                  </a:lnTo>
                  <a:lnTo>
                    <a:pt x="51626" y="850438"/>
                  </a:lnTo>
                  <a:lnTo>
                    <a:pt x="51036" y="855444"/>
                  </a:lnTo>
                  <a:lnTo>
                    <a:pt x="50880" y="858751"/>
                  </a:lnTo>
                  <a:lnTo>
                    <a:pt x="49957" y="861296"/>
                  </a:lnTo>
                  <a:lnTo>
                    <a:pt x="48537" y="863588"/>
                  </a:lnTo>
                  <a:lnTo>
                    <a:pt x="48615" y="864110"/>
                  </a:lnTo>
                  <a:lnTo>
                    <a:pt x="49580" y="862938"/>
                  </a:lnTo>
                  <a:lnTo>
                    <a:pt x="50350" y="862569"/>
                  </a:lnTo>
                  <a:lnTo>
                    <a:pt x="51012" y="865622"/>
                  </a:lnTo>
                  <a:lnTo>
                    <a:pt x="51907" y="871725"/>
                  </a:lnTo>
                  <a:lnTo>
                    <a:pt x="52323" y="875950"/>
                  </a:lnTo>
                  <a:lnTo>
                    <a:pt x="52257" y="877205"/>
                  </a:lnTo>
                  <a:lnTo>
                    <a:pt x="51992" y="878925"/>
                  </a:lnTo>
                  <a:lnTo>
                    <a:pt x="50154" y="879340"/>
                  </a:lnTo>
                  <a:lnTo>
                    <a:pt x="48514" y="879288"/>
                  </a:lnTo>
                  <a:lnTo>
                    <a:pt x="47307" y="880027"/>
                  </a:lnTo>
                  <a:lnTo>
                    <a:pt x="47956" y="880789"/>
                  </a:lnTo>
                  <a:lnTo>
                    <a:pt x="49061" y="880518"/>
                  </a:lnTo>
                  <a:lnTo>
                    <a:pt x="50591" y="882327"/>
                  </a:lnTo>
                  <a:lnTo>
                    <a:pt x="52289" y="881557"/>
                  </a:lnTo>
                  <a:lnTo>
                    <a:pt x="53062" y="882766"/>
                  </a:lnTo>
                  <a:lnTo>
                    <a:pt x="53621" y="883874"/>
                  </a:lnTo>
                  <a:lnTo>
                    <a:pt x="56221" y="892692"/>
                  </a:lnTo>
                  <a:lnTo>
                    <a:pt x="58492" y="898143"/>
                  </a:lnTo>
                  <a:lnTo>
                    <a:pt x="59640" y="901378"/>
                  </a:lnTo>
                  <a:lnTo>
                    <a:pt x="59069" y="902844"/>
                  </a:lnTo>
                  <a:lnTo>
                    <a:pt x="58866" y="900887"/>
                  </a:lnTo>
                  <a:lnTo>
                    <a:pt x="57384" y="900383"/>
                  </a:lnTo>
                  <a:lnTo>
                    <a:pt x="55941" y="899855"/>
                  </a:lnTo>
                  <a:lnTo>
                    <a:pt x="53532" y="898455"/>
                  </a:lnTo>
                  <a:lnTo>
                    <a:pt x="50290" y="896328"/>
                  </a:lnTo>
                  <a:lnTo>
                    <a:pt x="47043" y="896328"/>
                  </a:lnTo>
                  <a:lnTo>
                    <a:pt x="44463" y="894533"/>
                  </a:lnTo>
                  <a:lnTo>
                    <a:pt x="41613" y="892548"/>
                  </a:lnTo>
                  <a:lnTo>
                    <a:pt x="35599" y="892372"/>
                  </a:lnTo>
                  <a:lnTo>
                    <a:pt x="30301" y="892251"/>
                  </a:lnTo>
                  <a:lnTo>
                    <a:pt x="24874" y="892127"/>
                  </a:lnTo>
                  <a:lnTo>
                    <a:pt x="21401" y="892049"/>
                  </a:lnTo>
                  <a:lnTo>
                    <a:pt x="19075" y="891997"/>
                  </a:lnTo>
                  <a:lnTo>
                    <a:pt x="18472" y="891247"/>
                  </a:lnTo>
                  <a:lnTo>
                    <a:pt x="18675" y="888771"/>
                  </a:lnTo>
                  <a:lnTo>
                    <a:pt x="17812" y="886947"/>
                  </a:lnTo>
                  <a:lnTo>
                    <a:pt x="16563" y="884742"/>
                  </a:lnTo>
                  <a:lnTo>
                    <a:pt x="15044" y="883178"/>
                  </a:lnTo>
                  <a:lnTo>
                    <a:pt x="14289" y="881086"/>
                  </a:lnTo>
                  <a:lnTo>
                    <a:pt x="13448" y="878737"/>
                  </a:lnTo>
                  <a:lnTo>
                    <a:pt x="13923" y="876654"/>
                  </a:lnTo>
                  <a:lnTo>
                    <a:pt x="14650" y="871589"/>
                  </a:lnTo>
                  <a:lnTo>
                    <a:pt x="14665" y="869356"/>
                  </a:lnTo>
                  <a:lnTo>
                    <a:pt x="14006" y="867792"/>
                  </a:lnTo>
                  <a:lnTo>
                    <a:pt x="13803" y="865576"/>
                  </a:lnTo>
                  <a:lnTo>
                    <a:pt x="14006" y="864534"/>
                  </a:lnTo>
                  <a:lnTo>
                    <a:pt x="14602" y="863743"/>
                  </a:lnTo>
                  <a:lnTo>
                    <a:pt x="14959" y="860105"/>
                  </a:lnTo>
                  <a:lnTo>
                    <a:pt x="14679" y="856538"/>
                  </a:lnTo>
                  <a:lnTo>
                    <a:pt x="14224" y="853355"/>
                  </a:lnTo>
                  <a:lnTo>
                    <a:pt x="13621" y="851950"/>
                  </a:lnTo>
                  <a:lnTo>
                    <a:pt x="12844" y="851283"/>
                  </a:lnTo>
                  <a:lnTo>
                    <a:pt x="12272" y="851159"/>
                  </a:lnTo>
                  <a:lnTo>
                    <a:pt x="11000" y="852345"/>
                  </a:lnTo>
                  <a:lnTo>
                    <a:pt x="8891" y="852051"/>
                  </a:lnTo>
                  <a:lnTo>
                    <a:pt x="8174" y="852507"/>
                  </a:lnTo>
                  <a:lnTo>
                    <a:pt x="7143" y="853788"/>
                  </a:lnTo>
                  <a:lnTo>
                    <a:pt x="5683" y="855675"/>
                  </a:lnTo>
                  <a:lnTo>
                    <a:pt x="4871" y="855023"/>
                  </a:lnTo>
                  <a:lnTo>
                    <a:pt x="4623" y="853006"/>
                  </a:lnTo>
                  <a:lnTo>
                    <a:pt x="4081" y="851254"/>
                  </a:lnTo>
                  <a:lnTo>
                    <a:pt x="3736" y="849711"/>
                  </a:lnTo>
                  <a:lnTo>
                    <a:pt x="3476" y="847171"/>
                  </a:lnTo>
                  <a:lnTo>
                    <a:pt x="3044" y="843902"/>
                  </a:lnTo>
                  <a:lnTo>
                    <a:pt x="2182" y="840038"/>
                  </a:lnTo>
                  <a:lnTo>
                    <a:pt x="862" y="836910"/>
                  </a:lnTo>
                  <a:lnTo>
                    <a:pt x="788" y="834102"/>
                  </a:lnTo>
                  <a:lnTo>
                    <a:pt x="544" y="830576"/>
                  </a:lnTo>
                  <a:lnTo>
                    <a:pt x="1218" y="827136"/>
                  </a:lnTo>
                  <a:lnTo>
                    <a:pt x="825" y="824285"/>
                  </a:lnTo>
                  <a:lnTo>
                    <a:pt x="0" y="820883"/>
                  </a:lnTo>
                  <a:lnTo>
                    <a:pt x="253" y="817365"/>
                  </a:lnTo>
                  <a:lnTo>
                    <a:pt x="1065" y="815409"/>
                  </a:lnTo>
                  <a:lnTo>
                    <a:pt x="1319" y="812933"/>
                  </a:lnTo>
                  <a:lnTo>
                    <a:pt x="5075" y="812543"/>
                  </a:lnTo>
                  <a:lnTo>
                    <a:pt x="4918" y="809213"/>
                  </a:lnTo>
                  <a:lnTo>
                    <a:pt x="5543" y="806521"/>
                  </a:lnTo>
                  <a:lnTo>
                    <a:pt x="6244" y="804083"/>
                  </a:lnTo>
                  <a:lnTo>
                    <a:pt x="6841" y="802972"/>
                  </a:lnTo>
                  <a:lnTo>
                    <a:pt x="8180" y="802002"/>
                  </a:lnTo>
                  <a:lnTo>
                    <a:pt x="9756" y="800594"/>
                  </a:lnTo>
                  <a:lnTo>
                    <a:pt x="10644" y="798978"/>
                  </a:lnTo>
                  <a:lnTo>
                    <a:pt x="11069" y="797538"/>
                  </a:lnTo>
                  <a:lnTo>
                    <a:pt x="11329" y="795671"/>
                  </a:lnTo>
                  <a:lnTo>
                    <a:pt x="11396" y="793686"/>
                  </a:lnTo>
                  <a:lnTo>
                    <a:pt x="11138" y="789455"/>
                  </a:lnTo>
                  <a:lnTo>
                    <a:pt x="11432" y="788157"/>
                  </a:lnTo>
                  <a:lnTo>
                    <a:pt x="12407" y="786443"/>
                  </a:lnTo>
                  <a:lnTo>
                    <a:pt x="14057" y="784919"/>
                  </a:lnTo>
                  <a:lnTo>
                    <a:pt x="14767" y="780879"/>
                  </a:lnTo>
                  <a:lnTo>
                    <a:pt x="14361" y="777362"/>
                  </a:lnTo>
                  <a:lnTo>
                    <a:pt x="13445" y="774580"/>
                  </a:lnTo>
                  <a:lnTo>
                    <a:pt x="12281" y="773322"/>
                  </a:lnTo>
                  <a:lnTo>
                    <a:pt x="12179" y="770456"/>
                  </a:lnTo>
                  <a:lnTo>
                    <a:pt x="12705" y="767732"/>
                  </a:lnTo>
                  <a:lnTo>
                    <a:pt x="13391" y="764818"/>
                  </a:lnTo>
                  <a:lnTo>
                    <a:pt x="14209" y="761465"/>
                  </a:lnTo>
                  <a:lnTo>
                    <a:pt x="14158" y="759118"/>
                  </a:lnTo>
                  <a:lnTo>
                    <a:pt x="14884" y="757748"/>
                  </a:lnTo>
                  <a:lnTo>
                    <a:pt x="16949" y="754689"/>
                  </a:lnTo>
                  <a:lnTo>
                    <a:pt x="17659" y="751694"/>
                  </a:lnTo>
                  <a:lnTo>
                    <a:pt x="18386" y="750880"/>
                  </a:lnTo>
                  <a:lnTo>
                    <a:pt x="19233" y="750519"/>
                  </a:lnTo>
                  <a:lnTo>
                    <a:pt x="19284" y="748825"/>
                  </a:lnTo>
                  <a:lnTo>
                    <a:pt x="18666" y="747146"/>
                  </a:lnTo>
                  <a:lnTo>
                    <a:pt x="18565" y="745034"/>
                  </a:lnTo>
                  <a:lnTo>
                    <a:pt x="18638" y="742693"/>
                  </a:lnTo>
                  <a:lnTo>
                    <a:pt x="18827" y="739574"/>
                  </a:lnTo>
                  <a:lnTo>
                    <a:pt x="19791" y="738402"/>
                  </a:lnTo>
                  <a:lnTo>
                    <a:pt x="21215" y="735869"/>
                  </a:lnTo>
                  <a:lnTo>
                    <a:pt x="21596" y="734259"/>
                  </a:lnTo>
                  <a:lnTo>
                    <a:pt x="21647" y="732103"/>
                  </a:lnTo>
                  <a:lnTo>
                    <a:pt x="21232" y="727653"/>
                  </a:lnTo>
                  <a:lnTo>
                    <a:pt x="20877" y="724462"/>
                  </a:lnTo>
                  <a:lnTo>
                    <a:pt x="20698" y="723285"/>
                  </a:lnTo>
                  <a:lnTo>
                    <a:pt x="20048" y="721120"/>
                  </a:lnTo>
                  <a:lnTo>
                    <a:pt x="19570" y="719755"/>
                  </a:lnTo>
                  <a:lnTo>
                    <a:pt x="20334" y="718047"/>
                  </a:lnTo>
                  <a:lnTo>
                    <a:pt x="21770" y="716249"/>
                  </a:lnTo>
                  <a:lnTo>
                    <a:pt x="22380" y="713644"/>
                  </a:lnTo>
                  <a:lnTo>
                    <a:pt x="21821" y="711427"/>
                  </a:lnTo>
                  <a:lnTo>
                    <a:pt x="21009" y="710256"/>
                  </a:lnTo>
                  <a:lnTo>
                    <a:pt x="20755" y="706868"/>
                  </a:lnTo>
                  <a:lnTo>
                    <a:pt x="21060" y="702568"/>
                  </a:lnTo>
                  <a:lnTo>
                    <a:pt x="21669" y="701264"/>
                  </a:lnTo>
                  <a:lnTo>
                    <a:pt x="23800" y="700612"/>
                  </a:lnTo>
                  <a:lnTo>
                    <a:pt x="24003" y="698396"/>
                  </a:lnTo>
                  <a:lnTo>
                    <a:pt x="25627" y="695271"/>
                  </a:lnTo>
                  <a:lnTo>
                    <a:pt x="25576" y="692272"/>
                  </a:lnTo>
                  <a:lnTo>
                    <a:pt x="24544" y="690434"/>
                  </a:lnTo>
                  <a:lnTo>
                    <a:pt x="23533" y="687468"/>
                  </a:lnTo>
                  <a:lnTo>
                    <a:pt x="22785" y="684848"/>
                  </a:lnTo>
                  <a:lnTo>
                    <a:pt x="20299" y="683413"/>
                  </a:lnTo>
                  <a:lnTo>
                    <a:pt x="17659" y="682631"/>
                  </a:lnTo>
                  <a:lnTo>
                    <a:pt x="17305" y="680156"/>
                  </a:lnTo>
                  <a:lnTo>
                    <a:pt x="17406" y="678721"/>
                  </a:lnTo>
                  <a:lnTo>
                    <a:pt x="18634" y="679301"/>
                  </a:lnTo>
                  <a:lnTo>
                    <a:pt x="20639" y="678796"/>
                  </a:lnTo>
                  <a:lnTo>
                    <a:pt x="22148" y="678678"/>
                  </a:lnTo>
                  <a:lnTo>
                    <a:pt x="23198" y="678430"/>
                  </a:lnTo>
                  <a:lnTo>
                    <a:pt x="24409" y="678069"/>
                  </a:lnTo>
                  <a:lnTo>
                    <a:pt x="25526" y="679114"/>
                  </a:lnTo>
                  <a:lnTo>
                    <a:pt x="26642" y="678462"/>
                  </a:lnTo>
                  <a:lnTo>
                    <a:pt x="27098" y="674552"/>
                  </a:lnTo>
                  <a:lnTo>
                    <a:pt x="27809" y="672468"/>
                  </a:lnTo>
                  <a:lnTo>
                    <a:pt x="27911" y="670512"/>
                  </a:lnTo>
                  <a:lnTo>
                    <a:pt x="27201" y="668951"/>
                  </a:lnTo>
                  <a:lnTo>
                    <a:pt x="25899" y="668469"/>
                  </a:lnTo>
                  <a:lnTo>
                    <a:pt x="20210" y="667234"/>
                  </a:lnTo>
                  <a:lnTo>
                    <a:pt x="20037" y="665670"/>
                  </a:lnTo>
                  <a:lnTo>
                    <a:pt x="20087" y="663047"/>
                  </a:lnTo>
                  <a:lnTo>
                    <a:pt x="20301" y="660369"/>
                  </a:lnTo>
                  <a:lnTo>
                    <a:pt x="20299" y="659047"/>
                  </a:lnTo>
                  <a:lnTo>
                    <a:pt x="20818" y="657884"/>
                  </a:lnTo>
                  <a:lnTo>
                    <a:pt x="21406" y="655454"/>
                  </a:lnTo>
                  <a:lnTo>
                    <a:pt x="21821" y="653833"/>
                  </a:lnTo>
                  <a:lnTo>
                    <a:pt x="21408" y="651729"/>
                  </a:lnTo>
                  <a:lnTo>
                    <a:pt x="20501" y="648621"/>
                  </a:lnTo>
                  <a:lnTo>
                    <a:pt x="21161" y="647187"/>
                  </a:lnTo>
                  <a:lnTo>
                    <a:pt x="21215" y="645476"/>
                  </a:lnTo>
                  <a:lnTo>
                    <a:pt x="21009" y="643802"/>
                  </a:lnTo>
                  <a:lnTo>
                    <a:pt x="20068" y="641941"/>
                  </a:lnTo>
                  <a:lnTo>
                    <a:pt x="19233" y="639370"/>
                  </a:lnTo>
                  <a:lnTo>
                    <a:pt x="19233" y="636634"/>
                  </a:lnTo>
                  <a:lnTo>
                    <a:pt x="20208" y="635907"/>
                  </a:lnTo>
                  <a:lnTo>
                    <a:pt x="20857" y="635070"/>
                  </a:lnTo>
                  <a:lnTo>
                    <a:pt x="21009" y="633376"/>
                  </a:lnTo>
                  <a:lnTo>
                    <a:pt x="20654" y="631293"/>
                  </a:lnTo>
                  <a:lnTo>
                    <a:pt x="19306" y="630658"/>
                  </a:lnTo>
                  <a:lnTo>
                    <a:pt x="17510" y="629377"/>
                  </a:lnTo>
                  <a:lnTo>
                    <a:pt x="16961" y="628303"/>
                  </a:lnTo>
                  <a:lnTo>
                    <a:pt x="16454" y="626070"/>
                  </a:lnTo>
                  <a:lnTo>
                    <a:pt x="16832" y="619768"/>
                  </a:lnTo>
                  <a:lnTo>
                    <a:pt x="16643" y="615970"/>
                  </a:lnTo>
                  <a:lnTo>
                    <a:pt x="16486" y="613869"/>
                  </a:lnTo>
                  <a:lnTo>
                    <a:pt x="16926" y="612253"/>
                  </a:lnTo>
                  <a:lnTo>
                    <a:pt x="17524" y="610799"/>
                  </a:lnTo>
                  <a:lnTo>
                    <a:pt x="17240" y="607408"/>
                  </a:lnTo>
                  <a:lnTo>
                    <a:pt x="16705" y="605631"/>
                  </a:lnTo>
                  <a:lnTo>
                    <a:pt x="16894" y="604257"/>
                  </a:lnTo>
                  <a:lnTo>
                    <a:pt x="17398" y="602884"/>
                  </a:lnTo>
                  <a:lnTo>
                    <a:pt x="17839" y="601187"/>
                  </a:lnTo>
                  <a:lnTo>
                    <a:pt x="18216" y="600783"/>
                  </a:lnTo>
                  <a:lnTo>
                    <a:pt x="18783" y="601752"/>
                  </a:lnTo>
                  <a:lnTo>
                    <a:pt x="19741" y="601184"/>
                  </a:lnTo>
                  <a:lnTo>
                    <a:pt x="20890" y="599813"/>
                  </a:lnTo>
                  <a:lnTo>
                    <a:pt x="21016" y="598197"/>
                  </a:lnTo>
                  <a:lnTo>
                    <a:pt x="20786" y="595886"/>
                  </a:lnTo>
                  <a:lnTo>
                    <a:pt x="19929" y="590077"/>
                  </a:lnTo>
                  <a:lnTo>
                    <a:pt x="19160" y="586485"/>
                  </a:lnTo>
                  <a:lnTo>
                    <a:pt x="19318" y="585192"/>
                  </a:lnTo>
                  <a:lnTo>
                    <a:pt x="19622" y="583830"/>
                  </a:lnTo>
                  <a:lnTo>
                    <a:pt x="19380" y="578890"/>
                  </a:lnTo>
                  <a:lnTo>
                    <a:pt x="19456" y="575906"/>
                  </a:lnTo>
                  <a:lnTo>
                    <a:pt x="19512" y="567107"/>
                  </a:lnTo>
                  <a:lnTo>
                    <a:pt x="19600" y="564103"/>
                  </a:lnTo>
                  <a:lnTo>
                    <a:pt x="18814" y="561036"/>
                  </a:lnTo>
                  <a:lnTo>
                    <a:pt x="18920" y="558156"/>
                  </a:lnTo>
                  <a:lnTo>
                    <a:pt x="19477" y="556055"/>
                  </a:lnTo>
                  <a:lnTo>
                    <a:pt x="19998" y="553213"/>
                  </a:lnTo>
                  <a:lnTo>
                    <a:pt x="20387" y="550694"/>
                  </a:lnTo>
                  <a:lnTo>
                    <a:pt x="20796" y="549563"/>
                  </a:lnTo>
                  <a:lnTo>
                    <a:pt x="21488" y="548997"/>
                  </a:lnTo>
                  <a:lnTo>
                    <a:pt x="21646" y="547624"/>
                  </a:lnTo>
                  <a:lnTo>
                    <a:pt x="21331" y="546573"/>
                  </a:lnTo>
                  <a:lnTo>
                    <a:pt x="20434" y="544937"/>
                  </a:lnTo>
                  <a:lnTo>
                    <a:pt x="20230" y="542937"/>
                  </a:lnTo>
                  <a:lnTo>
                    <a:pt x="20418" y="541402"/>
                  </a:lnTo>
                  <a:lnTo>
                    <a:pt x="20859" y="540513"/>
                  </a:lnTo>
                  <a:lnTo>
                    <a:pt x="21541" y="540522"/>
                  </a:lnTo>
                  <a:lnTo>
                    <a:pt x="22055" y="538332"/>
                  </a:lnTo>
                  <a:lnTo>
                    <a:pt x="22200" y="535625"/>
                  </a:lnTo>
                  <a:lnTo>
                    <a:pt x="22306" y="534373"/>
                  </a:lnTo>
                  <a:lnTo>
                    <a:pt x="21913" y="532791"/>
                  </a:lnTo>
                  <a:lnTo>
                    <a:pt x="21628" y="529060"/>
                  </a:lnTo>
                  <a:lnTo>
                    <a:pt x="21362" y="526939"/>
                  </a:lnTo>
                  <a:lnTo>
                    <a:pt x="21677" y="526050"/>
                  </a:lnTo>
                  <a:lnTo>
                    <a:pt x="22118" y="525727"/>
                  </a:lnTo>
                  <a:lnTo>
                    <a:pt x="22892" y="526226"/>
                  </a:lnTo>
                  <a:lnTo>
                    <a:pt x="23439" y="525970"/>
                  </a:lnTo>
                  <a:lnTo>
                    <a:pt x="23534" y="524838"/>
                  </a:lnTo>
                  <a:lnTo>
                    <a:pt x="23597" y="523627"/>
                  </a:lnTo>
                  <a:lnTo>
                    <a:pt x="23804" y="522801"/>
                  </a:lnTo>
                  <a:lnTo>
                    <a:pt x="24292" y="520057"/>
                  </a:lnTo>
                  <a:lnTo>
                    <a:pt x="24814" y="516655"/>
                  </a:lnTo>
                  <a:lnTo>
                    <a:pt x="24936" y="514254"/>
                  </a:lnTo>
                  <a:lnTo>
                    <a:pt x="24750" y="507744"/>
                  </a:lnTo>
                  <a:lnTo>
                    <a:pt x="25026" y="506249"/>
                  </a:lnTo>
                  <a:lnTo>
                    <a:pt x="25583" y="504884"/>
                  </a:lnTo>
                  <a:lnTo>
                    <a:pt x="26359" y="503600"/>
                  </a:lnTo>
                  <a:lnTo>
                    <a:pt x="27377" y="502535"/>
                  </a:lnTo>
                  <a:lnTo>
                    <a:pt x="28645" y="501003"/>
                  </a:lnTo>
                  <a:lnTo>
                    <a:pt x="30204" y="500440"/>
                  </a:lnTo>
                  <a:lnTo>
                    <a:pt x="30833" y="498744"/>
                  </a:lnTo>
                  <a:lnTo>
                    <a:pt x="31274" y="496481"/>
                  </a:lnTo>
                  <a:lnTo>
                    <a:pt x="31400" y="494623"/>
                  </a:lnTo>
                  <a:lnTo>
                    <a:pt x="30802" y="493330"/>
                  </a:lnTo>
                  <a:lnTo>
                    <a:pt x="30016" y="491795"/>
                  </a:lnTo>
                  <a:lnTo>
                    <a:pt x="29642" y="487922"/>
                  </a:lnTo>
                  <a:lnTo>
                    <a:pt x="29438" y="484350"/>
                  </a:lnTo>
                  <a:lnTo>
                    <a:pt x="29323" y="479837"/>
                  </a:lnTo>
                  <a:lnTo>
                    <a:pt x="28540" y="475958"/>
                  </a:lnTo>
                  <a:lnTo>
                    <a:pt x="27719" y="471595"/>
                  </a:lnTo>
                  <a:lnTo>
                    <a:pt x="27499" y="467717"/>
                  </a:lnTo>
                  <a:lnTo>
                    <a:pt x="27773" y="465593"/>
                  </a:lnTo>
                  <a:lnTo>
                    <a:pt x="28096" y="462223"/>
                  </a:lnTo>
                  <a:lnTo>
                    <a:pt x="27750" y="460690"/>
                  </a:lnTo>
                  <a:lnTo>
                    <a:pt x="27341" y="457943"/>
                  </a:lnTo>
                  <a:lnTo>
                    <a:pt x="27766" y="455791"/>
                  </a:lnTo>
                  <a:lnTo>
                    <a:pt x="28285" y="452449"/>
                  </a:lnTo>
                  <a:lnTo>
                    <a:pt x="28222" y="450752"/>
                  </a:lnTo>
                  <a:lnTo>
                    <a:pt x="27813" y="446712"/>
                  </a:lnTo>
                  <a:lnTo>
                    <a:pt x="27436" y="444450"/>
                  </a:lnTo>
                  <a:lnTo>
                    <a:pt x="27813" y="442026"/>
                  </a:lnTo>
                  <a:lnTo>
                    <a:pt x="28411" y="439764"/>
                  </a:lnTo>
                  <a:lnTo>
                    <a:pt x="28883" y="438552"/>
                  </a:lnTo>
                  <a:lnTo>
                    <a:pt x="28804" y="436601"/>
                  </a:lnTo>
                  <a:lnTo>
                    <a:pt x="29008" y="434997"/>
                  </a:lnTo>
                  <a:lnTo>
                    <a:pt x="29901" y="433920"/>
                  </a:lnTo>
                  <a:lnTo>
                    <a:pt x="30739" y="431929"/>
                  </a:lnTo>
                  <a:lnTo>
                    <a:pt x="31337" y="431687"/>
                  </a:lnTo>
                  <a:lnTo>
                    <a:pt x="32061" y="431687"/>
                  </a:lnTo>
                  <a:lnTo>
                    <a:pt x="32533" y="431121"/>
                  </a:lnTo>
                  <a:lnTo>
                    <a:pt x="32722" y="429586"/>
                  </a:lnTo>
                  <a:lnTo>
                    <a:pt x="32847" y="427889"/>
                  </a:lnTo>
                  <a:lnTo>
                    <a:pt x="33999" y="425783"/>
                  </a:lnTo>
                  <a:lnTo>
                    <a:pt x="34672" y="423846"/>
                  </a:lnTo>
                  <a:lnTo>
                    <a:pt x="35899" y="423442"/>
                  </a:lnTo>
                  <a:lnTo>
                    <a:pt x="36497" y="421345"/>
                  </a:lnTo>
                  <a:lnTo>
                    <a:pt x="36510" y="418649"/>
                  </a:lnTo>
                  <a:lnTo>
                    <a:pt x="36371" y="415931"/>
                  </a:lnTo>
                  <a:lnTo>
                    <a:pt x="36780" y="412780"/>
                  </a:lnTo>
                  <a:lnTo>
                    <a:pt x="36325" y="407973"/>
                  </a:lnTo>
                  <a:lnTo>
                    <a:pt x="36371" y="405427"/>
                  </a:lnTo>
                  <a:lnTo>
                    <a:pt x="35899" y="403327"/>
                  </a:lnTo>
                  <a:lnTo>
                    <a:pt x="35994" y="401064"/>
                  </a:lnTo>
                  <a:lnTo>
                    <a:pt x="35742" y="399610"/>
                  </a:lnTo>
                  <a:lnTo>
                    <a:pt x="35029" y="399070"/>
                  </a:lnTo>
                  <a:lnTo>
                    <a:pt x="34766" y="397267"/>
                  </a:lnTo>
                  <a:lnTo>
                    <a:pt x="35112" y="396378"/>
                  </a:lnTo>
                  <a:lnTo>
                    <a:pt x="35786" y="395694"/>
                  </a:lnTo>
                  <a:lnTo>
                    <a:pt x="36631" y="394312"/>
                  </a:lnTo>
                  <a:lnTo>
                    <a:pt x="37264" y="387660"/>
                  </a:lnTo>
                  <a:lnTo>
                    <a:pt x="37564" y="385687"/>
                  </a:lnTo>
                  <a:lnTo>
                    <a:pt x="37855" y="383309"/>
                  </a:lnTo>
                  <a:lnTo>
                    <a:pt x="37819" y="382077"/>
                  </a:lnTo>
                  <a:lnTo>
                    <a:pt x="38224" y="380299"/>
                  </a:lnTo>
                  <a:lnTo>
                    <a:pt x="38731" y="377598"/>
                  </a:lnTo>
                  <a:lnTo>
                    <a:pt x="39530" y="374987"/>
                  </a:lnTo>
                  <a:lnTo>
                    <a:pt x="39988" y="373189"/>
                  </a:lnTo>
                  <a:lnTo>
                    <a:pt x="40430" y="370765"/>
                  </a:lnTo>
                  <a:lnTo>
                    <a:pt x="40556" y="369311"/>
                  </a:lnTo>
                  <a:lnTo>
                    <a:pt x="41123" y="368586"/>
                  </a:lnTo>
                  <a:lnTo>
                    <a:pt x="41773" y="368399"/>
                  </a:lnTo>
                  <a:lnTo>
                    <a:pt x="42539" y="367940"/>
                  </a:lnTo>
                  <a:lnTo>
                    <a:pt x="42853" y="367051"/>
                  </a:lnTo>
                  <a:lnTo>
                    <a:pt x="42797" y="365756"/>
                  </a:lnTo>
                  <a:lnTo>
                    <a:pt x="42749" y="362893"/>
                  </a:lnTo>
                  <a:lnTo>
                    <a:pt x="42519" y="358348"/>
                  </a:lnTo>
                  <a:lnTo>
                    <a:pt x="42371" y="352484"/>
                  </a:lnTo>
                  <a:lnTo>
                    <a:pt x="42507" y="348632"/>
                  </a:lnTo>
                  <a:lnTo>
                    <a:pt x="43011" y="344754"/>
                  </a:lnTo>
                  <a:lnTo>
                    <a:pt x="43483" y="342653"/>
                  </a:lnTo>
                  <a:lnTo>
                    <a:pt x="43357" y="341037"/>
                  </a:lnTo>
                  <a:lnTo>
                    <a:pt x="43231" y="339259"/>
                  </a:lnTo>
                  <a:lnTo>
                    <a:pt x="42350" y="338290"/>
                  </a:lnTo>
                  <a:lnTo>
                    <a:pt x="41512" y="339130"/>
                  </a:lnTo>
                  <a:lnTo>
                    <a:pt x="40927" y="338896"/>
                  </a:lnTo>
                  <a:lnTo>
                    <a:pt x="40179" y="336836"/>
                  </a:lnTo>
                  <a:lnTo>
                    <a:pt x="39958" y="334654"/>
                  </a:lnTo>
                  <a:lnTo>
                    <a:pt x="40084" y="331664"/>
                  </a:lnTo>
                  <a:lnTo>
                    <a:pt x="40670" y="329800"/>
                  </a:lnTo>
                  <a:lnTo>
                    <a:pt x="40902" y="327463"/>
                  </a:lnTo>
                  <a:lnTo>
                    <a:pt x="40556" y="326736"/>
                  </a:lnTo>
                  <a:lnTo>
                    <a:pt x="39819" y="325183"/>
                  </a:lnTo>
                  <a:lnTo>
                    <a:pt x="39119" y="319825"/>
                  </a:lnTo>
                  <a:lnTo>
                    <a:pt x="39203" y="315262"/>
                  </a:lnTo>
                  <a:lnTo>
                    <a:pt x="38511" y="314050"/>
                  </a:lnTo>
                  <a:lnTo>
                    <a:pt x="38188" y="310484"/>
                  </a:lnTo>
                  <a:lnTo>
                    <a:pt x="37473" y="309205"/>
                  </a:lnTo>
                  <a:lnTo>
                    <a:pt x="37189" y="306539"/>
                  </a:lnTo>
                  <a:lnTo>
                    <a:pt x="36969" y="303792"/>
                  </a:lnTo>
                  <a:lnTo>
                    <a:pt x="37063" y="302577"/>
                  </a:lnTo>
                  <a:lnTo>
                    <a:pt x="37807" y="302242"/>
                  </a:lnTo>
                  <a:lnTo>
                    <a:pt x="38228" y="300075"/>
                  </a:lnTo>
                  <a:lnTo>
                    <a:pt x="37913" y="298860"/>
                  </a:lnTo>
                  <a:lnTo>
                    <a:pt x="37347" y="297810"/>
                  </a:lnTo>
                  <a:lnTo>
                    <a:pt x="36623" y="297891"/>
                  </a:lnTo>
                  <a:lnTo>
                    <a:pt x="35975" y="296653"/>
                  </a:lnTo>
                  <a:lnTo>
                    <a:pt x="35106" y="291467"/>
                  </a:lnTo>
                  <a:lnTo>
                    <a:pt x="34421" y="288602"/>
                  </a:lnTo>
                  <a:lnTo>
                    <a:pt x="34637" y="284421"/>
                  </a:lnTo>
                  <a:lnTo>
                    <a:pt x="34772" y="281154"/>
                  </a:lnTo>
                  <a:lnTo>
                    <a:pt x="35067" y="278361"/>
                  </a:lnTo>
                  <a:lnTo>
                    <a:pt x="35176" y="276162"/>
                  </a:lnTo>
                  <a:lnTo>
                    <a:pt x="35711" y="275109"/>
                  </a:lnTo>
                  <a:lnTo>
                    <a:pt x="36214" y="275596"/>
                  </a:lnTo>
                  <a:lnTo>
                    <a:pt x="36686" y="275354"/>
                  </a:lnTo>
                  <a:lnTo>
                    <a:pt x="37121" y="273562"/>
                  </a:lnTo>
                  <a:lnTo>
                    <a:pt x="37598" y="272445"/>
                  </a:lnTo>
                  <a:lnTo>
                    <a:pt x="37567" y="271556"/>
                  </a:lnTo>
                  <a:lnTo>
                    <a:pt x="37284" y="270587"/>
                  </a:lnTo>
                  <a:lnTo>
                    <a:pt x="37149" y="268890"/>
                  </a:lnTo>
                  <a:lnTo>
                    <a:pt x="37482" y="266870"/>
                  </a:lnTo>
                  <a:lnTo>
                    <a:pt x="38055" y="262239"/>
                  </a:lnTo>
                  <a:lnTo>
                    <a:pt x="38923" y="257140"/>
                  </a:lnTo>
                  <a:lnTo>
                    <a:pt x="39298" y="255235"/>
                  </a:lnTo>
                  <a:lnTo>
                    <a:pt x="39203" y="253619"/>
                  </a:lnTo>
                  <a:lnTo>
                    <a:pt x="39392" y="252892"/>
                  </a:lnTo>
                  <a:lnTo>
                    <a:pt x="39981" y="253700"/>
                  </a:lnTo>
                  <a:lnTo>
                    <a:pt x="41658" y="252811"/>
                  </a:lnTo>
                  <a:lnTo>
                    <a:pt x="42224" y="250549"/>
                  </a:lnTo>
                  <a:lnTo>
                    <a:pt x="42444" y="248529"/>
                  </a:lnTo>
                  <a:lnTo>
                    <a:pt x="42947" y="247398"/>
                  </a:lnTo>
                  <a:lnTo>
                    <a:pt x="42728" y="245782"/>
                  </a:lnTo>
                  <a:lnTo>
                    <a:pt x="42035" y="245297"/>
                  </a:lnTo>
                  <a:lnTo>
                    <a:pt x="41616" y="244541"/>
                  </a:lnTo>
                  <a:lnTo>
                    <a:pt x="41783" y="242711"/>
                  </a:lnTo>
                  <a:lnTo>
                    <a:pt x="42029" y="238504"/>
                  </a:lnTo>
                  <a:lnTo>
                    <a:pt x="41988" y="235405"/>
                  </a:lnTo>
                  <a:lnTo>
                    <a:pt x="41355" y="228794"/>
                  </a:lnTo>
                  <a:lnTo>
                    <a:pt x="40847" y="222252"/>
                  </a:lnTo>
                  <a:lnTo>
                    <a:pt x="41206" y="220065"/>
                  </a:lnTo>
                  <a:lnTo>
                    <a:pt x="42302" y="217075"/>
                  </a:lnTo>
                  <a:lnTo>
                    <a:pt x="43136" y="215728"/>
                  </a:lnTo>
                  <a:lnTo>
                    <a:pt x="43286" y="214022"/>
                  </a:lnTo>
                  <a:lnTo>
                    <a:pt x="44111" y="206292"/>
                  </a:lnTo>
                  <a:lnTo>
                    <a:pt x="44206" y="202073"/>
                  </a:lnTo>
                  <a:lnTo>
                    <a:pt x="44747" y="199735"/>
                  </a:lnTo>
                  <a:lnTo>
                    <a:pt x="45103" y="195349"/>
                  </a:lnTo>
                  <a:lnTo>
                    <a:pt x="46597" y="191569"/>
                  </a:lnTo>
                  <a:lnTo>
                    <a:pt x="47037" y="189064"/>
                  </a:lnTo>
                  <a:lnTo>
                    <a:pt x="47635" y="188822"/>
                  </a:lnTo>
                  <a:lnTo>
                    <a:pt x="47950" y="188014"/>
                  </a:lnTo>
                  <a:lnTo>
                    <a:pt x="48742" y="185221"/>
                  </a:lnTo>
                  <a:lnTo>
                    <a:pt x="49772" y="182349"/>
                  </a:lnTo>
                  <a:lnTo>
                    <a:pt x="50656" y="180904"/>
                  </a:lnTo>
                  <a:lnTo>
                    <a:pt x="50877" y="178641"/>
                  </a:lnTo>
                  <a:lnTo>
                    <a:pt x="51300" y="175551"/>
                  </a:lnTo>
                  <a:lnTo>
                    <a:pt x="52178" y="170423"/>
                  </a:lnTo>
                  <a:lnTo>
                    <a:pt x="52670" y="166848"/>
                  </a:lnTo>
                  <a:lnTo>
                    <a:pt x="53331" y="165552"/>
                  </a:lnTo>
                  <a:lnTo>
                    <a:pt x="54101" y="160869"/>
                  </a:lnTo>
                  <a:lnTo>
                    <a:pt x="54432" y="158122"/>
                  </a:lnTo>
                  <a:lnTo>
                    <a:pt x="55313" y="156990"/>
                  </a:lnTo>
                  <a:lnTo>
                    <a:pt x="56005" y="156667"/>
                  </a:lnTo>
                  <a:lnTo>
                    <a:pt x="56666" y="157963"/>
                  </a:lnTo>
                  <a:lnTo>
                    <a:pt x="57358" y="157717"/>
                  </a:lnTo>
                  <a:lnTo>
                    <a:pt x="57988" y="156101"/>
                  </a:lnTo>
                  <a:lnTo>
                    <a:pt x="59506" y="155002"/>
                  </a:lnTo>
                  <a:lnTo>
                    <a:pt x="60190" y="154405"/>
                  </a:lnTo>
                  <a:lnTo>
                    <a:pt x="60504" y="152789"/>
                  </a:lnTo>
                  <a:lnTo>
                    <a:pt x="60504" y="149961"/>
                  </a:lnTo>
                  <a:lnTo>
                    <a:pt x="59875" y="147860"/>
                  </a:lnTo>
                  <a:lnTo>
                    <a:pt x="58589" y="143838"/>
                  </a:lnTo>
                  <a:lnTo>
                    <a:pt x="57484" y="139347"/>
                  </a:lnTo>
                  <a:lnTo>
                    <a:pt x="57363" y="137931"/>
                  </a:lnTo>
                  <a:lnTo>
                    <a:pt x="57357" y="136384"/>
                  </a:lnTo>
                  <a:lnTo>
                    <a:pt x="57545" y="134430"/>
                  </a:lnTo>
                  <a:lnTo>
                    <a:pt x="58074" y="132214"/>
                  </a:lnTo>
                  <a:lnTo>
                    <a:pt x="59401" y="128572"/>
                  </a:lnTo>
                  <a:lnTo>
                    <a:pt x="59260" y="125964"/>
                  </a:lnTo>
                  <a:lnTo>
                    <a:pt x="58293" y="116378"/>
                  </a:lnTo>
                  <a:lnTo>
                    <a:pt x="57935" y="113734"/>
                  </a:lnTo>
                  <a:lnTo>
                    <a:pt x="57263" y="108832"/>
                  </a:lnTo>
                  <a:lnTo>
                    <a:pt x="57358" y="106893"/>
                  </a:lnTo>
                  <a:lnTo>
                    <a:pt x="57948" y="101476"/>
                  </a:lnTo>
                  <a:lnTo>
                    <a:pt x="58460" y="99298"/>
                  </a:lnTo>
                  <a:lnTo>
                    <a:pt x="59215" y="98894"/>
                  </a:lnTo>
                  <a:lnTo>
                    <a:pt x="59623" y="98166"/>
                  </a:lnTo>
                  <a:lnTo>
                    <a:pt x="59750" y="97197"/>
                  </a:lnTo>
                  <a:lnTo>
                    <a:pt x="59246" y="95988"/>
                  </a:lnTo>
                  <a:lnTo>
                    <a:pt x="59026" y="94450"/>
                  </a:lnTo>
                  <a:lnTo>
                    <a:pt x="58805" y="92271"/>
                  </a:lnTo>
                  <a:lnTo>
                    <a:pt x="58106" y="91503"/>
                  </a:lnTo>
                  <a:lnTo>
                    <a:pt x="57704" y="89685"/>
                  </a:lnTo>
                  <a:lnTo>
                    <a:pt x="57704" y="87016"/>
                  </a:lnTo>
                  <a:lnTo>
                    <a:pt x="58334" y="83542"/>
                  </a:lnTo>
                  <a:lnTo>
                    <a:pt x="59026" y="82572"/>
                  </a:lnTo>
                  <a:lnTo>
                    <a:pt x="59309" y="81040"/>
                  </a:lnTo>
                  <a:lnTo>
                    <a:pt x="60050" y="79626"/>
                  </a:lnTo>
                  <a:lnTo>
                    <a:pt x="60725" y="78535"/>
                  </a:lnTo>
                  <a:lnTo>
                    <a:pt x="61291" y="76515"/>
                  </a:lnTo>
                  <a:lnTo>
                    <a:pt x="63626" y="74042"/>
                  </a:lnTo>
                  <a:lnTo>
                    <a:pt x="65481" y="72123"/>
                  </a:lnTo>
                  <a:lnTo>
                    <a:pt x="69099" y="68447"/>
                  </a:lnTo>
                  <a:lnTo>
                    <a:pt x="71580" y="65931"/>
                  </a:lnTo>
                  <a:lnTo>
                    <a:pt x="71818" y="64188"/>
                  </a:lnTo>
                  <a:lnTo>
                    <a:pt x="72007" y="63002"/>
                  </a:lnTo>
                  <a:lnTo>
                    <a:pt x="73158" y="54117"/>
                  </a:lnTo>
                  <a:lnTo>
                    <a:pt x="74647" y="42626"/>
                  </a:lnTo>
                  <a:lnTo>
                    <a:pt x="75578" y="35424"/>
                  </a:lnTo>
                  <a:lnTo>
                    <a:pt x="73437" y="30114"/>
                  </a:lnTo>
                  <a:lnTo>
                    <a:pt x="73816" y="28700"/>
                  </a:lnTo>
                  <a:lnTo>
                    <a:pt x="75042" y="25067"/>
                  </a:lnTo>
                  <a:lnTo>
                    <a:pt x="75293" y="22153"/>
                  </a:lnTo>
                  <a:lnTo>
                    <a:pt x="75782" y="20900"/>
                  </a:lnTo>
                  <a:lnTo>
                    <a:pt x="77978" y="17940"/>
                  </a:lnTo>
                  <a:lnTo>
                    <a:pt x="78355" y="15972"/>
                  </a:lnTo>
                  <a:lnTo>
                    <a:pt x="78549" y="13793"/>
                  </a:lnTo>
                  <a:lnTo>
                    <a:pt x="78997" y="12226"/>
                  </a:lnTo>
                  <a:lnTo>
                    <a:pt x="79834" y="11903"/>
                  </a:lnTo>
                  <a:lnTo>
                    <a:pt x="81353" y="10515"/>
                  </a:lnTo>
                  <a:lnTo>
                    <a:pt x="82985" y="9196"/>
                  </a:lnTo>
                  <a:lnTo>
                    <a:pt x="83477" y="7404"/>
                  </a:lnTo>
                  <a:lnTo>
                    <a:pt x="83941" y="4282"/>
                  </a:lnTo>
                  <a:lnTo>
                    <a:pt x="84338" y="825"/>
                  </a:lnTo>
                  <a:lnTo>
                    <a:pt x="84654" y="0"/>
                  </a:lnTo>
                  <a:lnTo>
                    <a:pt x="85178" y="92"/>
                  </a:lnTo>
                  <a:lnTo>
                    <a:pt x="86053" y="960"/>
                  </a:lnTo>
                  <a:lnTo>
                    <a:pt x="86513" y="2273"/>
                  </a:lnTo>
                  <a:lnTo>
                    <a:pt x="88797" y="6417"/>
                  </a:lnTo>
                  <a:lnTo>
                    <a:pt x="89822" y="8778"/>
                  </a:lnTo>
                  <a:lnTo>
                    <a:pt x="90799" y="9092"/>
                  </a:lnTo>
                  <a:lnTo>
                    <a:pt x="92725" y="8628"/>
                  </a:lnTo>
                  <a:lnTo>
                    <a:pt x="93116" y="8734"/>
                  </a:lnTo>
                  <a:lnTo>
                    <a:pt x="98030" y="8870"/>
                  </a:lnTo>
                  <a:lnTo>
                    <a:pt x="98781" y="9075"/>
                  </a:lnTo>
                  <a:lnTo>
                    <a:pt x="100502" y="10088"/>
                  </a:lnTo>
                  <a:lnTo>
                    <a:pt x="101473" y="10896"/>
                  </a:lnTo>
                  <a:lnTo>
                    <a:pt x="102147" y="11317"/>
                  </a:lnTo>
                  <a:lnTo>
                    <a:pt x="103235" y="12595"/>
                  </a:lnTo>
                  <a:lnTo>
                    <a:pt x="104178" y="16814"/>
                  </a:lnTo>
                  <a:lnTo>
                    <a:pt x="104706" y="20176"/>
                  </a:lnTo>
                  <a:lnTo>
                    <a:pt x="105077" y="23131"/>
                  </a:lnTo>
                  <a:lnTo>
                    <a:pt x="105900" y="28322"/>
                  </a:lnTo>
                  <a:lnTo>
                    <a:pt x="106460" y="30290"/>
                  </a:lnTo>
                  <a:lnTo>
                    <a:pt x="106660" y="29335"/>
                  </a:lnTo>
                  <a:lnTo>
                    <a:pt x="107138" y="23662"/>
                  </a:lnTo>
                  <a:lnTo>
                    <a:pt x="107798" y="20352"/>
                  </a:lnTo>
                  <a:lnTo>
                    <a:pt x="108687" y="16644"/>
                  </a:lnTo>
                  <a:lnTo>
                    <a:pt x="110479" y="7978"/>
                  </a:lnTo>
                  <a:lnTo>
                    <a:pt x="111105" y="6680"/>
                  </a:lnTo>
                  <a:lnTo>
                    <a:pt x="111803" y="6048"/>
                  </a:lnTo>
                  <a:lnTo>
                    <a:pt x="112291" y="5996"/>
                  </a:lnTo>
                  <a:lnTo>
                    <a:pt x="112786" y="6639"/>
                  </a:lnTo>
                  <a:lnTo>
                    <a:pt x="113461" y="6648"/>
                  </a:lnTo>
                  <a:lnTo>
                    <a:pt x="113940" y="5961"/>
                  </a:lnTo>
                  <a:lnTo>
                    <a:pt x="118637" y="5852"/>
                  </a:lnTo>
                  <a:lnTo>
                    <a:pt x="123619" y="5808"/>
                  </a:lnTo>
                  <a:lnTo>
                    <a:pt x="123840" y="7300"/>
                  </a:lnTo>
                  <a:lnTo>
                    <a:pt x="124651" y="10558"/>
                  </a:lnTo>
                  <a:lnTo>
                    <a:pt x="125564" y="122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722279" y="2432463"/>
              <a:ext cx="960" cy="1929"/>
            </a:xfrm>
            <a:custGeom>
              <a:avLst/>
              <a:pathLst>
                <a:path w="960" h="1929">
                  <a:moveTo>
                    <a:pt x="846" y="1441"/>
                  </a:moveTo>
                  <a:lnTo>
                    <a:pt x="409" y="1929"/>
                  </a:lnTo>
                  <a:lnTo>
                    <a:pt x="0" y="1709"/>
                  </a:lnTo>
                  <a:lnTo>
                    <a:pt x="0" y="487"/>
                  </a:lnTo>
                  <a:lnTo>
                    <a:pt x="295" y="0"/>
                  </a:lnTo>
                  <a:lnTo>
                    <a:pt x="637" y="24"/>
                  </a:lnTo>
                  <a:lnTo>
                    <a:pt x="960" y="4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698810" y="2413961"/>
              <a:ext cx="36196" cy="71565"/>
            </a:xfrm>
            <a:custGeom>
              <a:avLst/>
              <a:pathLst>
                <a:path w="36196" h="71565">
                  <a:moveTo>
                    <a:pt x="35113" y="70453"/>
                  </a:moveTo>
                  <a:lnTo>
                    <a:pt x="33123" y="70277"/>
                  </a:lnTo>
                  <a:lnTo>
                    <a:pt x="31424" y="71565"/>
                  </a:lnTo>
                  <a:lnTo>
                    <a:pt x="30784" y="71307"/>
                  </a:lnTo>
                  <a:lnTo>
                    <a:pt x="30358" y="69029"/>
                  </a:lnTo>
                  <a:lnTo>
                    <a:pt x="29995" y="67177"/>
                  </a:lnTo>
                  <a:lnTo>
                    <a:pt x="28912" y="62432"/>
                  </a:lnTo>
                  <a:lnTo>
                    <a:pt x="29207" y="60488"/>
                  </a:lnTo>
                  <a:lnTo>
                    <a:pt x="28603" y="59365"/>
                  </a:lnTo>
                  <a:lnTo>
                    <a:pt x="27149" y="57347"/>
                  </a:lnTo>
                  <a:lnTo>
                    <a:pt x="26777" y="56512"/>
                  </a:lnTo>
                  <a:lnTo>
                    <a:pt x="26983" y="55366"/>
                  </a:lnTo>
                  <a:lnTo>
                    <a:pt x="27124" y="53272"/>
                  </a:lnTo>
                  <a:lnTo>
                    <a:pt x="26986" y="51573"/>
                  </a:lnTo>
                  <a:lnTo>
                    <a:pt x="26595" y="51061"/>
                  </a:lnTo>
                  <a:lnTo>
                    <a:pt x="25869" y="51028"/>
                  </a:lnTo>
                  <a:lnTo>
                    <a:pt x="24987" y="51449"/>
                  </a:lnTo>
                  <a:lnTo>
                    <a:pt x="23216" y="53084"/>
                  </a:lnTo>
                  <a:lnTo>
                    <a:pt x="21985" y="52038"/>
                  </a:lnTo>
                  <a:lnTo>
                    <a:pt x="21276" y="50983"/>
                  </a:lnTo>
                  <a:lnTo>
                    <a:pt x="20865" y="50100"/>
                  </a:lnTo>
                  <a:lnTo>
                    <a:pt x="19944" y="50834"/>
                  </a:lnTo>
                  <a:lnTo>
                    <a:pt x="19717" y="50478"/>
                  </a:lnTo>
                  <a:lnTo>
                    <a:pt x="19669" y="48294"/>
                  </a:lnTo>
                  <a:lnTo>
                    <a:pt x="19392" y="47119"/>
                  </a:lnTo>
                  <a:lnTo>
                    <a:pt x="18838" y="45746"/>
                  </a:lnTo>
                  <a:lnTo>
                    <a:pt x="18323" y="45086"/>
                  </a:lnTo>
                  <a:lnTo>
                    <a:pt x="16430" y="46445"/>
                  </a:lnTo>
                  <a:lnTo>
                    <a:pt x="15292" y="46907"/>
                  </a:lnTo>
                  <a:lnTo>
                    <a:pt x="14895" y="45637"/>
                  </a:lnTo>
                  <a:lnTo>
                    <a:pt x="12900" y="41468"/>
                  </a:lnTo>
                  <a:lnTo>
                    <a:pt x="11049" y="38272"/>
                  </a:lnTo>
                  <a:lnTo>
                    <a:pt x="9779" y="36953"/>
                  </a:lnTo>
                  <a:lnTo>
                    <a:pt x="8499" y="37090"/>
                  </a:lnTo>
                  <a:lnTo>
                    <a:pt x="6512" y="37729"/>
                  </a:lnTo>
                  <a:lnTo>
                    <a:pt x="5783" y="37462"/>
                  </a:lnTo>
                  <a:lnTo>
                    <a:pt x="4053" y="36070"/>
                  </a:lnTo>
                  <a:lnTo>
                    <a:pt x="2609" y="34412"/>
                  </a:lnTo>
                  <a:lnTo>
                    <a:pt x="2806" y="33724"/>
                  </a:lnTo>
                  <a:lnTo>
                    <a:pt x="3111" y="33226"/>
                  </a:lnTo>
                  <a:lnTo>
                    <a:pt x="2746" y="31075"/>
                  </a:lnTo>
                  <a:lnTo>
                    <a:pt x="1944" y="27609"/>
                  </a:lnTo>
                  <a:lnTo>
                    <a:pt x="2029" y="26524"/>
                  </a:lnTo>
                  <a:lnTo>
                    <a:pt x="1775" y="25025"/>
                  </a:lnTo>
                  <a:lnTo>
                    <a:pt x="1494" y="23893"/>
                  </a:lnTo>
                  <a:lnTo>
                    <a:pt x="2628" y="21183"/>
                  </a:lnTo>
                  <a:lnTo>
                    <a:pt x="3146" y="19006"/>
                  </a:lnTo>
                  <a:lnTo>
                    <a:pt x="3259" y="16885"/>
                  </a:lnTo>
                  <a:lnTo>
                    <a:pt x="2957" y="14680"/>
                  </a:lnTo>
                  <a:lnTo>
                    <a:pt x="2211" y="10695"/>
                  </a:lnTo>
                  <a:lnTo>
                    <a:pt x="1752" y="9537"/>
                  </a:lnTo>
                  <a:lnTo>
                    <a:pt x="897" y="8454"/>
                  </a:lnTo>
                  <a:lnTo>
                    <a:pt x="182" y="6686"/>
                  </a:lnTo>
                  <a:lnTo>
                    <a:pt x="0" y="5432"/>
                  </a:lnTo>
                  <a:lnTo>
                    <a:pt x="604" y="5184"/>
                  </a:lnTo>
                  <a:lnTo>
                    <a:pt x="2365" y="5150"/>
                  </a:lnTo>
                  <a:lnTo>
                    <a:pt x="4070" y="4723"/>
                  </a:lnTo>
                  <a:lnTo>
                    <a:pt x="5405" y="3900"/>
                  </a:lnTo>
                  <a:lnTo>
                    <a:pt x="7339" y="3204"/>
                  </a:lnTo>
                  <a:lnTo>
                    <a:pt x="8136" y="2588"/>
                  </a:lnTo>
                  <a:lnTo>
                    <a:pt x="9067" y="2294"/>
                  </a:lnTo>
                  <a:lnTo>
                    <a:pt x="11894" y="2953"/>
                  </a:lnTo>
                  <a:lnTo>
                    <a:pt x="12951" y="2445"/>
                  </a:lnTo>
                  <a:lnTo>
                    <a:pt x="16133" y="2351"/>
                  </a:lnTo>
                  <a:lnTo>
                    <a:pt x="16215" y="2091"/>
                  </a:lnTo>
                  <a:lnTo>
                    <a:pt x="15783" y="1252"/>
                  </a:lnTo>
                  <a:lnTo>
                    <a:pt x="15787" y="933"/>
                  </a:lnTo>
                  <a:lnTo>
                    <a:pt x="17681" y="398"/>
                  </a:lnTo>
                  <a:lnTo>
                    <a:pt x="17974" y="0"/>
                  </a:lnTo>
                  <a:lnTo>
                    <a:pt x="18222" y="1337"/>
                  </a:lnTo>
                  <a:lnTo>
                    <a:pt x="18934" y="2822"/>
                  </a:lnTo>
                  <a:lnTo>
                    <a:pt x="19712" y="3422"/>
                  </a:lnTo>
                  <a:lnTo>
                    <a:pt x="20128" y="4241"/>
                  </a:lnTo>
                  <a:lnTo>
                    <a:pt x="20148" y="4863"/>
                  </a:lnTo>
                  <a:lnTo>
                    <a:pt x="18772" y="5618"/>
                  </a:lnTo>
                  <a:lnTo>
                    <a:pt x="18679" y="5993"/>
                  </a:lnTo>
                  <a:lnTo>
                    <a:pt x="18770" y="6364"/>
                  </a:lnTo>
                  <a:lnTo>
                    <a:pt x="19179" y="6548"/>
                  </a:lnTo>
                  <a:lnTo>
                    <a:pt x="21105" y="8413"/>
                  </a:lnTo>
                  <a:lnTo>
                    <a:pt x="22204" y="8453"/>
                  </a:lnTo>
                  <a:lnTo>
                    <a:pt x="22782" y="9020"/>
                  </a:lnTo>
                  <a:lnTo>
                    <a:pt x="23071" y="10134"/>
                  </a:lnTo>
                  <a:lnTo>
                    <a:pt x="23989" y="11649"/>
                  </a:lnTo>
                  <a:lnTo>
                    <a:pt x="24719" y="13121"/>
                  </a:lnTo>
                  <a:lnTo>
                    <a:pt x="24764" y="13628"/>
                  </a:lnTo>
                  <a:lnTo>
                    <a:pt x="24626" y="14374"/>
                  </a:lnTo>
                  <a:lnTo>
                    <a:pt x="22577" y="17251"/>
                  </a:lnTo>
                  <a:lnTo>
                    <a:pt x="22319" y="18243"/>
                  </a:lnTo>
                  <a:lnTo>
                    <a:pt x="22287" y="19292"/>
                  </a:lnTo>
                  <a:lnTo>
                    <a:pt x="23188" y="22415"/>
                  </a:lnTo>
                  <a:lnTo>
                    <a:pt x="24513" y="25829"/>
                  </a:lnTo>
                  <a:lnTo>
                    <a:pt x="26425" y="28422"/>
                  </a:lnTo>
                  <a:lnTo>
                    <a:pt x="29060" y="31238"/>
                  </a:lnTo>
                  <a:lnTo>
                    <a:pt x="29093" y="32981"/>
                  </a:lnTo>
                  <a:lnTo>
                    <a:pt x="28675" y="35053"/>
                  </a:lnTo>
                  <a:lnTo>
                    <a:pt x="28317" y="36460"/>
                  </a:lnTo>
                  <a:lnTo>
                    <a:pt x="28154" y="37412"/>
                  </a:lnTo>
                  <a:lnTo>
                    <a:pt x="27833" y="37813"/>
                  </a:lnTo>
                  <a:lnTo>
                    <a:pt x="25210" y="37726"/>
                  </a:lnTo>
                  <a:lnTo>
                    <a:pt x="24817" y="38063"/>
                  </a:lnTo>
                  <a:lnTo>
                    <a:pt x="24644" y="38471"/>
                  </a:lnTo>
                  <a:lnTo>
                    <a:pt x="24631" y="38810"/>
                  </a:lnTo>
                  <a:lnTo>
                    <a:pt x="25575" y="39441"/>
                  </a:lnTo>
                  <a:lnTo>
                    <a:pt x="27046" y="41660"/>
                  </a:lnTo>
                  <a:lnTo>
                    <a:pt x="27892" y="43809"/>
                  </a:lnTo>
                  <a:lnTo>
                    <a:pt x="28775" y="44749"/>
                  </a:lnTo>
                  <a:lnTo>
                    <a:pt x="29764" y="46463"/>
                  </a:lnTo>
                  <a:lnTo>
                    <a:pt x="30558" y="48061"/>
                  </a:lnTo>
                  <a:lnTo>
                    <a:pt x="31792" y="50129"/>
                  </a:lnTo>
                  <a:lnTo>
                    <a:pt x="33168" y="49451"/>
                  </a:lnTo>
                  <a:lnTo>
                    <a:pt x="35007" y="51290"/>
                  </a:lnTo>
                  <a:lnTo>
                    <a:pt x="35083" y="52541"/>
                  </a:lnTo>
                  <a:lnTo>
                    <a:pt x="34969" y="53657"/>
                  </a:lnTo>
                  <a:lnTo>
                    <a:pt x="33812" y="54875"/>
                  </a:lnTo>
                  <a:lnTo>
                    <a:pt x="33668" y="55379"/>
                  </a:lnTo>
                  <a:lnTo>
                    <a:pt x="33670" y="55802"/>
                  </a:lnTo>
                  <a:lnTo>
                    <a:pt x="33821" y="56400"/>
                  </a:lnTo>
                  <a:lnTo>
                    <a:pt x="34499" y="57397"/>
                  </a:lnTo>
                  <a:lnTo>
                    <a:pt x="35297" y="58874"/>
                  </a:lnTo>
                  <a:lnTo>
                    <a:pt x="36196" y="61086"/>
                  </a:lnTo>
                  <a:lnTo>
                    <a:pt x="35796" y="61744"/>
                  </a:lnTo>
                  <a:lnTo>
                    <a:pt x="34958" y="61839"/>
                  </a:lnTo>
                  <a:lnTo>
                    <a:pt x="34303" y="61568"/>
                  </a:lnTo>
                  <a:lnTo>
                    <a:pt x="34073" y="62016"/>
                  </a:lnTo>
                  <a:lnTo>
                    <a:pt x="34086" y="62741"/>
                  </a:lnTo>
                  <a:lnTo>
                    <a:pt x="34937" y="64419"/>
                  </a:lnTo>
                  <a:lnTo>
                    <a:pt x="35104" y="65644"/>
                  </a:lnTo>
                  <a:lnTo>
                    <a:pt x="35068" y="677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716295" y="2420030"/>
              <a:ext cx="803" cy="2061"/>
            </a:xfrm>
            <a:custGeom>
              <a:avLst/>
              <a:pathLst>
                <a:path w="803" h="2061">
                  <a:moveTo>
                    <a:pt x="116" y="1724"/>
                  </a:moveTo>
                  <a:lnTo>
                    <a:pt x="496" y="2061"/>
                  </a:lnTo>
                  <a:lnTo>
                    <a:pt x="745" y="1724"/>
                  </a:lnTo>
                  <a:lnTo>
                    <a:pt x="803" y="937"/>
                  </a:lnTo>
                  <a:lnTo>
                    <a:pt x="715" y="224"/>
                  </a:lnTo>
                  <a:lnTo>
                    <a:pt x="407" y="0"/>
                  </a:lnTo>
                  <a:lnTo>
                    <a:pt x="29" y="187"/>
                  </a:lnTo>
                  <a:lnTo>
                    <a:pt x="0" y="9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233093" y="4055363"/>
              <a:ext cx="2904" cy="3024"/>
            </a:xfrm>
            <a:custGeom>
              <a:avLst/>
              <a:pathLst>
                <a:path w="2904" h="3024">
                  <a:moveTo>
                    <a:pt x="1084" y="2770"/>
                  </a:moveTo>
                  <a:lnTo>
                    <a:pt x="590" y="3024"/>
                  </a:lnTo>
                  <a:lnTo>
                    <a:pt x="0" y="1615"/>
                  </a:lnTo>
                  <a:lnTo>
                    <a:pt x="1146" y="548"/>
                  </a:lnTo>
                  <a:lnTo>
                    <a:pt x="1511" y="0"/>
                  </a:lnTo>
                  <a:lnTo>
                    <a:pt x="2904" y="277"/>
                  </a:lnTo>
                  <a:lnTo>
                    <a:pt x="2071" y="7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1313932" y="6081992"/>
              <a:ext cx="24866" cy="8838"/>
            </a:xfrm>
            <a:custGeom>
              <a:avLst/>
              <a:pathLst>
                <a:path w="24866" h="8838">
                  <a:moveTo>
                    <a:pt x="20739" y="8157"/>
                  </a:moveTo>
                  <a:lnTo>
                    <a:pt x="17158" y="8838"/>
                  </a:lnTo>
                  <a:lnTo>
                    <a:pt x="8624" y="7508"/>
                  </a:lnTo>
                  <a:lnTo>
                    <a:pt x="6373" y="6412"/>
                  </a:lnTo>
                  <a:lnTo>
                    <a:pt x="5150" y="5286"/>
                  </a:lnTo>
                  <a:lnTo>
                    <a:pt x="2806" y="4285"/>
                  </a:lnTo>
                  <a:lnTo>
                    <a:pt x="2234" y="3719"/>
                  </a:lnTo>
                  <a:lnTo>
                    <a:pt x="2229" y="2501"/>
                  </a:lnTo>
                  <a:lnTo>
                    <a:pt x="1859" y="1760"/>
                  </a:lnTo>
                  <a:lnTo>
                    <a:pt x="1059" y="1082"/>
                  </a:lnTo>
                  <a:lnTo>
                    <a:pt x="697" y="418"/>
                  </a:lnTo>
                  <a:lnTo>
                    <a:pt x="0" y="0"/>
                  </a:lnTo>
                  <a:lnTo>
                    <a:pt x="11478" y="655"/>
                  </a:lnTo>
                  <a:lnTo>
                    <a:pt x="15942" y="1670"/>
                  </a:lnTo>
                  <a:lnTo>
                    <a:pt x="16757" y="2366"/>
                  </a:lnTo>
                  <a:lnTo>
                    <a:pt x="24866" y="5445"/>
                  </a:lnTo>
                  <a:lnTo>
                    <a:pt x="22644" y="590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1369254" y="6050570"/>
              <a:ext cx="13282" cy="9831"/>
            </a:xfrm>
            <a:custGeom>
              <a:avLst/>
              <a:pathLst>
                <a:path w="13282" h="9831">
                  <a:moveTo>
                    <a:pt x="11522" y="9623"/>
                  </a:moveTo>
                  <a:lnTo>
                    <a:pt x="10501" y="9831"/>
                  </a:lnTo>
                  <a:lnTo>
                    <a:pt x="9604" y="8250"/>
                  </a:lnTo>
                  <a:lnTo>
                    <a:pt x="5102" y="5009"/>
                  </a:lnTo>
                  <a:lnTo>
                    <a:pt x="2480" y="2842"/>
                  </a:lnTo>
                  <a:lnTo>
                    <a:pt x="718" y="1162"/>
                  </a:lnTo>
                  <a:lnTo>
                    <a:pt x="0" y="0"/>
                  </a:lnTo>
                  <a:lnTo>
                    <a:pt x="863" y="14"/>
                  </a:lnTo>
                  <a:lnTo>
                    <a:pt x="7387" y="3581"/>
                  </a:lnTo>
                  <a:lnTo>
                    <a:pt x="8376" y="4963"/>
                  </a:lnTo>
                  <a:lnTo>
                    <a:pt x="13282" y="743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312145" y="6035859"/>
              <a:ext cx="40095" cy="9349"/>
            </a:xfrm>
            <a:custGeom>
              <a:avLst/>
              <a:pathLst>
                <a:path w="40095" h="9349">
                  <a:moveTo>
                    <a:pt x="40095" y="9101"/>
                  </a:moveTo>
                  <a:lnTo>
                    <a:pt x="38899" y="9349"/>
                  </a:lnTo>
                  <a:lnTo>
                    <a:pt x="8034" y="5938"/>
                  </a:lnTo>
                  <a:lnTo>
                    <a:pt x="2130" y="4827"/>
                  </a:lnTo>
                  <a:lnTo>
                    <a:pt x="702" y="4201"/>
                  </a:lnTo>
                  <a:lnTo>
                    <a:pt x="137" y="3624"/>
                  </a:lnTo>
                  <a:lnTo>
                    <a:pt x="0" y="3234"/>
                  </a:lnTo>
                  <a:lnTo>
                    <a:pt x="243" y="2089"/>
                  </a:lnTo>
                  <a:lnTo>
                    <a:pt x="946" y="1258"/>
                  </a:lnTo>
                  <a:lnTo>
                    <a:pt x="8637" y="0"/>
                  </a:lnTo>
                  <a:lnTo>
                    <a:pt x="17201" y="940"/>
                  </a:lnTo>
                  <a:lnTo>
                    <a:pt x="27534" y="3405"/>
                  </a:lnTo>
                  <a:lnTo>
                    <a:pt x="34677" y="5379"/>
                  </a:lnTo>
                  <a:lnTo>
                    <a:pt x="38371" y="7110"/>
                  </a:lnTo>
                  <a:lnTo>
                    <a:pt x="39884" y="84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1406512" y="5991065"/>
              <a:ext cx="20952" cy="7993"/>
            </a:xfrm>
            <a:custGeom>
              <a:avLst/>
              <a:pathLst>
                <a:path w="20952" h="7993">
                  <a:moveTo>
                    <a:pt x="20952" y="7912"/>
                  </a:moveTo>
                  <a:lnTo>
                    <a:pt x="18839" y="7993"/>
                  </a:lnTo>
                  <a:lnTo>
                    <a:pt x="16138" y="7699"/>
                  </a:lnTo>
                  <a:lnTo>
                    <a:pt x="14059" y="6942"/>
                  </a:lnTo>
                  <a:lnTo>
                    <a:pt x="9315" y="5932"/>
                  </a:lnTo>
                  <a:lnTo>
                    <a:pt x="8129" y="3967"/>
                  </a:lnTo>
                  <a:lnTo>
                    <a:pt x="2598" y="2392"/>
                  </a:lnTo>
                  <a:lnTo>
                    <a:pt x="0" y="1893"/>
                  </a:lnTo>
                  <a:lnTo>
                    <a:pt x="884" y="0"/>
                  </a:lnTo>
                  <a:lnTo>
                    <a:pt x="6777" y="2516"/>
                  </a:lnTo>
                  <a:lnTo>
                    <a:pt x="13994" y="5023"/>
                  </a:lnTo>
                  <a:lnTo>
                    <a:pt x="19860" y="656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2430499" y="5990341"/>
              <a:ext cx="85728" cy="35669"/>
            </a:xfrm>
            <a:custGeom>
              <a:avLst/>
              <a:pathLst>
                <a:path w="85728" h="35669">
                  <a:moveTo>
                    <a:pt x="80984" y="17821"/>
                  </a:moveTo>
                  <a:lnTo>
                    <a:pt x="80526" y="24144"/>
                  </a:lnTo>
                  <a:lnTo>
                    <a:pt x="80554" y="27052"/>
                  </a:lnTo>
                  <a:lnTo>
                    <a:pt x="79930" y="29320"/>
                  </a:lnTo>
                  <a:lnTo>
                    <a:pt x="78770" y="30532"/>
                  </a:lnTo>
                  <a:lnTo>
                    <a:pt x="76488" y="32495"/>
                  </a:lnTo>
                  <a:lnTo>
                    <a:pt x="74836" y="33695"/>
                  </a:lnTo>
                  <a:lnTo>
                    <a:pt x="71215" y="35669"/>
                  </a:lnTo>
                  <a:lnTo>
                    <a:pt x="54637" y="33923"/>
                  </a:lnTo>
                  <a:lnTo>
                    <a:pt x="47190" y="32304"/>
                  </a:lnTo>
                  <a:lnTo>
                    <a:pt x="44084" y="30281"/>
                  </a:lnTo>
                  <a:lnTo>
                    <a:pt x="43558" y="29358"/>
                  </a:lnTo>
                  <a:lnTo>
                    <a:pt x="42621" y="26192"/>
                  </a:lnTo>
                  <a:lnTo>
                    <a:pt x="41741" y="25229"/>
                  </a:lnTo>
                  <a:lnTo>
                    <a:pt x="35170" y="25884"/>
                  </a:lnTo>
                  <a:lnTo>
                    <a:pt x="31142" y="26871"/>
                  </a:lnTo>
                  <a:lnTo>
                    <a:pt x="30435" y="27387"/>
                  </a:lnTo>
                  <a:lnTo>
                    <a:pt x="29359" y="29341"/>
                  </a:lnTo>
                  <a:lnTo>
                    <a:pt x="28803" y="29771"/>
                  </a:lnTo>
                  <a:lnTo>
                    <a:pt x="18048" y="25601"/>
                  </a:lnTo>
                  <a:lnTo>
                    <a:pt x="6759" y="20713"/>
                  </a:lnTo>
                  <a:lnTo>
                    <a:pt x="2068" y="18219"/>
                  </a:lnTo>
                  <a:lnTo>
                    <a:pt x="432" y="17065"/>
                  </a:lnTo>
                  <a:lnTo>
                    <a:pt x="0" y="16335"/>
                  </a:lnTo>
                  <a:lnTo>
                    <a:pt x="1036" y="15348"/>
                  </a:lnTo>
                  <a:lnTo>
                    <a:pt x="2102" y="14702"/>
                  </a:lnTo>
                  <a:lnTo>
                    <a:pt x="3319" y="14283"/>
                  </a:lnTo>
                  <a:lnTo>
                    <a:pt x="4536" y="14220"/>
                  </a:lnTo>
                  <a:lnTo>
                    <a:pt x="5470" y="14589"/>
                  </a:lnTo>
                  <a:lnTo>
                    <a:pt x="6372" y="15282"/>
                  </a:lnTo>
                  <a:lnTo>
                    <a:pt x="6945" y="17882"/>
                  </a:lnTo>
                  <a:lnTo>
                    <a:pt x="7545" y="18326"/>
                  </a:lnTo>
                  <a:lnTo>
                    <a:pt x="9103" y="19013"/>
                  </a:lnTo>
                  <a:lnTo>
                    <a:pt x="48936" y="18684"/>
                  </a:lnTo>
                  <a:lnTo>
                    <a:pt x="52238" y="18545"/>
                  </a:lnTo>
                  <a:lnTo>
                    <a:pt x="59126" y="17821"/>
                  </a:lnTo>
                  <a:lnTo>
                    <a:pt x="62814" y="16710"/>
                  </a:lnTo>
                  <a:lnTo>
                    <a:pt x="64182" y="15236"/>
                  </a:lnTo>
                  <a:lnTo>
                    <a:pt x="60835" y="14858"/>
                  </a:lnTo>
                  <a:lnTo>
                    <a:pt x="59539" y="13735"/>
                  </a:lnTo>
                  <a:lnTo>
                    <a:pt x="58424" y="11623"/>
                  </a:lnTo>
                  <a:lnTo>
                    <a:pt x="58165" y="9701"/>
                  </a:lnTo>
                  <a:lnTo>
                    <a:pt x="58541" y="8235"/>
                  </a:lnTo>
                  <a:lnTo>
                    <a:pt x="62935" y="7528"/>
                  </a:lnTo>
                  <a:lnTo>
                    <a:pt x="63580" y="7011"/>
                  </a:lnTo>
                  <a:lnTo>
                    <a:pt x="62430" y="6192"/>
                  </a:lnTo>
                  <a:lnTo>
                    <a:pt x="62466" y="4308"/>
                  </a:lnTo>
                  <a:lnTo>
                    <a:pt x="65091" y="3580"/>
                  </a:lnTo>
                  <a:lnTo>
                    <a:pt x="66111" y="2005"/>
                  </a:lnTo>
                  <a:lnTo>
                    <a:pt x="71261" y="0"/>
                  </a:lnTo>
                  <a:lnTo>
                    <a:pt x="79380" y="1061"/>
                  </a:lnTo>
                  <a:lnTo>
                    <a:pt x="81302" y="3967"/>
                  </a:lnTo>
                  <a:lnTo>
                    <a:pt x="80771" y="5820"/>
                  </a:lnTo>
                  <a:lnTo>
                    <a:pt x="80389" y="7684"/>
                  </a:lnTo>
                  <a:lnTo>
                    <a:pt x="80364" y="10636"/>
                  </a:lnTo>
                  <a:lnTo>
                    <a:pt x="83698" y="11051"/>
                  </a:lnTo>
                  <a:lnTo>
                    <a:pt x="84737" y="12110"/>
                  </a:lnTo>
                  <a:lnTo>
                    <a:pt x="85728" y="13450"/>
                  </a:lnTo>
                  <a:lnTo>
                    <a:pt x="84521" y="13493"/>
                  </a:lnTo>
                  <a:lnTo>
                    <a:pt x="83330" y="13799"/>
                  </a:lnTo>
                  <a:lnTo>
                    <a:pt x="82383" y="15201"/>
                  </a:lnTo>
                  <a:lnTo>
                    <a:pt x="81567" y="1697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2830644" y="5987187"/>
              <a:ext cx="27456" cy="11126"/>
            </a:xfrm>
            <a:custGeom>
              <a:avLst/>
              <a:pathLst>
                <a:path w="27456" h="11126">
                  <a:moveTo>
                    <a:pt x="10143" y="4850"/>
                  </a:moveTo>
                  <a:lnTo>
                    <a:pt x="11683" y="5442"/>
                  </a:lnTo>
                  <a:lnTo>
                    <a:pt x="13343" y="4048"/>
                  </a:lnTo>
                  <a:lnTo>
                    <a:pt x="13105" y="2706"/>
                  </a:lnTo>
                  <a:lnTo>
                    <a:pt x="14043" y="386"/>
                  </a:lnTo>
                  <a:lnTo>
                    <a:pt x="15422" y="2920"/>
                  </a:lnTo>
                  <a:lnTo>
                    <a:pt x="24505" y="5583"/>
                  </a:lnTo>
                  <a:lnTo>
                    <a:pt x="27456" y="8134"/>
                  </a:lnTo>
                  <a:lnTo>
                    <a:pt x="26233" y="8734"/>
                  </a:lnTo>
                  <a:lnTo>
                    <a:pt x="25319" y="8619"/>
                  </a:lnTo>
                  <a:lnTo>
                    <a:pt x="22685" y="8919"/>
                  </a:lnTo>
                  <a:lnTo>
                    <a:pt x="18161" y="11126"/>
                  </a:lnTo>
                  <a:lnTo>
                    <a:pt x="13301" y="8988"/>
                  </a:lnTo>
                  <a:lnTo>
                    <a:pt x="4672" y="7488"/>
                  </a:lnTo>
                  <a:lnTo>
                    <a:pt x="2027" y="6360"/>
                  </a:lnTo>
                  <a:lnTo>
                    <a:pt x="0" y="2900"/>
                  </a:lnTo>
                  <a:lnTo>
                    <a:pt x="3681" y="0"/>
                  </a:lnTo>
                  <a:lnTo>
                    <a:pt x="4550" y="30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2823936" y="5984102"/>
              <a:ext cx="7477" cy="4518"/>
            </a:xfrm>
            <a:custGeom>
              <a:avLst/>
              <a:pathLst>
                <a:path w="7477" h="4518">
                  <a:moveTo>
                    <a:pt x="2770" y="4247"/>
                  </a:moveTo>
                  <a:lnTo>
                    <a:pt x="786" y="4518"/>
                  </a:lnTo>
                  <a:lnTo>
                    <a:pt x="0" y="3794"/>
                  </a:lnTo>
                  <a:lnTo>
                    <a:pt x="948" y="1843"/>
                  </a:lnTo>
                  <a:lnTo>
                    <a:pt x="2378" y="141"/>
                  </a:lnTo>
                  <a:lnTo>
                    <a:pt x="4985" y="0"/>
                  </a:lnTo>
                  <a:lnTo>
                    <a:pt x="7477" y="1122"/>
                  </a:lnTo>
                  <a:lnTo>
                    <a:pt x="7209" y="2184"/>
                  </a:lnTo>
                  <a:lnTo>
                    <a:pt x="6698" y="227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2418559" y="5984059"/>
              <a:ext cx="26517" cy="16341"/>
            </a:xfrm>
            <a:custGeom>
              <a:avLst/>
              <a:pathLst>
                <a:path w="26517" h="16341">
                  <a:moveTo>
                    <a:pt x="18816" y="16234"/>
                  </a:moveTo>
                  <a:lnTo>
                    <a:pt x="17740" y="16341"/>
                  </a:lnTo>
                  <a:lnTo>
                    <a:pt x="17138" y="16153"/>
                  </a:lnTo>
                  <a:lnTo>
                    <a:pt x="16592" y="15539"/>
                  </a:lnTo>
                  <a:lnTo>
                    <a:pt x="16092" y="13147"/>
                  </a:lnTo>
                  <a:lnTo>
                    <a:pt x="10409" y="11242"/>
                  </a:lnTo>
                  <a:lnTo>
                    <a:pt x="9740" y="10171"/>
                  </a:lnTo>
                  <a:lnTo>
                    <a:pt x="9380" y="7828"/>
                  </a:lnTo>
                  <a:lnTo>
                    <a:pt x="8418" y="6896"/>
                  </a:lnTo>
                  <a:lnTo>
                    <a:pt x="1031" y="2712"/>
                  </a:lnTo>
                  <a:lnTo>
                    <a:pt x="437" y="1803"/>
                  </a:lnTo>
                  <a:lnTo>
                    <a:pt x="0" y="516"/>
                  </a:lnTo>
                  <a:lnTo>
                    <a:pt x="1390" y="0"/>
                  </a:lnTo>
                  <a:lnTo>
                    <a:pt x="4263" y="943"/>
                  </a:lnTo>
                  <a:lnTo>
                    <a:pt x="9549" y="1188"/>
                  </a:lnTo>
                  <a:lnTo>
                    <a:pt x="10673" y="1590"/>
                  </a:lnTo>
                  <a:lnTo>
                    <a:pt x="11778" y="2351"/>
                  </a:lnTo>
                  <a:lnTo>
                    <a:pt x="17664" y="2469"/>
                  </a:lnTo>
                  <a:lnTo>
                    <a:pt x="20652" y="2836"/>
                  </a:lnTo>
                  <a:lnTo>
                    <a:pt x="22307" y="6184"/>
                  </a:lnTo>
                  <a:lnTo>
                    <a:pt x="25657" y="7162"/>
                  </a:lnTo>
                  <a:lnTo>
                    <a:pt x="26113" y="9115"/>
                  </a:lnTo>
                  <a:lnTo>
                    <a:pt x="26517" y="12584"/>
                  </a:lnTo>
                  <a:lnTo>
                    <a:pt x="21977" y="15132"/>
                  </a:lnTo>
                  <a:lnTo>
                    <a:pt x="20937" y="1553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2410040" y="5974770"/>
              <a:ext cx="17035" cy="8484"/>
            </a:xfrm>
            <a:custGeom>
              <a:avLst/>
              <a:pathLst>
                <a:path w="17035" h="8484">
                  <a:moveTo>
                    <a:pt x="14810" y="7049"/>
                  </a:moveTo>
                  <a:lnTo>
                    <a:pt x="12826" y="8484"/>
                  </a:lnTo>
                  <a:lnTo>
                    <a:pt x="4458" y="7814"/>
                  </a:lnTo>
                  <a:lnTo>
                    <a:pt x="1620" y="7384"/>
                  </a:lnTo>
                  <a:lnTo>
                    <a:pt x="0" y="6599"/>
                  </a:lnTo>
                  <a:lnTo>
                    <a:pt x="1457" y="3520"/>
                  </a:lnTo>
                  <a:lnTo>
                    <a:pt x="2584" y="2487"/>
                  </a:lnTo>
                  <a:lnTo>
                    <a:pt x="3635" y="2095"/>
                  </a:lnTo>
                  <a:lnTo>
                    <a:pt x="5942" y="386"/>
                  </a:lnTo>
                  <a:lnTo>
                    <a:pt x="9606" y="0"/>
                  </a:lnTo>
                  <a:lnTo>
                    <a:pt x="12364" y="262"/>
                  </a:lnTo>
                  <a:lnTo>
                    <a:pt x="17035" y="1607"/>
                  </a:lnTo>
                  <a:lnTo>
                    <a:pt x="15834" y="2880"/>
                  </a:lnTo>
                  <a:lnTo>
                    <a:pt x="15068" y="3356"/>
                  </a:lnTo>
                  <a:lnTo>
                    <a:pt x="14316" y="531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2777702" y="5971105"/>
              <a:ext cx="30687" cy="7892"/>
            </a:xfrm>
            <a:custGeom>
              <a:avLst/>
              <a:pathLst>
                <a:path w="30687" h="7892">
                  <a:moveTo>
                    <a:pt x="30687" y="6806"/>
                  </a:moveTo>
                  <a:lnTo>
                    <a:pt x="29355" y="7892"/>
                  </a:lnTo>
                  <a:lnTo>
                    <a:pt x="1374" y="6028"/>
                  </a:lnTo>
                  <a:lnTo>
                    <a:pt x="0" y="5693"/>
                  </a:lnTo>
                  <a:lnTo>
                    <a:pt x="400" y="3508"/>
                  </a:lnTo>
                  <a:lnTo>
                    <a:pt x="4177" y="3122"/>
                  </a:lnTo>
                  <a:lnTo>
                    <a:pt x="6361" y="2692"/>
                  </a:lnTo>
                  <a:lnTo>
                    <a:pt x="9327" y="1739"/>
                  </a:lnTo>
                  <a:lnTo>
                    <a:pt x="11547" y="54"/>
                  </a:lnTo>
                  <a:lnTo>
                    <a:pt x="12268" y="0"/>
                  </a:lnTo>
                  <a:lnTo>
                    <a:pt x="25424" y="3927"/>
                  </a:lnTo>
                  <a:lnTo>
                    <a:pt x="29990" y="5569"/>
                  </a:lnTo>
                  <a:lnTo>
                    <a:pt x="30537" y="636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1308342" y="5960145"/>
              <a:ext cx="60820" cy="33254"/>
            </a:xfrm>
            <a:custGeom>
              <a:avLst/>
              <a:pathLst>
                <a:path w="60820" h="33254">
                  <a:moveTo>
                    <a:pt x="60172" y="32157"/>
                  </a:moveTo>
                  <a:lnTo>
                    <a:pt x="45796" y="33254"/>
                  </a:lnTo>
                  <a:lnTo>
                    <a:pt x="39989" y="32293"/>
                  </a:lnTo>
                  <a:lnTo>
                    <a:pt x="27804" y="29087"/>
                  </a:lnTo>
                  <a:lnTo>
                    <a:pt x="11098" y="23215"/>
                  </a:lnTo>
                  <a:lnTo>
                    <a:pt x="6550" y="21359"/>
                  </a:lnTo>
                  <a:lnTo>
                    <a:pt x="3575" y="19786"/>
                  </a:lnTo>
                  <a:lnTo>
                    <a:pt x="642" y="17778"/>
                  </a:lnTo>
                  <a:lnTo>
                    <a:pt x="0" y="15553"/>
                  </a:lnTo>
                  <a:lnTo>
                    <a:pt x="423" y="12367"/>
                  </a:lnTo>
                  <a:lnTo>
                    <a:pt x="945" y="9799"/>
                  </a:lnTo>
                  <a:lnTo>
                    <a:pt x="1796" y="8160"/>
                  </a:lnTo>
                  <a:lnTo>
                    <a:pt x="5374" y="6195"/>
                  </a:lnTo>
                  <a:lnTo>
                    <a:pt x="7150" y="4037"/>
                  </a:lnTo>
                  <a:lnTo>
                    <a:pt x="10775" y="1794"/>
                  </a:lnTo>
                  <a:lnTo>
                    <a:pt x="11801" y="86"/>
                  </a:lnTo>
                  <a:lnTo>
                    <a:pt x="13320" y="0"/>
                  </a:lnTo>
                  <a:lnTo>
                    <a:pt x="16213" y="179"/>
                  </a:lnTo>
                  <a:lnTo>
                    <a:pt x="19103" y="669"/>
                  </a:lnTo>
                  <a:lnTo>
                    <a:pt x="21768" y="1211"/>
                  </a:lnTo>
                  <a:lnTo>
                    <a:pt x="24407" y="2196"/>
                  </a:lnTo>
                  <a:lnTo>
                    <a:pt x="30365" y="5373"/>
                  </a:lnTo>
                  <a:lnTo>
                    <a:pt x="34503" y="8507"/>
                  </a:lnTo>
                  <a:lnTo>
                    <a:pt x="40476" y="12189"/>
                  </a:lnTo>
                  <a:lnTo>
                    <a:pt x="46400" y="16321"/>
                  </a:lnTo>
                  <a:lnTo>
                    <a:pt x="49693" y="17882"/>
                  </a:lnTo>
                  <a:lnTo>
                    <a:pt x="52908" y="20190"/>
                  </a:lnTo>
                  <a:lnTo>
                    <a:pt x="55961" y="23313"/>
                  </a:lnTo>
                  <a:lnTo>
                    <a:pt x="56564" y="24409"/>
                  </a:lnTo>
                  <a:lnTo>
                    <a:pt x="57834" y="25762"/>
                  </a:lnTo>
                  <a:lnTo>
                    <a:pt x="58598" y="27130"/>
                  </a:lnTo>
                  <a:lnTo>
                    <a:pt x="59414" y="28230"/>
                  </a:lnTo>
                  <a:lnTo>
                    <a:pt x="60190" y="28821"/>
                  </a:lnTo>
                  <a:lnTo>
                    <a:pt x="60820" y="30022"/>
                  </a:lnTo>
                  <a:lnTo>
                    <a:pt x="60671" y="3136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2372816" y="5948225"/>
              <a:ext cx="58178" cy="40402"/>
            </a:xfrm>
            <a:custGeom>
              <a:avLst/>
              <a:pathLst>
                <a:path w="58178" h="40402">
                  <a:moveTo>
                    <a:pt x="16680" y="40309"/>
                  </a:moveTo>
                  <a:lnTo>
                    <a:pt x="14166" y="40402"/>
                  </a:lnTo>
                  <a:lnTo>
                    <a:pt x="9204" y="40148"/>
                  </a:lnTo>
                  <a:lnTo>
                    <a:pt x="4252" y="39138"/>
                  </a:lnTo>
                  <a:lnTo>
                    <a:pt x="2966" y="38647"/>
                  </a:lnTo>
                  <a:lnTo>
                    <a:pt x="1114" y="37005"/>
                  </a:lnTo>
                  <a:lnTo>
                    <a:pt x="556" y="36134"/>
                  </a:lnTo>
                  <a:lnTo>
                    <a:pt x="66" y="35011"/>
                  </a:lnTo>
                  <a:lnTo>
                    <a:pt x="0" y="33349"/>
                  </a:lnTo>
                  <a:lnTo>
                    <a:pt x="1335" y="27480"/>
                  </a:lnTo>
                  <a:lnTo>
                    <a:pt x="3792" y="24028"/>
                  </a:lnTo>
                  <a:lnTo>
                    <a:pt x="6088" y="21982"/>
                  </a:lnTo>
                  <a:lnTo>
                    <a:pt x="13322" y="17310"/>
                  </a:lnTo>
                  <a:lnTo>
                    <a:pt x="14264" y="16782"/>
                  </a:lnTo>
                  <a:lnTo>
                    <a:pt x="20848" y="14586"/>
                  </a:lnTo>
                  <a:lnTo>
                    <a:pt x="23429" y="13398"/>
                  </a:lnTo>
                  <a:lnTo>
                    <a:pt x="27450" y="10945"/>
                  </a:lnTo>
                  <a:lnTo>
                    <a:pt x="49542" y="1382"/>
                  </a:lnTo>
                  <a:lnTo>
                    <a:pt x="54610" y="0"/>
                  </a:lnTo>
                  <a:lnTo>
                    <a:pt x="56887" y="1004"/>
                  </a:lnTo>
                  <a:lnTo>
                    <a:pt x="58178" y="2008"/>
                  </a:lnTo>
                  <a:lnTo>
                    <a:pt x="57500" y="3130"/>
                  </a:lnTo>
                  <a:lnTo>
                    <a:pt x="54518" y="5863"/>
                  </a:lnTo>
                  <a:lnTo>
                    <a:pt x="53134" y="7499"/>
                  </a:lnTo>
                  <a:lnTo>
                    <a:pt x="49514" y="10835"/>
                  </a:lnTo>
                  <a:lnTo>
                    <a:pt x="41734" y="16404"/>
                  </a:lnTo>
                  <a:lnTo>
                    <a:pt x="36199" y="20609"/>
                  </a:lnTo>
                  <a:lnTo>
                    <a:pt x="29146" y="26435"/>
                  </a:lnTo>
                  <a:lnTo>
                    <a:pt x="27494" y="28487"/>
                  </a:lnTo>
                  <a:lnTo>
                    <a:pt x="24133" y="33320"/>
                  </a:lnTo>
                  <a:lnTo>
                    <a:pt x="24731" y="35513"/>
                  </a:lnTo>
                  <a:lnTo>
                    <a:pt x="23612" y="38491"/>
                  </a:lnTo>
                  <a:lnTo>
                    <a:pt x="19186" y="3989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5109388" y="5938670"/>
              <a:ext cx="18761" cy="9280"/>
            </a:xfrm>
            <a:custGeom>
              <a:avLst/>
              <a:pathLst>
                <a:path w="18761" h="9280">
                  <a:moveTo>
                    <a:pt x="18761" y="4403"/>
                  </a:moveTo>
                  <a:lnTo>
                    <a:pt x="17319" y="6608"/>
                  </a:lnTo>
                  <a:lnTo>
                    <a:pt x="15702" y="7583"/>
                  </a:lnTo>
                  <a:lnTo>
                    <a:pt x="10630" y="6798"/>
                  </a:lnTo>
                  <a:lnTo>
                    <a:pt x="7059" y="8625"/>
                  </a:lnTo>
                  <a:lnTo>
                    <a:pt x="3134" y="9280"/>
                  </a:lnTo>
                  <a:lnTo>
                    <a:pt x="1258" y="8339"/>
                  </a:lnTo>
                  <a:lnTo>
                    <a:pt x="438" y="6530"/>
                  </a:lnTo>
                  <a:lnTo>
                    <a:pt x="0" y="4103"/>
                  </a:lnTo>
                  <a:lnTo>
                    <a:pt x="4" y="3237"/>
                  </a:lnTo>
                  <a:lnTo>
                    <a:pt x="1135" y="2874"/>
                  </a:lnTo>
                  <a:lnTo>
                    <a:pt x="6382" y="4599"/>
                  </a:lnTo>
                  <a:lnTo>
                    <a:pt x="8600" y="6074"/>
                  </a:lnTo>
                  <a:lnTo>
                    <a:pt x="9795" y="6028"/>
                  </a:lnTo>
                  <a:lnTo>
                    <a:pt x="12950" y="4066"/>
                  </a:lnTo>
                  <a:lnTo>
                    <a:pt x="15553" y="1578"/>
                  </a:lnTo>
                  <a:lnTo>
                    <a:pt x="16224" y="415"/>
                  </a:lnTo>
                  <a:lnTo>
                    <a:pt x="17093" y="0"/>
                  </a:lnTo>
                  <a:lnTo>
                    <a:pt x="18198" y="883"/>
                  </a:lnTo>
                  <a:lnTo>
                    <a:pt x="18727" y="352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2573194" y="5932550"/>
              <a:ext cx="131501" cy="91154"/>
            </a:xfrm>
            <a:custGeom>
              <a:avLst/>
              <a:pathLst>
                <a:path w="131501" h="91154">
                  <a:moveTo>
                    <a:pt x="105286" y="30302"/>
                  </a:moveTo>
                  <a:lnTo>
                    <a:pt x="106794" y="30405"/>
                  </a:lnTo>
                  <a:lnTo>
                    <a:pt x="112839" y="30111"/>
                  </a:lnTo>
                  <a:lnTo>
                    <a:pt x="118883" y="30180"/>
                  </a:lnTo>
                  <a:lnTo>
                    <a:pt x="122555" y="30530"/>
                  </a:lnTo>
                  <a:lnTo>
                    <a:pt x="123645" y="31346"/>
                  </a:lnTo>
                  <a:lnTo>
                    <a:pt x="124600" y="32997"/>
                  </a:lnTo>
                  <a:lnTo>
                    <a:pt x="125678" y="35588"/>
                  </a:lnTo>
                  <a:lnTo>
                    <a:pt x="126679" y="38399"/>
                  </a:lnTo>
                  <a:lnTo>
                    <a:pt x="127789" y="40713"/>
                  </a:lnTo>
                  <a:lnTo>
                    <a:pt x="128441" y="44759"/>
                  </a:lnTo>
                  <a:lnTo>
                    <a:pt x="129498" y="46236"/>
                  </a:lnTo>
                  <a:lnTo>
                    <a:pt x="131263" y="49990"/>
                  </a:lnTo>
                  <a:lnTo>
                    <a:pt x="131501" y="53006"/>
                  </a:lnTo>
                  <a:lnTo>
                    <a:pt x="130980" y="59571"/>
                  </a:lnTo>
                  <a:lnTo>
                    <a:pt x="130106" y="62234"/>
                  </a:lnTo>
                  <a:lnTo>
                    <a:pt x="127788" y="64811"/>
                  </a:lnTo>
                  <a:lnTo>
                    <a:pt x="125159" y="64537"/>
                  </a:lnTo>
                  <a:lnTo>
                    <a:pt x="123956" y="64673"/>
                  </a:lnTo>
                  <a:lnTo>
                    <a:pt x="122767" y="65152"/>
                  </a:lnTo>
                  <a:lnTo>
                    <a:pt x="122323" y="65530"/>
                  </a:lnTo>
                  <a:lnTo>
                    <a:pt x="122139" y="66049"/>
                  </a:lnTo>
                  <a:lnTo>
                    <a:pt x="125226" y="68265"/>
                  </a:lnTo>
                  <a:lnTo>
                    <a:pt x="125584" y="69079"/>
                  </a:lnTo>
                  <a:lnTo>
                    <a:pt x="125642" y="70025"/>
                  </a:lnTo>
                  <a:lnTo>
                    <a:pt x="125233" y="70704"/>
                  </a:lnTo>
                  <a:lnTo>
                    <a:pt x="124789" y="71099"/>
                  </a:lnTo>
                  <a:lnTo>
                    <a:pt x="59658" y="84437"/>
                  </a:lnTo>
                  <a:lnTo>
                    <a:pt x="57093" y="85149"/>
                  </a:lnTo>
                  <a:lnTo>
                    <a:pt x="54570" y="86491"/>
                  </a:lnTo>
                  <a:lnTo>
                    <a:pt x="53745" y="87700"/>
                  </a:lnTo>
                  <a:lnTo>
                    <a:pt x="52920" y="88615"/>
                  </a:lnTo>
                  <a:lnTo>
                    <a:pt x="2406" y="91154"/>
                  </a:lnTo>
                  <a:lnTo>
                    <a:pt x="1950" y="90970"/>
                  </a:lnTo>
                  <a:lnTo>
                    <a:pt x="1499" y="90470"/>
                  </a:lnTo>
                  <a:lnTo>
                    <a:pt x="239" y="87911"/>
                  </a:lnTo>
                  <a:lnTo>
                    <a:pt x="0" y="83871"/>
                  </a:lnTo>
                  <a:lnTo>
                    <a:pt x="280" y="82269"/>
                  </a:lnTo>
                  <a:lnTo>
                    <a:pt x="2784" y="80705"/>
                  </a:lnTo>
                  <a:lnTo>
                    <a:pt x="3759" y="79848"/>
                  </a:lnTo>
                  <a:lnTo>
                    <a:pt x="8003" y="73826"/>
                  </a:lnTo>
                  <a:lnTo>
                    <a:pt x="10233" y="71027"/>
                  </a:lnTo>
                  <a:lnTo>
                    <a:pt x="11251" y="68658"/>
                  </a:lnTo>
                  <a:lnTo>
                    <a:pt x="11796" y="68825"/>
                  </a:lnTo>
                  <a:lnTo>
                    <a:pt x="13754" y="70199"/>
                  </a:lnTo>
                  <a:lnTo>
                    <a:pt x="15168" y="70614"/>
                  </a:lnTo>
                  <a:lnTo>
                    <a:pt x="18002" y="70052"/>
                  </a:lnTo>
                  <a:lnTo>
                    <a:pt x="20769" y="68369"/>
                  </a:lnTo>
                  <a:lnTo>
                    <a:pt x="21987" y="67411"/>
                  </a:lnTo>
                  <a:lnTo>
                    <a:pt x="23182" y="67743"/>
                  </a:lnTo>
                  <a:lnTo>
                    <a:pt x="23401" y="69169"/>
                  </a:lnTo>
                  <a:lnTo>
                    <a:pt x="23872" y="69616"/>
                  </a:lnTo>
                  <a:lnTo>
                    <a:pt x="30614" y="65143"/>
                  </a:lnTo>
                  <a:lnTo>
                    <a:pt x="36684" y="60116"/>
                  </a:lnTo>
                  <a:lnTo>
                    <a:pt x="42662" y="54414"/>
                  </a:lnTo>
                  <a:lnTo>
                    <a:pt x="45687" y="51015"/>
                  </a:lnTo>
                  <a:lnTo>
                    <a:pt x="46404" y="50063"/>
                  </a:lnTo>
                  <a:lnTo>
                    <a:pt x="46914" y="48591"/>
                  </a:lnTo>
                  <a:lnTo>
                    <a:pt x="46495" y="47165"/>
                  </a:lnTo>
                  <a:lnTo>
                    <a:pt x="45950" y="45887"/>
                  </a:lnTo>
                  <a:lnTo>
                    <a:pt x="45480" y="45388"/>
                  </a:lnTo>
                  <a:lnTo>
                    <a:pt x="44970" y="45151"/>
                  </a:lnTo>
                  <a:lnTo>
                    <a:pt x="41872" y="44248"/>
                  </a:lnTo>
                  <a:lnTo>
                    <a:pt x="42839" y="42773"/>
                  </a:lnTo>
                  <a:lnTo>
                    <a:pt x="43710" y="40984"/>
                  </a:lnTo>
                  <a:lnTo>
                    <a:pt x="44320" y="38979"/>
                  </a:lnTo>
                  <a:lnTo>
                    <a:pt x="44526" y="36537"/>
                  </a:lnTo>
                  <a:lnTo>
                    <a:pt x="44396" y="35300"/>
                  </a:lnTo>
                  <a:lnTo>
                    <a:pt x="44525" y="34414"/>
                  </a:lnTo>
                  <a:lnTo>
                    <a:pt x="45937" y="33614"/>
                  </a:lnTo>
                  <a:lnTo>
                    <a:pt x="46881" y="32414"/>
                  </a:lnTo>
                  <a:lnTo>
                    <a:pt x="47524" y="30968"/>
                  </a:lnTo>
                  <a:lnTo>
                    <a:pt x="46448" y="30524"/>
                  </a:lnTo>
                  <a:lnTo>
                    <a:pt x="45965" y="29407"/>
                  </a:lnTo>
                  <a:lnTo>
                    <a:pt x="46922" y="26911"/>
                  </a:lnTo>
                  <a:lnTo>
                    <a:pt x="47780" y="24230"/>
                  </a:lnTo>
                  <a:lnTo>
                    <a:pt x="48678" y="22796"/>
                  </a:lnTo>
                  <a:lnTo>
                    <a:pt x="51001" y="20003"/>
                  </a:lnTo>
                  <a:lnTo>
                    <a:pt x="57740" y="12918"/>
                  </a:lnTo>
                  <a:lnTo>
                    <a:pt x="60163" y="9118"/>
                  </a:lnTo>
                  <a:lnTo>
                    <a:pt x="60881" y="7747"/>
                  </a:lnTo>
                  <a:lnTo>
                    <a:pt x="76868" y="1621"/>
                  </a:lnTo>
                  <a:lnTo>
                    <a:pt x="79498" y="998"/>
                  </a:lnTo>
                  <a:lnTo>
                    <a:pt x="84488" y="155"/>
                  </a:lnTo>
                  <a:lnTo>
                    <a:pt x="86838" y="0"/>
                  </a:lnTo>
                  <a:lnTo>
                    <a:pt x="93373" y="580"/>
                  </a:lnTo>
                  <a:lnTo>
                    <a:pt x="96419" y="1229"/>
                  </a:lnTo>
                  <a:lnTo>
                    <a:pt x="101746" y="2842"/>
                  </a:lnTo>
                  <a:lnTo>
                    <a:pt x="109552" y="6002"/>
                  </a:lnTo>
                  <a:lnTo>
                    <a:pt x="112515" y="7384"/>
                  </a:lnTo>
                  <a:lnTo>
                    <a:pt x="115445" y="9089"/>
                  </a:lnTo>
                  <a:lnTo>
                    <a:pt x="118275" y="11288"/>
                  </a:lnTo>
                  <a:lnTo>
                    <a:pt x="121031" y="13983"/>
                  </a:lnTo>
                  <a:lnTo>
                    <a:pt x="121559" y="14811"/>
                  </a:lnTo>
                  <a:lnTo>
                    <a:pt x="121836" y="16283"/>
                  </a:lnTo>
                  <a:lnTo>
                    <a:pt x="121926" y="17723"/>
                  </a:lnTo>
                  <a:lnTo>
                    <a:pt x="121793" y="19128"/>
                  </a:lnTo>
                  <a:lnTo>
                    <a:pt x="121056" y="22003"/>
                  </a:lnTo>
                  <a:lnTo>
                    <a:pt x="119964" y="24002"/>
                  </a:lnTo>
                  <a:lnTo>
                    <a:pt x="107068" y="25889"/>
                  </a:lnTo>
                  <a:lnTo>
                    <a:pt x="105396" y="26646"/>
                  </a:lnTo>
                  <a:lnTo>
                    <a:pt x="104456" y="28206"/>
                  </a:lnTo>
                  <a:lnTo>
                    <a:pt x="103793" y="2972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1476582" y="5917464"/>
              <a:ext cx="8441" cy="3312"/>
            </a:xfrm>
            <a:custGeom>
              <a:avLst/>
              <a:pathLst>
                <a:path w="8441" h="3312">
                  <a:moveTo>
                    <a:pt x="5112" y="1820"/>
                  </a:moveTo>
                  <a:lnTo>
                    <a:pt x="8441" y="3312"/>
                  </a:lnTo>
                  <a:lnTo>
                    <a:pt x="2574" y="2833"/>
                  </a:lnTo>
                  <a:lnTo>
                    <a:pt x="0" y="776"/>
                  </a:lnTo>
                  <a:lnTo>
                    <a:pt x="1653" y="0"/>
                  </a:lnTo>
                  <a:lnTo>
                    <a:pt x="3301" y="156"/>
                  </a:lnTo>
                  <a:lnTo>
                    <a:pt x="4755" y="119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1455300" y="5915848"/>
              <a:ext cx="13296" cy="4541"/>
            </a:xfrm>
            <a:custGeom>
              <a:avLst/>
              <a:pathLst>
                <a:path w="13296" h="4541">
                  <a:moveTo>
                    <a:pt x="12826" y="4406"/>
                  </a:moveTo>
                  <a:lnTo>
                    <a:pt x="11931" y="4541"/>
                  </a:lnTo>
                  <a:lnTo>
                    <a:pt x="1923" y="2253"/>
                  </a:lnTo>
                  <a:lnTo>
                    <a:pt x="0" y="1575"/>
                  </a:lnTo>
                  <a:lnTo>
                    <a:pt x="3378" y="190"/>
                  </a:lnTo>
                  <a:lnTo>
                    <a:pt x="5640" y="0"/>
                  </a:lnTo>
                  <a:lnTo>
                    <a:pt x="11652" y="3398"/>
                  </a:lnTo>
                  <a:lnTo>
                    <a:pt x="13296" y="381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5111739" y="5914125"/>
              <a:ext cx="36088" cy="20366"/>
            </a:xfrm>
            <a:custGeom>
              <a:avLst/>
              <a:pathLst>
                <a:path w="36088" h="20366">
                  <a:moveTo>
                    <a:pt x="9980" y="4726"/>
                  </a:moveTo>
                  <a:lnTo>
                    <a:pt x="14317" y="6873"/>
                  </a:lnTo>
                  <a:lnTo>
                    <a:pt x="25708" y="6631"/>
                  </a:lnTo>
                  <a:lnTo>
                    <a:pt x="35200" y="8656"/>
                  </a:lnTo>
                  <a:lnTo>
                    <a:pt x="36088" y="10726"/>
                  </a:lnTo>
                  <a:lnTo>
                    <a:pt x="33379" y="11784"/>
                  </a:lnTo>
                  <a:lnTo>
                    <a:pt x="29205" y="14526"/>
                  </a:lnTo>
                  <a:lnTo>
                    <a:pt x="26492" y="15351"/>
                  </a:lnTo>
                  <a:lnTo>
                    <a:pt x="24233" y="15389"/>
                  </a:lnTo>
                  <a:lnTo>
                    <a:pt x="19572" y="14255"/>
                  </a:lnTo>
                  <a:lnTo>
                    <a:pt x="13527" y="14387"/>
                  </a:lnTo>
                  <a:lnTo>
                    <a:pt x="12229" y="15983"/>
                  </a:lnTo>
                  <a:lnTo>
                    <a:pt x="9302" y="17573"/>
                  </a:lnTo>
                  <a:lnTo>
                    <a:pt x="5894" y="20366"/>
                  </a:lnTo>
                  <a:lnTo>
                    <a:pt x="4989" y="18093"/>
                  </a:lnTo>
                  <a:lnTo>
                    <a:pt x="3633" y="15917"/>
                  </a:lnTo>
                  <a:lnTo>
                    <a:pt x="230" y="11398"/>
                  </a:lnTo>
                  <a:lnTo>
                    <a:pt x="0" y="10722"/>
                  </a:lnTo>
                  <a:lnTo>
                    <a:pt x="1859" y="9819"/>
                  </a:lnTo>
                  <a:lnTo>
                    <a:pt x="2775" y="8333"/>
                  </a:lnTo>
                  <a:lnTo>
                    <a:pt x="4713" y="6354"/>
                  </a:lnTo>
                  <a:lnTo>
                    <a:pt x="4491" y="5136"/>
                  </a:lnTo>
                  <a:lnTo>
                    <a:pt x="2902" y="3757"/>
                  </a:lnTo>
                  <a:lnTo>
                    <a:pt x="2258" y="2666"/>
                  </a:lnTo>
                  <a:lnTo>
                    <a:pt x="3332" y="816"/>
                  </a:lnTo>
                  <a:lnTo>
                    <a:pt x="5749" y="0"/>
                  </a:lnTo>
                  <a:lnTo>
                    <a:pt x="8867" y="732"/>
                  </a:lnTo>
                  <a:lnTo>
                    <a:pt x="10242" y="3217"/>
                  </a:lnTo>
                  <a:lnTo>
                    <a:pt x="9990" y="430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1480723" y="5906397"/>
              <a:ext cx="9929" cy="3514"/>
            </a:xfrm>
            <a:custGeom>
              <a:avLst/>
              <a:pathLst>
                <a:path w="9929" h="3514">
                  <a:moveTo>
                    <a:pt x="8132" y="3150"/>
                  </a:moveTo>
                  <a:lnTo>
                    <a:pt x="3313" y="3514"/>
                  </a:lnTo>
                  <a:lnTo>
                    <a:pt x="664" y="2744"/>
                  </a:lnTo>
                  <a:lnTo>
                    <a:pt x="0" y="461"/>
                  </a:lnTo>
                  <a:lnTo>
                    <a:pt x="741" y="0"/>
                  </a:lnTo>
                  <a:lnTo>
                    <a:pt x="6886" y="1047"/>
                  </a:lnTo>
                  <a:lnTo>
                    <a:pt x="9132" y="1607"/>
                  </a:lnTo>
                  <a:lnTo>
                    <a:pt x="9929" y="2273"/>
                  </a:lnTo>
                  <a:lnTo>
                    <a:pt x="9531" y="288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463622" y="5905653"/>
              <a:ext cx="17928" cy="7730"/>
            </a:xfrm>
            <a:custGeom>
              <a:avLst/>
              <a:pathLst>
                <a:path w="17928" h="7730">
                  <a:moveTo>
                    <a:pt x="17928" y="7254"/>
                  </a:moveTo>
                  <a:lnTo>
                    <a:pt x="17205" y="7730"/>
                  </a:lnTo>
                  <a:lnTo>
                    <a:pt x="12197" y="7491"/>
                  </a:lnTo>
                  <a:lnTo>
                    <a:pt x="11181" y="7066"/>
                  </a:lnTo>
                  <a:lnTo>
                    <a:pt x="10727" y="6631"/>
                  </a:lnTo>
                  <a:lnTo>
                    <a:pt x="3759" y="5930"/>
                  </a:lnTo>
                  <a:lnTo>
                    <a:pt x="607" y="3820"/>
                  </a:lnTo>
                  <a:lnTo>
                    <a:pt x="0" y="3151"/>
                  </a:lnTo>
                  <a:lnTo>
                    <a:pt x="1246" y="2170"/>
                  </a:lnTo>
                  <a:lnTo>
                    <a:pt x="3599" y="1509"/>
                  </a:lnTo>
                  <a:lnTo>
                    <a:pt x="4548" y="701"/>
                  </a:lnTo>
                  <a:lnTo>
                    <a:pt x="10563" y="0"/>
                  </a:lnTo>
                  <a:lnTo>
                    <a:pt x="11492" y="421"/>
                  </a:lnTo>
                  <a:lnTo>
                    <a:pt x="12036" y="1537"/>
                  </a:lnTo>
                  <a:lnTo>
                    <a:pt x="14762" y="3742"/>
                  </a:lnTo>
                  <a:lnTo>
                    <a:pt x="15498" y="5147"/>
                  </a:lnTo>
                  <a:lnTo>
                    <a:pt x="15790" y="6025"/>
                  </a:lnTo>
                  <a:lnTo>
                    <a:pt x="17264" y="64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1505890" y="5904533"/>
              <a:ext cx="10951" cy="4980"/>
            </a:xfrm>
            <a:custGeom>
              <a:avLst/>
              <a:pathLst>
                <a:path w="10951" h="4980">
                  <a:moveTo>
                    <a:pt x="5856" y="3670"/>
                  </a:moveTo>
                  <a:lnTo>
                    <a:pt x="1544" y="4980"/>
                  </a:lnTo>
                  <a:lnTo>
                    <a:pt x="422" y="4599"/>
                  </a:lnTo>
                  <a:lnTo>
                    <a:pt x="822" y="2735"/>
                  </a:lnTo>
                  <a:lnTo>
                    <a:pt x="162" y="1460"/>
                  </a:lnTo>
                  <a:lnTo>
                    <a:pt x="0" y="860"/>
                  </a:lnTo>
                  <a:lnTo>
                    <a:pt x="333" y="5"/>
                  </a:lnTo>
                  <a:lnTo>
                    <a:pt x="2866" y="0"/>
                  </a:lnTo>
                  <a:lnTo>
                    <a:pt x="10026" y="1359"/>
                  </a:lnTo>
                  <a:lnTo>
                    <a:pt x="10951" y="329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1478808" y="5900995"/>
              <a:ext cx="13212" cy="3780"/>
            </a:xfrm>
            <a:custGeom>
              <a:avLst/>
              <a:pathLst>
                <a:path w="13212" h="3780">
                  <a:moveTo>
                    <a:pt x="1561" y="0"/>
                  </a:moveTo>
                  <a:lnTo>
                    <a:pt x="6226" y="375"/>
                  </a:lnTo>
                  <a:lnTo>
                    <a:pt x="9279" y="92"/>
                  </a:lnTo>
                  <a:lnTo>
                    <a:pt x="12483" y="799"/>
                  </a:lnTo>
                  <a:lnTo>
                    <a:pt x="13212" y="1604"/>
                  </a:lnTo>
                  <a:lnTo>
                    <a:pt x="12635" y="2291"/>
                  </a:lnTo>
                  <a:lnTo>
                    <a:pt x="9199" y="2501"/>
                  </a:lnTo>
                  <a:lnTo>
                    <a:pt x="7530" y="3644"/>
                  </a:lnTo>
                  <a:lnTo>
                    <a:pt x="5582" y="3780"/>
                  </a:lnTo>
                  <a:lnTo>
                    <a:pt x="2652" y="2966"/>
                  </a:lnTo>
                  <a:lnTo>
                    <a:pt x="0" y="117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462644" y="5900225"/>
              <a:ext cx="9077" cy="2885"/>
            </a:xfrm>
            <a:custGeom>
              <a:avLst/>
              <a:pathLst>
                <a:path w="9077" h="2885">
                  <a:moveTo>
                    <a:pt x="7376" y="2516"/>
                  </a:moveTo>
                  <a:lnTo>
                    <a:pt x="2512" y="2885"/>
                  </a:lnTo>
                  <a:lnTo>
                    <a:pt x="495" y="2074"/>
                  </a:lnTo>
                  <a:lnTo>
                    <a:pt x="0" y="1341"/>
                  </a:lnTo>
                  <a:lnTo>
                    <a:pt x="413" y="675"/>
                  </a:lnTo>
                  <a:lnTo>
                    <a:pt x="8011" y="0"/>
                  </a:lnTo>
                  <a:lnTo>
                    <a:pt x="8860" y="813"/>
                  </a:lnTo>
                  <a:lnTo>
                    <a:pt x="9077" y="129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1495700" y="5896286"/>
              <a:ext cx="4858" cy="3096"/>
            </a:xfrm>
            <a:custGeom>
              <a:avLst/>
              <a:pathLst>
                <a:path w="4858" h="3096">
                  <a:moveTo>
                    <a:pt x="4750" y="2712"/>
                  </a:moveTo>
                  <a:lnTo>
                    <a:pt x="4858" y="3096"/>
                  </a:lnTo>
                  <a:lnTo>
                    <a:pt x="3123" y="2819"/>
                  </a:lnTo>
                  <a:lnTo>
                    <a:pt x="538" y="1157"/>
                  </a:lnTo>
                  <a:lnTo>
                    <a:pt x="0" y="565"/>
                  </a:lnTo>
                  <a:lnTo>
                    <a:pt x="1166" y="0"/>
                  </a:lnTo>
                  <a:lnTo>
                    <a:pt x="2662" y="557"/>
                  </a:lnTo>
                  <a:lnTo>
                    <a:pt x="4050" y="156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1503132" y="5895504"/>
              <a:ext cx="6505" cy="5393"/>
            </a:xfrm>
            <a:custGeom>
              <a:avLst/>
              <a:pathLst>
                <a:path w="6505" h="5393">
                  <a:moveTo>
                    <a:pt x="6505" y="3000"/>
                  </a:moveTo>
                  <a:lnTo>
                    <a:pt x="5149" y="5393"/>
                  </a:lnTo>
                  <a:lnTo>
                    <a:pt x="1541" y="4117"/>
                  </a:lnTo>
                  <a:lnTo>
                    <a:pt x="0" y="2579"/>
                  </a:lnTo>
                  <a:lnTo>
                    <a:pt x="882" y="620"/>
                  </a:lnTo>
                  <a:lnTo>
                    <a:pt x="2531" y="0"/>
                  </a:lnTo>
                  <a:lnTo>
                    <a:pt x="4693" y="692"/>
                  </a:lnTo>
                  <a:lnTo>
                    <a:pt x="5494" y="9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502377" y="5881653"/>
              <a:ext cx="8409" cy="5854"/>
            </a:xfrm>
            <a:custGeom>
              <a:avLst/>
              <a:pathLst>
                <a:path w="8409" h="5854">
                  <a:moveTo>
                    <a:pt x="8409" y="5424"/>
                  </a:moveTo>
                  <a:lnTo>
                    <a:pt x="6057" y="5854"/>
                  </a:lnTo>
                  <a:lnTo>
                    <a:pt x="3106" y="3979"/>
                  </a:lnTo>
                  <a:lnTo>
                    <a:pt x="868" y="2478"/>
                  </a:lnTo>
                  <a:lnTo>
                    <a:pt x="151" y="1234"/>
                  </a:lnTo>
                  <a:lnTo>
                    <a:pt x="0" y="810"/>
                  </a:lnTo>
                  <a:lnTo>
                    <a:pt x="32" y="314"/>
                  </a:lnTo>
                  <a:lnTo>
                    <a:pt x="693" y="0"/>
                  </a:lnTo>
                  <a:lnTo>
                    <a:pt x="5430" y="104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070015" y="5866717"/>
              <a:ext cx="4336" cy="4103"/>
            </a:xfrm>
            <a:custGeom>
              <a:avLst/>
              <a:pathLst>
                <a:path w="4336" h="4103">
                  <a:moveTo>
                    <a:pt x="4336" y="288"/>
                  </a:moveTo>
                  <a:lnTo>
                    <a:pt x="2268" y="4103"/>
                  </a:lnTo>
                  <a:lnTo>
                    <a:pt x="813" y="3976"/>
                  </a:lnTo>
                  <a:lnTo>
                    <a:pt x="0" y="3286"/>
                  </a:lnTo>
                  <a:lnTo>
                    <a:pt x="1482" y="1163"/>
                  </a:lnTo>
                  <a:lnTo>
                    <a:pt x="2890" y="262"/>
                  </a:lnTo>
                  <a:lnTo>
                    <a:pt x="374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1516993" y="5865164"/>
              <a:ext cx="10503" cy="6244"/>
            </a:xfrm>
            <a:custGeom>
              <a:avLst/>
              <a:pathLst>
                <a:path w="10503" h="6244">
                  <a:moveTo>
                    <a:pt x="10503" y="6100"/>
                  </a:moveTo>
                  <a:lnTo>
                    <a:pt x="9234" y="6244"/>
                  </a:lnTo>
                  <a:lnTo>
                    <a:pt x="7016" y="5551"/>
                  </a:lnTo>
                  <a:lnTo>
                    <a:pt x="1243" y="3165"/>
                  </a:lnTo>
                  <a:lnTo>
                    <a:pt x="0" y="2031"/>
                  </a:lnTo>
                  <a:lnTo>
                    <a:pt x="864" y="845"/>
                  </a:lnTo>
                  <a:lnTo>
                    <a:pt x="2938" y="0"/>
                  </a:lnTo>
                  <a:lnTo>
                    <a:pt x="4488" y="268"/>
                  </a:lnTo>
                  <a:lnTo>
                    <a:pt x="8440" y="2458"/>
                  </a:lnTo>
                  <a:lnTo>
                    <a:pt x="9613" y="4037"/>
                  </a:lnTo>
                  <a:lnTo>
                    <a:pt x="10340" y="526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5083204" y="5838657"/>
              <a:ext cx="5423" cy="6648"/>
            </a:xfrm>
            <a:custGeom>
              <a:avLst/>
              <a:pathLst>
                <a:path w="5423" h="6648">
                  <a:moveTo>
                    <a:pt x="2747" y="6648"/>
                  </a:moveTo>
                  <a:lnTo>
                    <a:pt x="1236" y="6648"/>
                  </a:lnTo>
                  <a:lnTo>
                    <a:pt x="301" y="5765"/>
                  </a:lnTo>
                  <a:lnTo>
                    <a:pt x="0" y="3725"/>
                  </a:lnTo>
                  <a:lnTo>
                    <a:pt x="51" y="3067"/>
                  </a:lnTo>
                  <a:lnTo>
                    <a:pt x="3051" y="626"/>
                  </a:lnTo>
                  <a:lnTo>
                    <a:pt x="5423" y="0"/>
                  </a:lnTo>
                  <a:lnTo>
                    <a:pt x="4155" y="3670"/>
                  </a:lnTo>
                  <a:lnTo>
                    <a:pt x="3705" y="428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1669977" y="5832124"/>
              <a:ext cx="5695" cy="3304"/>
            </a:xfrm>
            <a:custGeom>
              <a:avLst/>
              <a:pathLst>
                <a:path w="5695" h="3304">
                  <a:moveTo>
                    <a:pt x="5361" y="1633"/>
                  </a:moveTo>
                  <a:lnTo>
                    <a:pt x="3577" y="3304"/>
                  </a:lnTo>
                  <a:lnTo>
                    <a:pt x="0" y="2219"/>
                  </a:lnTo>
                  <a:lnTo>
                    <a:pt x="293" y="1033"/>
                  </a:lnTo>
                  <a:lnTo>
                    <a:pt x="3506" y="0"/>
                  </a:lnTo>
                  <a:lnTo>
                    <a:pt x="5695" y="6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1677970" y="5830268"/>
              <a:ext cx="13877" cy="8301"/>
            </a:xfrm>
            <a:custGeom>
              <a:avLst/>
              <a:pathLst>
                <a:path w="13877" h="8301">
                  <a:moveTo>
                    <a:pt x="12612" y="7681"/>
                  </a:moveTo>
                  <a:lnTo>
                    <a:pt x="11320" y="8301"/>
                  </a:lnTo>
                  <a:lnTo>
                    <a:pt x="6498" y="6792"/>
                  </a:lnTo>
                  <a:lnTo>
                    <a:pt x="3702" y="6463"/>
                  </a:lnTo>
                  <a:lnTo>
                    <a:pt x="2418" y="5629"/>
                  </a:lnTo>
                  <a:lnTo>
                    <a:pt x="1582" y="4870"/>
                  </a:lnTo>
                  <a:lnTo>
                    <a:pt x="1304" y="4137"/>
                  </a:lnTo>
                  <a:lnTo>
                    <a:pt x="0" y="3012"/>
                  </a:lnTo>
                  <a:lnTo>
                    <a:pt x="2587" y="747"/>
                  </a:lnTo>
                  <a:lnTo>
                    <a:pt x="4602" y="0"/>
                  </a:lnTo>
                  <a:lnTo>
                    <a:pt x="6542" y="173"/>
                  </a:lnTo>
                  <a:lnTo>
                    <a:pt x="6939" y="1284"/>
                  </a:lnTo>
                  <a:lnTo>
                    <a:pt x="10688" y="2651"/>
                  </a:lnTo>
                  <a:lnTo>
                    <a:pt x="13597" y="2666"/>
                  </a:lnTo>
                  <a:lnTo>
                    <a:pt x="13877" y="3912"/>
                  </a:lnTo>
                  <a:lnTo>
                    <a:pt x="13756" y="565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724338" y="5829925"/>
              <a:ext cx="11373" cy="9701"/>
            </a:xfrm>
            <a:custGeom>
              <a:avLst/>
              <a:pathLst>
                <a:path w="11373" h="9701">
                  <a:moveTo>
                    <a:pt x="8834" y="9173"/>
                  </a:moveTo>
                  <a:lnTo>
                    <a:pt x="7085" y="9701"/>
                  </a:lnTo>
                  <a:lnTo>
                    <a:pt x="3640" y="7753"/>
                  </a:lnTo>
                  <a:lnTo>
                    <a:pt x="2511" y="6807"/>
                  </a:lnTo>
                  <a:lnTo>
                    <a:pt x="1535" y="5237"/>
                  </a:lnTo>
                  <a:lnTo>
                    <a:pt x="724" y="4905"/>
                  </a:lnTo>
                  <a:lnTo>
                    <a:pt x="428" y="4550"/>
                  </a:lnTo>
                  <a:lnTo>
                    <a:pt x="0" y="450"/>
                  </a:lnTo>
                  <a:lnTo>
                    <a:pt x="1042" y="0"/>
                  </a:lnTo>
                  <a:lnTo>
                    <a:pt x="3227" y="580"/>
                  </a:lnTo>
                  <a:lnTo>
                    <a:pt x="7446" y="2750"/>
                  </a:lnTo>
                  <a:lnTo>
                    <a:pt x="10400" y="3338"/>
                  </a:lnTo>
                  <a:lnTo>
                    <a:pt x="11373" y="4963"/>
                  </a:lnTo>
                  <a:lnTo>
                    <a:pt x="10374" y="78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1847879" y="5816726"/>
              <a:ext cx="14308" cy="9669"/>
            </a:xfrm>
            <a:custGeom>
              <a:avLst/>
              <a:pathLst>
                <a:path w="14308" h="9669">
                  <a:moveTo>
                    <a:pt x="7591" y="8850"/>
                  </a:moveTo>
                  <a:lnTo>
                    <a:pt x="1932" y="9669"/>
                  </a:lnTo>
                  <a:lnTo>
                    <a:pt x="406" y="8729"/>
                  </a:lnTo>
                  <a:lnTo>
                    <a:pt x="0" y="7592"/>
                  </a:lnTo>
                  <a:lnTo>
                    <a:pt x="251" y="6420"/>
                  </a:lnTo>
                  <a:lnTo>
                    <a:pt x="11703" y="0"/>
                  </a:lnTo>
                  <a:lnTo>
                    <a:pt x="13758" y="888"/>
                  </a:lnTo>
                  <a:lnTo>
                    <a:pt x="14308" y="1327"/>
                  </a:lnTo>
                  <a:lnTo>
                    <a:pt x="10896" y="4495"/>
                  </a:lnTo>
                  <a:lnTo>
                    <a:pt x="9364" y="5615"/>
                  </a:lnTo>
                  <a:lnTo>
                    <a:pt x="9087" y="5999"/>
                  </a:lnTo>
                  <a:lnTo>
                    <a:pt x="9944" y="6434"/>
                  </a:lnTo>
                  <a:lnTo>
                    <a:pt x="10175" y="6795"/>
                  </a:lnTo>
                  <a:lnTo>
                    <a:pt x="9521" y="768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1819030" y="5814048"/>
              <a:ext cx="11827" cy="10258"/>
            </a:xfrm>
            <a:custGeom>
              <a:avLst/>
              <a:pathLst>
                <a:path w="11827" h="10258">
                  <a:moveTo>
                    <a:pt x="4099" y="9909"/>
                  </a:moveTo>
                  <a:lnTo>
                    <a:pt x="1689" y="10258"/>
                  </a:lnTo>
                  <a:lnTo>
                    <a:pt x="968" y="10186"/>
                  </a:lnTo>
                  <a:lnTo>
                    <a:pt x="206" y="9525"/>
                  </a:lnTo>
                  <a:lnTo>
                    <a:pt x="0" y="9060"/>
                  </a:lnTo>
                  <a:lnTo>
                    <a:pt x="1247" y="7514"/>
                  </a:lnTo>
                  <a:lnTo>
                    <a:pt x="2432" y="6833"/>
                  </a:lnTo>
                  <a:lnTo>
                    <a:pt x="2802" y="6336"/>
                  </a:lnTo>
                  <a:lnTo>
                    <a:pt x="1180" y="1174"/>
                  </a:lnTo>
                  <a:lnTo>
                    <a:pt x="2716" y="1015"/>
                  </a:lnTo>
                  <a:lnTo>
                    <a:pt x="4474" y="0"/>
                  </a:lnTo>
                  <a:lnTo>
                    <a:pt x="7928" y="80"/>
                  </a:lnTo>
                  <a:lnTo>
                    <a:pt x="10884" y="1021"/>
                  </a:lnTo>
                  <a:lnTo>
                    <a:pt x="11454" y="1754"/>
                  </a:lnTo>
                  <a:lnTo>
                    <a:pt x="11827" y="3047"/>
                  </a:lnTo>
                  <a:lnTo>
                    <a:pt x="10533" y="5676"/>
                  </a:lnTo>
                  <a:lnTo>
                    <a:pt x="9741" y="6582"/>
                  </a:lnTo>
                  <a:lnTo>
                    <a:pt x="5254" y="890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1779430" y="5811035"/>
              <a:ext cx="35372" cy="21575"/>
            </a:xfrm>
            <a:custGeom>
              <a:avLst/>
              <a:pathLst>
                <a:path w="35372" h="21575">
                  <a:moveTo>
                    <a:pt x="32106" y="2455"/>
                  </a:moveTo>
                  <a:lnTo>
                    <a:pt x="34156" y="5404"/>
                  </a:lnTo>
                  <a:lnTo>
                    <a:pt x="34914" y="7358"/>
                  </a:lnTo>
                  <a:lnTo>
                    <a:pt x="35372" y="9343"/>
                  </a:lnTo>
                  <a:lnTo>
                    <a:pt x="27120" y="14304"/>
                  </a:lnTo>
                  <a:lnTo>
                    <a:pt x="26780" y="14788"/>
                  </a:lnTo>
                  <a:lnTo>
                    <a:pt x="26377" y="17345"/>
                  </a:lnTo>
                  <a:lnTo>
                    <a:pt x="26580" y="17916"/>
                  </a:lnTo>
                  <a:lnTo>
                    <a:pt x="26946" y="18318"/>
                  </a:lnTo>
                  <a:lnTo>
                    <a:pt x="26972" y="19307"/>
                  </a:lnTo>
                  <a:lnTo>
                    <a:pt x="26282" y="19630"/>
                  </a:lnTo>
                  <a:lnTo>
                    <a:pt x="12193" y="21575"/>
                  </a:lnTo>
                  <a:lnTo>
                    <a:pt x="5605" y="19789"/>
                  </a:lnTo>
                  <a:lnTo>
                    <a:pt x="4692" y="18589"/>
                  </a:lnTo>
                  <a:lnTo>
                    <a:pt x="4489" y="16765"/>
                  </a:lnTo>
                  <a:lnTo>
                    <a:pt x="5242" y="16373"/>
                  </a:lnTo>
                  <a:lnTo>
                    <a:pt x="6691" y="16124"/>
                  </a:lnTo>
                  <a:lnTo>
                    <a:pt x="6352" y="15291"/>
                  </a:lnTo>
                  <a:lnTo>
                    <a:pt x="5419" y="13836"/>
                  </a:lnTo>
                  <a:lnTo>
                    <a:pt x="5356" y="12589"/>
                  </a:lnTo>
                  <a:lnTo>
                    <a:pt x="7321" y="9476"/>
                  </a:lnTo>
                  <a:lnTo>
                    <a:pt x="8302" y="8645"/>
                  </a:lnTo>
                  <a:lnTo>
                    <a:pt x="4545" y="5722"/>
                  </a:lnTo>
                  <a:lnTo>
                    <a:pt x="4081" y="5058"/>
                  </a:lnTo>
                  <a:lnTo>
                    <a:pt x="3585" y="4865"/>
                  </a:lnTo>
                  <a:lnTo>
                    <a:pt x="1788" y="5211"/>
                  </a:lnTo>
                  <a:lnTo>
                    <a:pt x="0" y="5026"/>
                  </a:lnTo>
                  <a:lnTo>
                    <a:pt x="625" y="3843"/>
                  </a:lnTo>
                  <a:lnTo>
                    <a:pt x="1117" y="1942"/>
                  </a:lnTo>
                  <a:lnTo>
                    <a:pt x="2693" y="273"/>
                  </a:lnTo>
                  <a:lnTo>
                    <a:pt x="3840" y="0"/>
                  </a:lnTo>
                  <a:lnTo>
                    <a:pt x="5014" y="199"/>
                  </a:lnTo>
                  <a:lnTo>
                    <a:pt x="10478" y="256"/>
                  </a:lnTo>
                  <a:lnTo>
                    <a:pt x="15875" y="1148"/>
                  </a:lnTo>
                  <a:lnTo>
                    <a:pt x="21276" y="1768"/>
                  </a:lnTo>
                  <a:lnTo>
                    <a:pt x="30196" y="233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2945322" y="5809448"/>
              <a:ext cx="18688" cy="25809"/>
            </a:xfrm>
            <a:custGeom>
              <a:avLst/>
              <a:pathLst>
                <a:path w="18688" h="25809">
                  <a:moveTo>
                    <a:pt x="16432" y="7901"/>
                  </a:moveTo>
                  <a:lnTo>
                    <a:pt x="15893" y="14353"/>
                  </a:lnTo>
                  <a:lnTo>
                    <a:pt x="16043" y="15701"/>
                  </a:lnTo>
                  <a:lnTo>
                    <a:pt x="16514" y="17068"/>
                  </a:lnTo>
                  <a:lnTo>
                    <a:pt x="18551" y="20629"/>
                  </a:lnTo>
                  <a:lnTo>
                    <a:pt x="18688" y="23322"/>
                  </a:lnTo>
                  <a:lnTo>
                    <a:pt x="18628" y="24352"/>
                  </a:lnTo>
                  <a:lnTo>
                    <a:pt x="17795" y="25809"/>
                  </a:lnTo>
                  <a:lnTo>
                    <a:pt x="14941" y="25463"/>
                  </a:lnTo>
                  <a:lnTo>
                    <a:pt x="14013" y="24689"/>
                  </a:lnTo>
                  <a:lnTo>
                    <a:pt x="13691" y="24187"/>
                  </a:lnTo>
                  <a:lnTo>
                    <a:pt x="12182" y="17902"/>
                  </a:lnTo>
                  <a:lnTo>
                    <a:pt x="11325" y="16454"/>
                  </a:lnTo>
                  <a:lnTo>
                    <a:pt x="9998" y="15170"/>
                  </a:lnTo>
                  <a:lnTo>
                    <a:pt x="4896" y="13963"/>
                  </a:lnTo>
                  <a:lnTo>
                    <a:pt x="0" y="14399"/>
                  </a:lnTo>
                  <a:lnTo>
                    <a:pt x="1208" y="12925"/>
                  </a:lnTo>
                  <a:lnTo>
                    <a:pt x="8597" y="10936"/>
                  </a:lnTo>
                  <a:lnTo>
                    <a:pt x="10460" y="9473"/>
                  </a:lnTo>
                  <a:lnTo>
                    <a:pt x="11632" y="7707"/>
                  </a:lnTo>
                  <a:lnTo>
                    <a:pt x="12154" y="5058"/>
                  </a:lnTo>
                  <a:lnTo>
                    <a:pt x="13444" y="1697"/>
                  </a:lnTo>
                  <a:lnTo>
                    <a:pt x="15480" y="176"/>
                  </a:lnTo>
                  <a:lnTo>
                    <a:pt x="16745" y="0"/>
                  </a:lnTo>
                  <a:lnTo>
                    <a:pt x="17430" y="2735"/>
                  </a:lnTo>
                  <a:lnTo>
                    <a:pt x="17430" y="52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5149286" y="5800618"/>
              <a:ext cx="5533" cy="9009"/>
            </a:xfrm>
            <a:custGeom>
              <a:avLst/>
              <a:pathLst>
                <a:path w="5533" h="9009">
                  <a:moveTo>
                    <a:pt x="4190" y="8408"/>
                  </a:moveTo>
                  <a:lnTo>
                    <a:pt x="2643" y="9009"/>
                  </a:lnTo>
                  <a:lnTo>
                    <a:pt x="493" y="7124"/>
                  </a:lnTo>
                  <a:lnTo>
                    <a:pt x="0" y="6472"/>
                  </a:lnTo>
                  <a:lnTo>
                    <a:pt x="2070" y="2885"/>
                  </a:lnTo>
                  <a:lnTo>
                    <a:pt x="1909" y="1734"/>
                  </a:lnTo>
                  <a:lnTo>
                    <a:pt x="2213" y="759"/>
                  </a:lnTo>
                  <a:lnTo>
                    <a:pt x="2998" y="0"/>
                  </a:lnTo>
                  <a:lnTo>
                    <a:pt x="3495" y="112"/>
                  </a:lnTo>
                  <a:lnTo>
                    <a:pt x="4684" y="4086"/>
                  </a:lnTo>
                  <a:lnTo>
                    <a:pt x="5533" y="5731"/>
                  </a:lnTo>
                  <a:lnTo>
                    <a:pt x="4364" y="731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1732444" y="5799392"/>
              <a:ext cx="41758" cy="28876"/>
            </a:xfrm>
            <a:custGeom>
              <a:avLst/>
              <a:pathLst>
                <a:path w="41758" h="28876">
                  <a:moveTo>
                    <a:pt x="12649" y="216"/>
                  </a:moveTo>
                  <a:lnTo>
                    <a:pt x="15694" y="1061"/>
                  </a:lnTo>
                  <a:lnTo>
                    <a:pt x="16723" y="2302"/>
                  </a:lnTo>
                  <a:lnTo>
                    <a:pt x="18095" y="3231"/>
                  </a:lnTo>
                  <a:lnTo>
                    <a:pt x="19486" y="3745"/>
                  </a:lnTo>
                  <a:lnTo>
                    <a:pt x="20740" y="5150"/>
                  </a:lnTo>
                  <a:lnTo>
                    <a:pt x="21493" y="7609"/>
                  </a:lnTo>
                  <a:lnTo>
                    <a:pt x="22154" y="8379"/>
                  </a:lnTo>
                  <a:lnTo>
                    <a:pt x="24200" y="10015"/>
                  </a:lnTo>
                  <a:lnTo>
                    <a:pt x="24915" y="11450"/>
                  </a:lnTo>
                  <a:lnTo>
                    <a:pt x="24776" y="12163"/>
                  </a:lnTo>
                  <a:lnTo>
                    <a:pt x="20906" y="12760"/>
                  </a:lnTo>
                  <a:lnTo>
                    <a:pt x="19631" y="12523"/>
                  </a:lnTo>
                  <a:lnTo>
                    <a:pt x="18420" y="12985"/>
                  </a:lnTo>
                  <a:lnTo>
                    <a:pt x="18057" y="13879"/>
                  </a:lnTo>
                  <a:lnTo>
                    <a:pt x="18090" y="14811"/>
                  </a:lnTo>
                  <a:lnTo>
                    <a:pt x="18763" y="15455"/>
                  </a:lnTo>
                  <a:lnTo>
                    <a:pt x="20192" y="16052"/>
                  </a:lnTo>
                  <a:lnTo>
                    <a:pt x="21596" y="15992"/>
                  </a:lnTo>
                  <a:lnTo>
                    <a:pt x="24192" y="15265"/>
                  </a:lnTo>
                  <a:lnTo>
                    <a:pt x="25370" y="15420"/>
                  </a:lnTo>
                  <a:lnTo>
                    <a:pt x="26701" y="16165"/>
                  </a:lnTo>
                  <a:lnTo>
                    <a:pt x="28029" y="16277"/>
                  </a:lnTo>
                  <a:lnTo>
                    <a:pt x="31470" y="13908"/>
                  </a:lnTo>
                  <a:lnTo>
                    <a:pt x="32355" y="13484"/>
                  </a:lnTo>
                  <a:lnTo>
                    <a:pt x="33247" y="13617"/>
                  </a:lnTo>
                  <a:lnTo>
                    <a:pt x="37982" y="16401"/>
                  </a:lnTo>
                  <a:lnTo>
                    <a:pt x="38977" y="17772"/>
                  </a:lnTo>
                  <a:lnTo>
                    <a:pt x="38304" y="18554"/>
                  </a:lnTo>
                  <a:lnTo>
                    <a:pt x="37714" y="19659"/>
                  </a:lnTo>
                  <a:lnTo>
                    <a:pt x="37973" y="20453"/>
                  </a:lnTo>
                  <a:lnTo>
                    <a:pt x="40240" y="21544"/>
                  </a:lnTo>
                  <a:lnTo>
                    <a:pt x="41174" y="22992"/>
                  </a:lnTo>
                  <a:lnTo>
                    <a:pt x="41758" y="23561"/>
                  </a:lnTo>
                  <a:lnTo>
                    <a:pt x="41636" y="24776"/>
                  </a:lnTo>
                  <a:lnTo>
                    <a:pt x="41317" y="26279"/>
                  </a:lnTo>
                  <a:lnTo>
                    <a:pt x="41340" y="27976"/>
                  </a:lnTo>
                  <a:lnTo>
                    <a:pt x="40182" y="28876"/>
                  </a:lnTo>
                  <a:lnTo>
                    <a:pt x="39663" y="28873"/>
                  </a:lnTo>
                  <a:lnTo>
                    <a:pt x="37166" y="27973"/>
                  </a:lnTo>
                  <a:lnTo>
                    <a:pt x="29415" y="27462"/>
                  </a:lnTo>
                  <a:lnTo>
                    <a:pt x="26923" y="26698"/>
                  </a:lnTo>
                  <a:lnTo>
                    <a:pt x="23111" y="23373"/>
                  </a:lnTo>
                  <a:lnTo>
                    <a:pt x="21632" y="23160"/>
                  </a:lnTo>
                  <a:lnTo>
                    <a:pt x="20096" y="22354"/>
                  </a:lnTo>
                  <a:lnTo>
                    <a:pt x="17747" y="19965"/>
                  </a:lnTo>
                  <a:lnTo>
                    <a:pt x="13636" y="18084"/>
                  </a:lnTo>
                  <a:lnTo>
                    <a:pt x="11017" y="15755"/>
                  </a:lnTo>
                  <a:lnTo>
                    <a:pt x="11087" y="13810"/>
                  </a:lnTo>
                  <a:lnTo>
                    <a:pt x="10736" y="12448"/>
                  </a:lnTo>
                  <a:lnTo>
                    <a:pt x="10249" y="11857"/>
                  </a:lnTo>
                  <a:lnTo>
                    <a:pt x="9740" y="11554"/>
                  </a:lnTo>
                  <a:lnTo>
                    <a:pt x="8264" y="11072"/>
                  </a:lnTo>
                  <a:lnTo>
                    <a:pt x="6799" y="11181"/>
                  </a:lnTo>
                  <a:lnTo>
                    <a:pt x="6069" y="11756"/>
                  </a:lnTo>
                  <a:lnTo>
                    <a:pt x="4863" y="13204"/>
                  </a:lnTo>
                  <a:lnTo>
                    <a:pt x="3532" y="13452"/>
                  </a:lnTo>
                  <a:lnTo>
                    <a:pt x="2502" y="13164"/>
                  </a:lnTo>
                  <a:lnTo>
                    <a:pt x="2271" y="12841"/>
                  </a:lnTo>
                  <a:lnTo>
                    <a:pt x="2257" y="9060"/>
                  </a:lnTo>
                  <a:lnTo>
                    <a:pt x="1116" y="8527"/>
                  </a:lnTo>
                  <a:lnTo>
                    <a:pt x="169" y="7015"/>
                  </a:lnTo>
                  <a:lnTo>
                    <a:pt x="0" y="4963"/>
                  </a:lnTo>
                  <a:lnTo>
                    <a:pt x="399" y="3052"/>
                  </a:lnTo>
                  <a:lnTo>
                    <a:pt x="1857" y="741"/>
                  </a:lnTo>
                  <a:lnTo>
                    <a:pt x="3515" y="455"/>
                  </a:lnTo>
                  <a:lnTo>
                    <a:pt x="5192" y="860"/>
                  </a:lnTo>
                  <a:lnTo>
                    <a:pt x="6894" y="351"/>
                  </a:lnTo>
                  <a:lnTo>
                    <a:pt x="957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2345622" y="5794117"/>
              <a:ext cx="6953" cy="8146"/>
            </a:xfrm>
            <a:custGeom>
              <a:avLst/>
              <a:pathLst>
                <a:path w="6953" h="8146">
                  <a:moveTo>
                    <a:pt x="3086" y="7577"/>
                  </a:moveTo>
                  <a:lnTo>
                    <a:pt x="1977" y="8146"/>
                  </a:lnTo>
                  <a:lnTo>
                    <a:pt x="1246" y="7834"/>
                  </a:lnTo>
                  <a:lnTo>
                    <a:pt x="0" y="6354"/>
                  </a:lnTo>
                  <a:lnTo>
                    <a:pt x="140" y="5208"/>
                  </a:lnTo>
                  <a:lnTo>
                    <a:pt x="715" y="4400"/>
                  </a:lnTo>
                  <a:lnTo>
                    <a:pt x="1126" y="3540"/>
                  </a:lnTo>
                  <a:lnTo>
                    <a:pt x="3619" y="380"/>
                  </a:lnTo>
                  <a:lnTo>
                    <a:pt x="5436" y="0"/>
                  </a:lnTo>
                  <a:lnTo>
                    <a:pt x="6953" y="692"/>
                  </a:lnTo>
                  <a:lnTo>
                    <a:pt x="5343" y="3681"/>
                  </a:lnTo>
                  <a:lnTo>
                    <a:pt x="4893" y="578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1989043" y="5789407"/>
              <a:ext cx="6834" cy="8010"/>
            </a:xfrm>
            <a:custGeom>
              <a:avLst/>
              <a:pathLst>
                <a:path w="6834" h="8010">
                  <a:moveTo>
                    <a:pt x="6834" y="6657"/>
                  </a:moveTo>
                  <a:lnTo>
                    <a:pt x="5434" y="8010"/>
                  </a:lnTo>
                  <a:lnTo>
                    <a:pt x="2886" y="7669"/>
                  </a:lnTo>
                  <a:lnTo>
                    <a:pt x="907" y="5465"/>
                  </a:lnTo>
                  <a:lnTo>
                    <a:pt x="96" y="2522"/>
                  </a:lnTo>
                  <a:lnTo>
                    <a:pt x="0" y="1491"/>
                  </a:lnTo>
                  <a:lnTo>
                    <a:pt x="543" y="735"/>
                  </a:lnTo>
                  <a:lnTo>
                    <a:pt x="1834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2323184" y="5785844"/>
              <a:ext cx="21548" cy="23370"/>
            </a:xfrm>
            <a:custGeom>
              <a:avLst/>
              <a:pathLst>
                <a:path w="21548" h="23370">
                  <a:moveTo>
                    <a:pt x="20046" y="8215"/>
                  </a:moveTo>
                  <a:lnTo>
                    <a:pt x="18383" y="12079"/>
                  </a:lnTo>
                  <a:lnTo>
                    <a:pt x="18112" y="12514"/>
                  </a:lnTo>
                  <a:lnTo>
                    <a:pt x="16441" y="13441"/>
                  </a:lnTo>
                  <a:lnTo>
                    <a:pt x="17043" y="14508"/>
                  </a:lnTo>
                  <a:lnTo>
                    <a:pt x="17502" y="14990"/>
                  </a:lnTo>
                  <a:lnTo>
                    <a:pt x="17788" y="16214"/>
                  </a:lnTo>
                  <a:lnTo>
                    <a:pt x="18749" y="17928"/>
                  </a:lnTo>
                  <a:lnTo>
                    <a:pt x="19912" y="19024"/>
                  </a:lnTo>
                  <a:lnTo>
                    <a:pt x="18922" y="22014"/>
                  </a:lnTo>
                  <a:lnTo>
                    <a:pt x="17512" y="23370"/>
                  </a:lnTo>
                  <a:lnTo>
                    <a:pt x="2250" y="15135"/>
                  </a:lnTo>
                  <a:lnTo>
                    <a:pt x="1072" y="13816"/>
                  </a:lnTo>
                  <a:lnTo>
                    <a:pt x="497" y="12832"/>
                  </a:lnTo>
                  <a:lnTo>
                    <a:pt x="68" y="11300"/>
                  </a:lnTo>
                  <a:lnTo>
                    <a:pt x="0" y="9753"/>
                  </a:lnTo>
                  <a:lnTo>
                    <a:pt x="391" y="8521"/>
                  </a:lnTo>
                  <a:lnTo>
                    <a:pt x="905" y="7831"/>
                  </a:lnTo>
                  <a:lnTo>
                    <a:pt x="2287" y="6971"/>
                  </a:lnTo>
                  <a:lnTo>
                    <a:pt x="3702" y="6911"/>
                  </a:lnTo>
                  <a:lnTo>
                    <a:pt x="6795" y="8524"/>
                  </a:lnTo>
                  <a:lnTo>
                    <a:pt x="7236" y="8293"/>
                  </a:lnTo>
                  <a:lnTo>
                    <a:pt x="7815" y="6830"/>
                  </a:lnTo>
                  <a:lnTo>
                    <a:pt x="9438" y="6795"/>
                  </a:lnTo>
                  <a:lnTo>
                    <a:pt x="9811" y="5583"/>
                  </a:lnTo>
                  <a:lnTo>
                    <a:pt x="7560" y="5136"/>
                  </a:lnTo>
                  <a:lnTo>
                    <a:pt x="5709" y="3907"/>
                  </a:lnTo>
                  <a:lnTo>
                    <a:pt x="4541" y="2677"/>
                  </a:lnTo>
                  <a:lnTo>
                    <a:pt x="4204" y="1740"/>
                  </a:lnTo>
                  <a:lnTo>
                    <a:pt x="8280" y="0"/>
                  </a:lnTo>
                  <a:lnTo>
                    <a:pt x="18671" y="2167"/>
                  </a:lnTo>
                  <a:lnTo>
                    <a:pt x="20263" y="2911"/>
                  </a:lnTo>
                  <a:lnTo>
                    <a:pt x="20951" y="3866"/>
                  </a:lnTo>
                  <a:lnTo>
                    <a:pt x="21548" y="522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2115845" y="5785823"/>
              <a:ext cx="4112" cy="2969"/>
            </a:xfrm>
            <a:custGeom>
              <a:avLst/>
              <a:pathLst>
                <a:path w="4112" h="2969">
                  <a:moveTo>
                    <a:pt x="3654" y="2955"/>
                  </a:moveTo>
                  <a:lnTo>
                    <a:pt x="1699" y="2969"/>
                  </a:lnTo>
                  <a:lnTo>
                    <a:pt x="403" y="1895"/>
                  </a:lnTo>
                  <a:lnTo>
                    <a:pt x="0" y="1191"/>
                  </a:lnTo>
                  <a:lnTo>
                    <a:pt x="761" y="98"/>
                  </a:lnTo>
                  <a:lnTo>
                    <a:pt x="1253" y="0"/>
                  </a:lnTo>
                  <a:lnTo>
                    <a:pt x="3609" y="1841"/>
                  </a:lnTo>
                  <a:lnTo>
                    <a:pt x="4112" y="259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2143961" y="5777775"/>
              <a:ext cx="10576" cy="19495"/>
            </a:xfrm>
            <a:custGeom>
              <a:avLst/>
              <a:pathLst>
                <a:path w="10576" h="19495">
                  <a:moveTo>
                    <a:pt x="5861" y="18759"/>
                  </a:moveTo>
                  <a:lnTo>
                    <a:pt x="3749" y="19495"/>
                  </a:lnTo>
                  <a:lnTo>
                    <a:pt x="1831" y="19152"/>
                  </a:lnTo>
                  <a:lnTo>
                    <a:pt x="2527" y="12425"/>
                  </a:lnTo>
                  <a:lnTo>
                    <a:pt x="3603" y="10700"/>
                  </a:lnTo>
                  <a:lnTo>
                    <a:pt x="3313" y="9470"/>
                  </a:lnTo>
                  <a:lnTo>
                    <a:pt x="1364" y="6094"/>
                  </a:lnTo>
                  <a:lnTo>
                    <a:pt x="0" y="2256"/>
                  </a:lnTo>
                  <a:lnTo>
                    <a:pt x="663" y="1373"/>
                  </a:lnTo>
                  <a:lnTo>
                    <a:pt x="4217" y="0"/>
                  </a:lnTo>
                  <a:lnTo>
                    <a:pt x="8315" y="265"/>
                  </a:lnTo>
                  <a:lnTo>
                    <a:pt x="9930" y="1869"/>
                  </a:lnTo>
                  <a:lnTo>
                    <a:pt x="10434" y="3950"/>
                  </a:lnTo>
                  <a:lnTo>
                    <a:pt x="10240" y="5448"/>
                  </a:lnTo>
                  <a:lnTo>
                    <a:pt x="8914" y="8163"/>
                  </a:lnTo>
                  <a:lnTo>
                    <a:pt x="10285" y="9060"/>
                  </a:lnTo>
                  <a:lnTo>
                    <a:pt x="10576" y="10910"/>
                  </a:lnTo>
                  <a:lnTo>
                    <a:pt x="10293" y="13167"/>
                  </a:lnTo>
                  <a:lnTo>
                    <a:pt x="8941" y="15856"/>
                  </a:lnTo>
                  <a:lnTo>
                    <a:pt x="7728" y="174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2102499" y="5775432"/>
              <a:ext cx="9746" cy="5961"/>
            </a:xfrm>
            <a:custGeom>
              <a:avLst/>
              <a:pathLst>
                <a:path w="9746" h="5961">
                  <a:moveTo>
                    <a:pt x="2829" y="5820"/>
                  </a:moveTo>
                  <a:lnTo>
                    <a:pt x="615" y="5961"/>
                  </a:lnTo>
                  <a:lnTo>
                    <a:pt x="0" y="5283"/>
                  </a:lnTo>
                  <a:lnTo>
                    <a:pt x="659" y="3880"/>
                  </a:lnTo>
                  <a:lnTo>
                    <a:pt x="5983" y="1451"/>
                  </a:lnTo>
                  <a:lnTo>
                    <a:pt x="8134" y="0"/>
                  </a:lnTo>
                  <a:lnTo>
                    <a:pt x="8453" y="227"/>
                  </a:lnTo>
                  <a:lnTo>
                    <a:pt x="8735" y="698"/>
                  </a:lnTo>
                  <a:lnTo>
                    <a:pt x="9655" y="3577"/>
                  </a:lnTo>
                  <a:lnTo>
                    <a:pt x="9746" y="427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3008832" y="5775152"/>
              <a:ext cx="4742" cy="7216"/>
            </a:xfrm>
            <a:custGeom>
              <a:avLst/>
              <a:pathLst>
                <a:path w="4742" h="7216">
                  <a:moveTo>
                    <a:pt x="4742" y="6515"/>
                  </a:moveTo>
                  <a:lnTo>
                    <a:pt x="3932" y="7216"/>
                  </a:lnTo>
                  <a:lnTo>
                    <a:pt x="2289" y="7196"/>
                  </a:lnTo>
                  <a:lnTo>
                    <a:pt x="731" y="5725"/>
                  </a:lnTo>
                  <a:lnTo>
                    <a:pt x="78" y="3653"/>
                  </a:lnTo>
                  <a:lnTo>
                    <a:pt x="0" y="2135"/>
                  </a:lnTo>
                  <a:lnTo>
                    <a:pt x="704" y="441"/>
                  </a:lnTo>
                  <a:lnTo>
                    <a:pt x="1849" y="0"/>
                  </a:lnTo>
                  <a:lnTo>
                    <a:pt x="2458" y="574"/>
                  </a:lnTo>
                  <a:lnTo>
                    <a:pt x="3959" y="41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3986159" y="5764236"/>
              <a:ext cx="4966" cy="6235"/>
            </a:xfrm>
            <a:custGeom>
              <a:avLst/>
              <a:pathLst>
                <a:path w="4966" h="6235">
                  <a:moveTo>
                    <a:pt x="607" y="6233"/>
                  </a:moveTo>
                  <a:lnTo>
                    <a:pt x="0" y="6235"/>
                  </a:lnTo>
                  <a:lnTo>
                    <a:pt x="313" y="5061"/>
                  </a:lnTo>
                  <a:lnTo>
                    <a:pt x="1811" y="2983"/>
                  </a:lnTo>
                  <a:lnTo>
                    <a:pt x="2971" y="412"/>
                  </a:lnTo>
                  <a:lnTo>
                    <a:pt x="3687" y="0"/>
                  </a:lnTo>
                  <a:lnTo>
                    <a:pt x="4966" y="2253"/>
                  </a:lnTo>
                  <a:lnTo>
                    <a:pt x="4698" y="4123"/>
                  </a:lnTo>
                  <a:lnTo>
                    <a:pt x="2999" y="552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3049723" y="5761622"/>
              <a:ext cx="5229" cy="5774"/>
            </a:xfrm>
            <a:custGeom>
              <a:avLst/>
              <a:pathLst>
                <a:path w="5229" h="5774">
                  <a:moveTo>
                    <a:pt x="5229" y="5101"/>
                  </a:moveTo>
                  <a:lnTo>
                    <a:pt x="4313" y="5774"/>
                  </a:lnTo>
                  <a:lnTo>
                    <a:pt x="2797" y="5526"/>
                  </a:lnTo>
                  <a:lnTo>
                    <a:pt x="861" y="4031"/>
                  </a:lnTo>
                  <a:lnTo>
                    <a:pt x="225" y="2902"/>
                  </a:lnTo>
                  <a:lnTo>
                    <a:pt x="0" y="1884"/>
                  </a:lnTo>
                  <a:lnTo>
                    <a:pt x="557" y="412"/>
                  </a:lnTo>
                  <a:lnTo>
                    <a:pt x="1010" y="0"/>
                  </a:lnTo>
                  <a:lnTo>
                    <a:pt x="2007" y="173"/>
                  </a:lnTo>
                  <a:lnTo>
                    <a:pt x="3759" y="2086"/>
                  </a:lnTo>
                  <a:lnTo>
                    <a:pt x="4931" y="411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4000932" y="5758467"/>
              <a:ext cx="2598" cy="4513"/>
            </a:xfrm>
            <a:custGeom>
              <a:avLst/>
              <a:pathLst>
                <a:path w="2598" h="4513">
                  <a:moveTo>
                    <a:pt x="2598" y="704"/>
                  </a:moveTo>
                  <a:lnTo>
                    <a:pt x="1144" y="4513"/>
                  </a:lnTo>
                  <a:lnTo>
                    <a:pt x="586" y="4438"/>
                  </a:lnTo>
                  <a:lnTo>
                    <a:pt x="0" y="2196"/>
                  </a:lnTo>
                  <a:lnTo>
                    <a:pt x="512" y="828"/>
                  </a:lnTo>
                  <a:lnTo>
                    <a:pt x="1191" y="0"/>
                  </a:lnTo>
                  <a:lnTo>
                    <a:pt x="2331" y="4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2021474" y="5754621"/>
              <a:ext cx="78054" cy="24069"/>
            </a:xfrm>
            <a:custGeom>
              <a:avLst/>
              <a:pathLst>
                <a:path w="78054" h="24069">
                  <a:moveTo>
                    <a:pt x="48592" y="4394"/>
                  </a:moveTo>
                  <a:lnTo>
                    <a:pt x="47616" y="7525"/>
                  </a:lnTo>
                  <a:lnTo>
                    <a:pt x="47708" y="10616"/>
                  </a:lnTo>
                  <a:lnTo>
                    <a:pt x="50525" y="10425"/>
                  </a:lnTo>
                  <a:lnTo>
                    <a:pt x="51758" y="4582"/>
                  </a:lnTo>
                  <a:lnTo>
                    <a:pt x="54420" y="3512"/>
                  </a:lnTo>
                  <a:lnTo>
                    <a:pt x="55700" y="6989"/>
                  </a:lnTo>
                  <a:lnTo>
                    <a:pt x="54451" y="9791"/>
                  </a:lnTo>
                  <a:lnTo>
                    <a:pt x="55100" y="11389"/>
                  </a:lnTo>
                  <a:lnTo>
                    <a:pt x="55852" y="12544"/>
                  </a:lnTo>
                  <a:lnTo>
                    <a:pt x="57176" y="12567"/>
                  </a:lnTo>
                  <a:lnTo>
                    <a:pt x="58364" y="10876"/>
                  </a:lnTo>
                  <a:lnTo>
                    <a:pt x="58899" y="9669"/>
                  </a:lnTo>
                  <a:lnTo>
                    <a:pt x="59368" y="8322"/>
                  </a:lnTo>
                  <a:lnTo>
                    <a:pt x="60128" y="5327"/>
                  </a:lnTo>
                  <a:lnTo>
                    <a:pt x="62652" y="2577"/>
                  </a:lnTo>
                  <a:lnTo>
                    <a:pt x="68245" y="2144"/>
                  </a:lnTo>
                  <a:lnTo>
                    <a:pt x="71219" y="3892"/>
                  </a:lnTo>
                  <a:lnTo>
                    <a:pt x="69225" y="8313"/>
                  </a:lnTo>
                  <a:lnTo>
                    <a:pt x="64430" y="10870"/>
                  </a:lnTo>
                  <a:lnTo>
                    <a:pt x="61392" y="13536"/>
                  </a:lnTo>
                  <a:lnTo>
                    <a:pt x="62413" y="14278"/>
                  </a:lnTo>
                  <a:lnTo>
                    <a:pt x="63465" y="14647"/>
                  </a:lnTo>
                  <a:lnTo>
                    <a:pt x="64399" y="14529"/>
                  </a:lnTo>
                  <a:lnTo>
                    <a:pt x="67106" y="13115"/>
                  </a:lnTo>
                  <a:lnTo>
                    <a:pt x="73735" y="10584"/>
                  </a:lnTo>
                  <a:lnTo>
                    <a:pt x="76278" y="8654"/>
                  </a:lnTo>
                  <a:lnTo>
                    <a:pt x="77152" y="9003"/>
                  </a:lnTo>
                  <a:lnTo>
                    <a:pt x="77151" y="12151"/>
                  </a:lnTo>
                  <a:lnTo>
                    <a:pt x="78054" y="14330"/>
                  </a:lnTo>
                  <a:lnTo>
                    <a:pt x="77543" y="19094"/>
                  </a:lnTo>
                  <a:lnTo>
                    <a:pt x="74663" y="19951"/>
                  </a:lnTo>
                  <a:lnTo>
                    <a:pt x="71757" y="20390"/>
                  </a:lnTo>
                  <a:lnTo>
                    <a:pt x="72492" y="22485"/>
                  </a:lnTo>
                  <a:lnTo>
                    <a:pt x="72313" y="23359"/>
                  </a:lnTo>
                  <a:lnTo>
                    <a:pt x="72061" y="24037"/>
                  </a:lnTo>
                  <a:lnTo>
                    <a:pt x="64686" y="23163"/>
                  </a:lnTo>
                  <a:lnTo>
                    <a:pt x="63406" y="23469"/>
                  </a:lnTo>
                  <a:lnTo>
                    <a:pt x="62130" y="24069"/>
                  </a:lnTo>
                  <a:lnTo>
                    <a:pt x="60831" y="23936"/>
                  </a:lnTo>
                  <a:lnTo>
                    <a:pt x="58269" y="22372"/>
                  </a:lnTo>
                  <a:lnTo>
                    <a:pt x="56942" y="22398"/>
                  </a:lnTo>
                  <a:lnTo>
                    <a:pt x="54295" y="23163"/>
                  </a:lnTo>
                  <a:lnTo>
                    <a:pt x="51617" y="23440"/>
                  </a:lnTo>
                  <a:lnTo>
                    <a:pt x="47760" y="23411"/>
                  </a:lnTo>
                  <a:lnTo>
                    <a:pt x="44948" y="23163"/>
                  </a:lnTo>
                  <a:lnTo>
                    <a:pt x="42268" y="21452"/>
                  </a:lnTo>
                  <a:lnTo>
                    <a:pt x="39496" y="20964"/>
                  </a:lnTo>
                  <a:lnTo>
                    <a:pt x="36420" y="20927"/>
                  </a:lnTo>
                  <a:lnTo>
                    <a:pt x="33135" y="18996"/>
                  </a:lnTo>
                  <a:lnTo>
                    <a:pt x="30395" y="18205"/>
                  </a:lnTo>
                  <a:lnTo>
                    <a:pt x="26461" y="16211"/>
                  </a:lnTo>
                  <a:lnTo>
                    <a:pt x="25427" y="15461"/>
                  </a:lnTo>
                  <a:lnTo>
                    <a:pt x="24378" y="15037"/>
                  </a:lnTo>
                  <a:lnTo>
                    <a:pt x="22512" y="15199"/>
                  </a:lnTo>
                  <a:lnTo>
                    <a:pt x="8189" y="12171"/>
                  </a:lnTo>
                  <a:lnTo>
                    <a:pt x="6086" y="12232"/>
                  </a:lnTo>
                  <a:lnTo>
                    <a:pt x="4721" y="12604"/>
                  </a:lnTo>
                  <a:lnTo>
                    <a:pt x="3354" y="12446"/>
                  </a:lnTo>
                  <a:lnTo>
                    <a:pt x="561" y="10977"/>
                  </a:lnTo>
                  <a:lnTo>
                    <a:pt x="0" y="9375"/>
                  </a:lnTo>
                  <a:lnTo>
                    <a:pt x="291" y="7930"/>
                  </a:lnTo>
                  <a:lnTo>
                    <a:pt x="887" y="7254"/>
                  </a:lnTo>
                  <a:lnTo>
                    <a:pt x="2134" y="6550"/>
                  </a:lnTo>
                  <a:lnTo>
                    <a:pt x="22011" y="3012"/>
                  </a:lnTo>
                  <a:lnTo>
                    <a:pt x="24108" y="2043"/>
                  </a:lnTo>
                  <a:lnTo>
                    <a:pt x="25651" y="2161"/>
                  </a:lnTo>
                  <a:lnTo>
                    <a:pt x="26796" y="5191"/>
                  </a:lnTo>
                  <a:lnTo>
                    <a:pt x="28544" y="8342"/>
                  </a:lnTo>
                  <a:lnTo>
                    <a:pt x="29111" y="8290"/>
                  </a:lnTo>
                  <a:lnTo>
                    <a:pt x="29675" y="7955"/>
                  </a:lnTo>
                  <a:lnTo>
                    <a:pt x="31653" y="5353"/>
                  </a:lnTo>
                  <a:lnTo>
                    <a:pt x="35209" y="6158"/>
                  </a:lnTo>
                  <a:lnTo>
                    <a:pt x="37188" y="4986"/>
                  </a:lnTo>
                  <a:lnTo>
                    <a:pt x="38541" y="2675"/>
                  </a:lnTo>
                  <a:lnTo>
                    <a:pt x="42558" y="0"/>
                  </a:lnTo>
                  <a:lnTo>
                    <a:pt x="45103" y="525"/>
                  </a:lnTo>
                  <a:lnTo>
                    <a:pt x="47464" y="166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3159734" y="5733582"/>
              <a:ext cx="5165" cy="5462"/>
            </a:xfrm>
            <a:custGeom>
              <a:avLst/>
              <a:pathLst>
                <a:path w="5165" h="5462">
                  <a:moveTo>
                    <a:pt x="5165" y="4787"/>
                  </a:moveTo>
                  <a:lnTo>
                    <a:pt x="3950" y="5462"/>
                  </a:lnTo>
                  <a:lnTo>
                    <a:pt x="2329" y="5274"/>
                  </a:lnTo>
                  <a:lnTo>
                    <a:pt x="1087" y="4406"/>
                  </a:lnTo>
                  <a:lnTo>
                    <a:pt x="209" y="2695"/>
                  </a:lnTo>
                  <a:lnTo>
                    <a:pt x="0" y="2011"/>
                  </a:lnTo>
                  <a:lnTo>
                    <a:pt x="139" y="868"/>
                  </a:lnTo>
                  <a:lnTo>
                    <a:pt x="56" y="305"/>
                  </a:lnTo>
                  <a:lnTo>
                    <a:pt x="1620" y="0"/>
                  </a:lnTo>
                  <a:lnTo>
                    <a:pt x="2198" y="715"/>
                  </a:lnTo>
                  <a:lnTo>
                    <a:pt x="2445" y="127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2497530" y="5729513"/>
              <a:ext cx="4950" cy="4273"/>
            </a:xfrm>
            <a:custGeom>
              <a:avLst/>
              <a:pathLst>
                <a:path w="4950" h="4273">
                  <a:moveTo>
                    <a:pt x="4536" y="4103"/>
                  </a:moveTo>
                  <a:lnTo>
                    <a:pt x="3387" y="4273"/>
                  </a:lnTo>
                  <a:lnTo>
                    <a:pt x="1803" y="3754"/>
                  </a:lnTo>
                  <a:lnTo>
                    <a:pt x="461" y="2758"/>
                  </a:lnTo>
                  <a:lnTo>
                    <a:pt x="0" y="1575"/>
                  </a:lnTo>
                  <a:lnTo>
                    <a:pt x="660" y="600"/>
                  </a:lnTo>
                  <a:lnTo>
                    <a:pt x="1883" y="0"/>
                  </a:lnTo>
                  <a:lnTo>
                    <a:pt x="3836" y="178"/>
                  </a:lnTo>
                  <a:lnTo>
                    <a:pt x="4754" y="1431"/>
                  </a:lnTo>
                  <a:lnTo>
                    <a:pt x="4950" y="2524"/>
                  </a:lnTo>
                  <a:lnTo>
                    <a:pt x="4724" y="374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3157768" y="5722431"/>
              <a:ext cx="17059" cy="14569"/>
            </a:xfrm>
            <a:custGeom>
              <a:avLst/>
              <a:pathLst>
                <a:path w="17059" h="14569">
                  <a:moveTo>
                    <a:pt x="11989" y="2758"/>
                  </a:moveTo>
                  <a:lnTo>
                    <a:pt x="13248" y="3722"/>
                  </a:lnTo>
                  <a:lnTo>
                    <a:pt x="15180" y="3595"/>
                  </a:lnTo>
                  <a:lnTo>
                    <a:pt x="17059" y="4328"/>
                  </a:lnTo>
                  <a:lnTo>
                    <a:pt x="16751" y="5347"/>
                  </a:lnTo>
                  <a:lnTo>
                    <a:pt x="15673" y="6712"/>
                  </a:lnTo>
                  <a:lnTo>
                    <a:pt x="14747" y="9560"/>
                  </a:lnTo>
                  <a:lnTo>
                    <a:pt x="13875" y="10933"/>
                  </a:lnTo>
                  <a:lnTo>
                    <a:pt x="11138" y="13790"/>
                  </a:lnTo>
                  <a:lnTo>
                    <a:pt x="9104" y="14569"/>
                  </a:lnTo>
                  <a:lnTo>
                    <a:pt x="8625" y="12950"/>
                  </a:lnTo>
                  <a:lnTo>
                    <a:pt x="8663" y="11297"/>
                  </a:lnTo>
                  <a:lnTo>
                    <a:pt x="8855" y="10056"/>
                  </a:lnTo>
                  <a:lnTo>
                    <a:pt x="8908" y="9095"/>
                  </a:lnTo>
                  <a:lnTo>
                    <a:pt x="7037" y="7857"/>
                  </a:lnTo>
                  <a:lnTo>
                    <a:pt x="6900" y="6172"/>
                  </a:lnTo>
                  <a:lnTo>
                    <a:pt x="6532" y="5231"/>
                  </a:lnTo>
                  <a:lnTo>
                    <a:pt x="986" y="1817"/>
                  </a:lnTo>
                  <a:lnTo>
                    <a:pt x="0" y="848"/>
                  </a:lnTo>
                  <a:lnTo>
                    <a:pt x="432" y="262"/>
                  </a:lnTo>
                  <a:lnTo>
                    <a:pt x="6152" y="0"/>
                  </a:lnTo>
                  <a:lnTo>
                    <a:pt x="9492" y="58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318406" y="5718842"/>
              <a:ext cx="34077" cy="17134"/>
            </a:xfrm>
            <a:custGeom>
              <a:avLst/>
              <a:pathLst>
                <a:path w="34077" h="17134">
                  <a:moveTo>
                    <a:pt x="32278" y="2429"/>
                  </a:moveTo>
                  <a:lnTo>
                    <a:pt x="34077" y="5038"/>
                  </a:lnTo>
                  <a:lnTo>
                    <a:pt x="32418" y="7133"/>
                  </a:lnTo>
                  <a:lnTo>
                    <a:pt x="26543" y="10968"/>
                  </a:lnTo>
                  <a:lnTo>
                    <a:pt x="23094" y="12425"/>
                  </a:lnTo>
                  <a:lnTo>
                    <a:pt x="19629" y="13573"/>
                  </a:lnTo>
                  <a:lnTo>
                    <a:pt x="3857" y="17123"/>
                  </a:lnTo>
                  <a:lnTo>
                    <a:pt x="2764" y="17134"/>
                  </a:lnTo>
                  <a:lnTo>
                    <a:pt x="1698" y="16661"/>
                  </a:lnTo>
                  <a:lnTo>
                    <a:pt x="1036" y="15882"/>
                  </a:lnTo>
                  <a:lnTo>
                    <a:pt x="0" y="12939"/>
                  </a:lnTo>
                  <a:lnTo>
                    <a:pt x="129" y="11479"/>
                  </a:lnTo>
                  <a:lnTo>
                    <a:pt x="1540" y="10082"/>
                  </a:lnTo>
                  <a:lnTo>
                    <a:pt x="3022" y="9184"/>
                  </a:lnTo>
                  <a:lnTo>
                    <a:pt x="5488" y="8362"/>
                  </a:lnTo>
                  <a:lnTo>
                    <a:pt x="14977" y="6489"/>
                  </a:lnTo>
                  <a:lnTo>
                    <a:pt x="15933" y="5875"/>
                  </a:lnTo>
                  <a:lnTo>
                    <a:pt x="16705" y="4510"/>
                  </a:lnTo>
                  <a:lnTo>
                    <a:pt x="16962" y="2885"/>
                  </a:lnTo>
                  <a:lnTo>
                    <a:pt x="17308" y="1653"/>
                  </a:lnTo>
                  <a:lnTo>
                    <a:pt x="17928" y="1102"/>
                  </a:lnTo>
                  <a:lnTo>
                    <a:pt x="18562" y="1110"/>
                  </a:lnTo>
                  <a:lnTo>
                    <a:pt x="19805" y="2305"/>
                  </a:lnTo>
                  <a:lnTo>
                    <a:pt x="22116" y="7063"/>
                  </a:lnTo>
                  <a:lnTo>
                    <a:pt x="22836" y="6406"/>
                  </a:lnTo>
                  <a:lnTo>
                    <a:pt x="23509" y="5133"/>
                  </a:lnTo>
                  <a:lnTo>
                    <a:pt x="23653" y="998"/>
                  </a:lnTo>
                  <a:lnTo>
                    <a:pt x="24288" y="678"/>
                  </a:lnTo>
                  <a:lnTo>
                    <a:pt x="26313" y="1823"/>
                  </a:lnTo>
                  <a:lnTo>
                    <a:pt x="27584" y="3027"/>
                  </a:lnTo>
                  <a:lnTo>
                    <a:pt x="27606" y="703"/>
                  </a:lnTo>
                  <a:lnTo>
                    <a:pt x="28461" y="0"/>
                  </a:lnTo>
                  <a:lnTo>
                    <a:pt x="29388" y="236"/>
                  </a:lnTo>
                  <a:lnTo>
                    <a:pt x="30289" y="74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2497195" y="5717537"/>
              <a:ext cx="6059" cy="5961"/>
            </a:xfrm>
            <a:custGeom>
              <a:avLst/>
              <a:pathLst>
                <a:path w="6059" h="5961">
                  <a:moveTo>
                    <a:pt x="2703" y="5961"/>
                  </a:moveTo>
                  <a:lnTo>
                    <a:pt x="1720" y="5961"/>
                  </a:lnTo>
                  <a:lnTo>
                    <a:pt x="909" y="5344"/>
                  </a:lnTo>
                  <a:lnTo>
                    <a:pt x="201" y="3552"/>
                  </a:lnTo>
                  <a:lnTo>
                    <a:pt x="0" y="2669"/>
                  </a:lnTo>
                  <a:lnTo>
                    <a:pt x="388" y="701"/>
                  </a:lnTo>
                  <a:lnTo>
                    <a:pt x="1054" y="259"/>
                  </a:lnTo>
                  <a:lnTo>
                    <a:pt x="4854" y="0"/>
                  </a:lnTo>
                  <a:lnTo>
                    <a:pt x="6019" y="1047"/>
                  </a:lnTo>
                  <a:lnTo>
                    <a:pt x="6059" y="2793"/>
                  </a:lnTo>
                  <a:lnTo>
                    <a:pt x="5614" y="407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3124817" y="5714461"/>
              <a:ext cx="6259" cy="6111"/>
            </a:xfrm>
            <a:custGeom>
              <a:avLst/>
              <a:pathLst>
                <a:path w="6259" h="6111">
                  <a:moveTo>
                    <a:pt x="6259" y="4360"/>
                  </a:moveTo>
                  <a:lnTo>
                    <a:pt x="3243" y="6111"/>
                  </a:lnTo>
                  <a:lnTo>
                    <a:pt x="2959" y="5344"/>
                  </a:lnTo>
                  <a:lnTo>
                    <a:pt x="1977" y="4299"/>
                  </a:lnTo>
                  <a:lnTo>
                    <a:pt x="0" y="1416"/>
                  </a:lnTo>
                  <a:lnTo>
                    <a:pt x="2236" y="1211"/>
                  </a:lnTo>
                  <a:lnTo>
                    <a:pt x="4254" y="0"/>
                  </a:lnTo>
                  <a:lnTo>
                    <a:pt x="5366" y="496"/>
                  </a:lnTo>
                  <a:lnTo>
                    <a:pt x="5621" y="81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3228650" y="5713780"/>
              <a:ext cx="7770" cy="7147"/>
            </a:xfrm>
            <a:custGeom>
              <a:avLst/>
              <a:pathLst>
                <a:path w="7770" h="7147">
                  <a:moveTo>
                    <a:pt x="5204" y="6374"/>
                  </a:moveTo>
                  <a:lnTo>
                    <a:pt x="1301" y="7147"/>
                  </a:lnTo>
                  <a:lnTo>
                    <a:pt x="438" y="6255"/>
                  </a:lnTo>
                  <a:lnTo>
                    <a:pt x="0" y="4518"/>
                  </a:lnTo>
                  <a:lnTo>
                    <a:pt x="538" y="3508"/>
                  </a:lnTo>
                  <a:lnTo>
                    <a:pt x="5610" y="0"/>
                  </a:lnTo>
                  <a:lnTo>
                    <a:pt x="6998" y="325"/>
                  </a:lnTo>
                  <a:lnTo>
                    <a:pt x="7433" y="620"/>
                  </a:lnTo>
                  <a:lnTo>
                    <a:pt x="7770" y="1985"/>
                  </a:lnTo>
                  <a:lnTo>
                    <a:pt x="7326" y="4062"/>
                  </a:lnTo>
                  <a:lnTo>
                    <a:pt x="6748" y="509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3158664" y="5710768"/>
              <a:ext cx="9368" cy="7557"/>
            </a:xfrm>
            <a:custGeom>
              <a:avLst/>
              <a:pathLst>
                <a:path w="9368" h="7557">
                  <a:moveTo>
                    <a:pt x="2492" y="7508"/>
                  </a:moveTo>
                  <a:lnTo>
                    <a:pt x="632" y="7557"/>
                  </a:lnTo>
                  <a:lnTo>
                    <a:pt x="75" y="6746"/>
                  </a:lnTo>
                  <a:lnTo>
                    <a:pt x="0" y="6166"/>
                  </a:lnTo>
                  <a:lnTo>
                    <a:pt x="2409" y="1901"/>
                  </a:lnTo>
                  <a:lnTo>
                    <a:pt x="3723" y="816"/>
                  </a:lnTo>
                  <a:lnTo>
                    <a:pt x="6294" y="0"/>
                  </a:lnTo>
                  <a:lnTo>
                    <a:pt x="7960" y="259"/>
                  </a:lnTo>
                  <a:lnTo>
                    <a:pt x="9014" y="1197"/>
                  </a:lnTo>
                  <a:lnTo>
                    <a:pt x="9349" y="2851"/>
                  </a:lnTo>
                  <a:lnTo>
                    <a:pt x="9368" y="5393"/>
                  </a:lnTo>
                  <a:lnTo>
                    <a:pt x="8732" y="671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2372681" y="5710338"/>
              <a:ext cx="5236" cy="5234"/>
            </a:xfrm>
            <a:custGeom>
              <a:avLst/>
              <a:pathLst>
                <a:path w="5236" h="5234">
                  <a:moveTo>
                    <a:pt x="1153" y="0"/>
                  </a:moveTo>
                  <a:lnTo>
                    <a:pt x="1697" y="894"/>
                  </a:lnTo>
                  <a:lnTo>
                    <a:pt x="4185" y="63"/>
                  </a:lnTo>
                  <a:lnTo>
                    <a:pt x="5067" y="966"/>
                  </a:lnTo>
                  <a:lnTo>
                    <a:pt x="5236" y="1546"/>
                  </a:lnTo>
                  <a:lnTo>
                    <a:pt x="4114" y="3733"/>
                  </a:lnTo>
                  <a:lnTo>
                    <a:pt x="2808" y="5133"/>
                  </a:lnTo>
                  <a:lnTo>
                    <a:pt x="1272" y="5234"/>
                  </a:lnTo>
                  <a:lnTo>
                    <a:pt x="152" y="1587"/>
                  </a:lnTo>
                  <a:lnTo>
                    <a:pt x="0" y="68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4023310" y="5710312"/>
              <a:ext cx="5296" cy="10896"/>
            </a:xfrm>
            <a:custGeom>
              <a:avLst/>
              <a:pathLst>
                <a:path w="5296" h="10896">
                  <a:moveTo>
                    <a:pt x="4202" y="10884"/>
                  </a:moveTo>
                  <a:lnTo>
                    <a:pt x="3359" y="10896"/>
                  </a:lnTo>
                  <a:lnTo>
                    <a:pt x="2348" y="10570"/>
                  </a:lnTo>
                  <a:lnTo>
                    <a:pt x="1020" y="8417"/>
                  </a:lnTo>
                  <a:lnTo>
                    <a:pt x="256" y="6890"/>
                  </a:lnTo>
                  <a:lnTo>
                    <a:pt x="0" y="5297"/>
                  </a:lnTo>
                  <a:lnTo>
                    <a:pt x="109" y="2129"/>
                  </a:lnTo>
                  <a:lnTo>
                    <a:pt x="782" y="594"/>
                  </a:lnTo>
                  <a:lnTo>
                    <a:pt x="1835" y="0"/>
                  </a:lnTo>
                  <a:lnTo>
                    <a:pt x="2311" y="1416"/>
                  </a:lnTo>
                  <a:lnTo>
                    <a:pt x="2463" y="3055"/>
                  </a:lnTo>
                  <a:lnTo>
                    <a:pt x="2795" y="4175"/>
                  </a:lnTo>
                  <a:lnTo>
                    <a:pt x="4176" y="5690"/>
                  </a:lnTo>
                  <a:lnTo>
                    <a:pt x="4816" y="6994"/>
                  </a:lnTo>
                  <a:lnTo>
                    <a:pt x="5021" y="7690"/>
                  </a:lnTo>
                  <a:lnTo>
                    <a:pt x="5296" y="9170"/>
                  </a:lnTo>
                  <a:lnTo>
                    <a:pt x="5075" y="101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3245740" y="5709619"/>
              <a:ext cx="6304" cy="7736"/>
            </a:xfrm>
            <a:custGeom>
              <a:avLst/>
              <a:pathLst>
                <a:path w="6304" h="7736">
                  <a:moveTo>
                    <a:pt x="5249" y="7029"/>
                  </a:moveTo>
                  <a:lnTo>
                    <a:pt x="3400" y="7736"/>
                  </a:lnTo>
                  <a:lnTo>
                    <a:pt x="1265" y="6218"/>
                  </a:lnTo>
                  <a:lnTo>
                    <a:pt x="688" y="5205"/>
                  </a:lnTo>
                  <a:lnTo>
                    <a:pt x="74" y="2496"/>
                  </a:lnTo>
                  <a:lnTo>
                    <a:pt x="0" y="1460"/>
                  </a:lnTo>
                  <a:lnTo>
                    <a:pt x="483" y="767"/>
                  </a:lnTo>
                  <a:lnTo>
                    <a:pt x="2144" y="0"/>
                  </a:lnTo>
                  <a:lnTo>
                    <a:pt x="4894" y="311"/>
                  </a:lnTo>
                  <a:lnTo>
                    <a:pt x="5943" y="1578"/>
                  </a:lnTo>
                  <a:lnTo>
                    <a:pt x="6304" y="3777"/>
                  </a:lnTo>
                  <a:lnTo>
                    <a:pt x="5986" y="566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3497587" y="5704292"/>
              <a:ext cx="10595" cy="11447"/>
            </a:xfrm>
            <a:custGeom>
              <a:avLst/>
              <a:pathLst>
                <a:path w="10595" h="11447">
                  <a:moveTo>
                    <a:pt x="10393" y="9473"/>
                  </a:moveTo>
                  <a:lnTo>
                    <a:pt x="9653" y="10602"/>
                  </a:lnTo>
                  <a:lnTo>
                    <a:pt x="7534" y="10396"/>
                  </a:lnTo>
                  <a:lnTo>
                    <a:pt x="5939" y="11447"/>
                  </a:lnTo>
                  <a:lnTo>
                    <a:pt x="4643" y="11043"/>
                  </a:lnTo>
                  <a:lnTo>
                    <a:pt x="590" y="9231"/>
                  </a:lnTo>
                  <a:lnTo>
                    <a:pt x="116" y="6914"/>
                  </a:lnTo>
                  <a:lnTo>
                    <a:pt x="0" y="5935"/>
                  </a:lnTo>
                  <a:lnTo>
                    <a:pt x="327" y="4117"/>
                  </a:lnTo>
                  <a:lnTo>
                    <a:pt x="3992" y="352"/>
                  </a:lnTo>
                  <a:lnTo>
                    <a:pt x="5425" y="0"/>
                  </a:lnTo>
                  <a:lnTo>
                    <a:pt x="7488" y="522"/>
                  </a:lnTo>
                  <a:lnTo>
                    <a:pt x="8425" y="1592"/>
                  </a:lnTo>
                  <a:lnTo>
                    <a:pt x="9014" y="3708"/>
                  </a:lnTo>
                  <a:lnTo>
                    <a:pt x="10595" y="796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3209834" y="5703175"/>
              <a:ext cx="5884" cy="10596"/>
            </a:xfrm>
            <a:custGeom>
              <a:avLst/>
              <a:pathLst>
                <a:path w="5884" h="10596">
                  <a:moveTo>
                    <a:pt x="4024" y="6867"/>
                  </a:moveTo>
                  <a:lnTo>
                    <a:pt x="3014" y="10596"/>
                  </a:lnTo>
                  <a:lnTo>
                    <a:pt x="2379" y="10501"/>
                  </a:lnTo>
                  <a:lnTo>
                    <a:pt x="1783" y="8316"/>
                  </a:lnTo>
                  <a:lnTo>
                    <a:pt x="468" y="5956"/>
                  </a:lnTo>
                  <a:lnTo>
                    <a:pt x="33" y="4319"/>
                  </a:lnTo>
                  <a:lnTo>
                    <a:pt x="0" y="2106"/>
                  </a:lnTo>
                  <a:lnTo>
                    <a:pt x="887" y="799"/>
                  </a:lnTo>
                  <a:lnTo>
                    <a:pt x="4203" y="0"/>
                  </a:lnTo>
                  <a:lnTo>
                    <a:pt x="5323" y="530"/>
                  </a:lnTo>
                  <a:lnTo>
                    <a:pt x="5884" y="333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492261" y="5698258"/>
              <a:ext cx="3411" cy="3592"/>
            </a:xfrm>
            <a:custGeom>
              <a:avLst/>
              <a:pathLst>
                <a:path w="3411" h="3592">
                  <a:moveTo>
                    <a:pt x="2829" y="3529"/>
                  </a:moveTo>
                  <a:lnTo>
                    <a:pt x="1101" y="3592"/>
                  </a:lnTo>
                  <a:lnTo>
                    <a:pt x="297" y="2761"/>
                  </a:lnTo>
                  <a:lnTo>
                    <a:pt x="0" y="2250"/>
                  </a:lnTo>
                  <a:lnTo>
                    <a:pt x="205" y="1090"/>
                  </a:lnTo>
                  <a:lnTo>
                    <a:pt x="888" y="0"/>
                  </a:lnTo>
                  <a:lnTo>
                    <a:pt x="2905" y="790"/>
                  </a:lnTo>
                  <a:lnTo>
                    <a:pt x="3411" y="29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2326446" y="5694461"/>
              <a:ext cx="15823" cy="13340"/>
            </a:xfrm>
            <a:custGeom>
              <a:avLst/>
              <a:pathLst>
                <a:path w="15823" h="13340">
                  <a:moveTo>
                    <a:pt x="9503" y="0"/>
                  </a:moveTo>
                  <a:lnTo>
                    <a:pt x="11540" y="727"/>
                  </a:lnTo>
                  <a:lnTo>
                    <a:pt x="14537" y="3933"/>
                  </a:lnTo>
                  <a:lnTo>
                    <a:pt x="15507" y="5586"/>
                  </a:lnTo>
                  <a:lnTo>
                    <a:pt x="15823" y="6553"/>
                  </a:lnTo>
                  <a:lnTo>
                    <a:pt x="15569" y="7205"/>
                  </a:lnTo>
                  <a:lnTo>
                    <a:pt x="14206" y="7984"/>
                  </a:lnTo>
                  <a:lnTo>
                    <a:pt x="13132" y="11935"/>
                  </a:lnTo>
                  <a:lnTo>
                    <a:pt x="11095" y="13340"/>
                  </a:lnTo>
                  <a:lnTo>
                    <a:pt x="6266" y="12457"/>
                  </a:lnTo>
                  <a:lnTo>
                    <a:pt x="991" y="10881"/>
                  </a:lnTo>
                  <a:lnTo>
                    <a:pt x="557" y="10555"/>
                  </a:lnTo>
                  <a:lnTo>
                    <a:pt x="101" y="9170"/>
                  </a:lnTo>
                  <a:lnTo>
                    <a:pt x="0" y="7569"/>
                  </a:lnTo>
                  <a:lnTo>
                    <a:pt x="614" y="5563"/>
                  </a:lnTo>
                  <a:lnTo>
                    <a:pt x="1514" y="4544"/>
                  </a:lnTo>
                  <a:lnTo>
                    <a:pt x="5443" y="3321"/>
                  </a:lnTo>
                  <a:lnTo>
                    <a:pt x="5742" y="2629"/>
                  </a:lnTo>
                  <a:lnTo>
                    <a:pt x="6310" y="635"/>
                  </a:lnTo>
                  <a:lnTo>
                    <a:pt x="7295" y="216"/>
                  </a:lnTo>
                  <a:lnTo>
                    <a:pt x="7785" y="3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3378001" y="5693786"/>
              <a:ext cx="12231" cy="10844"/>
            </a:xfrm>
            <a:custGeom>
              <a:avLst/>
              <a:pathLst>
                <a:path w="12231" h="10844">
                  <a:moveTo>
                    <a:pt x="7595" y="8942"/>
                  </a:moveTo>
                  <a:lnTo>
                    <a:pt x="6866" y="10844"/>
                  </a:lnTo>
                  <a:lnTo>
                    <a:pt x="3249" y="8186"/>
                  </a:lnTo>
                  <a:lnTo>
                    <a:pt x="1160" y="7389"/>
                  </a:lnTo>
                  <a:lnTo>
                    <a:pt x="590" y="6916"/>
                  </a:lnTo>
                  <a:lnTo>
                    <a:pt x="96" y="5312"/>
                  </a:lnTo>
                  <a:lnTo>
                    <a:pt x="0" y="4663"/>
                  </a:lnTo>
                  <a:lnTo>
                    <a:pt x="394" y="3635"/>
                  </a:lnTo>
                  <a:lnTo>
                    <a:pt x="1569" y="2017"/>
                  </a:lnTo>
                  <a:lnTo>
                    <a:pt x="3992" y="692"/>
                  </a:lnTo>
                  <a:lnTo>
                    <a:pt x="7874" y="0"/>
                  </a:lnTo>
                  <a:lnTo>
                    <a:pt x="11632" y="539"/>
                  </a:lnTo>
                  <a:lnTo>
                    <a:pt x="12231" y="1338"/>
                  </a:lnTo>
                  <a:lnTo>
                    <a:pt x="8663" y="412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2359308" y="5685160"/>
              <a:ext cx="11185" cy="9663"/>
            </a:xfrm>
            <a:custGeom>
              <a:avLst/>
              <a:pathLst>
                <a:path w="11185" h="9663">
                  <a:moveTo>
                    <a:pt x="11185" y="8431"/>
                  </a:moveTo>
                  <a:lnTo>
                    <a:pt x="8691" y="9663"/>
                  </a:lnTo>
                  <a:lnTo>
                    <a:pt x="7051" y="8685"/>
                  </a:lnTo>
                  <a:lnTo>
                    <a:pt x="2077" y="6853"/>
                  </a:lnTo>
                  <a:lnTo>
                    <a:pt x="0" y="3428"/>
                  </a:lnTo>
                  <a:lnTo>
                    <a:pt x="236" y="1647"/>
                  </a:lnTo>
                  <a:lnTo>
                    <a:pt x="1150" y="591"/>
                  </a:lnTo>
                  <a:lnTo>
                    <a:pt x="2660" y="0"/>
                  </a:lnTo>
                  <a:lnTo>
                    <a:pt x="5673" y="1145"/>
                  </a:lnTo>
                  <a:lnTo>
                    <a:pt x="7205" y="232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2478873" y="5677268"/>
              <a:ext cx="9022" cy="17241"/>
            </a:xfrm>
            <a:custGeom>
              <a:avLst/>
              <a:pathLst>
                <a:path w="9022" h="17241">
                  <a:moveTo>
                    <a:pt x="6560" y="17016"/>
                  </a:moveTo>
                  <a:lnTo>
                    <a:pt x="5552" y="17241"/>
                  </a:lnTo>
                  <a:lnTo>
                    <a:pt x="4554" y="14497"/>
                  </a:lnTo>
                  <a:lnTo>
                    <a:pt x="4046" y="10310"/>
                  </a:lnTo>
                  <a:lnTo>
                    <a:pt x="822" y="4201"/>
                  </a:lnTo>
                  <a:lnTo>
                    <a:pt x="0" y="1018"/>
                  </a:lnTo>
                  <a:lnTo>
                    <a:pt x="596" y="254"/>
                  </a:lnTo>
                  <a:lnTo>
                    <a:pt x="1444" y="0"/>
                  </a:lnTo>
                  <a:lnTo>
                    <a:pt x="3782" y="880"/>
                  </a:lnTo>
                  <a:lnTo>
                    <a:pt x="5175" y="2031"/>
                  </a:lnTo>
                  <a:lnTo>
                    <a:pt x="6781" y="4562"/>
                  </a:lnTo>
                  <a:lnTo>
                    <a:pt x="8650" y="6801"/>
                  </a:lnTo>
                  <a:lnTo>
                    <a:pt x="9022" y="8743"/>
                  </a:lnTo>
                  <a:lnTo>
                    <a:pt x="8751" y="10893"/>
                  </a:lnTo>
                  <a:lnTo>
                    <a:pt x="7553" y="11447"/>
                  </a:lnTo>
                  <a:lnTo>
                    <a:pt x="7593" y="13048"/>
                  </a:lnTo>
                  <a:lnTo>
                    <a:pt x="6876" y="1611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2331397" y="5666718"/>
              <a:ext cx="82338" cy="114672"/>
            </a:xfrm>
            <a:custGeom>
              <a:avLst/>
              <a:pathLst>
                <a:path w="82338" h="114672">
                  <a:moveTo>
                    <a:pt x="61356" y="11822"/>
                  </a:moveTo>
                  <a:lnTo>
                    <a:pt x="61031" y="15423"/>
                  </a:lnTo>
                  <a:lnTo>
                    <a:pt x="62942" y="14133"/>
                  </a:lnTo>
                  <a:lnTo>
                    <a:pt x="63613" y="14407"/>
                  </a:lnTo>
                  <a:lnTo>
                    <a:pt x="65309" y="15718"/>
                  </a:lnTo>
                  <a:lnTo>
                    <a:pt x="68654" y="23468"/>
                  </a:lnTo>
                  <a:lnTo>
                    <a:pt x="69390" y="25924"/>
                  </a:lnTo>
                  <a:lnTo>
                    <a:pt x="70762" y="33098"/>
                  </a:lnTo>
                  <a:lnTo>
                    <a:pt x="72402" y="38454"/>
                  </a:lnTo>
                  <a:lnTo>
                    <a:pt x="76553" y="47844"/>
                  </a:lnTo>
                  <a:lnTo>
                    <a:pt x="78590" y="52966"/>
                  </a:lnTo>
                  <a:lnTo>
                    <a:pt x="79673" y="55964"/>
                  </a:lnTo>
                  <a:lnTo>
                    <a:pt x="79773" y="59952"/>
                  </a:lnTo>
                  <a:lnTo>
                    <a:pt x="81094" y="61080"/>
                  </a:lnTo>
                  <a:lnTo>
                    <a:pt x="81346" y="62725"/>
                  </a:lnTo>
                  <a:lnTo>
                    <a:pt x="81762" y="68202"/>
                  </a:lnTo>
                  <a:lnTo>
                    <a:pt x="82055" y="74596"/>
                  </a:lnTo>
                  <a:lnTo>
                    <a:pt x="82338" y="86762"/>
                  </a:lnTo>
                  <a:lnTo>
                    <a:pt x="82187" y="89628"/>
                  </a:lnTo>
                  <a:lnTo>
                    <a:pt x="80427" y="94150"/>
                  </a:lnTo>
                  <a:lnTo>
                    <a:pt x="79658" y="97405"/>
                  </a:lnTo>
                  <a:lnTo>
                    <a:pt x="78716" y="99540"/>
                  </a:lnTo>
                  <a:lnTo>
                    <a:pt x="77595" y="101081"/>
                  </a:lnTo>
                  <a:lnTo>
                    <a:pt x="71734" y="107487"/>
                  </a:lnTo>
                  <a:lnTo>
                    <a:pt x="71043" y="110667"/>
                  </a:lnTo>
                  <a:lnTo>
                    <a:pt x="61218" y="113385"/>
                  </a:lnTo>
                  <a:lnTo>
                    <a:pt x="55690" y="114517"/>
                  </a:lnTo>
                  <a:lnTo>
                    <a:pt x="53528" y="113290"/>
                  </a:lnTo>
                  <a:lnTo>
                    <a:pt x="51323" y="112999"/>
                  </a:lnTo>
                  <a:lnTo>
                    <a:pt x="48611" y="113408"/>
                  </a:lnTo>
                  <a:lnTo>
                    <a:pt x="40699" y="113775"/>
                  </a:lnTo>
                  <a:lnTo>
                    <a:pt x="34699" y="114672"/>
                  </a:lnTo>
                  <a:lnTo>
                    <a:pt x="33941" y="114335"/>
                  </a:lnTo>
                  <a:lnTo>
                    <a:pt x="33405" y="113123"/>
                  </a:lnTo>
                  <a:lnTo>
                    <a:pt x="32819" y="112303"/>
                  </a:lnTo>
                  <a:lnTo>
                    <a:pt x="31215" y="112491"/>
                  </a:lnTo>
                  <a:lnTo>
                    <a:pt x="29947" y="112038"/>
                  </a:lnTo>
                  <a:lnTo>
                    <a:pt x="28713" y="111036"/>
                  </a:lnTo>
                  <a:lnTo>
                    <a:pt x="27339" y="109187"/>
                  </a:lnTo>
                  <a:lnTo>
                    <a:pt x="26759" y="108107"/>
                  </a:lnTo>
                  <a:lnTo>
                    <a:pt x="26426" y="106933"/>
                  </a:lnTo>
                  <a:lnTo>
                    <a:pt x="29090" y="103871"/>
                  </a:lnTo>
                  <a:lnTo>
                    <a:pt x="30441" y="103173"/>
                  </a:lnTo>
                  <a:lnTo>
                    <a:pt x="31813" y="103011"/>
                  </a:lnTo>
                  <a:lnTo>
                    <a:pt x="34600" y="103638"/>
                  </a:lnTo>
                  <a:lnTo>
                    <a:pt x="37375" y="104673"/>
                  </a:lnTo>
                  <a:lnTo>
                    <a:pt x="43470" y="105490"/>
                  </a:lnTo>
                  <a:lnTo>
                    <a:pt x="51902" y="105710"/>
                  </a:lnTo>
                  <a:lnTo>
                    <a:pt x="54221" y="105412"/>
                  </a:lnTo>
                  <a:lnTo>
                    <a:pt x="57022" y="104414"/>
                  </a:lnTo>
                  <a:lnTo>
                    <a:pt x="59573" y="101612"/>
                  </a:lnTo>
                  <a:lnTo>
                    <a:pt x="58328" y="100527"/>
                  </a:lnTo>
                  <a:lnTo>
                    <a:pt x="57063" y="99840"/>
                  </a:lnTo>
                  <a:lnTo>
                    <a:pt x="55808" y="99710"/>
                  </a:lnTo>
                  <a:lnTo>
                    <a:pt x="54563" y="99895"/>
                  </a:lnTo>
                  <a:lnTo>
                    <a:pt x="51067" y="101652"/>
                  </a:lnTo>
                  <a:lnTo>
                    <a:pt x="48391" y="102685"/>
                  </a:lnTo>
                  <a:lnTo>
                    <a:pt x="45688" y="103288"/>
                  </a:lnTo>
                  <a:lnTo>
                    <a:pt x="42824" y="102264"/>
                  </a:lnTo>
                  <a:lnTo>
                    <a:pt x="40169" y="99399"/>
                  </a:lnTo>
                  <a:lnTo>
                    <a:pt x="40107" y="98452"/>
                  </a:lnTo>
                  <a:lnTo>
                    <a:pt x="49209" y="96273"/>
                  </a:lnTo>
                  <a:lnTo>
                    <a:pt x="50040" y="95904"/>
                  </a:lnTo>
                  <a:lnTo>
                    <a:pt x="51689" y="94510"/>
                  </a:lnTo>
                  <a:lnTo>
                    <a:pt x="52224" y="93281"/>
                  </a:lnTo>
                  <a:lnTo>
                    <a:pt x="52496" y="92121"/>
                  </a:lnTo>
                  <a:lnTo>
                    <a:pt x="46351" y="90049"/>
                  </a:lnTo>
                  <a:lnTo>
                    <a:pt x="45089" y="90092"/>
                  </a:lnTo>
                  <a:lnTo>
                    <a:pt x="43826" y="90468"/>
                  </a:lnTo>
                  <a:lnTo>
                    <a:pt x="41044" y="89619"/>
                  </a:lnTo>
                  <a:lnTo>
                    <a:pt x="38399" y="87189"/>
                  </a:lnTo>
                  <a:lnTo>
                    <a:pt x="35946" y="84281"/>
                  </a:lnTo>
                  <a:lnTo>
                    <a:pt x="35054" y="84015"/>
                  </a:lnTo>
                  <a:lnTo>
                    <a:pt x="34184" y="84904"/>
                  </a:lnTo>
                  <a:lnTo>
                    <a:pt x="28253" y="92568"/>
                  </a:lnTo>
                  <a:lnTo>
                    <a:pt x="27741" y="92626"/>
                  </a:lnTo>
                  <a:lnTo>
                    <a:pt x="25501" y="92063"/>
                  </a:lnTo>
                  <a:lnTo>
                    <a:pt x="22702" y="90543"/>
                  </a:lnTo>
                  <a:lnTo>
                    <a:pt x="20136" y="90006"/>
                  </a:lnTo>
                  <a:lnTo>
                    <a:pt x="18490" y="90418"/>
                  </a:lnTo>
                  <a:lnTo>
                    <a:pt x="17870" y="91048"/>
                  </a:lnTo>
                  <a:lnTo>
                    <a:pt x="19473" y="92796"/>
                  </a:lnTo>
                  <a:lnTo>
                    <a:pt x="20834" y="94320"/>
                  </a:lnTo>
                  <a:lnTo>
                    <a:pt x="21239" y="95543"/>
                  </a:lnTo>
                  <a:lnTo>
                    <a:pt x="17071" y="99384"/>
                  </a:lnTo>
                  <a:lnTo>
                    <a:pt x="15962" y="99901"/>
                  </a:lnTo>
                  <a:lnTo>
                    <a:pt x="14151" y="99575"/>
                  </a:lnTo>
                  <a:lnTo>
                    <a:pt x="13507" y="99087"/>
                  </a:lnTo>
                  <a:lnTo>
                    <a:pt x="12209" y="97029"/>
                  </a:lnTo>
                  <a:lnTo>
                    <a:pt x="10971" y="96524"/>
                  </a:lnTo>
                  <a:lnTo>
                    <a:pt x="8279" y="96949"/>
                  </a:lnTo>
                  <a:lnTo>
                    <a:pt x="6868" y="96761"/>
                  </a:lnTo>
                  <a:lnTo>
                    <a:pt x="5460" y="95867"/>
                  </a:lnTo>
                  <a:lnTo>
                    <a:pt x="4126" y="94542"/>
                  </a:lnTo>
                  <a:lnTo>
                    <a:pt x="2911" y="93818"/>
                  </a:lnTo>
                  <a:lnTo>
                    <a:pt x="1425" y="92340"/>
                  </a:lnTo>
                  <a:lnTo>
                    <a:pt x="341" y="91290"/>
                  </a:lnTo>
                  <a:lnTo>
                    <a:pt x="0" y="89798"/>
                  </a:lnTo>
                  <a:lnTo>
                    <a:pt x="109" y="88390"/>
                  </a:lnTo>
                  <a:lnTo>
                    <a:pt x="597" y="87565"/>
                  </a:lnTo>
                  <a:lnTo>
                    <a:pt x="665" y="86774"/>
                  </a:lnTo>
                  <a:lnTo>
                    <a:pt x="340" y="85418"/>
                  </a:lnTo>
                  <a:lnTo>
                    <a:pt x="543" y="84399"/>
                  </a:lnTo>
                  <a:lnTo>
                    <a:pt x="1037" y="83505"/>
                  </a:lnTo>
                  <a:lnTo>
                    <a:pt x="3257" y="81744"/>
                  </a:lnTo>
                  <a:lnTo>
                    <a:pt x="5979" y="81389"/>
                  </a:lnTo>
                  <a:lnTo>
                    <a:pt x="8588" y="83580"/>
                  </a:lnTo>
                  <a:lnTo>
                    <a:pt x="10302" y="84289"/>
                  </a:lnTo>
                  <a:lnTo>
                    <a:pt x="11094" y="84341"/>
                  </a:lnTo>
                  <a:lnTo>
                    <a:pt x="11403" y="84191"/>
                  </a:lnTo>
                  <a:lnTo>
                    <a:pt x="11615" y="83594"/>
                  </a:lnTo>
                  <a:lnTo>
                    <a:pt x="11538" y="82454"/>
                  </a:lnTo>
                  <a:lnTo>
                    <a:pt x="11075" y="80322"/>
                  </a:lnTo>
                  <a:lnTo>
                    <a:pt x="11016" y="78835"/>
                  </a:lnTo>
                  <a:lnTo>
                    <a:pt x="11596" y="77595"/>
                  </a:lnTo>
                  <a:lnTo>
                    <a:pt x="12368" y="77150"/>
                  </a:lnTo>
                  <a:lnTo>
                    <a:pt x="13195" y="76810"/>
                  </a:lnTo>
                  <a:lnTo>
                    <a:pt x="13758" y="76651"/>
                  </a:lnTo>
                  <a:lnTo>
                    <a:pt x="15440" y="77462"/>
                  </a:lnTo>
                  <a:lnTo>
                    <a:pt x="16636" y="78282"/>
                  </a:lnTo>
                  <a:lnTo>
                    <a:pt x="19085" y="80610"/>
                  </a:lnTo>
                  <a:lnTo>
                    <a:pt x="21144" y="82266"/>
                  </a:lnTo>
                  <a:lnTo>
                    <a:pt x="21908" y="82434"/>
                  </a:lnTo>
                  <a:lnTo>
                    <a:pt x="22504" y="81848"/>
                  </a:lnTo>
                  <a:lnTo>
                    <a:pt x="23045" y="80933"/>
                  </a:lnTo>
                  <a:lnTo>
                    <a:pt x="20605" y="78573"/>
                  </a:lnTo>
                  <a:lnTo>
                    <a:pt x="20318" y="77052"/>
                  </a:lnTo>
                  <a:lnTo>
                    <a:pt x="20463" y="75699"/>
                  </a:lnTo>
                  <a:lnTo>
                    <a:pt x="21965" y="74934"/>
                  </a:lnTo>
                  <a:lnTo>
                    <a:pt x="22847" y="74824"/>
                  </a:lnTo>
                  <a:lnTo>
                    <a:pt x="27193" y="76227"/>
                  </a:lnTo>
                  <a:lnTo>
                    <a:pt x="29479" y="76668"/>
                  </a:lnTo>
                  <a:lnTo>
                    <a:pt x="31775" y="76810"/>
                  </a:lnTo>
                  <a:lnTo>
                    <a:pt x="36492" y="75234"/>
                  </a:lnTo>
                  <a:lnTo>
                    <a:pt x="33979" y="73460"/>
                  </a:lnTo>
                  <a:lnTo>
                    <a:pt x="28508" y="71927"/>
                  </a:lnTo>
                  <a:lnTo>
                    <a:pt x="27483" y="70845"/>
                  </a:lnTo>
                  <a:lnTo>
                    <a:pt x="26725" y="69085"/>
                  </a:lnTo>
                  <a:lnTo>
                    <a:pt x="30752" y="67489"/>
                  </a:lnTo>
                  <a:lnTo>
                    <a:pt x="34827" y="67544"/>
                  </a:lnTo>
                  <a:lnTo>
                    <a:pt x="42167" y="69622"/>
                  </a:lnTo>
                  <a:lnTo>
                    <a:pt x="44630" y="68629"/>
                  </a:lnTo>
                  <a:lnTo>
                    <a:pt x="46897" y="65654"/>
                  </a:lnTo>
                  <a:lnTo>
                    <a:pt x="48203" y="64883"/>
                  </a:lnTo>
                  <a:lnTo>
                    <a:pt x="53415" y="65114"/>
                  </a:lnTo>
                  <a:lnTo>
                    <a:pt x="57563" y="63749"/>
                  </a:lnTo>
                  <a:lnTo>
                    <a:pt x="58228" y="63891"/>
                  </a:lnTo>
                  <a:lnTo>
                    <a:pt x="58864" y="64292"/>
                  </a:lnTo>
                  <a:lnTo>
                    <a:pt x="62906" y="69287"/>
                  </a:lnTo>
                  <a:lnTo>
                    <a:pt x="63443" y="69047"/>
                  </a:lnTo>
                  <a:lnTo>
                    <a:pt x="63842" y="68069"/>
                  </a:lnTo>
                  <a:lnTo>
                    <a:pt x="63983" y="66329"/>
                  </a:lnTo>
                  <a:lnTo>
                    <a:pt x="63987" y="64549"/>
                  </a:lnTo>
                  <a:lnTo>
                    <a:pt x="63896" y="62783"/>
                  </a:lnTo>
                  <a:lnTo>
                    <a:pt x="63374" y="61669"/>
                  </a:lnTo>
                  <a:lnTo>
                    <a:pt x="62713" y="61799"/>
                  </a:lnTo>
                  <a:lnTo>
                    <a:pt x="62024" y="62292"/>
                  </a:lnTo>
                  <a:lnTo>
                    <a:pt x="60862" y="61865"/>
                  </a:lnTo>
                  <a:lnTo>
                    <a:pt x="59686" y="60918"/>
                  </a:lnTo>
                  <a:lnTo>
                    <a:pt x="58507" y="60491"/>
                  </a:lnTo>
                  <a:lnTo>
                    <a:pt x="54341" y="59952"/>
                  </a:lnTo>
                  <a:lnTo>
                    <a:pt x="51392" y="59005"/>
                  </a:lnTo>
                  <a:lnTo>
                    <a:pt x="49867" y="58304"/>
                  </a:lnTo>
                  <a:lnTo>
                    <a:pt x="48449" y="56853"/>
                  </a:lnTo>
                  <a:lnTo>
                    <a:pt x="48249" y="55274"/>
                  </a:lnTo>
                  <a:lnTo>
                    <a:pt x="49733" y="51656"/>
                  </a:lnTo>
                  <a:lnTo>
                    <a:pt x="55475" y="47725"/>
                  </a:lnTo>
                  <a:lnTo>
                    <a:pt x="58169" y="46458"/>
                  </a:lnTo>
                  <a:lnTo>
                    <a:pt x="60903" y="46147"/>
                  </a:lnTo>
                  <a:lnTo>
                    <a:pt x="62228" y="46427"/>
                  </a:lnTo>
                  <a:lnTo>
                    <a:pt x="65373" y="48040"/>
                  </a:lnTo>
                  <a:lnTo>
                    <a:pt x="65858" y="47968"/>
                  </a:lnTo>
                  <a:lnTo>
                    <a:pt x="66336" y="47546"/>
                  </a:lnTo>
                  <a:lnTo>
                    <a:pt x="63291" y="44802"/>
                  </a:lnTo>
                  <a:lnTo>
                    <a:pt x="60588" y="42704"/>
                  </a:lnTo>
                  <a:lnTo>
                    <a:pt x="59250" y="41117"/>
                  </a:lnTo>
                  <a:lnTo>
                    <a:pt x="58174" y="40503"/>
                  </a:lnTo>
                  <a:lnTo>
                    <a:pt x="53664" y="39905"/>
                  </a:lnTo>
                  <a:lnTo>
                    <a:pt x="51285" y="41469"/>
                  </a:lnTo>
                  <a:lnTo>
                    <a:pt x="50163" y="41735"/>
                  </a:lnTo>
                  <a:lnTo>
                    <a:pt x="49049" y="41590"/>
                  </a:lnTo>
                  <a:lnTo>
                    <a:pt x="42425" y="37787"/>
                  </a:lnTo>
                  <a:lnTo>
                    <a:pt x="42052" y="37372"/>
                  </a:lnTo>
                  <a:lnTo>
                    <a:pt x="41115" y="35938"/>
                  </a:lnTo>
                  <a:lnTo>
                    <a:pt x="40613" y="34878"/>
                  </a:lnTo>
                  <a:lnTo>
                    <a:pt x="40318" y="33095"/>
                  </a:lnTo>
                  <a:lnTo>
                    <a:pt x="40451" y="31268"/>
                  </a:lnTo>
                  <a:lnTo>
                    <a:pt x="40631" y="30082"/>
                  </a:lnTo>
                  <a:lnTo>
                    <a:pt x="41615" y="25425"/>
                  </a:lnTo>
                  <a:lnTo>
                    <a:pt x="42171" y="21720"/>
                  </a:lnTo>
                  <a:lnTo>
                    <a:pt x="41886" y="18727"/>
                  </a:lnTo>
                  <a:lnTo>
                    <a:pt x="40843" y="17074"/>
                  </a:lnTo>
                  <a:lnTo>
                    <a:pt x="39351" y="15948"/>
                  </a:lnTo>
                  <a:lnTo>
                    <a:pt x="38000" y="14131"/>
                  </a:lnTo>
                  <a:lnTo>
                    <a:pt x="37612" y="12895"/>
                  </a:lnTo>
                  <a:lnTo>
                    <a:pt x="37373" y="11453"/>
                  </a:lnTo>
                  <a:lnTo>
                    <a:pt x="37341" y="9620"/>
                  </a:lnTo>
                  <a:lnTo>
                    <a:pt x="37678" y="8010"/>
                  </a:lnTo>
                  <a:lnTo>
                    <a:pt x="38262" y="6264"/>
                  </a:lnTo>
                  <a:lnTo>
                    <a:pt x="39041" y="5373"/>
                  </a:lnTo>
                  <a:lnTo>
                    <a:pt x="40436" y="4492"/>
                  </a:lnTo>
                  <a:lnTo>
                    <a:pt x="45930" y="2499"/>
                  </a:lnTo>
                  <a:lnTo>
                    <a:pt x="57145" y="0"/>
                  </a:lnTo>
                  <a:lnTo>
                    <a:pt x="58355" y="1278"/>
                  </a:lnTo>
                  <a:lnTo>
                    <a:pt x="60168" y="3959"/>
                  </a:lnTo>
                  <a:lnTo>
                    <a:pt x="60730" y="5035"/>
                  </a:lnTo>
                  <a:lnTo>
                    <a:pt x="61337" y="103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2155676" y="5664447"/>
              <a:ext cx="1580" cy="2637"/>
            </a:xfrm>
            <a:custGeom>
              <a:avLst/>
              <a:pathLst>
                <a:path w="1580" h="2637">
                  <a:moveTo>
                    <a:pt x="1206" y="2548"/>
                  </a:moveTo>
                  <a:lnTo>
                    <a:pt x="982" y="2542"/>
                  </a:lnTo>
                  <a:lnTo>
                    <a:pt x="819" y="2556"/>
                  </a:lnTo>
                  <a:lnTo>
                    <a:pt x="654" y="2602"/>
                  </a:lnTo>
                  <a:lnTo>
                    <a:pt x="327" y="2637"/>
                  </a:lnTo>
                  <a:lnTo>
                    <a:pt x="272" y="2507"/>
                  </a:lnTo>
                  <a:lnTo>
                    <a:pt x="157" y="2251"/>
                  </a:lnTo>
                  <a:lnTo>
                    <a:pt x="57" y="1997"/>
                  </a:lnTo>
                  <a:lnTo>
                    <a:pt x="0" y="1737"/>
                  </a:lnTo>
                  <a:lnTo>
                    <a:pt x="46" y="1402"/>
                  </a:lnTo>
                  <a:lnTo>
                    <a:pt x="170" y="1252"/>
                  </a:lnTo>
                  <a:lnTo>
                    <a:pt x="176" y="1039"/>
                  </a:lnTo>
                  <a:lnTo>
                    <a:pt x="176" y="761"/>
                  </a:lnTo>
                  <a:lnTo>
                    <a:pt x="237" y="522"/>
                  </a:lnTo>
                  <a:lnTo>
                    <a:pt x="272" y="274"/>
                  </a:lnTo>
                  <a:lnTo>
                    <a:pt x="406" y="0"/>
                  </a:lnTo>
                  <a:lnTo>
                    <a:pt x="718" y="26"/>
                  </a:lnTo>
                  <a:lnTo>
                    <a:pt x="1040" y="86"/>
                  </a:lnTo>
                  <a:lnTo>
                    <a:pt x="1191" y="184"/>
                  </a:lnTo>
                  <a:lnTo>
                    <a:pt x="1341" y="481"/>
                  </a:lnTo>
                  <a:lnTo>
                    <a:pt x="1460" y="779"/>
                  </a:lnTo>
                  <a:lnTo>
                    <a:pt x="1460" y="912"/>
                  </a:lnTo>
                  <a:lnTo>
                    <a:pt x="1486" y="1085"/>
                  </a:lnTo>
                  <a:lnTo>
                    <a:pt x="1505" y="1292"/>
                  </a:lnTo>
                  <a:lnTo>
                    <a:pt x="1528" y="1541"/>
                  </a:lnTo>
                  <a:lnTo>
                    <a:pt x="1580" y="1748"/>
                  </a:lnTo>
                  <a:lnTo>
                    <a:pt x="1540" y="210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2496742" y="5663518"/>
              <a:ext cx="4131" cy="3379"/>
            </a:xfrm>
            <a:custGeom>
              <a:avLst/>
              <a:pathLst>
                <a:path w="4131" h="3379">
                  <a:moveTo>
                    <a:pt x="4131" y="2568"/>
                  </a:moveTo>
                  <a:lnTo>
                    <a:pt x="3700" y="3379"/>
                  </a:lnTo>
                  <a:lnTo>
                    <a:pt x="2242" y="2888"/>
                  </a:lnTo>
                  <a:lnTo>
                    <a:pt x="1391" y="2311"/>
                  </a:lnTo>
                  <a:lnTo>
                    <a:pt x="0" y="859"/>
                  </a:lnTo>
                  <a:lnTo>
                    <a:pt x="779" y="0"/>
                  </a:lnTo>
                  <a:lnTo>
                    <a:pt x="2317" y="207"/>
                  </a:lnTo>
                  <a:lnTo>
                    <a:pt x="3568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2419312" y="5631308"/>
              <a:ext cx="6834" cy="5751"/>
            </a:xfrm>
            <a:custGeom>
              <a:avLst/>
              <a:pathLst>
                <a:path w="6834" h="5751">
                  <a:moveTo>
                    <a:pt x="4538" y="5188"/>
                  </a:moveTo>
                  <a:lnTo>
                    <a:pt x="2287" y="5751"/>
                  </a:lnTo>
                  <a:lnTo>
                    <a:pt x="574" y="5107"/>
                  </a:lnTo>
                  <a:lnTo>
                    <a:pt x="616" y="2868"/>
                  </a:lnTo>
                  <a:lnTo>
                    <a:pt x="145" y="2625"/>
                  </a:lnTo>
                  <a:lnTo>
                    <a:pt x="0" y="2086"/>
                  </a:lnTo>
                  <a:lnTo>
                    <a:pt x="2146" y="409"/>
                  </a:lnTo>
                  <a:lnTo>
                    <a:pt x="3746" y="0"/>
                  </a:lnTo>
                  <a:lnTo>
                    <a:pt x="5714" y="239"/>
                  </a:lnTo>
                  <a:lnTo>
                    <a:pt x="6540" y="1001"/>
                  </a:lnTo>
                  <a:lnTo>
                    <a:pt x="6834" y="1760"/>
                  </a:lnTo>
                  <a:lnTo>
                    <a:pt x="5334" y="3584"/>
                  </a:lnTo>
                  <a:lnTo>
                    <a:pt x="5104" y="433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5093581" y="5621520"/>
              <a:ext cx="3218" cy="9144"/>
            </a:xfrm>
            <a:custGeom>
              <a:avLst/>
              <a:pathLst>
                <a:path w="3218" h="9144">
                  <a:moveTo>
                    <a:pt x="2239" y="8305"/>
                  </a:moveTo>
                  <a:lnTo>
                    <a:pt x="1235" y="9144"/>
                  </a:lnTo>
                  <a:lnTo>
                    <a:pt x="611" y="8885"/>
                  </a:lnTo>
                  <a:lnTo>
                    <a:pt x="0" y="7113"/>
                  </a:lnTo>
                  <a:lnTo>
                    <a:pt x="659" y="4386"/>
                  </a:lnTo>
                  <a:lnTo>
                    <a:pt x="416" y="871"/>
                  </a:lnTo>
                  <a:lnTo>
                    <a:pt x="518" y="0"/>
                  </a:lnTo>
                  <a:lnTo>
                    <a:pt x="2141" y="1971"/>
                  </a:lnTo>
                  <a:lnTo>
                    <a:pt x="2429" y="3082"/>
                  </a:lnTo>
                  <a:lnTo>
                    <a:pt x="3087" y="4703"/>
                  </a:lnTo>
                  <a:lnTo>
                    <a:pt x="3218" y="5558"/>
                  </a:lnTo>
                  <a:lnTo>
                    <a:pt x="2548" y="722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2421038" y="5606082"/>
              <a:ext cx="3869" cy="4876"/>
            </a:xfrm>
            <a:custGeom>
              <a:avLst/>
              <a:pathLst>
                <a:path w="3869" h="4876">
                  <a:moveTo>
                    <a:pt x="2656" y="4657"/>
                  </a:moveTo>
                  <a:lnTo>
                    <a:pt x="2117" y="4876"/>
                  </a:lnTo>
                  <a:lnTo>
                    <a:pt x="833" y="4738"/>
                  </a:lnTo>
                  <a:lnTo>
                    <a:pt x="0" y="4097"/>
                  </a:lnTo>
                  <a:lnTo>
                    <a:pt x="1078" y="1971"/>
                  </a:lnTo>
                  <a:lnTo>
                    <a:pt x="948" y="571"/>
                  </a:lnTo>
                  <a:lnTo>
                    <a:pt x="1925" y="0"/>
                  </a:lnTo>
                  <a:lnTo>
                    <a:pt x="3010" y="490"/>
                  </a:lnTo>
                  <a:lnTo>
                    <a:pt x="3734" y="2314"/>
                  </a:lnTo>
                  <a:lnTo>
                    <a:pt x="3869" y="307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4180710" y="5605681"/>
              <a:ext cx="7172" cy="7574"/>
            </a:xfrm>
            <a:custGeom>
              <a:avLst/>
              <a:pathLst>
                <a:path w="7172" h="7574">
                  <a:moveTo>
                    <a:pt x="5845" y="6795"/>
                  </a:moveTo>
                  <a:lnTo>
                    <a:pt x="3862" y="7574"/>
                  </a:lnTo>
                  <a:lnTo>
                    <a:pt x="3542" y="7150"/>
                  </a:lnTo>
                  <a:lnTo>
                    <a:pt x="3486" y="6723"/>
                  </a:lnTo>
                  <a:lnTo>
                    <a:pt x="510" y="3869"/>
                  </a:lnTo>
                  <a:lnTo>
                    <a:pt x="0" y="1555"/>
                  </a:lnTo>
                  <a:lnTo>
                    <a:pt x="297" y="0"/>
                  </a:lnTo>
                  <a:lnTo>
                    <a:pt x="2743" y="152"/>
                  </a:lnTo>
                  <a:lnTo>
                    <a:pt x="5659" y="1514"/>
                  </a:lnTo>
                  <a:lnTo>
                    <a:pt x="7172" y="50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3754675" y="5605020"/>
              <a:ext cx="5657" cy="3142"/>
            </a:xfrm>
            <a:custGeom>
              <a:avLst/>
              <a:pathLst>
                <a:path w="5657" h="3142">
                  <a:moveTo>
                    <a:pt x="2900" y="2458"/>
                  </a:moveTo>
                  <a:lnTo>
                    <a:pt x="966" y="3142"/>
                  </a:lnTo>
                  <a:lnTo>
                    <a:pt x="121" y="2862"/>
                  </a:lnTo>
                  <a:lnTo>
                    <a:pt x="23" y="2152"/>
                  </a:lnTo>
                  <a:lnTo>
                    <a:pt x="0" y="1451"/>
                  </a:lnTo>
                  <a:lnTo>
                    <a:pt x="78" y="686"/>
                  </a:lnTo>
                  <a:lnTo>
                    <a:pt x="733" y="83"/>
                  </a:lnTo>
                  <a:lnTo>
                    <a:pt x="3957" y="0"/>
                  </a:lnTo>
                  <a:lnTo>
                    <a:pt x="5260" y="551"/>
                  </a:lnTo>
                  <a:lnTo>
                    <a:pt x="5621" y="891"/>
                  </a:lnTo>
                  <a:lnTo>
                    <a:pt x="5657" y="1968"/>
                  </a:lnTo>
                  <a:lnTo>
                    <a:pt x="5532" y="228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5075752" y="5604651"/>
              <a:ext cx="2443" cy="5716"/>
            </a:xfrm>
            <a:custGeom>
              <a:avLst/>
              <a:pathLst>
                <a:path w="2443" h="5716">
                  <a:moveTo>
                    <a:pt x="2443" y="3921"/>
                  </a:moveTo>
                  <a:lnTo>
                    <a:pt x="2232" y="5716"/>
                  </a:lnTo>
                  <a:lnTo>
                    <a:pt x="1667" y="5303"/>
                  </a:lnTo>
                  <a:lnTo>
                    <a:pt x="854" y="3860"/>
                  </a:lnTo>
                  <a:lnTo>
                    <a:pt x="0" y="357"/>
                  </a:lnTo>
                  <a:lnTo>
                    <a:pt x="765" y="0"/>
                  </a:lnTo>
                  <a:lnTo>
                    <a:pt x="1705" y="600"/>
                  </a:lnTo>
                  <a:lnTo>
                    <a:pt x="2088" y="2337"/>
                  </a:lnTo>
                  <a:lnTo>
                    <a:pt x="2410" y="324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4191272" y="5604247"/>
              <a:ext cx="4830" cy="3462"/>
            </a:xfrm>
            <a:custGeom>
              <a:avLst/>
              <a:pathLst>
                <a:path w="4830" h="3462">
                  <a:moveTo>
                    <a:pt x="3562" y="2738"/>
                  </a:moveTo>
                  <a:lnTo>
                    <a:pt x="2237" y="3462"/>
                  </a:lnTo>
                  <a:lnTo>
                    <a:pt x="1205" y="3332"/>
                  </a:lnTo>
                  <a:lnTo>
                    <a:pt x="0" y="1716"/>
                  </a:lnTo>
                  <a:lnTo>
                    <a:pt x="523" y="646"/>
                  </a:lnTo>
                  <a:lnTo>
                    <a:pt x="1738" y="0"/>
                  </a:lnTo>
                  <a:lnTo>
                    <a:pt x="3318" y="357"/>
                  </a:lnTo>
                  <a:lnTo>
                    <a:pt x="3734" y="914"/>
                  </a:lnTo>
                  <a:lnTo>
                    <a:pt x="4830" y="128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2403261" y="5602755"/>
              <a:ext cx="16765" cy="33363"/>
            </a:xfrm>
            <a:custGeom>
              <a:avLst/>
              <a:pathLst>
                <a:path w="16765" h="33363">
                  <a:moveTo>
                    <a:pt x="13229" y="25119"/>
                  </a:moveTo>
                  <a:lnTo>
                    <a:pt x="12031" y="27018"/>
                  </a:lnTo>
                  <a:lnTo>
                    <a:pt x="11081" y="27595"/>
                  </a:lnTo>
                  <a:lnTo>
                    <a:pt x="10215" y="27047"/>
                  </a:lnTo>
                  <a:lnTo>
                    <a:pt x="9355" y="26833"/>
                  </a:lnTo>
                  <a:lnTo>
                    <a:pt x="8708" y="27511"/>
                  </a:lnTo>
                  <a:lnTo>
                    <a:pt x="8039" y="30492"/>
                  </a:lnTo>
                  <a:lnTo>
                    <a:pt x="7265" y="31996"/>
                  </a:lnTo>
                  <a:lnTo>
                    <a:pt x="6417" y="32755"/>
                  </a:lnTo>
                  <a:lnTo>
                    <a:pt x="5934" y="32452"/>
                  </a:lnTo>
                  <a:lnTo>
                    <a:pt x="5454" y="32460"/>
                  </a:lnTo>
                  <a:lnTo>
                    <a:pt x="4653" y="33136"/>
                  </a:lnTo>
                  <a:lnTo>
                    <a:pt x="3679" y="33363"/>
                  </a:lnTo>
                  <a:lnTo>
                    <a:pt x="2723" y="33092"/>
                  </a:lnTo>
                  <a:lnTo>
                    <a:pt x="1791" y="31194"/>
                  </a:lnTo>
                  <a:lnTo>
                    <a:pt x="465" y="28911"/>
                  </a:lnTo>
                  <a:lnTo>
                    <a:pt x="203" y="28178"/>
                  </a:lnTo>
                  <a:lnTo>
                    <a:pt x="0" y="26325"/>
                  </a:lnTo>
                  <a:lnTo>
                    <a:pt x="61" y="24476"/>
                  </a:lnTo>
                  <a:lnTo>
                    <a:pt x="639" y="23013"/>
                  </a:lnTo>
                  <a:lnTo>
                    <a:pt x="3660" y="18003"/>
                  </a:lnTo>
                  <a:lnTo>
                    <a:pt x="4654" y="15747"/>
                  </a:lnTo>
                  <a:lnTo>
                    <a:pt x="5543" y="13181"/>
                  </a:lnTo>
                  <a:lnTo>
                    <a:pt x="6483" y="10881"/>
                  </a:lnTo>
                  <a:lnTo>
                    <a:pt x="8299" y="6766"/>
                  </a:lnTo>
                  <a:lnTo>
                    <a:pt x="9230" y="5251"/>
                  </a:lnTo>
                  <a:lnTo>
                    <a:pt x="13814" y="961"/>
                  </a:lnTo>
                  <a:lnTo>
                    <a:pt x="15046" y="0"/>
                  </a:lnTo>
                  <a:lnTo>
                    <a:pt x="16420" y="257"/>
                  </a:lnTo>
                  <a:lnTo>
                    <a:pt x="16765" y="2501"/>
                  </a:lnTo>
                  <a:lnTo>
                    <a:pt x="16079" y="3601"/>
                  </a:lnTo>
                  <a:lnTo>
                    <a:pt x="13874" y="6507"/>
                  </a:lnTo>
                  <a:lnTo>
                    <a:pt x="13451" y="10573"/>
                  </a:lnTo>
                  <a:lnTo>
                    <a:pt x="13460" y="12053"/>
                  </a:lnTo>
                  <a:lnTo>
                    <a:pt x="13684" y="12425"/>
                  </a:lnTo>
                  <a:lnTo>
                    <a:pt x="14522" y="12945"/>
                  </a:lnTo>
                  <a:lnTo>
                    <a:pt x="15078" y="13522"/>
                  </a:lnTo>
                  <a:lnTo>
                    <a:pt x="15845" y="14734"/>
                  </a:lnTo>
                  <a:lnTo>
                    <a:pt x="16688" y="15455"/>
                  </a:lnTo>
                  <a:lnTo>
                    <a:pt x="14845" y="17576"/>
                  </a:lnTo>
                  <a:lnTo>
                    <a:pt x="13599" y="18647"/>
                  </a:lnTo>
                  <a:lnTo>
                    <a:pt x="12750" y="19965"/>
                  </a:lnTo>
                  <a:lnTo>
                    <a:pt x="11081" y="21270"/>
                  </a:lnTo>
                  <a:lnTo>
                    <a:pt x="10390" y="22092"/>
                  </a:lnTo>
                  <a:lnTo>
                    <a:pt x="11434" y="22401"/>
                  </a:lnTo>
                  <a:lnTo>
                    <a:pt x="13016" y="23451"/>
                  </a:lnTo>
                  <a:lnTo>
                    <a:pt x="13447" y="2440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4177882" y="5599630"/>
              <a:ext cx="2989" cy="3690"/>
            </a:xfrm>
            <a:custGeom>
              <a:avLst/>
              <a:pathLst>
                <a:path w="2989" h="3690">
                  <a:moveTo>
                    <a:pt x="2989" y="2758"/>
                  </a:moveTo>
                  <a:lnTo>
                    <a:pt x="1768" y="3690"/>
                  </a:lnTo>
                  <a:lnTo>
                    <a:pt x="775" y="3503"/>
                  </a:lnTo>
                  <a:lnTo>
                    <a:pt x="124" y="2533"/>
                  </a:lnTo>
                  <a:lnTo>
                    <a:pt x="0" y="1927"/>
                  </a:lnTo>
                  <a:lnTo>
                    <a:pt x="602" y="0"/>
                  </a:lnTo>
                  <a:lnTo>
                    <a:pt x="1104" y="89"/>
                  </a:lnTo>
                  <a:lnTo>
                    <a:pt x="1440" y="110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4333560" y="5595217"/>
              <a:ext cx="4065" cy="3321"/>
            </a:xfrm>
            <a:custGeom>
              <a:avLst/>
              <a:pathLst>
                <a:path w="4065" h="3321">
                  <a:moveTo>
                    <a:pt x="2872" y="2972"/>
                  </a:moveTo>
                  <a:lnTo>
                    <a:pt x="1786" y="3321"/>
                  </a:lnTo>
                  <a:lnTo>
                    <a:pt x="674" y="2484"/>
                  </a:lnTo>
                  <a:lnTo>
                    <a:pt x="99" y="906"/>
                  </a:lnTo>
                  <a:lnTo>
                    <a:pt x="0" y="395"/>
                  </a:lnTo>
                  <a:lnTo>
                    <a:pt x="1750" y="0"/>
                  </a:lnTo>
                  <a:lnTo>
                    <a:pt x="4065" y="151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5066633" y="5591732"/>
              <a:ext cx="3615" cy="8091"/>
            </a:xfrm>
            <a:custGeom>
              <a:avLst/>
              <a:pathLst>
                <a:path w="3615" h="8091">
                  <a:moveTo>
                    <a:pt x="3615" y="6680"/>
                  </a:moveTo>
                  <a:lnTo>
                    <a:pt x="2990" y="8091"/>
                  </a:lnTo>
                  <a:lnTo>
                    <a:pt x="2463" y="7943"/>
                  </a:lnTo>
                  <a:lnTo>
                    <a:pt x="63" y="4385"/>
                  </a:lnTo>
                  <a:lnTo>
                    <a:pt x="333" y="2842"/>
                  </a:lnTo>
                  <a:lnTo>
                    <a:pt x="0" y="1549"/>
                  </a:lnTo>
                  <a:lnTo>
                    <a:pt x="55" y="395"/>
                  </a:lnTo>
                  <a:lnTo>
                    <a:pt x="152" y="0"/>
                  </a:lnTo>
                  <a:lnTo>
                    <a:pt x="3061" y="535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4350590" y="5587628"/>
              <a:ext cx="2465" cy="3460"/>
            </a:xfrm>
            <a:custGeom>
              <a:avLst/>
              <a:pathLst>
                <a:path w="2465" h="3460">
                  <a:moveTo>
                    <a:pt x="2169" y="3079"/>
                  </a:moveTo>
                  <a:lnTo>
                    <a:pt x="655" y="3460"/>
                  </a:lnTo>
                  <a:lnTo>
                    <a:pt x="66" y="2669"/>
                  </a:lnTo>
                  <a:lnTo>
                    <a:pt x="0" y="2236"/>
                  </a:lnTo>
                  <a:lnTo>
                    <a:pt x="1129" y="551"/>
                  </a:lnTo>
                  <a:lnTo>
                    <a:pt x="2465" y="0"/>
                  </a:lnTo>
                  <a:lnTo>
                    <a:pt x="2362" y="199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2429390" y="5586281"/>
              <a:ext cx="3364" cy="7266"/>
            </a:xfrm>
            <a:custGeom>
              <a:avLst/>
              <a:pathLst>
                <a:path w="3364" h="7266">
                  <a:moveTo>
                    <a:pt x="3132" y="3956"/>
                  </a:moveTo>
                  <a:lnTo>
                    <a:pt x="562" y="7266"/>
                  </a:lnTo>
                  <a:lnTo>
                    <a:pt x="201" y="7052"/>
                  </a:lnTo>
                  <a:lnTo>
                    <a:pt x="0" y="6709"/>
                  </a:lnTo>
                  <a:lnTo>
                    <a:pt x="6" y="6146"/>
                  </a:lnTo>
                  <a:lnTo>
                    <a:pt x="874" y="4928"/>
                  </a:lnTo>
                  <a:lnTo>
                    <a:pt x="1018" y="1301"/>
                  </a:lnTo>
                  <a:lnTo>
                    <a:pt x="2718" y="0"/>
                  </a:lnTo>
                  <a:lnTo>
                    <a:pt x="3364" y="461"/>
                  </a:lnTo>
                  <a:lnTo>
                    <a:pt x="2815" y="1982"/>
                  </a:lnTo>
                  <a:lnTo>
                    <a:pt x="3163" y="330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4307213" y="5585366"/>
              <a:ext cx="8191" cy="5589"/>
            </a:xfrm>
            <a:custGeom>
              <a:avLst/>
              <a:pathLst>
                <a:path w="8191" h="5589">
                  <a:moveTo>
                    <a:pt x="3517" y="0"/>
                  </a:moveTo>
                  <a:lnTo>
                    <a:pt x="4836" y="738"/>
                  </a:lnTo>
                  <a:lnTo>
                    <a:pt x="7188" y="666"/>
                  </a:lnTo>
                  <a:lnTo>
                    <a:pt x="8038" y="1800"/>
                  </a:lnTo>
                  <a:lnTo>
                    <a:pt x="8191" y="3061"/>
                  </a:lnTo>
                  <a:lnTo>
                    <a:pt x="8154" y="3786"/>
                  </a:lnTo>
                  <a:lnTo>
                    <a:pt x="7215" y="4873"/>
                  </a:lnTo>
                  <a:lnTo>
                    <a:pt x="1006" y="5589"/>
                  </a:lnTo>
                  <a:lnTo>
                    <a:pt x="0" y="4432"/>
                  </a:lnTo>
                  <a:lnTo>
                    <a:pt x="1056" y="1310"/>
                  </a:lnTo>
                  <a:lnTo>
                    <a:pt x="2218" y="29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4260503" y="5575506"/>
              <a:ext cx="4850" cy="3531"/>
            </a:xfrm>
            <a:custGeom>
              <a:avLst/>
              <a:pathLst>
                <a:path w="4850" h="3531">
                  <a:moveTo>
                    <a:pt x="4064" y="3136"/>
                  </a:moveTo>
                  <a:lnTo>
                    <a:pt x="2559" y="3531"/>
                  </a:lnTo>
                  <a:lnTo>
                    <a:pt x="976" y="3105"/>
                  </a:lnTo>
                  <a:lnTo>
                    <a:pt x="168" y="1711"/>
                  </a:lnTo>
                  <a:lnTo>
                    <a:pt x="0" y="1116"/>
                  </a:lnTo>
                  <a:lnTo>
                    <a:pt x="613" y="135"/>
                  </a:lnTo>
                  <a:lnTo>
                    <a:pt x="2856" y="0"/>
                  </a:lnTo>
                  <a:lnTo>
                    <a:pt x="4438" y="842"/>
                  </a:lnTo>
                  <a:lnTo>
                    <a:pt x="4792" y="1722"/>
                  </a:lnTo>
                  <a:lnTo>
                    <a:pt x="4850" y="21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437286" y="5570337"/>
              <a:ext cx="6266" cy="10448"/>
            </a:xfrm>
            <a:custGeom>
              <a:avLst/>
              <a:pathLst>
                <a:path w="6266" h="10448">
                  <a:moveTo>
                    <a:pt x="3868" y="9314"/>
                  </a:moveTo>
                  <a:lnTo>
                    <a:pt x="1352" y="10448"/>
                  </a:lnTo>
                  <a:lnTo>
                    <a:pt x="70" y="10024"/>
                  </a:lnTo>
                  <a:lnTo>
                    <a:pt x="0" y="8838"/>
                  </a:lnTo>
                  <a:lnTo>
                    <a:pt x="321" y="7283"/>
                  </a:lnTo>
                  <a:lnTo>
                    <a:pt x="1517" y="6426"/>
                  </a:lnTo>
                  <a:lnTo>
                    <a:pt x="1317" y="4103"/>
                  </a:lnTo>
                  <a:lnTo>
                    <a:pt x="2091" y="3119"/>
                  </a:lnTo>
                  <a:lnTo>
                    <a:pt x="2452" y="1292"/>
                  </a:lnTo>
                  <a:lnTo>
                    <a:pt x="4003" y="0"/>
                  </a:lnTo>
                  <a:lnTo>
                    <a:pt x="6266" y="605"/>
                  </a:lnTo>
                  <a:lnTo>
                    <a:pt x="5909" y="2923"/>
                  </a:lnTo>
                  <a:lnTo>
                    <a:pt x="5889" y="3713"/>
                  </a:lnTo>
                  <a:lnTo>
                    <a:pt x="4576" y="4345"/>
                  </a:lnTo>
                  <a:lnTo>
                    <a:pt x="4230" y="4709"/>
                  </a:lnTo>
                  <a:lnTo>
                    <a:pt x="3919" y="6241"/>
                  </a:lnTo>
                  <a:lnTo>
                    <a:pt x="3978" y="84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4352823" y="5565931"/>
              <a:ext cx="11377" cy="9548"/>
            </a:xfrm>
            <a:custGeom>
              <a:avLst/>
              <a:pathLst>
                <a:path w="11377" h="9548">
                  <a:moveTo>
                    <a:pt x="8183" y="8847"/>
                  </a:moveTo>
                  <a:lnTo>
                    <a:pt x="3182" y="9548"/>
                  </a:lnTo>
                  <a:lnTo>
                    <a:pt x="2784" y="8783"/>
                  </a:lnTo>
                  <a:lnTo>
                    <a:pt x="923" y="8711"/>
                  </a:lnTo>
                  <a:lnTo>
                    <a:pt x="256" y="8071"/>
                  </a:lnTo>
                  <a:lnTo>
                    <a:pt x="0" y="6654"/>
                  </a:lnTo>
                  <a:lnTo>
                    <a:pt x="619" y="4212"/>
                  </a:lnTo>
                  <a:lnTo>
                    <a:pt x="1600" y="2585"/>
                  </a:lnTo>
                  <a:lnTo>
                    <a:pt x="3162" y="911"/>
                  </a:lnTo>
                  <a:lnTo>
                    <a:pt x="3873" y="539"/>
                  </a:lnTo>
                  <a:lnTo>
                    <a:pt x="7055" y="0"/>
                  </a:lnTo>
                  <a:lnTo>
                    <a:pt x="9303" y="721"/>
                  </a:lnTo>
                  <a:lnTo>
                    <a:pt x="10936" y="2781"/>
                  </a:lnTo>
                  <a:lnTo>
                    <a:pt x="11377" y="4417"/>
                  </a:lnTo>
                  <a:lnTo>
                    <a:pt x="11140" y="550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4381469" y="5558590"/>
              <a:ext cx="7338" cy="10013"/>
            </a:xfrm>
            <a:custGeom>
              <a:avLst/>
              <a:pathLst>
                <a:path w="7338" h="10013">
                  <a:moveTo>
                    <a:pt x="7338" y="9326"/>
                  </a:moveTo>
                  <a:lnTo>
                    <a:pt x="6647" y="10013"/>
                  </a:lnTo>
                  <a:lnTo>
                    <a:pt x="4792" y="9603"/>
                  </a:lnTo>
                  <a:lnTo>
                    <a:pt x="4360" y="9023"/>
                  </a:lnTo>
                  <a:lnTo>
                    <a:pt x="4196" y="6166"/>
                  </a:lnTo>
                  <a:lnTo>
                    <a:pt x="4064" y="5387"/>
                  </a:lnTo>
                  <a:lnTo>
                    <a:pt x="3392" y="4599"/>
                  </a:lnTo>
                  <a:lnTo>
                    <a:pt x="336" y="3139"/>
                  </a:lnTo>
                  <a:lnTo>
                    <a:pt x="0" y="1128"/>
                  </a:lnTo>
                  <a:lnTo>
                    <a:pt x="420" y="196"/>
                  </a:lnTo>
                  <a:lnTo>
                    <a:pt x="1534" y="0"/>
                  </a:lnTo>
                  <a:lnTo>
                    <a:pt x="4341" y="1800"/>
                  </a:lnTo>
                  <a:lnTo>
                    <a:pt x="4962" y="3174"/>
                  </a:lnTo>
                  <a:lnTo>
                    <a:pt x="4858" y="5260"/>
                  </a:lnTo>
                  <a:lnTo>
                    <a:pt x="4908" y="5935"/>
                  </a:lnTo>
                  <a:lnTo>
                    <a:pt x="5770" y="7318"/>
                  </a:lnTo>
                  <a:lnTo>
                    <a:pt x="7127" y="876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467472" y="5546773"/>
              <a:ext cx="4385" cy="5223"/>
            </a:xfrm>
            <a:custGeom>
              <a:avLst/>
              <a:pathLst>
                <a:path w="4385" h="5223">
                  <a:moveTo>
                    <a:pt x="2786" y="3881"/>
                  </a:moveTo>
                  <a:lnTo>
                    <a:pt x="965" y="5223"/>
                  </a:lnTo>
                  <a:lnTo>
                    <a:pt x="0" y="5205"/>
                  </a:lnTo>
                  <a:lnTo>
                    <a:pt x="1140" y="1965"/>
                  </a:lnTo>
                  <a:lnTo>
                    <a:pt x="2203" y="1841"/>
                  </a:lnTo>
                  <a:lnTo>
                    <a:pt x="3900" y="0"/>
                  </a:lnTo>
                  <a:lnTo>
                    <a:pt x="4385" y="265"/>
                  </a:lnTo>
                  <a:lnTo>
                    <a:pt x="3468" y="180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537792" y="5535049"/>
              <a:ext cx="6365" cy="7023"/>
            </a:xfrm>
            <a:custGeom>
              <a:avLst/>
              <a:pathLst>
                <a:path w="6365" h="7023">
                  <a:moveTo>
                    <a:pt x="2387" y="6908"/>
                  </a:moveTo>
                  <a:lnTo>
                    <a:pt x="1399" y="7023"/>
                  </a:lnTo>
                  <a:lnTo>
                    <a:pt x="166" y="6123"/>
                  </a:lnTo>
                  <a:lnTo>
                    <a:pt x="0" y="4593"/>
                  </a:lnTo>
                  <a:lnTo>
                    <a:pt x="23" y="3748"/>
                  </a:lnTo>
                  <a:lnTo>
                    <a:pt x="946" y="3125"/>
                  </a:lnTo>
                  <a:lnTo>
                    <a:pt x="1534" y="3024"/>
                  </a:lnTo>
                  <a:lnTo>
                    <a:pt x="4894" y="571"/>
                  </a:lnTo>
                  <a:lnTo>
                    <a:pt x="6365" y="0"/>
                  </a:lnTo>
                  <a:lnTo>
                    <a:pt x="5710" y="1439"/>
                  </a:lnTo>
                  <a:lnTo>
                    <a:pt x="5784" y="2784"/>
                  </a:lnTo>
                  <a:lnTo>
                    <a:pt x="5257" y="398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459259" y="5532908"/>
              <a:ext cx="16520" cy="16953"/>
            </a:xfrm>
            <a:custGeom>
              <a:avLst/>
              <a:pathLst>
                <a:path w="16520" h="16953">
                  <a:moveTo>
                    <a:pt x="12561" y="6175"/>
                  </a:moveTo>
                  <a:lnTo>
                    <a:pt x="11451" y="9242"/>
                  </a:lnTo>
                  <a:lnTo>
                    <a:pt x="13137" y="9214"/>
                  </a:lnTo>
                  <a:lnTo>
                    <a:pt x="14269" y="8108"/>
                  </a:lnTo>
                  <a:lnTo>
                    <a:pt x="15465" y="7646"/>
                  </a:lnTo>
                  <a:lnTo>
                    <a:pt x="16520" y="9199"/>
                  </a:lnTo>
                  <a:lnTo>
                    <a:pt x="14344" y="10353"/>
                  </a:lnTo>
                  <a:lnTo>
                    <a:pt x="12307" y="12402"/>
                  </a:lnTo>
                  <a:lnTo>
                    <a:pt x="11469" y="13499"/>
                  </a:lnTo>
                  <a:lnTo>
                    <a:pt x="10555" y="13986"/>
                  </a:lnTo>
                  <a:lnTo>
                    <a:pt x="9370" y="13793"/>
                  </a:lnTo>
                  <a:lnTo>
                    <a:pt x="8212" y="13995"/>
                  </a:lnTo>
                  <a:lnTo>
                    <a:pt x="7194" y="16029"/>
                  </a:lnTo>
                  <a:lnTo>
                    <a:pt x="6128" y="16953"/>
                  </a:lnTo>
                  <a:lnTo>
                    <a:pt x="5778" y="16188"/>
                  </a:lnTo>
                  <a:lnTo>
                    <a:pt x="5382" y="15689"/>
                  </a:lnTo>
                  <a:lnTo>
                    <a:pt x="3049" y="15011"/>
                  </a:lnTo>
                  <a:lnTo>
                    <a:pt x="1989" y="13952"/>
                  </a:lnTo>
                  <a:lnTo>
                    <a:pt x="1016" y="13268"/>
                  </a:lnTo>
                  <a:lnTo>
                    <a:pt x="0" y="12913"/>
                  </a:lnTo>
                  <a:lnTo>
                    <a:pt x="527" y="11075"/>
                  </a:lnTo>
                  <a:lnTo>
                    <a:pt x="1162" y="9496"/>
                  </a:lnTo>
                  <a:lnTo>
                    <a:pt x="4660" y="7364"/>
                  </a:lnTo>
                  <a:lnTo>
                    <a:pt x="4317" y="6694"/>
                  </a:lnTo>
                  <a:lnTo>
                    <a:pt x="4095" y="5811"/>
                  </a:lnTo>
                  <a:lnTo>
                    <a:pt x="6877" y="4752"/>
                  </a:lnTo>
                  <a:lnTo>
                    <a:pt x="6948" y="3647"/>
                  </a:lnTo>
                  <a:lnTo>
                    <a:pt x="6777" y="2429"/>
                  </a:lnTo>
                  <a:lnTo>
                    <a:pt x="7670" y="1584"/>
                  </a:lnTo>
                  <a:lnTo>
                    <a:pt x="8491" y="366"/>
                  </a:lnTo>
                  <a:lnTo>
                    <a:pt x="9050" y="0"/>
                  </a:lnTo>
                  <a:lnTo>
                    <a:pt x="10800" y="167"/>
                  </a:lnTo>
                  <a:lnTo>
                    <a:pt x="11996" y="1864"/>
                  </a:lnTo>
                  <a:lnTo>
                    <a:pt x="11523" y="354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476409" y="5525575"/>
              <a:ext cx="8323" cy="14829"/>
            </a:xfrm>
            <a:custGeom>
              <a:avLst/>
              <a:pathLst>
                <a:path w="8323" h="14829">
                  <a:moveTo>
                    <a:pt x="5247" y="12174"/>
                  </a:moveTo>
                  <a:lnTo>
                    <a:pt x="4440" y="13363"/>
                  </a:lnTo>
                  <a:lnTo>
                    <a:pt x="3758" y="13571"/>
                  </a:lnTo>
                  <a:lnTo>
                    <a:pt x="3149" y="13051"/>
                  </a:lnTo>
                  <a:lnTo>
                    <a:pt x="2325" y="14829"/>
                  </a:lnTo>
                  <a:lnTo>
                    <a:pt x="630" y="14289"/>
                  </a:lnTo>
                  <a:lnTo>
                    <a:pt x="0" y="13787"/>
                  </a:lnTo>
                  <a:lnTo>
                    <a:pt x="402" y="13571"/>
                  </a:lnTo>
                  <a:lnTo>
                    <a:pt x="700" y="12768"/>
                  </a:lnTo>
                  <a:lnTo>
                    <a:pt x="1596" y="11204"/>
                  </a:lnTo>
                  <a:lnTo>
                    <a:pt x="3196" y="7121"/>
                  </a:lnTo>
                  <a:lnTo>
                    <a:pt x="3476" y="5857"/>
                  </a:lnTo>
                  <a:lnTo>
                    <a:pt x="2203" y="3759"/>
                  </a:lnTo>
                  <a:lnTo>
                    <a:pt x="1968" y="3070"/>
                  </a:lnTo>
                  <a:lnTo>
                    <a:pt x="2256" y="1866"/>
                  </a:lnTo>
                  <a:lnTo>
                    <a:pt x="2725" y="983"/>
                  </a:lnTo>
                  <a:lnTo>
                    <a:pt x="3801" y="0"/>
                  </a:lnTo>
                  <a:lnTo>
                    <a:pt x="5213" y="31"/>
                  </a:lnTo>
                  <a:lnTo>
                    <a:pt x="5917" y="813"/>
                  </a:lnTo>
                  <a:lnTo>
                    <a:pt x="5904" y="2294"/>
                  </a:lnTo>
                  <a:lnTo>
                    <a:pt x="8323" y="3713"/>
                  </a:lnTo>
                  <a:lnTo>
                    <a:pt x="7916" y="6564"/>
                  </a:lnTo>
                  <a:lnTo>
                    <a:pt x="6991" y="8379"/>
                  </a:lnTo>
                  <a:lnTo>
                    <a:pt x="6859" y="10532"/>
                  </a:lnTo>
                  <a:lnTo>
                    <a:pt x="5501" y="1149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484901" y="5524222"/>
              <a:ext cx="2827" cy="3361"/>
            </a:xfrm>
            <a:custGeom>
              <a:avLst/>
              <a:pathLst>
                <a:path w="2827" h="3361">
                  <a:moveTo>
                    <a:pt x="1052" y="3266"/>
                  </a:moveTo>
                  <a:lnTo>
                    <a:pt x="0" y="3361"/>
                  </a:lnTo>
                  <a:lnTo>
                    <a:pt x="266" y="1794"/>
                  </a:lnTo>
                  <a:lnTo>
                    <a:pt x="1238" y="698"/>
                  </a:lnTo>
                  <a:lnTo>
                    <a:pt x="2827" y="0"/>
                  </a:lnTo>
                  <a:lnTo>
                    <a:pt x="1814" y="1783"/>
                  </a:lnTo>
                  <a:lnTo>
                    <a:pt x="1527" y="259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526397" y="5519412"/>
              <a:ext cx="13991" cy="17914"/>
            </a:xfrm>
            <a:custGeom>
              <a:avLst/>
              <a:pathLst>
                <a:path w="13991" h="17914">
                  <a:moveTo>
                    <a:pt x="6813" y="7389"/>
                  </a:moveTo>
                  <a:lnTo>
                    <a:pt x="7244" y="7794"/>
                  </a:lnTo>
                  <a:lnTo>
                    <a:pt x="7646" y="7615"/>
                  </a:lnTo>
                  <a:lnTo>
                    <a:pt x="8020" y="7211"/>
                  </a:lnTo>
                  <a:lnTo>
                    <a:pt x="8378" y="6244"/>
                  </a:lnTo>
                  <a:lnTo>
                    <a:pt x="9726" y="4824"/>
                  </a:lnTo>
                  <a:lnTo>
                    <a:pt x="11028" y="4663"/>
                  </a:lnTo>
                  <a:lnTo>
                    <a:pt x="10598" y="6111"/>
                  </a:lnTo>
                  <a:lnTo>
                    <a:pt x="13678" y="8665"/>
                  </a:lnTo>
                  <a:lnTo>
                    <a:pt x="13410" y="10708"/>
                  </a:lnTo>
                  <a:lnTo>
                    <a:pt x="13991" y="12339"/>
                  </a:lnTo>
                  <a:lnTo>
                    <a:pt x="12779" y="12823"/>
                  </a:lnTo>
                  <a:lnTo>
                    <a:pt x="11785" y="14540"/>
                  </a:lnTo>
                  <a:lnTo>
                    <a:pt x="12655" y="15201"/>
                  </a:lnTo>
                  <a:lnTo>
                    <a:pt x="13158" y="16641"/>
                  </a:lnTo>
                  <a:lnTo>
                    <a:pt x="12085" y="16993"/>
                  </a:lnTo>
                  <a:lnTo>
                    <a:pt x="9866" y="16150"/>
                  </a:lnTo>
                  <a:lnTo>
                    <a:pt x="8687" y="16352"/>
                  </a:lnTo>
                  <a:lnTo>
                    <a:pt x="8830" y="14985"/>
                  </a:lnTo>
                  <a:lnTo>
                    <a:pt x="8455" y="14462"/>
                  </a:lnTo>
                  <a:lnTo>
                    <a:pt x="7080" y="14722"/>
                  </a:lnTo>
                  <a:lnTo>
                    <a:pt x="6520" y="17645"/>
                  </a:lnTo>
                  <a:lnTo>
                    <a:pt x="6079" y="17914"/>
                  </a:lnTo>
                  <a:lnTo>
                    <a:pt x="5591" y="17440"/>
                  </a:lnTo>
                  <a:lnTo>
                    <a:pt x="5954" y="15585"/>
                  </a:lnTo>
                  <a:lnTo>
                    <a:pt x="5374" y="15265"/>
                  </a:lnTo>
                  <a:lnTo>
                    <a:pt x="4793" y="15299"/>
                  </a:lnTo>
                  <a:lnTo>
                    <a:pt x="3091" y="16687"/>
                  </a:lnTo>
                  <a:lnTo>
                    <a:pt x="2578" y="16722"/>
                  </a:lnTo>
                  <a:lnTo>
                    <a:pt x="1538" y="15091"/>
                  </a:lnTo>
                  <a:lnTo>
                    <a:pt x="4811" y="12947"/>
                  </a:lnTo>
                  <a:lnTo>
                    <a:pt x="3456" y="11888"/>
                  </a:lnTo>
                  <a:lnTo>
                    <a:pt x="3174" y="10547"/>
                  </a:lnTo>
                  <a:lnTo>
                    <a:pt x="3348" y="8674"/>
                  </a:lnTo>
                  <a:lnTo>
                    <a:pt x="2159" y="8954"/>
                  </a:lnTo>
                  <a:lnTo>
                    <a:pt x="990" y="9658"/>
                  </a:lnTo>
                  <a:lnTo>
                    <a:pt x="465" y="9779"/>
                  </a:lnTo>
                  <a:lnTo>
                    <a:pt x="0" y="9150"/>
                  </a:lnTo>
                  <a:lnTo>
                    <a:pt x="151" y="7799"/>
                  </a:lnTo>
                  <a:lnTo>
                    <a:pt x="1107" y="5629"/>
                  </a:lnTo>
                  <a:lnTo>
                    <a:pt x="1879" y="3321"/>
                  </a:lnTo>
                  <a:lnTo>
                    <a:pt x="3365" y="2181"/>
                  </a:lnTo>
                  <a:lnTo>
                    <a:pt x="4231" y="1289"/>
                  </a:lnTo>
                  <a:lnTo>
                    <a:pt x="5378" y="911"/>
                  </a:lnTo>
                  <a:lnTo>
                    <a:pt x="5896" y="66"/>
                  </a:lnTo>
                  <a:lnTo>
                    <a:pt x="6982" y="0"/>
                  </a:lnTo>
                  <a:lnTo>
                    <a:pt x="7579" y="1904"/>
                  </a:lnTo>
                  <a:lnTo>
                    <a:pt x="7565" y="3044"/>
                  </a:lnTo>
                  <a:lnTo>
                    <a:pt x="7032" y="429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535083" y="5519045"/>
              <a:ext cx="6666" cy="2574"/>
            </a:xfrm>
            <a:custGeom>
              <a:avLst/>
              <a:pathLst>
                <a:path w="6666" h="2574">
                  <a:moveTo>
                    <a:pt x="3556" y="467"/>
                  </a:moveTo>
                  <a:lnTo>
                    <a:pt x="3717" y="986"/>
                  </a:lnTo>
                  <a:lnTo>
                    <a:pt x="6011" y="718"/>
                  </a:lnTo>
                  <a:lnTo>
                    <a:pt x="6666" y="1471"/>
                  </a:lnTo>
                  <a:lnTo>
                    <a:pt x="5353" y="2487"/>
                  </a:lnTo>
                  <a:lnTo>
                    <a:pt x="5011" y="2274"/>
                  </a:lnTo>
                  <a:lnTo>
                    <a:pt x="3907" y="2574"/>
                  </a:lnTo>
                  <a:lnTo>
                    <a:pt x="769" y="1838"/>
                  </a:lnTo>
                  <a:lnTo>
                    <a:pt x="0" y="629"/>
                  </a:lnTo>
                  <a:lnTo>
                    <a:pt x="280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497234" y="5515424"/>
              <a:ext cx="4716" cy="6893"/>
            </a:xfrm>
            <a:custGeom>
              <a:avLst/>
              <a:pathLst>
                <a:path w="4716" h="6893">
                  <a:moveTo>
                    <a:pt x="3671" y="5843"/>
                  </a:moveTo>
                  <a:lnTo>
                    <a:pt x="2238" y="6893"/>
                  </a:lnTo>
                  <a:lnTo>
                    <a:pt x="1377" y="6564"/>
                  </a:lnTo>
                  <a:lnTo>
                    <a:pt x="0" y="5324"/>
                  </a:lnTo>
                  <a:lnTo>
                    <a:pt x="1865" y="4957"/>
                  </a:lnTo>
                  <a:lnTo>
                    <a:pt x="2019" y="1413"/>
                  </a:lnTo>
                  <a:lnTo>
                    <a:pt x="2961" y="0"/>
                  </a:lnTo>
                  <a:lnTo>
                    <a:pt x="4716" y="799"/>
                  </a:lnTo>
                  <a:lnTo>
                    <a:pt x="3639" y="2663"/>
                  </a:lnTo>
                  <a:lnTo>
                    <a:pt x="3260" y="4109"/>
                  </a:lnTo>
                  <a:lnTo>
                    <a:pt x="3650" y="535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551747" y="5507696"/>
              <a:ext cx="5938" cy="5101"/>
            </a:xfrm>
            <a:custGeom>
              <a:avLst/>
              <a:pathLst>
                <a:path w="5938" h="5101">
                  <a:moveTo>
                    <a:pt x="4173" y="3791"/>
                  </a:moveTo>
                  <a:lnTo>
                    <a:pt x="3204" y="5101"/>
                  </a:lnTo>
                  <a:lnTo>
                    <a:pt x="654" y="3130"/>
                  </a:lnTo>
                  <a:lnTo>
                    <a:pt x="0" y="1818"/>
                  </a:lnTo>
                  <a:lnTo>
                    <a:pt x="291" y="874"/>
                  </a:lnTo>
                  <a:lnTo>
                    <a:pt x="4341" y="0"/>
                  </a:lnTo>
                  <a:lnTo>
                    <a:pt x="5447" y="435"/>
                  </a:lnTo>
                  <a:lnTo>
                    <a:pt x="5938" y="250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127454" y="5502346"/>
              <a:ext cx="4138532" cy="649071"/>
            </a:xfrm>
            <a:custGeom>
              <a:avLst/>
              <a:pathLst>
                <a:path w="4138532" h="649071">
                  <a:moveTo>
                    <a:pt x="0" y="624232"/>
                  </a:moveTo>
                  <a:lnTo>
                    <a:pt x="18533" y="623816"/>
                  </a:lnTo>
                  <a:lnTo>
                    <a:pt x="22221" y="624255"/>
                  </a:lnTo>
                  <a:lnTo>
                    <a:pt x="26118" y="625522"/>
                  </a:lnTo>
                  <a:lnTo>
                    <a:pt x="34690" y="625643"/>
                  </a:lnTo>
                  <a:lnTo>
                    <a:pt x="42706" y="626206"/>
                  </a:lnTo>
                  <a:lnTo>
                    <a:pt x="44796" y="627888"/>
                  </a:lnTo>
                  <a:lnTo>
                    <a:pt x="47475" y="628924"/>
                  </a:lnTo>
                  <a:lnTo>
                    <a:pt x="53155" y="628021"/>
                  </a:lnTo>
                  <a:lnTo>
                    <a:pt x="57693" y="627596"/>
                  </a:lnTo>
                  <a:lnTo>
                    <a:pt x="61416" y="627516"/>
                  </a:lnTo>
                  <a:lnTo>
                    <a:pt x="95474" y="629870"/>
                  </a:lnTo>
                  <a:lnTo>
                    <a:pt x="130411" y="634043"/>
                  </a:lnTo>
                  <a:lnTo>
                    <a:pt x="137537" y="635373"/>
                  </a:lnTo>
                  <a:lnTo>
                    <a:pt x="143940" y="638478"/>
                  </a:lnTo>
                  <a:lnTo>
                    <a:pt x="150628" y="638051"/>
                  </a:lnTo>
                  <a:lnTo>
                    <a:pt x="190300" y="640464"/>
                  </a:lnTo>
                  <a:lnTo>
                    <a:pt x="196403" y="640472"/>
                  </a:lnTo>
                  <a:lnTo>
                    <a:pt x="220714" y="642997"/>
                  </a:lnTo>
                  <a:lnTo>
                    <a:pt x="263218" y="648878"/>
                  </a:lnTo>
                  <a:lnTo>
                    <a:pt x="266868" y="649071"/>
                  </a:lnTo>
                  <a:lnTo>
                    <a:pt x="270909" y="648890"/>
                  </a:lnTo>
                  <a:lnTo>
                    <a:pt x="268796" y="645739"/>
                  </a:lnTo>
                  <a:lnTo>
                    <a:pt x="264820" y="642867"/>
                  </a:lnTo>
                  <a:lnTo>
                    <a:pt x="259461" y="640804"/>
                  </a:lnTo>
                  <a:lnTo>
                    <a:pt x="262963" y="640181"/>
                  </a:lnTo>
                  <a:lnTo>
                    <a:pt x="270558" y="640120"/>
                  </a:lnTo>
                  <a:lnTo>
                    <a:pt x="269047" y="638654"/>
                  </a:lnTo>
                  <a:lnTo>
                    <a:pt x="264842" y="637812"/>
                  </a:lnTo>
                  <a:lnTo>
                    <a:pt x="249685" y="636833"/>
                  </a:lnTo>
                  <a:lnTo>
                    <a:pt x="189094" y="629467"/>
                  </a:lnTo>
                  <a:lnTo>
                    <a:pt x="187748" y="629005"/>
                  </a:lnTo>
                  <a:lnTo>
                    <a:pt x="186902" y="628404"/>
                  </a:lnTo>
                  <a:lnTo>
                    <a:pt x="185313" y="627744"/>
                  </a:lnTo>
                  <a:lnTo>
                    <a:pt x="182815" y="627005"/>
                  </a:lnTo>
                  <a:lnTo>
                    <a:pt x="173577" y="626589"/>
                  </a:lnTo>
                  <a:lnTo>
                    <a:pt x="171063" y="625954"/>
                  </a:lnTo>
                  <a:lnTo>
                    <a:pt x="169854" y="625109"/>
                  </a:lnTo>
                  <a:lnTo>
                    <a:pt x="170494" y="624763"/>
                  </a:lnTo>
                  <a:lnTo>
                    <a:pt x="171180" y="624913"/>
                  </a:lnTo>
                  <a:lnTo>
                    <a:pt x="185289" y="624264"/>
                  </a:lnTo>
                  <a:lnTo>
                    <a:pt x="186831" y="623424"/>
                  </a:lnTo>
                  <a:lnTo>
                    <a:pt x="186918" y="622870"/>
                  </a:lnTo>
                  <a:lnTo>
                    <a:pt x="186184" y="622428"/>
                  </a:lnTo>
                  <a:lnTo>
                    <a:pt x="183759" y="621941"/>
                  </a:lnTo>
                  <a:lnTo>
                    <a:pt x="178049" y="619488"/>
                  </a:lnTo>
                  <a:lnTo>
                    <a:pt x="176245" y="618411"/>
                  </a:lnTo>
                  <a:lnTo>
                    <a:pt x="177191" y="616700"/>
                  </a:lnTo>
                  <a:lnTo>
                    <a:pt x="178345" y="615959"/>
                  </a:lnTo>
                  <a:lnTo>
                    <a:pt x="182702" y="615425"/>
                  </a:lnTo>
                  <a:lnTo>
                    <a:pt x="183998" y="614305"/>
                  </a:lnTo>
                  <a:lnTo>
                    <a:pt x="183174" y="612250"/>
                  </a:lnTo>
                  <a:lnTo>
                    <a:pt x="173186" y="608107"/>
                  </a:lnTo>
                  <a:lnTo>
                    <a:pt x="166448" y="606653"/>
                  </a:lnTo>
                  <a:lnTo>
                    <a:pt x="162012" y="607645"/>
                  </a:lnTo>
                  <a:lnTo>
                    <a:pt x="153638" y="607697"/>
                  </a:lnTo>
                  <a:lnTo>
                    <a:pt x="143242" y="608254"/>
                  </a:lnTo>
                  <a:lnTo>
                    <a:pt x="140384" y="607662"/>
                  </a:lnTo>
                  <a:lnTo>
                    <a:pt x="137489" y="606026"/>
                  </a:lnTo>
                  <a:lnTo>
                    <a:pt x="134099" y="603112"/>
                  </a:lnTo>
                  <a:lnTo>
                    <a:pt x="132374" y="602359"/>
                  </a:lnTo>
                  <a:lnTo>
                    <a:pt x="129062" y="599935"/>
                  </a:lnTo>
                  <a:lnTo>
                    <a:pt x="124659" y="597586"/>
                  </a:lnTo>
                  <a:lnTo>
                    <a:pt x="101410" y="591872"/>
                  </a:lnTo>
                  <a:lnTo>
                    <a:pt x="97364" y="590314"/>
                  </a:lnTo>
                  <a:lnTo>
                    <a:pt x="68289" y="581342"/>
                  </a:lnTo>
                  <a:lnTo>
                    <a:pt x="67068" y="579796"/>
                  </a:lnTo>
                  <a:lnTo>
                    <a:pt x="66333" y="578191"/>
                  </a:lnTo>
                  <a:lnTo>
                    <a:pt x="79737" y="581807"/>
                  </a:lnTo>
                  <a:lnTo>
                    <a:pt x="82265" y="581836"/>
                  </a:lnTo>
                  <a:lnTo>
                    <a:pt x="85241" y="580872"/>
                  </a:lnTo>
                  <a:lnTo>
                    <a:pt x="87553" y="581135"/>
                  </a:lnTo>
                  <a:lnTo>
                    <a:pt x="90633" y="580229"/>
                  </a:lnTo>
                  <a:lnTo>
                    <a:pt x="94121" y="579787"/>
                  </a:lnTo>
                  <a:lnTo>
                    <a:pt x="103212" y="582609"/>
                  </a:lnTo>
                  <a:lnTo>
                    <a:pt x="121516" y="587131"/>
                  </a:lnTo>
                  <a:lnTo>
                    <a:pt x="126403" y="588735"/>
                  </a:lnTo>
                  <a:lnTo>
                    <a:pt x="129003" y="589846"/>
                  </a:lnTo>
                  <a:lnTo>
                    <a:pt x="131148" y="590250"/>
                  </a:lnTo>
                  <a:lnTo>
                    <a:pt x="133290" y="591055"/>
                  </a:lnTo>
                  <a:lnTo>
                    <a:pt x="135898" y="590597"/>
                  </a:lnTo>
                  <a:lnTo>
                    <a:pt x="137466" y="590989"/>
                  </a:lnTo>
                  <a:lnTo>
                    <a:pt x="141269" y="590718"/>
                  </a:lnTo>
                  <a:lnTo>
                    <a:pt x="158616" y="590227"/>
                  </a:lnTo>
                  <a:lnTo>
                    <a:pt x="165495" y="590663"/>
                  </a:lnTo>
                  <a:lnTo>
                    <a:pt x="173591" y="592865"/>
                  </a:lnTo>
                  <a:lnTo>
                    <a:pt x="176713" y="596483"/>
                  </a:lnTo>
                  <a:lnTo>
                    <a:pt x="179001" y="598114"/>
                  </a:lnTo>
                  <a:lnTo>
                    <a:pt x="183456" y="596844"/>
                  </a:lnTo>
                  <a:lnTo>
                    <a:pt x="187197" y="595318"/>
                  </a:lnTo>
                  <a:lnTo>
                    <a:pt x="194358" y="594019"/>
                  </a:lnTo>
                  <a:lnTo>
                    <a:pt x="196649" y="594550"/>
                  </a:lnTo>
                  <a:lnTo>
                    <a:pt x="200537" y="596429"/>
                  </a:lnTo>
                  <a:lnTo>
                    <a:pt x="204874" y="599629"/>
                  </a:lnTo>
                  <a:lnTo>
                    <a:pt x="223317" y="598760"/>
                  </a:lnTo>
                  <a:lnTo>
                    <a:pt x="231041" y="598913"/>
                  </a:lnTo>
                  <a:lnTo>
                    <a:pt x="236555" y="600344"/>
                  </a:lnTo>
                  <a:lnTo>
                    <a:pt x="256638" y="595560"/>
                  </a:lnTo>
                  <a:lnTo>
                    <a:pt x="259754" y="594530"/>
                  </a:lnTo>
                  <a:lnTo>
                    <a:pt x="264365" y="591220"/>
                  </a:lnTo>
                  <a:lnTo>
                    <a:pt x="260590" y="590158"/>
                  </a:lnTo>
                  <a:lnTo>
                    <a:pt x="257904" y="589832"/>
                  </a:lnTo>
                  <a:lnTo>
                    <a:pt x="256865" y="588121"/>
                  </a:lnTo>
                  <a:lnTo>
                    <a:pt x="258679" y="587446"/>
                  </a:lnTo>
                  <a:lnTo>
                    <a:pt x="264475" y="586516"/>
                  </a:lnTo>
                  <a:lnTo>
                    <a:pt x="275767" y="585088"/>
                  </a:lnTo>
                  <a:lnTo>
                    <a:pt x="282414" y="583726"/>
                  </a:lnTo>
                  <a:lnTo>
                    <a:pt x="285972" y="580110"/>
                  </a:lnTo>
                  <a:lnTo>
                    <a:pt x="301254" y="574524"/>
                  </a:lnTo>
                  <a:lnTo>
                    <a:pt x="306130" y="572068"/>
                  </a:lnTo>
                  <a:lnTo>
                    <a:pt x="310604" y="568031"/>
                  </a:lnTo>
                  <a:lnTo>
                    <a:pt x="300560" y="559962"/>
                  </a:lnTo>
                  <a:lnTo>
                    <a:pt x="290953" y="552994"/>
                  </a:lnTo>
                  <a:lnTo>
                    <a:pt x="294014" y="550832"/>
                  </a:lnTo>
                  <a:lnTo>
                    <a:pt x="297040" y="549147"/>
                  </a:lnTo>
                  <a:lnTo>
                    <a:pt x="298503" y="547814"/>
                  </a:lnTo>
                  <a:lnTo>
                    <a:pt x="299708" y="545886"/>
                  </a:lnTo>
                  <a:lnTo>
                    <a:pt x="296538" y="543612"/>
                  </a:lnTo>
                  <a:lnTo>
                    <a:pt x="293626" y="541927"/>
                  </a:lnTo>
                  <a:lnTo>
                    <a:pt x="288762" y="540277"/>
                  </a:lnTo>
                  <a:lnTo>
                    <a:pt x="270524" y="536335"/>
                  </a:lnTo>
                  <a:lnTo>
                    <a:pt x="264311" y="534627"/>
                  </a:lnTo>
                  <a:lnTo>
                    <a:pt x="266813" y="532021"/>
                  </a:lnTo>
                  <a:lnTo>
                    <a:pt x="270114" y="529992"/>
                  </a:lnTo>
                  <a:lnTo>
                    <a:pt x="277100" y="529138"/>
                  </a:lnTo>
                  <a:lnTo>
                    <a:pt x="321825" y="526053"/>
                  </a:lnTo>
                  <a:lnTo>
                    <a:pt x="366845" y="522264"/>
                  </a:lnTo>
                  <a:lnTo>
                    <a:pt x="367988" y="520343"/>
                  </a:lnTo>
                  <a:lnTo>
                    <a:pt x="362009" y="518106"/>
                  </a:lnTo>
                  <a:lnTo>
                    <a:pt x="356931" y="517558"/>
                  </a:lnTo>
                  <a:lnTo>
                    <a:pt x="355056" y="516883"/>
                  </a:lnTo>
                  <a:lnTo>
                    <a:pt x="354362" y="515457"/>
                  </a:lnTo>
                  <a:lnTo>
                    <a:pt x="354286" y="513501"/>
                  </a:lnTo>
                  <a:lnTo>
                    <a:pt x="353707" y="513172"/>
                  </a:lnTo>
                  <a:lnTo>
                    <a:pt x="351817" y="512970"/>
                  </a:lnTo>
                  <a:lnTo>
                    <a:pt x="343713" y="510731"/>
                  </a:lnTo>
                  <a:lnTo>
                    <a:pt x="342000" y="509845"/>
                  </a:lnTo>
                  <a:lnTo>
                    <a:pt x="339302" y="507747"/>
                  </a:lnTo>
                  <a:lnTo>
                    <a:pt x="338620" y="506099"/>
                  </a:lnTo>
                  <a:lnTo>
                    <a:pt x="340230" y="501883"/>
                  </a:lnTo>
                  <a:lnTo>
                    <a:pt x="342702" y="500080"/>
                  </a:lnTo>
                  <a:lnTo>
                    <a:pt x="347021" y="499124"/>
                  </a:lnTo>
                  <a:lnTo>
                    <a:pt x="350102" y="498778"/>
                  </a:lnTo>
                  <a:lnTo>
                    <a:pt x="359442" y="498842"/>
                  </a:lnTo>
                  <a:lnTo>
                    <a:pt x="363102" y="498322"/>
                  </a:lnTo>
                  <a:lnTo>
                    <a:pt x="364608" y="497745"/>
                  </a:lnTo>
                  <a:lnTo>
                    <a:pt x="364347" y="495728"/>
                  </a:lnTo>
                  <a:lnTo>
                    <a:pt x="363306" y="494799"/>
                  </a:lnTo>
                  <a:lnTo>
                    <a:pt x="363269" y="493564"/>
                  </a:lnTo>
                  <a:lnTo>
                    <a:pt x="364846" y="492886"/>
                  </a:lnTo>
                  <a:lnTo>
                    <a:pt x="366770" y="492920"/>
                  </a:lnTo>
                  <a:lnTo>
                    <a:pt x="367303" y="491414"/>
                  </a:lnTo>
                  <a:lnTo>
                    <a:pt x="366226" y="489025"/>
                  </a:lnTo>
                  <a:lnTo>
                    <a:pt x="363453" y="487712"/>
                  </a:lnTo>
                  <a:lnTo>
                    <a:pt x="356158" y="485510"/>
                  </a:lnTo>
                  <a:lnTo>
                    <a:pt x="339595" y="482220"/>
                  </a:lnTo>
                  <a:lnTo>
                    <a:pt x="333176" y="479681"/>
                  </a:lnTo>
                  <a:lnTo>
                    <a:pt x="329495" y="477722"/>
                  </a:lnTo>
                  <a:lnTo>
                    <a:pt x="326413" y="475485"/>
                  </a:lnTo>
                  <a:lnTo>
                    <a:pt x="323335" y="474389"/>
                  </a:lnTo>
                  <a:lnTo>
                    <a:pt x="321173" y="473237"/>
                  </a:lnTo>
                  <a:lnTo>
                    <a:pt x="321611" y="471794"/>
                  </a:lnTo>
                  <a:lnTo>
                    <a:pt x="320641" y="469524"/>
                  </a:lnTo>
                  <a:lnTo>
                    <a:pt x="319423" y="469134"/>
                  </a:lnTo>
                  <a:lnTo>
                    <a:pt x="314154" y="470083"/>
                  </a:lnTo>
                  <a:lnTo>
                    <a:pt x="304761" y="469564"/>
                  </a:lnTo>
                  <a:lnTo>
                    <a:pt x="293251" y="467475"/>
                  </a:lnTo>
                  <a:lnTo>
                    <a:pt x="285285" y="465059"/>
                  </a:lnTo>
                  <a:lnTo>
                    <a:pt x="274875" y="458552"/>
                  </a:lnTo>
                  <a:lnTo>
                    <a:pt x="270792" y="455323"/>
                  </a:lnTo>
                  <a:lnTo>
                    <a:pt x="273800" y="453058"/>
                  </a:lnTo>
                  <a:lnTo>
                    <a:pt x="277116" y="451630"/>
                  </a:lnTo>
                  <a:lnTo>
                    <a:pt x="290965" y="448314"/>
                  </a:lnTo>
                  <a:lnTo>
                    <a:pt x="293022" y="447154"/>
                  </a:lnTo>
                  <a:lnTo>
                    <a:pt x="295837" y="444205"/>
                  </a:lnTo>
                  <a:lnTo>
                    <a:pt x="291210" y="442961"/>
                  </a:lnTo>
                  <a:lnTo>
                    <a:pt x="287280" y="443074"/>
                  </a:lnTo>
                  <a:lnTo>
                    <a:pt x="283771" y="442222"/>
                  </a:lnTo>
                  <a:lnTo>
                    <a:pt x="269642" y="442049"/>
                  </a:lnTo>
                  <a:lnTo>
                    <a:pt x="261615" y="442453"/>
                  </a:lnTo>
                  <a:lnTo>
                    <a:pt x="254925" y="438734"/>
                  </a:lnTo>
                  <a:lnTo>
                    <a:pt x="249887" y="435095"/>
                  </a:lnTo>
                  <a:lnTo>
                    <a:pt x="248494" y="433234"/>
                  </a:lnTo>
                  <a:lnTo>
                    <a:pt x="247418" y="429999"/>
                  </a:lnTo>
                  <a:lnTo>
                    <a:pt x="249133" y="425168"/>
                  </a:lnTo>
                  <a:lnTo>
                    <a:pt x="250530" y="421705"/>
                  </a:lnTo>
                  <a:lnTo>
                    <a:pt x="250340" y="417469"/>
                  </a:lnTo>
                  <a:lnTo>
                    <a:pt x="250719" y="411643"/>
                  </a:lnTo>
                  <a:lnTo>
                    <a:pt x="253141" y="409695"/>
                  </a:lnTo>
                  <a:lnTo>
                    <a:pt x="254995" y="409340"/>
                  </a:lnTo>
                  <a:lnTo>
                    <a:pt x="259329" y="413833"/>
                  </a:lnTo>
                  <a:lnTo>
                    <a:pt x="263082" y="414154"/>
                  </a:lnTo>
                  <a:lnTo>
                    <a:pt x="268509" y="413294"/>
                  </a:lnTo>
                  <a:lnTo>
                    <a:pt x="271956" y="410982"/>
                  </a:lnTo>
                  <a:lnTo>
                    <a:pt x="273762" y="410122"/>
                  </a:lnTo>
                  <a:lnTo>
                    <a:pt x="277118" y="409897"/>
                  </a:lnTo>
                  <a:lnTo>
                    <a:pt x="283571" y="410939"/>
                  </a:lnTo>
                  <a:lnTo>
                    <a:pt x="286530" y="410532"/>
                  </a:lnTo>
                  <a:lnTo>
                    <a:pt x="289831" y="410751"/>
                  </a:lnTo>
                  <a:lnTo>
                    <a:pt x="300245" y="413706"/>
                  </a:lnTo>
                  <a:lnTo>
                    <a:pt x="302517" y="415103"/>
                  </a:lnTo>
                  <a:lnTo>
                    <a:pt x="303742" y="416165"/>
                  </a:lnTo>
                  <a:lnTo>
                    <a:pt x="304123" y="417729"/>
                  </a:lnTo>
                  <a:lnTo>
                    <a:pt x="305417" y="419293"/>
                  </a:lnTo>
                  <a:lnTo>
                    <a:pt x="309832" y="420075"/>
                  </a:lnTo>
                  <a:lnTo>
                    <a:pt x="322244" y="419192"/>
                  </a:lnTo>
                  <a:lnTo>
                    <a:pt x="325459" y="419584"/>
                  </a:lnTo>
                  <a:lnTo>
                    <a:pt x="334235" y="423947"/>
                  </a:lnTo>
                  <a:lnTo>
                    <a:pt x="341725" y="428614"/>
                  </a:lnTo>
                  <a:lnTo>
                    <a:pt x="344271" y="429782"/>
                  </a:lnTo>
                  <a:lnTo>
                    <a:pt x="348490" y="430564"/>
                  </a:lnTo>
                  <a:lnTo>
                    <a:pt x="349977" y="429877"/>
                  </a:lnTo>
                  <a:lnTo>
                    <a:pt x="351294" y="428123"/>
                  </a:lnTo>
                  <a:lnTo>
                    <a:pt x="355300" y="425991"/>
                  </a:lnTo>
                  <a:lnTo>
                    <a:pt x="364345" y="423287"/>
                  </a:lnTo>
                  <a:lnTo>
                    <a:pt x="366466" y="420661"/>
                  </a:lnTo>
                  <a:lnTo>
                    <a:pt x="365268" y="419192"/>
                  </a:lnTo>
                  <a:lnTo>
                    <a:pt x="361821" y="417677"/>
                  </a:lnTo>
                  <a:lnTo>
                    <a:pt x="359691" y="417143"/>
                  </a:lnTo>
                  <a:lnTo>
                    <a:pt x="358549" y="415383"/>
                  </a:lnTo>
                  <a:lnTo>
                    <a:pt x="358602" y="412979"/>
                  </a:lnTo>
                  <a:lnTo>
                    <a:pt x="359310" y="410694"/>
                  </a:lnTo>
                  <a:lnTo>
                    <a:pt x="361670" y="410105"/>
                  </a:lnTo>
                  <a:lnTo>
                    <a:pt x="365998" y="413245"/>
                  </a:lnTo>
                  <a:lnTo>
                    <a:pt x="371362" y="416153"/>
                  </a:lnTo>
                  <a:lnTo>
                    <a:pt x="373247" y="416612"/>
                  </a:lnTo>
                  <a:lnTo>
                    <a:pt x="374676" y="416477"/>
                  </a:lnTo>
                  <a:lnTo>
                    <a:pt x="377381" y="415446"/>
                  </a:lnTo>
                  <a:lnTo>
                    <a:pt x="380599" y="414679"/>
                  </a:lnTo>
                  <a:lnTo>
                    <a:pt x="386778" y="420961"/>
                  </a:lnTo>
                  <a:lnTo>
                    <a:pt x="390426" y="421382"/>
                  </a:lnTo>
                  <a:lnTo>
                    <a:pt x="394989" y="421422"/>
                  </a:lnTo>
                  <a:lnTo>
                    <a:pt x="395870" y="420453"/>
                  </a:lnTo>
                  <a:lnTo>
                    <a:pt x="395305" y="418771"/>
                  </a:lnTo>
                  <a:lnTo>
                    <a:pt x="394567" y="416999"/>
                  </a:lnTo>
                  <a:lnTo>
                    <a:pt x="393641" y="416751"/>
                  </a:lnTo>
                  <a:lnTo>
                    <a:pt x="393484" y="415074"/>
                  </a:lnTo>
                  <a:lnTo>
                    <a:pt x="395479" y="413539"/>
                  </a:lnTo>
                  <a:lnTo>
                    <a:pt x="396847" y="412887"/>
                  </a:lnTo>
                  <a:lnTo>
                    <a:pt x="396300" y="411779"/>
                  </a:lnTo>
                  <a:lnTo>
                    <a:pt x="394115" y="410053"/>
                  </a:lnTo>
                  <a:lnTo>
                    <a:pt x="392835" y="409782"/>
                  </a:lnTo>
                  <a:lnTo>
                    <a:pt x="391653" y="409032"/>
                  </a:lnTo>
                  <a:lnTo>
                    <a:pt x="392034" y="407857"/>
                  </a:lnTo>
                  <a:lnTo>
                    <a:pt x="393502" y="407358"/>
                  </a:lnTo>
                  <a:lnTo>
                    <a:pt x="395540" y="405632"/>
                  </a:lnTo>
                  <a:lnTo>
                    <a:pt x="394891" y="403586"/>
                  </a:lnTo>
                  <a:lnTo>
                    <a:pt x="395006" y="400992"/>
                  </a:lnTo>
                  <a:lnTo>
                    <a:pt x="394145" y="399584"/>
                  </a:lnTo>
                  <a:lnTo>
                    <a:pt x="389358" y="396883"/>
                  </a:lnTo>
                  <a:lnTo>
                    <a:pt x="382336" y="392433"/>
                  </a:lnTo>
                  <a:lnTo>
                    <a:pt x="375848" y="390405"/>
                  </a:lnTo>
                  <a:lnTo>
                    <a:pt x="361340" y="392027"/>
                  </a:lnTo>
                  <a:lnTo>
                    <a:pt x="356222" y="390985"/>
                  </a:lnTo>
                  <a:lnTo>
                    <a:pt x="352841" y="389830"/>
                  </a:lnTo>
                  <a:lnTo>
                    <a:pt x="349220" y="388246"/>
                  </a:lnTo>
                  <a:lnTo>
                    <a:pt x="353470" y="386648"/>
                  </a:lnTo>
                  <a:lnTo>
                    <a:pt x="357960" y="385482"/>
                  </a:lnTo>
                  <a:lnTo>
                    <a:pt x="359277" y="384492"/>
                  </a:lnTo>
                  <a:lnTo>
                    <a:pt x="360987" y="382414"/>
                  </a:lnTo>
                  <a:lnTo>
                    <a:pt x="362975" y="380937"/>
                  </a:lnTo>
                  <a:lnTo>
                    <a:pt x="364571" y="380539"/>
                  </a:lnTo>
                  <a:lnTo>
                    <a:pt x="369866" y="381318"/>
                  </a:lnTo>
                  <a:lnTo>
                    <a:pt x="381868" y="386850"/>
                  </a:lnTo>
                  <a:lnTo>
                    <a:pt x="384399" y="387432"/>
                  </a:lnTo>
                  <a:lnTo>
                    <a:pt x="392589" y="389989"/>
                  </a:lnTo>
                  <a:lnTo>
                    <a:pt x="394877" y="390122"/>
                  </a:lnTo>
                  <a:lnTo>
                    <a:pt x="397694" y="389542"/>
                  </a:lnTo>
                  <a:lnTo>
                    <a:pt x="395390" y="387075"/>
                  </a:lnTo>
                  <a:lnTo>
                    <a:pt x="392880" y="385329"/>
                  </a:lnTo>
                  <a:lnTo>
                    <a:pt x="386866" y="380397"/>
                  </a:lnTo>
                  <a:lnTo>
                    <a:pt x="387551" y="378051"/>
                  </a:lnTo>
                  <a:lnTo>
                    <a:pt x="391415" y="374164"/>
                  </a:lnTo>
                  <a:lnTo>
                    <a:pt x="401567" y="373873"/>
                  </a:lnTo>
                  <a:lnTo>
                    <a:pt x="405989" y="372491"/>
                  </a:lnTo>
                  <a:lnTo>
                    <a:pt x="411751" y="369516"/>
                  </a:lnTo>
                  <a:lnTo>
                    <a:pt x="419189" y="364555"/>
                  </a:lnTo>
                  <a:lnTo>
                    <a:pt x="425543" y="363961"/>
                  </a:lnTo>
                  <a:lnTo>
                    <a:pt x="433510" y="362408"/>
                  </a:lnTo>
                  <a:lnTo>
                    <a:pt x="436222" y="363557"/>
                  </a:lnTo>
                  <a:lnTo>
                    <a:pt x="442994" y="368304"/>
                  </a:lnTo>
                  <a:lnTo>
                    <a:pt x="447265" y="369946"/>
                  </a:lnTo>
                  <a:lnTo>
                    <a:pt x="448711" y="370087"/>
                  </a:lnTo>
                  <a:lnTo>
                    <a:pt x="450260" y="369943"/>
                  </a:lnTo>
                  <a:lnTo>
                    <a:pt x="446244" y="364033"/>
                  </a:lnTo>
                  <a:lnTo>
                    <a:pt x="448829" y="363268"/>
                  </a:lnTo>
                  <a:lnTo>
                    <a:pt x="452160" y="362607"/>
                  </a:lnTo>
                  <a:lnTo>
                    <a:pt x="454902" y="361118"/>
                  </a:lnTo>
                  <a:lnTo>
                    <a:pt x="456941" y="359895"/>
                  </a:lnTo>
                  <a:lnTo>
                    <a:pt x="463876" y="354190"/>
                  </a:lnTo>
                  <a:lnTo>
                    <a:pt x="470117" y="352634"/>
                  </a:lnTo>
                  <a:lnTo>
                    <a:pt x="487732" y="350136"/>
                  </a:lnTo>
                  <a:lnTo>
                    <a:pt x="493809" y="352412"/>
                  </a:lnTo>
                  <a:lnTo>
                    <a:pt x="498876" y="352681"/>
                  </a:lnTo>
                  <a:lnTo>
                    <a:pt x="500030" y="352023"/>
                  </a:lnTo>
                  <a:lnTo>
                    <a:pt x="501039" y="348961"/>
                  </a:lnTo>
                  <a:lnTo>
                    <a:pt x="503732" y="343057"/>
                  </a:lnTo>
                  <a:lnTo>
                    <a:pt x="506008" y="340968"/>
                  </a:lnTo>
                  <a:lnTo>
                    <a:pt x="513696" y="338755"/>
                  </a:lnTo>
                  <a:lnTo>
                    <a:pt x="519699" y="338864"/>
                  </a:lnTo>
                  <a:lnTo>
                    <a:pt x="524018" y="341288"/>
                  </a:lnTo>
                  <a:lnTo>
                    <a:pt x="528022" y="342869"/>
                  </a:lnTo>
                  <a:lnTo>
                    <a:pt x="531714" y="343605"/>
                  </a:lnTo>
                  <a:lnTo>
                    <a:pt x="535414" y="343525"/>
                  </a:lnTo>
                  <a:lnTo>
                    <a:pt x="540974" y="342174"/>
                  </a:lnTo>
                  <a:lnTo>
                    <a:pt x="548344" y="341678"/>
                  </a:lnTo>
                  <a:lnTo>
                    <a:pt x="551818" y="340979"/>
                  </a:lnTo>
                  <a:lnTo>
                    <a:pt x="555764" y="342315"/>
                  </a:lnTo>
                  <a:lnTo>
                    <a:pt x="565535" y="342760"/>
                  </a:lnTo>
                  <a:lnTo>
                    <a:pt x="573152" y="344670"/>
                  </a:lnTo>
                  <a:lnTo>
                    <a:pt x="577810" y="344693"/>
                  </a:lnTo>
                  <a:lnTo>
                    <a:pt x="584169" y="342846"/>
                  </a:lnTo>
                  <a:lnTo>
                    <a:pt x="587594" y="342589"/>
                  </a:lnTo>
                  <a:lnTo>
                    <a:pt x="599991" y="339606"/>
                  </a:lnTo>
                  <a:lnTo>
                    <a:pt x="609694" y="338974"/>
                  </a:lnTo>
                  <a:lnTo>
                    <a:pt x="617016" y="340295"/>
                  </a:lnTo>
                  <a:lnTo>
                    <a:pt x="628876" y="339470"/>
                  </a:lnTo>
                  <a:lnTo>
                    <a:pt x="640855" y="340094"/>
                  </a:lnTo>
                  <a:lnTo>
                    <a:pt x="645723" y="341196"/>
                  </a:lnTo>
                  <a:lnTo>
                    <a:pt x="672716" y="340515"/>
                  </a:lnTo>
                  <a:lnTo>
                    <a:pt x="694200" y="337695"/>
                  </a:lnTo>
                  <a:lnTo>
                    <a:pt x="697132" y="336720"/>
                  </a:lnTo>
                  <a:lnTo>
                    <a:pt x="701733" y="333655"/>
                  </a:lnTo>
                  <a:lnTo>
                    <a:pt x="704259" y="330830"/>
                  </a:lnTo>
                  <a:lnTo>
                    <a:pt x="705953" y="329959"/>
                  </a:lnTo>
                  <a:lnTo>
                    <a:pt x="709563" y="329627"/>
                  </a:lnTo>
                  <a:lnTo>
                    <a:pt x="715730" y="330259"/>
                  </a:lnTo>
                  <a:lnTo>
                    <a:pt x="724221" y="332337"/>
                  </a:lnTo>
                  <a:lnTo>
                    <a:pt x="731532" y="331563"/>
                  </a:lnTo>
                  <a:lnTo>
                    <a:pt x="745462" y="332755"/>
                  </a:lnTo>
                  <a:lnTo>
                    <a:pt x="746813" y="331800"/>
                  </a:lnTo>
                  <a:lnTo>
                    <a:pt x="748127" y="326479"/>
                  </a:lnTo>
                  <a:lnTo>
                    <a:pt x="750429" y="318015"/>
                  </a:lnTo>
                  <a:lnTo>
                    <a:pt x="752354" y="315484"/>
                  </a:lnTo>
                  <a:lnTo>
                    <a:pt x="755550" y="316137"/>
                  </a:lnTo>
                  <a:lnTo>
                    <a:pt x="765188" y="320979"/>
                  </a:lnTo>
                  <a:lnTo>
                    <a:pt x="765408" y="323033"/>
                  </a:lnTo>
                  <a:lnTo>
                    <a:pt x="764426" y="324496"/>
                  </a:lnTo>
                  <a:lnTo>
                    <a:pt x="762828" y="325082"/>
                  </a:lnTo>
                  <a:lnTo>
                    <a:pt x="762371" y="329189"/>
                  </a:lnTo>
                  <a:lnTo>
                    <a:pt x="763665" y="330360"/>
                  </a:lnTo>
                  <a:lnTo>
                    <a:pt x="765812" y="330002"/>
                  </a:lnTo>
                  <a:lnTo>
                    <a:pt x="767208" y="331774"/>
                  </a:lnTo>
                  <a:lnTo>
                    <a:pt x="764166" y="334865"/>
                  </a:lnTo>
                  <a:lnTo>
                    <a:pt x="762028" y="336619"/>
                  </a:lnTo>
                  <a:lnTo>
                    <a:pt x="760643" y="337395"/>
                  </a:lnTo>
                  <a:lnTo>
                    <a:pt x="759707" y="343262"/>
                  </a:lnTo>
                  <a:lnTo>
                    <a:pt x="758413" y="345215"/>
                  </a:lnTo>
                  <a:lnTo>
                    <a:pt x="758261" y="347365"/>
                  </a:lnTo>
                  <a:lnTo>
                    <a:pt x="760316" y="347365"/>
                  </a:lnTo>
                  <a:lnTo>
                    <a:pt x="762379" y="346488"/>
                  </a:lnTo>
                  <a:lnTo>
                    <a:pt x="764211" y="346237"/>
                  </a:lnTo>
                  <a:lnTo>
                    <a:pt x="769987" y="344702"/>
                  </a:lnTo>
                  <a:lnTo>
                    <a:pt x="780591" y="342945"/>
                  </a:lnTo>
                  <a:lnTo>
                    <a:pt x="784064" y="342027"/>
                  </a:lnTo>
                  <a:lnTo>
                    <a:pt x="786043" y="341761"/>
                  </a:lnTo>
                  <a:lnTo>
                    <a:pt x="787330" y="340541"/>
                  </a:lnTo>
                  <a:lnTo>
                    <a:pt x="785555" y="337661"/>
                  </a:lnTo>
                  <a:lnTo>
                    <a:pt x="784979" y="335246"/>
                  </a:lnTo>
                  <a:lnTo>
                    <a:pt x="786047" y="333249"/>
                  </a:lnTo>
                  <a:lnTo>
                    <a:pt x="785744" y="329777"/>
                  </a:lnTo>
                  <a:lnTo>
                    <a:pt x="784776" y="326323"/>
                  </a:lnTo>
                  <a:lnTo>
                    <a:pt x="786806" y="323715"/>
                  </a:lnTo>
                  <a:lnTo>
                    <a:pt x="788684" y="324286"/>
                  </a:lnTo>
                  <a:lnTo>
                    <a:pt x="791982" y="323911"/>
                  </a:lnTo>
                  <a:lnTo>
                    <a:pt x="793828" y="325163"/>
                  </a:lnTo>
                  <a:lnTo>
                    <a:pt x="796698" y="326300"/>
                  </a:lnTo>
                  <a:lnTo>
                    <a:pt x="799419" y="326889"/>
                  </a:lnTo>
                  <a:lnTo>
                    <a:pt x="802030" y="329189"/>
                  </a:lnTo>
                  <a:lnTo>
                    <a:pt x="802919" y="334201"/>
                  </a:lnTo>
                  <a:lnTo>
                    <a:pt x="802106" y="339352"/>
                  </a:lnTo>
                  <a:lnTo>
                    <a:pt x="799442" y="343066"/>
                  </a:lnTo>
                  <a:lnTo>
                    <a:pt x="794429" y="346462"/>
                  </a:lnTo>
                  <a:lnTo>
                    <a:pt x="788726" y="351844"/>
                  </a:lnTo>
                  <a:lnTo>
                    <a:pt x="789927" y="354401"/>
                  </a:lnTo>
                  <a:lnTo>
                    <a:pt x="792857" y="353541"/>
                  </a:lnTo>
                  <a:lnTo>
                    <a:pt x="805679" y="353786"/>
                  </a:lnTo>
                  <a:lnTo>
                    <a:pt x="813940" y="353370"/>
                  </a:lnTo>
                  <a:lnTo>
                    <a:pt x="819117" y="354008"/>
                  </a:lnTo>
                  <a:lnTo>
                    <a:pt x="825651" y="355364"/>
                  </a:lnTo>
                  <a:lnTo>
                    <a:pt x="830827" y="357405"/>
                  </a:lnTo>
                  <a:lnTo>
                    <a:pt x="837018" y="357785"/>
                  </a:lnTo>
                  <a:lnTo>
                    <a:pt x="840869" y="357044"/>
                  </a:lnTo>
                  <a:lnTo>
                    <a:pt x="844474" y="358065"/>
                  </a:lnTo>
                  <a:lnTo>
                    <a:pt x="858508" y="353743"/>
                  </a:lnTo>
                  <a:lnTo>
                    <a:pt x="864234" y="351304"/>
                  </a:lnTo>
                  <a:lnTo>
                    <a:pt x="867502" y="352519"/>
                  </a:lnTo>
                  <a:lnTo>
                    <a:pt x="872775" y="351469"/>
                  </a:lnTo>
                  <a:lnTo>
                    <a:pt x="875748" y="352409"/>
                  </a:lnTo>
                  <a:lnTo>
                    <a:pt x="881230" y="350895"/>
                  </a:lnTo>
                  <a:lnTo>
                    <a:pt x="884727" y="350716"/>
                  </a:lnTo>
                  <a:lnTo>
                    <a:pt x="888752" y="351359"/>
                  </a:lnTo>
                  <a:lnTo>
                    <a:pt x="900987" y="351665"/>
                  </a:lnTo>
                  <a:lnTo>
                    <a:pt x="901911" y="354455"/>
                  </a:lnTo>
                  <a:lnTo>
                    <a:pt x="905641" y="358712"/>
                  </a:lnTo>
                  <a:lnTo>
                    <a:pt x="908683" y="360368"/>
                  </a:lnTo>
                  <a:lnTo>
                    <a:pt x="912516" y="359667"/>
                  </a:lnTo>
                  <a:lnTo>
                    <a:pt x="915311" y="358345"/>
                  </a:lnTo>
                  <a:lnTo>
                    <a:pt x="919692" y="358847"/>
                  </a:lnTo>
                  <a:lnTo>
                    <a:pt x="926038" y="357032"/>
                  </a:lnTo>
                  <a:lnTo>
                    <a:pt x="932380" y="357578"/>
                  </a:lnTo>
                  <a:lnTo>
                    <a:pt x="935003" y="357272"/>
                  </a:lnTo>
                  <a:lnTo>
                    <a:pt x="936230" y="356091"/>
                  </a:lnTo>
                  <a:lnTo>
                    <a:pt x="937241" y="353509"/>
                  </a:lnTo>
                  <a:lnTo>
                    <a:pt x="935291" y="352063"/>
                  </a:lnTo>
                  <a:lnTo>
                    <a:pt x="929757" y="350222"/>
                  </a:lnTo>
                  <a:lnTo>
                    <a:pt x="924650" y="346390"/>
                  </a:lnTo>
                  <a:lnTo>
                    <a:pt x="922387" y="345588"/>
                  </a:lnTo>
                  <a:lnTo>
                    <a:pt x="918756" y="346067"/>
                  </a:lnTo>
                  <a:lnTo>
                    <a:pt x="917043" y="345371"/>
                  </a:lnTo>
                  <a:lnTo>
                    <a:pt x="915197" y="344130"/>
                  </a:lnTo>
                  <a:lnTo>
                    <a:pt x="917596" y="342670"/>
                  </a:lnTo>
                  <a:lnTo>
                    <a:pt x="920498" y="337918"/>
                  </a:lnTo>
                  <a:lnTo>
                    <a:pt x="919280" y="333572"/>
                  </a:lnTo>
                  <a:lnTo>
                    <a:pt x="917904" y="332660"/>
                  </a:lnTo>
                  <a:lnTo>
                    <a:pt x="914535" y="332799"/>
                  </a:lnTo>
                  <a:lnTo>
                    <a:pt x="910496" y="334342"/>
                  </a:lnTo>
                  <a:lnTo>
                    <a:pt x="908870" y="333275"/>
                  </a:lnTo>
                  <a:lnTo>
                    <a:pt x="906240" y="332706"/>
                  </a:lnTo>
                  <a:lnTo>
                    <a:pt x="905192" y="328698"/>
                  </a:lnTo>
                  <a:lnTo>
                    <a:pt x="902384" y="321201"/>
                  </a:lnTo>
                  <a:lnTo>
                    <a:pt x="900903" y="319054"/>
                  </a:lnTo>
                  <a:lnTo>
                    <a:pt x="896419" y="317103"/>
                  </a:lnTo>
                  <a:lnTo>
                    <a:pt x="892555" y="316160"/>
                  </a:lnTo>
                  <a:lnTo>
                    <a:pt x="888808" y="314919"/>
                  </a:lnTo>
                  <a:lnTo>
                    <a:pt x="887700" y="311959"/>
                  </a:lnTo>
                  <a:lnTo>
                    <a:pt x="888428" y="307884"/>
                  </a:lnTo>
                  <a:lnTo>
                    <a:pt x="892903" y="307018"/>
                  </a:lnTo>
                  <a:lnTo>
                    <a:pt x="897207" y="307437"/>
                  </a:lnTo>
                  <a:lnTo>
                    <a:pt x="899603" y="308172"/>
                  </a:lnTo>
                  <a:lnTo>
                    <a:pt x="902377" y="308507"/>
                  </a:lnTo>
                  <a:lnTo>
                    <a:pt x="905560" y="309347"/>
                  </a:lnTo>
                  <a:lnTo>
                    <a:pt x="907638" y="310518"/>
                  </a:lnTo>
                  <a:lnTo>
                    <a:pt x="909304" y="311179"/>
                  </a:lnTo>
                  <a:lnTo>
                    <a:pt x="912384" y="311197"/>
                  </a:lnTo>
                  <a:lnTo>
                    <a:pt x="923164" y="310083"/>
                  </a:lnTo>
                  <a:lnTo>
                    <a:pt x="924601" y="309315"/>
                  </a:lnTo>
                  <a:lnTo>
                    <a:pt x="925927" y="307866"/>
                  </a:lnTo>
                  <a:lnTo>
                    <a:pt x="928201" y="307543"/>
                  </a:lnTo>
                  <a:lnTo>
                    <a:pt x="930289" y="307739"/>
                  </a:lnTo>
                  <a:lnTo>
                    <a:pt x="933348" y="306862"/>
                  </a:lnTo>
                  <a:lnTo>
                    <a:pt x="929847" y="305676"/>
                  </a:lnTo>
                  <a:lnTo>
                    <a:pt x="926077" y="303434"/>
                  </a:lnTo>
                  <a:lnTo>
                    <a:pt x="920405" y="300699"/>
                  </a:lnTo>
                  <a:lnTo>
                    <a:pt x="915623" y="299238"/>
                  </a:lnTo>
                  <a:lnTo>
                    <a:pt x="906956" y="298197"/>
                  </a:lnTo>
                  <a:lnTo>
                    <a:pt x="902534" y="298543"/>
                  </a:lnTo>
                  <a:lnTo>
                    <a:pt x="899746" y="298000"/>
                  </a:lnTo>
                  <a:lnTo>
                    <a:pt x="889860" y="298286"/>
                  </a:lnTo>
                  <a:lnTo>
                    <a:pt x="887170" y="297230"/>
                  </a:lnTo>
                  <a:lnTo>
                    <a:pt x="885244" y="294258"/>
                  </a:lnTo>
                  <a:lnTo>
                    <a:pt x="882579" y="287188"/>
                  </a:lnTo>
                  <a:lnTo>
                    <a:pt x="881805" y="283451"/>
                  </a:lnTo>
                  <a:lnTo>
                    <a:pt x="883628" y="282069"/>
                  </a:lnTo>
                  <a:lnTo>
                    <a:pt x="884853" y="280565"/>
                  </a:lnTo>
                  <a:lnTo>
                    <a:pt x="887779" y="280418"/>
                  </a:lnTo>
                  <a:lnTo>
                    <a:pt x="892050" y="280993"/>
                  </a:lnTo>
                  <a:lnTo>
                    <a:pt x="893452" y="281717"/>
                  </a:lnTo>
                  <a:lnTo>
                    <a:pt x="894498" y="283927"/>
                  </a:lnTo>
                  <a:lnTo>
                    <a:pt x="893452" y="286187"/>
                  </a:lnTo>
                  <a:lnTo>
                    <a:pt x="892081" y="287361"/>
                  </a:lnTo>
                  <a:lnTo>
                    <a:pt x="892918" y="288432"/>
                  </a:lnTo>
                  <a:lnTo>
                    <a:pt x="897296" y="288749"/>
                  </a:lnTo>
                  <a:lnTo>
                    <a:pt x="899452" y="289421"/>
                  </a:lnTo>
                  <a:lnTo>
                    <a:pt x="901297" y="289687"/>
                  </a:lnTo>
                  <a:lnTo>
                    <a:pt x="905318" y="288668"/>
                  </a:lnTo>
                  <a:lnTo>
                    <a:pt x="911202" y="288247"/>
                  </a:lnTo>
                  <a:lnTo>
                    <a:pt x="914159" y="289263"/>
                  </a:lnTo>
                  <a:lnTo>
                    <a:pt x="917666" y="290024"/>
                  </a:lnTo>
                  <a:lnTo>
                    <a:pt x="922822" y="288801"/>
                  </a:lnTo>
                  <a:lnTo>
                    <a:pt x="941260" y="289462"/>
                  </a:lnTo>
                  <a:lnTo>
                    <a:pt x="943518" y="289785"/>
                  </a:lnTo>
                  <a:lnTo>
                    <a:pt x="945749" y="291811"/>
                  </a:lnTo>
                  <a:lnTo>
                    <a:pt x="947677" y="293072"/>
                  </a:lnTo>
                  <a:lnTo>
                    <a:pt x="949685" y="292535"/>
                  </a:lnTo>
                  <a:lnTo>
                    <a:pt x="955678" y="294904"/>
                  </a:lnTo>
                  <a:lnTo>
                    <a:pt x="958899" y="296739"/>
                  </a:lnTo>
                  <a:lnTo>
                    <a:pt x="962140" y="297703"/>
                  </a:lnTo>
                  <a:lnTo>
                    <a:pt x="964926" y="297943"/>
                  </a:lnTo>
                  <a:lnTo>
                    <a:pt x="968051" y="297487"/>
                  </a:lnTo>
                  <a:lnTo>
                    <a:pt x="972094" y="295937"/>
                  </a:lnTo>
                  <a:lnTo>
                    <a:pt x="975462" y="295308"/>
                  </a:lnTo>
                  <a:lnTo>
                    <a:pt x="977844" y="295865"/>
                  </a:lnTo>
                  <a:lnTo>
                    <a:pt x="982944" y="296177"/>
                  </a:lnTo>
                  <a:lnTo>
                    <a:pt x="986860" y="298052"/>
                  </a:lnTo>
                  <a:lnTo>
                    <a:pt x="989869" y="297276"/>
                  </a:lnTo>
                  <a:lnTo>
                    <a:pt x="993077" y="295158"/>
                  </a:lnTo>
                  <a:lnTo>
                    <a:pt x="1003176" y="293669"/>
                  </a:lnTo>
                  <a:lnTo>
                    <a:pt x="1009935" y="294076"/>
                  </a:lnTo>
                  <a:lnTo>
                    <a:pt x="1022276" y="297877"/>
                  </a:lnTo>
                  <a:lnTo>
                    <a:pt x="1025127" y="298234"/>
                  </a:lnTo>
                  <a:lnTo>
                    <a:pt x="1030766" y="295992"/>
                  </a:lnTo>
                  <a:lnTo>
                    <a:pt x="1032575" y="292310"/>
                  </a:lnTo>
                  <a:lnTo>
                    <a:pt x="1032326" y="288152"/>
                  </a:lnTo>
                  <a:lnTo>
                    <a:pt x="1033971" y="287165"/>
                  </a:lnTo>
                  <a:lnTo>
                    <a:pt x="1035320" y="287627"/>
                  </a:lnTo>
                  <a:lnTo>
                    <a:pt x="1037823" y="284744"/>
                  </a:lnTo>
                  <a:lnTo>
                    <a:pt x="1041222" y="284989"/>
                  </a:lnTo>
                  <a:lnTo>
                    <a:pt x="1043306" y="285540"/>
                  </a:lnTo>
                  <a:lnTo>
                    <a:pt x="1044593" y="283656"/>
                  </a:lnTo>
                  <a:lnTo>
                    <a:pt x="1045770" y="279737"/>
                  </a:lnTo>
                  <a:lnTo>
                    <a:pt x="1049765" y="279437"/>
                  </a:lnTo>
                  <a:lnTo>
                    <a:pt x="1052678" y="280009"/>
                  </a:lnTo>
                  <a:lnTo>
                    <a:pt x="1056508" y="282525"/>
                  </a:lnTo>
                  <a:lnTo>
                    <a:pt x="1056503" y="284625"/>
                  </a:lnTo>
                  <a:lnTo>
                    <a:pt x="1054924" y="286865"/>
                  </a:lnTo>
                  <a:lnTo>
                    <a:pt x="1052288" y="292371"/>
                  </a:lnTo>
                  <a:lnTo>
                    <a:pt x="1053915" y="295571"/>
                  </a:lnTo>
                  <a:lnTo>
                    <a:pt x="1056382" y="295291"/>
                  </a:lnTo>
                  <a:lnTo>
                    <a:pt x="1059474" y="295923"/>
                  </a:lnTo>
                  <a:lnTo>
                    <a:pt x="1063247" y="294552"/>
                  </a:lnTo>
                  <a:lnTo>
                    <a:pt x="1065634" y="294477"/>
                  </a:lnTo>
                  <a:lnTo>
                    <a:pt x="1069813" y="299262"/>
                  </a:lnTo>
                  <a:lnTo>
                    <a:pt x="1072654" y="299550"/>
                  </a:lnTo>
                  <a:lnTo>
                    <a:pt x="1074828" y="299256"/>
                  </a:lnTo>
                  <a:lnTo>
                    <a:pt x="1081979" y="294965"/>
                  </a:lnTo>
                  <a:lnTo>
                    <a:pt x="1084043" y="294480"/>
                  </a:lnTo>
                  <a:lnTo>
                    <a:pt x="1086566" y="296457"/>
                  </a:lnTo>
                  <a:lnTo>
                    <a:pt x="1090266" y="301016"/>
                  </a:lnTo>
                  <a:lnTo>
                    <a:pt x="1093482" y="303639"/>
                  </a:lnTo>
                  <a:lnTo>
                    <a:pt x="1098199" y="305255"/>
                  </a:lnTo>
                  <a:lnTo>
                    <a:pt x="1102309" y="305728"/>
                  </a:lnTo>
                  <a:lnTo>
                    <a:pt x="1107118" y="307866"/>
                  </a:lnTo>
                  <a:lnTo>
                    <a:pt x="1109781" y="309664"/>
                  </a:lnTo>
                  <a:lnTo>
                    <a:pt x="1115799" y="309702"/>
                  </a:lnTo>
                  <a:lnTo>
                    <a:pt x="1118408" y="310443"/>
                  </a:lnTo>
                  <a:lnTo>
                    <a:pt x="1125678" y="314123"/>
                  </a:lnTo>
                  <a:lnTo>
                    <a:pt x="1132323" y="312316"/>
                  </a:lnTo>
                  <a:lnTo>
                    <a:pt x="1135745" y="310619"/>
                  </a:lnTo>
                  <a:lnTo>
                    <a:pt x="1137420" y="307491"/>
                  </a:lnTo>
                  <a:lnTo>
                    <a:pt x="1136582" y="302802"/>
                  </a:lnTo>
                  <a:lnTo>
                    <a:pt x="1136278" y="298110"/>
                  </a:lnTo>
                  <a:lnTo>
                    <a:pt x="1137267" y="296156"/>
                  </a:lnTo>
                  <a:lnTo>
                    <a:pt x="1139018" y="295764"/>
                  </a:lnTo>
                  <a:lnTo>
                    <a:pt x="1146935" y="301042"/>
                  </a:lnTo>
                  <a:lnTo>
                    <a:pt x="1146435" y="297908"/>
                  </a:lnTo>
                  <a:lnTo>
                    <a:pt x="1145756" y="295452"/>
                  </a:lnTo>
                  <a:lnTo>
                    <a:pt x="1143737" y="291268"/>
                  </a:lnTo>
                  <a:lnTo>
                    <a:pt x="1144042" y="288143"/>
                  </a:lnTo>
                  <a:lnTo>
                    <a:pt x="1145716" y="287165"/>
                  </a:lnTo>
                  <a:lnTo>
                    <a:pt x="1149059" y="288807"/>
                  </a:lnTo>
                  <a:lnTo>
                    <a:pt x="1153015" y="289635"/>
                  </a:lnTo>
                  <a:lnTo>
                    <a:pt x="1156310" y="291450"/>
                  </a:lnTo>
                  <a:lnTo>
                    <a:pt x="1162731" y="298035"/>
                  </a:lnTo>
                  <a:lnTo>
                    <a:pt x="1164774" y="303778"/>
                  </a:lnTo>
                  <a:lnTo>
                    <a:pt x="1169128" y="305226"/>
                  </a:lnTo>
                  <a:lnTo>
                    <a:pt x="1172163" y="304969"/>
                  </a:lnTo>
                  <a:lnTo>
                    <a:pt x="1175599" y="304023"/>
                  </a:lnTo>
                  <a:lnTo>
                    <a:pt x="1180220" y="303223"/>
                  </a:lnTo>
                  <a:lnTo>
                    <a:pt x="1183770" y="303454"/>
                  </a:lnTo>
                  <a:lnTo>
                    <a:pt x="1187051" y="302410"/>
                  </a:lnTo>
                  <a:lnTo>
                    <a:pt x="1188040" y="305538"/>
                  </a:lnTo>
                  <a:lnTo>
                    <a:pt x="1184950" y="310034"/>
                  </a:lnTo>
                  <a:lnTo>
                    <a:pt x="1183777" y="312966"/>
                  </a:lnTo>
                  <a:lnTo>
                    <a:pt x="1184767" y="313747"/>
                  </a:lnTo>
                  <a:lnTo>
                    <a:pt x="1186625" y="313049"/>
                  </a:lnTo>
                  <a:lnTo>
                    <a:pt x="1188150" y="312131"/>
                  </a:lnTo>
                  <a:lnTo>
                    <a:pt x="1193487" y="312602"/>
                  </a:lnTo>
                  <a:lnTo>
                    <a:pt x="1197802" y="310565"/>
                  </a:lnTo>
                  <a:lnTo>
                    <a:pt x="1201499" y="309820"/>
                  </a:lnTo>
                  <a:lnTo>
                    <a:pt x="1204973" y="307679"/>
                  </a:lnTo>
                  <a:lnTo>
                    <a:pt x="1207845" y="307866"/>
                  </a:lnTo>
                  <a:lnTo>
                    <a:pt x="1210009" y="308248"/>
                  </a:lnTo>
                  <a:lnTo>
                    <a:pt x="1213018" y="309938"/>
                  </a:lnTo>
                  <a:lnTo>
                    <a:pt x="1215881" y="309012"/>
                  </a:lnTo>
                  <a:lnTo>
                    <a:pt x="1217583" y="309356"/>
                  </a:lnTo>
                  <a:lnTo>
                    <a:pt x="1219900" y="309483"/>
                  </a:lnTo>
                  <a:lnTo>
                    <a:pt x="1232177" y="302040"/>
                  </a:lnTo>
                  <a:lnTo>
                    <a:pt x="1234959" y="302170"/>
                  </a:lnTo>
                  <a:lnTo>
                    <a:pt x="1238488" y="301758"/>
                  </a:lnTo>
                  <a:lnTo>
                    <a:pt x="1242937" y="300009"/>
                  </a:lnTo>
                  <a:lnTo>
                    <a:pt x="1246351" y="299236"/>
                  </a:lnTo>
                  <a:lnTo>
                    <a:pt x="1249168" y="299279"/>
                  </a:lnTo>
                  <a:lnTo>
                    <a:pt x="1254180" y="296569"/>
                  </a:lnTo>
                  <a:lnTo>
                    <a:pt x="1262173" y="296901"/>
                  </a:lnTo>
                  <a:lnTo>
                    <a:pt x="1266248" y="295496"/>
                  </a:lnTo>
                  <a:lnTo>
                    <a:pt x="1274147" y="293816"/>
                  </a:lnTo>
                  <a:lnTo>
                    <a:pt x="1279455" y="291920"/>
                  </a:lnTo>
                  <a:lnTo>
                    <a:pt x="1288899" y="286899"/>
                  </a:lnTo>
                  <a:lnTo>
                    <a:pt x="1292734" y="283916"/>
                  </a:lnTo>
                  <a:lnTo>
                    <a:pt x="1296881" y="277313"/>
                  </a:lnTo>
                  <a:lnTo>
                    <a:pt x="1299495" y="270708"/>
                  </a:lnTo>
                  <a:lnTo>
                    <a:pt x="1302393" y="261927"/>
                  </a:lnTo>
                  <a:lnTo>
                    <a:pt x="1300967" y="256219"/>
                  </a:lnTo>
                  <a:lnTo>
                    <a:pt x="1299442" y="253706"/>
                  </a:lnTo>
                  <a:lnTo>
                    <a:pt x="1298158" y="250950"/>
                  </a:lnTo>
                  <a:lnTo>
                    <a:pt x="1295113" y="245271"/>
                  </a:lnTo>
                  <a:lnTo>
                    <a:pt x="1294312" y="238115"/>
                  </a:lnTo>
                  <a:lnTo>
                    <a:pt x="1294604" y="231414"/>
                  </a:lnTo>
                  <a:lnTo>
                    <a:pt x="1293524" y="225115"/>
                  </a:lnTo>
                  <a:lnTo>
                    <a:pt x="1292445" y="220431"/>
                  </a:lnTo>
                  <a:lnTo>
                    <a:pt x="1290186" y="212617"/>
                  </a:lnTo>
                  <a:lnTo>
                    <a:pt x="1287456" y="207541"/>
                  </a:lnTo>
                  <a:lnTo>
                    <a:pt x="1284261" y="200740"/>
                  </a:lnTo>
                  <a:lnTo>
                    <a:pt x="1284257" y="194518"/>
                  </a:lnTo>
                  <a:lnTo>
                    <a:pt x="1283496" y="189633"/>
                  </a:lnTo>
                  <a:lnTo>
                    <a:pt x="1281566" y="186161"/>
                  </a:lnTo>
                  <a:lnTo>
                    <a:pt x="1280755" y="183380"/>
                  </a:lnTo>
                  <a:lnTo>
                    <a:pt x="1282227" y="182802"/>
                  </a:lnTo>
                  <a:lnTo>
                    <a:pt x="1283591" y="181954"/>
                  </a:lnTo>
                  <a:lnTo>
                    <a:pt x="1287281" y="180878"/>
                  </a:lnTo>
                  <a:lnTo>
                    <a:pt x="1296132" y="182791"/>
                  </a:lnTo>
                  <a:lnTo>
                    <a:pt x="1296908" y="179992"/>
                  </a:lnTo>
                  <a:lnTo>
                    <a:pt x="1299139" y="177937"/>
                  </a:lnTo>
                  <a:lnTo>
                    <a:pt x="1300699" y="175366"/>
                  </a:lnTo>
                  <a:lnTo>
                    <a:pt x="1300166" y="171456"/>
                  </a:lnTo>
                  <a:lnTo>
                    <a:pt x="1298252" y="169852"/>
                  </a:lnTo>
                  <a:lnTo>
                    <a:pt x="1295916" y="166507"/>
                  </a:lnTo>
                  <a:lnTo>
                    <a:pt x="1296969" y="163832"/>
                  </a:lnTo>
                  <a:lnTo>
                    <a:pt x="1298872" y="163832"/>
                  </a:lnTo>
                  <a:lnTo>
                    <a:pt x="1299786" y="160900"/>
                  </a:lnTo>
                  <a:lnTo>
                    <a:pt x="1299065" y="158044"/>
                  </a:lnTo>
                  <a:lnTo>
                    <a:pt x="1299939" y="154448"/>
                  </a:lnTo>
                  <a:lnTo>
                    <a:pt x="1301636" y="149854"/>
                  </a:lnTo>
                  <a:lnTo>
                    <a:pt x="1302789" y="148163"/>
                  </a:lnTo>
                  <a:lnTo>
                    <a:pt x="1300668" y="145396"/>
                  </a:lnTo>
                  <a:lnTo>
                    <a:pt x="1298686" y="141786"/>
                  </a:lnTo>
                  <a:lnTo>
                    <a:pt x="1299183" y="138993"/>
                  </a:lnTo>
                  <a:lnTo>
                    <a:pt x="1300166" y="136078"/>
                  </a:lnTo>
                  <a:lnTo>
                    <a:pt x="1301384" y="131975"/>
                  </a:lnTo>
                  <a:lnTo>
                    <a:pt x="1303059" y="129043"/>
                  </a:lnTo>
                  <a:lnTo>
                    <a:pt x="1304125" y="128065"/>
                  </a:lnTo>
                  <a:lnTo>
                    <a:pt x="1303806" y="127087"/>
                  </a:lnTo>
                  <a:lnTo>
                    <a:pt x="1301295" y="126036"/>
                  </a:lnTo>
                  <a:lnTo>
                    <a:pt x="1298980" y="125843"/>
                  </a:lnTo>
                  <a:lnTo>
                    <a:pt x="1294807" y="127672"/>
                  </a:lnTo>
                  <a:lnTo>
                    <a:pt x="1294144" y="127309"/>
                  </a:lnTo>
                  <a:lnTo>
                    <a:pt x="1293911" y="126371"/>
                  </a:lnTo>
                  <a:lnTo>
                    <a:pt x="1293669" y="124368"/>
                  </a:lnTo>
                  <a:lnTo>
                    <a:pt x="1294077" y="119465"/>
                  </a:lnTo>
                  <a:lnTo>
                    <a:pt x="1294733" y="114843"/>
                  </a:lnTo>
                  <a:lnTo>
                    <a:pt x="1295341" y="114190"/>
                  </a:lnTo>
                  <a:lnTo>
                    <a:pt x="1296969" y="113602"/>
                  </a:lnTo>
                  <a:lnTo>
                    <a:pt x="1298567" y="110084"/>
                  </a:lnTo>
                  <a:lnTo>
                    <a:pt x="1300014" y="109888"/>
                  </a:lnTo>
                  <a:lnTo>
                    <a:pt x="1300928" y="111059"/>
                  </a:lnTo>
                  <a:lnTo>
                    <a:pt x="1301232" y="115752"/>
                  </a:lnTo>
                  <a:lnTo>
                    <a:pt x="1301721" y="116828"/>
                  </a:lnTo>
                  <a:lnTo>
                    <a:pt x="1301537" y="119073"/>
                  </a:lnTo>
                  <a:lnTo>
                    <a:pt x="1302297" y="119855"/>
                  </a:lnTo>
                  <a:lnTo>
                    <a:pt x="1303203" y="118380"/>
                  </a:lnTo>
                  <a:lnTo>
                    <a:pt x="1304898" y="117673"/>
                  </a:lnTo>
                  <a:lnTo>
                    <a:pt x="1305571" y="119269"/>
                  </a:lnTo>
                  <a:lnTo>
                    <a:pt x="1306180" y="120051"/>
                  </a:lnTo>
                  <a:lnTo>
                    <a:pt x="1306484" y="118683"/>
                  </a:lnTo>
                  <a:lnTo>
                    <a:pt x="1306269" y="114886"/>
                  </a:lnTo>
                  <a:lnTo>
                    <a:pt x="1305990" y="113356"/>
                  </a:lnTo>
                  <a:lnTo>
                    <a:pt x="1305781" y="110898"/>
                  </a:lnTo>
                  <a:lnTo>
                    <a:pt x="1306140" y="109741"/>
                  </a:lnTo>
                  <a:lnTo>
                    <a:pt x="1306571" y="107822"/>
                  </a:lnTo>
                  <a:lnTo>
                    <a:pt x="1305856" y="103848"/>
                  </a:lnTo>
                  <a:lnTo>
                    <a:pt x="1306123" y="102345"/>
                  </a:lnTo>
                  <a:lnTo>
                    <a:pt x="1307650" y="99953"/>
                  </a:lnTo>
                  <a:lnTo>
                    <a:pt x="1308391" y="99454"/>
                  </a:lnTo>
                  <a:lnTo>
                    <a:pt x="1309825" y="99468"/>
                  </a:lnTo>
                  <a:lnTo>
                    <a:pt x="1312451" y="101038"/>
                  </a:lnTo>
                  <a:lnTo>
                    <a:pt x="1313674" y="101162"/>
                  </a:lnTo>
                  <a:lnTo>
                    <a:pt x="1314607" y="100426"/>
                  </a:lnTo>
                  <a:lnTo>
                    <a:pt x="1315164" y="98899"/>
                  </a:lnTo>
                  <a:lnTo>
                    <a:pt x="1315619" y="93861"/>
                  </a:lnTo>
                  <a:lnTo>
                    <a:pt x="1314499" y="92083"/>
                  </a:lnTo>
                  <a:lnTo>
                    <a:pt x="1314514" y="90470"/>
                  </a:lnTo>
                  <a:lnTo>
                    <a:pt x="1315170" y="89481"/>
                  </a:lnTo>
                  <a:lnTo>
                    <a:pt x="1316323" y="85957"/>
                  </a:lnTo>
                  <a:lnTo>
                    <a:pt x="1318074" y="85781"/>
                  </a:lnTo>
                  <a:lnTo>
                    <a:pt x="1319786" y="86093"/>
                  </a:lnTo>
                  <a:lnTo>
                    <a:pt x="1321447" y="85412"/>
                  </a:lnTo>
                  <a:lnTo>
                    <a:pt x="1320871" y="83983"/>
                  </a:lnTo>
                  <a:lnTo>
                    <a:pt x="1320348" y="81790"/>
                  </a:lnTo>
                  <a:lnTo>
                    <a:pt x="1322217" y="80717"/>
                  </a:lnTo>
                  <a:lnTo>
                    <a:pt x="1323441" y="80374"/>
                  </a:lnTo>
                  <a:lnTo>
                    <a:pt x="1326630" y="81747"/>
                  </a:lnTo>
                  <a:lnTo>
                    <a:pt x="1327874" y="82523"/>
                  </a:lnTo>
                  <a:lnTo>
                    <a:pt x="1329016" y="80766"/>
                  </a:lnTo>
                  <a:lnTo>
                    <a:pt x="1328636" y="79006"/>
                  </a:lnTo>
                  <a:lnTo>
                    <a:pt x="1327417" y="78028"/>
                  </a:lnTo>
                  <a:lnTo>
                    <a:pt x="1327189" y="76466"/>
                  </a:lnTo>
                  <a:lnTo>
                    <a:pt x="1327494" y="74510"/>
                  </a:lnTo>
                  <a:lnTo>
                    <a:pt x="1329473" y="75488"/>
                  </a:lnTo>
                  <a:lnTo>
                    <a:pt x="1329925" y="75116"/>
                  </a:lnTo>
                  <a:lnTo>
                    <a:pt x="1330446" y="73347"/>
                  </a:lnTo>
                  <a:lnTo>
                    <a:pt x="1330138" y="72502"/>
                  </a:lnTo>
                  <a:lnTo>
                    <a:pt x="1329884" y="71341"/>
                  </a:lnTo>
                  <a:lnTo>
                    <a:pt x="1332478" y="71114"/>
                  </a:lnTo>
                  <a:lnTo>
                    <a:pt x="1332863" y="70655"/>
                  </a:lnTo>
                  <a:lnTo>
                    <a:pt x="1333413" y="69269"/>
                  </a:lnTo>
                  <a:lnTo>
                    <a:pt x="1334176" y="68773"/>
                  </a:lnTo>
                  <a:lnTo>
                    <a:pt x="1336520" y="68839"/>
                  </a:lnTo>
                  <a:lnTo>
                    <a:pt x="1337028" y="68118"/>
                  </a:lnTo>
                  <a:lnTo>
                    <a:pt x="1337260" y="66606"/>
                  </a:lnTo>
                  <a:lnTo>
                    <a:pt x="1335993" y="66222"/>
                  </a:lnTo>
                  <a:lnTo>
                    <a:pt x="1334345" y="64739"/>
                  </a:lnTo>
                  <a:lnTo>
                    <a:pt x="1334117" y="60633"/>
                  </a:lnTo>
                  <a:lnTo>
                    <a:pt x="1334497" y="57701"/>
                  </a:lnTo>
                  <a:lnTo>
                    <a:pt x="1335943" y="55162"/>
                  </a:lnTo>
                  <a:lnTo>
                    <a:pt x="1337694" y="53401"/>
                  </a:lnTo>
                  <a:lnTo>
                    <a:pt x="1340894" y="54922"/>
                  </a:lnTo>
                  <a:lnTo>
                    <a:pt x="1343403" y="54573"/>
                  </a:lnTo>
                  <a:lnTo>
                    <a:pt x="1344393" y="56137"/>
                  </a:lnTo>
                  <a:lnTo>
                    <a:pt x="1345763" y="56529"/>
                  </a:lnTo>
                  <a:lnTo>
                    <a:pt x="1346067" y="54769"/>
                  </a:lnTo>
                  <a:lnTo>
                    <a:pt x="1345457" y="53237"/>
                  </a:lnTo>
                  <a:lnTo>
                    <a:pt x="1345063" y="50712"/>
                  </a:lnTo>
                  <a:lnTo>
                    <a:pt x="1349036" y="47734"/>
                  </a:lnTo>
                  <a:lnTo>
                    <a:pt x="1350304" y="48201"/>
                  </a:lnTo>
                  <a:lnTo>
                    <a:pt x="1351880" y="47489"/>
                  </a:lnTo>
                  <a:lnTo>
                    <a:pt x="1351320" y="45192"/>
                  </a:lnTo>
                  <a:lnTo>
                    <a:pt x="1352157" y="42260"/>
                  </a:lnTo>
                  <a:lnTo>
                    <a:pt x="1353299" y="41870"/>
                  </a:lnTo>
                  <a:lnTo>
                    <a:pt x="1354060" y="44410"/>
                  </a:lnTo>
                  <a:lnTo>
                    <a:pt x="1355151" y="44932"/>
                  </a:lnTo>
                  <a:lnTo>
                    <a:pt x="1356344" y="44338"/>
                  </a:lnTo>
                  <a:lnTo>
                    <a:pt x="1359303" y="41342"/>
                  </a:lnTo>
                  <a:lnTo>
                    <a:pt x="1360754" y="40883"/>
                  </a:lnTo>
                  <a:lnTo>
                    <a:pt x="1362188" y="40731"/>
                  </a:lnTo>
                  <a:lnTo>
                    <a:pt x="1363699" y="38985"/>
                  </a:lnTo>
                  <a:lnTo>
                    <a:pt x="1364050" y="36916"/>
                  </a:lnTo>
                  <a:lnTo>
                    <a:pt x="1364902" y="35484"/>
                  </a:lnTo>
                  <a:lnTo>
                    <a:pt x="1367461" y="33574"/>
                  </a:lnTo>
                  <a:lnTo>
                    <a:pt x="1368514" y="32163"/>
                  </a:lnTo>
                  <a:lnTo>
                    <a:pt x="1370764" y="27286"/>
                  </a:lnTo>
                  <a:lnTo>
                    <a:pt x="1370356" y="26051"/>
                  </a:lnTo>
                  <a:lnTo>
                    <a:pt x="1371022" y="25033"/>
                  </a:lnTo>
                  <a:lnTo>
                    <a:pt x="1377776" y="20615"/>
                  </a:lnTo>
                  <a:lnTo>
                    <a:pt x="1381084" y="20190"/>
                  </a:lnTo>
                  <a:lnTo>
                    <a:pt x="1386604" y="17564"/>
                  </a:lnTo>
                  <a:lnTo>
                    <a:pt x="1389971" y="14408"/>
                  </a:lnTo>
                  <a:lnTo>
                    <a:pt x="1392056" y="13121"/>
                  </a:lnTo>
                  <a:lnTo>
                    <a:pt x="1393947" y="9620"/>
                  </a:lnTo>
                  <a:lnTo>
                    <a:pt x="1396232" y="9104"/>
                  </a:lnTo>
                  <a:lnTo>
                    <a:pt x="1401502" y="6648"/>
                  </a:lnTo>
                  <a:lnTo>
                    <a:pt x="1405501" y="2732"/>
                  </a:lnTo>
                  <a:lnTo>
                    <a:pt x="1411007" y="0"/>
                  </a:lnTo>
                  <a:lnTo>
                    <a:pt x="1413555" y="251"/>
                  </a:lnTo>
                  <a:lnTo>
                    <a:pt x="1414608" y="1070"/>
                  </a:lnTo>
                  <a:lnTo>
                    <a:pt x="1415253" y="4331"/>
                  </a:lnTo>
                  <a:lnTo>
                    <a:pt x="1416327" y="8253"/>
                  </a:lnTo>
                  <a:lnTo>
                    <a:pt x="1418002" y="10206"/>
                  </a:lnTo>
                  <a:lnTo>
                    <a:pt x="1417393" y="11966"/>
                  </a:lnTo>
                  <a:lnTo>
                    <a:pt x="1415794" y="11770"/>
                  </a:lnTo>
                  <a:lnTo>
                    <a:pt x="1414120" y="12160"/>
                  </a:lnTo>
                  <a:lnTo>
                    <a:pt x="1413739" y="10206"/>
                  </a:lnTo>
                  <a:lnTo>
                    <a:pt x="1414367" y="8783"/>
                  </a:lnTo>
                  <a:lnTo>
                    <a:pt x="1413739" y="7471"/>
                  </a:lnTo>
                  <a:lnTo>
                    <a:pt x="1412224" y="7811"/>
                  </a:lnTo>
                  <a:lnTo>
                    <a:pt x="1410190" y="8489"/>
                  </a:lnTo>
                  <a:lnTo>
                    <a:pt x="1408799" y="9465"/>
                  </a:lnTo>
                  <a:lnTo>
                    <a:pt x="1407011" y="11533"/>
                  </a:lnTo>
                  <a:lnTo>
                    <a:pt x="1405632" y="12722"/>
                  </a:lnTo>
                  <a:lnTo>
                    <a:pt x="1400957" y="15871"/>
                  </a:lnTo>
                  <a:lnTo>
                    <a:pt x="1397862" y="20364"/>
                  </a:lnTo>
                  <a:lnTo>
                    <a:pt x="1395664" y="25151"/>
                  </a:lnTo>
                  <a:lnTo>
                    <a:pt x="1394328" y="28383"/>
                  </a:lnTo>
                  <a:lnTo>
                    <a:pt x="1392414" y="28622"/>
                  </a:lnTo>
                  <a:lnTo>
                    <a:pt x="1391931" y="29791"/>
                  </a:lnTo>
                  <a:lnTo>
                    <a:pt x="1392737" y="30720"/>
                  </a:lnTo>
                  <a:lnTo>
                    <a:pt x="1393361" y="31115"/>
                  </a:lnTo>
                  <a:lnTo>
                    <a:pt x="1394785" y="31511"/>
                  </a:lnTo>
                  <a:lnTo>
                    <a:pt x="1394556" y="32878"/>
                  </a:lnTo>
                  <a:lnTo>
                    <a:pt x="1393567" y="33268"/>
                  </a:lnTo>
                  <a:lnTo>
                    <a:pt x="1393678" y="34353"/>
                  </a:lnTo>
                  <a:lnTo>
                    <a:pt x="1394709" y="36007"/>
                  </a:lnTo>
                  <a:lnTo>
                    <a:pt x="1394937" y="38353"/>
                  </a:lnTo>
                  <a:lnTo>
                    <a:pt x="1393719" y="38742"/>
                  </a:lnTo>
                  <a:lnTo>
                    <a:pt x="1391892" y="36200"/>
                  </a:lnTo>
                  <a:lnTo>
                    <a:pt x="1389835" y="35969"/>
                  </a:lnTo>
                  <a:lnTo>
                    <a:pt x="1388221" y="34786"/>
                  </a:lnTo>
                  <a:lnTo>
                    <a:pt x="1387173" y="33075"/>
                  </a:lnTo>
                  <a:lnTo>
                    <a:pt x="1386183" y="33464"/>
                  </a:lnTo>
                  <a:lnTo>
                    <a:pt x="1385430" y="35868"/>
                  </a:lnTo>
                  <a:lnTo>
                    <a:pt x="1385879" y="38546"/>
                  </a:lnTo>
                  <a:lnTo>
                    <a:pt x="1385041" y="40110"/>
                  </a:lnTo>
                  <a:lnTo>
                    <a:pt x="1384024" y="39377"/>
                  </a:lnTo>
                  <a:lnTo>
                    <a:pt x="1383671" y="36200"/>
                  </a:lnTo>
                  <a:lnTo>
                    <a:pt x="1382691" y="35675"/>
                  </a:lnTo>
                  <a:lnTo>
                    <a:pt x="1381392" y="35608"/>
                  </a:lnTo>
                  <a:lnTo>
                    <a:pt x="1378176" y="39022"/>
                  </a:lnTo>
                  <a:lnTo>
                    <a:pt x="1377048" y="39132"/>
                  </a:lnTo>
                  <a:lnTo>
                    <a:pt x="1376437" y="40869"/>
                  </a:lnTo>
                  <a:lnTo>
                    <a:pt x="1374569" y="42854"/>
                  </a:lnTo>
                  <a:lnTo>
                    <a:pt x="1373372" y="44410"/>
                  </a:lnTo>
                  <a:lnTo>
                    <a:pt x="1370433" y="49659"/>
                  </a:lnTo>
                  <a:lnTo>
                    <a:pt x="1368770" y="51858"/>
                  </a:lnTo>
                  <a:lnTo>
                    <a:pt x="1365640" y="53116"/>
                  </a:lnTo>
                  <a:lnTo>
                    <a:pt x="1364402" y="52934"/>
                  </a:lnTo>
                  <a:lnTo>
                    <a:pt x="1363670" y="52403"/>
                  </a:lnTo>
                  <a:lnTo>
                    <a:pt x="1362517" y="52051"/>
                  </a:lnTo>
                  <a:lnTo>
                    <a:pt x="1361367" y="52033"/>
                  </a:lnTo>
                  <a:lnTo>
                    <a:pt x="1360987" y="53401"/>
                  </a:lnTo>
                  <a:lnTo>
                    <a:pt x="1362814" y="57897"/>
                  </a:lnTo>
                  <a:lnTo>
                    <a:pt x="1361824" y="59461"/>
                  </a:lnTo>
                  <a:lnTo>
                    <a:pt x="1359612" y="59366"/>
                  </a:lnTo>
                  <a:lnTo>
                    <a:pt x="1358551" y="58093"/>
                  </a:lnTo>
                  <a:lnTo>
                    <a:pt x="1357669" y="59282"/>
                  </a:lnTo>
                  <a:lnTo>
                    <a:pt x="1356976" y="60486"/>
                  </a:lnTo>
                  <a:lnTo>
                    <a:pt x="1356279" y="62214"/>
                  </a:lnTo>
                  <a:lnTo>
                    <a:pt x="1357333" y="65911"/>
                  </a:lnTo>
                  <a:lnTo>
                    <a:pt x="1359063" y="67584"/>
                  </a:lnTo>
                  <a:lnTo>
                    <a:pt x="1360302" y="67864"/>
                  </a:lnTo>
                  <a:lnTo>
                    <a:pt x="1360759" y="69232"/>
                  </a:lnTo>
                  <a:lnTo>
                    <a:pt x="1358050" y="69821"/>
                  </a:lnTo>
                  <a:lnTo>
                    <a:pt x="1356218" y="73061"/>
                  </a:lnTo>
                  <a:lnTo>
                    <a:pt x="1355391" y="75312"/>
                  </a:lnTo>
                  <a:lnTo>
                    <a:pt x="1354441" y="77246"/>
                  </a:lnTo>
                  <a:lnTo>
                    <a:pt x="1354576" y="79490"/>
                  </a:lnTo>
                  <a:lnTo>
                    <a:pt x="1356004" y="82887"/>
                  </a:lnTo>
                  <a:lnTo>
                    <a:pt x="1357893" y="85296"/>
                  </a:lnTo>
                  <a:lnTo>
                    <a:pt x="1359803" y="85493"/>
                  </a:lnTo>
                  <a:lnTo>
                    <a:pt x="1362269" y="84760"/>
                  </a:lnTo>
                  <a:lnTo>
                    <a:pt x="1362845" y="84073"/>
                  </a:lnTo>
                  <a:lnTo>
                    <a:pt x="1365326" y="83698"/>
                  </a:lnTo>
                  <a:lnTo>
                    <a:pt x="1366396" y="81369"/>
                  </a:lnTo>
                  <a:lnTo>
                    <a:pt x="1367179" y="81207"/>
                  </a:lnTo>
                  <a:lnTo>
                    <a:pt x="1367875" y="81626"/>
                  </a:lnTo>
                  <a:lnTo>
                    <a:pt x="1369007" y="81724"/>
                  </a:lnTo>
                  <a:lnTo>
                    <a:pt x="1369595" y="80195"/>
                  </a:lnTo>
                  <a:lnTo>
                    <a:pt x="1370462" y="79623"/>
                  </a:lnTo>
                  <a:lnTo>
                    <a:pt x="1371611" y="80013"/>
                  </a:lnTo>
                  <a:lnTo>
                    <a:pt x="1373851" y="79984"/>
                  </a:lnTo>
                  <a:lnTo>
                    <a:pt x="1374461" y="81352"/>
                  </a:lnTo>
                  <a:lnTo>
                    <a:pt x="1373776" y="82916"/>
                  </a:lnTo>
                  <a:lnTo>
                    <a:pt x="1372405" y="85066"/>
                  </a:lnTo>
                  <a:lnTo>
                    <a:pt x="1371111" y="83891"/>
                  </a:lnTo>
                  <a:lnTo>
                    <a:pt x="1369969" y="84087"/>
                  </a:lnTo>
                  <a:lnTo>
                    <a:pt x="1369352" y="85227"/>
                  </a:lnTo>
                  <a:lnTo>
                    <a:pt x="1370578" y="87605"/>
                  </a:lnTo>
                  <a:lnTo>
                    <a:pt x="1370121" y="89755"/>
                  </a:lnTo>
                  <a:lnTo>
                    <a:pt x="1369132" y="91905"/>
                  </a:lnTo>
                  <a:lnTo>
                    <a:pt x="1367914" y="90537"/>
                  </a:lnTo>
                  <a:lnTo>
                    <a:pt x="1367736" y="88217"/>
                  </a:lnTo>
                  <a:lnTo>
                    <a:pt x="1366087" y="86823"/>
                  </a:lnTo>
                  <a:lnTo>
                    <a:pt x="1364488" y="86237"/>
                  </a:lnTo>
                  <a:lnTo>
                    <a:pt x="1363404" y="88629"/>
                  </a:lnTo>
                  <a:lnTo>
                    <a:pt x="1361684" y="89333"/>
                  </a:lnTo>
                  <a:lnTo>
                    <a:pt x="1361444" y="92101"/>
                  </a:lnTo>
                  <a:lnTo>
                    <a:pt x="1360759" y="94643"/>
                  </a:lnTo>
                  <a:lnTo>
                    <a:pt x="1359769" y="93861"/>
                  </a:lnTo>
                  <a:lnTo>
                    <a:pt x="1359384" y="90710"/>
                  </a:lnTo>
                  <a:lnTo>
                    <a:pt x="1356610" y="88136"/>
                  </a:lnTo>
                  <a:lnTo>
                    <a:pt x="1355174" y="87784"/>
                  </a:lnTo>
                  <a:lnTo>
                    <a:pt x="1352264" y="88442"/>
                  </a:lnTo>
                  <a:lnTo>
                    <a:pt x="1351244" y="88387"/>
                  </a:lnTo>
                  <a:lnTo>
                    <a:pt x="1350102" y="88973"/>
                  </a:lnTo>
                  <a:lnTo>
                    <a:pt x="1349264" y="91125"/>
                  </a:lnTo>
                  <a:lnTo>
                    <a:pt x="1350467" y="92707"/>
                  </a:lnTo>
                  <a:lnTo>
                    <a:pt x="1350869" y="94836"/>
                  </a:lnTo>
                  <a:lnTo>
                    <a:pt x="1350840" y="96429"/>
                  </a:lnTo>
                  <a:lnTo>
                    <a:pt x="1350614" y="97064"/>
                  </a:lnTo>
                  <a:lnTo>
                    <a:pt x="1350412" y="98391"/>
                  </a:lnTo>
                  <a:lnTo>
                    <a:pt x="1351700" y="100310"/>
                  </a:lnTo>
                  <a:lnTo>
                    <a:pt x="1351777" y="102853"/>
                  </a:lnTo>
                  <a:lnTo>
                    <a:pt x="1350713" y="102827"/>
                  </a:lnTo>
                  <a:lnTo>
                    <a:pt x="1349840" y="102056"/>
                  </a:lnTo>
                  <a:lnTo>
                    <a:pt x="1346480" y="95341"/>
                  </a:lnTo>
                  <a:lnTo>
                    <a:pt x="1344377" y="92378"/>
                  </a:lnTo>
                  <a:lnTo>
                    <a:pt x="1343479" y="89755"/>
                  </a:lnTo>
                  <a:lnTo>
                    <a:pt x="1341281" y="89163"/>
                  </a:lnTo>
                  <a:lnTo>
                    <a:pt x="1339692" y="89103"/>
                  </a:lnTo>
                  <a:lnTo>
                    <a:pt x="1337783" y="90168"/>
                  </a:lnTo>
                  <a:lnTo>
                    <a:pt x="1338530" y="91411"/>
                  </a:lnTo>
                  <a:lnTo>
                    <a:pt x="1338912" y="93275"/>
                  </a:lnTo>
                  <a:lnTo>
                    <a:pt x="1337747" y="94046"/>
                  </a:lnTo>
                  <a:lnTo>
                    <a:pt x="1336311" y="96911"/>
                  </a:lnTo>
                  <a:lnTo>
                    <a:pt x="1335345" y="99358"/>
                  </a:lnTo>
                  <a:lnTo>
                    <a:pt x="1334762" y="99886"/>
                  </a:lnTo>
                  <a:lnTo>
                    <a:pt x="1334040" y="101289"/>
                  </a:lnTo>
                  <a:lnTo>
                    <a:pt x="1337135" y="104446"/>
                  </a:lnTo>
                  <a:lnTo>
                    <a:pt x="1337593" y="105695"/>
                  </a:lnTo>
                  <a:lnTo>
                    <a:pt x="1337757" y="107755"/>
                  </a:lnTo>
                  <a:lnTo>
                    <a:pt x="1336781" y="108910"/>
                  </a:lnTo>
                  <a:lnTo>
                    <a:pt x="1334445" y="109360"/>
                  </a:lnTo>
                  <a:lnTo>
                    <a:pt x="1330320" y="107175"/>
                  </a:lnTo>
                  <a:lnTo>
                    <a:pt x="1328559" y="107129"/>
                  </a:lnTo>
                  <a:lnTo>
                    <a:pt x="1327950" y="105588"/>
                  </a:lnTo>
                  <a:lnTo>
                    <a:pt x="1327037" y="105785"/>
                  </a:lnTo>
                  <a:lnTo>
                    <a:pt x="1326471" y="108382"/>
                  </a:lnTo>
                  <a:lnTo>
                    <a:pt x="1325805" y="110681"/>
                  </a:lnTo>
                  <a:lnTo>
                    <a:pt x="1324829" y="112234"/>
                  </a:lnTo>
                  <a:lnTo>
                    <a:pt x="1325106" y="114606"/>
                  </a:lnTo>
                  <a:lnTo>
                    <a:pt x="1325895" y="115166"/>
                  </a:lnTo>
                  <a:lnTo>
                    <a:pt x="1325283" y="116121"/>
                  </a:lnTo>
                  <a:lnTo>
                    <a:pt x="1323992" y="116923"/>
                  </a:lnTo>
                  <a:lnTo>
                    <a:pt x="1323117" y="117835"/>
                  </a:lnTo>
                  <a:lnTo>
                    <a:pt x="1325058" y="118683"/>
                  </a:lnTo>
                  <a:lnTo>
                    <a:pt x="1325424" y="119463"/>
                  </a:lnTo>
                  <a:lnTo>
                    <a:pt x="1325506" y="120591"/>
                  </a:lnTo>
                  <a:lnTo>
                    <a:pt x="1322511" y="121419"/>
                  </a:lnTo>
                  <a:lnTo>
                    <a:pt x="1320567" y="121615"/>
                  </a:lnTo>
                  <a:lnTo>
                    <a:pt x="1319398" y="120698"/>
                  </a:lnTo>
                  <a:lnTo>
                    <a:pt x="1318327" y="121148"/>
                  </a:lnTo>
                  <a:lnTo>
                    <a:pt x="1317637" y="122657"/>
                  </a:lnTo>
                  <a:lnTo>
                    <a:pt x="1317403" y="124648"/>
                  </a:lnTo>
                  <a:lnTo>
                    <a:pt x="1317628" y="127118"/>
                  </a:lnTo>
                  <a:lnTo>
                    <a:pt x="1318009" y="128881"/>
                  </a:lnTo>
                  <a:lnTo>
                    <a:pt x="1318285" y="129539"/>
                  </a:lnTo>
                  <a:lnTo>
                    <a:pt x="1318616" y="130999"/>
                  </a:lnTo>
                  <a:lnTo>
                    <a:pt x="1316821" y="134805"/>
                  </a:lnTo>
                  <a:lnTo>
                    <a:pt x="1316645" y="135631"/>
                  </a:lnTo>
                  <a:lnTo>
                    <a:pt x="1316521" y="137385"/>
                  </a:lnTo>
                  <a:lnTo>
                    <a:pt x="1317352" y="138990"/>
                  </a:lnTo>
                  <a:lnTo>
                    <a:pt x="1318024" y="141338"/>
                  </a:lnTo>
                  <a:lnTo>
                    <a:pt x="1317084" y="142487"/>
                  </a:lnTo>
                  <a:lnTo>
                    <a:pt x="1316067" y="144917"/>
                  </a:lnTo>
                  <a:lnTo>
                    <a:pt x="1317140" y="145393"/>
                  </a:lnTo>
                  <a:lnTo>
                    <a:pt x="1318967" y="145503"/>
                  </a:lnTo>
                  <a:lnTo>
                    <a:pt x="1320918" y="145197"/>
                  </a:lnTo>
                  <a:lnTo>
                    <a:pt x="1323900" y="143055"/>
                  </a:lnTo>
                  <a:lnTo>
                    <a:pt x="1324753" y="142724"/>
                  </a:lnTo>
                  <a:lnTo>
                    <a:pt x="1325113" y="143514"/>
                  </a:lnTo>
                  <a:lnTo>
                    <a:pt x="1325389" y="144824"/>
                  </a:lnTo>
                  <a:lnTo>
                    <a:pt x="1324624" y="146034"/>
                  </a:lnTo>
                  <a:lnTo>
                    <a:pt x="1319224" y="149554"/>
                  </a:lnTo>
                  <a:lnTo>
                    <a:pt x="1318225" y="151008"/>
                  </a:lnTo>
                  <a:lnTo>
                    <a:pt x="1319613" y="151819"/>
                  </a:lnTo>
                  <a:lnTo>
                    <a:pt x="1322394" y="151998"/>
                  </a:lnTo>
                  <a:lnTo>
                    <a:pt x="1323467" y="153109"/>
                  </a:lnTo>
                  <a:lnTo>
                    <a:pt x="1322799" y="154336"/>
                  </a:lnTo>
                  <a:lnTo>
                    <a:pt x="1321814" y="155516"/>
                  </a:lnTo>
                  <a:lnTo>
                    <a:pt x="1320646" y="158292"/>
                  </a:lnTo>
                  <a:lnTo>
                    <a:pt x="1321604" y="159319"/>
                  </a:lnTo>
                  <a:lnTo>
                    <a:pt x="1324597" y="160955"/>
                  </a:lnTo>
                  <a:lnTo>
                    <a:pt x="1329999" y="163105"/>
                  </a:lnTo>
                  <a:lnTo>
                    <a:pt x="1334032" y="163847"/>
                  </a:lnTo>
                  <a:lnTo>
                    <a:pt x="1333130" y="161356"/>
                  </a:lnTo>
                  <a:lnTo>
                    <a:pt x="1332987" y="158272"/>
                  </a:lnTo>
                  <a:lnTo>
                    <a:pt x="1335804" y="155764"/>
                  </a:lnTo>
                  <a:lnTo>
                    <a:pt x="1337277" y="154939"/>
                  </a:lnTo>
                  <a:lnTo>
                    <a:pt x="1343950" y="153435"/>
                  </a:lnTo>
                  <a:lnTo>
                    <a:pt x="1345792" y="153490"/>
                  </a:lnTo>
                  <a:lnTo>
                    <a:pt x="1347210" y="154137"/>
                  </a:lnTo>
                  <a:lnTo>
                    <a:pt x="1346677" y="155429"/>
                  </a:lnTo>
                  <a:lnTo>
                    <a:pt x="1345122" y="154965"/>
                  </a:lnTo>
                  <a:lnTo>
                    <a:pt x="1342444" y="155816"/>
                  </a:lnTo>
                  <a:lnTo>
                    <a:pt x="1338303" y="158557"/>
                  </a:lnTo>
                  <a:lnTo>
                    <a:pt x="1337542" y="159729"/>
                  </a:lnTo>
                  <a:lnTo>
                    <a:pt x="1337846" y="161879"/>
                  </a:lnTo>
                  <a:lnTo>
                    <a:pt x="1341348" y="163639"/>
                  </a:lnTo>
                  <a:lnTo>
                    <a:pt x="1342490" y="165007"/>
                  </a:lnTo>
                  <a:lnTo>
                    <a:pt x="1340939" y="169165"/>
                  </a:lnTo>
                  <a:lnTo>
                    <a:pt x="1341196" y="171846"/>
                  </a:lnTo>
                  <a:lnTo>
                    <a:pt x="1342974" y="174775"/>
                  </a:lnTo>
                  <a:lnTo>
                    <a:pt x="1345357" y="178085"/>
                  </a:lnTo>
                  <a:lnTo>
                    <a:pt x="1346511" y="180327"/>
                  </a:lnTo>
                  <a:lnTo>
                    <a:pt x="1348287" y="181596"/>
                  </a:lnTo>
                  <a:lnTo>
                    <a:pt x="1351198" y="184710"/>
                  </a:lnTo>
                  <a:lnTo>
                    <a:pt x="1352766" y="187875"/>
                  </a:lnTo>
                  <a:lnTo>
                    <a:pt x="1353266" y="195052"/>
                  </a:lnTo>
                  <a:lnTo>
                    <a:pt x="1355621" y="200982"/>
                  </a:lnTo>
                  <a:lnTo>
                    <a:pt x="1358399" y="203706"/>
                  </a:lnTo>
                  <a:lnTo>
                    <a:pt x="1358703" y="206052"/>
                  </a:lnTo>
                  <a:lnTo>
                    <a:pt x="1357790" y="208398"/>
                  </a:lnTo>
                  <a:lnTo>
                    <a:pt x="1355444" y="207048"/>
                  </a:lnTo>
                  <a:lnTo>
                    <a:pt x="1354136" y="208398"/>
                  </a:lnTo>
                  <a:lnTo>
                    <a:pt x="1353603" y="210937"/>
                  </a:lnTo>
                  <a:lnTo>
                    <a:pt x="1355278" y="212698"/>
                  </a:lnTo>
                  <a:lnTo>
                    <a:pt x="1357942" y="214848"/>
                  </a:lnTo>
                  <a:lnTo>
                    <a:pt x="1363651" y="214652"/>
                  </a:lnTo>
                  <a:lnTo>
                    <a:pt x="1363804" y="216997"/>
                  </a:lnTo>
                  <a:lnTo>
                    <a:pt x="1362493" y="218380"/>
                  </a:lnTo>
                  <a:lnTo>
                    <a:pt x="1361444" y="220125"/>
                  </a:lnTo>
                  <a:lnTo>
                    <a:pt x="1360150" y="221101"/>
                  </a:lnTo>
                  <a:lnTo>
                    <a:pt x="1358018" y="221686"/>
                  </a:lnTo>
                  <a:lnTo>
                    <a:pt x="1357486" y="223836"/>
                  </a:lnTo>
                  <a:lnTo>
                    <a:pt x="1358399" y="226768"/>
                  </a:lnTo>
                  <a:lnTo>
                    <a:pt x="1361379" y="225472"/>
                  </a:lnTo>
                  <a:lnTo>
                    <a:pt x="1363551" y="225308"/>
                  </a:lnTo>
                  <a:lnTo>
                    <a:pt x="1365859" y="225793"/>
                  </a:lnTo>
                  <a:lnTo>
                    <a:pt x="1366563" y="229772"/>
                  </a:lnTo>
                  <a:lnTo>
                    <a:pt x="1369261" y="234637"/>
                  </a:lnTo>
                  <a:lnTo>
                    <a:pt x="1369893" y="236934"/>
                  </a:lnTo>
                  <a:lnTo>
                    <a:pt x="1369424" y="239142"/>
                  </a:lnTo>
                  <a:lnTo>
                    <a:pt x="1367751" y="239809"/>
                  </a:lnTo>
                  <a:lnTo>
                    <a:pt x="1366728" y="241543"/>
                  </a:lnTo>
                  <a:lnTo>
                    <a:pt x="1365209" y="243072"/>
                  </a:lnTo>
                  <a:lnTo>
                    <a:pt x="1363522" y="243863"/>
                  </a:lnTo>
                  <a:lnTo>
                    <a:pt x="1360373" y="247908"/>
                  </a:lnTo>
                  <a:lnTo>
                    <a:pt x="1358991" y="248347"/>
                  </a:lnTo>
                  <a:lnTo>
                    <a:pt x="1358425" y="249143"/>
                  </a:lnTo>
                  <a:lnTo>
                    <a:pt x="1361111" y="249579"/>
                  </a:lnTo>
                  <a:lnTo>
                    <a:pt x="1362982" y="249660"/>
                  </a:lnTo>
                  <a:lnTo>
                    <a:pt x="1367001" y="246373"/>
                  </a:lnTo>
                  <a:lnTo>
                    <a:pt x="1368523" y="247098"/>
                  </a:lnTo>
                  <a:lnTo>
                    <a:pt x="1369513" y="249247"/>
                  </a:lnTo>
                  <a:lnTo>
                    <a:pt x="1370046" y="251787"/>
                  </a:lnTo>
                  <a:lnTo>
                    <a:pt x="1369055" y="253937"/>
                  </a:lnTo>
                  <a:lnTo>
                    <a:pt x="1362042" y="255203"/>
                  </a:lnTo>
                  <a:lnTo>
                    <a:pt x="1358654" y="256407"/>
                  </a:lnTo>
                  <a:lnTo>
                    <a:pt x="1354997" y="259774"/>
                  </a:lnTo>
                  <a:lnTo>
                    <a:pt x="1359170" y="261353"/>
                  </a:lnTo>
                  <a:lnTo>
                    <a:pt x="1362232" y="260813"/>
                  </a:lnTo>
                  <a:lnTo>
                    <a:pt x="1363789" y="261402"/>
                  </a:lnTo>
                  <a:lnTo>
                    <a:pt x="1365888" y="262585"/>
                  </a:lnTo>
                  <a:lnTo>
                    <a:pt x="1368222" y="261959"/>
                  </a:lnTo>
                  <a:lnTo>
                    <a:pt x="1370014" y="260738"/>
                  </a:lnTo>
                  <a:lnTo>
                    <a:pt x="1371378" y="260778"/>
                  </a:lnTo>
                  <a:lnTo>
                    <a:pt x="1372688" y="261402"/>
                  </a:lnTo>
                  <a:lnTo>
                    <a:pt x="1372862" y="263514"/>
                  </a:lnTo>
                  <a:lnTo>
                    <a:pt x="1373014" y="267228"/>
                  </a:lnTo>
                  <a:lnTo>
                    <a:pt x="1373319" y="269967"/>
                  </a:lnTo>
                  <a:lnTo>
                    <a:pt x="1372562" y="271842"/>
                  </a:lnTo>
                  <a:lnTo>
                    <a:pt x="1368912" y="273158"/>
                  </a:lnTo>
                  <a:lnTo>
                    <a:pt x="1366239" y="273092"/>
                  </a:lnTo>
                  <a:lnTo>
                    <a:pt x="1366166" y="277007"/>
                  </a:lnTo>
                  <a:lnTo>
                    <a:pt x="1370159" y="279931"/>
                  </a:lnTo>
                  <a:lnTo>
                    <a:pt x="1372634" y="278369"/>
                  </a:lnTo>
                  <a:lnTo>
                    <a:pt x="1374841" y="279151"/>
                  </a:lnTo>
                  <a:lnTo>
                    <a:pt x="1374841" y="283844"/>
                  </a:lnTo>
                  <a:lnTo>
                    <a:pt x="1376540" y="289020"/>
                  </a:lnTo>
                  <a:lnTo>
                    <a:pt x="1378038" y="289315"/>
                  </a:lnTo>
                  <a:lnTo>
                    <a:pt x="1379256" y="286969"/>
                  </a:lnTo>
                  <a:lnTo>
                    <a:pt x="1380855" y="286969"/>
                  </a:lnTo>
                  <a:lnTo>
                    <a:pt x="1381464" y="289707"/>
                  </a:lnTo>
                  <a:lnTo>
                    <a:pt x="1380778" y="294396"/>
                  </a:lnTo>
                  <a:lnTo>
                    <a:pt x="1379561" y="296939"/>
                  </a:lnTo>
                  <a:lnTo>
                    <a:pt x="1376320" y="295903"/>
                  </a:lnTo>
                  <a:lnTo>
                    <a:pt x="1374514" y="295051"/>
                  </a:lnTo>
                  <a:lnTo>
                    <a:pt x="1373065" y="296812"/>
                  </a:lnTo>
                  <a:lnTo>
                    <a:pt x="1370657" y="298272"/>
                  </a:lnTo>
                  <a:lnTo>
                    <a:pt x="1368523" y="298503"/>
                  </a:lnTo>
                  <a:lnTo>
                    <a:pt x="1366673" y="296200"/>
                  </a:lnTo>
                  <a:lnTo>
                    <a:pt x="1364529" y="294460"/>
                  </a:lnTo>
                  <a:lnTo>
                    <a:pt x="1361099" y="293554"/>
                  </a:lnTo>
                  <a:lnTo>
                    <a:pt x="1357855" y="293167"/>
                  </a:lnTo>
                  <a:lnTo>
                    <a:pt x="1358932" y="295178"/>
                  </a:lnTo>
                  <a:lnTo>
                    <a:pt x="1360395" y="296335"/>
                  </a:lnTo>
                  <a:lnTo>
                    <a:pt x="1360969" y="299899"/>
                  </a:lnTo>
                  <a:lnTo>
                    <a:pt x="1362129" y="303584"/>
                  </a:lnTo>
                  <a:lnTo>
                    <a:pt x="1364793" y="302606"/>
                  </a:lnTo>
                  <a:lnTo>
                    <a:pt x="1368541" y="304721"/>
                  </a:lnTo>
                  <a:lnTo>
                    <a:pt x="1370853" y="306888"/>
                  </a:lnTo>
                  <a:lnTo>
                    <a:pt x="1371872" y="309837"/>
                  </a:lnTo>
                  <a:lnTo>
                    <a:pt x="1370578" y="314529"/>
                  </a:lnTo>
                  <a:lnTo>
                    <a:pt x="1368443" y="316269"/>
                  </a:lnTo>
                  <a:lnTo>
                    <a:pt x="1367118" y="317072"/>
                  </a:lnTo>
                  <a:lnTo>
                    <a:pt x="1364809" y="315280"/>
                  </a:lnTo>
                  <a:lnTo>
                    <a:pt x="1363182" y="315280"/>
                  </a:lnTo>
                  <a:lnTo>
                    <a:pt x="1361499" y="316102"/>
                  </a:lnTo>
                  <a:lnTo>
                    <a:pt x="1360924" y="318240"/>
                  </a:lnTo>
                  <a:lnTo>
                    <a:pt x="1359813" y="319299"/>
                  </a:lnTo>
                  <a:lnTo>
                    <a:pt x="1365783" y="319415"/>
                  </a:lnTo>
                  <a:lnTo>
                    <a:pt x="1367610" y="320000"/>
                  </a:lnTo>
                  <a:lnTo>
                    <a:pt x="1368980" y="321957"/>
                  </a:lnTo>
                  <a:lnTo>
                    <a:pt x="1366848" y="324496"/>
                  </a:lnTo>
                  <a:lnTo>
                    <a:pt x="1362890" y="324107"/>
                  </a:lnTo>
                  <a:lnTo>
                    <a:pt x="1361193" y="325094"/>
                  </a:lnTo>
                  <a:lnTo>
                    <a:pt x="1359760" y="326912"/>
                  </a:lnTo>
                  <a:lnTo>
                    <a:pt x="1365641" y="328063"/>
                  </a:lnTo>
                  <a:lnTo>
                    <a:pt x="1368071" y="327422"/>
                  </a:lnTo>
                  <a:lnTo>
                    <a:pt x="1371948" y="325475"/>
                  </a:lnTo>
                  <a:lnTo>
                    <a:pt x="1372862" y="327428"/>
                  </a:lnTo>
                  <a:lnTo>
                    <a:pt x="1371318" y="329373"/>
                  </a:lnTo>
                  <a:lnTo>
                    <a:pt x="1369335" y="332487"/>
                  </a:lnTo>
                  <a:lnTo>
                    <a:pt x="1365199" y="333477"/>
                  </a:lnTo>
                  <a:lnTo>
                    <a:pt x="1362094" y="333529"/>
                  </a:lnTo>
                  <a:lnTo>
                    <a:pt x="1358014" y="332412"/>
                  </a:lnTo>
                  <a:lnTo>
                    <a:pt x="1356928" y="331734"/>
                  </a:lnTo>
                  <a:lnTo>
                    <a:pt x="1355243" y="331393"/>
                  </a:lnTo>
                  <a:lnTo>
                    <a:pt x="1355354" y="333292"/>
                  </a:lnTo>
                  <a:lnTo>
                    <a:pt x="1356424" y="334605"/>
                  </a:lnTo>
                  <a:lnTo>
                    <a:pt x="1359166" y="339424"/>
                  </a:lnTo>
                  <a:lnTo>
                    <a:pt x="1359617" y="341306"/>
                  </a:lnTo>
                  <a:lnTo>
                    <a:pt x="1358779" y="343848"/>
                  </a:lnTo>
                  <a:lnTo>
                    <a:pt x="1356365" y="345726"/>
                  </a:lnTo>
                  <a:lnTo>
                    <a:pt x="1353665" y="346488"/>
                  </a:lnTo>
                  <a:lnTo>
                    <a:pt x="1351428" y="344823"/>
                  </a:lnTo>
                  <a:lnTo>
                    <a:pt x="1349797" y="340134"/>
                  </a:lnTo>
                  <a:lnTo>
                    <a:pt x="1347742" y="338766"/>
                  </a:lnTo>
                  <a:lnTo>
                    <a:pt x="1345611" y="338374"/>
                  </a:lnTo>
                  <a:lnTo>
                    <a:pt x="1344393" y="338570"/>
                  </a:lnTo>
                  <a:lnTo>
                    <a:pt x="1344510" y="340945"/>
                  </a:lnTo>
                  <a:lnTo>
                    <a:pt x="1345001" y="343455"/>
                  </a:lnTo>
                  <a:lnTo>
                    <a:pt x="1344164" y="345215"/>
                  </a:lnTo>
                  <a:lnTo>
                    <a:pt x="1342334" y="344306"/>
                  </a:lnTo>
                  <a:lnTo>
                    <a:pt x="1340012" y="345115"/>
                  </a:lnTo>
                  <a:lnTo>
                    <a:pt x="1337802" y="346494"/>
                  </a:lnTo>
                  <a:lnTo>
                    <a:pt x="1335801" y="348035"/>
                  </a:lnTo>
                  <a:lnTo>
                    <a:pt x="1339872" y="348797"/>
                  </a:lnTo>
                  <a:lnTo>
                    <a:pt x="1342566" y="348929"/>
                  </a:lnTo>
                  <a:lnTo>
                    <a:pt x="1344450" y="351293"/>
                  </a:lnTo>
                  <a:lnTo>
                    <a:pt x="1343784" y="352447"/>
                  </a:lnTo>
                  <a:lnTo>
                    <a:pt x="1340097" y="352969"/>
                  </a:lnTo>
                  <a:lnTo>
                    <a:pt x="1336574" y="353994"/>
                  </a:lnTo>
                  <a:lnTo>
                    <a:pt x="1331718" y="356556"/>
                  </a:lnTo>
                  <a:lnTo>
                    <a:pt x="1335252" y="357635"/>
                  </a:lnTo>
                  <a:lnTo>
                    <a:pt x="1338635" y="357592"/>
                  </a:lnTo>
                  <a:lnTo>
                    <a:pt x="1340978" y="357840"/>
                  </a:lnTo>
                  <a:lnTo>
                    <a:pt x="1342947" y="358310"/>
                  </a:lnTo>
                  <a:lnTo>
                    <a:pt x="1343479" y="359678"/>
                  </a:lnTo>
                  <a:lnTo>
                    <a:pt x="1342261" y="361243"/>
                  </a:lnTo>
                  <a:lnTo>
                    <a:pt x="1334329" y="365028"/>
                  </a:lnTo>
                  <a:lnTo>
                    <a:pt x="1325978" y="369715"/>
                  </a:lnTo>
                  <a:lnTo>
                    <a:pt x="1322916" y="371172"/>
                  </a:lnTo>
                  <a:lnTo>
                    <a:pt x="1319724" y="371988"/>
                  </a:lnTo>
                  <a:lnTo>
                    <a:pt x="1312314" y="376023"/>
                  </a:lnTo>
                  <a:lnTo>
                    <a:pt x="1307656" y="377846"/>
                  </a:lnTo>
                  <a:lnTo>
                    <a:pt x="1294447" y="380694"/>
                  </a:lnTo>
                  <a:lnTo>
                    <a:pt x="1273891" y="387816"/>
                  </a:lnTo>
                  <a:lnTo>
                    <a:pt x="1266861" y="392875"/>
                  </a:lnTo>
                  <a:lnTo>
                    <a:pt x="1264787" y="396791"/>
                  </a:lnTo>
                  <a:lnTo>
                    <a:pt x="1263468" y="397371"/>
                  </a:lnTo>
                  <a:lnTo>
                    <a:pt x="1259548" y="398669"/>
                  </a:lnTo>
                  <a:lnTo>
                    <a:pt x="1255586" y="399298"/>
                  </a:lnTo>
                  <a:lnTo>
                    <a:pt x="1245187" y="399694"/>
                  </a:lnTo>
                  <a:lnTo>
                    <a:pt x="1234558" y="397812"/>
                  </a:lnTo>
                  <a:lnTo>
                    <a:pt x="1225933" y="397411"/>
                  </a:lnTo>
                  <a:lnTo>
                    <a:pt x="1221238" y="398040"/>
                  </a:lnTo>
                  <a:lnTo>
                    <a:pt x="1205258" y="394632"/>
                  </a:lnTo>
                  <a:lnTo>
                    <a:pt x="1203242" y="394788"/>
                  </a:lnTo>
                  <a:lnTo>
                    <a:pt x="1200759" y="395423"/>
                  </a:lnTo>
                  <a:lnTo>
                    <a:pt x="1198779" y="395423"/>
                  </a:lnTo>
                  <a:lnTo>
                    <a:pt x="1197266" y="394947"/>
                  </a:lnTo>
                  <a:lnTo>
                    <a:pt x="1194028" y="394748"/>
                  </a:lnTo>
                  <a:lnTo>
                    <a:pt x="1183143" y="396061"/>
                  </a:lnTo>
                  <a:lnTo>
                    <a:pt x="1182026" y="398184"/>
                  </a:lnTo>
                  <a:lnTo>
                    <a:pt x="1183397" y="402092"/>
                  </a:lnTo>
                  <a:lnTo>
                    <a:pt x="1187360" y="406807"/>
                  </a:lnTo>
                  <a:lnTo>
                    <a:pt x="1193977" y="415123"/>
                  </a:lnTo>
                  <a:lnTo>
                    <a:pt x="1197560" y="416883"/>
                  </a:lnTo>
                  <a:lnTo>
                    <a:pt x="1199736" y="418774"/>
                  </a:lnTo>
                  <a:lnTo>
                    <a:pt x="1203893" y="421013"/>
                  </a:lnTo>
                  <a:lnTo>
                    <a:pt x="1213172" y="421125"/>
                  </a:lnTo>
                  <a:lnTo>
                    <a:pt x="1225859" y="422825"/>
                  </a:lnTo>
                  <a:lnTo>
                    <a:pt x="1233066" y="424441"/>
                  </a:lnTo>
                  <a:lnTo>
                    <a:pt x="1232799" y="427503"/>
                  </a:lnTo>
                  <a:lnTo>
                    <a:pt x="1228467" y="433424"/>
                  </a:lnTo>
                  <a:lnTo>
                    <a:pt x="1225781" y="435686"/>
                  </a:lnTo>
                  <a:lnTo>
                    <a:pt x="1219369" y="439781"/>
                  </a:lnTo>
                  <a:lnTo>
                    <a:pt x="1210509" y="441804"/>
                  </a:lnTo>
                  <a:lnTo>
                    <a:pt x="1203761" y="441212"/>
                  </a:lnTo>
                  <a:lnTo>
                    <a:pt x="1191799" y="437853"/>
                  </a:lnTo>
                  <a:lnTo>
                    <a:pt x="1176789" y="434786"/>
                  </a:lnTo>
                  <a:lnTo>
                    <a:pt x="1154500" y="431898"/>
                  </a:lnTo>
                  <a:lnTo>
                    <a:pt x="1149608" y="430538"/>
                  </a:lnTo>
                  <a:lnTo>
                    <a:pt x="1143883" y="429220"/>
                  </a:lnTo>
                  <a:lnTo>
                    <a:pt x="1140581" y="430570"/>
                  </a:lnTo>
                  <a:lnTo>
                    <a:pt x="1138111" y="431874"/>
                  </a:lnTo>
                  <a:lnTo>
                    <a:pt x="1132612" y="432001"/>
                  </a:lnTo>
                  <a:lnTo>
                    <a:pt x="1134222" y="433170"/>
                  </a:lnTo>
                  <a:lnTo>
                    <a:pt x="1156449" y="441108"/>
                  </a:lnTo>
                  <a:lnTo>
                    <a:pt x="1175455" y="446920"/>
                  </a:lnTo>
                  <a:lnTo>
                    <a:pt x="1177679" y="448412"/>
                  </a:lnTo>
                  <a:lnTo>
                    <a:pt x="1180352" y="449393"/>
                  </a:lnTo>
                  <a:lnTo>
                    <a:pt x="1180123" y="453107"/>
                  </a:lnTo>
                  <a:lnTo>
                    <a:pt x="1179058" y="456039"/>
                  </a:lnTo>
                  <a:lnTo>
                    <a:pt x="1175328" y="458578"/>
                  </a:lnTo>
                  <a:lnTo>
                    <a:pt x="1165633" y="458772"/>
                  </a:lnTo>
                  <a:lnTo>
                    <a:pt x="1153492" y="460800"/>
                  </a:lnTo>
                  <a:lnTo>
                    <a:pt x="1147442" y="460861"/>
                  </a:lnTo>
                  <a:lnTo>
                    <a:pt x="1141412" y="458838"/>
                  </a:lnTo>
                  <a:lnTo>
                    <a:pt x="1128603" y="453069"/>
                  </a:lnTo>
                  <a:lnTo>
                    <a:pt x="1120788" y="448735"/>
                  </a:lnTo>
                  <a:lnTo>
                    <a:pt x="1115332" y="443838"/>
                  </a:lnTo>
                  <a:lnTo>
                    <a:pt x="1111540" y="439937"/>
                  </a:lnTo>
                  <a:lnTo>
                    <a:pt x="1107317" y="436064"/>
                  </a:lnTo>
                  <a:lnTo>
                    <a:pt x="1107626" y="438508"/>
                  </a:lnTo>
                  <a:lnTo>
                    <a:pt x="1108367" y="440924"/>
                  </a:lnTo>
                  <a:lnTo>
                    <a:pt x="1110433" y="443879"/>
                  </a:lnTo>
                  <a:lnTo>
                    <a:pt x="1113452" y="447099"/>
                  </a:lnTo>
                  <a:lnTo>
                    <a:pt x="1113670" y="448415"/>
                  </a:lnTo>
                  <a:lnTo>
                    <a:pt x="1112196" y="448594"/>
                  </a:lnTo>
                  <a:lnTo>
                    <a:pt x="1110016" y="447047"/>
                  </a:lnTo>
                  <a:lnTo>
                    <a:pt x="1108158" y="448490"/>
                  </a:lnTo>
                  <a:lnTo>
                    <a:pt x="1107504" y="450175"/>
                  </a:lnTo>
                  <a:lnTo>
                    <a:pt x="1108265" y="452426"/>
                  </a:lnTo>
                  <a:lnTo>
                    <a:pt x="1109432" y="454605"/>
                  </a:lnTo>
                  <a:lnTo>
                    <a:pt x="1113289" y="459426"/>
                  </a:lnTo>
                  <a:lnTo>
                    <a:pt x="1116618" y="460682"/>
                  </a:lnTo>
                  <a:lnTo>
                    <a:pt x="1121009" y="463625"/>
                  </a:lnTo>
                  <a:lnTo>
                    <a:pt x="1131692" y="469047"/>
                  </a:lnTo>
                  <a:lnTo>
                    <a:pt x="1133510" y="470911"/>
                  </a:lnTo>
                  <a:lnTo>
                    <a:pt x="1136741" y="474899"/>
                  </a:lnTo>
                  <a:lnTo>
                    <a:pt x="1137420" y="477929"/>
                  </a:lnTo>
                  <a:lnTo>
                    <a:pt x="1140541" y="480928"/>
                  </a:lnTo>
                  <a:lnTo>
                    <a:pt x="1142695" y="481381"/>
                  </a:lnTo>
                  <a:lnTo>
                    <a:pt x="1144651" y="481251"/>
                  </a:lnTo>
                  <a:lnTo>
                    <a:pt x="1145296" y="478691"/>
                  </a:lnTo>
                  <a:lnTo>
                    <a:pt x="1145184" y="475583"/>
                  </a:lnTo>
                  <a:lnTo>
                    <a:pt x="1146021" y="474801"/>
                  </a:lnTo>
                  <a:lnTo>
                    <a:pt x="1149066" y="474019"/>
                  </a:lnTo>
                  <a:lnTo>
                    <a:pt x="1157070" y="475093"/>
                  </a:lnTo>
                  <a:lnTo>
                    <a:pt x="1191094" y="475722"/>
                  </a:lnTo>
                  <a:lnTo>
                    <a:pt x="1194333" y="477540"/>
                  </a:lnTo>
                  <a:lnTo>
                    <a:pt x="1195628" y="479843"/>
                  </a:lnTo>
                  <a:lnTo>
                    <a:pt x="1196474" y="484627"/>
                  </a:lnTo>
                  <a:lnTo>
                    <a:pt x="1192880" y="490355"/>
                  </a:lnTo>
                  <a:lnTo>
                    <a:pt x="1190418" y="492796"/>
                  </a:lnTo>
                  <a:lnTo>
                    <a:pt x="1186435" y="494326"/>
                  </a:lnTo>
                  <a:lnTo>
                    <a:pt x="1182772" y="495474"/>
                  </a:lnTo>
                  <a:lnTo>
                    <a:pt x="1177253" y="495930"/>
                  </a:lnTo>
                  <a:lnTo>
                    <a:pt x="1165856" y="495512"/>
                  </a:lnTo>
                  <a:lnTo>
                    <a:pt x="1154714" y="495555"/>
                  </a:lnTo>
                  <a:lnTo>
                    <a:pt x="1163383" y="498296"/>
                  </a:lnTo>
                  <a:lnTo>
                    <a:pt x="1171796" y="500576"/>
                  </a:lnTo>
                  <a:lnTo>
                    <a:pt x="1183483" y="500166"/>
                  </a:lnTo>
                  <a:lnTo>
                    <a:pt x="1188125" y="499526"/>
                  </a:lnTo>
                  <a:lnTo>
                    <a:pt x="1192150" y="498452"/>
                  </a:lnTo>
                  <a:lnTo>
                    <a:pt x="1193850" y="500377"/>
                  </a:lnTo>
                  <a:lnTo>
                    <a:pt x="1197003" y="504365"/>
                  </a:lnTo>
                  <a:lnTo>
                    <a:pt x="1198882" y="505640"/>
                  </a:lnTo>
                  <a:lnTo>
                    <a:pt x="1200186" y="506956"/>
                  </a:lnTo>
                  <a:lnTo>
                    <a:pt x="1201959" y="511334"/>
                  </a:lnTo>
                  <a:lnTo>
                    <a:pt x="1202655" y="513893"/>
                  </a:lnTo>
                  <a:lnTo>
                    <a:pt x="1204381" y="516891"/>
                  </a:lnTo>
                  <a:lnTo>
                    <a:pt x="1205624" y="519364"/>
                  </a:lnTo>
                  <a:lnTo>
                    <a:pt x="1207476" y="521061"/>
                  </a:lnTo>
                  <a:lnTo>
                    <a:pt x="1210572" y="521843"/>
                  </a:lnTo>
                  <a:lnTo>
                    <a:pt x="1213972" y="520409"/>
                  </a:lnTo>
                  <a:lnTo>
                    <a:pt x="1220569" y="519757"/>
                  </a:lnTo>
                  <a:lnTo>
                    <a:pt x="1226951" y="522054"/>
                  </a:lnTo>
                  <a:lnTo>
                    <a:pt x="1231023" y="522752"/>
                  </a:lnTo>
                  <a:lnTo>
                    <a:pt x="1236504" y="520856"/>
                  </a:lnTo>
                  <a:lnTo>
                    <a:pt x="1240873" y="518219"/>
                  </a:lnTo>
                  <a:lnTo>
                    <a:pt x="1250005" y="515806"/>
                  </a:lnTo>
                  <a:lnTo>
                    <a:pt x="1251724" y="514759"/>
                  </a:lnTo>
                  <a:lnTo>
                    <a:pt x="1254175" y="513939"/>
                  </a:lnTo>
                  <a:lnTo>
                    <a:pt x="1257970" y="514153"/>
                  </a:lnTo>
                  <a:lnTo>
                    <a:pt x="1259441" y="514753"/>
                  </a:lnTo>
                  <a:lnTo>
                    <a:pt x="1261370" y="517379"/>
                  </a:lnTo>
                  <a:lnTo>
                    <a:pt x="1263135" y="520960"/>
                  </a:lnTo>
                  <a:lnTo>
                    <a:pt x="1265743" y="522766"/>
                  </a:lnTo>
                  <a:lnTo>
                    <a:pt x="1268507" y="524059"/>
                  </a:lnTo>
                  <a:lnTo>
                    <a:pt x="1270099" y="524186"/>
                  </a:lnTo>
                  <a:lnTo>
                    <a:pt x="1275305" y="525341"/>
                  </a:lnTo>
                  <a:lnTo>
                    <a:pt x="1282115" y="524250"/>
                  </a:lnTo>
                  <a:lnTo>
                    <a:pt x="1285144" y="525318"/>
                  </a:lnTo>
                  <a:lnTo>
                    <a:pt x="1285627" y="527378"/>
                  </a:lnTo>
                  <a:lnTo>
                    <a:pt x="1287248" y="529049"/>
                  </a:lnTo>
                  <a:lnTo>
                    <a:pt x="1289300" y="529577"/>
                  </a:lnTo>
                  <a:lnTo>
                    <a:pt x="1316825" y="538805"/>
                  </a:lnTo>
                  <a:lnTo>
                    <a:pt x="1326302" y="540612"/>
                  </a:lnTo>
                  <a:lnTo>
                    <a:pt x="1340945" y="541543"/>
                  </a:lnTo>
                  <a:lnTo>
                    <a:pt x="1352309" y="541647"/>
                  </a:lnTo>
                  <a:lnTo>
                    <a:pt x="1353880" y="542236"/>
                  </a:lnTo>
                  <a:lnTo>
                    <a:pt x="1356048" y="543994"/>
                  </a:lnTo>
                  <a:lnTo>
                    <a:pt x="1351715" y="545240"/>
                  </a:lnTo>
                  <a:lnTo>
                    <a:pt x="1347065" y="545407"/>
                  </a:lnTo>
                  <a:lnTo>
                    <a:pt x="1340068" y="544911"/>
                  </a:lnTo>
                  <a:lnTo>
                    <a:pt x="1337597" y="545174"/>
                  </a:lnTo>
                  <a:lnTo>
                    <a:pt x="1332257" y="544692"/>
                  </a:lnTo>
                  <a:lnTo>
                    <a:pt x="1329461" y="545044"/>
                  </a:lnTo>
                  <a:lnTo>
                    <a:pt x="1326924" y="544472"/>
                  </a:lnTo>
                  <a:lnTo>
                    <a:pt x="1323178" y="545777"/>
                  </a:lnTo>
                  <a:lnTo>
                    <a:pt x="1316295" y="546746"/>
                  </a:lnTo>
                  <a:lnTo>
                    <a:pt x="1317827" y="548097"/>
                  </a:lnTo>
                  <a:lnTo>
                    <a:pt x="1320391" y="548411"/>
                  </a:lnTo>
                  <a:lnTo>
                    <a:pt x="1325607" y="548916"/>
                  </a:lnTo>
                  <a:lnTo>
                    <a:pt x="1332746" y="548683"/>
                  </a:lnTo>
                  <a:lnTo>
                    <a:pt x="1333357" y="550884"/>
                  </a:lnTo>
                  <a:lnTo>
                    <a:pt x="1326808" y="551421"/>
                  </a:lnTo>
                  <a:lnTo>
                    <a:pt x="1312883" y="551857"/>
                  </a:lnTo>
                  <a:lnTo>
                    <a:pt x="1311432" y="552200"/>
                  </a:lnTo>
                  <a:lnTo>
                    <a:pt x="1310378" y="553369"/>
                  </a:lnTo>
                  <a:lnTo>
                    <a:pt x="1312459" y="553888"/>
                  </a:lnTo>
                  <a:lnTo>
                    <a:pt x="1313716" y="554546"/>
                  </a:lnTo>
                  <a:lnTo>
                    <a:pt x="1314374" y="556090"/>
                  </a:lnTo>
                  <a:lnTo>
                    <a:pt x="1312918" y="560159"/>
                  </a:lnTo>
                  <a:lnTo>
                    <a:pt x="1315210" y="562995"/>
                  </a:lnTo>
                  <a:lnTo>
                    <a:pt x="1316845" y="563443"/>
                  </a:lnTo>
                  <a:lnTo>
                    <a:pt x="1318542" y="563030"/>
                  </a:lnTo>
                  <a:lnTo>
                    <a:pt x="1321469" y="564150"/>
                  </a:lnTo>
                  <a:lnTo>
                    <a:pt x="1324352" y="565694"/>
                  </a:lnTo>
                  <a:lnTo>
                    <a:pt x="1330371" y="565809"/>
                  </a:lnTo>
                  <a:lnTo>
                    <a:pt x="1337549" y="563737"/>
                  </a:lnTo>
                  <a:lnTo>
                    <a:pt x="1341076" y="563812"/>
                  </a:lnTo>
                  <a:lnTo>
                    <a:pt x="1350525" y="562519"/>
                  </a:lnTo>
                  <a:lnTo>
                    <a:pt x="1359082" y="562756"/>
                  </a:lnTo>
                  <a:lnTo>
                    <a:pt x="1371081" y="560263"/>
                  </a:lnTo>
                  <a:lnTo>
                    <a:pt x="1373060" y="560318"/>
                  </a:lnTo>
                  <a:lnTo>
                    <a:pt x="1374894" y="560652"/>
                  </a:lnTo>
                  <a:lnTo>
                    <a:pt x="1371563" y="562894"/>
                  </a:lnTo>
                  <a:lnTo>
                    <a:pt x="1356863" y="568533"/>
                  </a:lnTo>
                  <a:lnTo>
                    <a:pt x="1351587" y="569618"/>
                  </a:lnTo>
                  <a:lnTo>
                    <a:pt x="1349485" y="570328"/>
                  </a:lnTo>
                  <a:lnTo>
                    <a:pt x="1350690" y="573086"/>
                  </a:lnTo>
                  <a:lnTo>
                    <a:pt x="1352593" y="575967"/>
                  </a:lnTo>
                  <a:lnTo>
                    <a:pt x="1356471" y="579045"/>
                  </a:lnTo>
                  <a:lnTo>
                    <a:pt x="1358906" y="583605"/>
                  </a:lnTo>
                  <a:lnTo>
                    <a:pt x="1361300" y="584589"/>
                  </a:lnTo>
                  <a:lnTo>
                    <a:pt x="1365859" y="582496"/>
                  </a:lnTo>
                  <a:lnTo>
                    <a:pt x="1366945" y="584052"/>
                  </a:lnTo>
                  <a:lnTo>
                    <a:pt x="1367153" y="587189"/>
                  </a:lnTo>
                  <a:lnTo>
                    <a:pt x="1365969" y="589737"/>
                  </a:lnTo>
                  <a:lnTo>
                    <a:pt x="1364438" y="591162"/>
                  </a:lnTo>
                  <a:lnTo>
                    <a:pt x="1363353" y="592550"/>
                  </a:lnTo>
                  <a:lnTo>
                    <a:pt x="1362671" y="594377"/>
                  </a:lnTo>
                  <a:lnTo>
                    <a:pt x="1364565" y="595984"/>
                  </a:lnTo>
                  <a:lnTo>
                    <a:pt x="1369652" y="596928"/>
                  </a:lnTo>
                  <a:lnTo>
                    <a:pt x="1376398" y="597317"/>
                  </a:lnTo>
                  <a:lnTo>
                    <a:pt x="1382649" y="597366"/>
                  </a:lnTo>
                  <a:lnTo>
                    <a:pt x="1386537" y="597840"/>
                  </a:lnTo>
                  <a:lnTo>
                    <a:pt x="1400646" y="587861"/>
                  </a:lnTo>
                  <a:lnTo>
                    <a:pt x="1406311" y="583071"/>
                  </a:lnTo>
                  <a:lnTo>
                    <a:pt x="1409080" y="581051"/>
                  </a:lnTo>
                  <a:lnTo>
                    <a:pt x="1411422" y="579573"/>
                  </a:lnTo>
                  <a:lnTo>
                    <a:pt x="1423341" y="573462"/>
                  </a:lnTo>
                  <a:lnTo>
                    <a:pt x="1426136" y="571595"/>
                  </a:lnTo>
                  <a:lnTo>
                    <a:pt x="1429293" y="568882"/>
                  </a:lnTo>
                  <a:lnTo>
                    <a:pt x="1435116" y="568481"/>
                  </a:lnTo>
                  <a:lnTo>
                    <a:pt x="1443098" y="564089"/>
                  </a:lnTo>
                  <a:lnTo>
                    <a:pt x="1450175" y="560673"/>
                  </a:lnTo>
                  <a:lnTo>
                    <a:pt x="1453012" y="560018"/>
                  </a:lnTo>
                  <a:lnTo>
                    <a:pt x="1455107" y="559752"/>
                  </a:lnTo>
                  <a:lnTo>
                    <a:pt x="1457621" y="559016"/>
                  </a:lnTo>
                  <a:lnTo>
                    <a:pt x="1463838" y="559284"/>
                  </a:lnTo>
                  <a:lnTo>
                    <a:pt x="1468256" y="558730"/>
                  </a:lnTo>
                  <a:lnTo>
                    <a:pt x="1476131" y="556563"/>
                  </a:lnTo>
                  <a:lnTo>
                    <a:pt x="1482127" y="555195"/>
                  </a:lnTo>
                  <a:lnTo>
                    <a:pt x="1488533" y="554021"/>
                  </a:lnTo>
                  <a:lnTo>
                    <a:pt x="1495711" y="553790"/>
                  </a:lnTo>
                  <a:lnTo>
                    <a:pt x="1514912" y="551563"/>
                  </a:lnTo>
                  <a:lnTo>
                    <a:pt x="1520366" y="552535"/>
                  </a:lnTo>
                  <a:lnTo>
                    <a:pt x="1526426" y="554864"/>
                  </a:lnTo>
                  <a:lnTo>
                    <a:pt x="1530343" y="554841"/>
                  </a:lnTo>
                  <a:lnTo>
                    <a:pt x="1535558" y="554131"/>
                  </a:lnTo>
                  <a:lnTo>
                    <a:pt x="1539110" y="553178"/>
                  </a:lnTo>
                  <a:lnTo>
                    <a:pt x="1540709" y="555914"/>
                  </a:lnTo>
                  <a:lnTo>
                    <a:pt x="1541546" y="559435"/>
                  </a:lnTo>
                  <a:lnTo>
                    <a:pt x="1539795" y="562756"/>
                  </a:lnTo>
                  <a:lnTo>
                    <a:pt x="1536920" y="564787"/>
                  </a:lnTo>
                  <a:lnTo>
                    <a:pt x="1536133" y="568178"/>
                  </a:lnTo>
                  <a:lnTo>
                    <a:pt x="1540063" y="569863"/>
                  </a:lnTo>
                  <a:lnTo>
                    <a:pt x="1544513" y="569370"/>
                  </a:lnTo>
                  <a:lnTo>
                    <a:pt x="1553084" y="567687"/>
                  </a:lnTo>
                  <a:lnTo>
                    <a:pt x="1559861" y="565558"/>
                  </a:lnTo>
                  <a:lnTo>
                    <a:pt x="1561738" y="564135"/>
                  </a:lnTo>
                  <a:lnTo>
                    <a:pt x="1564357" y="564539"/>
                  </a:lnTo>
                  <a:lnTo>
                    <a:pt x="1568901" y="562727"/>
                  </a:lnTo>
                  <a:lnTo>
                    <a:pt x="1574528" y="555253"/>
                  </a:lnTo>
                  <a:lnTo>
                    <a:pt x="1581615" y="547701"/>
                  </a:lnTo>
                  <a:lnTo>
                    <a:pt x="1587579" y="542862"/>
                  </a:lnTo>
                  <a:lnTo>
                    <a:pt x="1591431" y="537244"/>
                  </a:lnTo>
                  <a:lnTo>
                    <a:pt x="1594628" y="533995"/>
                  </a:lnTo>
                  <a:lnTo>
                    <a:pt x="1598172" y="531545"/>
                  </a:lnTo>
                  <a:lnTo>
                    <a:pt x="1600604" y="530289"/>
                  </a:lnTo>
                  <a:lnTo>
                    <a:pt x="1606055" y="530076"/>
                  </a:lnTo>
                  <a:lnTo>
                    <a:pt x="1613864" y="526143"/>
                  </a:lnTo>
                  <a:lnTo>
                    <a:pt x="1625263" y="521719"/>
                  </a:lnTo>
                  <a:lnTo>
                    <a:pt x="1634018" y="523846"/>
                  </a:lnTo>
                  <a:lnTo>
                    <a:pt x="1643244" y="527083"/>
                  </a:lnTo>
                  <a:lnTo>
                    <a:pt x="1647811" y="524449"/>
                  </a:lnTo>
                  <a:lnTo>
                    <a:pt x="1651412" y="524002"/>
                  </a:lnTo>
                  <a:lnTo>
                    <a:pt x="1654468" y="522847"/>
                  </a:lnTo>
                  <a:lnTo>
                    <a:pt x="1657554" y="521973"/>
                  </a:lnTo>
                  <a:lnTo>
                    <a:pt x="1659740" y="519662"/>
                  </a:lnTo>
                  <a:lnTo>
                    <a:pt x="1662678" y="517682"/>
                  </a:lnTo>
                  <a:lnTo>
                    <a:pt x="1664905" y="514874"/>
                  </a:lnTo>
                  <a:lnTo>
                    <a:pt x="1676149" y="513478"/>
                  </a:lnTo>
                  <a:lnTo>
                    <a:pt x="1687902" y="511616"/>
                  </a:lnTo>
                  <a:lnTo>
                    <a:pt x="1689483" y="510973"/>
                  </a:lnTo>
                  <a:lnTo>
                    <a:pt x="1691026" y="511357"/>
                  </a:lnTo>
                  <a:lnTo>
                    <a:pt x="1695066" y="510832"/>
                  </a:lnTo>
                  <a:lnTo>
                    <a:pt x="1700250" y="509262"/>
                  </a:lnTo>
                  <a:lnTo>
                    <a:pt x="1707402" y="508786"/>
                  </a:lnTo>
                  <a:lnTo>
                    <a:pt x="1711109" y="508947"/>
                  </a:lnTo>
                  <a:lnTo>
                    <a:pt x="1714523" y="504751"/>
                  </a:lnTo>
                  <a:lnTo>
                    <a:pt x="1721315" y="503912"/>
                  </a:lnTo>
                  <a:lnTo>
                    <a:pt x="1728541" y="502247"/>
                  </a:lnTo>
                  <a:lnTo>
                    <a:pt x="1731600" y="501020"/>
                  </a:lnTo>
                  <a:lnTo>
                    <a:pt x="1733930" y="500732"/>
                  </a:lnTo>
                  <a:lnTo>
                    <a:pt x="1792492" y="497477"/>
                  </a:lnTo>
                  <a:lnTo>
                    <a:pt x="1795029" y="495913"/>
                  </a:lnTo>
                  <a:lnTo>
                    <a:pt x="1800154" y="494608"/>
                  </a:lnTo>
                  <a:lnTo>
                    <a:pt x="1802083" y="491480"/>
                  </a:lnTo>
                  <a:lnTo>
                    <a:pt x="1794241" y="490176"/>
                  </a:lnTo>
                  <a:lnTo>
                    <a:pt x="1791806" y="488875"/>
                  </a:lnTo>
                  <a:lnTo>
                    <a:pt x="1789113" y="488494"/>
                  </a:lnTo>
                  <a:lnTo>
                    <a:pt x="1787542" y="488987"/>
                  </a:lnTo>
                  <a:lnTo>
                    <a:pt x="1780773" y="488629"/>
                  </a:lnTo>
                  <a:lnTo>
                    <a:pt x="1726792" y="483799"/>
                  </a:lnTo>
                  <a:lnTo>
                    <a:pt x="1725644" y="483395"/>
                  </a:lnTo>
                  <a:lnTo>
                    <a:pt x="1723778" y="480437"/>
                  </a:lnTo>
                  <a:lnTo>
                    <a:pt x="1724161" y="475090"/>
                  </a:lnTo>
                  <a:lnTo>
                    <a:pt x="1722573" y="470917"/>
                  </a:lnTo>
                  <a:lnTo>
                    <a:pt x="1718783" y="469766"/>
                  </a:lnTo>
                  <a:lnTo>
                    <a:pt x="1714872" y="469878"/>
                  </a:lnTo>
                  <a:lnTo>
                    <a:pt x="1709950" y="470389"/>
                  </a:lnTo>
                  <a:lnTo>
                    <a:pt x="1696957" y="472663"/>
                  </a:lnTo>
                  <a:lnTo>
                    <a:pt x="1691751" y="472859"/>
                  </a:lnTo>
                  <a:lnTo>
                    <a:pt x="1677905" y="469356"/>
                  </a:lnTo>
                  <a:lnTo>
                    <a:pt x="1668727" y="465434"/>
                  </a:lnTo>
                  <a:lnTo>
                    <a:pt x="1662731" y="464119"/>
                  </a:lnTo>
                  <a:lnTo>
                    <a:pt x="1658425" y="461476"/>
                  </a:lnTo>
                  <a:lnTo>
                    <a:pt x="1654408" y="459426"/>
                  </a:lnTo>
                  <a:lnTo>
                    <a:pt x="1654104" y="454737"/>
                  </a:lnTo>
                  <a:lnTo>
                    <a:pt x="1655079" y="450389"/>
                  </a:lnTo>
                  <a:lnTo>
                    <a:pt x="1662808" y="437767"/>
                  </a:lnTo>
                  <a:lnTo>
                    <a:pt x="1667660" y="431736"/>
                  </a:lnTo>
                  <a:lnTo>
                    <a:pt x="1670874" y="431248"/>
                  </a:lnTo>
                  <a:lnTo>
                    <a:pt x="1673830" y="428527"/>
                  </a:lnTo>
                  <a:lnTo>
                    <a:pt x="1676837" y="422421"/>
                  </a:lnTo>
                  <a:lnTo>
                    <a:pt x="1679304" y="419570"/>
                  </a:lnTo>
                  <a:lnTo>
                    <a:pt x="1684882" y="416197"/>
                  </a:lnTo>
                  <a:lnTo>
                    <a:pt x="1687349" y="415323"/>
                  </a:lnTo>
                  <a:lnTo>
                    <a:pt x="1696126" y="411161"/>
                  </a:lnTo>
                  <a:lnTo>
                    <a:pt x="1698529" y="411026"/>
                  </a:lnTo>
                  <a:lnTo>
                    <a:pt x="1702463" y="411724"/>
                  </a:lnTo>
                  <a:lnTo>
                    <a:pt x="1706924" y="407978"/>
                  </a:lnTo>
                  <a:lnTo>
                    <a:pt x="1720579" y="399976"/>
                  </a:lnTo>
                  <a:lnTo>
                    <a:pt x="1723654" y="396964"/>
                  </a:lnTo>
                  <a:lnTo>
                    <a:pt x="1727457" y="395120"/>
                  </a:lnTo>
                  <a:lnTo>
                    <a:pt x="1738481" y="388394"/>
                  </a:lnTo>
                  <a:lnTo>
                    <a:pt x="1748311" y="385069"/>
                  </a:lnTo>
                  <a:lnTo>
                    <a:pt x="1753217" y="384140"/>
                  </a:lnTo>
                  <a:lnTo>
                    <a:pt x="1759185" y="382100"/>
                  </a:lnTo>
                  <a:lnTo>
                    <a:pt x="1765796" y="379067"/>
                  </a:lnTo>
                  <a:lnTo>
                    <a:pt x="1771558" y="376187"/>
                  </a:lnTo>
                  <a:lnTo>
                    <a:pt x="1792155" y="370566"/>
                  </a:lnTo>
                  <a:lnTo>
                    <a:pt x="1804495" y="369109"/>
                  </a:lnTo>
                  <a:lnTo>
                    <a:pt x="1812917" y="367435"/>
                  </a:lnTo>
                  <a:lnTo>
                    <a:pt x="1818871" y="368413"/>
                  </a:lnTo>
                  <a:lnTo>
                    <a:pt x="1824789" y="368087"/>
                  </a:lnTo>
                  <a:lnTo>
                    <a:pt x="1829908" y="366647"/>
                  </a:lnTo>
                  <a:lnTo>
                    <a:pt x="1832275" y="365453"/>
                  </a:lnTo>
                  <a:lnTo>
                    <a:pt x="1835679" y="362440"/>
                  </a:lnTo>
                  <a:lnTo>
                    <a:pt x="1847124" y="363857"/>
                  </a:lnTo>
                  <a:lnTo>
                    <a:pt x="1854513" y="361796"/>
                  </a:lnTo>
                  <a:lnTo>
                    <a:pt x="1857572" y="361571"/>
                  </a:lnTo>
                  <a:lnTo>
                    <a:pt x="1860800" y="360648"/>
                  </a:lnTo>
                  <a:lnTo>
                    <a:pt x="1859528" y="359618"/>
                  </a:lnTo>
                  <a:lnTo>
                    <a:pt x="1858357" y="359424"/>
                  </a:lnTo>
                  <a:lnTo>
                    <a:pt x="1857202" y="358019"/>
                  </a:lnTo>
                  <a:lnTo>
                    <a:pt x="1855684" y="355055"/>
                  </a:lnTo>
                  <a:lnTo>
                    <a:pt x="1857202" y="351310"/>
                  </a:lnTo>
                  <a:lnTo>
                    <a:pt x="1858357" y="349437"/>
                  </a:lnTo>
                  <a:lnTo>
                    <a:pt x="1861760" y="347149"/>
                  </a:lnTo>
                  <a:lnTo>
                    <a:pt x="1863520" y="343853"/>
                  </a:lnTo>
                  <a:lnTo>
                    <a:pt x="1865195" y="339014"/>
                  </a:lnTo>
                  <a:lnTo>
                    <a:pt x="1870798" y="329555"/>
                  </a:lnTo>
                  <a:lnTo>
                    <a:pt x="1872372" y="328219"/>
                  </a:lnTo>
                  <a:lnTo>
                    <a:pt x="1875937" y="327803"/>
                  </a:lnTo>
                  <a:lnTo>
                    <a:pt x="1878954" y="328034"/>
                  </a:lnTo>
                  <a:lnTo>
                    <a:pt x="1882379" y="327925"/>
                  </a:lnTo>
                  <a:lnTo>
                    <a:pt x="1891090" y="330389"/>
                  </a:lnTo>
                  <a:lnTo>
                    <a:pt x="1892716" y="329451"/>
                  </a:lnTo>
                  <a:lnTo>
                    <a:pt x="1895495" y="326652"/>
                  </a:lnTo>
                  <a:lnTo>
                    <a:pt x="1897804" y="323178"/>
                  </a:lnTo>
                  <a:lnTo>
                    <a:pt x="1902755" y="318024"/>
                  </a:lnTo>
                  <a:lnTo>
                    <a:pt x="1903734" y="316506"/>
                  </a:lnTo>
                  <a:lnTo>
                    <a:pt x="1903302" y="313972"/>
                  </a:lnTo>
                  <a:lnTo>
                    <a:pt x="1895842" y="315069"/>
                  </a:lnTo>
                  <a:lnTo>
                    <a:pt x="1890212" y="316746"/>
                  </a:lnTo>
                  <a:lnTo>
                    <a:pt x="1884789" y="315863"/>
                  </a:lnTo>
                  <a:lnTo>
                    <a:pt x="1884078" y="314423"/>
                  </a:lnTo>
                  <a:lnTo>
                    <a:pt x="1885240" y="313338"/>
                  </a:lnTo>
                  <a:lnTo>
                    <a:pt x="1887286" y="312914"/>
                  </a:lnTo>
                  <a:lnTo>
                    <a:pt x="1888062" y="311191"/>
                  </a:lnTo>
                  <a:lnTo>
                    <a:pt x="1886200" y="309756"/>
                  </a:lnTo>
                  <a:lnTo>
                    <a:pt x="1882860" y="308937"/>
                  </a:lnTo>
                  <a:lnTo>
                    <a:pt x="1881351" y="307835"/>
                  </a:lnTo>
                  <a:lnTo>
                    <a:pt x="1881487" y="305232"/>
                  </a:lnTo>
                  <a:lnTo>
                    <a:pt x="1882313" y="301382"/>
                  </a:lnTo>
                  <a:lnTo>
                    <a:pt x="1884110" y="300283"/>
                  </a:lnTo>
                  <a:lnTo>
                    <a:pt x="1885607" y="298687"/>
                  </a:lnTo>
                  <a:lnTo>
                    <a:pt x="1889591" y="293300"/>
                  </a:lnTo>
                  <a:lnTo>
                    <a:pt x="1891971" y="291664"/>
                  </a:lnTo>
                  <a:lnTo>
                    <a:pt x="1898749" y="290206"/>
                  </a:lnTo>
                  <a:lnTo>
                    <a:pt x="1906644" y="292440"/>
                  </a:lnTo>
                  <a:lnTo>
                    <a:pt x="1908442" y="291831"/>
                  </a:lnTo>
                  <a:lnTo>
                    <a:pt x="1910337" y="288821"/>
                  </a:lnTo>
                  <a:lnTo>
                    <a:pt x="1908401" y="284172"/>
                  </a:lnTo>
                  <a:lnTo>
                    <a:pt x="1906906" y="282438"/>
                  </a:lnTo>
                  <a:lnTo>
                    <a:pt x="1906911" y="280915"/>
                  </a:lnTo>
                  <a:lnTo>
                    <a:pt x="1911040" y="281601"/>
                  </a:lnTo>
                  <a:lnTo>
                    <a:pt x="1914908" y="282660"/>
                  </a:lnTo>
                  <a:lnTo>
                    <a:pt x="1919445" y="282453"/>
                  </a:lnTo>
                  <a:lnTo>
                    <a:pt x="1924758" y="277838"/>
                  </a:lnTo>
                  <a:lnTo>
                    <a:pt x="1932264" y="273974"/>
                  </a:lnTo>
                  <a:lnTo>
                    <a:pt x="1935916" y="272376"/>
                  </a:lnTo>
                  <a:lnTo>
                    <a:pt x="1939143" y="271456"/>
                  </a:lnTo>
                  <a:lnTo>
                    <a:pt x="1940875" y="267577"/>
                  </a:lnTo>
                  <a:lnTo>
                    <a:pt x="1943465" y="260187"/>
                  </a:lnTo>
                  <a:lnTo>
                    <a:pt x="1945344" y="256358"/>
                  </a:lnTo>
                  <a:lnTo>
                    <a:pt x="1945310" y="254006"/>
                  </a:lnTo>
                  <a:lnTo>
                    <a:pt x="1944756" y="252101"/>
                  </a:lnTo>
                  <a:lnTo>
                    <a:pt x="1942798" y="252661"/>
                  </a:lnTo>
                  <a:lnTo>
                    <a:pt x="1941029" y="252918"/>
                  </a:lnTo>
                  <a:lnTo>
                    <a:pt x="1936842" y="250962"/>
                  </a:lnTo>
                  <a:lnTo>
                    <a:pt x="1931649" y="247839"/>
                  </a:lnTo>
                  <a:lnTo>
                    <a:pt x="1930080" y="244336"/>
                  </a:lnTo>
                  <a:lnTo>
                    <a:pt x="1929311" y="241223"/>
                  </a:lnTo>
                  <a:lnTo>
                    <a:pt x="1930962" y="239523"/>
                  </a:lnTo>
                  <a:lnTo>
                    <a:pt x="1932506" y="238478"/>
                  </a:lnTo>
                  <a:lnTo>
                    <a:pt x="1934204" y="238236"/>
                  </a:lnTo>
                  <a:lnTo>
                    <a:pt x="1937232" y="239494"/>
                  </a:lnTo>
                  <a:lnTo>
                    <a:pt x="1941087" y="242700"/>
                  </a:lnTo>
                  <a:lnTo>
                    <a:pt x="1943019" y="243924"/>
                  </a:lnTo>
                  <a:lnTo>
                    <a:pt x="1945209" y="246255"/>
                  </a:lnTo>
                  <a:lnTo>
                    <a:pt x="1946871" y="246056"/>
                  </a:lnTo>
                  <a:lnTo>
                    <a:pt x="1948781" y="242787"/>
                  </a:lnTo>
                  <a:lnTo>
                    <a:pt x="1950385" y="238438"/>
                  </a:lnTo>
                  <a:lnTo>
                    <a:pt x="1951690" y="237102"/>
                  </a:lnTo>
                  <a:lnTo>
                    <a:pt x="1953717" y="235645"/>
                  </a:lnTo>
                  <a:lnTo>
                    <a:pt x="1955985" y="233567"/>
                  </a:lnTo>
                  <a:lnTo>
                    <a:pt x="1954962" y="231506"/>
                  </a:lnTo>
                  <a:lnTo>
                    <a:pt x="1952561" y="230416"/>
                  </a:lnTo>
                  <a:lnTo>
                    <a:pt x="1952228" y="229186"/>
                  </a:lnTo>
                  <a:lnTo>
                    <a:pt x="1953256" y="227807"/>
                  </a:lnTo>
                  <a:lnTo>
                    <a:pt x="1955234" y="227530"/>
                  </a:lnTo>
                  <a:lnTo>
                    <a:pt x="1957659" y="230514"/>
                  </a:lnTo>
                  <a:lnTo>
                    <a:pt x="1960981" y="232522"/>
                  </a:lnTo>
                  <a:lnTo>
                    <a:pt x="1963248" y="233180"/>
                  </a:lnTo>
                  <a:lnTo>
                    <a:pt x="1965224" y="234848"/>
                  </a:lnTo>
                  <a:lnTo>
                    <a:pt x="1968270" y="240383"/>
                  </a:lnTo>
                  <a:lnTo>
                    <a:pt x="1971946" y="249585"/>
                  </a:lnTo>
                  <a:lnTo>
                    <a:pt x="1973659" y="249646"/>
                  </a:lnTo>
                  <a:lnTo>
                    <a:pt x="1976895" y="248826"/>
                  </a:lnTo>
                  <a:lnTo>
                    <a:pt x="1980355" y="248480"/>
                  </a:lnTo>
                  <a:lnTo>
                    <a:pt x="1982681" y="245854"/>
                  </a:lnTo>
                  <a:lnTo>
                    <a:pt x="1983195" y="239289"/>
                  </a:lnTo>
                  <a:lnTo>
                    <a:pt x="1984103" y="236317"/>
                  </a:lnTo>
                  <a:lnTo>
                    <a:pt x="1983783" y="233296"/>
                  </a:lnTo>
                  <a:lnTo>
                    <a:pt x="1982184" y="230214"/>
                  </a:lnTo>
                  <a:lnTo>
                    <a:pt x="1980842" y="227943"/>
                  </a:lnTo>
                  <a:lnTo>
                    <a:pt x="1981056" y="226295"/>
                  </a:lnTo>
                  <a:lnTo>
                    <a:pt x="1982232" y="225060"/>
                  </a:lnTo>
                  <a:lnTo>
                    <a:pt x="1983762" y="224653"/>
                  </a:lnTo>
                  <a:lnTo>
                    <a:pt x="1986428" y="223409"/>
                  </a:lnTo>
                  <a:lnTo>
                    <a:pt x="1990531" y="224835"/>
                  </a:lnTo>
                  <a:lnTo>
                    <a:pt x="1992756" y="225112"/>
                  </a:lnTo>
                  <a:lnTo>
                    <a:pt x="1996102" y="224295"/>
                  </a:lnTo>
                  <a:lnTo>
                    <a:pt x="1999580" y="222489"/>
                  </a:lnTo>
                  <a:lnTo>
                    <a:pt x="2003135" y="221216"/>
                  </a:lnTo>
                  <a:lnTo>
                    <a:pt x="2005915" y="222180"/>
                  </a:lnTo>
                  <a:lnTo>
                    <a:pt x="2007145" y="225472"/>
                  </a:lnTo>
                  <a:lnTo>
                    <a:pt x="2005755" y="228768"/>
                  </a:lnTo>
                  <a:lnTo>
                    <a:pt x="2003509" y="231238"/>
                  </a:lnTo>
                  <a:lnTo>
                    <a:pt x="2001479" y="234260"/>
                  </a:lnTo>
                  <a:lnTo>
                    <a:pt x="2000944" y="237555"/>
                  </a:lnTo>
                  <a:lnTo>
                    <a:pt x="2001050" y="239338"/>
                  </a:lnTo>
                  <a:lnTo>
                    <a:pt x="2002977" y="239800"/>
                  </a:lnTo>
                  <a:lnTo>
                    <a:pt x="2020238" y="239390"/>
                  </a:lnTo>
                  <a:lnTo>
                    <a:pt x="2022504" y="239708"/>
                  </a:lnTo>
                  <a:lnTo>
                    <a:pt x="2025478" y="239719"/>
                  </a:lnTo>
                  <a:lnTo>
                    <a:pt x="2028719" y="240775"/>
                  </a:lnTo>
                  <a:lnTo>
                    <a:pt x="2034169" y="240357"/>
                  </a:lnTo>
                  <a:lnTo>
                    <a:pt x="2039090" y="239191"/>
                  </a:lnTo>
                  <a:lnTo>
                    <a:pt x="2041412" y="239185"/>
                  </a:lnTo>
                  <a:lnTo>
                    <a:pt x="2045427" y="240259"/>
                  </a:lnTo>
                  <a:lnTo>
                    <a:pt x="2048267" y="242512"/>
                  </a:lnTo>
                  <a:lnTo>
                    <a:pt x="2054181" y="241889"/>
                  </a:lnTo>
                  <a:lnTo>
                    <a:pt x="2055866" y="241136"/>
                  </a:lnTo>
                  <a:lnTo>
                    <a:pt x="2057453" y="238103"/>
                  </a:lnTo>
                  <a:lnTo>
                    <a:pt x="2059163" y="237555"/>
                  </a:lnTo>
                  <a:lnTo>
                    <a:pt x="2061141" y="240025"/>
                  </a:lnTo>
                  <a:lnTo>
                    <a:pt x="2061783" y="245655"/>
                  </a:lnTo>
                  <a:lnTo>
                    <a:pt x="2062706" y="248330"/>
                  </a:lnTo>
                  <a:lnTo>
                    <a:pt x="2065200" y="250765"/>
                  </a:lnTo>
                  <a:lnTo>
                    <a:pt x="2067688" y="248673"/>
                  </a:lnTo>
                  <a:lnTo>
                    <a:pt x="2069327" y="246221"/>
                  </a:lnTo>
                  <a:lnTo>
                    <a:pt x="2071451" y="243629"/>
                  </a:lnTo>
                  <a:lnTo>
                    <a:pt x="2073225" y="241465"/>
                  </a:lnTo>
                  <a:lnTo>
                    <a:pt x="2077648" y="237809"/>
                  </a:lnTo>
                  <a:lnTo>
                    <a:pt x="2081059" y="235685"/>
                  </a:lnTo>
                  <a:lnTo>
                    <a:pt x="2089314" y="232078"/>
                  </a:lnTo>
                  <a:lnTo>
                    <a:pt x="2093416" y="229813"/>
                  </a:lnTo>
                  <a:lnTo>
                    <a:pt x="2101481" y="226754"/>
                  </a:lnTo>
                  <a:lnTo>
                    <a:pt x="2111809" y="225109"/>
                  </a:lnTo>
                  <a:lnTo>
                    <a:pt x="2130292" y="219531"/>
                  </a:lnTo>
                  <a:lnTo>
                    <a:pt x="2136402" y="218960"/>
                  </a:lnTo>
                  <a:lnTo>
                    <a:pt x="2146345" y="217485"/>
                  </a:lnTo>
                  <a:lnTo>
                    <a:pt x="2151443" y="215973"/>
                  </a:lnTo>
                  <a:lnTo>
                    <a:pt x="2156624" y="214767"/>
                  </a:lnTo>
                  <a:lnTo>
                    <a:pt x="2159795" y="210687"/>
                  </a:lnTo>
                  <a:lnTo>
                    <a:pt x="2167045" y="213797"/>
                  </a:lnTo>
                  <a:lnTo>
                    <a:pt x="2169534" y="214158"/>
                  </a:lnTo>
                  <a:lnTo>
                    <a:pt x="2172923" y="211705"/>
                  </a:lnTo>
                  <a:lnTo>
                    <a:pt x="2176653" y="205585"/>
                  </a:lnTo>
                  <a:lnTo>
                    <a:pt x="2182083" y="208107"/>
                  </a:lnTo>
                  <a:lnTo>
                    <a:pt x="2185214" y="212063"/>
                  </a:lnTo>
                  <a:lnTo>
                    <a:pt x="2189036" y="215165"/>
                  </a:lnTo>
                  <a:lnTo>
                    <a:pt x="2197681" y="220478"/>
                  </a:lnTo>
                  <a:lnTo>
                    <a:pt x="2200381" y="221690"/>
                  </a:lnTo>
                  <a:lnTo>
                    <a:pt x="2206110" y="222809"/>
                  </a:lnTo>
                  <a:lnTo>
                    <a:pt x="2207632" y="221920"/>
                  </a:lnTo>
                  <a:lnTo>
                    <a:pt x="2210330" y="218374"/>
                  </a:lnTo>
                  <a:lnTo>
                    <a:pt x="2213101" y="213255"/>
                  </a:lnTo>
                  <a:lnTo>
                    <a:pt x="2214860" y="211093"/>
                  </a:lnTo>
                  <a:lnTo>
                    <a:pt x="2217395" y="209278"/>
                  </a:lnTo>
                  <a:lnTo>
                    <a:pt x="2220243" y="206462"/>
                  </a:lnTo>
                  <a:lnTo>
                    <a:pt x="2219497" y="204953"/>
                  </a:lnTo>
                  <a:lnTo>
                    <a:pt x="2217873" y="204402"/>
                  </a:lnTo>
                  <a:lnTo>
                    <a:pt x="2216396" y="203625"/>
                  </a:lnTo>
                  <a:lnTo>
                    <a:pt x="2216755" y="202096"/>
                  </a:lnTo>
                  <a:lnTo>
                    <a:pt x="2221811" y="201741"/>
                  </a:lnTo>
                  <a:lnTo>
                    <a:pt x="2224484" y="206941"/>
                  </a:lnTo>
                  <a:lnTo>
                    <a:pt x="2227185" y="208652"/>
                  </a:lnTo>
                  <a:lnTo>
                    <a:pt x="2230523" y="210297"/>
                  </a:lnTo>
                  <a:lnTo>
                    <a:pt x="2238223" y="209010"/>
                  </a:lnTo>
                  <a:lnTo>
                    <a:pt x="2244807" y="208866"/>
                  </a:lnTo>
                  <a:lnTo>
                    <a:pt x="2250549" y="209931"/>
                  </a:lnTo>
                  <a:lnTo>
                    <a:pt x="2253358" y="209731"/>
                  </a:lnTo>
                  <a:lnTo>
                    <a:pt x="2255870" y="205873"/>
                  </a:lnTo>
                  <a:lnTo>
                    <a:pt x="2259965" y="204445"/>
                  </a:lnTo>
                  <a:lnTo>
                    <a:pt x="2262310" y="206179"/>
                  </a:lnTo>
                  <a:lnTo>
                    <a:pt x="2263741" y="211896"/>
                  </a:lnTo>
                  <a:lnTo>
                    <a:pt x="2269006" y="213480"/>
                  </a:lnTo>
                  <a:lnTo>
                    <a:pt x="2280030" y="216123"/>
                  </a:lnTo>
                  <a:lnTo>
                    <a:pt x="2281266" y="215471"/>
                  </a:lnTo>
                  <a:lnTo>
                    <a:pt x="2282639" y="212435"/>
                  </a:lnTo>
                  <a:lnTo>
                    <a:pt x="2283574" y="208724"/>
                  </a:lnTo>
                  <a:lnTo>
                    <a:pt x="2285815" y="208118"/>
                  </a:lnTo>
                  <a:lnTo>
                    <a:pt x="2288691" y="206107"/>
                  </a:lnTo>
                  <a:lnTo>
                    <a:pt x="2290212" y="206425"/>
                  </a:lnTo>
                  <a:lnTo>
                    <a:pt x="2292364" y="208820"/>
                  </a:lnTo>
                  <a:lnTo>
                    <a:pt x="2291627" y="214692"/>
                  </a:lnTo>
                  <a:lnTo>
                    <a:pt x="2290410" y="220074"/>
                  </a:lnTo>
                  <a:lnTo>
                    <a:pt x="2291864" y="224414"/>
                  </a:lnTo>
                  <a:lnTo>
                    <a:pt x="2293155" y="226820"/>
                  </a:lnTo>
                  <a:lnTo>
                    <a:pt x="2294814" y="227253"/>
                  </a:lnTo>
                  <a:lnTo>
                    <a:pt x="2297605" y="227360"/>
                  </a:lnTo>
                  <a:lnTo>
                    <a:pt x="2300970" y="227051"/>
                  </a:lnTo>
                  <a:lnTo>
                    <a:pt x="2303086" y="227270"/>
                  </a:lnTo>
                  <a:lnTo>
                    <a:pt x="2313935" y="225080"/>
                  </a:lnTo>
                  <a:lnTo>
                    <a:pt x="2315261" y="220267"/>
                  </a:lnTo>
                  <a:lnTo>
                    <a:pt x="2317002" y="214787"/>
                  </a:lnTo>
                  <a:lnTo>
                    <a:pt x="2321233" y="207795"/>
                  </a:lnTo>
                  <a:lnTo>
                    <a:pt x="2322889" y="208335"/>
                  </a:lnTo>
                  <a:lnTo>
                    <a:pt x="2324194" y="209033"/>
                  </a:lnTo>
                  <a:lnTo>
                    <a:pt x="2327112" y="212487"/>
                  </a:lnTo>
                  <a:lnTo>
                    <a:pt x="2328840" y="214195"/>
                  </a:lnTo>
                  <a:lnTo>
                    <a:pt x="2329191" y="216743"/>
                  </a:lnTo>
                  <a:lnTo>
                    <a:pt x="2327317" y="219147"/>
                  </a:lnTo>
                  <a:lnTo>
                    <a:pt x="2327825" y="220711"/>
                  </a:lnTo>
                  <a:lnTo>
                    <a:pt x="2329754" y="222016"/>
                  </a:lnTo>
                  <a:lnTo>
                    <a:pt x="2335895" y="224102"/>
                  </a:lnTo>
                  <a:lnTo>
                    <a:pt x="2337861" y="223686"/>
                  </a:lnTo>
                  <a:lnTo>
                    <a:pt x="2340818" y="221528"/>
                  </a:lnTo>
                  <a:lnTo>
                    <a:pt x="2343787" y="217147"/>
                  </a:lnTo>
                  <a:lnTo>
                    <a:pt x="2345384" y="212112"/>
                  </a:lnTo>
                  <a:lnTo>
                    <a:pt x="2347922" y="212372"/>
                  </a:lnTo>
                  <a:lnTo>
                    <a:pt x="2350357" y="213413"/>
                  </a:lnTo>
                  <a:lnTo>
                    <a:pt x="2352083" y="216022"/>
                  </a:lnTo>
                  <a:lnTo>
                    <a:pt x="2352083" y="220971"/>
                  </a:lnTo>
                  <a:lnTo>
                    <a:pt x="2354415" y="224399"/>
                  </a:lnTo>
                  <a:lnTo>
                    <a:pt x="2356353" y="226517"/>
                  </a:lnTo>
                  <a:lnTo>
                    <a:pt x="2361309" y="228849"/>
                  </a:lnTo>
                  <a:lnTo>
                    <a:pt x="2366635" y="229429"/>
                  </a:lnTo>
                  <a:lnTo>
                    <a:pt x="2370363" y="230811"/>
                  </a:lnTo>
                  <a:lnTo>
                    <a:pt x="2376401" y="230283"/>
                  </a:lnTo>
                  <a:lnTo>
                    <a:pt x="2379342" y="228739"/>
                  </a:lnTo>
                  <a:lnTo>
                    <a:pt x="2381224" y="228338"/>
                  </a:lnTo>
                  <a:lnTo>
                    <a:pt x="2384549" y="227074"/>
                  </a:lnTo>
                  <a:lnTo>
                    <a:pt x="2388021" y="224189"/>
                  </a:lnTo>
                  <a:lnTo>
                    <a:pt x="2390198" y="222982"/>
                  </a:lnTo>
                  <a:lnTo>
                    <a:pt x="2398123" y="220310"/>
                  </a:lnTo>
                  <a:lnTo>
                    <a:pt x="2404166" y="217387"/>
                  </a:lnTo>
                  <a:lnTo>
                    <a:pt x="2410523" y="212161"/>
                  </a:lnTo>
                  <a:lnTo>
                    <a:pt x="2416731" y="209022"/>
                  </a:lnTo>
                  <a:lnTo>
                    <a:pt x="2426291" y="207434"/>
                  </a:lnTo>
                  <a:lnTo>
                    <a:pt x="2428924" y="206797"/>
                  </a:lnTo>
                  <a:lnTo>
                    <a:pt x="2432560" y="206828"/>
                  </a:lnTo>
                  <a:lnTo>
                    <a:pt x="2441545" y="203106"/>
                  </a:lnTo>
                  <a:lnTo>
                    <a:pt x="2444963" y="200924"/>
                  </a:lnTo>
                  <a:lnTo>
                    <a:pt x="2446859" y="200174"/>
                  </a:lnTo>
                  <a:lnTo>
                    <a:pt x="2449028" y="197479"/>
                  </a:lnTo>
                  <a:lnTo>
                    <a:pt x="2450199" y="192288"/>
                  </a:lnTo>
                  <a:lnTo>
                    <a:pt x="2451094" y="189053"/>
                  </a:lnTo>
                  <a:lnTo>
                    <a:pt x="2450940" y="185884"/>
                  </a:lnTo>
                  <a:lnTo>
                    <a:pt x="2450102" y="181798"/>
                  </a:lnTo>
                  <a:lnTo>
                    <a:pt x="2448202" y="178139"/>
                  </a:lnTo>
                  <a:lnTo>
                    <a:pt x="2446240" y="172801"/>
                  </a:lnTo>
                  <a:lnTo>
                    <a:pt x="2447092" y="166735"/>
                  </a:lnTo>
                  <a:lnTo>
                    <a:pt x="2448641" y="164199"/>
                  </a:lnTo>
                  <a:lnTo>
                    <a:pt x="2452615" y="161423"/>
                  </a:lnTo>
                  <a:lnTo>
                    <a:pt x="2456575" y="160877"/>
                  </a:lnTo>
                  <a:lnTo>
                    <a:pt x="2461039" y="161241"/>
                  </a:lnTo>
                  <a:lnTo>
                    <a:pt x="2464944" y="161815"/>
                  </a:lnTo>
                  <a:lnTo>
                    <a:pt x="2465249" y="164421"/>
                  </a:lnTo>
                  <a:lnTo>
                    <a:pt x="2463579" y="167220"/>
                  </a:lnTo>
                  <a:lnTo>
                    <a:pt x="2461400" y="169996"/>
                  </a:lnTo>
                  <a:lnTo>
                    <a:pt x="2460102" y="171199"/>
                  </a:lnTo>
                  <a:lnTo>
                    <a:pt x="2460581" y="173543"/>
                  </a:lnTo>
                  <a:lnTo>
                    <a:pt x="2463399" y="173874"/>
                  </a:lnTo>
                  <a:lnTo>
                    <a:pt x="2469582" y="173401"/>
                  </a:lnTo>
                  <a:lnTo>
                    <a:pt x="2471350" y="175562"/>
                  </a:lnTo>
                  <a:lnTo>
                    <a:pt x="2475744" y="184996"/>
                  </a:lnTo>
                  <a:lnTo>
                    <a:pt x="2476820" y="189440"/>
                  </a:lnTo>
                  <a:lnTo>
                    <a:pt x="2478342" y="190741"/>
                  </a:lnTo>
                  <a:lnTo>
                    <a:pt x="2480766" y="190112"/>
                  </a:lnTo>
                  <a:lnTo>
                    <a:pt x="2485945" y="190164"/>
                  </a:lnTo>
                  <a:lnTo>
                    <a:pt x="2489552" y="189500"/>
                  </a:lnTo>
                  <a:lnTo>
                    <a:pt x="2492484" y="189457"/>
                  </a:lnTo>
                  <a:lnTo>
                    <a:pt x="2494012" y="189881"/>
                  </a:lnTo>
                  <a:lnTo>
                    <a:pt x="2495589" y="192048"/>
                  </a:lnTo>
                  <a:lnTo>
                    <a:pt x="2498571" y="194556"/>
                  </a:lnTo>
                  <a:lnTo>
                    <a:pt x="2501559" y="192706"/>
                  </a:lnTo>
                  <a:lnTo>
                    <a:pt x="2503691" y="191834"/>
                  </a:lnTo>
                  <a:lnTo>
                    <a:pt x="2506307" y="192051"/>
                  </a:lnTo>
                  <a:lnTo>
                    <a:pt x="2510418" y="194963"/>
                  </a:lnTo>
                  <a:lnTo>
                    <a:pt x="2514504" y="201816"/>
                  </a:lnTo>
                  <a:lnTo>
                    <a:pt x="2518948" y="205236"/>
                  </a:lnTo>
                  <a:lnTo>
                    <a:pt x="2519249" y="203048"/>
                  </a:lnTo>
                  <a:lnTo>
                    <a:pt x="2518646" y="200336"/>
                  </a:lnTo>
                  <a:lnTo>
                    <a:pt x="2520481" y="197917"/>
                  </a:lnTo>
                  <a:lnTo>
                    <a:pt x="2522697" y="193831"/>
                  </a:lnTo>
                  <a:lnTo>
                    <a:pt x="2525870" y="188574"/>
                  </a:lnTo>
                  <a:lnTo>
                    <a:pt x="2528379" y="183184"/>
                  </a:lnTo>
                  <a:lnTo>
                    <a:pt x="2529038" y="175730"/>
                  </a:lnTo>
                  <a:lnTo>
                    <a:pt x="2530207" y="169632"/>
                  </a:lnTo>
                  <a:lnTo>
                    <a:pt x="2532253" y="166701"/>
                  </a:lnTo>
                  <a:lnTo>
                    <a:pt x="2534255" y="164842"/>
                  </a:lnTo>
                  <a:lnTo>
                    <a:pt x="2537342" y="162892"/>
                  </a:lnTo>
                  <a:lnTo>
                    <a:pt x="2541176" y="162441"/>
                  </a:lnTo>
                  <a:lnTo>
                    <a:pt x="2544809" y="158052"/>
                  </a:lnTo>
                  <a:lnTo>
                    <a:pt x="2547382" y="156275"/>
                  </a:lnTo>
                  <a:lnTo>
                    <a:pt x="2552771" y="153842"/>
                  </a:lnTo>
                  <a:lnTo>
                    <a:pt x="2559494" y="151456"/>
                  </a:lnTo>
                  <a:lnTo>
                    <a:pt x="2564221" y="144700"/>
                  </a:lnTo>
                  <a:lnTo>
                    <a:pt x="2565848" y="143875"/>
                  </a:lnTo>
                  <a:lnTo>
                    <a:pt x="2568264" y="142825"/>
                  </a:lnTo>
                  <a:lnTo>
                    <a:pt x="2572674" y="142406"/>
                  </a:lnTo>
                  <a:lnTo>
                    <a:pt x="2579849" y="140245"/>
                  </a:lnTo>
                  <a:lnTo>
                    <a:pt x="2582096" y="139916"/>
                  </a:lnTo>
                  <a:lnTo>
                    <a:pt x="2585859" y="138231"/>
                  </a:lnTo>
                  <a:lnTo>
                    <a:pt x="2589193" y="134240"/>
                  </a:lnTo>
                  <a:lnTo>
                    <a:pt x="2591580" y="133115"/>
                  </a:lnTo>
                  <a:lnTo>
                    <a:pt x="2595865" y="133270"/>
                  </a:lnTo>
                  <a:lnTo>
                    <a:pt x="2599529" y="131005"/>
                  </a:lnTo>
                  <a:lnTo>
                    <a:pt x="2602593" y="130924"/>
                  </a:lnTo>
                  <a:lnTo>
                    <a:pt x="2605414" y="129758"/>
                  </a:lnTo>
                  <a:lnTo>
                    <a:pt x="2605845" y="127271"/>
                  </a:lnTo>
                  <a:lnTo>
                    <a:pt x="2604501" y="125592"/>
                  </a:lnTo>
                  <a:lnTo>
                    <a:pt x="2604473" y="123387"/>
                  </a:lnTo>
                  <a:lnTo>
                    <a:pt x="2606047" y="120481"/>
                  </a:lnTo>
                  <a:lnTo>
                    <a:pt x="2607262" y="119434"/>
                  </a:lnTo>
                  <a:lnTo>
                    <a:pt x="2610993" y="119630"/>
                  </a:lnTo>
                  <a:lnTo>
                    <a:pt x="2614106" y="122065"/>
                  </a:lnTo>
                  <a:lnTo>
                    <a:pt x="2616375" y="122204"/>
                  </a:lnTo>
                  <a:lnTo>
                    <a:pt x="2616967" y="123601"/>
                  </a:lnTo>
                  <a:lnTo>
                    <a:pt x="2614992" y="125346"/>
                  </a:lnTo>
                  <a:lnTo>
                    <a:pt x="2613678" y="128431"/>
                  </a:lnTo>
                  <a:lnTo>
                    <a:pt x="2615945" y="131158"/>
                  </a:lnTo>
                  <a:lnTo>
                    <a:pt x="2617967" y="133019"/>
                  </a:lnTo>
                  <a:lnTo>
                    <a:pt x="2620426" y="132673"/>
                  </a:lnTo>
                  <a:lnTo>
                    <a:pt x="2623361" y="131014"/>
                  </a:lnTo>
                  <a:lnTo>
                    <a:pt x="2626254" y="132174"/>
                  </a:lnTo>
                  <a:lnTo>
                    <a:pt x="2627540" y="134713"/>
                  </a:lnTo>
                  <a:lnTo>
                    <a:pt x="2627540" y="138620"/>
                  </a:lnTo>
                  <a:lnTo>
                    <a:pt x="2628148" y="140707"/>
                  </a:lnTo>
                  <a:lnTo>
                    <a:pt x="2630178" y="138883"/>
                  </a:lnTo>
                  <a:lnTo>
                    <a:pt x="2631295" y="134973"/>
                  </a:lnTo>
                  <a:lnTo>
                    <a:pt x="2630973" y="129984"/>
                  </a:lnTo>
                  <a:lnTo>
                    <a:pt x="2631092" y="126893"/>
                  </a:lnTo>
                  <a:lnTo>
                    <a:pt x="2635955" y="121924"/>
                  </a:lnTo>
                  <a:lnTo>
                    <a:pt x="2637870" y="118213"/>
                  </a:lnTo>
                  <a:lnTo>
                    <a:pt x="2634460" y="117411"/>
                  </a:lnTo>
                  <a:lnTo>
                    <a:pt x="2632051" y="117919"/>
                  </a:lnTo>
                  <a:lnTo>
                    <a:pt x="2630725" y="116571"/>
                  </a:lnTo>
                  <a:lnTo>
                    <a:pt x="2629192" y="112794"/>
                  </a:lnTo>
                  <a:lnTo>
                    <a:pt x="2633393" y="109686"/>
                  </a:lnTo>
                  <a:lnTo>
                    <a:pt x="2638189" y="109784"/>
                  </a:lnTo>
                  <a:lnTo>
                    <a:pt x="2640969" y="112424"/>
                  </a:lnTo>
                  <a:lnTo>
                    <a:pt x="2646925" y="116686"/>
                  </a:lnTo>
                  <a:lnTo>
                    <a:pt x="2650225" y="116597"/>
                  </a:lnTo>
                  <a:lnTo>
                    <a:pt x="2653218" y="117252"/>
                  </a:lnTo>
                  <a:lnTo>
                    <a:pt x="2653827" y="115948"/>
                  </a:lnTo>
                  <a:lnTo>
                    <a:pt x="2652710" y="109695"/>
                  </a:lnTo>
                  <a:lnTo>
                    <a:pt x="2652848" y="106191"/>
                  </a:lnTo>
                  <a:lnTo>
                    <a:pt x="2650376" y="104221"/>
                  </a:lnTo>
                  <a:lnTo>
                    <a:pt x="2649666" y="99791"/>
                  </a:lnTo>
                  <a:lnTo>
                    <a:pt x="2650679" y="95099"/>
                  </a:lnTo>
                  <a:lnTo>
                    <a:pt x="2653624" y="92493"/>
                  </a:lnTo>
                  <a:lnTo>
                    <a:pt x="2657636" y="91281"/>
                  </a:lnTo>
                  <a:lnTo>
                    <a:pt x="2666274" y="84093"/>
                  </a:lnTo>
                  <a:lnTo>
                    <a:pt x="2668542" y="82552"/>
                  </a:lnTo>
                  <a:lnTo>
                    <a:pt x="2674223" y="81049"/>
                  </a:lnTo>
                  <a:lnTo>
                    <a:pt x="2680863" y="80351"/>
                  </a:lnTo>
                  <a:lnTo>
                    <a:pt x="2689109" y="77785"/>
                  </a:lnTo>
                  <a:lnTo>
                    <a:pt x="2703794" y="79488"/>
                  </a:lnTo>
                  <a:lnTo>
                    <a:pt x="2707736" y="80607"/>
                  </a:lnTo>
                  <a:lnTo>
                    <a:pt x="2710200" y="82039"/>
                  </a:lnTo>
                  <a:lnTo>
                    <a:pt x="2712569" y="84324"/>
                  </a:lnTo>
                  <a:lnTo>
                    <a:pt x="2715603" y="88147"/>
                  </a:lnTo>
                  <a:lnTo>
                    <a:pt x="2720063" y="92975"/>
                  </a:lnTo>
                  <a:lnTo>
                    <a:pt x="2725792" y="94473"/>
                  </a:lnTo>
                  <a:lnTo>
                    <a:pt x="2727414" y="95990"/>
                  </a:lnTo>
                  <a:lnTo>
                    <a:pt x="2729544" y="100082"/>
                  </a:lnTo>
                  <a:lnTo>
                    <a:pt x="2727255" y="102775"/>
                  </a:lnTo>
                  <a:lnTo>
                    <a:pt x="2725381" y="103020"/>
                  </a:lnTo>
                  <a:lnTo>
                    <a:pt x="2721772" y="101442"/>
                  </a:lnTo>
                  <a:lnTo>
                    <a:pt x="2719292" y="99791"/>
                  </a:lnTo>
                  <a:lnTo>
                    <a:pt x="2717581" y="100461"/>
                  </a:lnTo>
                  <a:lnTo>
                    <a:pt x="2719261" y="103268"/>
                  </a:lnTo>
                  <a:lnTo>
                    <a:pt x="2721118" y="105003"/>
                  </a:lnTo>
                  <a:lnTo>
                    <a:pt x="2721422" y="107348"/>
                  </a:lnTo>
                  <a:lnTo>
                    <a:pt x="2720407" y="110736"/>
                  </a:lnTo>
                  <a:lnTo>
                    <a:pt x="2713632" y="117399"/>
                  </a:lnTo>
                  <a:lnTo>
                    <a:pt x="2717685" y="119327"/>
                  </a:lnTo>
                  <a:lnTo>
                    <a:pt x="2720113" y="117789"/>
                  </a:lnTo>
                  <a:lnTo>
                    <a:pt x="2722371" y="114935"/>
                  </a:lnTo>
                  <a:lnTo>
                    <a:pt x="2724649" y="113677"/>
                  </a:lnTo>
                  <a:lnTo>
                    <a:pt x="2726163" y="113172"/>
                  </a:lnTo>
                  <a:lnTo>
                    <a:pt x="2731566" y="113065"/>
                  </a:lnTo>
                  <a:lnTo>
                    <a:pt x="2734631" y="111925"/>
                  </a:lnTo>
                  <a:lnTo>
                    <a:pt x="2736940" y="112730"/>
                  </a:lnTo>
                  <a:lnTo>
                    <a:pt x="2739226" y="114566"/>
                  </a:lnTo>
                  <a:lnTo>
                    <a:pt x="2742572" y="116329"/>
                  </a:lnTo>
                  <a:lnTo>
                    <a:pt x="2747404" y="118294"/>
                  </a:lnTo>
                  <a:lnTo>
                    <a:pt x="2753312" y="125840"/>
                  </a:lnTo>
                  <a:lnTo>
                    <a:pt x="2757909" y="125061"/>
                  </a:lnTo>
                  <a:lnTo>
                    <a:pt x="2760411" y="123422"/>
                  </a:lnTo>
                  <a:lnTo>
                    <a:pt x="2767482" y="122891"/>
                  </a:lnTo>
                  <a:lnTo>
                    <a:pt x="2773582" y="126270"/>
                  </a:lnTo>
                  <a:lnTo>
                    <a:pt x="2776999" y="127473"/>
                  </a:lnTo>
                  <a:lnTo>
                    <a:pt x="2786952" y="128515"/>
                  </a:lnTo>
                  <a:lnTo>
                    <a:pt x="2792867" y="130644"/>
                  </a:lnTo>
                  <a:lnTo>
                    <a:pt x="2796662" y="128111"/>
                  </a:lnTo>
                  <a:lnTo>
                    <a:pt x="2799193" y="127078"/>
                  </a:lnTo>
                  <a:lnTo>
                    <a:pt x="2804503" y="126529"/>
                  </a:lnTo>
                  <a:lnTo>
                    <a:pt x="2807175" y="127055"/>
                  </a:lnTo>
                  <a:lnTo>
                    <a:pt x="2814568" y="129842"/>
                  </a:lnTo>
                  <a:lnTo>
                    <a:pt x="2827617" y="132679"/>
                  </a:lnTo>
                  <a:lnTo>
                    <a:pt x="2836603" y="134130"/>
                  </a:lnTo>
                  <a:lnTo>
                    <a:pt x="2844503" y="134202"/>
                  </a:lnTo>
                  <a:lnTo>
                    <a:pt x="2848273" y="135449"/>
                  </a:lnTo>
                  <a:lnTo>
                    <a:pt x="2855133" y="136748"/>
                  </a:lnTo>
                  <a:lnTo>
                    <a:pt x="2857773" y="137795"/>
                  </a:lnTo>
                  <a:lnTo>
                    <a:pt x="2864351" y="136984"/>
                  </a:lnTo>
                  <a:lnTo>
                    <a:pt x="2867431" y="135882"/>
                  </a:lnTo>
                  <a:lnTo>
                    <a:pt x="2870299" y="133464"/>
                  </a:lnTo>
                  <a:lnTo>
                    <a:pt x="2871942" y="134061"/>
                  </a:lnTo>
                  <a:lnTo>
                    <a:pt x="2873056" y="137056"/>
                  </a:lnTo>
                  <a:lnTo>
                    <a:pt x="2872447" y="142271"/>
                  </a:lnTo>
                  <a:lnTo>
                    <a:pt x="2873614" y="145811"/>
                  </a:lnTo>
                  <a:lnTo>
                    <a:pt x="2874583" y="149318"/>
                  </a:lnTo>
                  <a:lnTo>
                    <a:pt x="2875950" y="152272"/>
                  </a:lnTo>
                  <a:lnTo>
                    <a:pt x="2876811" y="154777"/>
                  </a:lnTo>
                  <a:lnTo>
                    <a:pt x="2876186" y="156878"/>
                  </a:lnTo>
                  <a:lnTo>
                    <a:pt x="2874275" y="158745"/>
                  </a:lnTo>
                  <a:lnTo>
                    <a:pt x="2871654" y="162834"/>
                  </a:lnTo>
                  <a:lnTo>
                    <a:pt x="2871800" y="166371"/>
                  </a:lnTo>
                  <a:lnTo>
                    <a:pt x="2872937" y="168605"/>
                  </a:lnTo>
                  <a:lnTo>
                    <a:pt x="2871615" y="171317"/>
                  </a:lnTo>
                  <a:lnTo>
                    <a:pt x="2872580" y="175150"/>
                  </a:lnTo>
                  <a:lnTo>
                    <a:pt x="2872751" y="177452"/>
                  </a:lnTo>
                  <a:lnTo>
                    <a:pt x="2871830" y="179288"/>
                  </a:lnTo>
                  <a:lnTo>
                    <a:pt x="2869787" y="180402"/>
                  </a:lnTo>
                  <a:lnTo>
                    <a:pt x="2866254" y="180578"/>
                  </a:lnTo>
                  <a:lnTo>
                    <a:pt x="2864428" y="181622"/>
                  </a:lnTo>
                  <a:lnTo>
                    <a:pt x="2864124" y="184488"/>
                  </a:lnTo>
                  <a:lnTo>
                    <a:pt x="2865037" y="186571"/>
                  </a:lnTo>
                  <a:lnTo>
                    <a:pt x="2867067" y="187685"/>
                  </a:lnTo>
                  <a:lnTo>
                    <a:pt x="2867676" y="189959"/>
                  </a:lnTo>
                  <a:lnTo>
                    <a:pt x="2867371" y="193350"/>
                  </a:lnTo>
                  <a:lnTo>
                    <a:pt x="2866458" y="196215"/>
                  </a:lnTo>
                  <a:lnTo>
                    <a:pt x="2864592" y="197551"/>
                  </a:lnTo>
                  <a:lnTo>
                    <a:pt x="2862558" y="197834"/>
                  </a:lnTo>
                  <a:lnTo>
                    <a:pt x="2858777" y="197266"/>
                  </a:lnTo>
                  <a:lnTo>
                    <a:pt x="2856049" y="195349"/>
                  </a:lnTo>
                  <a:lnTo>
                    <a:pt x="2854311" y="197037"/>
                  </a:lnTo>
                  <a:lnTo>
                    <a:pt x="2853044" y="198760"/>
                  </a:lnTo>
                  <a:lnTo>
                    <a:pt x="2849113" y="202754"/>
                  </a:lnTo>
                  <a:lnTo>
                    <a:pt x="2847285" y="205391"/>
                  </a:lnTo>
                  <a:lnTo>
                    <a:pt x="2845575" y="208228"/>
                  </a:lnTo>
                  <a:lnTo>
                    <a:pt x="2850075" y="209789"/>
                  </a:lnTo>
                  <a:lnTo>
                    <a:pt x="2853318" y="212652"/>
                  </a:lnTo>
                  <a:lnTo>
                    <a:pt x="2860436" y="212346"/>
                  </a:lnTo>
                  <a:lnTo>
                    <a:pt x="2862715" y="211088"/>
                  </a:lnTo>
                  <a:lnTo>
                    <a:pt x="2865747" y="209766"/>
                  </a:lnTo>
                  <a:lnTo>
                    <a:pt x="2867371" y="210026"/>
                  </a:lnTo>
                  <a:lnTo>
                    <a:pt x="2868386" y="212894"/>
                  </a:lnTo>
                  <a:lnTo>
                    <a:pt x="2867770" y="217450"/>
                  </a:lnTo>
                  <a:lnTo>
                    <a:pt x="2867675" y="220977"/>
                  </a:lnTo>
                  <a:lnTo>
                    <a:pt x="2864043" y="230745"/>
                  </a:lnTo>
                  <a:lnTo>
                    <a:pt x="2862837" y="232387"/>
                  </a:lnTo>
                  <a:lnTo>
                    <a:pt x="2861177" y="235067"/>
                  </a:lnTo>
                  <a:lnTo>
                    <a:pt x="2859149" y="237139"/>
                  </a:lnTo>
                  <a:lnTo>
                    <a:pt x="2857573" y="238172"/>
                  </a:lnTo>
                  <a:lnTo>
                    <a:pt x="2854429" y="241260"/>
                  </a:lnTo>
                  <a:lnTo>
                    <a:pt x="2852541" y="246838"/>
                  </a:lnTo>
                  <a:lnTo>
                    <a:pt x="2850472" y="251475"/>
                  </a:lnTo>
                  <a:lnTo>
                    <a:pt x="2847465" y="259341"/>
                  </a:lnTo>
                  <a:lnTo>
                    <a:pt x="2845725" y="267843"/>
                  </a:lnTo>
                  <a:lnTo>
                    <a:pt x="2844963" y="272890"/>
                  </a:lnTo>
                  <a:lnTo>
                    <a:pt x="2843796" y="278199"/>
                  </a:lnTo>
                  <a:lnTo>
                    <a:pt x="2841249" y="287286"/>
                  </a:lnTo>
                  <a:lnTo>
                    <a:pt x="2839573" y="288798"/>
                  </a:lnTo>
                  <a:lnTo>
                    <a:pt x="2836710" y="292512"/>
                  </a:lnTo>
                  <a:lnTo>
                    <a:pt x="2837532" y="294985"/>
                  </a:lnTo>
                  <a:lnTo>
                    <a:pt x="2839784" y="295213"/>
                  </a:lnTo>
                  <a:lnTo>
                    <a:pt x="2842527" y="295790"/>
                  </a:lnTo>
                  <a:lnTo>
                    <a:pt x="2846197" y="297677"/>
                  </a:lnTo>
                  <a:lnTo>
                    <a:pt x="2851106" y="293773"/>
                  </a:lnTo>
                  <a:lnTo>
                    <a:pt x="2853670" y="291335"/>
                  </a:lnTo>
                  <a:lnTo>
                    <a:pt x="2854178" y="286386"/>
                  </a:lnTo>
                  <a:lnTo>
                    <a:pt x="2853670" y="281434"/>
                  </a:lnTo>
                  <a:lnTo>
                    <a:pt x="2855228" y="278482"/>
                  </a:lnTo>
                  <a:lnTo>
                    <a:pt x="2858830" y="274474"/>
                  </a:lnTo>
                  <a:lnTo>
                    <a:pt x="2867314" y="271626"/>
                  </a:lnTo>
                  <a:lnTo>
                    <a:pt x="2869068" y="271334"/>
                  </a:lnTo>
                  <a:lnTo>
                    <a:pt x="2871890" y="270321"/>
                  </a:lnTo>
                  <a:lnTo>
                    <a:pt x="2874365" y="266749"/>
                  </a:lnTo>
                  <a:lnTo>
                    <a:pt x="2876579" y="263182"/>
                  </a:lnTo>
                  <a:lnTo>
                    <a:pt x="2880402" y="260891"/>
                  </a:lnTo>
                  <a:lnTo>
                    <a:pt x="2883607" y="257215"/>
                  </a:lnTo>
                  <a:lnTo>
                    <a:pt x="2884106" y="254589"/>
                  </a:lnTo>
                  <a:lnTo>
                    <a:pt x="2885435" y="254003"/>
                  </a:lnTo>
                  <a:lnTo>
                    <a:pt x="2889430" y="251475"/>
                  </a:lnTo>
                  <a:lnTo>
                    <a:pt x="2890455" y="249550"/>
                  </a:lnTo>
                  <a:lnTo>
                    <a:pt x="2891708" y="248142"/>
                  </a:lnTo>
                  <a:lnTo>
                    <a:pt x="2892542" y="244890"/>
                  </a:lnTo>
                  <a:lnTo>
                    <a:pt x="2892882" y="238842"/>
                  </a:lnTo>
                  <a:lnTo>
                    <a:pt x="2893873" y="234274"/>
                  </a:lnTo>
                  <a:lnTo>
                    <a:pt x="2895818" y="228205"/>
                  </a:lnTo>
                  <a:lnTo>
                    <a:pt x="2897400" y="223834"/>
                  </a:lnTo>
                  <a:lnTo>
                    <a:pt x="2898937" y="221037"/>
                  </a:lnTo>
                  <a:lnTo>
                    <a:pt x="2903053" y="219563"/>
                  </a:lnTo>
                  <a:lnTo>
                    <a:pt x="2904841" y="217846"/>
                  </a:lnTo>
                  <a:lnTo>
                    <a:pt x="2907193" y="214106"/>
                  </a:lnTo>
                  <a:lnTo>
                    <a:pt x="2908781" y="211849"/>
                  </a:lnTo>
                  <a:lnTo>
                    <a:pt x="2908597" y="207224"/>
                  </a:lnTo>
                  <a:lnTo>
                    <a:pt x="2909492" y="202990"/>
                  </a:lnTo>
                  <a:lnTo>
                    <a:pt x="2912016" y="200442"/>
                  </a:lnTo>
                  <a:lnTo>
                    <a:pt x="2915277" y="195693"/>
                  </a:lnTo>
                  <a:lnTo>
                    <a:pt x="2919320" y="195009"/>
                  </a:lnTo>
                  <a:lnTo>
                    <a:pt x="2922382" y="192568"/>
                  </a:lnTo>
                  <a:lnTo>
                    <a:pt x="2925657" y="194259"/>
                  </a:lnTo>
                  <a:lnTo>
                    <a:pt x="2929620" y="196599"/>
                  </a:lnTo>
                  <a:lnTo>
                    <a:pt x="2936257" y="195886"/>
                  </a:lnTo>
                  <a:lnTo>
                    <a:pt x="2939433" y="196997"/>
                  </a:lnTo>
                  <a:lnTo>
                    <a:pt x="2941869" y="195693"/>
                  </a:lnTo>
                  <a:lnTo>
                    <a:pt x="2944000" y="192045"/>
                  </a:lnTo>
                  <a:lnTo>
                    <a:pt x="2944811" y="187616"/>
                  </a:lnTo>
                  <a:lnTo>
                    <a:pt x="2947349" y="185010"/>
                  </a:lnTo>
                  <a:lnTo>
                    <a:pt x="2950204" y="185094"/>
                  </a:lnTo>
                  <a:lnTo>
                    <a:pt x="2954926" y="180644"/>
                  </a:lnTo>
                  <a:lnTo>
                    <a:pt x="2959781" y="176694"/>
                  </a:lnTo>
                  <a:lnTo>
                    <a:pt x="2963796" y="175762"/>
                  </a:lnTo>
                  <a:lnTo>
                    <a:pt x="2966979" y="172645"/>
                  </a:lnTo>
                  <a:lnTo>
                    <a:pt x="2969254" y="167413"/>
                  </a:lnTo>
                  <a:lnTo>
                    <a:pt x="2971709" y="163402"/>
                  </a:lnTo>
                  <a:lnTo>
                    <a:pt x="2974707" y="159550"/>
                  </a:lnTo>
                  <a:lnTo>
                    <a:pt x="2975564" y="152694"/>
                  </a:lnTo>
                  <a:lnTo>
                    <a:pt x="2977438" y="149268"/>
                  </a:lnTo>
                  <a:lnTo>
                    <a:pt x="2980992" y="146241"/>
                  </a:lnTo>
                  <a:lnTo>
                    <a:pt x="2983900" y="144585"/>
                  </a:lnTo>
                  <a:lnTo>
                    <a:pt x="2996274" y="139489"/>
                  </a:lnTo>
                  <a:lnTo>
                    <a:pt x="3005760" y="136072"/>
                  </a:lnTo>
                  <a:lnTo>
                    <a:pt x="3015307" y="131899"/>
                  </a:lnTo>
                  <a:lnTo>
                    <a:pt x="3018256" y="131949"/>
                  </a:lnTo>
                  <a:lnTo>
                    <a:pt x="3022098" y="129626"/>
                  </a:lnTo>
                  <a:lnTo>
                    <a:pt x="3028436" y="129551"/>
                  </a:lnTo>
                  <a:lnTo>
                    <a:pt x="3030122" y="129329"/>
                  </a:lnTo>
                  <a:lnTo>
                    <a:pt x="3032301" y="124547"/>
                  </a:lnTo>
                  <a:lnTo>
                    <a:pt x="3037020" y="120138"/>
                  </a:lnTo>
                  <a:lnTo>
                    <a:pt x="3039978" y="118724"/>
                  </a:lnTo>
                  <a:lnTo>
                    <a:pt x="3043711" y="114892"/>
                  </a:lnTo>
                  <a:lnTo>
                    <a:pt x="3046740" y="114531"/>
                  </a:lnTo>
                  <a:lnTo>
                    <a:pt x="3050980" y="115220"/>
                  </a:lnTo>
                  <a:lnTo>
                    <a:pt x="3054573" y="116265"/>
                  </a:lnTo>
                  <a:lnTo>
                    <a:pt x="3057815" y="116277"/>
                  </a:lnTo>
                  <a:lnTo>
                    <a:pt x="3062506" y="113134"/>
                  </a:lnTo>
                  <a:lnTo>
                    <a:pt x="3069777" y="112606"/>
                  </a:lnTo>
                  <a:lnTo>
                    <a:pt x="3072037" y="111082"/>
                  </a:lnTo>
                  <a:lnTo>
                    <a:pt x="3073629" y="109741"/>
                  </a:lnTo>
                  <a:lnTo>
                    <a:pt x="3083933" y="105260"/>
                  </a:lnTo>
                  <a:lnTo>
                    <a:pt x="3087776" y="106116"/>
                  </a:lnTo>
                  <a:lnTo>
                    <a:pt x="3093245" y="105363"/>
                  </a:lnTo>
                  <a:lnTo>
                    <a:pt x="3096549" y="105583"/>
                  </a:lnTo>
                  <a:lnTo>
                    <a:pt x="3099716" y="106136"/>
                  </a:lnTo>
                  <a:lnTo>
                    <a:pt x="3103706" y="106281"/>
                  </a:lnTo>
                  <a:lnTo>
                    <a:pt x="3110548" y="104702"/>
                  </a:lnTo>
                  <a:lnTo>
                    <a:pt x="3113474" y="103658"/>
                  </a:lnTo>
                  <a:lnTo>
                    <a:pt x="3118934" y="99774"/>
                  </a:lnTo>
                  <a:lnTo>
                    <a:pt x="3124969" y="98865"/>
                  </a:lnTo>
                  <a:lnTo>
                    <a:pt x="3127627" y="97843"/>
                  </a:lnTo>
                  <a:lnTo>
                    <a:pt x="3131038" y="96969"/>
                  </a:lnTo>
                  <a:lnTo>
                    <a:pt x="3133786" y="98467"/>
                  </a:lnTo>
                  <a:lnTo>
                    <a:pt x="3135784" y="99817"/>
                  </a:lnTo>
                  <a:lnTo>
                    <a:pt x="3137005" y="100117"/>
                  </a:lnTo>
                  <a:lnTo>
                    <a:pt x="3138600" y="100411"/>
                  </a:lnTo>
                  <a:lnTo>
                    <a:pt x="3142563" y="98836"/>
                  </a:lnTo>
                  <a:lnTo>
                    <a:pt x="3145820" y="99260"/>
                  </a:lnTo>
                  <a:lnTo>
                    <a:pt x="3150006" y="100960"/>
                  </a:lnTo>
                  <a:lnTo>
                    <a:pt x="3152797" y="102339"/>
                  </a:lnTo>
                  <a:lnTo>
                    <a:pt x="3154230" y="102316"/>
                  </a:lnTo>
                  <a:lnTo>
                    <a:pt x="3156816" y="101084"/>
                  </a:lnTo>
                  <a:lnTo>
                    <a:pt x="3159962" y="98022"/>
                  </a:lnTo>
                  <a:lnTo>
                    <a:pt x="3162874" y="96775"/>
                  </a:lnTo>
                  <a:lnTo>
                    <a:pt x="3165683" y="97546"/>
                  </a:lnTo>
                  <a:lnTo>
                    <a:pt x="3167570" y="98839"/>
                  </a:lnTo>
                  <a:lnTo>
                    <a:pt x="3170943" y="100605"/>
                  </a:lnTo>
                  <a:lnTo>
                    <a:pt x="3176126" y="100316"/>
                  </a:lnTo>
                  <a:lnTo>
                    <a:pt x="3181101" y="99678"/>
                  </a:lnTo>
                  <a:lnTo>
                    <a:pt x="3185303" y="98230"/>
                  </a:lnTo>
                  <a:lnTo>
                    <a:pt x="3188890" y="96718"/>
                  </a:lnTo>
                  <a:lnTo>
                    <a:pt x="3192203" y="99058"/>
                  </a:lnTo>
                  <a:lnTo>
                    <a:pt x="3196017" y="99906"/>
                  </a:lnTo>
                  <a:lnTo>
                    <a:pt x="3202206" y="95774"/>
                  </a:lnTo>
                  <a:lnTo>
                    <a:pt x="3204554" y="96692"/>
                  </a:lnTo>
                  <a:lnTo>
                    <a:pt x="3206182" y="97762"/>
                  </a:lnTo>
                  <a:lnTo>
                    <a:pt x="3207528" y="98305"/>
                  </a:lnTo>
                  <a:lnTo>
                    <a:pt x="3209125" y="101782"/>
                  </a:lnTo>
                  <a:lnTo>
                    <a:pt x="3215008" y="101115"/>
                  </a:lnTo>
                  <a:lnTo>
                    <a:pt x="3220235" y="98172"/>
                  </a:lnTo>
                  <a:lnTo>
                    <a:pt x="3224693" y="95965"/>
                  </a:lnTo>
                  <a:lnTo>
                    <a:pt x="3229061" y="94525"/>
                  </a:lnTo>
                  <a:lnTo>
                    <a:pt x="3232488" y="92539"/>
                  </a:lnTo>
                  <a:lnTo>
                    <a:pt x="3237530" y="84930"/>
                  </a:lnTo>
                  <a:lnTo>
                    <a:pt x="3237458" y="82578"/>
                  </a:lnTo>
                  <a:lnTo>
                    <a:pt x="3238154" y="81164"/>
                  </a:lnTo>
                  <a:lnTo>
                    <a:pt x="3239225" y="80518"/>
                  </a:lnTo>
                  <a:lnTo>
                    <a:pt x="3247277" y="80607"/>
                  </a:lnTo>
                  <a:lnTo>
                    <a:pt x="3249786" y="79970"/>
                  </a:lnTo>
                  <a:lnTo>
                    <a:pt x="3253032" y="77976"/>
                  </a:lnTo>
                  <a:lnTo>
                    <a:pt x="3258698" y="79505"/>
                  </a:lnTo>
                  <a:lnTo>
                    <a:pt x="3264132" y="81929"/>
                  </a:lnTo>
                  <a:lnTo>
                    <a:pt x="3265567" y="81658"/>
                  </a:lnTo>
                  <a:lnTo>
                    <a:pt x="3267727" y="81608"/>
                  </a:lnTo>
                  <a:lnTo>
                    <a:pt x="3271616" y="83118"/>
                  </a:lnTo>
                  <a:lnTo>
                    <a:pt x="3275965" y="86003"/>
                  </a:lnTo>
                  <a:lnTo>
                    <a:pt x="3279802" y="86809"/>
                  </a:lnTo>
                  <a:lnTo>
                    <a:pt x="3295758" y="94095"/>
                  </a:lnTo>
                  <a:lnTo>
                    <a:pt x="3304780" y="95861"/>
                  </a:lnTo>
                  <a:lnTo>
                    <a:pt x="3309322" y="98282"/>
                  </a:lnTo>
                  <a:lnTo>
                    <a:pt x="3310492" y="99110"/>
                  </a:lnTo>
                  <a:lnTo>
                    <a:pt x="3311848" y="101583"/>
                  </a:lnTo>
                  <a:lnTo>
                    <a:pt x="3314226" y="101820"/>
                  </a:lnTo>
                  <a:lnTo>
                    <a:pt x="3316139" y="100844"/>
                  </a:lnTo>
                  <a:lnTo>
                    <a:pt x="3318650" y="104590"/>
                  </a:lnTo>
                  <a:lnTo>
                    <a:pt x="3324794" y="107429"/>
                  </a:lnTo>
                  <a:lnTo>
                    <a:pt x="3331155" y="108812"/>
                  </a:lnTo>
                  <a:lnTo>
                    <a:pt x="3335309" y="106595"/>
                  </a:lnTo>
                  <a:lnTo>
                    <a:pt x="3342367" y="100313"/>
                  </a:lnTo>
                  <a:lnTo>
                    <a:pt x="3344499" y="97445"/>
                  </a:lnTo>
                  <a:lnTo>
                    <a:pt x="3344093" y="91189"/>
                  </a:lnTo>
                  <a:lnTo>
                    <a:pt x="3347772" y="84226"/>
                  </a:lnTo>
                  <a:lnTo>
                    <a:pt x="3354060" y="80806"/>
                  </a:lnTo>
                  <a:lnTo>
                    <a:pt x="3361853" y="79008"/>
                  </a:lnTo>
                  <a:lnTo>
                    <a:pt x="3366658" y="77468"/>
                  </a:lnTo>
                  <a:lnTo>
                    <a:pt x="3373006" y="76048"/>
                  </a:lnTo>
                  <a:lnTo>
                    <a:pt x="3376096" y="77491"/>
                  </a:lnTo>
                  <a:lnTo>
                    <a:pt x="3377641" y="78602"/>
                  </a:lnTo>
                  <a:lnTo>
                    <a:pt x="3380030" y="79880"/>
                  </a:lnTo>
                  <a:lnTo>
                    <a:pt x="3382846" y="83747"/>
                  </a:lnTo>
                  <a:lnTo>
                    <a:pt x="3387247" y="92603"/>
                  </a:lnTo>
                  <a:lnTo>
                    <a:pt x="3390488" y="95789"/>
                  </a:lnTo>
                  <a:lnTo>
                    <a:pt x="3393377" y="96054"/>
                  </a:lnTo>
                  <a:lnTo>
                    <a:pt x="3395826" y="96528"/>
                  </a:lnTo>
                  <a:lnTo>
                    <a:pt x="3398449" y="98533"/>
                  </a:lnTo>
                  <a:lnTo>
                    <a:pt x="3402189" y="104749"/>
                  </a:lnTo>
                  <a:lnTo>
                    <a:pt x="3399963" y="110269"/>
                  </a:lnTo>
                  <a:lnTo>
                    <a:pt x="3398028" y="112335"/>
                  </a:lnTo>
                  <a:lnTo>
                    <a:pt x="3389936" y="114715"/>
                  </a:lnTo>
                  <a:lnTo>
                    <a:pt x="3386359" y="116600"/>
                  </a:lnTo>
                  <a:lnTo>
                    <a:pt x="3383269" y="117772"/>
                  </a:lnTo>
                  <a:lnTo>
                    <a:pt x="3382363" y="122374"/>
                  </a:lnTo>
                  <a:lnTo>
                    <a:pt x="3383676" y="124547"/>
                  </a:lnTo>
                  <a:lnTo>
                    <a:pt x="3387041" y="123497"/>
                  </a:lnTo>
                  <a:lnTo>
                    <a:pt x="3390941" y="122971"/>
                  </a:lnTo>
                  <a:lnTo>
                    <a:pt x="3394024" y="122045"/>
                  </a:lnTo>
                  <a:lnTo>
                    <a:pt x="3396856" y="120605"/>
                  </a:lnTo>
                  <a:lnTo>
                    <a:pt x="3399299" y="118545"/>
                  </a:lnTo>
                  <a:lnTo>
                    <a:pt x="3405065" y="117477"/>
                  </a:lnTo>
                  <a:lnTo>
                    <a:pt x="3408856" y="115729"/>
                  </a:lnTo>
                  <a:lnTo>
                    <a:pt x="3412244" y="114698"/>
                  </a:lnTo>
                  <a:lnTo>
                    <a:pt x="3414597" y="112903"/>
                  </a:lnTo>
                  <a:lnTo>
                    <a:pt x="3417015" y="113149"/>
                  </a:lnTo>
                  <a:lnTo>
                    <a:pt x="3419412" y="114889"/>
                  </a:lnTo>
                  <a:lnTo>
                    <a:pt x="3421322" y="114739"/>
                  </a:lnTo>
                  <a:lnTo>
                    <a:pt x="3426464" y="115307"/>
                  </a:lnTo>
                  <a:lnTo>
                    <a:pt x="3428849" y="114032"/>
                  </a:lnTo>
                  <a:lnTo>
                    <a:pt x="3430998" y="113945"/>
                  </a:lnTo>
                  <a:lnTo>
                    <a:pt x="3433151" y="114909"/>
                  </a:lnTo>
                  <a:lnTo>
                    <a:pt x="3435374" y="116265"/>
                  </a:lnTo>
                  <a:lnTo>
                    <a:pt x="3437617" y="116583"/>
                  </a:lnTo>
                  <a:lnTo>
                    <a:pt x="3440503" y="115789"/>
                  </a:lnTo>
                  <a:lnTo>
                    <a:pt x="3444573" y="113602"/>
                  </a:lnTo>
                  <a:lnTo>
                    <a:pt x="3449748" y="111259"/>
                  </a:lnTo>
                  <a:lnTo>
                    <a:pt x="3454574" y="110511"/>
                  </a:lnTo>
                  <a:lnTo>
                    <a:pt x="3455747" y="110523"/>
                  </a:lnTo>
                  <a:lnTo>
                    <a:pt x="3456731" y="111031"/>
                  </a:lnTo>
                  <a:lnTo>
                    <a:pt x="3451885" y="113752"/>
                  </a:lnTo>
                  <a:lnTo>
                    <a:pt x="3444140" y="117396"/>
                  </a:lnTo>
                  <a:lnTo>
                    <a:pt x="3440009" y="120957"/>
                  </a:lnTo>
                  <a:lnTo>
                    <a:pt x="3442441" y="122464"/>
                  </a:lnTo>
                  <a:lnTo>
                    <a:pt x="3457026" y="118484"/>
                  </a:lnTo>
                  <a:lnTo>
                    <a:pt x="3463681" y="115521"/>
                  </a:lnTo>
                  <a:lnTo>
                    <a:pt x="3469538" y="114190"/>
                  </a:lnTo>
                  <a:lnTo>
                    <a:pt x="3470983" y="113195"/>
                  </a:lnTo>
                  <a:lnTo>
                    <a:pt x="3475815" y="108607"/>
                  </a:lnTo>
                  <a:lnTo>
                    <a:pt x="3477538" y="107357"/>
                  </a:lnTo>
                  <a:lnTo>
                    <a:pt x="3482719" y="105744"/>
                  </a:lnTo>
                  <a:lnTo>
                    <a:pt x="3489493" y="103978"/>
                  </a:lnTo>
                  <a:lnTo>
                    <a:pt x="3494614" y="101961"/>
                  </a:lnTo>
                  <a:lnTo>
                    <a:pt x="3498098" y="99930"/>
                  </a:lnTo>
                  <a:lnTo>
                    <a:pt x="3500708" y="99713"/>
                  </a:lnTo>
                  <a:lnTo>
                    <a:pt x="3502714" y="101234"/>
                  </a:lnTo>
                  <a:lnTo>
                    <a:pt x="3505331" y="102887"/>
                  </a:lnTo>
                  <a:lnTo>
                    <a:pt x="3507905" y="102483"/>
                  </a:lnTo>
                  <a:lnTo>
                    <a:pt x="3511053" y="100905"/>
                  </a:lnTo>
                  <a:lnTo>
                    <a:pt x="3513254" y="97202"/>
                  </a:lnTo>
                  <a:lnTo>
                    <a:pt x="3514538" y="94502"/>
                  </a:lnTo>
                  <a:lnTo>
                    <a:pt x="3516898" y="93584"/>
                  </a:lnTo>
                  <a:lnTo>
                    <a:pt x="3519920" y="92730"/>
                  </a:lnTo>
                  <a:lnTo>
                    <a:pt x="3522354" y="93647"/>
                  </a:lnTo>
                  <a:lnTo>
                    <a:pt x="3526343" y="95624"/>
                  </a:lnTo>
                  <a:lnTo>
                    <a:pt x="3529117" y="96663"/>
                  </a:lnTo>
                  <a:lnTo>
                    <a:pt x="3531520" y="104399"/>
                  </a:lnTo>
                  <a:lnTo>
                    <a:pt x="3537180" y="111204"/>
                  </a:lnTo>
                  <a:lnTo>
                    <a:pt x="3539203" y="113019"/>
                  </a:lnTo>
                  <a:lnTo>
                    <a:pt x="3544115" y="112335"/>
                  </a:lnTo>
                  <a:lnTo>
                    <a:pt x="3549438" y="115030"/>
                  </a:lnTo>
                  <a:lnTo>
                    <a:pt x="3551708" y="114675"/>
                  </a:lnTo>
                  <a:lnTo>
                    <a:pt x="3553878" y="113885"/>
                  </a:lnTo>
                  <a:lnTo>
                    <a:pt x="3555788" y="114413"/>
                  </a:lnTo>
                  <a:lnTo>
                    <a:pt x="3558717" y="112739"/>
                  </a:lnTo>
                  <a:lnTo>
                    <a:pt x="3561745" y="104209"/>
                  </a:lnTo>
                  <a:lnTo>
                    <a:pt x="3564521" y="95806"/>
                  </a:lnTo>
                  <a:lnTo>
                    <a:pt x="3567220" y="92150"/>
                  </a:lnTo>
                  <a:lnTo>
                    <a:pt x="3568886" y="90574"/>
                  </a:lnTo>
                  <a:lnTo>
                    <a:pt x="3570958" y="89893"/>
                  </a:lnTo>
                  <a:lnTo>
                    <a:pt x="3574156" y="88124"/>
                  </a:lnTo>
                  <a:lnTo>
                    <a:pt x="3578452" y="87616"/>
                  </a:lnTo>
                  <a:lnTo>
                    <a:pt x="3581677" y="88329"/>
                  </a:lnTo>
                  <a:lnTo>
                    <a:pt x="3588568" y="88929"/>
                  </a:lnTo>
                  <a:lnTo>
                    <a:pt x="3594201" y="86849"/>
                  </a:lnTo>
                  <a:lnTo>
                    <a:pt x="3600577" y="87221"/>
                  </a:lnTo>
                  <a:lnTo>
                    <a:pt x="3603729" y="84763"/>
                  </a:lnTo>
                  <a:lnTo>
                    <a:pt x="3607139" y="84367"/>
                  </a:lnTo>
                  <a:lnTo>
                    <a:pt x="3611722" y="86500"/>
                  </a:lnTo>
                  <a:lnTo>
                    <a:pt x="3613042" y="87997"/>
                  </a:lnTo>
                  <a:lnTo>
                    <a:pt x="3615590" y="90147"/>
                  </a:lnTo>
                  <a:lnTo>
                    <a:pt x="3616199" y="92234"/>
                  </a:lnTo>
                  <a:lnTo>
                    <a:pt x="3616862" y="96048"/>
                  </a:lnTo>
                  <a:lnTo>
                    <a:pt x="3618113" y="96141"/>
                  </a:lnTo>
                  <a:lnTo>
                    <a:pt x="3622389" y="92401"/>
                  </a:lnTo>
                  <a:lnTo>
                    <a:pt x="3624711" y="91717"/>
                  </a:lnTo>
                  <a:lnTo>
                    <a:pt x="3629089" y="85718"/>
                  </a:lnTo>
                  <a:lnTo>
                    <a:pt x="3631424" y="87282"/>
                  </a:lnTo>
                  <a:lnTo>
                    <a:pt x="3636655" y="89844"/>
                  </a:lnTo>
                  <a:lnTo>
                    <a:pt x="3638779" y="90595"/>
                  </a:lnTo>
                  <a:lnTo>
                    <a:pt x="3642915" y="94932"/>
                  </a:lnTo>
                  <a:lnTo>
                    <a:pt x="3645059" y="94008"/>
                  </a:lnTo>
                  <a:lnTo>
                    <a:pt x="3646780" y="91997"/>
                  </a:lnTo>
                  <a:lnTo>
                    <a:pt x="3651925" y="92199"/>
                  </a:lnTo>
                  <a:lnTo>
                    <a:pt x="3656730" y="93971"/>
                  </a:lnTo>
                  <a:lnTo>
                    <a:pt x="3658709" y="95463"/>
                  </a:lnTo>
                  <a:lnTo>
                    <a:pt x="3661174" y="98034"/>
                  </a:lnTo>
                  <a:lnTo>
                    <a:pt x="3662682" y="98640"/>
                  </a:lnTo>
                  <a:lnTo>
                    <a:pt x="3663896" y="97930"/>
                  </a:lnTo>
                  <a:lnTo>
                    <a:pt x="3673852" y="98923"/>
                  </a:lnTo>
                  <a:lnTo>
                    <a:pt x="3678128" y="100801"/>
                  </a:lnTo>
                  <a:lnTo>
                    <a:pt x="3681430" y="103092"/>
                  </a:lnTo>
                  <a:lnTo>
                    <a:pt x="3692955" y="104180"/>
                  </a:lnTo>
                  <a:lnTo>
                    <a:pt x="3697378" y="106541"/>
                  </a:lnTo>
                  <a:lnTo>
                    <a:pt x="3700039" y="105424"/>
                  </a:lnTo>
                  <a:lnTo>
                    <a:pt x="3705283" y="105799"/>
                  </a:lnTo>
                  <a:lnTo>
                    <a:pt x="3707425" y="107776"/>
                  </a:lnTo>
                  <a:lnTo>
                    <a:pt x="3709355" y="109983"/>
                  </a:lnTo>
                  <a:lnTo>
                    <a:pt x="3713507" y="111888"/>
                  </a:lnTo>
                  <a:lnTo>
                    <a:pt x="3715819" y="111513"/>
                  </a:lnTo>
                  <a:lnTo>
                    <a:pt x="3719048" y="109992"/>
                  </a:lnTo>
                  <a:lnTo>
                    <a:pt x="3722262" y="107868"/>
                  </a:lnTo>
                  <a:lnTo>
                    <a:pt x="3725509" y="107868"/>
                  </a:lnTo>
                  <a:lnTo>
                    <a:pt x="3727031" y="109695"/>
                  </a:lnTo>
                  <a:lnTo>
                    <a:pt x="3727589" y="114190"/>
                  </a:lnTo>
                  <a:lnTo>
                    <a:pt x="3729966" y="114101"/>
                  </a:lnTo>
                  <a:lnTo>
                    <a:pt x="3732615" y="112041"/>
                  </a:lnTo>
                  <a:lnTo>
                    <a:pt x="3734948" y="112560"/>
                  </a:lnTo>
                  <a:lnTo>
                    <a:pt x="3735760" y="115688"/>
                  </a:lnTo>
                  <a:lnTo>
                    <a:pt x="3734542" y="119858"/>
                  </a:lnTo>
                  <a:lnTo>
                    <a:pt x="3731600" y="125655"/>
                  </a:lnTo>
                  <a:lnTo>
                    <a:pt x="3730381" y="130543"/>
                  </a:lnTo>
                  <a:lnTo>
                    <a:pt x="3727944" y="134973"/>
                  </a:lnTo>
                  <a:lnTo>
                    <a:pt x="3728351" y="137056"/>
                  </a:lnTo>
                  <a:lnTo>
                    <a:pt x="3730787" y="138098"/>
                  </a:lnTo>
                  <a:lnTo>
                    <a:pt x="3733264" y="134979"/>
                  </a:lnTo>
                  <a:lnTo>
                    <a:pt x="3738728" y="132811"/>
                  </a:lnTo>
                  <a:lnTo>
                    <a:pt x="3741592" y="130007"/>
                  </a:lnTo>
                  <a:lnTo>
                    <a:pt x="3746523" y="128971"/>
                  </a:lnTo>
                  <a:lnTo>
                    <a:pt x="3751342" y="129955"/>
                  </a:lnTo>
                  <a:lnTo>
                    <a:pt x="3754808" y="133697"/>
                  </a:lnTo>
                  <a:lnTo>
                    <a:pt x="3761154" y="140014"/>
                  </a:lnTo>
                  <a:lnTo>
                    <a:pt x="3761438" y="142271"/>
                  </a:lnTo>
                  <a:lnTo>
                    <a:pt x="3761946" y="144614"/>
                  </a:lnTo>
                  <a:lnTo>
                    <a:pt x="3761734" y="146709"/>
                  </a:lnTo>
                  <a:lnTo>
                    <a:pt x="3760807" y="149144"/>
                  </a:lnTo>
                  <a:lnTo>
                    <a:pt x="3764214" y="151952"/>
                  </a:lnTo>
                  <a:lnTo>
                    <a:pt x="3767207" y="152414"/>
                  </a:lnTo>
                  <a:lnTo>
                    <a:pt x="3769679" y="152143"/>
                  </a:lnTo>
                  <a:lnTo>
                    <a:pt x="3779895" y="154858"/>
                  </a:lnTo>
                  <a:lnTo>
                    <a:pt x="3784778" y="153799"/>
                  </a:lnTo>
                  <a:lnTo>
                    <a:pt x="3789175" y="153805"/>
                  </a:lnTo>
                  <a:lnTo>
                    <a:pt x="3794402" y="153403"/>
                  </a:lnTo>
                  <a:lnTo>
                    <a:pt x="3798414" y="153467"/>
                  </a:lnTo>
                  <a:lnTo>
                    <a:pt x="3801598" y="153935"/>
                  </a:lnTo>
                  <a:lnTo>
                    <a:pt x="3805393" y="152965"/>
                  </a:lnTo>
                  <a:lnTo>
                    <a:pt x="3808431" y="151652"/>
                  </a:lnTo>
                  <a:lnTo>
                    <a:pt x="3809954" y="152434"/>
                  </a:lnTo>
                  <a:lnTo>
                    <a:pt x="3810562" y="159469"/>
                  </a:lnTo>
                  <a:lnTo>
                    <a:pt x="3810766" y="163639"/>
                  </a:lnTo>
                  <a:lnTo>
                    <a:pt x="3812491" y="165203"/>
                  </a:lnTo>
                  <a:lnTo>
                    <a:pt x="3814319" y="163639"/>
                  </a:lnTo>
                  <a:lnTo>
                    <a:pt x="3815637" y="161555"/>
                  </a:lnTo>
                  <a:lnTo>
                    <a:pt x="3823728" y="162499"/>
                  </a:lnTo>
                  <a:lnTo>
                    <a:pt x="3826954" y="162617"/>
                  </a:lnTo>
                  <a:lnTo>
                    <a:pt x="3830046" y="163743"/>
                  </a:lnTo>
                  <a:lnTo>
                    <a:pt x="3833126" y="166377"/>
                  </a:lnTo>
                  <a:lnTo>
                    <a:pt x="3836096" y="165229"/>
                  </a:lnTo>
                  <a:lnTo>
                    <a:pt x="3837889" y="163645"/>
                  </a:lnTo>
                  <a:lnTo>
                    <a:pt x="3840301" y="162597"/>
                  </a:lnTo>
                  <a:lnTo>
                    <a:pt x="3841011" y="159989"/>
                  </a:lnTo>
                  <a:lnTo>
                    <a:pt x="3841303" y="155637"/>
                  </a:lnTo>
                  <a:lnTo>
                    <a:pt x="3841214" y="151389"/>
                  </a:lnTo>
                  <a:lnTo>
                    <a:pt x="3842634" y="150607"/>
                  </a:lnTo>
                  <a:lnTo>
                    <a:pt x="3844055" y="151389"/>
                  </a:lnTo>
                  <a:lnTo>
                    <a:pt x="3845991" y="153406"/>
                  </a:lnTo>
                  <a:lnTo>
                    <a:pt x="3850325" y="159801"/>
                  </a:lnTo>
                  <a:lnTo>
                    <a:pt x="3853658" y="163939"/>
                  </a:lnTo>
                  <a:lnTo>
                    <a:pt x="3855057" y="165919"/>
                  </a:lnTo>
                  <a:lnTo>
                    <a:pt x="3857087" y="167494"/>
                  </a:lnTo>
                  <a:lnTo>
                    <a:pt x="3861188" y="171329"/>
                  </a:lnTo>
                  <a:lnTo>
                    <a:pt x="3866834" y="172908"/>
                  </a:lnTo>
                  <a:lnTo>
                    <a:pt x="3872332" y="176015"/>
                  </a:lnTo>
                  <a:lnTo>
                    <a:pt x="3878750" y="175816"/>
                  </a:lnTo>
                  <a:lnTo>
                    <a:pt x="3883756" y="179729"/>
                  </a:lnTo>
                  <a:lnTo>
                    <a:pt x="3887144" y="176656"/>
                  </a:lnTo>
                  <a:lnTo>
                    <a:pt x="3888948" y="175949"/>
                  </a:lnTo>
                  <a:lnTo>
                    <a:pt x="3891541" y="176780"/>
                  </a:lnTo>
                  <a:lnTo>
                    <a:pt x="3894703" y="179455"/>
                  </a:lnTo>
                  <a:lnTo>
                    <a:pt x="3897172" y="180067"/>
                  </a:lnTo>
                  <a:lnTo>
                    <a:pt x="3905679" y="184447"/>
                  </a:lnTo>
                  <a:lnTo>
                    <a:pt x="3910255" y="186029"/>
                  </a:lnTo>
                  <a:lnTo>
                    <a:pt x="3911946" y="189240"/>
                  </a:lnTo>
                  <a:lnTo>
                    <a:pt x="3914188" y="192305"/>
                  </a:lnTo>
                  <a:lnTo>
                    <a:pt x="3914188" y="195433"/>
                  </a:lnTo>
                  <a:lnTo>
                    <a:pt x="3915154" y="199415"/>
                  </a:lnTo>
                  <a:lnTo>
                    <a:pt x="3920242" y="202537"/>
                  </a:lnTo>
                  <a:lnTo>
                    <a:pt x="3922255" y="205536"/>
                  </a:lnTo>
                  <a:lnTo>
                    <a:pt x="3924675" y="209529"/>
                  </a:lnTo>
                  <a:lnTo>
                    <a:pt x="3929134" y="224587"/>
                  </a:lnTo>
                  <a:lnTo>
                    <a:pt x="3931443" y="227227"/>
                  </a:lnTo>
                  <a:lnTo>
                    <a:pt x="3934791" y="226967"/>
                  </a:lnTo>
                  <a:lnTo>
                    <a:pt x="3937937" y="230875"/>
                  </a:lnTo>
                  <a:lnTo>
                    <a:pt x="3938953" y="230352"/>
                  </a:lnTo>
                  <a:lnTo>
                    <a:pt x="3939054" y="228791"/>
                  </a:lnTo>
                  <a:lnTo>
                    <a:pt x="3936213" y="218625"/>
                  </a:lnTo>
                  <a:lnTo>
                    <a:pt x="3936010" y="213154"/>
                  </a:lnTo>
                  <a:lnTo>
                    <a:pt x="3938243" y="210026"/>
                  </a:lnTo>
                  <a:lnTo>
                    <a:pt x="3943522" y="209157"/>
                  </a:lnTo>
                  <a:lnTo>
                    <a:pt x="3947569" y="214972"/>
                  </a:lnTo>
                  <a:lnTo>
                    <a:pt x="3951278" y="218504"/>
                  </a:lnTo>
                  <a:lnTo>
                    <a:pt x="3953784" y="219136"/>
                  </a:lnTo>
                  <a:lnTo>
                    <a:pt x="3958755" y="218966"/>
                  </a:lnTo>
                  <a:lnTo>
                    <a:pt x="3963413" y="215240"/>
                  </a:lnTo>
                  <a:lnTo>
                    <a:pt x="3967013" y="216602"/>
                  </a:lnTo>
                  <a:lnTo>
                    <a:pt x="3972691" y="217023"/>
                  </a:lnTo>
                  <a:lnTo>
                    <a:pt x="3980108" y="219225"/>
                  </a:lnTo>
                  <a:lnTo>
                    <a:pt x="3983309" y="218856"/>
                  </a:lnTo>
                  <a:lnTo>
                    <a:pt x="3989004" y="219785"/>
                  </a:lnTo>
                  <a:lnTo>
                    <a:pt x="3995930" y="222948"/>
                  </a:lnTo>
                  <a:lnTo>
                    <a:pt x="3999850" y="224099"/>
                  </a:lnTo>
                  <a:lnTo>
                    <a:pt x="4000663" y="225403"/>
                  </a:lnTo>
                  <a:lnTo>
                    <a:pt x="4002490" y="227487"/>
                  </a:lnTo>
                  <a:lnTo>
                    <a:pt x="4003403" y="230092"/>
                  </a:lnTo>
                  <a:lnTo>
                    <a:pt x="4004417" y="232439"/>
                  </a:lnTo>
                  <a:lnTo>
                    <a:pt x="4006792" y="235119"/>
                  </a:lnTo>
                  <a:lnTo>
                    <a:pt x="4009211" y="235538"/>
                  </a:lnTo>
                  <a:lnTo>
                    <a:pt x="4013987" y="237826"/>
                  </a:lnTo>
                  <a:lnTo>
                    <a:pt x="4023952" y="244815"/>
                  </a:lnTo>
                  <a:lnTo>
                    <a:pt x="4027556" y="246864"/>
                  </a:lnTo>
                  <a:lnTo>
                    <a:pt x="4029689" y="248336"/>
                  </a:lnTo>
                  <a:lnTo>
                    <a:pt x="4030704" y="246512"/>
                  </a:lnTo>
                  <a:lnTo>
                    <a:pt x="4031007" y="242824"/>
                  </a:lnTo>
                  <a:lnTo>
                    <a:pt x="4032836" y="242080"/>
                  </a:lnTo>
                  <a:lnTo>
                    <a:pt x="4034764" y="247554"/>
                  </a:lnTo>
                  <a:lnTo>
                    <a:pt x="4036794" y="251723"/>
                  </a:lnTo>
                  <a:lnTo>
                    <a:pt x="4037708" y="255371"/>
                  </a:lnTo>
                  <a:lnTo>
                    <a:pt x="4035594" y="258326"/>
                  </a:lnTo>
                  <a:lnTo>
                    <a:pt x="4032531" y="257717"/>
                  </a:lnTo>
                  <a:lnTo>
                    <a:pt x="4030399" y="257717"/>
                  </a:lnTo>
                  <a:lnTo>
                    <a:pt x="4028167" y="262669"/>
                  </a:lnTo>
                  <a:lnTo>
                    <a:pt x="4027286" y="271158"/>
                  </a:lnTo>
                  <a:lnTo>
                    <a:pt x="4029285" y="271008"/>
                  </a:lnTo>
                  <a:lnTo>
                    <a:pt x="4030806" y="270226"/>
                  </a:lnTo>
                  <a:lnTo>
                    <a:pt x="4031111" y="273354"/>
                  </a:lnTo>
                  <a:lnTo>
                    <a:pt x="4030197" y="275960"/>
                  </a:lnTo>
                  <a:lnTo>
                    <a:pt x="4028371" y="277002"/>
                  </a:lnTo>
                  <a:lnTo>
                    <a:pt x="4025231" y="275028"/>
                  </a:lnTo>
                  <a:lnTo>
                    <a:pt x="4021380" y="273640"/>
                  </a:lnTo>
                  <a:lnTo>
                    <a:pt x="4017146" y="273106"/>
                  </a:lnTo>
                  <a:lnTo>
                    <a:pt x="4013078" y="270616"/>
                  </a:lnTo>
                  <a:lnTo>
                    <a:pt x="4011436" y="270457"/>
                  </a:lnTo>
                  <a:lnTo>
                    <a:pt x="4009735" y="270584"/>
                  </a:lnTo>
                  <a:lnTo>
                    <a:pt x="4011959" y="273221"/>
                  </a:lnTo>
                  <a:lnTo>
                    <a:pt x="4014242" y="275579"/>
                  </a:lnTo>
                  <a:lnTo>
                    <a:pt x="4019415" y="277613"/>
                  </a:lnTo>
                  <a:lnTo>
                    <a:pt x="4025849" y="280791"/>
                  </a:lnTo>
                  <a:lnTo>
                    <a:pt x="4026035" y="282735"/>
                  </a:lnTo>
                  <a:lnTo>
                    <a:pt x="4024508" y="285168"/>
                  </a:lnTo>
                  <a:lnTo>
                    <a:pt x="4022585" y="290293"/>
                  </a:lnTo>
                  <a:lnTo>
                    <a:pt x="4016698" y="294725"/>
                  </a:lnTo>
                  <a:lnTo>
                    <a:pt x="4013274" y="291499"/>
                  </a:lnTo>
                  <a:lnTo>
                    <a:pt x="4009194" y="290752"/>
                  </a:lnTo>
                  <a:lnTo>
                    <a:pt x="4007158" y="292639"/>
                  </a:lnTo>
                  <a:lnTo>
                    <a:pt x="4003114" y="292422"/>
                  </a:lnTo>
                  <a:lnTo>
                    <a:pt x="3995089" y="293155"/>
                  </a:lnTo>
                  <a:lnTo>
                    <a:pt x="3991949" y="289136"/>
                  </a:lnTo>
                  <a:lnTo>
                    <a:pt x="3987000" y="286914"/>
                  </a:lnTo>
                  <a:lnTo>
                    <a:pt x="3987163" y="288729"/>
                  </a:lnTo>
                  <a:lnTo>
                    <a:pt x="3991387" y="295432"/>
                  </a:lnTo>
                  <a:lnTo>
                    <a:pt x="3995893" y="296953"/>
                  </a:lnTo>
                  <a:lnTo>
                    <a:pt x="4000384" y="298756"/>
                  </a:lnTo>
                  <a:lnTo>
                    <a:pt x="4001457" y="300453"/>
                  </a:lnTo>
                  <a:lnTo>
                    <a:pt x="3999444" y="302020"/>
                  </a:lnTo>
                  <a:lnTo>
                    <a:pt x="3996709" y="301807"/>
                  </a:lnTo>
                  <a:lnTo>
                    <a:pt x="3993252" y="304888"/>
                  </a:lnTo>
                  <a:lnTo>
                    <a:pt x="3986724" y="304375"/>
                  </a:lnTo>
                  <a:lnTo>
                    <a:pt x="3983623" y="304577"/>
                  </a:lnTo>
                  <a:lnTo>
                    <a:pt x="3981801" y="305844"/>
                  </a:lnTo>
                  <a:lnTo>
                    <a:pt x="3980180" y="306317"/>
                  </a:lnTo>
                  <a:lnTo>
                    <a:pt x="3981451" y="307443"/>
                  </a:lnTo>
                  <a:lnTo>
                    <a:pt x="3983009" y="310527"/>
                  </a:lnTo>
                  <a:lnTo>
                    <a:pt x="3980791" y="313118"/>
                  </a:lnTo>
                  <a:lnTo>
                    <a:pt x="3978724" y="314414"/>
                  </a:lnTo>
                  <a:lnTo>
                    <a:pt x="3976598" y="313805"/>
                  </a:lnTo>
                  <a:lnTo>
                    <a:pt x="3974274" y="314789"/>
                  </a:lnTo>
                  <a:lnTo>
                    <a:pt x="3973157" y="311924"/>
                  </a:lnTo>
                  <a:lnTo>
                    <a:pt x="3973095" y="305682"/>
                  </a:lnTo>
                  <a:lnTo>
                    <a:pt x="3971771" y="300110"/>
                  </a:lnTo>
                  <a:lnTo>
                    <a:pt x="3970337" y="299870"/>
                  </a:lnTo>
                  <a:lnTo>
                    <a:pt x="3968129" y="300528"/>
                  </a:lnTo>
                  <a:lnTo>
                    <a:pt x="3967400" y="305315"/>
                  </a:lnTo>
                  <a:lnTo>
                    <a:pt x="3968989" y="313557"/>
                  </a:lnTo>
                  <a:lnTo>
                    <a:pt x="3970050" y="316163"/>
                  </a:lnTo>
                  <a:lnTo>
                    <a:pt x="3969199" y="318440"/>
                  </a:lnTo>
                  <a:lnTo>
                    <a:pt x="3967700" y="319195"/>
                  </a:lnTo>
                  <a:lnTo>
                    <a:pt x="3970709" y="326139"/>
                  </a:lnTo>
                  <a:lnTo>
                    <a:pt x="3973308" y="330946"/>
                  </a:lnTo>
                  <a:lnTo>
                    <a:pt x="3974882" y="332513"/>
                  </a:lnTo>
                  <a:lnTo>
                    <a:pt x="3974983" y="334859"/>
                  </a:lnTo>
                  <a:lnTo>
                    <a:pt x="3973766" y="335898"/>
                  </a:lnTo>
                  <a:lnTo>
                    <a:pt x="3970295" y="334980"/>
                  </a:lnTo>
                  <a:lnTo>
                    <a:pt x="3968590" y="335442"/>
                  </a:lnTo>
                  <a:lnTo>
                    <a:pt x="3966702" y="335147"/>
                  </a:lnTo>
                  <a:lnTo>
                    <a:pt x="3963500" y="334114"/>
                  </a:lnTo>
                  <a:lnTo>
                    <a:pt x="3960776" y="333814"/>
                  </a:lnTo>
                  <a:lnTo>
                    <a:pt x="3958035" y="335119"/>
                  </a:lnTo>
                  <a:lnTo>
                    <a:pt x="3955726" y="335012"/>
                  </a:lnTo>
                  <a:lnTo>
                    <a:pt x="3953670" y="330686"/>
                  </a:lnTo>
                  <a:lnTo>
                    <a:pt x="3951843" y="329644"/>
                  </a:lnTo>
                  <a:lnTo>
                    <a:pt x="3950320" y="330949"/>
                  </a:lnTo>
                  <a:lnTo>
                    <a:pt x="3949191" y="336140"/>
                  </a:lnTo>
                  <a:lnTo>
                    <a:pt x="3946819" y="337739"/>
                  </a:lnTo>
                  <a:lnTo>
                    <a:pt x="3944412" y="340105"/>
                  </a:lnTo>
                  <a:lnTo>
                    <a:pt x="3942709" y="342676"/>
                  </a:lnTo>
                  <a:lnTo>
                    <a:pt x="3941897" y="352839"/>
                  </a:lnTo>
                  <a:lnTo>
                    <a:pt x="3940476" y="354923"/>
                  </a:lnTo>
                  <a:lnTo>
                    <a:pt x="3938353" y="354833"/>
                  </a:lnTo>
                  <a:lnTo>
                    <a:pt x="3936767" y="355633"/>
                  </a:lnTo>
                  <a:lnTo>
                    <a:pt x="3934725" y="354813"/>
                  </a:lnTo>
                  <a:lnTo>
                    <a:pt x="3932070" y="354337"/>
                  </a:lnTo>
                  <a:lnTo>
                    <a:pt x="3923222" y="357791"/>
                  </a:lnTo>
                  <a:lnTo>
                    <a:pt x="3924628" y="359600"/>
                  </a:lnTo>
                  <a:lnTo>
                    <a:pt x="3926865" y="359312"/>
                  </a:lnTo>
                  <a:lnTo>
                    <a:pt x="3934646" y="359846"/>
                  </a:lnTo>
                  <a:lnTo>
                    <a:pt x="3937939" y="361698"/>
                  </a:lnTo>
                  <a:lnTo>
                    <a:pt x="3938508" y="366272"/>
                  </a:lnTo>
                  <a:lnTo>
                    <a:pt x="3939807" y="368188"/>
                  </a:lnTo>
                  <a:lnTo>
                    <a:pt x="3942404" y="370300"/>
                  </a:lnTo>
                  <a:lnTo>
                    <a:pt x="3944434" y="371342"/>
                  </a:lnTo>
                  <a:lnTo>
                    <a:pt x="3945144" y="372906"/>
                  </a:lnTo>
                  <a:lnTo>
                    <a:pt x="3944332" y="376031"/>
                  </a:lnTo>
                  <a:lnTo>
                    <a:pt x="3943217" y="378900"/>
                  </a:lnTo>
                  <a:lnTo>
                    <a:pt x="3940780" y="382028"/>
                  </a:lnTo>
                  <a:lnTo>
                    <a:pt x="3941491" y="383589"/>
                  </a:lnTo>
                  <a:lnTo>
                    <a:pt x="3944129" y="384111"/>
                  </a:lnTo>
                  <a:lnTo>
                    <a:pt x="3945246" y="391149"/>
                  </a:lnTo>
                  <a:lnTo>
                    <a:pt x="3943520" y="394274"/>
                  </a:lnTo>
                  <a:lnTo>
                    <a:pt x="3944333" y="396880"/>
                  </a:lnTo>
                  <a:lnTo>
                    <a:pt x="3944535" y="399486"/>
                  </a:lnTo>
                  <a:lnTo>
                    <a:pt x="3942772" y="401939"/>
                  </a:lnTo>
                  <a:lnTo>
                    <a:pt x="3941389" y="403136"/>
                  </a:lnTo>
                  <a:lnTo>
                    <a:pt x="3940939" y="405690"/>
                  </a:lnTo>
                  <a:lnTo>
                    <a:pt x="3943572" y="407199"/>
                  </a:lnTo>
                  <a:lnTo>
                    <a:pt x="3945541" y="407696"/>
                  </a:lnTo>
                  <a:lnTo>
                    <a:pt x="3948265" y="407955"/>
                  </a:lnTo>
                  <a:lnTo>
                    <a:pt x="3950141" y="410737"/>
                  </a:lnTo>
                  <a:lnTo>
                    <a:pt x="3952541" y="414959"/>
                  </a:lnTo>
                  <a:lnTo>
                    <a:pt x="3954257" y="418459"/>
                  </a:lnTo>
                  <a:lnTo>
                    <a:pt x="3954390" y="424207"/>
                  </a:lnTo>
                  <a:lnTo>
                    <a:pt x="3956083" y="427682"/>
                  </a:lnTo>
                  <a:lnTo>
                    <a:pt x="3959293" y="429889"/>
                  </a:lnTo>
                  <a:lnTo>
                    <a:pt x="3959192" y="432206"/>
                  </a:lnTo>
                  <a:lnTo>
                    <a:pt x="3961443" y="432916"/>
                  </a:lnTo>
                  <a:lnTo>
                    <a:pt x="3963617" y="433106"/>
                  </a:lnTo>
                  <a:lnTo>
                    <a:pt x="3964429" y="435190"/>
                  </a:lnTo>
                  <a:lnTo>
                    <a:pt x="3963718" y="437796"/>
                  </a:lnTo>
                  <a:lnTo>
                    <a:pt x="3960014" y="440886"/>
                  </a:lnTo>
                  <a:lnTo>
                    <a:pt x="3958515" y="443163"/>
                  </a:lnTo>
                  <a:lnTo>
                    <a:pt x="3962195" y="443529"/>
                  </a:lnTo>
                  <a:lnTo>
                    <a:pt x="3966001" y="445876"/>
                  </a:lnTo>
                  <a:lnTo>
                    <a:pt x="3970863" y="443229"/>
                  </a:lnTo>
                  <a:lnTo>
                    <a:pt x="3973434" y="440350"/>
                  </a:lnTo>
                  <a:lnTo>
                    <a:pt x="3975086" y="437796"/>
                  </a:lnTo>
                  <a:lnTo>
                    <a:pt x="3976311" y="438428"/>
                  </a:lnTo>
                  <a:lnTo>
                    <a:pt x="3976428" y="441094"/>
                  </a:lnTo>
                  <a:lnTo>
                    <a:pt x="3977911" y="445581"/>
                  </a:lnTo>
                  <a:lnTo>
                    <a:pt x="3984190" y="449895"/>
                  </a:lnTo>
                  <a:lnTo>
                    <a:pt x="3987662" y="451246"/>
                  </a:lnTo>
                  <a:lnTo>
                    <a:pt x="3991009" y="451961"/>
                  </a:lnTo>
                  <a:lnTo>
                    <a:pt x="3993965" y="451869"/>
                  </a:lnTo>
                  <a:lnTo>
                    <a:pt x="3994796" y="454460"/>
                  </a:lnTo>
                  <a:lnTo>
                    <a:pt x="3993861" y="456821"/>
                  </a:lnTo>
                  <a:lnTo>
                    <a:pt x="3991571" y="456639"/>
                  </a:lnTo>
                  <a:lnTo>
                    <a:pt x="3987826" y="457083"/>
                  </a:lnTo>
                  <a:lnTo>
                    <a:pt x="3985086" y="455101"/>
                  </a:lnTo>
                  <a:lnTo>
                    <a:pt x="3983133" y="453425"/>
                  </a:lnTo>
                  <a:lnTo>
                    <a:pt x="3966078" y="454374"/>
                  </a:lnTo>
                  <a:lnTo>
                    <a:pt x="3962232" y="455167"/>
                  </a:lnTo>
                  <a:lnTo>
                    <a:pt x="3957642" y="457738"/>
                  </a:lnTo>
                  <a:lnTo>
                    <a:pt x="3953055" y="458965"/>
                  </a:lnTo>
                  <a:lnTo>
                    <a:pt x="3946058" y="461513"/>
                  </a:lnTo>
                  <a:lnTo>
                    <a:pt x="3943116" y="463077"/>
                  </a:lnTo>
                  <a:lnTo>
                    <a:pt x="3935463" y="457063"/>
                  </a:lnTo>
                  <a:lnTo>
                    <a:pt x="3932965" y="452651"/>
                  </a:lnTo>
                  <a:lnTo>
                    <a:pt x="3931950" y="452391"/>
                  </a:lnTo>
                  <a:lnTo>
                    <a:pt x="3930123" y="453433"/>
                  </a:lnTo>
                  <a:lnTo>
                    <a:pt x="3930023" y="456561"/>
                  </a:lnTo>
                  <a:lnTo>
                    <a:pt x="3933609" y="463362"/>
                  </a:lnTo>
                  <a:lnTo>
                    <a:pt x="3935198" y="465160"/>
                  </a:lnTo>
                  <a:lnTo>
                    <a:pt x="3935198" y="466984"/>
                  </a:lnTo>
                  <a:lnTo>
                    <a:pt x="3934195" y="467899"/>
                  </a:lnTo>
                  <a:lnTo>
                    <a:pt x="3932734" y="467870"/>
                  </a:lnTo>
                  <a:lnTo>
                    <a:pt x="3930533" y="466543"/>
                  </a:lnTo>
                  <a:lnTo>
                    <a:pt x="3926441" y="465469"/>
                  </a:lnTo>
                  <a:lnTo>
                    <a:pt x="3922793" y="467567"/>
                  </a:lnTo>
                  <a:lnTo>
                    <a:pt x="3918296" y="472051"/>
                  </a:lnTo>
                  <a:lnTo>
                    <a:pt x="3919270" y="475032"/>
                  </a:lnTo>
                  <a:lnTo>
                    <a:pt x="3920454" y="476703"/>
                  </a:lnTo>
                  <a:lnTo>
                    <a:pt x="3920176" y="478711"/>
                  </a:lnTo>
                  <a:lnTo>
                    <a:pt x="3915148" y="482480"/>
                  </a:lnTo>
                  <a:lnTo>
                    <a:pt x="3913523" y="482682"/>
                  </a:lnTo>
                  <a:lnTo>
                    <a:pt x="3912463" y="483404"/>
                  </a:lnTo>
                  <a:lnTo>
                    <a:pt x="3913703" y="484789"/>
                  </a:lnTo>
                  <a:lnTo>
                    <a:pt x="3916455" y="484878"/>
                  </a:lnTo>
                  <a:lnTo>
                    <a:pt x="3916726" y="486532"/>
                  </a:lnTo>
                  <a:lnTo>
                    <a:pt x="3915789" y="487865"/>
                  </a:lnTo>
                  <a:lnTo>
                    <a:pt x="3911266" y="489437"/>
                  </a:lnTo>
                  <a:lnTo>
                    <a:pt x="3911549" y="491480"/>
                  </a:lnTo>
                  <a:lnTo>
                    <a:pt x="3914023" y="492470"/>
                  </a:lnTo>
                  <a:lnTo>
                    <a:pt x="3917198" y="492086"/>
                  </a:lnTo>
                  <a:lnTo>
                    <a:pt x="3919162" y="493567"/>
                  </a:lnTo>
                  <a:lnTo>
                    <a:pt x="3919171" y="495959"/>
                  </a:lnTo>
                  <a:lnTo>
                    <a:pt x="3917134" y="497257"/>
                  </a:lnTo>
                  <a:lnTo>
                    <a:pt x="3914805" y="498250"/>
                  </a:lnTo>
                  <a:lnTo>
                    <a:pt x="3898557" y="504316"/>
                  </a:lnTo>
                  <a:lnTo>
                    <a:pt x="3896173" y="505958"/>
                  </a:lnTo>
                  <a:lnTo>
                    <a:pt x="3896326" y="508159"/>
                  </a:lnTo>
                  <a:lnTo>
                    <a:pt x="3901982" y="508725"/>
                  </a:lnTo>
                  <a:lnTo>
                    <a:pt x="3918980" y="508206"/>
                  </a:lnTo>
                  <a:lnTo>
                    <a:pt x="3920075" y="508942"/>
                  </a:lnTo>
                  <a:lnTo>
                    <a:pt x="3919684" y="510647"/>
                  </a:lnTo>
                  <a:lnTo>
                    <a:pt x="3918740" y="512886"/>
                  </a:lnTo>
                  <a:lnTo>
                    <a:pt x="3919661" y="514456"/>
                  </a:lnTo>
                  <a:lnTo>
                    <a:pt x="3922215" y="515564"/>
                  </a:lnTo>
                  <a:lnTo>
                    <a:pt x="3922296" y="517215"/>
                  </a:lnTo>
                  <a:lnTo>
                    <a:pt x="3921027" y="517901"/>
                  </a:lnTo>
                  <a:lnTo>
                    <a:pt x="3918524" y="518675"/>
                  </a:lnTo>
                  <a:lnTo>
                    <a:pt x="3915735" y="518894"/>
                  </a:lnTo>
                  <a:lnTo>
                    <a:pt x="3915914" y="520669"/>
                  </a:lnTo>
                  <a:lnTo>
                    <a:pt x="3919729" y="522276"/>
                  </a:lnTo>
                  <a:lnTo>
                    <a:pt x="3920990" y="522461"/>
                  </a:lnTo>
                  <a:lnTo>
                    <a:pt x="3921118" y="528532"/>
                  </a:lnTo>
                  <a:lnTo>
                    <a:pt x="3920989" y="531095"/>
                  </a:lnTo>
                  <a:lnTo>
                    <a:pt x="3918955" y="532338"/>
                  </a:lnTo>
                  <a:lnTo>
                    <a:pt x="3918249" y="533178"/>
                  </a:lnTo>
                  <a:lnTo>
                    <a:pt x="3918148" y="535262"/>
                  </a:lnTo>
                  <a:lnTo>
                    <a:pt x="3923188" y="536727"/>
                  </a:lnTo>
                  <a:lnTo>
                    <a:pt x="3930948" y="543214"/>
                  </a:lnTo>
                  <a:lnTo>
                    <a:pt x="3932652" y="543235"/>
                  </a:lnTo>
                  <a:lnTo>
                    <a:pt x="3935712" y="544492"/>
                  </a:lnTo>
                  <a:lnTo>
                    <a:pt x="3940651" y="547799"/>
                  </a:lnTo>
                  <a:lnTo>
                    <a:pt x="3942393" y="549782"/>
                  </a:lnTo>
                  <a:lnTo>
                    <a:pt x="3945207" y="550792"/>
                  </a:lnTo>
                  <a:lnTo>
                    <a:pt x="3945589" y="552402"/>
                  </a:lnTo>
                  <a:lnTo>
                    <a:pt x="3947314" y="553828"/>
                  </a:lnTo>
                  <a:lnTo>
                    <a:pt x="3954197" y="558309"/>
                  </a:lnTo>
                  <a:lnTo>
                    <a:pt x="3955091" y="560280"/>
                  </a:lnTo>
                  <a:lnTo>
                    <a:pt x="3940666" y="564037"/>
                  </a:lnTo>
                  <a:lnTo>
                    <a:pt x="3926165" y="566796"/>
                  </a:lnTo>
                  <a:lnTo>
                    <a:pt x="3927508" y="569223"/>
                  </a:lnTo>
                  <a:lnTo>
                    <a:pt x="3943165" y="568975"/>
                  </a:lnTo>
                  <a:lnTo>
                    <a:pt x="3947401" y="570553"/>
                  </a:lnTo>
                  <a:lnTo>
                    <a:pt x="3949275" y="570080"/>
                  </a:lnTo>
                  <a:lnTo>
                    <a:pt x="3950355" y="568435"/>
                  </a:lnTo>
                  <a:lnTo>
                    <a:pt x="3958789" y="566470"/>
                  </a:lnTo>
                  <a:lnTo>
                    <a:pt x="3967371" y="565218"/>
                  </a:lnTo>
                  <a:lnTo>
                    <a:pt x="3970052" y="566121"/>
                  </a:lnTo>
                  <a:lnTo>
                    <a:pt x="3981578" y="573352"/>
                  </a:lnTo>
                  <a:lnTo>
                    <a:pt x="3986921" y="576085"/>
                  </a:lnTo>
                  <a:lnTo>
                    <a:pt x="3990330" y="577115"/>
                  </a:lnTo>
                  <a:lnTo>
                    <a:pt x="3992799" y="577340"/>
                  </a:lnTo>
                  <a:lnTo>
                    <a:pt x="3994636" y="578422"/>
                  </a:lnTo>
                  <a:lnTo>
                    <a:pt x="3996419" y="580731"/>
                  </a:lnTo>
                  <a:lnTo>
                    <a:pt x="3995974" y="582886"/>
                  </a:lnTo>
                  <a:lnTo>
                    <a:pt x="3996720" y="583876"/>
                  </a:lnTo>
                  <a:lnTo>
                    <a:pt x="3997952" y="584260"/>
                  </a:lnTo>
                  <a:lnTo>
                    <a:pt x="4000224" y="585697"/>
                  </a:lnTo>
                  <a:lnTo>
                    <a:pt x="4002821" y="585203"/>
                  </a:lnTo>
                  <a:lnTo>
                    <a:pt x="4005862" y="583547"/>
                  </a:lnTo>
                  <a:lnTo>
                    <a:pt x="4007981" y="583916"/>
                  </a:lnTo>
                  <a:lnTo>
                    <a:pt x="4011794" y="586225"/>
                  </a:lnTo>
                  <a:lnTo>
                    <a:pt x="4010348" y="588040"/>
                  </a:lnTo>
                  <a:lnTo>
                    <a:pt x="4009505" y="588877"/>
                  </a:lnTo>
                  <a:lnTo>
                    <a:pt x="4008488" y="590522"/>
                  </a:lnTo>
                  <a:lnTo>
                    <a:pt x="4007570" y="591087"/>
                  </a:lnTo>
                  <a:lnTo>
                    <a:pt x="4004495" y="591480"/>
                  </a:lnTo>
                  <a:lnTo>
                    <a:pt x="4002796" y="591474"/>
                  </a:lnTo>
                  <a:lnTo>
                    <a:pt x="4001058" y="591133"/>
                  </a:lnTo>
                  <a:lnTo>
                    <a:pt x="4000865" y="592337"/>
                  </a:lnTo>
                  <a:lnTo>
                    <a:pt x="4002996" y="593638"/>
                  </a:lnTo>
                  <a:lnTo>
                    <a:pt x="4006072" y="594992"/>
                  </a:lnTo>
                  <a:lnTo>
                    <a:pt x="4025956" y="596085"/>
                  </a:lnTo>
                  <a:lnTo>
                    <a:pt x="4031642" y="598443"/>
                  </a:lnTo>
                  <a:lnTo>
                    <a:pt x="4037229" y="597170"/>
                  </a:lnTo>
                  <a:lnTo>
                    <a:pt x="4039741" y="597545"/>
                  </a:lnTo>
                  <a:lnTo>
                    <a:pt x="4041869" y="598330"/>
                  </a:lnTo>
                  <a:lnTo>
                    <a:pt x="4042658" y="600708"/>
                  </a:lnTo>
                  <a:lnTo>
                    <a:pt x="4045510" y="601473"/>
                  </a:lnTo>
                  <a:lnTo>
                    <a:pt x="4049884" y="603325"/>
                  </a:lnTo>
                  <a:lnTo>
                    <a:pt x="4056017" y="604252"/>
                  </a:lnTo>
                  <a:lnTo>
                    <a:pt x="4060895" y="604185"/>
                  </a:lnTo>
                  <a:lnTo>
                    <a:pt x="4066917" y="606716"/>
                  </a:lnTo>
                  <a:lnTo>
                    <a:pt x="4069962" y="606779"/>
                  </a:lnTo>
                  <a:lnTo>
                    <a:pt x="4071809" y="608234"/>
                  </a:lnTo>
                  <a:lnTo>
                    <a:pt x="4085489" y="609088"/>
                  </a:lnTo>
                  <a:lnTo>
                    <a:pt x="4087518" y="610222"/>
                  </a:lnTo>
                  <a:lnTo>
                    <a:pt x="4089077" y="612072"/>
                  </a:lnTo>
                  <a:lnTo>
                    <a:pt x="4092333" y="612886"/>
                  </a:lnTo>
                  <a:lnTo>
                    <a:pt x="4095848" y="613050"/>
                  </a:lnTo>
                  <a:lnTo>
                    <a:pt x="4115065" y="616057"/>
                  </a:lnTo>
                  <a:lnTo>
                    <a:pt x="4122286" y="617681"/>
                  </a:lnTo>
                  <a:lnTo>
                    <a:pt x="4123944" y="617586"/>
                  </a:lnTo>
                  <a:lnTo>
                    <a:pt x="4125594" y="617854"/>
                  </a:lnTo>
                  <a:lnTo>
                    <a:pt x="4130754" y="619205"/>
                  </a:lnTo>
                  <a:lnTo>
                    <a:pt x="4136032" y="619935"/>
                  </a:lnTo>
                  <a:lnTo>
                    <a:pt x="4138532" y="62177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548639" y="5499452"/>
              <a:ext cx="16457" cy="9130"/>
            </a:xfrm>
            <a:custGeom>
              <a:avLst/>
              <a:pathLst>
                <a:path w="16457" h="9130">
                  <a:moveTo>
                    <a:pt x="11246" y="1336"/>
                  </a:moveTo>
                  <a:lnTo>
                    <a:pt x="11957" y="2106"/>
                  </a:lnTo>
                  <a:lnTo>
                    <a:pt x="14843" y="2077"/>
                  </a:lnTo>
                  <a:lnTo>
                    <a:pt x="15525" y="2259"/>
                  </a:lnTo>
                  <a:lnTo>
                    <a:pt x="16098" y="3575"/>
                  </a:lnTo>
                  <a:lnTo>
                    <a:pt x="16457" y="5791"/>
                  </a:lnTo>
                  <a:lnTo>
                    <a:pt x="15519" y="6642"/>
                  </a:lnTo>
                  <a:lnTo>
                    <a:pt x="10491" y="6132"/>
                  </a:lnTo>
                  <a:lnTo>
                    <a:pt x="8690" y="4974"/>
                  </a:lnTo>
                  <a:lnTo>
                    <a:pt x="7766" y="5026"/>
                  </a:lnTo>
                  <a:lnTo>
                    <a:pt x="5710" y="6299"/>
                  </a:lnTo>
                  <a:lnTo>
                    <a:pt x="4860" y="7514"/>
                  </a:lnTo>
                  <a:lnTo>
                    <a:pt x="1459" y="9130"/>
                  </a:lnTo>
                  <a:lnTo>
                    <a:pt x="488" y="8561"/>
                  </a:lnTo>
                  <a:lnTo>
                    <a:pt x="72" y="6775"/>
                  </a:lnTo>
                  <a:lnTo>
                    <a:pt x="0" y="6085"/>
                  </a:lnTo>
                  <a:lnTo>
                    <a:pt x="345" y="5612"/>
                  </a:lnTo>
                  <a:lnTo>
                    <a:pt x="515" y="5130"/>
                  </a:lnTo>
                  <a:lnTo>
                    <a:pt x="452" y="4585"/>
                  </a:lnTo>
                  <a:lnTo>
                    <a:pt x="1383" y="3125"/>
                  </a:lnTo>
                  <a:lnTo>
                    <a:pt x="5329" y="851"/>
                  </a:lnTo>
                  <a:lnTo>
                    <a:pt x="10537" y="0"/>
                  </a:lnTo>
                  <a:lnTo>
                    <a:pt x="11238" y="84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547386" y="5495135"/>
              <a:ext cx="6480" cy="5641"/>
            </a:xfrm>
            <a:custGeom>
              <a:avLst/>
              <a:pathLst>
                <a:path w="6480" h="5641">
                  <a:moveTo>
                    <a:pt x="6377" y="2845"/>
                  </a:moveTo>
                  <a:lnTo>
                    <a:pt x="4087" y="5641"/>
                  </a:lnTo>
                  <a:lnTo>
                    <a:pt x="2992" y="5514"/>
                  </a:lnTo>
                  <a:lnTo>
                    <a:pt x="786" y="3430"/>
                  </a:lnTo>
                  <a:lnTo>
                    <a:pt x="156" y="2345"/>
                  </a:lnTo>
                  <a:lnTo>
                    <a:pt x="0" y="1858"/>
                  </a:lnTo>
                  <a:lnTo>
                    <a:pt x="1445" y="0"/>
                  </a:lnTo>
                  <a:lnTo>
                    <a:pt x="5452" y="680"/>
                  </a:lnTo>
                  <a:lnTo>
                    <a:pt x="6356" y="900"/>
                  </a:lnTo>
                  <a:lnTo>
                    <a:pt x="6395" y="1073"/>
                  </a:lnTo>
                  <a:lnTo>
                    <a:pt x="6480" y="214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499901" y="5492564"/>
              <a:ext cx="2710" cy="3627"/>
            </a:xfrm>
            <a:custGeom>
              <a:avLst/>
              <a:pathLst>
                <a:path w="2710" h="3627">
                  <a:moveTo>
                    <a:pt x="2710" y="2132"/>
                  </a:moveTo>
                  <a:lnTo>
                    <a:pt x="2137" y="2432"/>
                  </a:lnTo>
                  <a:lnTo>
                    <a:pt x="1389" y="2181"/>
                  </a:lnTo>
                  <a:lnTo>
                    <a:pt x="1412" y="2700"/>
                  </a:lnTo>
                  <a:lnTo>
                    <a:pt x="2034" y="3361"/>
                  </a:lnTo>
                  <a:lnTo>
                    <a:pt x="1366" y="3627"/>
                  </a:lnTo>
                  <a:lnTo>
                    <a:pt x="546" y="2969"/>
                  </a:lnTo>
                  <a:lnTo>
                    <a:pt x="0" y="1578"/>
                  </a:lnTo>
                  <a:lnTo>
                    <a:pt x="397" y="305"/>
                  </a:lnTo>
                  <a:lnTo>
                    <a:pt x="1185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477865" y="5491940"/>
              <a:ext cx="3887" cy="5901"/>
            </a:xfrm>
            <a:custGeom>
              <a:avLst/>
              <a:pathLst>
                <a:path w="3887" h="5901">
                  <a:moveTo>
                    <a:pt x="462" y="5768"/>
                  </a:moveTo>
                  <a:lnTo>
                    <a:pt x="0" y="5901"/>
                  </a:lnTo>
                  <a:lnTo>
                    <a:pt x="188" y="4663"/>
                  </a:lnTo>
                  <a:lnTo>
                    <a:pt x="1475" y="1468"/>
                  </a:lnTo>
                  <a:lnTo>
                    <a:pt x="3887" y="0"/>
                  </a:lnTo>
                  <a:lnTo>
                    <a:pt x="3581" y="1290"/>
                  </a:lnTo>
                  <a:lnTo>
                    <a:pt x="2805" y="288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495160" y="5480152"/>
              <a:ext cx="14993" cy="7984"/>
            </a:xfrm>
            <a:custGeom>
              <a:avLst/>
              <a:pathLst>
                <a:path w="14993" h="7984">
                  <a:moveTo>
                    <a:pt x="6069" y="2507"/>
                  </a:moveTo>
                  <a:lnTo>
                    <a:pt x="6629" y="2879"/>
                  </a:lnTo>
                  <a:lnTo>
                    <a:pt x="11651" y="2172"/>
                  </a:lnTo>
                  <a:lnTo>
                    <a:pt x="13230" y="4233"/>
                  </a:lnTo>
                  <a:lnTo>
                    <a:pt x="14993" y="4129"/>
                  </a:lnTo>
                  <a:lnTo>
                    <a:pt x="10719" y="7984"/>
                  </a:lnTo>
                  <a:lnTo>
                    <a:pt x="9561" y="6865"/>
                  </a:lnTo>
                  <a:lnTo>
                    <a:pt x="9190" y="6028"/>
                  </a:lnTo>
                  <a:lnTo>
                    <a:pt x="8911" y="4175"/>
                  </a:lnTo>
                  <a:lnTo>
                    <a:pt x="6131" y="4674"/>
                  </a:lnTo>
                  <a:lnTo>
                    <a:pt x="5241" y="4299"/>
                  </a:lnTo>
                  <a:lnTo>
                    <a:pt x="4102" y="5529"/>
                  </a:lnTo>
                  <a:lnTo>
                    <a:pt x="1810" y="6025"/>
                  </a:lnTo>
                  <a:lnTo>
                    <a:pt x="1024" y="6019"/>
                  </a:lnTo>
                  <a:lnTo>
                    <a:pt x="29" y="4697"/>
                  </a:lnTo>
                  <a:lnTo>
                    <a:pt x="0" y="3364"/>
                  </a:lnTo>
                  <a:lnTo>
                    <a:pt x="2044" y="3442"/>
                  </a:lnTo>
                  <a:lnTo>
                    <a:pt x="3620" y="1728"/>
                  </a:lnTo>
                  <a:lnTo>
                    <a:pt x="4063" y="0"/>
                  </a:lnTo>
                  <a:lnTo>
                    <a:pt x="4839" y="46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512327" y="5476516"/>
              <a:ext cx="3536" cy="2934"/>
            </a:xfrm>
            <a:custGeom>
              <a:avLst/>
              <a:pathLst>
                <a:path w="3536" h="2934">
                  <a:moveTo>
                    <a:pt x="3126" y="2724"/>
                  </a:moveTo>
                  <a:lnTo>
                    <a:pt x="1558" y="2934"/>
                  </a:lnTo>
                  <a:lnTo>
                    <a:pt x="474" y="1266"/>
                  </a:lnTo>
                  <a:lnTo>
                    <a:pt x="0" y="63"/>
                  </a:lnTo>
                  <a:lnTo>
                    <a:pt x="2096" y="0"/>
                  </a:lnTo>
                  <a:lnTo>
                    <a:pt x="3047" y="447"/>
                  </a:lnTo>
                  <a:lnTo>
                    <a:pt x="3536" y="179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517600" y="5473175"/>
              <a:ext cx="4194" cy="3211"/>
            </a:xfrm>
            <a:custGeom>
              <a:avLst/>
              <a:pathLst>
                <a:path w="4194" h="3211">
                  <a:moveTo>
                    <a:pt x="4194" y="1875"/>
                  </a:moveTo>
                  <a:lnTo>
                    <a:pt x="1645" y="3211"/>
                  </a:lnTo>
                  <a:lnTo>
                    <a:pt x="320" y="1852"/>
                  </a:lnTo>
                  <a:lnTo>
                    <a:pt x="0" y="1301"/>
                  </a:lnTo>
                  <a:lnTo>
                    <a:pt x="1595" y="0"/>
                  </a:lnTo>
                  <a:lnTo>
                    <a:pt x="2437" y="300"/>
                  </a:lnTo>
                  <a:lnTo>
                    <a:pt x="2765" y="733"/>
                  </a:lnTo>
                  <a:lnTo>
                    <a:pt x="3726" y="85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519887" y="5463508"/>
              <a:ext cx="15733" cy="9923"/>
            </a:xfrm>
            <a:custGeom>
              <a:avLst/>
              <a:pathLst>
                <a:path w="15733" h="9923">
                  <a:moveTo>
                    <a:pt x="11799" y="0"/>
                  </a:moveTo>
                  <a:lnTo>
                    <a:pt x="13284" y="828"/>
                  </a:lnTo>
                  <a:lnTo>
                    <a:pt x="14565" y="274"/>
                  </a:lnTo>
                  <a:lnTo>
                    <a:pt x="15272" y="891"/>
                  </a:lnTo>
                  <a:lnTo>
                    <a:pt x="15733" y="2550"/>
                  </a:lnTo>
                  <a:lnTo>
                    <a:pt x="15698" y="3206"/>
                  </a:lnTo>
                  <a:lnTo>
                    <a:pt x="13775" y="2954"/>
                  </a:lnTo>
                  <a:lnTo>
                    <a:pt x="11979" y="4894"/>
                  </a:lnTo>
                  <a:lnTo>
                    <a:pt x="9852" y="4478"/>
                  </a:lnTo>
                  <a:lnTo>
                    <a:pt x="9568" y="6082"/>
                  </a:lnTo>
                  <a:lnTo>
                    <a:pt x="10018" y="6911"/>
                  </a:lnTo>
                  <a:lnTo>
                    <a:pt x="9444" y="7626"/>
                  </a:lnTo>
                  <a:lnTo>
                    <a:pt x="7621" y="6132"/>
                  </a:lnTo>
                  <a:lnTo>
                    <a:pt x="6180" y="6657"/>
                  </a:lnTo>
                  <a:lnTo>
                    <a:pt x="5712" y="9271"/>
                  </a:lnTo>
                  <a:lnTo>
                    <a:pt x="5083" y="9811"/>
                  </a:lnTo>
                  <a:lnTo>
                    <a:pt x="4714" y="9923"/>
                  </a:lnTo>
                  <a:lnTo>
                    <a:pt x="4139" y="9257"/>
                  </a:lnTo>
                  <a:lnTo>
                    <a:pt x="2969" y="9040"/>
                  </a:lnTo>
                  <a:lnTo>
                    <a:pt x="2858" y="8691"/>
                  </a:lnTo>
                  <a:lnTo>
                    <a:pt x="2125" y="7664"/>
                  </a:lnTo>
                  <a:lnTo>
                    <a:pt x="0" y="8801"/>
                  </a:lnTo>
                  <a:lnTo>
                    <a:pt x="557" y="7456"/>
                  </a:lnTo>
                  <a:lnTo>
                    <a:pt x="3385" y="3924"/>
                  </a:lnTo>
                  <a:lnTo>
                    <a:pt x="3683" y="2845"/>
                  </a:lnTo>
                  <a:lnTo>
                    <a:pt x="6953" y="779"/>
                  </a:lnTo>
                  <a:lnTo>
                    <a:pt x="8498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575258" y="5440558"/>
              <a:ext cx="1932" cy="5119"/>
            </a:xfrm>
            <a:custGeom>
              <a:avLst/>
              <a:pathLst>
                <a:path w="1932" h="5119">
                  <a:moveTo>
                    <a:pt x="1398" y="4842"/>
                  </a:moveTo>
                  <a:lnTo>
                    <a:pt x="883" y="5119"/>
                  </a:lnTo>
                  <a:lnTo>
                    <a:pt x="96" y="3973"/>
                  </a:lnTo>
                  <a:lnTo>
                    <a:pt x="0" y="3289"/>
                  </a:lnTo>
                  <a:lnTo>
                    <a:pt x="808" y="1965"/>
                  </a:lnTo>
                  <a:lnTo>
                    <a:pt x="1637" y="201"/>
                  </a:lnTo>
                  <a:lnTo>
                    <a:pt x="1932" y="0"/>
                  </a:lnTo>
                  <a:lnTo>
                    <a:pt x="1736" y="354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560896" y="5438709"/>
              <a:ext cx="8852" cy="5196"/>
            </a:xfrm>
            <a:custGeom>
              <a:avLst/>
              <a:pathLst>
                <a:path w="8852" h="5196">
                  <a:moveTo>
                    <a:pt x="3162" y="4366"/>
                  </a:moveTo>
                  <a:lnTo>
                    <a:pt x="1648" y="5196"/>
                  </a:lnTo>
                  <a:lnTo>
                    <a:pt x="1073" y="4106"/>
                  </a:lnTo>
                  <a:lnTo>
                    <a:pt x="818" y="2178"/>
                  </a:lnTo>
                  <a:lnTo>
                    <a:pt x="0" y="989"/>
                  </a:lnTo>
                  <a:lnTo>
                    <a:pt x="612" y="0"/>
                  </a:lnTo>
                  <a:lnTo>
                    <a:pt x="8852" y="1310"/>
                  </a:lnTo>
                  <a:lnTo>
                    <a:pt x="8404" y="1982"/>
                  </a:lnTo>
                  <a:lnTo>
                    <a:pt x="4403" y="283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670038" y="5422405"/>
              <a:ext cx="9015" cy="6267"/>
            </a:xfrm>
            <a:custGeom>
              <a:avLst/>
              <a:pathLst>
                <a:path w="9015" h="6267">
                  <a:moveTo>
                    <a:pt x="2744" y="0"/>
                  </a:moveTo>
                  <a:lnTo>
                    <a:pt x="5254" y="756"/>
                  </a:lnTo>
                  <a:lnTo>
                    <a:pt x="6559" y="1826"/>
                  </a:lnTo>
                  <a:lnTo>
                    <a:pt x="6891" y="3041"/>
                  </a:lnTo>
                  <a:lnTo>
                    <a:pt x="8379" y="3511"/>
                  </a:lnTo>
                  <a:lnTo>
                    <a:pt x="8577" y="3759"/>
                  </a:lnTo>
                  <a:lnTo>
                    <a:pt x="8860" y="4461"/>
                  </a:lnTo>
                  <a:lnTo>
                    <a:pt x="9015" y="5254"/>
                  </a:lnTo>
                  <a:lnTo>
                    <a:pt x="9006" y="6267"/>
                  </a:lnTo>
                  <a:lnTo>
                    <a:pt x="6424" y="3806"/>
                  </a:lnTo>
                  <a:lnTo>
                    <a:pt x="2843" y="3679"/>
                  </a:lnTo>
                  <a:lnTo>
                    <a:pt x="2028" y="1924"/>
                  </a:lnTo>
                  <a:lnTo>
                    <a:pt x="218" y="2926"/>
                  </a:lnTo>
                  <a:lnTo>
                    <a:pt x="17" y="2262"/>
                  </a:lnTo>
                  <a:lnTo>
                    <a:pt x="0" y="1402"/>
                  </a:lnTo>
                  <a:lnTo>
                    <a:pt x="247" y="167"/>
                  </a:lnTo>
                  <a:lnTo>
                    <a:pt x="1405" y="6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4620985" y="4001185"/>
              <a:ext cx="261" cy="354"/>
            </a:xfrm>
            <a:custGeom>
              <a:avLst/>
              <a:pathLst>
                <a:path w="261" h="354">
                  <a:moveTo>
                    <a:pt x="253" y="51"/>
                  </a:moveTo>
                  <a:lnTo>
                    <a:pt x="261" y="354"/>
                  </a:lnTo>
                  <a:lnTo>
                    <a:pt x="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3994689" y="5078392"/>
              <a:ext cx="2815" cy="5554"/>
            </a:xfrm>
            <a:custGeom>
              <a:avLst/>
              <a:pathLst>
                <a:path w="2815" h="5554">
                  <a:moveTo>
                    <a:pt x="1522" y="5321"/>
                  </a:moveTo>
                  <a:lnTo>
                    <a:pt x="811" y="5554"/>
                  </a:lnTo>
                  <a:lnTo>
                    <a:pt x="592" y="4593"/>
                  </a:lnTo>
                  <a:lnTo>
                    <a:pt x="619" y="3321"/>
                  </a:lnTo>
                  <a:lnTo>
                    <a:pt x="223" y="2311"/>
                  </a:lnTo>
                  <a:lnTo>
                    <a:pt x="0" y="1188"/>
                  </a:lnTo>
                  <a:lnTo>
                    <a:pt x="196" y="121"/>
                  </a:lnTo>
                  <a:lnTo>
                    <a:pt x="1338" y="0"/>
                  </a:lnTo>
                  <a:lnTo>
                    <a:pt x="2516" y="343"/>
                  </a:lnTo>
                  <a:lnTo>
                    <a:pt x="2815" y="2138"/>
                  </a:lnTo>
                  <a:lnTo>
                    <a:pt x="1968" y="459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3990310" y="5071821"/>
              <a:ext cx="20552" cy="31127"/>
            </a:xfrm>
            <a:custGeom>
              <a:avLst/>
              <a:pathLst>
                <a:path w="20552" h="31127">
                  <a:moveTo>
                    <a:pt x="4779" y="13389"/>
                  </a:moveTo>
                  <a:lnTo>
                    <a:pt x="5703" y="13562"/>
                  </a:lnTo>
                  <a:lnTo>
                    <a:pt x="6268" y="13291"/>
                  </a:lnTo>
                  <a:lnTo>
                    <a:pt x="8808" y="9392"/>
                  </a:lnTo>
                  <a:lnTo>
                    <a:pt x="9473" y="9294"/>
                  </a:lnTo>
                  <a:lnTo>
                    <a:pt x="9410" y="12278"/>
                  </a:lnTo>
                  <a:lnTo>
                    <a:pt x="10063" y="13620"/>
                  </a:lnTo>
                  <a:lnTo>
                    <a:pt x="9237" y="13963"/>
                  </a:lnTo>
                  <a:lnTo>
                    <a:pt x="7672" y="13816"/>
                  </a:lnTo>
                  <a:lnTo>
                    <a:pt x="7313" y="15521"/>
                  </a:lnTo>
                  <a:lnTo>
                    <a:pt x="8894" y="17706"/>
                  </a:lnTo>
                  <a:lnTo>
                    <a:pt x="9680" y="18006"/>
                  </a:lnTo>
                  <a:lnTo>
                    <a:pt x="10323" y="17980"/>
                  </a:lnTo>
                  <a:lnTo>
                    <a:pt x="11521" y="17484"/>
                  </a:lnTo>
                  <a:lnTo>
                    <a:pt x="12484" y="16699"/>
                  </a:lnTo>
                  <a:lnTo>
                    <a:pt x="13976" y="14875"/>
                  </a:lnTo>
                  <a:lnTo>
                    <a:pt x="14866" y="14171"/>
                  </a:lnTo>
                  <a:lnTo>
                    <a:pt x="16558" y="14139"/>
                  </a:lnTo>
                  <a:lnTo>
                    <a:pt x="17439" y="12411"/>
                  </a:lnTo>
                  <a:lnTo>
                    <a:pt x="17845" y="11883"/>
                  </a:lnTo>
                  <a:lnTo>
                    <a:pt x="18835" y="11958"/>
                  </a:lnTo>
                  <a:lnTo>
                    <a:pt x="19733" y="12630"/>
                  </a:lnTo>
                  <a:lnTo>
                    <a:pt x="20269" y="14197"/>
                  </a:lnTo>
                  <a:lnTo>
                    <a:pt x="20552" y="16104"/>
                  </a:lnTo>
                  <a:lnTo>
                    <a:pt x="20338" y="17997"/>
                  </a:lnTo>
                  <a:lnTo>
                    <a:pt x="19742" y="19833"/>
                  </a:lnTo>
                  <a:lnTo>
                    <a:pt x="18646" y="20955"/>
                  </a:lnTo>
                  <a:lnTo>
                    <a:pt x="18894" y="22294"/>
                  </a:lnTo>
                  <a:lnTo>
                    <a:pt x="18603" y="22975"/>
                  </a:lnTo>
                  <a:lnTo>
                    <a:pt x="18054" y="23013"/>
                  </a:lnTo>
                  <a:lnTo>
                    <a:pt x="17585" y="22704"/>
                  </a:lnTo>
                  <a:lnTo>
                    <a:pt x="16896" y="21131"/>
                  </a:lnTo>
                  <a:lnTo>
                    <a:pt x="16068" y="20286"/>
                  </a:lnTo>
                  <a:lnTo>
                    <a:pt x="14081" y="20343"/>
                  </a:lnTo>
                  <a:lnTo>
                    <a:pt x="13189" y="20450"/>
                  </a:lnTo>
                  <a:lnTo>
                    <a:pt x="13034" y="21653"/>
                  </a:lnTo>
                  <a:lnTo>
                    <a:pt x="12562" y="22577"/>
                  </a:lnTo>
                  <a:lnTo>
                    <a:pt x="12069" y="23085"/>
                  </a:lnTo>
                  <a:lnTo>
                    <a:pt x="11397" y="22863"/>
                  </a:lnTo>
                  <a:lnTo>
                    <a:pt x="11274" y="23376"/>
                  </a:lnTo>
                  <a:lnTo>
                    <a:pt x="11631" y="24634"/>
                  </a:lnTo>
                  <a:lnTo>
                    <a:pt x="12502" y="26227"/>
                  </a:lnTo>
                  <a:lnTo>
                    <a:pt x="14004" y="27338"/>
                  </a:lnTo>
                  <a:lnTo>
                    <a:pt x="14884" y="27566"/>
                  </a:lnTo>
                  <a:lnTo>
                    <a:pt x="15005" y="25451"/>
                  </a:lnTo>
                  <a:lnTo>
                    <a:pt x="16068" y="25203"/>
                  </a:lnTo>
                  <a:lnTo>
                    <a:pt x="17011" y="25832"/>
                  </a:lnTo>
                  <a:lnTo>
                    <a:pt x="17694" y="27393"/>
                  </a:lnTo>
                  <a:lnTo>
                    <a:pt x="17138" y="27904"/>
                  </a:lnTo>
                  <a:lnTo>
                    <a:pt x="16648" y="28732"/>
                  </a:lnTo>
                  <a:lnTo>
                    <a:pt x="16547" y="29803"/>
                  </a:lnTo>
                  <a:lnTo>
                    <a:pt x="15590" y="30965"/>
                  </a:lnTo>
                  <a:lnTo>
                    <a:pt x="15024" y="31090"/>
                  </a:lnTo>
                  <a:lnTo>
                    <a:pt x="13227" y="30521"/>
                  </a:lnTo>
                  <a:lnTo>
                    <a:pt x="12158" y="29208"/>
                  </a:lnTo>
                  <a:lnTo>
                    <a:pt x="11903" y="28282"/>
                  </a:lnTo>
                  <a:lnTo>
                    <a:pt x="11245" y="27933"/>
                  </a:lnTo>
                  <a:lnTo>
                    <a:pt x="10501" y="29127"/>
                  </a:lnTo>
                  <a:lnTo>
                    <a:pt x="9705" y="29387"/>
                  </a:lnTo>
                  <a:lnTo>
                    <a:pt x="8148" y="28394"/>
                  </a:lnTo>
                  <a:lnTo>
                    <a:pt x="6711" y="26793"/>
                  </a:lnTo>
                  <a:lnTo>
                    <a:pt x="5812" y="26190"/>
                  </a:lnTo>
                  <a:lnTo>
                    <a:pt x="4414" y="25803"/>
                  </a:lnTo>
                  <a:lnTo>
                    <a:pt x="3641" y="29445"/>
                  </a:lnTo>
                  <a:lnTo>
                    <a:pt x="2571" y="30983"/>
                  </a:lnTo>
                  <a:lnTo>
                    <a:pt x="1186" y="31127"/>
                  </a:lnTo>
                  <a:lnTo>
                    <a:pt x="520" y="30824"/>
                  </a:lnTo>
                  <a:lnTo>
                    <a:pt x="152" y="29396"/>
                  </a:lnTo>
                  <a:lnTo>
                    <a:pt x="249" y="27869"/>
                  </a:lnTo>
                  <a:lnTo>
                    <a:pt x="472" y="26409"/>
                  </a:lnTo>
                  <a:lnTo>
                    <a:pt x="906" y="24914"/>
                  </a:lnTo>
                  <a:lnTo>
                    <a:pt x="1180" y="23281"/>
                  </a:lnTo>
                  <a:lnTo>
                    <a:pt x="1063" y="21740"/>
                  </a:lnTo>
                  <a:lnTo>
                    <a:pt x="563" y="20609"/>
                  </a:lnTo>
                  <a:lnTo>
                    <a:pt x="827" y="18583"/>
                  </a:lnTo>
                  <a:lnTo>
                    <a:pt x="337" y="16996"/>
                  </a:lnTo>
                  <a:lnTo>
                    <a:pt x="506" y="15827"/>
                  </a:lnTo>
                  <a:lnTo>
                    <a:pt x="1310" y="15025"/>
                  </a:lnTo>
                  <a:lnTo>
                    <a:pt x="969" y="14327"/>
                  </a:lnTo>
                  <a:lnTo>
                    <a:pt x="542" y="14142"/>
                  </a:lnTo>
                  <a:lnTo>
                    <a:pt x="237" y="13216"/>
                  </a:lnTo>
                  <a:lnTo>
                    <a:pt x="0" y="12099"/>
                  </a:lnTo>
                  <a:lnTo>
                    <a:pt x="311" y="9995"/>
                  </a:lnTo>
                  <a:lnTo>
                    <a:pt x="775" y="7970"/>
                  </a:lnTo>
                  <a:lnTo>
                    <a:pt x="719" y="5681"/>
                  </a:lnTo>
                  <a:lnTo>
                    <a:pt x="1504" y="3520"/>
                  </a:lnTo>
                  <a:lnTo>
                    <a:pt x="2176" y="1105"/>
                  </a:lnTo>
                  <a:lnTo>
                    <a:pt x="2680" y="141"/>
                  </a:lnTo>
                  <a:lnTo>
                    <a:pt x="3310" y="0"/>
                  </a:lnTo>
                  <a:lnTo>
                    <a:pt x="3587" y="675"/>
                  </a:lnTo>
                  <a:lnTo>
                    <a:pt x="3723" y="1994"/>
                  </a:lnTo>
                  <a:lnTo>
                    <a:pt x="3475" y="2848"/>
                  </a:lnTo>
                  <a:lnTo>
                    <a:pt x="4064" y="3237"/>
                  </a:lnTo>
                  <a:lnTo>
                    <a:pt x="4218" y="6045"/>
                  </a:lnTo>
                  <a:lnTo>
                    <a:pt x="3850" y="7193"/>
                  </a:lnTo>
                  <a:lnTo>
                    <a:pt x="3796" y="8307"/>
                  </a:lnTo>
                  <a:lnTo>
                    <a:pt x="3028" y="10671"/>
                  </a:lnTo>
                  <a:lnTo>
                    <a:pt x="3252" y="1257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3793404" y="5002984"/>
              <a:ext cx="2017" cy="3601"/>
            </a:xfrm>
            <a:custGeom>
              <a:avLst/>
              <a:pathLst>
                <a:path w="2017" h="3601">
                  <a:moveTo>
                    <a:pt x="2017" y="3341"/>
                  </a:moveTo>
                  <a:lnTo>
                    <a:pt x="1178" y="3601"/>
                  </a:lnTo>
                  <a:lnTo>
                    <a:pt x="429" y="2992"/>
                  </a:lnTo>
                  <a:lnTo>
                    <a:pt x="0" y="1382"/>
                  </a:lnTo>
                  <a:lnTo>
                    <a:pt x="950" y="0"/>
                  </a:lnTo>
                  <a:lnTo>
                    <a:pt x="1437" y="946"/>
                  </a:lnTo>
                  <a:lnTo>
                    <a:pt x="1796" y="200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486705" y="3126744"/>
              <a:ext cx="2313" cy="5075"/>
            </a:xfrm>
            <a:custGeom>
              <a:avLst/>
              <a:pathLst>
                <a:path w="2313" h="5075">
                  <a:moveTo>
                    <a:pt x="1968" y="3898"/>
                  </a:moveTo>
                  <a:lnTo>
                    <a:pt x="1599" y="5075"/>
                  </a:lnTo>
                  <a:lnTo>
                    <a:pt x="315" y="4598"/>
                  </a:lnTo>
                  <a:lnTo>
                    <a:pt x="58" y="3126"/>
                  </a:lnTo>
                  <a:lnTo>
                    <a:pt x="0" y="2092"/>
                  </a:lnTo>
                  <a:lnTo>
                    <a:pt x="803" y="0"/>
                  </a:lnTo>
                  <a:lnTo>
                    <a:pt x="1709" y="900"/>
                  </a:lnTo>
                  <a:lnTo>
                    <a:pt x="2058" y="1887"/>
                  </a:lnTo>
                  <a:lnTo>
                    <a:pt x="2313" y="2083"/>
                  </a:lnTo>
                  <a:lnTo>
                    <a:pt x="2308" y="2928"/>
                  </a:lnTo>
                  <a:lnTo>
                    <a:pt x="2211" y="35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486916" y="3110636"/>
              <a:ext cx="1399" cy="4886"/>
            </a:xfrm>
            <a:custGeom>
              <a:avLst/>
              <a:pathLst>
                <a:path w="1399" h="4886">
                  <a:moveTo>
                    <a:pt x="1399" y="4110"/>
                  </a:moveTo>
                  <a:lnTo>
                    <a:pt x="1228" y="4886"/>
                  </a:lnTo>
                  <a:lnTo>
                    <a:pt x="287" y="3484"/>
                  </a:lnTo>
                  <a:lnTo>
                    <a:pt x="0" y="845"/>
                  </a:lnTo>
                  <a:lnTo>
                    <a:pt x="29" y="288"/>
                  </a:lnTo>
                  <a:lnTo>
                    <a:pt x="187" y="0"/>
                  </a:lnTo>
                  <a:lnTo>
                    <a:pt x="561" y="507"/>
                  </a:lnTo>
                  <a:lnTo>
                    <a:pt x="1058" y="696"/>
                  </a:lnTo>
                  <a:lnTo>
                    <a:pt x="1371" y="155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5026800" y="5243676"/>
              <a:ext cx="1414" cy="8180"/>
            </a:xfrm>
            <a:custGeom>
              <a:avLst/>
              <a:pathLst>
                <a:path w="1414" h="8180">
                  <a:moveTo>
                    <a:pt x="493" y="7014"/>
                  </a:moveTo>
                  <a:lnTo>
                    <a:pt x="106" y="8180"/>
                  </a:lnTo>
                  <a:lnTo>
                    <a:pt x="0" y="6844"/>
                  </a:lnTo>
                  <a:lnTo>
                    <a:pt x="702" y="995"/>
                  </a:lnTo>
                  <a:lnTo>
                    <a:pt x="1414" y="0"/>
                  </a:lnTo>
                  <a:lnTo>
                    <a:pt x="1262" y="30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4891796" y="4912920"/>
              <a:ext cx="2892" cy="6556"/>
            </a:xfrm>
            <a:custGeom>
              <a:avLst/>
              <a:pathLst>
                <a:path w="2892" h="6556">
                  <a:moveTo>
                    <a:pt x="2892" y="3488"/>
                  </a:moveTo>
                  <a:lnTo>
                    <a:pt x="2349" y="6556"/>
                  </a:lnTo>
                  <a:lnTo>
                    <a:pt x="1458" y="6033"/>
                  </a:lnTo>
                  <a:lnTo>
                    <a:pt x="565" y="6538"/>
                  </a:lnTo>
                  <a:lnTo>
                    <a:pt x="3" y="4498"/>
                  </a:lnTo>
                  <a:lnTo>
                    <a:pt x="0" y="3959"/>
                  </a:lnTo>
                  <a:lnTo>
                    <a:pt x="672" y="4472"/>
                  </a:lnTo>
                  <a:lnTo>
                    <a:pt x="920" y="3809"/>
                  </a:lnTo>
                  <a:lnTo>
                    <a:pt x="1078" y="2963"/>
                  </a:lnTo>
                  <a:lnTo>
                    <a:pt x="1323" y="2732"/>
                  </a:lnTo>
                  <a:lnTo>
                    <a:pt x="1488" y="1523"/>
                  </a:lnTo>
                  <a:lnTo>
                    <a:pt x="2062" y="0"/>
                  </a:lnTo>
                  <a:lnTo>
                    <a:pt x="2391" y="40"/>
                  </a:lnTo>
                  <a:lnTo>
                    <a:pt x="2736" y="19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4893998" y="4907051"/>
              <a:ext cx="1593" cy="4744"/>
            </a:xfrm>
            <a:custGeom>
              <a:avLst/>
              <a:pathLst>
                <a:path w="1593" h="4744">
                  <a:moveTo>
                    <a:pt x="1593" y="4741"/>
                  </a:moveTo>
                  <a:lnTo>
                    <a:pt x="872" y="4744"/>
                  </a:lnTo>
                  <a:lnTo>
                    <a:pt x="606" y="4495"/>
                  </a:lnTo>
                  <a:lnTo>
                    <a:pt x="477" y="3044"/>
                  </a:lnTo>
                  <a:lnTo>
                    <a:pt x="0" y="2406"/>
                  </a:lnTo>
                  <a:lnTo>
                    <a:pt x="265" y="1921"/>
                  </a:lnTo>
                  <a:lnTo>
                    <a:pt x="359" y="1015"/>
                  </a:lnTo>
                  <a:lnTo>
                    <a:pt x="649" y="0"/>
                  </a:lnTo>
                  <a:lnTo>
                    <a:pt x="1164" y="11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4902361" y="4892657"/>
              <a:ext cx="1689" cy="3725"/>
            </a:xfrm>
            <a:custGeom>
              <a:avLst/>
              <a:pathLst>
                <a:path w="1689" h="3725">
                  <a:moveTo>
                    <a:pt x="938" y="3465"/>
                  </a:moveTo>
                  <a:lnTo>
                    <a:pt x="292" y="3725"/>
                  </a:lnTo>
                  <a:lnTo>
                    <a:pt x="79" y="3595"/>
                  </a:lnTo>
                  <a:lnTo>
                    <a:pt x="93" y="2074"/>
                  </a:lnTo>
                  <a:lnTo>
                    <a:pt x="0" y="1396"/>
                  </a:lnTo>
                  <a:lnTo>
                    <a:pt x="573" y="0"/>
                  </a:lnTo>
                  <a:lnTo>
                    <a:pt x="1381" y="672"/>
                  </a:lnTo>
                  <a:lnTo>
                    <a:pt x="1689" y="1731"/>
                  </a:lnTo>
                  <a:lnTo>
                    <a:pt x="895" y="25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4863502" y="4835897"/>
              <a:ext cx="42539" cy="87083"/>
            </a:xfrm>
            <a:custGeom>
              <a:avLst/>
              <a:pathLst>
                <a:path w="42539" h="87083">
                  <a:moveTo>
                    <a:pt x="4567" y="3381"/>
                  </a:moveTo>
                  <a:lnTo>
                    <a:pt x="5898" y="3497"/>
                  </a:lnTo>
                  <a:lnTo>
                    <a:pt x="6654" y="2744"/>
                  </a:lnTo>
                  <a:lnTo>
                    <a:pt x="7329" y="2885"/>
                  </a:lnTo>
                  <a:lnTo>
                    <a:pt x="8093" y="4553"/>
                  </a:lnTo>
                  <a:lnTo>
                    <a:pt x="9014" y="5494"/>
                  </a:lnTo>
                  <a:lnTo>
                    <a:pt x="9655" y="5321"/>
                  </a:lnTo>
                  <a:lnTo>
                    <a:pt x="10212" y="5664"/>
                  </a:lnTo>
                  <a:lnTo>
                    <a:pt x="10706" y="6850"/>
                  </a:lnTo>
                  <a:lnTo>
                    <a:pt x="11967" y="7883"/>
                  </a:lnTo>
                  <a:lnTo>
                    <a:pt x="12517" y="8561"/>
                  </a:lnTo>
                  <a:lnTo>
                    <a:pt x="12995" y="9600"/>
                  </a:lnTo>
                  <a:lnTo>
                    <a:pt x="13526" y="10411"/>
                  </a:lnTo>
                  <a:lnTo>
                    <a:pt x="16859" y="13172"/>
                  </a:lnTo>
                  <a:lnTo>
                    <a:pt x="19234" y="14514"/>
                  </a:lnTo>
                  <a:lnTo>
                    <a:pt x="22191" y="13891"/>
                  </a:lnTo>
                  <a:lnTo>
                    <a:pt x="23067" y="13118"/>
                  </a:lnTo>
                  <a:lnTo>
                    <a:pt x="23906" y="11989"/>
                  </a:lnTo>
                  <a:lnTo>
                    <a:pt x="24626" y="13043"/>
                  </a:lnTo>
                  <a:lnTo>
                    <a:pt x="25341" y="14650"/>
                  </a:lnTo>
                  <a:lnTo>
                    <a:pt x="25201" y="12916"/>
                  </a:lnTo>
                  <a:lnTo>
                    <a:pt x="25438" y="11406"/>
                  </a:lnTo>
                  <a:lnTo>
                    <a:pt x="26161" y="10209"/>
                  </a:lnTo>
                  <a:lnTo>
                    <a:pt x="26971" y="9459"/>
                  </a:lnTo>
                  <a:lnTo>
                    <a:pt x="28305" y="9513"/>
                  </a:lnTo>
                  <a:lnTo>
                    <a:pt x="29607" y="9193"/>
                  </a:lnTo>
                  <a:lnTo>
                    <a:pt x="30183" y="8495"/>
                  </a:lnTo>
                  <a:lnTo>
                    <a:pt x="30777" y="8397"/>
                  </a:lnTo>
                  <a:lnTo>
                    <a:pt x="31550" y="9257"/>
                  </a:lnTo>
                  <a:lnTo>
                    <a:pt x="32322" y="9733"/>
                  </a:lnTo>
                  <a:lnTo>
                    <a:pt x="32851" y="8625"/>
                  </a:lnTo>
                  <a:lnTo>
                    <a:pt x="33755" y="6007"/>
                  </a:lnTo>
                  <a:lnTo>
                    <a:pt x="34243" y="5095"/>
                  </a:lnTo>
                  <a:lnTo>
                    <a:pt x="36498" y="5892"/>
                  </a:lnTo>
                  <a:lnTo>
                    <a:pt x="37134" y="5918"/>
                  </a:lnTo>
                  <a:lnTo>
                    <a:pt x="38237" y="3171"/>
                  </a:lnTo>
                  <a:lnTo>
                    <a:pt x="38974" y="3211"/>
                  </a:lnTo>
                  <a:lnTo>
                    <a:pt x="41073" y="5396"/>
                  </a:lnTo>
                  <a:lnTo>
                    <a:pt x="41967" y="8120"/>
                  </a:lnTo>
                  <a:lnTo>
                    <a:pt x="41881" y="13092"/>
                  </a:lnTo>
                  <a:lnTo>
                    <a:pt x="41952" y="14843"/>
                  </a:lnTo>
                  <a:lnTo>
                    <a:pt x="42121" y="16572"/>
                  </a:lnTo>
                  <a:lnTo>
                    <a:pt x="42189" y="20017"/>
                  </a:lnTo>
                  <a:lnTo>
                    <a:pt x="41932" y="23425"/>
                  </a:lnTo>
                  <a:lnTo>
                    <a:pt x="41898" y="26083"/>
                  </a:lnTo>
                  <a:lnTo>
                    <a:pt x="42009" y="28778"/>
                  </a:lnTo>
                  <a:lnTo>
                    <a:pt x="41906" y="33788"/>
                  </a:lnTo>
                  <a:lnTo>
                    <a:pt x="42230" y="37097"/>
                  </a:lnTo>
                  <a:lnTo>
                    <a:pt x="42068" y="39357"/>
                  </a:lnTo>
                  <a:lnTo>
                    <a:pt x="42066" y="40413"/>
                  </a:lnTo>
                  <a:lnTo>
                    <a:pt x="42371" y="41411"/>
                  </a:lnTo>
                  <a:lnTo>
                    <a:pt x="42519" y="42517"/>
                  </a:lnTo>
                  <a:lnTo>
                    <a:pt x="42406" y="43936"/>
                  </a:lnTo>
                  <a:lnTo>
                    <a:pt x="42539" y="45596"/>
                  </a:lnTo>
                  <a:lnTo>
                    <a:pt x="42408" y="46963"/>
                  </a:lnTo>
                  <a:lnTo>
                    <a:pt x="41937" y="46767"/>
                  </a:lnTo>
                  <a:lnTo>
                    <a:pt x="41784" y="45717"/>
                  </a:lnTo>
                  <a:lnTo>
                    <a:pt x="41871" y="44358"/>
                  </a:lnTo>
                  <a:lnTo>
                    <a:pt x="41786" y="43264"/>
                  </a:lnTo>
                  <a:lnTo>
                    <a:pt x="41540" y="42265"/>
                  </a:lnTo>
                  <a:lnTo>
                    <a:pt x="40704" y="41146"/>
                  </a:lnTo>
                  <a:lnTo>
                    <a:pt x="40949" y="40474"/>
                  </a:lnTo>
                  <a:lnTo>
                    <a:pt x="41377" y="39879"/>
                  </a:lnTo>
                  <a:lnTo>
                    <a:pt x="41055" y="38347"/>
                  </a:lnTo>
                  <a:lnTo>
                    <a:pt x="40520" y="39596"/>
                  </a:lnTo>
                  <a:lnTo>
                    <a:pt x="40222" y="41296"/>
                  </a:lnTo>
                  <a:lnTo>
                    <a:pt x="40394" y="41841"/>
                  </a:lnTo>
                  <a:lnTo>
                    <a:pt x="40064" y="42297"/>
                  </a:lnTo>
                  <a:lnTo>
                    <a:pt x="39363" y="44265"/>
                  </a:lnTo>
                  <a:lnTo>
                    <a:pt x="38858" y="46900"/>
                  </a:lnTo>
                  <a:lnTo>
                    <a:pt x="38653" y="49431"/>
                  </a:lnTo>
                  <a:lnTo>
                    <a:pt x="38704" y="52114"/>
                  </a:lnTo>
                  <a:lnTo>
                    <a:pt x="38292" y="54180"/>
                  </a:lnTo>
                  <a:lnTo>
                    <a:pt x="37726" y="56148"/>
                  </a:lnTo>
                  <a:lnTo>
                    <a:pt x="37585" y="58691"/>
                  </a:lnTo>
                  <a:lnTo>
                    <a:pt x="37619" y="63357"/>
                  </a:lnTo>
                  <a:lnTo>
                    <a:pt x="38110" y="67613"/>
                  </a:lnTo>
                  <a:lnTo>
                    <a:pt x="38376" y="73422"/>
                  </a:lnTo>
                  <a:lnTo>
                    <a:pt x="37968" y="74155"/>
                  </a:lnTo>
                  <a:lnTo>
                    <a:pt x="36739" y="74547"/>
                  </a:lnTo>
                  <a:lnTo>
                    <a:pt x="36132" y="75283"/>
                  </a:lnTo>
                  <a:lnTo>
                    <a:pt x="35131" y="72403"/>
                  </a:lnTo>
                  <a:lnTo>
                    <a:pt x="34545" y="69391"/>
                  </a:lnTo>
                  <a:lnTo>
                    <a:pt x="34998" y="68187"/>
                  </a:lnTo>
                  <a:lnTo>
                    <a:pt x="35995" y="68883"/>
                  </a:lnTo>
                  <a:lnTo>
                    <a:pt x="36299" y="68199"/>
                  </a:lnTo>
                  <a:lnTo>
                    <a:pt x="36380" y="67426"/>
                  </a:lnTo>
                  <a:lnTo>
                    <a:pt x="36295" y="66658"/>
                  </a:lnTo>
                  <a:lnTo>
                    <a:pt x="35069" y="64999"/>
                  </a:lnTo>
                  <a:lnTo>
                    <a:pt x="33692" y="64222"/>
                  </a:lnTo>
                  <a:lnTo>
                    <a:pt x="33255" y="65178"/>
                  </a:lnTo>
                  <a:lnTo>
                    <a:pt x="33407" y="68029"/>
                  </a:lnTo>
                  <a:lnTo>
                    <a:pt x="33265" y="68678"/>
                  </a:lnTo>
                  <a:lnTo>
                    <a:pt x="32294" y="69769"/>
                  </a:lnTo>
                  <a:lnTo>
                    <a:pt x="31784" y="65645"/>
                  </a:lnTo>
                  <a:lnTo>
                    <a:pt x="30517" y="62604"/>
                  </a:lnTo>
                  <a:lnTo>
                    <a:pt x="30563" y="64069"/>
                  </a:lnTo>
                  <a:lnTo>
                    <a:pt x="31089" y="66612"/>
                  </a:lnTo>
                  <a:lnTo>
                    <a:pt x="31032" y="67731"/>
                  </a:lnTo>
                  <a:lnTo>
                    <a:pt x="30828" y="69180"/>
                  </a:lnTo>
                  <a:lnTo>
                    <a:pt x="30319" y="69720"/>
                  </a:lnTo>
                  <a:lnTo>
                    <a:pt x="30078" y="70883"/>
                  </a:lnTo>
                  <a:lnTo>
                    <a:pt x="30078" y="72519"/>
                  </a:lnTo>
                  <a:lnTo>
                    <a:pt x="29908" y="75162"/>
                  </a:lnTo>
                  <a:lnTo>
                    <a:pt x="29077" y="76342"/>
                  </a:lnTo>
                  <a:lnTo>
                    <a:pt x="27053" y="73402"/>
                  </a:lnTo>
                  <a:lnTo>
                    <a:pt x="26914" y="74391"/>
                  </a:lnTo>
                  <a:lnTo>
                    <a:pt x="26944" y="75246"/>
                  </a:lnTo>
                  <a:lnTo>
                    <a:pt x="27978" y="76934"/>
                  </a:lnTo>
                  <a:lnTo>
                    <a:pt x="27502" y="78209"/>
                  </a:lnTo>
                  <a:lnTo>
                    <a:pt x="27142" y="79704"/>
                  </a:lnTo>
                  <a:lnTo>
                    <a:pt x="26567" y="83628"/>
                  </a:lnTo>
                  <a:lnTo>
                    <a:pt x="25637" y="86881"/>
                  </a:lnTo>
                  <a:lnTo>
                    <a:pt x="25181" y="87083"/>
                  </a:lnTo>
                  <a:lnTo>
                    <a:pt x="23627" y="86569"/>
                  </a:lnTo>
                  <a:lnTo>
                    <a:pt x="21893" y="83819"/>
                  </a:lnTo>
                  <a:lnTo>
                    <a:pt x="20335" y="84133"/>
                  </a:lnTo>
                  <a:lnTo>
                    <a:pt x="17729" y="83934"/>
                  </a:lnTo>
                  <a:lnTo>
                    <a:pt x="16077" y="84950"/>
                  </a:lnTo>
                  <a:lnTo>
                    <a:pt x="15731" y="81926"/>
                  </a:lnTo>
                  <a:lnTo>
                    <a:pt x="15370" y="80850"/>
                  </a:lnTo>
                  <a:lnTo>
                    <a:pt x="15516" y="79894"/>
                  </a:lnTo>
                  <a:lnTo>
                    <a:pt x="16832" y="79254"/>
                  </a:lnTo>
                  <a:lnTo>
                    <a:pt x="18185" y="79280"/>
                  </a:lnTo>
                  <a:lnTo>
                    <a:pt x="17974" y="78125"/>
                  </a:lnTo>
                  <a:lnTo>
                    <a:pt x="17611" y="77698"/>
                  </a:lnTo>
                  <a:lnTo>
                    <a:pt x="17020" y="77978"/>
                  </a:lnTo>
                  <a:lnTo>
                    <a:pt x="15296" y="76971"/>
                  </a:lnTo>
                  <a:lnTo>
                    <a:pt x="14122" y="77421"/>
                  </a:lnTo>
                  <a:lnTo>
                    <a:pt x="13310" y="75993"/>
                  </a:lnTo>
                  <a:lnTo>
                    <a:pt x="11915" y="71027"/>
                  </a:lnTo>
                  <a:lnTo>
                    <a:pt x="11092" y="68730"/>
                  </a:lnTo>
                  <a:lnTo>
                    <a:pt x="10602" y="67835"/>
                  </a:lnTo>
                  <a:lnTo>
                    <a:pt x="10028" y="67345"/>
                  </a:lnTo>
                  <a:lnTo>
                    <a:pt x="9683" y="66615"/>
                  </a:lnTo>
                  <a:lnTo>
                    <a:pt x="7158" y="55317"/>
                  </a:lnTo>
                  <a:lnTo>
                    <a:pt x="6801" y="52694"/>
                  </a:lnTo>
                  <a:lnTo>
                    <a:pt x="6360" y="46054"/>
                  </a:lnTo>
                  <a:lnTo>
                    <a:pt x="8364" y="49234"/>
                  </a:lnTo>
                  <a:lnTo>
                    <a:pt x="9077" y="51246"/>
                  </a:lnTo>
                  <a:lnTo>
                    <a:pt x="9461" y="53797"/>
                  </a:lnTo>
                  <a:lnTo>
                    <a:pt x="10140" y="50703"/>
                  </a:lnTo>
                  <a:lnTo>
                    <a:pt x="10017" y="49708"/>
                  </a:lnTo>
                  <a:lnTo>
                    <a:pt x="8219" y="45956"/>
                  </a:lnTo>
                  <a:lnTo>
                    <a:pt x="7981" y="44868"/>
                  </a:lnTo>
                  <a:lnTo>
                    <a:pt x="7882" y="43578"/>
                  </a:lnTo>
                  <a:lnTo>
                    <a:pt x="7461" y="44877"/>
                  </a:lnTo>
                  <a:lnTo>
                    <a:pt x="6775" y="45053"/>
                  </a:lnTo>
                  <a:lnTo>
                    <a:pt x="7053" y="42404"/>
                  </a:lnTo>
                  <a:lnTo>
                    <a:pt x="6813" y="39813"/>
                  </a:lnTo>
                  <a:lnTo>
                    <a:pt x="4709" y="34114"/>
                  </a:lnTo>
                  <a:lnTo>
                    <a:pt x="3100" y="28715"/>
                  </a:lnTo>
                  <a:lnTo>
                    <a:pt x="1517" y="22060"/>
                  </a:lnTo>
                  <a:lnTo>
                    <a:pt x="1381" y="21209"/>
                  </a:lnTo>
                  <a:lnTo>
                    <a:pt x="1360" y="19775"/>
                  </a:lnTo>
                  <a:lnTo>
                    <a:pt x="594" y="15319"/>
                  </a:lnTo>
                  <a:lnTo>
                    <a:pt x="187" y="12015"/>
                  </a:lnTo>
                  <a:lnTo>
                    <a:pt x="0" y="9118"/>
                  </a:lnTo>
                  <a:lnTo>
                    <a:pt x="731" y="3269"/>
                  </a:lnTo>
                  <a:lnTo>
                    <a:pt x="833" y="0"/>
                  </a:lnTo>
                  <a:lnTo>
                    <a:pt x="1984" y="14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4903449" y="4830899"/>
              <a:ext cx="1376" cy="2643"/>
            </a:xfrm>
            <a:custGeom>
              <a:avLst/>
              <a:pathLst>
                <a:path w="1376" h="2643">
                  <a:moveTo>
                    <a:pt x="1376" y="354"/>
                  </a:moveTo>
                  <a:lnTo>
                    <a:pt x="811" y="2643"/>
                  </a:lnTo>
                  <a:lnTo>
                    <a:pt x="111" y="1206"/>
                  </a:lnTo>
                  <a:lnTo>
                    <a:pt x="0" y="542"/>
                  </a:lnTo>
                  <a:lnTo>
                    <a:pt x="873" y="0"/>
                  </a:lnTo>
                  <a:lnTo>
                    <a:pt x="1163" y="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4864239" y="4828882"/>
              <a:ext cx="928" cy="4568"/>
            </a:xfrm>
            <a:custGeom>
              <a:avLst/>
              <a:pathLst>
                <a:path w="928" h="4568">
                  <a:moveTo>
                    <a:pt x="853" y="2123"/>
                  </a:moveTo>
                  <a:lnTo>
                    <a:pt x="436" y="4568"/>
                  </a:lnTo>
                  <a:lnTo>
                    <a:pt x="0" y="1488"/>
                  </a:lnTo>
                  <a:lnTo>
                    <a:pt x="472" y="1044"/>
                  </a:lnTo>
                  <a:lnTo>
                    <a:pt x="842" y="0"/>
                  </a:lnTo>
                  <a:lnTo>
                    <a:pt x="928" y="1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4902219" y="4825101"/>
              <a:ext cx="5336" cy="5624"/>
            </a:xfrm>
            <a:custGeom>
              <a:avLst/>
              <a:pathLst>
                <a:path w="5336" h="5624">
                  <a:moveTo>
                    <a:pt x="3634" y="0"/>
                  </a:moveTo>
                  <a:lnTo>
                    <a:pt x="4721" y="1780"/>
                  </a:lnTo>
                  <a:lnTo>
                    <a:pt x="5336" y="3708"/>
                  </a:lnTo>
                  <a:lnTo>
                    <a:pt x="4529" y="5306"/>
                  </a:lnTo>
                  <a:lnTo>
                    <a:pt x="3939" y="5624"/>
                  </a:lnTo>
                  <a:lnTo>
                    <a:pt x="3555" y="3771"/>
                  </a:lnTo>
                  <a:lnTo>
                    <a:pt x="2343" y="4449"/>
                  </a:lnTo>
                  <a:lnTo>
                    <a:pt x="1059" y="4276"/>
                  </a:lnTo>
                  <a:lnTo>
                    <a:pt x="111" y="2874"/>
                  </a:lnTo>
                  <a:lnTo>
                    <a:pt x="0" y="2175"/>
                  </a:lnTo>
                  <a:lnTo>
                    <a:pt x="556" y="1474"/>
                  </a:lnTo>
                  <a:lnTo>
                    <a:pt x="2159" y="15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4899420" y="4807935"/>
              <a:ext cx="6399" cy="15842"/>
            </a:xfrm>
            <a:custGeom>
              <a:avLst/>
              <a:pathLst>
                <a:path w="6399" h="15842">
                  <a:moveTo>
                    <a:pt x="2683" y="934"/>
                  </a:moveTo>
                  <a:lnTo>
                    <a:pt x="4726" y="6279"/>
                  </a:lnTo>
                  <a:lnTo>
                    <a:pt x="5786" y="7113"/>
                  </a:lnTo>
                  <a:lnTo>
                    <a:pt x="6101" y="7675"/>
                  </a:lnTo>
                  <a:lnTo>
                    <a:pt x="6014" y="10030"/>
                  </a:lnTo>
                  <a:lnTo>
                    <a:pt x="5565" y="11037"/>
                  </a:lnTo>
                  <a:lnTo>
                    <a:pt x="6399" y="12365"/>
                  </a:lnTo>
                  <a:lnTo>
                    <a:pt x="6287" y="13224"/>
                  </a:lnTo>
                  <a:lnTo>
                    <a:pt x="6125" y="13193"/>
                  </a:lnTo>
                  <a:lnTo>
                    <a:pt x="5100" y="15002"/>
                  </a:lnTo>
                  <a:lnTo>
                    <a:pt x="3895" y="15842"/>
                  </a:lnTo>
                  <a:lnTo>
                    <a:pt x="3526" y="15213"/>
                  </a:lnTo>
                  <a:lnTo>
                    <a:pt x="3218" y="14385"/>
                  </a:lnTo>
                  <a:lnTo>
                    <a:pt x="2964" y="13178"/>
                  </a:lnTo>
                  <a:lnTo>
                    <a:pt x="1419" y="8527"/>
                  </a:lnTo>
                  <a:lnTo>
                    <a:pt x="1597" y="7251"/>
                  </a:lnTo>
                  <a:lnTo>
                    <a:pt x="1255" y="5303"/>
                  </a:lnTo>
                  <a:lnTo>
                    <a:pt x="519" y="5451"/>
                  </a:lnTo>
                  <a:lnTo>
                    <a:pt x="0" y="4265"/>
                  </a:lnTo>
                  <a:lnTo>
                    <a:pt x="828" y="3119"/>
                  </a:lnTo>
                  <a:lnTo>
                    <a:pt x="190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4854209" y="4803626"/>
              <a:ext cx="3480" cy="15957"/>
            </a:xfrm>
            <a:custGeom>
              <a:avLst/>
              <a:pathLst>
                <a:path w="3480" h="15957">
                  <a:moveTo>
                    <a:pt x="1028" y="15836"/>
                  </a:moveTo>
                  <a:lnTo>
                    <a:pt x="692" y="15957"/>
                  </a:lnTo>
                  <a:lnTo>
                    <a:pt x="428" y="14295"/>
                  </a:lnTo>
                  <a:lnTo>
                    <a:pt x="564" y="11920"/>
                  </a:lnTo>
                  <a:lnTo>
                    <a:pt x="0" y="9571"/>
                  </a:lnTo>
                  <a:lnTo>
                    <a:pt x="306" y="7211"/>
                  </a:lnTo>
                  <a:lnTo>
                    <a:pt x="267" y="4663"/>
                  </a:lnTo>
                  <a:lnTo>
                    <a:pt x="469" y="3540"/>
                  </a:lnTo>
                  <a:lnTo>
                    <a:pt x="1159" y="2302"/>
                  </a:lnTo>
                  <a:lnTo>
                    <a:pt x="1268" y="103"/>
                  </a:lnTo>
                  <a:lnTo>
                    <a:pt x="1866" y="0"/>
                  </a:lnTo>
                  <a:lnTo>
                    <a:pt x="2908" y="1711"/>
                  </a:lnTo>
                  <a:lnTo>
                    <a:pt x="3248" y="6059"/>
                  </a:lnTo>
                  <a:lnTo>
                    <a:pt x="3078" y="8682"/>
                  </a:lnTo>
                  <a:lnTo>
                    <a:pt x="3480" y="11040"/>
                  </a:lnTo>
                  <a:lnTo>
                    <a:pt x="3145" y="13057"/>
                  </a:lnTo>
                  <a:lnTo>
                    <a:pt x="2261" y="147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4869053" y="4770485"/>
              <a:ext cx="2608" cy="2908"/>
            </a:xfrm>
            <a:custGeom>
              <a:avLst/>
              <a:pathLst>
                <a:path w="2608" h="2908">
                  <a:moveTo>
                    <a:pt x="2140" y="952"/>
                  </a:moveTo>
                  <a:lnTo>
                    <a:pt x="2540" y="2351"/>
                  </a:lnTo>
                  <a:lnTo>
                    <a:pt x="2608" y="2908"/>
                  </a:lnTo>
                  <a:lnTo>
                    <a:pt x="1639" y="1806"/>
                  </a:lnTo>
                  <a:lnTo>
                    <a:pt x="0" y="2040"/>
                  </a:lnTo>
                  <a:lnTo>
                    <a:pt x="1028" y="0"/>
                  </a:lnTo>
                  <a:lnTo>
                    <a:pt x="1835" y="4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4870800" y="4766217"/>
              <a:ext cx="2373" cy="3156"/>
            </a:xfrm>
            <a:custGeom>
              <a:avLst/>
              <a:pathLst>
                <a:path w="2373" h="3156">
                  <a:moveTo>
                    <a:pt x="2373" y="1203"/>
                  </a:moveTo>
                  <a:lnTo>
                    <a:pt x="639" y="3156"/>
                  </a:lnTo>
                  <a:lnTo>
                    <a:pt x="0" y="2259"/>
                  </a:lnTo>
                  <a:lnTo>
                    <a:pt x="64" y="793"/>
                  </a:lnTo>
                  <a:lnTo>
                    <a:pt x="172" y="141"/>
                  </a:lnTo>
                  <a:lnTo>
                    <a:pt x="168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4770224" y="4685794"/>
              <a:ext cx="18214" cy="14252"/>
            </a:xfrm>
            <a:custGeom>
              <a:avLst/>
              <a:pathLst>
                <a:path w="18214" h="14252">
                  <a:moveTo>
                    <a:pt x="12150" y="4319"/>
                  </a:moveTo>
                  <a:lnTo>
                    <a:pt x="14906" y="5012"/>
                  </a:lnTo>
                  <a:lnTo>
                    <a:pt x="15976" y="3947"/>
                  </a:lnTo>
                  <a:lnTo>
                    <a:pt x="17330" y="4807"/>
                  </a:lnTo>
                  <a:lnTo>
                    <a:pt x="18214" y="7678"/>
                  </a:lnTo>
                  <a:lnTo>
                    <a:pt x="17559" y="9104"/>
                  </a:lnTo>
                  <a:lnTo>
                    <a:pt x="16931" y="9311"/>
                  </a:lnTo>
                  <a:lnTo>
                    <a:pt x="14902" y="8134"/>
                  </a:lnTo>
                  <a:lnTo>
                    <a:pt x="13007" y="9026"/>
                  </a:lnTo>
                  <a:lnTo>
                    <a:pt x="12447" y="10212"/>
                  </a:lnTo>
                  <a:lnTo>
                    <a:pt x="12078" y="12844"/>
                  </a:lnTo>
                  <a:lnTo>
                    <a:pt x="10446" y="14252"/>
                  </a:lnTo>
                  <a:lnTo>
                    <a:pt x="9684" y="12659"/>
                  </a:lnTo>
                  <a:lnTo>
                    <a:pt x="7698" y="11522"/>
                  </a:lnTo>
                  <a:lnTo>
                    <a:pt x="6986" y="13196"/>
                  </a:lnTo>
                  <a:lnTo>
                    <a:pt x="5584" y="12748"/>
                  </a:lnTo>
                  <a:lnTo>
                    <a:pt x="4281" y="13421"/>
                  </a:lnTo>
                  <a:lnTo>
                    <a:pt x="2467" y="13020"/>
                  </a:lnTo>
                  <a:lnTo>
                    <a:pt x="559" y="10131"/>
                  </a:lnTo>
                  <a:lnTo>
                    <a:pt x="0" y="8795"/>
                  </a:lnTo>
                  <a:lnTo>
                    <a:pt x="442" y="6388"/>
                  </a:lnTo>
                  <a:lnTo>
                    <a:pt x="1128" y="4619"/>
                  </a:lnTo>
                  <a:lnTo>
                    <a:pt x="6342" y="2109"/>
                  </a:lnTo>
                  <a:lnTo>
                    <a:pt x="9130" y="0"/>
                  </a:lnTo>
                  <a:lnTo>
                    <a:pt x="11390" y="372"/>
                  </a:lnTo>
                  <a:lnTo>
                    <a:pt x="12018" y="819"/>
                  </a:lnTo>
                  <a:lnTo>
                    <a:pt x="12599" y="1890"/>
                  </a:lnTo>
                  <a:lnTo>
                    <a:pt x="12169" y="38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4964194" y="4443873"/>
              <a:ext cx="1645" cy="9052"/>
            </a:xfrm>
            <a:custGeom>
              <a:avLst/>
              <a:pathLst>
                <a:path w="1645" h="9052">
                  <a:moveTo>
                    <a:pt x="1645" y="917"/>
                  </a:moveTo>
                  <a:lnTo>
                    <a:pt x="655" y="9052"/>
                  </a:lnTo>
                  <a:lnTo>
                    <a:pt x="354" y="8896"/>
                  </a:lnTo>
                  <a:lnTo>
                    <a:pt x="0" y="7672"/>
                  </a:lnTo>
                  <a:lnTo>
                    <a:pt x="58" y="2963"/>
                  </a:lnTo>
                  <a:lnTo>
                    <a:pt x="456" y="0"/>
                  </a:lnTo>
                  <a:lnTo>
                    <a:pt x="1450" y="5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4963840" y="4432777"/>
              <a:ext cx="1171" cy="8896"/>
            </a:xfrm>
            <a:custGeom>
              <a:avLst/>
              <a:pathLst>
                <a:path w="1171" h="8896">
                  <a:moveTo>
                    <a:pt x="891" y="8454"/>
                  </a:moveTo>
                  <a:lnTo>
                    <a:pt x="642" y="8896"/>
                  </a:lnTo>
                  <a:lnTo>
                    <a:pt x="132" y="6071"/>
                  </a:lnTo>
                  <a:lnTo>
                    <a:pt x="0" y="3220"/>
                  </a:lnTo>
                  <a:lnTo>
                    <a:pt x="170" y="577"/>
                  </a:lnTo>
                  <a:lnTo>
                    <a:pt x="774" y="0"/>
                  </a:lnTo>
                  <a:lnTo>
                    <a:pt x="1171" y="242"/>
                  </a:lnTo>
                  <a:lnTo>
                    <a:pt x="705" y="50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4498260" y="4388168"/>
              <a:ext cx="3162" cy="16970"/>
            </a:xfrm>
            <a:custGeom>
              <a:avLst/>
              <a:pathLst>
                <a:path w="3162" h="16970">
                  <a:moveTo>
                    <a:pt x="3162" y="15747"/>
                  </a:moveTo>
                  <a:lnTo>
                    <a:pt x="2856" y="16970"/>
                  </a:lnTo>
                  <a:lnTo>
                    <a:pt x="645" y="7768"/>
                  </a:lnTo>
                  <a:lnTo>
                    <a:pt x="0" y="1465"/>
                  </a:lnTo>
                  <a:lnTo>
                    <a:pt x="447" y="334"/>
                  </a:lnTo>
                  <a:lnTo>
                    <a:pt x="854" y="0"/>
                  </a:lnTo>
                  <a:lnTo>
                    <a:pt x="2164" y="8711"/>
                  </a:lnTo>
                  <a:lnTo>
                    <a:pt x="2570" y="10708"/>
                  </a:lnTo>
                  <a:lnTo>
                    <a:pt x="2573" y="12757"/>
                  </a:lnTo>
                  <a:lnTo>
                    <a:pt x="2763" y="134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4959371" y="4364786"/>
              <a:ext cx="4402" cy="31009"/>
            </a:xfrm>
            <a:custGeom>
              <a:avLst/>
              <a:pathLst>
                <a:path w="4402" h="31009">
                  <a:moveTo>
                    <a:pt x="1159" y="30195"/>
                  </a:moveTo>
                  <a:lnTo>
                    <a:pt x="866" y="31009"/>
                  </a:lnTo>
                  <a:lnTo>
                    <a:pt x="348" y="29549"/>
                  </a:lnTo>
                  <a:lnTo>
                    <a:pt x="0" y="24302"/>
                  </a:lnTo>
                  <a:lnTo>
                    <a:pt x="257" y="21261"/>
                  </a:lnTo>
                  <a:lnTo>
                    <a:pt x="861" y="18479"/>
                  </a:lnTo>
                  <a:lnTo>
                    <a:pt x="967" y="16941"/>
                  </a:lnTo>
                  <a:lnTo>
                    <a:pt x="706" y="13718"/>
                  </a:lnTo>
                  <a:lnTo>
                    <a:pt x="2446" y="10094"/>
                  </a:lnTo>
                  <a:lnTo>
                    <a:pt x="2887" y="8180"/>
                  </a:lnTo>
                  <a:lnTo>
                    <a:pt x="3053" y="5722"/>
                  </a:lnTo>
                  <a:lnTo>
                    <a:pt x="2412" y="3064"/>
                  </a:lnTo>
                  <a:lnTo>
                    <a:pt x="1922" y="2539"/>
                  </a:lnTo>
                  <a:lnTo>
                    <a:pt x="2350" y="1061"/>
                  </a:lnTo>
                  <a:lnTo>
                    <a:pt x="2836" y="314"/>
                  </a:lnTo>
                  <a:lnTo>
                    <a:pt x="3225" y="0"/>
                  </a:lnTo>
                  <a:lnTo>
                    <a:pt x="3515" y="277"/>
                  </a:lnTo>
                  <a:lnTo>
                    <a:pt x="3697" y="5505"/>
                  </a:lnTo>
                  <a:lnTo>
                    <a:pt x="4402" y="7352"/>
                  </a:lnTo>
                  <a:lnTo>
                    <a:pt x="4298" y="9874"/>
                  </a:lnTo>
                  <a:lnTo>
                    <a:pt x="1895" y="23163"/>
                  </a:lnTo>
                  <a:lnTo>
                    <a:pt x="1232" y="281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4937006" y="4327307"/>
              <a:ext cx="3021" cy="9314"/>
            </a:xfrm>
            <a:custGeom>
              <a:avLst/>
              <a:pathLst>
                <a:path w="3021" h="9314">
                  <a:moveTo>
                    <a:pt x="1303" y="894"/>
                  </a:moveTo>
                  <a:lnTo>
                    <a:pt x="1696" y="1644"/>
                  </a:lnTo>
                  <a:lnTo>
                    <a:pt x="2056" y="1552"/>
                  </a:lnTo>
                  <a:lnTo>
                    <a:pt x="2380" y="2043"/>
                  </a:lnTo>
                  <a:lnTo>
                    <a:pt x="2249" y="3970"/>
                  </a:lnTo>
                  <a:lnTo>
                    <a:pt x="2773" y="6143"/>
                  </a:lnTo>
                  <a:lnTo>
                    <a:pt x="3021" y="7675"/>
                  </a:lnTo>
                  <a:lnTo>
                    <a:pt x="2626" y="8916"/>
                  </a:lnTo>
                  <a:lnTo>
                    <a:pt x="2358" y="9314"/>
                  </a:lnTo>
                  <a:lnTo>
                    <a:pt x="1736" y="8278"/>
                  </a:lnTo>
                  <a:lnTo>
                    <a:pt x="0" y="2057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4930436" y="4290376"/>
              <a:ext cx="994" cy="3367"/>
            </a:xfrm>
            <a:custGeom>
              <a:avLst/>
              <a:pathLst>
                <a:path w="994" h="3367">
                  <a:moveTo>
                    <a:pt x="624" y="3304"/>
                  </a:moveTo>
                  <a:lnTo>
                    <a:pt x="300" y="3367"/>
                  </a:lnTo>
                  <a:lnTo>
                    <a:pt x="0" y="2865"/>
                  </a:lnTo>
                  <a:lnTo>
                    <a:pt x="256" y="1688"/>
                  </a:lnTo>
                  <a:lnTo>
                    <a:pt x="300" y="0"/>
                  </a:lnTo>
                  <a:lnTo>
                    <a:pt x="679" y="519"/>
                  </a:lnTo>
                  <a:lnTo>
                    <a:pt x="994" y="28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4923614" y="4285589"/>
              <a:ext cx="676" cy="5156"/>
            </a:xfrm>
            <a:custGeom>
              <a:avLst/>
              <a:pathLst>
                <a:path w="676" h="5156">
                  <a:moveTo>
                    <a:pt x="676" y="4264"/>
                  </a:moveTo>
                  <a:lnTo>
                    <a:pt x="277" y="5156"/>
                  </a:lnTo>
                  <a:lnTo>
                    <a:pt x="0" y="3003"/>
                  </a:lnTo>
                  <a:lnTo>
                    <a:pt x="67" y="747"/>
                  </a:lnTo>
                  <a:lnTo>
                    <a:pt x="492" y="0"/>
                  </a:lnTo>
                  <a:lnTo>
                    <a:pt x="672" y="29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4525884" y="4244789"/>
              <a:ext cx="1714" cy="5852"/>
            </a:xfrm>
            <a:custGeom>
              <a:avLst/>
              <a:pathLst>
                <a:path w="1714" h="5852">
                  <a:moveTo>
                    <a:pt x="1583" y="3540"/>
                  </a:moveTo>
                  <a:lnTo>
                    <a:pt x="914" y="5852"/>
                  </a:lnTo>
                  <a:lnTo>
                    <a:pt x="109" y="5396"/>
                  </a:lnTo>
                  <a:lnTo>
                    <a:pt x="0" y="4230"/>
                  </a:lnTo>
                  <a:lnTo>
                    <a:pt x="526" y="2314"/>
                  </a:lnTo>
                  <a:lnTo>
                    <a:pt x="1449" y="0"/>
                  </a:lnTo>
                  <a:lnTo>
                    <a:pt x="1714" y="14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4912904" y="4229587"/>
              <a:ext cx="1224" cy="4403"/>
            </a:xfrm>
            <a:custGeom>
              <a:avLst/>
              <a:pathLst>
                <a:path w="1224" h="4403">
                  <a:moveTo>
                    <a:pt x="1206" y="4077"/>
                  </a:moveTo>
                  <a:lnTo>
                    <a:pt x="932" y="4403"/>
                  </a:lnTo>
                  <a:lnTo>
                    <a:pt x="558" y="4380"/>
                  </a:lnTo>
                  <a:lnTo>
                    <a:pt x="0" y="3846"/>
                  </a:lnTo>
                  <a:lnTo>
                    <a:pt x="485" y="0"/>
                  </a:lnTo>
                  <a:lnTo>
                    <a:pt x="754" y="2008"/>
                  </a:lnTo>
                  <a:lnTo>
                    <a:pt x="1224" y="36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4912305" y="4226361"/>
              <a:ext cx="931" cy="3249"/>
            </a:xfrm>
            <a:custGeom>
              <a:avLst/>
              <a:pathLst>
                <a:path w="931" h="3249">
                  <a:moveTo>
                    <a:pt x="559" y="3119"/>
                  </a:moveTo>
                  <a:lnTo>
                    <a:pt x="305" y="3249"/>
                  </a:lnTo>
                  <a:lnTo>
                    <a:pt x="0" y="2931"/>
                  </a:lnTo>
                  <a:lnTo>
                    <a:pt x="224" y="1702"/>
                  </a:lnTo>
                  <a:lnTo>
                    <a:pt x="514" y="727"/>
                  </a:lnTo>
                  <a:lnTo>
                    <a:pt x="931" y="0"/>
                  </a:lnTo>
                  <a:lnTo>
                    <a:pt x="798" y="26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4880220" y="4172627"/>
              <a:ext cx="2798" cy="7649"/>
            </a:xfrm>
            <a:custGeom>
              <a:avLst/>
              <a:pathLst>
                <a:path w="2798" h="7649">
                  <a:moveTo>
                    <a:pt x="2065" y="158"/>
                  </a:moveTo>
                  <a:lnTo>
                    <a:pt x="2301" y="2960"/>
                  </a:lnTo>
                  <a:lnTo>
                    <a:pt x="2798" y="5147"/>
                  </a:lnTo>
                  <a:lnTo>
                    <a:pt x="2626" y="6582"/>
                  </a:lnTo>
                  <a:lnTo>
                    <a:pt x="2301" y="7649"/>
                  </a:lnTo>
                  <a:lnTo>
                    <a:pt x="1574" y="6645"/>
                  </a:lnTo>
                  <a:lnTo>
                    <a:pt x="1064" y="4048"/>
                  </a:lnTo>
                  <a:lnTo>
                    <a:pt x="200" y="1965"/>
                  </a:lnTo>
                  <a:lnTo>
                    <a:pt x="0" y="764"/>
                  </a:lnTo>
                  <a:lnTo>
                    <a:pt x="1011" y="865"/>
                  </a:lnTo>
                  <a:lnTo>
                    <a:pt x="1519" y="458"/>
                  </a:lnTo>
                  <a:lnTo>
                    <a:pt x="172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4803224" y="4136121"/>
              <a:ext cx="1872" cy="4172"/>
            </a:xfrm>
            <a:custGeom>
              <a:avLst/>
              <a:pathLst>
                <a:path w="1872" h="4172">
                  <a:moveTo>
                    <a:pt x="586" y="3667"/>
                  </a:moveTo>
                  <a:lnTo>
                    <a:pt x="155" y="4172"/>
                  </a:lnTo>
                  <a:lnTo>
                    <a:pt x="0" y="2960"/>
                  </a:lnTo>
                  <a:lnTo>
                    <a:pt x="586" y="1734"/>
                  </a:lnTo>
                  <a:lnTo>
                    <a:pt x="973" y="0"/>
                  </a:lnTo>
                  <a:lnTo>
                    <a:pt x="1747" y="1523"/>
                  </a:lnTo>
                  <a:lnTo>
                    <a:pt x="1872" y="30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4800226" y="4118533"/>
              <a:ext cx="6330" cy="10238"/>
            </a:xfrm>
            <a:custGeom>
              <a:avLst/>
              <a:pathLst>
                <a:path w="6330" h="10238">
                  <a:moveTo>
                    <a:pt x="4144" y="5254"/>
                  </a:moveTo>
                  <a:lnTo>
                    <a:pt x="3255" y="7854"/>
                  </a:lnTo>
                  <a:lnTo>
                    <a:pt x="2806" y="7488"/>
                  </a:lnTo>
                  <a:lnTo>
                    <a:pt x="2377" y="8905"/>
                  </a:lnTo>
                  <a:lnTo>
                    <a:pt x="1557" y="9580"/>
                  </a:lnTo>
                  <a:lnTo>
                    <a:pt x="1051" y="9557"/>
                  </a:lnTo>
                  <a:lnTo>
                    <a:pt x="137" y="10238"/>
                  </a:lnTo>
                  <a:lnTo>
                    <a:pt x="0" y="9415"/>
                  </a:lnTo>
                  <a:lnTo>
                    <a:pt x="173" y="6815"/>
                  </a:lnTo>
                  <a:lnTo>
                    <a:pt x="932" y="3909"/>
                  </a:lnTo>
                  <a:lnTo>
                    <a:pt x="1672" y="2129"/>
                  </a:lnTo>
                  <a:lnTo>
                    <a:pt x="3581" y="1278"/>
                  </a:lnTo>
                  <a:lnTo>
                    <a:pt x="5066" y="0"/>
                  </a:lnTo>
                  <a:lnTo>
                    <a:pt x="5257" y="236"/>
                  </a:lnTo>
                  <a:lnTo>
                    <a:pt x="6330" y="3537"/>
                  </a:lnTo>
                  <a:lnTo>
                    <a:pt x="4741" y="396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4774851" y="4094882"/>
              <a:ext cx="1737" cy="6784"/>
            </a:xfrm>
            <a:custGeom>
              <a:avLst/>
              <a:pathLst>
                <a:path w="1737" h="6784">
                  <a:moveTo>
                    <a:pt x="1737" y="5416"/>
                  </a:moveTo>
                  <a:lnTo>
                    <a:pt x="1245" y="6784"/>
                  </a:lnTo>
                  <a:lnTo>
                    <a:pt x="619" y="5347"/>
                  </a:lnTo>
                  <a:lnTo>
                    <a:pt x="487" y="3875"/>
                  </a:lnTo>
                  <a:lnTo>
                    <a:pt x="0" y="3454"/>
                  </a:lnTo>
                  <a:lnTo>
                    <a:pt x="238" y="2094"/>
                  </a:lnTo>
                  <a:lnTo>
                    <a:pt x="495" y="1702"/>
                  </a:lnTo>
                  <a:lnTo>
                    <a:pt x="769" y="0"/>
                  </a:lnTo>
                  <a:lnTo>
                    <a:pt x="1402" y="2011"/>
                  </a:lnTo>
                  <a:lnTo>
                    <a:pt x="1477" y="42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4769788" y="4093076"/>
              <a:ext cx="1260" cy="2917"/>
            </a:xfrm>
            <a:custGeom>
              <a:avLst/>
              <a:pathLst>
                <a:path w="1260" h="2917">
                  <a:moveTo>
                    <a:pt x="1015" y="2793"/>
                  </a:moveTo>
                  <a:lnTo>
                    <a:pt x="327" y="2917"/>
                  </a:lnTo>
                  <a:lnTo>
                    <a:pt x="132" y="2767"/>
                  </a:lnTo>
                  <a:lnTo>
                    <a:pt x="0" y="1460"/>
                  </a:lnTo>
                  <a:lnTo>
                    <a:pt x="228" y="279"/>
                  </a:lnTo>
                  <a:lnTo>
                    <a:pt x="958" y="0"/>
                  </a:lnTo>
                  <a:lnTo>
                    <a:pt x="1260" y="3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4773733" y="4092155"/>
              <a:ext cx="513" cy="3687"/>
            </a:xfrm>
            <a:custGeom>
              <a:avLst/>
              <a:pathLst>
                <a:path w="513" h="3687">
                  <a:moveTo>
                    <a:pt x="196" y="3468"/>
                  </a:moveTo>
                  <a:lnTo>
                    <a:pt x="13" y="3687"/>
                  </a:lnTo>
                  <a:lnTo>
                    <a:pt x="0" y="1226"/>
                  </a:lnTo>
                  <a:lnTo>
                    <a:pt x="359" y="0"/>
                  </a:lnTo>
                  <a:lnTo>
                    <a:pt x="513" y="25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4631462" y="4085209"/>
              <a:ext cx="1407" cy="4807"/>
            </a:xfrm>
            <a:custGeom>
              <a:avLst/>
              <a:pathLst>
                <a:path w="1407" h="4807">
                  <a:moveTo>
                    <a:pt x="1317" y="3973"/>
                  </a:moveTo>
                  <a:lnTo>
                    <a:pt x="883" y="4807"/>
                  </a:lnTo>
                  <a:lnTo>
                    <a:pt x="476" y="4550"/>
                  </a:lnTo>
                  <a:lnTo>
                    <a:pt x="471" y="3396"/>
                  </a:lnTo>
                  <a:lnTo>
                    <a:pt x="0" y="2152"/>
                  </a:lnTo>
                  <a:lnTo>
                    <a:pt x="245" y="738"/>
                  </a:lnTo>
                  <a:lnTo>
                    <a:pt x="420" y="0"/>
                  </a:lnTo>
                  <a:lnTo>
                    <a:pt x="783" y="83"/>
                  </a:lnTo>
                  <a:lnTo>
                    <a:pt x="940" y="1281"/>
                  </a:lnTo>
                  <a:lnTo>
                    <a:pt x="1407" y="26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4638463" y="4061233"/>
              <a:ext cx="1238" cy="5485"/>
            </a:xfrm>
            <a:custGeom>
              <a:avLst/>
              <a:pathLst>
                <a:path w="1238" h="5485">
                  <a:moveTo>
                    <a:pt x="1238" y="3647"/>
                  </a:moveTo>
                  <a:lnTo>
                    <a:pt x="501" y="5485"/>
                  </a:lnTo>
                  <a:lnTo>
                    <a:pt x="0" y="4008"/>
                  </a:lnTo>
                  <a:lnTo>
                    <a:pt x="301" y="1061"/>
                  </a:lnTo>
                  <a:lnTo>
                    <a:pt x="791" y="0"/>
                  </a:lnTo>
                  <a:lnTo>
                    <a:pt x="1230" y="554"/>
                  </a:lnTo>
                  <a:lnTo>
                    <a:pt x="1177" y="28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4767863" y="4038179"/>
              <a:ext cx="7081" cy="18237"/>
            </a:xfrm>
            <a:custGeom>
              <a:avLst/>
              <a:pathLst>
                <a:path w="7081" h="18237">
                  <a:moveTo>
                    <a:pt x="4363" y="3783"/>
                  </a:moveTo>
                  <a:lnTo>
                    <a:pt x="4862" y="5009"/>
                  </a:lnTo>
                  <a:lnTo>
                    <a:pt x="5397" y="4922"/>
                  </a:lnTo>
                  <a:lnTo>
                    <a:pt x="5867" y="2219"/>
                  </a:lnTo>
                  <a:lnTo>
                    <a:pt x="6159" y="2594"/>
                  </a:lnTo>
                  <a:lnTo>
                    <a:pt x="6391" y="3272"/>
                  </a:lnTo>
                  <a:lnTo>
                    <a:pt x="6560" y="4464"/>
                  </a:lnTo>
                  <a:lnTo>
                    <a:pt x="5840" y="6521"/>
                  </a:lnTo>
                  <a:lnTo>
                    <a:pt x="5518" y="6838"/>
                  </a:lnTo>
                  <a:lnTo>
                    <a:pt x="5210" y="7975"/>
                  </a:lnTo>
                  <a:lnTo>
                    <a:pt x="4716" y="11724"/>
                  </a:lnTo>
                  <a:lnTo>
                    <a:pt x="4769" y="12982"/>
                  </a:lnTo>
                  <a:lnTo>
                    <a:pt x="5196" y="14240"/>
                  </a:lnTo>
                  <a:lnTo>
                    <a:pt x="6329" y="15406"/>
                  </a:lnTo>
                  <a:lnTo>
                    <a:pt x="6886" y="14866"/>
                  </a:lnTo>
                  <a:lnTo>
                    <a:pt x="7081" y="15022"/>
                  </a:lnTo>
                  <a:lnTo>
                    <a:pt x="6857" y="16846"/>
                  </a:lnTo>
                  <a:lnTo>
                    <a:pt x="6431" y="18237"/>
                  </a:lnTo>
                  <a:lnTo>
                    <a:pt x="4922" y="17657"/>
                  </a:lnTo>
                  <a:lnTo>
                    <a:pt x="3616" y="17865"/>
                  </a:lnTo>
                  <a:lnTo>
                    <a:pt x="1439" y="16508"/>
                  </a:lnTo>
                  <a:lnTo>
                    <a:pt x="320" y="16341"/>
                  </a:lnTo>
                  <a:lnTo>
                    <a:pt x="0" y="15836"/>
                  </a:lnTo>
                  <a:lnTo>
                    <a:pt x="652" y="14762"/>
                  </a:lnTo>
                  <a:lnTo>
                    <a:pt x="1062" y="13314"/>
                  </a:lnTo>
                  <a:lnTo>
                    <a:pt x="870" y="9906"/>
                  </a:lnTo>
                  <a:lnTo>
                    <a:pt x="1027" y="5583"/>
                  </a:lnTo>
                  <a:lnTo>
                    <a:pt x="2282" y="3482"/>
                  </a:lnTo>
                  <a:lnTo>
                    <a:pt x="2846" y="1336"/>
                  </a:lnTo>
                  <a:lnTo>
                    <a:pt x="3685" y="0"/>
                  </a:lnTo>
                  <a:lnTo>
                    <a:pt x="4217" y="170"/>
                  </a:lnTo>
                  <a:lnTo>
                    <a:pt x="4149" y="14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4765409" y="4037850"/>
              <a:ext cx="1762" cy="5058"/>
            </a:xfrm>
            <a:custGeom>
              <a:avLst/>
              <a:pathLst>
                <a:path w="1762" h="5058">
                  <a:moveTo>
                    <a:pt x="1324" y="4720"/>
                  </a:moveTo>
                  <a:lnTo>
                    <a:pt x="1051" y="5058"/>
                  </a:lnTo>
                  <a:lnTo>
                    <a:pt x="4" y="4487"/>
                  </a:lnTo>
                  <a:lnTo>
                    <a:pt x="0" y="3422"/>
                  </a:lnTo>
                  <a:lnTo>
                    <a:pt x="139" y="2611"/>
                  </a:lnTo>
                  <a:lnTo>
                    <a:pt x="429" y="2126"/>
                  </a:lnTo>
                  <a:lnTo>
                    <a:pt x="1072" y="0"/>
                  </a:lnTo>
                  <a:lnTo>
                    <a:pt x="1555" y="1237"/>
                  </a:lnTo>
                  <a:lnTo>
                    <a:pt x="1762" y="37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4766077" y="3972877"/>
              <a:ext cx="3441" cy="6230"/>
            </a:xfrm>
            <a:custGeom>
              <a:avLst/>
              <a:pathLst>
                <a:path w="3441" h="6230">
                  <a:moveTo>
                    <a:pt x="1822" y="4031"/>
                  </a:moveTo>
                  <a:lnTo>
                    <a:pt x="0" y="6230"/>
                  </a:lnTo>
                  <a:lnTo>
                    <a:pt x="1002" y="3266"/>
                  </a:lnTo>
                  <a:lnTo>
                    <a:pt x="3095" y="626"/>
                  </a:lnTo>
                  <a:lnTo>
                    <a:pt x="3441" y="0"/>
                  </a:lnTo>
                  <a:lnTo>
                    <a:pt x="3340" y="1281"/>
                  </a:lnTo>
                  <a:lnTo>
                    <a:pt x="2291" y="34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4695452" y="3969062"/>
              <a:ext cx="6478" cy="14739"/>
            </a:xfrm>
            <a:custGeom>
              <a:avLst/>
              <a:pathLst>
                <a:path w="6478" h="14739">
                  <a:moveTo>
                    <a:pt x="4787" y="10119"/>
                  </a:moveTo>
                  <a:lnTo>
                    <a:pt x="5737" y="10824"/>
                  </a:lnTo>
                  <a:lnTo>
                    <a:pt x="6175" y="11828"/>
                  </a:lnTo>
                  <a:lnTo>
                    <a:pt x="6438" y="12895"/>
                  </a:lnTo>
                  <a:lnTo>
                    <a:pt x="6478" y="14177"/>
                  </a:lnTo>
                  <a:lnTo>
                    <a:pt x="5285" y="14739"/>
                  </a:lnTo>
                  <a:lnTo>
                    <a:pt x="3155" y="12852"/>
                  </a:lnTo>
                  <a:lnTo>
                    <a:pt x="1012" y="14410"/>
                  </a:lnTo>
                  <a:lnTo>
                    <a:pt x="383" y="14439"/>
                  </a:lnTo>
                  <a:lnTo>
                    <a:pt x="0" y="13311"/>
                  </a:lnTo>
                  <a:lnTo>
                    <a:pt x="331" y="10163"/>
                  </a:lnTo>
                  <a:lnTo>
                    <a:pt x="1102" y="10645"/>
                  </a:lnTo>
                  <a:lnTo>
                    <a:pt x="1775" y="9496"/>
                  </a:lnTo>
                  <a:lnTo>
                    <a:pt x="1655" y="6039"/>
                  </a:lnTo>
                  <a:lnTo>
                    <a:pt x="1260" y="4158"/>
                  </a:lnTo>
                  <a:lnTo>
                    <a:pt x="2392" y="701"/>
                  </a:lnTo>
                  <a:lnTo>
                    <a:pt x="2896" y="0"/>
                  </a:lnTo>
                  <a:lnTo>
                    <a:pt x="3406" y="5"/>
                  </a:lnTo>
                  <a:lnTo>
                    <a:pt x="3837" y="2461"/>
                  </a:lnTo>
                  <a:lnTo>
                    <a:pt x="3940" y="5113"/>
                  </a:lnTo>
                  <a:lnTo>
                    <a:pt x="4483" y="75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4699195" y="3964442"/>
              <a:ext cx="13464" cy="22043"/>
            </a:xfrm>
            <a:custGeom>
              <a:avLst/>
              <a:pathLst>
                <a:path w="13464" h="22043">
                  <a:moveTo>
                    <a:pt x="2880" y="5779"/>
                  </a:moveTo>
                  <a:lnTo>
                    <a:pt x="4415" y="6025"/>
                  </a:lnTo>
                  <a:lnTo>
                    <a:pt x="6262" y="3806"/>
                  </a:lnTo>
                  <a:lnTo>
                    <a:pt x="7121" y="4709"/>
                  </a:lnTo>
                  <a:lnTo>
                    <a:pt x="7531" y="4547"/>
                  </a:lnTo>
                  <a:lnTo>
                    <a:pt x="8884" y="2441"/>
                  </a:lnTo>
                  <a:lnTo>
                    <a:pt x="9765" y="1835"/>
                  </a:lnTo>
                  <a:lnTo>
                    <a:pt x="10353" y="277"/>
                  </a:lnTo>
                  <a:lnTo>
                    <a:pt x="10955" y="1962"/>
                  </a:lnTo>
                  <a:lnTo>
                    <a:pt x="12294" y="3921"/>
                  </a:lnTo>
                  <a:lnTo>
                    <a:pt x="12713" y="5970"/>
                  </a:lnTo>
                  <a:lnTo>
                    <a:pt x="13276" y="6937"/>
                  </a:lnTo>
                  <a:lnTo>
                    <a:pt x="13464" y="7577"/>
                  </a:lnTo>
                  <a:lnTo>
                    <a:pt x="12651" y="9724"/>
                  </a:lnTo>
                  <a:lnTo>
                    <a:pt x="12544" y="12038"/>
                  </a:lnTo>
                  <a:lnTo>
                    <a:pt x="11672" y="11880"/>
                  </a:lnTo>
                  <a:lnTo>
                    <a:pt x="10628" y="15674"/>
                  </a:lnTo>
                  <a:lnTo>
                    <a:pt x="6702" y="22043"/>
                  </a:lnTo>
                  <a:lnTo>
                    <a:pt x="3180" y="16604"/>
                  </a:lnTo>
                  <a:lnTo>
                    <a:pt x="1649" y="12924"/>
                  </a:lnTo>
                  <a:lnTo>
                    <a:pt x="623" y="7840"/>
                  </a:lnTo>
                  <a:lnTo>
                    <a:pt x="416" y="3679"/>
                  </a:lnTo>
                  <a:lnTo>
                    <a:pt x="0" y="1018"/>
                  </a:lnTo>
                  <a:lnTo>
                    <a:pt x="184" y="346"/>
                  </a:lnTo>
                  <a:lnTo>
                    <a:pt x="395" y="0"/>
                  </a:lnTo>
                  <a:lnTo>
                    <a:pt x="668" y="77"/>
                  </a:lnTo>
                  <a:lnTo>
                    <a:pt x="1732" y="2926"/>
                  </a:lnTo>
                  <a:lnTo>
                    <a:pt x="2200" y="37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4770006" y="3959479"/>
              <a:ext cx="2975" cy="12598"/>
            </a:xfrm>
            <a:custGeom>
              <a:avLst/>
              <a:pathLst>
                <a:path w="2975" h="12598">
                  <a:moveTo>
                    <a:pt x="884" y="10826"/>
                  </a:moveTo>
                  <a:lnTo>
                    <a:pt x="56" y="12598"/>
                  </a:lnTo>
                  <a:lnTo>
                    <a:pt x="0" y="11268"/>
                  </a:lnTo>
                  <a:lnTo>
                    <a:pt x="438" y="10206"/>
                  </a:lnTo>
                  <a:lnTo>
                    <a:pt x="1465" y="5883"/>
                  </a:lnTo>
                  <a:lnTo>
                    <a:pt x="1913" y="4879"/>
                  </a:lnTo>
                  <a:lnTo>
                    <a:pt x="2173" y="4311"/>
                  </a:lnTo>
                  <a:lnTo>
                    <a:pt x="2366" y="2726"/>
                  </a:lnTo>
                  <a:lnTo>
                    <a:pt x="2417" y="357"/>
                  </a:lnTo>
                  <a:lnTo>
                    <a:pt x="2975" y="0"/>
                  </a:lnTo>
                  <a:lnTo>
                    <a:pt x="2528" y="53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4723537" y="3958189"/>
              <a:ext cx="1672" cy="10327"/>
            </a:xfrm>
            <a:custGeom>
              <a:avLst/>
              <a:pathLst>
                <a:path w="1672" h="10327">
                  <a:moveTo>
                    <a:pt x="1260" y="9868"/>
                  </a:moveTo>
                  <a:lnTo>
                    <a:pt x="1033" y="10327"/>
                  </a:lnTo>
                  <a:lnTo>
                    <a:pt x="114" y="5756"/>
                  </a:lnTo>
                  <a:lnTo>
                    <a:pt x="374" y="4348"/>
                  </a:lnTo>
                  <a:lnTo>
                    <a:pt x="0" y="2022"/>
                  </a:lnTo>
                  <a:lnTo>
                    <a:pt x="621" y="1760"/>
                  </a:lnTo>
                  <a:lnTo>
                    <a:pt x="1093" y="0"/>
                  </a:lnTo>
                  <a:lnTo>
                    <a:pt x="1259" y="851"/>
                  </a:lnTo>
                  <a:lnTo>
                    <a:pt x="1301" y="4065"/>
                  </a:lnTo>
                  <a:lnTo>
                    <a:pt x="1672" y="59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4501443" y="3950461"/>
              <a:ext cx="465295" cy="840321"/>
            </a:xfrm>
            <a:custGeom>
              <a:avLst/>
              <a:pathLst>
                <a:path w="465295" h="840321">
                  <a:moveTo>
                    <a:pt x="345174" y="36852"/>
                  </a:moveTo>
                  <a:lnTo>
                    <a:pt x="344875" y="40439"/>
                  </a:lnTo>
                  <a:lnTo>
                    <a:pt x="344320" y="43209"/>
                  </a:lnTo>
                  <a:lnTo>
                    <a:pt x="344255" y="44874"/>
                  </a:lnTo>
                  <a:lnTo>
                    <a:pt x="344384" y="47165"/>
                  </a:lnTo>
                  <a:lnTo>
                    <a:pt x="345309" y="48871"/>
                  </a:lnTo>
                  <a:lnTo>
                    <a:pt x="346039" y="49947"/>
                  </a:lnTo>
                  <a:lnTo>
                    <a:pt x="346448" y="52937"/>
                  </a:lnTo>
                  <a:lnTo>
                    <a:pt x="347736" y="57106"/>
                  </a:lnTo>
                  <a:lnTo>
                    <a:pt x="347690" y="59949"/>
                  </a:lnTo>
                  <a:lnTo>
                    <a:pt x="348382" y="63484"/>
                  </a:lnTo>
                  <a:lnTo>
                    <a:pt x="349007" y="70539"/>
                  </a:lnTo>
                  <a:lnTo>
                    <a:pt x="349208" y="76723"/>
                  </a:lnTo>
                  <a:lnTo>
                    <a:pt x="349866" y="80855"/>
                  </a:lnTo>
                  <a:lnTo>
                    <a:pt x="349426" y="89642"/>
                  </a:lnTo>
                  <a:lnTo>
                    <a:pt x="349896" y="93241"/>
                  </a:lnTo>
                  <a:lnTo>
                    <a:pt x="350519" y="96221"/>
                  </a:lnTo>
                  <a:lnTo>
                    <a:pt x="351254" y="102157"/>
                  </a:lnTo>
                  <a:lnTo>
                    <a:pt x="351819" y="107602"/>
                  </a:lnTo>
                  <a:lnTo>
                    <a:pt x="352579" y="109146"/>
                  </a:lnTo>
                  <a:lnTo>
                    <a:pt x="354184" y="110973"/>
                  </a:lnTo>
                  <a:lnTo>
                    <a:pt x="355841" y="108953"/>
                  </a:lnTo>
                  <a:lnTo>
                    <a:pt x="357038" y="106217"/>
                  </a:lnTo>
                  <a:lnTo>
                    <a:pt x="358325" y="105551"/>
                  </a:lnTo>
                  <a:lnTo>
                    <a:pt x="360067" y="104145"/>
                  </a:lnTo>
                  <a:lnTo>
                    <a:pt x="361372" y="107776"/>
                  </a:lnTo>
                  <a:lnTo>
                    <a:pt x="362081" y="111847"/>
                  </a:lnTo>
                  <a:lnTo>
                    <a:pt x="365161" y="117220"/>
                  </a:lnTo>
                  <a:lnTo>
                    <a:pt x="366873" y="120669"/>
                  </a:lnTo>
                  <a:lnTo>
                    <a:pt x="368202" y="122617"/>
                  </a:lnTo>
                  <a:lnTo>
                    <a:pt x="369442" y="125165"/>
                  </a:lnTo>
                  <a:lnTo>
                    <a:pt x="369318" y="127713"/>
                  </a:lnTo>
                  <a:lnTo>
                    <a:pt x="369027" y="129724"/>
                  </a:lnTo>
                  <a:lnTo>
                    <a:pt x="369309" y="132869"/>
                  </a:lnTo>
                  <a:lnTo>
                    <a:pt x="369504" y="136514"/>
                  </a:lnTo>
                  <a:lnTo>
                    <a:pt x="369256" y="140929"/>
                  </a:lnTo>
                  <a:lnTo>
                    <a:pt x="370153" y="147574"/>
                  </a:lnTo>
                  <a:lnTo>
                    <a:pt x="370451" y="152878"/>
                  </a:lnTo>
                  <a:lnTo>
                    <a:pt x="371402" y="158061"/>
                  </a:lnTo>
                  <a:lnTo>
                    <a:pt x="371331" y="163394"/>
                  </a:lnTo>
                  <a:lnTo>
                    <a:pt x="371153" y="165405"/>
                  </a:lnTo>
                  <a:lnTo>
                    <a:pt x="371035" y="168394"/>
                  </a:lnTo>
                  <a:lnTo>
                    <a:pt x="371775" y="172117"/>
                  </a:lnTo>
                  <a:lnTo>
                    <a:pt x="372459" y="174864"/>
                  </a:lnTo>
                  <a:lnTo>
                    <a:pt x="373476" y="177848"/>
                  </a:lnTo>
                  <a:lnTo>
                    <a:pt x="374817" y="182381"/>
                  </a:lnTo>
                  <a:lnTo>
                    <a:pt x="375774" y="183293"/>
                  </a:lnTo>
                  <a:lnTo>
                    <a:pt x="376628" y="183357"/>
                  </a:lnTo>
                  <a:lnTo>
                    <a:pt x="376511" y="188017"/>
                  </a:lnTo>
                  <a:lnTo>
                    <a:pt x="378212" y="197202"/>
                  </a:lnTo>
                  <a:lnTo>
                    <a:pt x="379088" y="204713"/>
                  </a:lnTo>
                  <a:lnTo>
                    <a:pt x="378491" y="214822"/>
                  </a:lnTo>
                  <a:lnTo>
                    <a:pt x="377902" y="220685"/>
                  </a:lnTo>
                  <a:lnTo>
                    <a:pt x="378010" y="223554"/>
                  </a:lnTo>
                  <a:lnTo>
                    <a:pt x="380206" y="230557"/>
                  </a:lnTo>
                  <a:lnTo>
                    <a:pt x="381474" y="231853"/>
                  </a:lnTo>
                  <a:lnTo>
                    <a:pt x="381227" y="235191"/>
                  </a:lnTo>
                  <a:lnTo>
                    <a:pt x="381056" y="240348"/>
                  </a:lnTo>
                  <a:lnTo>
                    <a:pt x="382051" y="244362"/>
                  </a:lnTo>
                  <a:lnTo>
                    <a:pt x="383176" y="247366"/>
                  </a:lnTo>
                  <a:lnTo>
                    <a:pt x="384398" y="249161"/>
                  </a:lnTo>
                  <a:lnTo>
                    <a:pt x="385603" y="250578"/>
                  </a:lnTo>
                  <a:lnTo>
                    <a:pt x="387179" y="252006"/>
                  </a:lnTo>
                  <a:lnTo>
                    <a:pt x="389178" y="252606"/>
                  </a:lnTo>
                  <a:lnTo>
                    <a:pt x="390215" y="254869"/>
                  </a:lnTo>
                  <a:lnTo>
                    <a:pt x="390744" y="256658"/>
                  </a:lnTo>
                  <a:lnTo>
                    <a:pt x="392348" y="257278"/>
                  </a:lnTo>
                  <a:lnTo>
                    <a:pt x="393077" y="256946"/>
                  </a:lnTo>
                  <a:lnTo>
                    <a:pt x="393964" y="256213"/>
                  </a:lnTo>
                  <a:lnTo>
                    <a:pt x="394566" y="257431"/>
                  </a:lnTo>
                  <a:lnTo>
                    <a:pt x="395014" y="259050"/>
                  </a:lnTo>
                  <a:lnTo>
                    <a:pt x="395891" y="263442"/>
                  </a:lnTo>
                  <a:lnTo>
                    <a:pt x="397691" y="267796"/>
                  </a:lnTo>
                  <a:lnTo>
                    <a:pt x="398966" y="268524"/>
                  </a:lnTo>
                  <a:lnTo>
                    <a:pt x="399684" y="270725"/>
                  </a:lnTo>
                  <a:lnTo>
                    <a:pt x="400707" y="271325"/>
                  </a:lnTo>
                  <a:lnTo>
                    <a:pt x="401588" y="271594"/>
                  </a:lnTo>
                  <a:lnTo>
                    <a:pt x="402838" y="273285"/>
                  </a:lnTo>
                  <a:lnTo>
                    <a:pt x="404878" y="277175"/>
                  </a:lnTo>
                  <a:lnTo>
                    <a:pt x="406717" y="277807"/>
                  </a:lnTo>
                  <a:lnTo>
                    <a:pt x="407566" y="278880"/>
                  </a:lnTo>
                  <a:lnTo>
                    <a:pt x="409394" y="283145"/>
                  </a:lnTo>
                  <a:lnTo>
                    <a:pt x="410103" y="285416"/>
                  </a:lnTo>
                  <a:lnTo>
                    <a:pt x="410837" y="288798"/>
                  </a:lnTo>
                  <a:lnTo>
                    <a:pt x="409920" y="289118"/>
                  </a:lnTo>
                  <a:lnTo>
                    <a:pt x="409056" y="288411"/>
                  </a:lnTo>
                  <a:lnTo>
                    <a:pt x="408523" y="291733"/>
                  </a:lnTo>
                  <a:lnTo>
                    <a:pt x="409740" y="296327"/>
                  </a:lnTo>
                  <a:lnTo>
                    <a:pt x="411155" y="299564"/>
                  </a:lnTo>
                  <a:lnTo>
                    <a:pt x="412860" y="302990"/>
                  </a:lnTo>
                  <a:lnTo>
                    <a:pt x="414521" y="307835"/>
                  </a:lnTo>
                  <a:lnTo>
                    <a:pt x="414942" y="311531"/>
                  </a:lnTo>
                  <a:lnTo>
                    <a:pt x="415389" y="312989"/>
                  </a:lnTo>
                  <a:lnTo>
                    <a:pt x="415953" y="318206"/>
                  </a:lnTo>
                  <a:lnTo>
                    <a:pt x="417389" y="321239"/>
                  </a:lnTo>
                  <a:lnTo>
                    <a:pt x="417458" y="326756"/>
                  </a:lnTo>
                  <a:lnTo>
                    <a:pt x="418194" y="334386"/>
                  </a:lnTo>
                  <a:lnTo>
                    <a:pt x="419019" y="341300"/>
                  </a:lnTo>
                  <a:lnTo>
                    <a:pt x="419590" y="343389"/>
                  </a:lnTo>
                  <a:lnTo>
                    <a:pt x="420264" y="346704"/>
                  </a:lnTo>
                  <a:lnTo>
                    <a:pt x="421043" y="346283"/>
                  </a:lnTo>
                  <a:lnTo>
                    <a:pt x="421628" y="345207"/>
                  </a:lnTo>
                  <a:lnTo>
                    <a:pt x="422754" y="348502"/>
                  </a:lnTo>
                  <a:lnTo>
                    <a:pt x="423377" y="349959"/>
                  </a:lnTo>
                  <a:lnTo>
                    <a:pt x="423736" y="349100"/>
                  </a:lnTo>
                  <a:lnTo>
                    <a:pt x="423003" y="342792"/>
                  </a:lnTo>
                  <a:lnTo>
                    <a:pt x="423456" y="339132"/>
                  </a:lnTo>
                  <a:lnTo>
                    <a:pt x="423909" y="338662"/>
                  </a:lnTo>
                  <a:lnTo>
                    <a:pt x="424548" y="338547"/>
                  </a:lnTo>
                  <a:lnTo>
                    <a:pt x="425317" y="341531"/>
                  </a:lnTo>
                  <a:lnTo>
                    <a:pt x="426374" y="344708"/>
                  </a:lnTo>
                  <a:lnTo>
                    <a:pt x="428333" y="347544"/>
                  </a:lnTo>
                  <a:lnTo>
                    <a:pt x="429901" y="350208"/>
                  </a:lnTo>
                  <a:lnTo>
                    <a:pt x="430341" y="350110"/>
                  </a:lnTo>
                  <a:lnTo>
                    <a:pt x="430166" y="348052"/>
                  </a:lnTo>
                  <a:lnTo>
                    <a:pt x="430214" y="345034"/>
                  </a:lnTo>
                  <a:lnTo>
                    <a:pt x="430839" y="344540"/>
                  </a:lnTo>
                  <a:lnTo>
                    <a:pt x="431410" y="346044"/>
                  </a:lnTo>
                  <a:lnTo>
                    <a:pt x="432462" y="350713"/>
                  </a:lnTo>
                  <a:lnTo>
                    <a:pt x="432680" y="360368"/>
                  </a:lnTo>
                  <a:lnTo>
                    <a:pt x="432682" y="368454"/>
                  </a:lnTo>
                  <a:lnTo>
                    <a:pt x="433375" y="376770"/>
                  </a:lnTo>
                  <a:lnTo>
                    <a:pt x="434386" y="378954"/>
                  </a:lnTo>
                  <a:lnTo>
                    <a:pt x="435050" y="381018"/>
                  </a:lnTo>
                  <a:lnTo>
                    <a:pt x="436189" y="383805"/>
                  </a:lnTo>
                  <a:lnTo>
                    <a:pt x="436950" y="386405"/>
                  </a:lnTo>
                  <a:lnTo>
                    <a:pt x="437899" y="387614"/>
                  </a:lnTo>
                  <a:lnTo>
                    <a:pt x="440943" y="393152"/>
                  </a:lnTo>
                  <a:lnTo>
                    <a:pt x="441801" y="393778"/>
                  </a:lnTo>
                  <a:lnTo>
                    <a:pt x="443131" y="393919"/>
                  </a:lnTo>
                  <a:lnTo>
                    <a:pt x="444750" y="396418"/>
                  </a:lnTo>
                  <a:lnTo>
                    <a:pt x="445568" y="398724"/>
                  </a:lnTo>
                  <a:lnTo>
                    <a:pt x="447325" y="407395"/>
                  </a:lnTo>
                  <a:lnTo>
                    <a:pt x="448182" y="410443"/>
                  </a:lnTo>
                  <a:lnTo>
                    <a:pt x="449933" y="413450"/>
                  </a:lnTo>
                  <a:lnTo>
                    <a:pt x="450751" y="414431"/>
                  </a:lnTo>
                  <a:lnTo>
                    <a:pt x="451939" y="416497"/>
                  </a:lnTo>
                  <a:lnTo>
                    <a:pt x="452363" y="419498"/>
                  </a:lnTo>
                  <a:lnTo>
                    <a:pt x="452465" y="421270"/>
                  </a:lnTo>
                  <a:lnTo>
                    <a:pt x="453170" y="424464"/>
                  </a:lnTo>
                  <a:lnTo>
                    <a:pt x="454217" y="428302"/>
                  </a:lnTo>
                  <a:lnTo>
                    <a:pt x="455769" y="430434"/>
                  </a:lnTo>
                  <a:lnTo>
                    <a:pt x="457200" y="435103"/>
                  </a:lnTo>
                  <a:lnTo>
                    <a:pt x="457281" y="442681"/>
                  </a:lnTo>
                  <a:lnTo>
                    <a:pt x="458023" y="446453"/>
                  </a:lnTo>
                  <a:lnTo>
                    <a:pt x="458520" y="448051"/>
                  </a:lnTo>
                  <a:lnTo>
                    <a:pt x="459640" y="449598"/>
                  </a:lnTo>
                  <a:lnTo>
                    <a:pt x="460094" y="450824"/>
                  </a:lnTo>
                  <a:lnTo>
                    <a:pt x="459164" y="460861"/>
                  </a:lnTo>
                  <a:lnTo>
                    <a:pt x="460061" y="480922"/>
                  </a:lnTo>
                  <a:lnTo>
                    <a:pt x="459540" y="487178"/>
                  </a:lnTo>
                  <a:lnTo>
                    <a:pt x="460474" y="493391"/>
                  </a:lnTo>
                  <a:lnTo>
                    <a:pt x="462635" y="504143"/>
                  </a:lnTo>
                  <a:lnTo>
                    <a:pt x="463126" y="507957"/>
                  </a:lnTo>
                  <a:lnTo>
                    <a:pt x="463430" y="512410"/>
                  </a:lnTo>
                  <a:lnTo>
                    <a:pt x="464821" y="518089"/>
                  </a:lnTo>
                  <a:lnTo>
                    <a:pt x="464745" y="526743"/>
                  </a:lnTo>
                  <a:lnTo>
                    <a:pt x="465295" y="530869"/>
                  </a:lnTo>
                  <a:lnTo>
                    <a:pt x="465153" y="536231"/>
                  </a:lnTo>
                  <a:lnTo>
                    <a:pt x="463515" y="542014"/>
                  </a:lnTo>
                  <a:lnTo>
                    <a:pt x="462201" y="549113"/>
                  </a:lnTo>
                  <a:lnTo>
                    <a:pt x="462189" y="555204"/>
                  </a:lnTo>
                  <a:lnTo>
                    <a:pt x="461330" y="566903"/>
                  </a:lnTo>
                  <a:lnTo>
                    <a:pt x="460772" y="570039"/>
                  </a:lnTo>
                  <a:lnTo>
                    <a:pt x="460361" y="574922"/>
                  </a:lnTo>
                  <a:lnTo>
                    <a:pt x="458547" y="586727"/>
                  </a:lnTo>
                  <a:lnTo>
                    <a:pt x="458469" y="591358"/>
                  </a:lnTo>
                  <a:lnTo>
                    <a:pt x="458746" y="596884"/>
                  </a:lnTo>
                  <a:lnTo>
                    <a:pt x="458444" y="602188"/>
                  </a:lnTo>
                  <a:lnTo>
                    <a:pt x="457991" y="605798"/>
                  </a:lnTo>
                  <a:lnTo>
                    <a:pt x="457551" y="612478"/>
                  </a:lnTo>
                  <a:lnTo>
                    <a:pt x="455731" y="622864"/>
                  </a:lnTo>
                  <a:lnTo>
                    <a:pt x="453124" y="630528"/>
                  </a:lnTo>
                  <a:lnTo>
                    <a:pt x="452963" y="636360"/>
                  </a:lnTo>
                  <a:lnTo>
                    <a:pt x="452633" y="638934"/>
                  </a:lnTo>
                  <a:lnTo>
                    <a:pt x="452101" y="642152"/>
                  </a:lnTo>
                  <a:lnTo>
                    <a:pt x="450500" y="645652"/>
                  </a:lnTo>
                  <a:lnTo>
                    <a:pt x="449535" y="647164"/>
                  </a:lnTo>
                  <a:lnTo>
                    <a:pt x="449170" y="649216"/>
                  </a:lnTo>
                  <a:lnTo>
                    <a:pt x="448259" y="649216"/>
                  </a:lnTo>
                  <a:lnTo>
                    <a:pt x="448236" y="649859"/>
                  </a:lnTo>
                  <a:lnTo>
                    <a:pt x="448852" y="650503"/>
                  </a:lnTo>
                  <a:lnTo>
                    <a:pt x="448578" y="651559"/>
                  </a:lnTo>
                  <a:lnTo>
                    <a:pt x="446162" y="653417"/>
                  </a:lnTo>
                  <a:lnTo>
                    <a:pt x="444534" y="655804"/>
                  </a:lnTo>
                  <a:lnTo>
                    <a:pt x="442871" y="661641"/>
                  </a:lnTo>
                  <a:lnTo>
                    <a:pt x="442173" y="664692"/>
                  </a:lnTo>
                  <a:lnTo>
                    <a:pt x="441280" y="667620"/>
                  </a:lnTo>
                  <a:lnTo>
                    <a:pt x="440747" y="668994"/>
                  </a:lnTo>
                  <a:lnTo>
                    <a:pt x="440512" y="670469"/>
                  </a:lnTo>
                  <a:lnTo>
                    <a:pt x="440151" y="674139"/>
                  </a:lnTo>
                  <a:lnTo>
                    <a:pt x="439294" y="674800"/>
                  </a:lnTo>
                  <a:lnTo>
                    <a:pt x="438541" y="675893"/>
                  </a:lnTo>
                  <a:lnTo>
                    <a:pt x="438894" y="679391"/>
                  </a:lnTo>
                  <a:lnTo>
                    <a:pt x="438498" y="683396"/>
                  </a:lnTo>
                  <a:lnTo>
                    <a:pt x="438405" y="686109"/>
                  </a:lnTo>
                  <a:lnTo>
                    <a:pt x="437995" y="687834"/>
                  </a:lnTo>
                  <a:lnTo>
                    <a:pt x="437500" y="687214"/>
                  </a:lnTo>
                  <a:lnTo>
                    <a:pt x="437111" y="687491"/>
                  </a:lnTo>
                  <a:lnTo>
                    <a:pt x="436616" y="688432"/>
                  </a:lnTo>
                  <a:lnTo>
                    <a:pt x="437380" y="688726"/>
                  </a:lnTo>
                  <a:lnTo>
                    <a:pt x="437844" y="689153"/>
                  </a:lnTo>
                  <a:lnTo>
                    <a:pt x="436215" y="693078"/>
                  </a:lnTo>
                  <a:lnTo>
                    <a:pt x="434723" y="697054"/>
                  </a:lnTo>
                  <a:lnTo>
                    <a:pt x="434345" y="699700"/>
                  </a:lnTo>
                  <a:lnTo>
                    <a:pt x="433698" y="703024"/>
                  </a:lnTo>
                  <a:lnTo>
                    <a:pt x="433130" y="710415"/>
                  </a:lnTo>
                  <a:lnTo>
                    <a:pt x="432660" y="714639"/>
                  </a:lnTo>
                  <a:lnTo>
                    <a:pt x="432984" y="717643"/>
                  </a:lnTo>
                  <a:lnTo>
                    <a:pt x="432931" y="718206"/>
                  </a:lnTo>
                  <a:lnTo>
                    <a:pt x="432586" y="718428"/>
                  </a:lnTo>
                  <a:lnTo>
                    <a:pt x="432372" y="718035"/>
                  </a:lnTo>
                  <a:lnTo>
                    <a:pt x="431697" y="719063"/>
                  </a:lnTo>
                  <a:lnTo>
                    <a:pt x="431508" y="720090"/>
                  </a:lnTo>
                  <a:lnTo>
                    <a:pt x="431792" y="721363"/>
                  </a:lnTo>
                  <a:lnTo>
                    <a:pt x="431982" y="721801"/>
                  </a:lnTo>
                  <a:lnTo>
                    <a:pt x="431896" y="722410"/>
                  </a:lnTo>
                  <a:lnTo>
                    <a:pt x="431616" y="723077"/>
                  </a:lnTo>
                  <a:lnTo>
                    <a:pt x="430973" y="723074"/>
                  </a:lnTo>
                  <a:lnTo>
                    <a:pt x="430202" y="724156"/>
                  </a:lnTo>
                  <a:lnTo>
                    <a:pt x="427977" y="735087"/>
                  </a:lnTo>
                  <a:lnTo>
                    <a:pt x="427034" y="737987"/>
                  </a:lnTo>
                  <a:lnTo>
                    <a:pt x="425919" y="742457"/>
                  </a:lnTo>
                  <a:lnTo>
                    <a:pt x="425495" y="746505"/>
                  </a:lnTo>
                  <a:lnTo>
                    <a:pt x="425155" y="750932"/>
                  </a:lnTo>
                  <a:lnTo>
                    <a:pt x="424768" y="758386"/>
                  </a:lnTo>
                  <a:lnTo>
                    <a:pt x="424394" y="763637"/>
                  </a:lnTo>
                  <a:lnTo>
                    <a:pt x="423535" y="768731"/>
                  </a:lnTo>
                  <a:lnTo>
                    <a:pt x="423214" y="772358"/>
                  </a:lnTo>
                  <a:lnTo>
                    <a:pt x="423103" y="779295"/>
                  </a:lnTo>
                  <a:lnTo>
                    <a:pt x="423514" y="784558"/>
                  </a:lnTo>
                  <a:lnTo>
                    <a:pt x="423244" y="787355"/>
                  </a:lnTo>
                  <a:lnTo>
                    <a:pt x="423238" y="790038"/>
                  </a:lnTo>
                  <a:lnTo>
                    <a:pt x="422897" y="792540"/>
                  </a:lnTo>
                  <a:lnTo>
                    <a:pt x="421478" y="793111"/>
                  </a:lnTo>
                  <a:lnTo>
                    <a:pt x="420322" y="795155"/>
                  </a:lnTo>
                  <a:lnTo>
                    <a:pt x="418670" y="798493"/>
                  </a:lnTo>
                  <a:lnTo>
                    <a:pt x="417697" y="799711"/>
                  </a:lnTo>
                  <a:lnTo>
                    <a:pt x="415598" y="800626"/>
                  </a:lnTo>
                  <a:lnTo>
                    <a:pt x="411518" y="800222"/>
                  </a:lnTo>
                  <a:lnTo>
                    <a:pt x="403676" y="801468"/>
                  </a:lnTo>
                  <a:lnTo>
                    <a:pt x="402159" y="802219"/>
                  </a:lnTo>
                  <a:lnTo>
                    <a:pt x="399237" y="804527"/>
                  </a:lnTo>
                  <a:lnTo>
                    <a:pt x="396414" y="808117"/>
                  </a:lnTo>
                  <a:lnTo>
                    <a:pt x="393700" y="812947"/>
                  </a:lnTo>
                  <a:lnTo>
                    <a:pt x="387500" y="826077"/>
                  </a:lnTo>
                  <a:lnTo>
                    <a:pt x="382654" y="827506"/>
                  </a:lnTo>
                  <a:lnTo>
                    <a:pt x="381739" y="827506"/>
                  </a:lnTo>
                  <a:lnTo>
                    <a:pt x="381006" y="827151"/>
                  </a:lnTo>
                  <a:lnTo>
                    <a:pt x="380142" y="827967"/>
                  </a:lnTo>
                  <a:lnTo>
                    <a:pt x="380127" y="829600"/>
                  </a:lnTo>
                  <a:lnTo>
                    <a:pt x="380925" y="831300"/>
                  </a:lnTo>
                  <a:lnTo>
                    <a:pt x="381513" y="832896"/>
                  </a:lnTo>
                  <a:lnTo>
                    <a:pt x="382552" y="830691"/>
                  </a:lnTo>
                  <a:lnTo>
                    <a:pt x="383009" y="831303"/>
                  </a:lnTo>
                  <a:lnTo>
                    <a:pt x="383182" y="835369"/>
                  </a:lnTo>
                  <a:lnTo>
                    <a:pt x="383207" y="837943"/>
                  </a:lnTo>
                  <a:lnTo>
                    <a:pt x="382894" y="839340"/>
                  </a:lnTo>
                  <a:lnTo>
                    <a:pt x="382242" y="840321"/>
                  </a:lnTo>
                  <a:lnTo>
                    <a:pt x="381552" y="839680"/>
                  </a:lnTo>
                  <a:lnTo>
                    <a:pt x="381460" y="838286"/>
                  </a:lnTo>
                  <a:lnTo>
                    <a:pt x="380566" y="834971"/>
                  </a:lnTo>
                  <a:lnTo>
                    <a:pt x="379462" y="832053"/>
                  </a:lnTo>
                  <a:lnTo>
                    <a:pt x="378444" y="831118"/>
                  </a:lnTo>
                  <a:lnTo>
                    <a:pt x="377848" y="832094"/>
                  </a:lnTo>
                  <a:lnTo>
                    <a:pt x="376895" y="833118"/>
                  </a:lnTo>
                  <a:lnTo>
                    <a:pt x="376092" y="829401"/>
                  </a:lnTo>
                  <a:lnTo>
                    <a:pt x="375232" y="826181"/>
                  </a:lnTo>
                  <a:lnTo>
                    <a:pt x="374094" y="825846"/>
                  </a:lnTo>
                  <a:lnTo>
                    <a:pt x="373109" y="825881"/>
                  </a:lnTo>
                  <a:lnTo>
                    <a:pt x="372292" y="824487"/>
                  </a:lnTo>
                  <a:lnTo>
                    <a:pt x="370703" y="822291"/>
                  </a:lnTo>
                  <a:lnTo>
                    <a:pt x="371013" y="820577"/>
                  </a:lnTo>
                  <a:lnTo>
                    <a:pt x="371457" y="818774"/>
                  </a:lnTo>
                  <a:lnTo>
                    <a:pt x="372371" y="818110"/>
                  </a:lnTo>
                  <a:lnTo>
                    <a:pt x="372096" y="815674"/>
                  </a:lnTo>
                  <a:lnTo>
                    <a:pt x="371606" y="813675"/>
                  </a:lnTo>
                  <a:lnTo>
                    <a:pt x="370348" y="813141"/>
                  </a:lnTo>
                  <a:lnTo>
                    <a:pt x="369500" y="813493"/>
                  </a:lnTo>
                  <a:lnTo>
                    <a:pt x="368996" y="815077"/>
                  </a:lnTo>
                  <a:lnTo>
                    <a:pt x="368332" y="817807"/>
                  </a:lnTo>
                  <a:lnTo>
                    <a:pt x="365666" y="821270"/>
                  </a:lnTo>
                  <a:lnTo>
                    <a:pt x="364373" y="819365"/>
                  </a:lnTo>
                  <a:lnTo>
                    <a:pt x="362883" y="816529"/>
                  </a:lnTo>
                  <a:lnTo>
                    <a:pt x="363603" y="816736"/>
                  </a:lnTo>
                  <a:lnTo>
                    <a:pt x="365112" y="816638"/>
                  </a:lnTo>
                  <a:lnTo>
                    <a:pt x="366363" y="814107"/>
                  </a:lnTo>
                  <a:lnTo>
                    <a:pt x="366902" y="812526"/>
                  </a:lnTo>
                  <a:lnTo>
                    <a:pt x="367511" y="809170"/>
                  </a:lnTo>
                  <a:lnTo>
                    <a:pt x="366702" y="806795"/>
                  </a:lnTo>
                  <a:lnTo>
                    <a:pt x="365957" y="805061"/>
                  </a:lnTo>
                  <a:lnTo>
                    <a:pt x="364880" y="803511"/>
                  </a:lnTo>
                  <a:lnTo>
                    <a:pt x="360820" y="808752"/>
                  </a:lnTo>
                  <a:lnTo>
                    <a:pt x="359978" y="809502"/>
                  </a:lnTo>
                  <a:lnTo>
                    <a:pt x="359175" y="810518"/>
                  </a:lnTo>
                  <a:lnTo>
                    <a:pt x="360582" y="811389"/>
                  </a:lnTo>
                  <a:lnTo>
                    <a:pt x="361406" y="811129"/>
                  </a:lnTo>
                  <a:lnTo>
                    <a:pt x="362279" y="812676"/>
                  </a:lnTo>
                  <a:lnTo>
                    <a:pt x="360879" y="814866"/>
                  </a:lnTo>
                  <a:lnTo>
                    <a:pt x="359777" y="815446"/>
                  </a:lnTo>
                  <a:lnTo>
                    <a:pt x="358406" y="816762"/>
                  </a:lnTo>
                  <a:lnTo>
                    <a:pt x="355792" y="820133"/>
                  </a:lnTo>
                  <a:lnTo>
                    <a:pt x="352456" y="827122"/>
                  </a:lnTo>
                  <a:lnTo>
                    <a:pt x="351018" y="829133"/>
                  </a:lnTo>
                  <a:lnTo>
                    <a:pt x="349318" y="830729"/>
                  </a:lnTo>
                  <a:lnTo>
                    <a:pt x="347010" y="828865"/>
                  </a:lnTo>
                  <a:lnTo>
                    <a:pt x="345721" y="828432"/>
                  </a:lnTo>
                  <a:lnTo>
                    <a:pt x="344066" y="825558"/>
                  </a:lnTo>
                  <a:lnTo>
                    <a:pt x="341277" y="823636"/>
                  </a:lnTo>
                  <a:lnTo>
                    <a:pt x="338651" y="819818"/>
                  </a:lnTo>
                  <a:lnTo>
                    <a:pt x="336853" y="817888"/>
                  </a:lnTo>
                  <a:lnTo>
                    <a:pt x="335572" y="817469"/>
                  </a:lnTo>
                  <a:lnTo>
                    <a:pt x="333767" y="818274"/>
                  </a:lnTo>
                  <a:lnTo>
                    <a:pt x="330741" y="814858"/>
                  </a:lnTo>
                  <a:lnTo>
                    <a:pt x="328442" y="814491"/>
                  </a:lnTo>
                  <a:lnTo>
                    <a:pt x="326934" y="817931"/>
                  </a:lnTo>
                  <a:lnTo>
                    <a:pt x="325758" y="817694"/>
                  </a:lnTo>
                  <a:lnTo>
                    <a:pt x="324981" y="817212"/>
                  </a:lnTo>
                  <a:lnTo>
                    <a:pt x="322560" y="811554"/>
                  </a:lnTo>
                  <a:lnTo>
                    <a:pt x="320225" y="808746"/>
                  </a:lnTo>
                  <a:lnTo>
                    <a:pt x="315809" y="807312"/>
                  </a:lnTo>
                  <a:lnTo>
                    <a:pt x="313084" y="803419"/>
                  </a:lnTo>
                  <a:lnTo>
                    <a:pt x="311032" y="795899"/>
                  </a:lnTo>
                  <a:lnTo>
                    <a:pt x="307150" y="787326"/>
                  </a:lnTo>
                  <a:lnTo>
                    <a:pt x="306108" y="784186"/>
                  </a:lnTo>
                  <a:lnTo>
                    <a:pt x="305625" y="781110"/>
                  </a:lnTo>
                  <a:lnTo>
                    <a:pt x="305581" y="778683"/>
                  </a:lnTo>
                  <a:lnTo>
                    <a:pt x="306104" y="774046"/>
                  </a:lnTo>
                  <a:lnTo>
                    <a:pt x="306825" y="769478"/>
                  </a:lnTo>
                  <a:lnTo>
                    <a:pt x="306949" y="766939"/>
                  </a:lnTo>
                  <a:lnTo>
                    <a:pt x="305472" y="758348"/>
                  </a:lnTo>
                  <a:lnTo>
                    <a:pt x="303398" y="750231"/>
                  </a:lnTo>
                  <a:lnTo>
                    <a:pt x="302445" y="747680"/>
                  </a:lnTo>
                  <a:lnTo>
                    <a:pt x="299901" y="742272"/>
                  </a:lnTo>
                  <a:lnTo>
                    <a:pt x="297517" y="738192"/>
                  </a:lnTo>
                  <a:lnTo>
                    <a:pt x="296911" y="736074"/>
                  </a:lnTo>
                  <a:lnTo>
                    <a:pt x="296725" y="734986"/>
                  </a:lnTo>
                  <a:lnTo>
                    <a:pt x="297853" y="735508"/>
                  </a:lnTo>
                  <a:lnTo>
                    <a:pt x="298377" y="733849"/>
                  </a:lnTo>
                  <a:lnTo>
                    <a:pt x="299132" y="733280"/>
                  </a:lnTo>
                  <a:lnTo>
                    <a:pt x="299736" y="735485"/>
                  </a:lnTo>
                  <a:lnTo>
                    <a:pt x="300414" y="735889"/>
                  </a:lnTo>
                  <a:lnTo>
                    <a:pt x="300444" y="732184"/>
                  </a:lnTo>
                  <a:lnTo>
                    <a:pt x="300824" y="730432"/>
                  </a:lnTo>
                  <a:lnTo>
                    <a:pt x="300564" y="729627"/>
                  </a:lnTo>
                  <a:lnTo>
                    <a:pt x="300334" y="728917"/>
                  </a:lnTo>
                  <a:lnTo>
                    <a:pt x="299301" y="728086"/>
                  </a:lnTo>
                  <a:lnTo>
                    <a:pt x="298162" y="729336"/>
                  </a:lnTo>
                  <a:lnTo>
                    <a:pt x="297286" y="730923"/>
                  </a:lnTo>
                  <a:lnTo>
                    <a:pt x="296107" y="732270"/>
                  </a:lnTo>
                  <a:lnTo>
                    <a:pt x="295648" y="733687"/>
                  </a:lnTo>
                  <a:lnTo>
                    <a:pt x="294447" y="733733"/>
                  </a:lnTo>
                  <a:lnTo>
                    <a:pt x="293972" y="734100"/>
                  </a:lnTo>
                  <a:lnTo>
                    <a:pt x="291581" y="736807"/>
                  </a:lnTo>
                  <a:lnTo>
                    <a:pt x="290054" y="736876"/>
                  </a:lnTo>
                  <a:lnTo>
                    <a:pt x="287696" y="735929"/>
                  </a:lnTo>
                  <a:lnTo>
                    <a:pt x="288477" y="732201"/>
                  </a:lnTo>
                  <a:lnTo>
                    <a:pt x="289406" y="729991"/>
                  </a:lnTo>
                  <a:lnTo>
                    <a:pt x="290176" y="727451"/>
                  </a:lnTo>
                  <a:lnTo>
                    <a:pt x="291457" y="718546"/>
                  </a:lnTo>
                  <a:lnTo>
                    <a:pt x="291213" y="710839"/>
                  </a:lnTo>
                  <a:lnTo>
                    <a:pt x="290595" y="707667"/>
                  </a:lnTo>
                  <a:lnTo>
                    <a:pt x="288617" y="701287"/>
                  </a:lnTo>
                  <a:lnTo>
                    <a:pt x="287718" y="697354"/>
                  </a:lnTo>
                  <a:lnTo>
                    <a:pt x="286602" y="693294"/>
                  </a:lnTo>
                  <a:lnTo>
                    <a:pt x="286050" y="695657"/>
                  </a:lnTo>
                  <a:lnTo>
                    <a:pt x="285716" y="698148"/>
                  </a:lnTo>
                  <a:lnTo>
                    <a:pt x="284645" y="701752"/>
                  </a:lnTo>
                  <a:lnTo>
                    <a:pt x="284126" y="709771"/>
                  </a:lnTo>
                  <a:lnTo>
                    <a:pt x="282027" y="722050"/>
                  </a:lnTo>
                  <a:lnTo>
                    <a:pt x="280585" y="722200"/>
                  </a:lnTo>
                  <a:lnTo>
                    <a:pt x="279355" y="721706"/>
                  </a:lnTo>
                  <a:lnTo>
                    <a:pt x="277201" y="723106"/>
                  </a:lnTo>
                  <a:lnTo>
                    <a:pt x="275729" y="724811"/>
                  </a:lnTo>
                  <a:lnTo>
                    <a:pt x="274410" y="724814"/>
                  </a:lnTo>
                  <a:lnTo>
                    <a:pt x="273682" y="725356"/>
                  </a:lnTo>
                  <a:lnTo>
                    <a:pt x="272727" y="724909"/>
                  </a:lnTo>
                  <a:lnTo>
                    <a:pt x="274231" y="715337"/>
                  </a:lnTo>
                  <a:lnTo>
                    <a:pt x="275545" y="715600"/>
                  </a:lnTo>
                  <a:lnTo>
                    <a:pt x="276967" y="715211"/>
                  </a:lnTo>
                  <a:lnTo>
                    <a:pt x="277616" y="715372"/>
                  </a:lnTo>
                  <a:lnTo>
                    <a:pt x="278567" y="715262"/>
                  </a:lnTo>
                  <a:lnTo>
                    <a:pt x="279295" y="710865"/>
                  </a:lnTo>
                  <a:lnTo>
                    <a:pt x="279740" y="705939"/>
                  </a:lnTo>
                  <a:lnTo>
                    <a:pt x="279459" y="702762"/>
                  </a:lnTo>
                  <a:lnTo>
                    <a:pt x="279349" y="699472"/>
                  </a:lnTo>
                  <a:lnTo>
                    <a:pt x="279632" y="695727"/>
                  </a:lnTo>
                  <a:lnTo>
                    <a:pt x="279750" y="693037"/>
                  </a:lnTo>
                  <a:lnTo>
                    <a:pt x="281551" y="684112"/>
                  </a:lnTo>
                  <a:lnTo>
                    <a:pt x="283053" y="679503"/>
                  </a:lnTo>
                  <a:lnTo>
                    <a:pt x="284790" y="675839"/>
                  </a:lnTo>
                  <a:lnTo>
                    <a:pt x="284585" y="672359"/>
                  </a:lnTo>
                  <a:lnTo>
                    <a:pt x="284033" y="668007"/>
                  </a:lnTo>
                  <a:lnTo>
                    <a:pt x="283875" y="664660"/>
                  </a:lnTo>
                  <a:lnTo>
                    <a:pt x="284704" y="663606"/>
                  </a:lnTo>
                  <a:lnTo>
                    <a:pt x="285489" y="661511"/>
                  </a:lnTo>
                  <a:lnTo>
                    <a:pt x="284576" y="651951"/>
                  </a:lnTo>
                  <a:lnTo>
                    <a:pt x="283999" y="649086"/>
                  </a:lnTo>
                  <a:lnTo>
                    <a:pt x="283080" y="646261"/>
                  </a:lnTo>
                  <a:lnTo>
                    <a:pt x="283064" y="649920"/>
                  </a:lnTo>
                  <a:lnTo>
                    <a:pt x="283168" y="653504"/>
                  </a:lnTo>
                  <a:lnTo>
                    <a:pt x="281894" y="658078"/>
                  </a:lnTo>
                  <a:lnTo>
                    <a:pt x="280238" y="661361"/>
                  </a:lnTo>
                  <a:lnTo>
                    <a:pt x="279157" y="664446"/>
                  </a:lnTo>
                  <a:lnTo>
                    <a:pt x="278143" y="671438"/>
                  </a:lnTo>
                  <a:lnTo>
                    <a:pt x="276798" y="677328"/>
                  </a:lnTo>
                  <a:lnTo>
                    <a:pt x="275566" y="679501"/>
                  </a:lnTo>
                  <a:lnTo>
                    <a:pt x="274463" y="679988"/>
                  </a:lnTo>
                  <a:lnTo>
                    <a:pt x="273336" y="680894"/>
                  </a:lnTo>
                  <a:lnTo>
                    <a:pt x="271575" y="683243"/>
                  </a:lnTo>
                  <a:lnTo>
                    <a:pt x="269872" y="685220"/>
                  </a:lnTo>
                  <a:lnTo>
                    <a:pt x="268610" y="687808"/>
                  </a:lnTo>
                  <a:lnTo>
                    <a:pt x="267515" y="689162"/>
                  </a:lnTo>
                  <a:lnTo>
                    <a:pt x="263952" y="700944"/>
                  </a:lnTo>
                  <a:lnTo>
                    <a:pt x="262325" y="704880"/>
                  </a:lnTo>
                  <a:lnTo>
                    <a:pt x="261990" y="706470"/>
                  </a:lnTo>
                  <a:lnTo>
                    <a:pt x="261304" y="707806"/>
                  </a:lnTo>
                  <a:lnTo>
                    <a:pt x="261438" y="709664"/>
                  </a:lnTo>
                  <a:lnTo>
                    <a:pt x="261990" y="710934"/>
                  </a:lnTo>
                  <a:lnTo>
                    <a:pt x="262542" y="716163"/>
                  </a:lnTo>
                  <a:lnTo>
                    <a:pt x="262210" y="717288"/>
                  </a:lnTo>
                  <a:lnTo>
                    <a:pt x="261628" y="716699"/>
                  </a:lnTo>
                  <a:lnTo>
                    <a:pt x="260169" y="713785"/>
                  </a:lnTo>
                  <a:lnTo>
                    <a:pt x="259250" y="714847"/>
                  </a:lnTo>
                  <a:lnTo>
                    <a:pt x="258503" y="716042"/>
                  </a:lnTo>
                  <a:lnTo>
                    <a:pt x="256584" y="710680"/>
                  </a:lnTo>
                  <a:lnTo>
                    <a:pt x="255789" y="709419"/>
                  </a:lnTo>
                  <a:lnTo>
                    <a:pt x="254782" y="707266"/>
                  </a:lnTo>
                  <a:lnTo>
                    <a:pt x="253705" y="705408"/>
                  </a:lnTo>
                  <a:lnTo>
                    <a:pt x="253247" y="705197"/>
                  </a:lnTo>
                  <a:lnTo>
                    <a:pt x="252467" y="705584"/>
                  </a:lnTo>
                  <a:lnTo>
                    <a:pt x="252542" y="704130"/>
                  </a:lnTo>
                  <a:lnTo>
                    <a:pt x="253076" y="702949"/>
                  </a:lnTo>
                  <a:lnTo>
                    <a:pt x="253545" y="702675"/>
                  </a:lnTo>
                  <a:lnTo>
                    <a:pt x="254416" y="704398"/>
                  </a:lnTo>
                  <a:lnTo>
                    <a:pt x="255409" y="705936"/>
                  </a:lnTo>
                  <a:lnTo>
                    <a:pt x="255968" y="706063"/>
                  </a:lnTo>
                  <a:lnTo>
                    <a:pt x="256229" y="705445"/>
                  </a:lnTo>
                  <a:lnTo>
                    <a:pt x="255285" y="699374"/>
                  </a:lnTo>
                  <a:lnTo>
                    <a:pt x="254641" y="694053"/>
                  </a:lnTo>
                  <a:lnTo>
                    <a:pt x="254345" y="692480"/>
                  </a:lnTo>
                  <a:lnTo>
                    <a:pt x="253570" y="687087"/>
                  </a:lnTo>
                  <a:lnTo>
                    <a:pt x="253185" y="685520"/>
                  </a:lnTo>
                  <a:lnTo>
                    <a:pt x="251535" y="681708"/>
                  </a:lnTo>
                  <a:lnTo>
                    <a:pt x="249770" y="677235"/>
                  </a:lnTo>
                  <a:lnTo>
                    <a:pt x="249286" y="671865"/>
                  </a:lnTo>
                  <a:lnTo>
                    <a:pt x="248646" y="668428"/>
                  </a:lnTo>
                  <a:lnTo>
                    <a:pt x="247817" y="666267"/>
                  </a:lnTo>
                  <a:lnTo>
                    <a:pt x="246536" y="664345"/>
                  </a:lnTo>
                  <a:lnTo>
                    <a:pt x="243010" y="663604"/>
                  </a:lnTo>
                  <a:lnTo>
                    <a:pt x="241540" y="658109"/>
                  </a:lnTo>
                  <a:lnTo>
                    <a:pt x="240698" y="651299"/>
                  </a:lnTo>
                  <a:lnTo>
                    <a:pt x="241365" y="650849"/>
                  </a:lnTo>
                  <a:lnTo>
                    <a:pt x="242157" y="650765"/>
                  </a:lnTo>
                  <a:lnTo>
                    <a:pt x="242410" y="648641"/>
                  </a:lnTo>
                  <a:lnTo>
                    <a:pt x="242238" y="645386"/>
                  </a:lnTo>
                  <a:lnTo>
                    <a:pt x="238739" y="641344"/>
                  </a:lnTo>
                  <a:lnTo>
                    <a:pt x="237088" y="637122"/>
                  </a:lnTo>
                  <a:lnTo>
                    <a:pt x="235691" y="635301"/>
                  </a:lnTo>
                  <a:lnTo>
                    <a:pt x="234380" y="634582"/>
                  </a:lnTo>
                  <a:lnTo>
                    <a:pt x="232644" y="634747"/>
                  </a:lnTo>
                  <a:lnTo>
                    <a:pt x="230475" y="634609"/>
                  </a:lnTo>
                  <a:lnTo>
                    <a:pt x="225243" y="627885"/>
                  </a:lnTo>
                  <a:lnTo>
                    <a:pt x="223991" y="627680"/>
                  </a:lnTo>
                  <a:lnTo>
                    <a:pt x="220251" y="629769"/>
                  </a:lnTo>
                  <a:lnTo>
                    <a:pt x="218997" y="629388"/>
                  </a:lnTo>
                  <a:lnTo>
                    <a:pt x="213318" y="620203"/>
                  </a:lnTo>
                  <a:lnTo>
                    <a:pt x="209543" y="615837"/>
                  </a:lnTo>
                  <a:lnTo>
                    <a:pt x="208298" y="615024"/>
                  </a:lnTo>
                  <a:lnTo>
                    <a:pt x="206671" y="614276"/>
                  </a:lnTo>
                  <a:lnTo>
                    <a:pt x="205355" y="615344"/>
                  </a:lnTo>
                  <a:lnTo>
                    <a:pt x="204421" y="616348"/>
                  </a:lnTo>
                  <a:lnTo>
                    <a:pt x="202521" y="617476"/>
                  </a:lnTo>
                  <a:lnTo>
                    <a:pt x="195004" y="616741"/>
                  </a:lnTo>
                  <a:lnTo>
                    <a:pt x="188549" y="618163"/>
                  </a:lnTo>
                  <a:lnTo>
                    <a:pt x="184162" y="619130"/>
                  </a:lnTo>
                  <a:lnTo>
                    <a:pt x="181383" y="620391"/>
                  </a:lnTo>
                  <a:lnTo>
                    <a:pt x="176779" y="625859"/>
                  </a:lnTo>
                  <a:lnTo>
                    <a:pt x="171273" y="631143"/>
                  </a:lnTo>
                  <a:lnTo>
                    <a:pt x="166789" y="633648"/>
                  </a:lnTo>
                  <a:lnTo>
                    <a:pt x="162667" y="636980"/>
                  </a:lnTo>
                  <a:lnTo>
                    <a:pt x="159954" y="637950"/>
                  </a:lnTo>
                  <a:lnTo>
                    <a:pt x="156446" y="638366"/>
                  </a:lnTo>
                  <a:lnTo>
                    <a:pt x="149049" y="636767"/>
                  </a:lnTo>
                  <a:lnTo>
                    <a:pt x="146525" y="637953"/>
                  </a:lnTo>
                  <a:lnTo>
                    <a:pt x="142501" y="644125"/>
                  </a:lnTo>
                  <a:lnTo>
                    <a:pt x="141306" y="645623"/>
                  </a:lnTo>
                  <a:lnTo>
                    <a:pt x="139038" y="647334"/>
                  </a:lnTo>
                  <a:lnTo>
                    <a:pt x="133194" y="655261"/>
                  </a:lnTo>
                  <a:lnTo>
                    <a:pt x="130499" y="656958"/>
                  </a:lnTo>
                  <a:lnTo>
                    <a:pt x="128757" y="657497"/>
                  </a:lnTo>
                  <a:lnTo>
                    <a:pt x="127267" y="659177"/>
                  </a:lnTo>
                  <a:lnTo>
                    <a:pt x="125913" y="662550"/>
                  </a:lnTo>
                  <a:lnTo>
                    <a:pt x="124084" y="671914"/>
                  </a:lnTo>
                  <a:lnTo>
                    <a:pt x="122947" y="676349"/>
                  </a:lnTo>
                  <a:lnTo>
                    <a:pt x="120438" y="683439"/>
                  </a:lnTo>
                  <a:lnTo>
                    <a:pt x="118787" y="685800"/>
                  </a:lnTo>
                  <a:lnTo>
                    <a:pt x="117159" y="685480"/>
                  </a:lnTo>
                  <a:lnTo>
                    <a:pt x="115343" y="687930"/>
                  </a:lnTo>
                  <a:lnTo>
                    <a:pt x="113732" y="685338"/>
                  </a:lnTo>
                  <a:lnTo>
                    <a:pt x="112444" y="684842"/>
                  </a:lnTo>
                  <a:lnTo>
                    <a:pt x="110394" y="685050"/>
                  </a:lnTo>
                  <a:lnTo>
                    <a:pt x="103183" y="688033"/>
                  </a:lnTo>
                  <a:lnTo>
                    <a:pt x="102149" y="684565"/>
                  </a:lnTo>
                  <a:lnTo>
                    <a:pt x="100829" y="684043"/>
                  </a:lnTo>
                  <a:lnTo>
                    <a:pt x="98335" y="684213"/>
                  </a:lnTo>
                  <a:lnTo>
                    <a:pt x="94599" y="683157"/>
                  </a:lnTo>
                  <a:lnTo>
                    <a:pt x="87803" y="684473"/>
                  </a:lnTo>
                  <a:lnTo>
                    <a:pt x="84535" y="685904"/>
                  </a:lnTo>
                  <a:lnTo>
                    <a:pt x="83244" y="687185"/>
                  </a:lnTo>
                  <a:lnTo>
                    <a:pt x="80839" y="686368"/>
                  </a:lnTo>
                  <a:lnTo>
                    <a:pt x="76751" y="687528"/>
                  </a:lnTo>
                  <a:lnTo>
                    <a:pt x="75312" y="689502"/>
                  </a:lnTo>
                  <a:lnTo>
                    <a:pt x="74231" y="691265"/>
                  </a:lnTo>
                  <a:lnTo>
                    <a:pt x="72107" y="699158"/>
                  </a:lnTo>
                  <a:lnTo>
                    <a:pt x="69772" y="701763"/>
                  </a:lnTo>
                  <a:lnTo>
                    <a:pt x="67858" y="701850"/>
                  </a:lnTo>
                  <a:lnTo>
                    <a:pt x="65717" y="702456"/>
                  </a:lnTo>
                  <a:lnTo>
                    <a:pt x="61399" y="710057"/>
                  </a:lnTo>
                  <a:lnTo>
                    <a:pt x="56973" y="717429"/>
                  </a:lnTo>
                  <a:lnTo>
                    <a:pt x="55488" y="718217"/>
                  </a:lnTo>
                  <a:lnTo>
                    <a:pt x="53838" y="719450"/>
                  </a:lnTo>
                  <a:lnTo>
                    <a:pt x="51678" y="720038"/>
                  </a:lnTo>
                  <a:lnTo>
                    <a:pt x="50602" y="720713"/>
                  </a:lnTo>
                  <a:lnTo>
                    <a:pt x="45562" y="718820"/>
                  </a:lnTo>
                  <a:lnTo>
                    <a:pt x="42357" y="718610"/>
                  </a:lnTo>
                  <a:lnTo>
                    <a:pt x="38349" y="717467"/>
                  </a:lnTo>
                  <a:lnTo>
                    <a:pt x="34896" y="713860"/>
                  </a:lnTo>
                  <a:lnTo>
                    <a:pt x="32244" y="711768"/>
                  </a:lnTo>
                  <a:lnTo>
                    <a:pt x="29247" y="703821"/>
                  </a:lnTo>
                  <a:lnTo>
                    <a:pt x="27392" y="700857"/>
                  </a:lnTo>
                  <a:lnTo>
                    <a:pt x="24084" y="697256"/>
                  </a:lnTo>
                  <a:lnTo>
                    <a:pt x="23131" y="697392"/>
                  </a:lnTo>
                  <a:lnTo>
                    <a:pt x="22362" y="698376"/>
                  </a:lnTo>
                  <a:lnTo>
                    <a:pt x="20990" y="695836"/>
                  </a:lnTo>
                  <a:lnTo>
                    <a:pt x="20954" y="692564"/>
                  </a:lnTo>
                  <a:lnTo>
                    <a:pt x="20584" y="689788"/>
                  </a:lnTo>
                  <a:lnTo>
                    <a:pt x="20609" y="682490"/>
                  </a:lnTo>
                  <a:lnTo>
                    <a:pt x="20818" y="673954"/>
                  </a:lnTo>
                  <a:lnTo>
                    <a:pt x="22028" y="675873"/>
                  </a:lnTo>
                  <a:lnTo>
                    <a:pt x="22980" y="677740"/>
                  </a:lnTo>
                  <a:lnTo>
                    <a:pt x="25018" y="677636"/>
                  </a:lnTo>
                  <a:lnTo>
                    <a:pt x="26820" y="674428"/>
                  </a:lnTo>
                  <a:lnTo>
                    <a:pt x="27846" y="669727"/>
                  </a:lnTo>
                  <a:lnTo>
                    <a:pt x="28749" y="664426"/>
                  </a:lnTo>
                  <a:lnTo>
                    <a:pt x="28610" y="658790"/>
                  </a:lnTo>
                  <a:lnTo>
                    <a:pt x="28008" y="648887"/>
                  </a:lnTo>
                  <a:lnTo>
                    <a:pt x="28419" y="646806"/>
                  </a:lnTo>
                  <a:lnTo>
                    <a:pt x="29036" y="645961"/>
                  </a:lnTo>
                  <a:lnTo>
                    <a:pt x="29237" y="641029"/>
                  </a:lnTo>
                  <a:lnTo>
                    <a:pt x="29383" y="625865"/>
                  </a:lnTo>
                  <a:lnTo>
                    <a:pt x="28927" y="620151"/>
                  </a:lnTo>
                  <a:lnTo>
                    <a:pt x="26121" y="608568"/>
                  </a:lnTo>
                  <a:lnTo>
                    <a:pt x="24277" y="598500"/>
                  </a:lnTo>
                  <a:lnTo>
                    <a:pt x="22924" y="593956"/>
                  </a:lnTo>
                  <a:lnTo>
                    <a:pt x="21786" y="586640"/>
                  </a:lnTo>
                  <a:lnTo>
                    <a:pt x="20826" y="576468"/>
                  </a:lnTo>
                  <a:lnTo>
                    <a:pt x="20531" y="571329"/>
                  </a:lnTo>
                  <a:lnTo>
                    <a:pt x="20223" y="561853"/>
                  </a:lnTo>
                  <a:lnTo>
                    <a:pt x="20560" y="556480"/>
                  </a:lnTo>
                  <a:lnTo>
                    <a:pt x="20417" y="553343"/>
                  </a:lnTo>
                  <a:lnTo>
                    <a:pt x="19242" y="544755"/>
                  </a:lnTo>
                  <a:lnTo>
                    <a:pt x="16613" y="536742"/>
                  </a:lnTo>
                  <a:lnTo>
                    <a:pt x="16178" y="533784"/>
                  </a:lnTo>
                  <a:lnTo>
                    <a:pt x="16192" y="530667"/>
                  </a:lnTo>
                  <a:lnTo>
                    <a:pt x="15566" y="527023"/>
                  </a:lnTo>
                  <a:lnTo>
                    <a:pt x="13450" y="519696"/>
                  </a:lnTo>
                  <a:lnTo>
                    <a:pt x="11282" y="513365"/>
                  </a:lnTo>
                  <a:lnTo>
                    <a:pt x="10918" y="510286"/>
                  </a:lnTo>
                  <a:lnTo>
                    <a:pt x="10514" y="497514"/>
                  </a:lnTo>
                  <a:lnTo>
                    <a:pt x="9705" y="491694"/>
                  </a:lnTo>
                  <a:lnTo>
                    <a:pt x="6037" y="476934"/>
                  </a:lnTo>
                  <a:lnTo>
                    <a:pt x="1705" y="464217"/>
                  </a:lnTo>
                  <a:lnTo>
                    <a:pt x="532" y="459017"/>
                  </a:lnTo>
                  <a:lnTo>
                    <a:pt x="0" y="457268"/>
                  </a:lnTo>
                  <a:lnTo>
                    <a:pt x="298" y="457031"/>
                  </a:lnTo>
                  <a:lnTo>
                    <a:pt x="786" y="457712"/>
                  </a:lnTo>
                  <a:lnTo>
                    <a:pt x="1327" y="458982"/>
                  </a:lnTo>
                  <a:lnTo>
                    <a:pt x="1593" y="459089"/>
                  </a:lnTo>
                  <a:lnTo>
                    <a:pt x="1847" y="458039"/>
                  </a:lnTo>
                  <a:lnTo>
                    <a:pt x="1819" y="455609"/>
                  </a:lnTo>
                  <a:lnTo>
                    <a:pt x="1971" y="454261"/>
                  </a:lnTo>
                  <a:lnTo>
                    <a:pt x="2349" y="455003"/>
                  </a:lnTo>
                  <a:lnTo>
                    <a:pt x="2792" y="457736"/>
                  </a:lnTo>
                  <a:lnTo>
                    <a:pt x="4163" y="464788"/>
                  </a:lnTo>
                  <a:lnTo>
                    <a:pt x="4567" y="468375"/>
                  </a:lnTo>
                  <a:lnTo>
                    <a:pt x="6317" y="469469"/>
                  </a:lnTo>
                  <a:lnTo>
                    <a:pt x="6854" y="468528"/>
                  </a:lnTo>
                  <a:lnTo>
                    <a:pt x="7499" y="466675"/>
                  </a:lnTo>
                  <a:lnTo>
                    <a:pt x="7688" y="461698"/>
                  </a:lnTo>
                  <a:lnTo>
                    <a:pt x="6801" y="459447"/>
                  </a:lnTo>
                  <a:lnTo>
                    <a:pt x="6003" y="458492"/>
                  </a:lnTo>
                  <a:lnTo>
                    <a:pt x="4652" y="454798"/>
                  </a:lnTo>
                  <a:lnTo>
                    <a:pt x="3781" y="448879"/>
                  </a:lnTo>
                  <a:lnTo>
                    <a:pt x="2422" y="443411"/>
                  </a:lnTo>
                  <a:lnTo>
                    <a:pt x="2446" y="441458"/>
                  </a:lnTo>
                  <a:lnTo>
                    <a:pt x="3068" y="440038"/>
                  </a:lnTo>
                  <a:lnTo>
                    <a:pt x="4081" y="440808"/>
                  </a:lnTo>
                  <a:lnTo>
                    <a:pt x="5022" y="443954"/>
                  </a:lnTo>
                  <a:lnTo>
                    <a:pt x="6079" y="446883"/>
                  </a:lnTo>
                  <a:lnTo>
                    <a:pt x="5904" y="452008"/>
                  </a:lnTo>
                  <a:lnTo>
                    <a:pt x="5740" y="453410"/>
                  </a:lnTo>
                  <a:lnTo>
                    <a:pt x="5833" y="454593"/>
                  </a:lnTo>
                  <a:lnTo>
                    <a:pt x="6202" y="455719"/>
                  </a:lnTo>
                  <a:lnTo>
                    <a:pt x="6686" y="456604"/>
                  </a:lnTo>
                  <a:lnTo>
                    <a:pt x="7216" y="455306"/>
                  </a:lnTo>
                  <a:lnTo>
                    <a:pt x="7700" y="452311"/>
                  </a:lnTo>
                  <a:lnTo>
                    <a:pt x="7999" y="452700"/>
                  </a:lnTo>
                  <a:lnTo>
                    <a:pt x="8718" y="459528"/>
                  </a:lnTo>
                  <a:lnTo>
                    <a:pt x="9289" y="461383"/>
                  </a:lnTo>
                  <a:lnTo>
                    <a:pt x="10421" y="463516"/>
                  </a:lnTo>
                  <a:lnTo>
                    <a:pt x="11406" y="461856"/>
                  </a:lnTo>
                  <a:lnTo>
                    <a:pt x="11864" y="460437"/>
                  </a:lnTo>
                  <a:lnTo>
                    <a:pt x="11721" y="455618"/>
                  </a:lnTo>
                  <a:lnTo>
                    <a:pt x="12011" y="450960"/>
                  </a:lnTo>
                  <a:lnTo>
                    <a:pt x="11847" y="447497"/>
                  </a:lnTo>
                  <a:lnTo>
                    <a:pt x="9298" y="438433"/>
                  </a:lnTo>
                  <a:lnTo>
                    <a:pt x="6992" y="427231"/>
                  </a:lnTo>
                  <a:lnTo>
                    <a:pt x="5593" y="421656"/>
                  </a:lnTo>
                  <a:lnTo>
                    <a:pt x="4424" y="413262"/>
                  </a:lnTo>
                  <a:lnTo>
                    <a:pt x="3668" y="410356"/>
                  </a:lnTo>
                  <a:lnTo>
                    <a:pt x="2680" y="405658"/>
                  </a:lnTo>
                  <a:lnTo>
                    <a:pt x="2626" y="400291"/>
                  </a:lnTo>
                  <a:lnTo>
                    <a:pt x="2721" y="396695"/>
                  </a:lnTo>
                  <a:lnTo>
                    <a:pt x="3510" y="388933"/>
                  </a:lnTo>
                  <a:lnTo>
                    <a:pt x="4236" y="384890"/>
                  </a:lnTo>
                  <a:lnTo>
                    <a:pt x="6585" y="375593"/>
                  </a:lnTo>
                  <a:lnTo>
                    <a:pt x="6700" y="371585"/>
                  </a:lnTo>
                  <a:lnTo>
                    <a:pt x="6675" y="368569"/>
                  </a:lnTo>
                  <a:lnTo>
                    <a:pt x="7021" y="363935"/>
                  </a:lnTo>
                  <a:lnTo>
                    <a:pt x="7023" y="360711"/>
                  </a:lnTo>
                  <a:lnTo>
                    <a:pt x="6710" y="357707"/>
                  </a:lnTo>
                  <a:lnTo>
                    <a:pt x="5731" y="352533"/>
                  </a:lnTo>
                  <a:lnTo>
                    <a:pt x="7022" y="343501"/>
                  </a:lnTo>
                  <a:lnTo>
                    <a:pt x="8902" y="331890"/>
                  </a:lnTo>
                  <a:lnTo>
                    <a:pt x="9644" y="330184"/>
                  </a:lnTo>
                  <a:lnTo>
                    <a:pt x="10807" y="328623"/>
                  </a:lnTo>
                  <a:lnTo>
                    <a:pt x="11022" y="331021"/>
                  </a:lnTo>
                  <a:lnTo>
                    <a:pt x="10449" y="339046"/>
                  </a:lnTo>
                  <a:lnTo>
                    <a:pt x="11267" y="343242"/>
                  </a:lnTo>
                  <a:lnTo>
                    <a:pt x="11011" y="347963"/>
                  </a:lnTo>
                  <a:lnTo>
                    <a:pt x="11742" y="347157"/>
                  </a:lnTo>
                  <a:lnTo>
                    <a:pt x="12874" y="346257"/>
                  </a:lnTo>
                  <a:lnTo>
                    <a:pt x="13728" y="343778"/>
                  </a:lnTo>
                  <a:lnTo>
                    <a:pt x="14180" y="341401"/>
                  </a:lnTo>
                  <a:lnTo>
                    <a:pt x="16319" y="331979"/>
                  </a:lnTo>
                  <a:lnTo>
                    <a:pt x="17544" y="328470"/>
                  </a:lnTo>
                  <a:lnTo>
                    <a:pt x="19268" y="325885"/>
                  </a:lnTo>
                  <a:lnTo>
                    <a:pt x="22750" y="322771"/>
                  </a:lnTo>
                  <a:lnTo>
                    <a:pt x="26139" y="318667"/>
                  </a:lnTo>
                  <a:lnTo>
                    <a:pt x="27749" y="314720"/>
                  </a:lnTo>
                  <a:lnTo>
                    <a:pt x="29768" y="311298"/>
                  </a:lnTo>
                  <a:lnTo>
                    <a:pt x="31172" y="307587"/>
                  </a:lnTo>
                  <a:lnTo>
                    <a:pt x="32523" y="305036"/>
                  </a:lnTo>
                  <a:lnTo>
                    <a:pt x="39370" y="295669"/>
                  </a:lnTo>
                  <a:lnTo>
                    <a:pt x="40530" y="293909"/>
                  </a:lnTo>
                  <a:lnTo>
                    <a:pt x="42022" y="293710"/>
                  </a:lnTo>
                  <a:lnTo>
                    <a:pt x="43851" y="294021"/>
                  </a:lnTo>
                  <a:lnTo>
                    <a:pt x="45506" y="293528"/>
                  </a:lnTo>
                  <a:lnTo>
                    <a:pt x="47275" y="295660"/>
                  </a:lnTo>
                  <a:lnTo>
                    <a:pt x="48581" y="295900"/>
                  </a:lnTo>
                  <a:lnTo>
                    <a:pt x="51776" y="293583"/>
                  </a:lnTo>
                  <a:lnTo>
                    <a:pt x="53484" y="291508"/>
                  </a:lnTo>
                  <a:lnTo>
                    <a:pt x="56418" y="286972"/>
                  </a:lnTo>
                  <a:lnTo>
                    <a:pt x="57706" y="285676"/>
                  </a:lnTo>
                  <a:lnTo>
                    <a:pt x="60688" y="284242"/>
                  </a:lnTo>
                  <a:lnTo>
                    <a:pt x="64061" y="282328"/>
                  </a:lnTo>
                  <a:lnTo>
                    <a:pt x="68124" y="274451"/>
                  </a:lnTo>
                  <a:lnTo>
                    <a:pt x="71050" y="274953"/>
                  </a:lnTo>
                  <a:lnTo>
                    <a:pt x="73665" y="275720"/>
                  </a:lnTo>
                  <a:lnTo>
                    <a:pt x="75757" y="273360"/>
                  </a:lnTo>
                  <a:lnTo>
                    <a:pt x="80689" y="271914"/>
                  </a:lnTo>
                  <a:lnTo>
                    <a:pt x="83421" y="269920"/>
                  </a:lnTo>
                  <a:lnTo>
                    <a:pt x="88538" y="264691"/>
                  </a:lnTo>
                  <a:lnTo>
                    <a:pt x="89914" y="262899"/>
                  </a:lnTo>
                  <a:lnTo>
                    <a:pt x="92007" y="259162"/>
                  </a:lnTo>
                  <a:lnTo>
                    <a:pt x="93824" y="254494"/>
                  </a:lnTo>
                  <a:lnTo>
                    <a:pt x="95618" y="248186"/>
                  </a:lnTo>
                  <a:lnTo>
                    <a:pt x="96721" y="242533"/>
                  </a:lnTo>
                  <a:lnTo>
                    <a:pt x="97195" y="239621"/>
                  </a:lnTo>
                  <a:lnTo>
                    <a:pt x="98246" y="234992"/>
                  </a:lnTo>
                  <a:lnTo>
                    <a:pt x="98970" y="231328"/>
                  </a:lnTo>
                  <a:lnTo>
                    <a:pt x="99533" y="229588"/>
                  </a:lnTo>
                  <a:lnTo>
                    <a:pt x="101518" y="227123"/>
                  </a:lnTo>
                  <a:lnTo>
                    <a:pt x="104462" y="220192"/>
                  </a:lnTo>
                  <a:lnTo>
                    <a:pt x="105421" y="218798"/>
                  </a:lnTo>
                  <a:lnTo>
                    <a:pt x="105599" y="216582"/>
                  </a:lnTo>
                  <a:lnTo>
                    <a:pt x="104964" y="215341"/>
                  </a:lnTo>
                  <a:lnTo>
                    <a:pt x="104178" y="214562"/>
                  </a:lnTo>
                  <a:lnTo>
                    <a:pt x="103647" y="207227"/>
                  </a:lnTo>
                  <a:lnTo>
                    <a:pt x="103143" y="202165"/>
                  </a:lnTo>
                  <a:lnTo>
                    <a:pt x="103093" y="198601"/>
                  </a:lnTo>
                  <a:lnTo>
                    <a:pt x="103290" y="195211"/>
                  </a:lnTo>
                  <a:lnTo>
                    <a:pt x="104449" y="189953"/>
                  </a:lnTo>
                  <a:lnTo>
                    <a:pt x="105275" y="187697"/>
                  </a:lnTo>
                  <a:lnTo>
                    <a:pt x="106418" y="185068"/>
                  </a:lnTo>
                  <a:lnTo>
                    <a:pt x="107459" y="184254"/>
                  </a:lnTo>
                  <a:lnTo>
                    <a:pt x="108327" y="181951"/>
                  </a:lnTo>
                  <a:lnTo>
                    <a:pt x="109736" y="179669"/>
                  </a:lnTo>
                  <a:lnTo>
                    <a:pt x="110331" y="177377"/>
                  </a:lnTo>
                  <a:lnTo>
                    <a:pt x="111205" y="172717"/>
                  </a:lnTo>
                  <a:lnTo>
                    <a:pt x="111996" y="169176"/>
                  </a:lnTo>
                  <a:lnTo>
                    <a:pt x="112617" y="169300"/>
                  </a:lnTo>
                  <a:lnTo>
                    <a:pt x="113810" y="177530"/>
                  </a:lnTo>
                  <a:lnTo>
                    <a:pt x="114589" y="181896"/>
                  </a:lnTo>
                  <a:lnTo>
                    <a:pt x="116014" y="187030"/>
                  </a:lnTo>
                  <a:lnTo>
                    <a:pt x="117364" y="194593"/>
                  </a:lnTo>
                  <a:lnTo>
                    <a:pt x="118464" y="198056"/>
                  </a:lnTo>
                  <a:lnTo>
                    <a:pt x="118998" y="200295"/>
                  </a:lnTo>
                  <a:lnTo>
                    <a:pt x="119434" y="201334"/>
                  </a:lnTo>
                  <a:lnTo>
                    <a:pt x="119530" y="199897"/>
                  </a:lnTo>
                  <a:lnTo>
                    <a:pt x="119419" y="198218"/>
                  </a:lnTo>
                  <a:lnTo>
                    <a:pt x="119950" y="192441"/>
                  </a:lnTo>
                  <a:lnTo>
                    <a:pt x="119701" y="188386"/>
                  </a:lnTo>
                  <a:lnTo>
                    <a:pt x="119785" y="186839"/>
                  </a:lnTo>
                  <a:lnTo>
                    <a:pt x="120062" y="186187"/>
                  </a:lnTo>
                  <a:lnTo>
                    <a:pt x="120596" y="186629"/>
                  </a:lnTo>
                  <a:lnTo>
                    <a:pt x="121629" y="188891"/>
                  </a:lnTo>
                  <a:lnTo>
                    <a:pt x="122149" y="189699"/>
                  </a:lnTo>
                  <a:lnTo>
                    <a:pt x="122518" y="189512"/>
                  </a:lnTo>
                  <a:lnTo>
                    <a:pt x="122500" y="185850"/>
                  </a:lnTo>
                  <a:lnTo>
                    <a:pt x="123017" y="183538"/>
                  </a:lnTo>
                  <a:lnTo>
                    <a:pt x="122809" y="181945"/>
                  </a:lnTo>
                  <a:lnTo>
                    <a:pt x="121908" y="182035"/>
                  </a:lnTo>
                  <a:lnTo>
                    <a:pt x="121528" y="180061"/>
                  </a:lnTo>
                  <a:lnTo>
                    <a:pt x="120785" y="177776"/>
                  </a:lnTo>
                  <a:lnTo>
                    <a:pt x="119941" y="176134"/>
                  </a:lnTo>
                  <a:lnTo>
                    <a:pt x="118915" y="172371"/>
                  </a:lnTo>
                  <a:lnTo>
                    <a:pt x="118598" y="170893"/>
                  </a:lnTo>
                  <a:lnTo>
                    <a:pt x="118997" y="170209"/>
                  </a:lnTo>
                  <a:lnTo>
                    <a:pt x="119644" y="170308"/>
                  </a:lnTo>
                  <a:lnTo>
                    <a:pt x="120158" y="168695"/>
                  </a:lnTo>
                  <a:lnTo>
                    <a:pt x="120394" y="166530"/>
                  </a:lnTo>
                  <a:lnTo>
                    <a:pt x="119939" y="163013"/>
                  </a:lnTo>
                  <a:lnTo>
                    <a:pt x="120405" y="161708"/>
                  </a:lnTo>
                  <a:lnTo>
                    <a:pt x="121342" y="162081"/>
                  </a:lnTo>
                  <a:lnTo>
                    <a:pt x="122841" y="167690"/>
                  </a:lnTo>
                  <a:lnTo>
                    <a:pt x="123486" y="167136"/>
                  </a:lnTo>
                  <a:lnTo>
                    <a:pt x="124017" y="164871"/>
                  </a:lnTo>
                  <a:lnTo>
                    <a:pt x="124973" y="164222"/>
                  </a:lnTo>
                  <a:lnTo>
                    <a:pt x="125955" y="164632"/>
                  </a:lnTo>
                  <a:lnTo>
                    <a:pt x="126603" y="166250"/>
                  </a:lnTo>
                  <a:lnTo>
                    <a:pt x="127919" y="167866"/>
                  </a:lnTo>
                  <a:lnTo>
                    <a:pt x="129672" y="167682"/>
                  </a:lnTo>
                  <a:lnTo>
                    <a:pt x="130561" y="168071"/>
                  </a:lnTo>
                  <a:lnTo>
                    <a:pt x="132430" y="167803"/>
                  </a:lnTo>
                  <a:lnTo>
                    <a:pt x="133346" y="168291"/>
                  </a:lnTo>
                  <a:lnTo>
                    <a:pt x="133174" y="167425"/>
                  </a:lnTo>
                  <a:lnTo>
                    <a:pt x="132164" y="166403"/>
                  </a:lnTo>
                  <a:lnTo>
                    <a:pt x="131025" y="166198"/>
                  </a:lnTo>
                  <a:lnTo>
                    <a:pt x="129692" y="166299"/>
                  </a:lnTo>
                  <a:lnTo>
                    <a:pt x="129121" y="165226"/>
                  </a:lnTo>
                  <a:lnTo>
                    <a:pt x="128930" y="162392"/>
                  </a:lnTo>
                  <a:lnTo>
                    <a:pt x="129254" y="160338"/>
                  </a:lnTo>
                  <a:lnTo>
                    <a:pt x="129463" y="159460"/>
                  </a:lnTo>
                  <a:lnTo>
                    <a:pt x="130331" y="159830"/>
                  </a:lnTo>
                  <a:lnTo>
                    <a:pt x="131100" y="159752"/>
                  </a:lnTo>
                  <a:lnTo>
                    <a:pt x="131195" y="156987"/>
                  </a:lnTo>
                  <a:lnTo>
                    <a:pt x="131466" y="154546"/>
                  </a:lnTo>
                  <a:lnTo>
                    <a:pt x="131925" y="152558"/>
                  </a:lnTo>
                  <a:lnTo>
                    <a:pt x="131923" y="150645"/>
                  </a:lnTo>
                  <a:lnTo>
                    <a:pt x="131443" y="151153"/>
                  </a:lnTo>
                  <a:lnTo>
                    <a:pt x="130265" y="155579"/>
                  </a:lnTo>
                  <a:lnTo>
                    <a:pt x="129701" y="151978"/>
                  </a:lnTo>
                  <a:lnTo>
                    <a:pt x="128854" y="149248"/>
                  </a:lnTo>
                  <a:lnTo>
                    <a:pt x="129026" y="145338"/>
                  </a:lnTo>
                  <a:lnTo>
                    <a:pt x="129520" y="141428"/>
                  </a:lnTo>
                  <a:lnTo>
                    <a:pt x="130281" y="140891"/>
                  </a:lnTo>
                  <a:lnTo>
                    <a:pt x="130925" y="141509"/>
                  </a:lnTo>
                  <a:lnTo>
                    <a:pt x="131877" y="139221"/>
                  </a:lnTo>
                  <a:lnTo>
                    <a:pt x="132413" y="137472"/>
                  </a:lnTo>
                  <a:lnTo>
                    <a:pt x="132289" y="136035"/>
                  </a:lnTo>
                  <a:lnTo>
                    <a:pt x="132432" y="134930"/>
                  </a:lnTo>
                  <a:lnTo>
                    <a:pt x="133098" y="135273"/>
                  </a:lnTo>
                  <a:lnTo>
                    <a:pt x="135648" y="138791"/>
                  </a:lnTo>
                  <a:lnTo>
                    <a:pt x="136159" y="140629"/>
                  </a:lnTo>
                  <a:lnTo>
                    <a:pt x="136695" y="139913"/>
                  </a:lnTo>
                  <a:lnTo>
                    <a:pt x="136867" y="137910"/>
                  </a:lnTo>
                  <a:lnTo>
                    <a:pt x="136809" y="135908"/>
                  </a:lnTo>
                  <a:lnTo>
                    <a:pt x="136246" y="136211"/>
                  </a:lnTo>
                  <a:lnTo>
                    <a:pt x="134925" y="136006"/>
                  </a:lnTo>
                  <a:lnTo>
                    <a:pt x="134620" y="134881"/>
                  </a:lnTo>
                  <a:lnTo>
                    <a:pt x="134735" y="133951"/>
                  </a:lnTo>
                  <a:lnTo>
                    <a:pt x="134118" y="131594"/>
                  </a:lnTo>
                  <a:lnTo>
                    <a:pt x="134982" y="130093"/>
                  </a:lnTo>
                  <a:lnTo>
                    <a:pt x="135725" y="129995"/>
                  </a:lnTo>
                  <a:lnTo>
                    <a:pt x="136238" y="128968"/>
                  </a:lnTo>
                  <a:lnTo>
                    <a:pt x="136246" y="127565"/>
                  </a:lnTo>
                  <a:lnTo>
                    <a:pt x="136409" y="126965"/>
                  </a:lnTo>
                  <a:lnTo>
                    <a:pt x="136809" y="127799"/>
                  </a:lnTo>
                  <a:lnTo>
                    <a:pt x="138141" y="128186"/>
                  </a:lnTo>
                  <a:lnTo>
                    <a:pt x="139449" y="130001"/>
                  </a:lnTo>
                  <a:lnTo>
                    <a:pt x="140063" y="130385"/>
                  </a:lnTo>
                  <a:lnTo>
                    <a:pt x="140292" y="129409"/>
                  </a:lnTo>
                  <a:lnTo>
                    <a:pt x="140387" y="127306"/>
                  </a:lnTo>
                  <a:lnTo>
                    <a:pt x="138769" y="125205"/>
                  </a:lnTo>
                  <a:lnTo>
                    <a:pt x="138726" y="123139"/>
                  </a:lnTo>
                  <a:lnTo>
                    <a:pt x="138046" y="120758"/>
                  </a:lnTo>
                  <a:lnTo>
                    <a:pt x="138027" y="118415"/>
                  </a:lnTo>
                  <a:lnTo>
                    <a:pt x="139037" y="116456"/>
                  </a:lnTo>
                  <a:lnTo>
                    <a:pt x="139245" y="114554"/>
                  </a:lnTo>
                  <a:lnTo>
                    <a:pt x="139830" y="113781"/>
                  </a:lnTo>
                  <a:lnTo>
                    <a:pt x="140987" y="113749"/>
                  </a:lnTo>
                  <a:lnTo>
                    <a:pt x="141767" y="112136"/>
                  </a:lnTo>
                  <a:lnTo>
                    <a:pt x="142642" y="111573"/>
                  </a:lnTo>
                  <a:lnTo>
                    <a:pt x="142856" y="107980"/>
                  </a:lnTo>
                  <a:lnTo>
                    <a:pt x="142841" y="105513"/>
                  </a:lnTo>
                  <a:lnTo>
                    <a:pt x="143194" y="104878"/>
                  </a:lnTo>
                  <a:lnTo>
                    <a:pt x="144078" y="105906"/>
                  </a:lnTo>
                  <a:lnTo>
                    <a:pt x="143810" y="108760"/>
                  </a:lnTo>
                  <a:lnTo>
                    <a:pt x="143806" y="111484"/>
                  </a:lnTo>
                  <a:lnTo>
                    <a:pt x="143584" y="112941"/>
                  </a:lnTo>
                  <a:lnTo>
                    <a:pt x="143916" y="112820"/>
                  </a:lnTo>
                  <a:lnTo>
                    <a:pt x="144122" y="112214"/>
                  </a:lnTo>
                  <a:lnTo>
                    <a:pt x="144468" y="110425"/>
                  </a:lnTo>
                  <a:lnTo>
                    <a:pt x="145401" y="111158"/>
                  </a:lnTo>
                  <a:lnTo>
                    <a:pt x="145632" y="113071"/>
                  </a:lnTo>
                  <a:lnTo>
                    <a:pt x="145753" y="114944"/>
                  </a:lnTo>
                  <a:lnTo>
                    <a:pt x="146219" y="115555"/>
                  </a:lnTo>
                  <a:lnTo>
                    <a:pt x="146858" y="112673"/>
                  </a:lnTo>
                  <a:lnTo>
                    <a:pt x="147716" y="111908"/>
                  </a:lnTo>
                  <a:lnTo>
                    <a:pt x="147669" y="108266"/>
                  </a:lnTo>
                  <a:lnTo>
                    <a:pt x="147994" y="105658"/>
                  </a:lnTo>
                  <a:lnTo>
                    <a:pt x="148095" y="103698"/>
                  </a:lnTo>
                  <a:lnTo>
                    <a:pt x="148639" y="102743"/>
                  </a:lnTo>
                  <a:lnTo>
                    <a:pt x="148759" y="100665"/>
                  </a:lnTo>
                  <a:lnTo>
                    <a:pt x="148323" y="99231"/>
                  </a:lnTo>
                  <a:lnTo>
                    <a:pt x="148098" y="96623"/>
                  </a:lnTo>
                  <a:lnTo>
                    <a:pt x="148848" y="96045"/>
                  </a:lnTo>
                  <a:lnTo>
                    <a:pt x="149599" y="97356"/>
                  </a:lnTo>
                  <a:lnTo>
                    <a:pt x="150104" y="100645"/>
                  </a:lnTo>
                  <a:lnTo>
                    <a:pt x="150453" y="102128"/>
                  </a:lnTo>
                  <a:lnTo>
                    <a:pt x="150917" y="101320"/>
                  </a:lnTo>
                  <a:lnTo>
                    <a:pt x="151196" y="99130"/>
                  </a:lnTo>
                  <a:lnTo>
                    <a:pt x="152117" y="97855"/>
                  </a:lnTo>
                  <a:lnTo>
                    <a:pt x="153030" y="99627"/>
                  </a:lnTo>
                  <a:lnTo>
                    <a:pt x="154034" y="102050"/>
                  </a:lnTo>
                  <a:lnTo>
                    <a:pt x="155293" y="99935"/>
                  </a:lnTo>
                  <a:lnTo>
                    <a:pt x="156462" y="95970"/>
                  </a:lnTo>
                  <a:lnTo>
                    <a:pt x="156275" y="93544"/>
                  </a:lnTo>
                  <a:lnTo>
                    <a:pt x="156404" y="91045"/>
                  </a:lnTo>
                  <a:lnTo>
                    <a:pt x="157872" y="89735"/>
                  </a:lnTo>
                  <a:lnTo>
                    <a:pt x="159056" y="90698"/>
                  </a:lnTo>
                  <a:lnTo>
                    <a:pt x="160128" y="93376"/>
                  </a:lnTo>
                  <a:lnTo>
                    <a:pt x="162359" y="95367"/>
                  </a:lnTo>
                  <a:lnTo>
                    <a:pt x="164252" y="98224"/>
                  </a:lnTo>
                  <a:lnTo>
                    <a:pt x="165097" y="100091"/>
                  </a:lnTo>
                  <a:lnTo>
                    <a:pt x="166729" y="103060"/>
                  </a:lnTo>
                  <a:lnTo>
                    <a:pt x="167772" y="106142"/>
                  </a:lnTo>
                  <a:lnTo>
                    <a:pt x="169201" y="111631"/>
                  </a:lnTo>
                  <a:lnTo>
                    <a:pt x="172571" y="118323"/>
                  </a:lnTo>
                  <a:lnTo>
                    <a:pt x="172789" y="119509"/>
                  </a:lnTo>
                  <a:lnTo>
                    <a:pt x="172334" y="121742"/>
                  </a:lnTo>
                  <a:lnTo>
                    <a:pt x="171926" y="124602"/>
                  </a:lnTo>
                  <a:lnTo>
                    <a:pt x="171420" y="129444"/>
                  </a:lnTo>
                  <a:lnTo>
                    <a:pt x="171293" y="136574"/>
                  </a:lnTo>
                  <a:lnTo>
                    <a:pt x="171780" y="136064"/>
                  </a:lnTo>
                  <a:lnTo>
                    <a:pt x="172283" y="133510"/>
                  </a:lnTo>
                  <a:lnTo>
                    <a:pt x="172816" y="134035"/>
                  </a:lnTo>
                  <a:lnTo>
                    <a:pt x="173425" y="135665"/>
                  </a:lnTo>
                  <a:lnTo>
                    <a:pt x="173475" y="134101"/>
                  </a:lnTo>
                  <a:lnTo>
                    <a:pt x="173109" y="133155"/>
                  </a:lnTo>
                  <a:lnTo>
                    <a:pt x="172485" y="129865"/>
                  </a:lnTo>
                  <a:lnTo>
                    <a:pt x="172508" y="128119"/>
                  </a:lnTo>
                  <a:lnTo>
                    <a:pt x="173007" y="126717"/>
                  </a:lnTo>
                  <a:lnTo>
                    <a:pt x="173776" y="125038"/>
                  </a:lnTo>
                  <a:lnTo>
                    <a:pt x="174616" y="123938"/>
                  </a:lnTo>
                  <a:lnTo>
                    <a:pt x="175134" y="122977"/>
                  </a:lnTo>
                  <a:lnTo>
                    <a:pt x="175211" y="121788"/>
                  </a:lnTo>
                  <a:lnTo>
                    <a:pt x="175989" y="120579"/>
                  </a:lnTo>
                  <a:lnTo>
                    <a:pt x="177120" y="120181"/>
                  </a:lnTo>
                  <a:lnTo>
                    <a:pt x="177808" y="120372"/>
                  </a:lnTo>
                  <a:lnTo>
                    <a:pt x="182672" y="123427"/>
                  </a:lnTo>
                  <a:lnTo>
                    <a:pt x="183903" y="126478"/>
                  </a:lnTo>
                  <a:lnTo>
                    <a:pt x="184018" y="130243"/>
                  </a:lnTo>
                  <a:lnTo>
                    <a:pt x="184486" y="131579"/>
                  </a:lnTo>
                  <a:lnTo>
                    <a:pt x="184740" y="129213"/>
                  </a:lnTo>
                  <a:lnTo>
                    <a:pt x="184690" y="124068"/>
                  </a:lnTo>
                  <a:lnTo>
                    <a:pt x="185081" y="123047"/>
                  </a:lnTo>
                  <a:lnTo>
                    <a:pt x="186390" y="123843"/>
                  </a:lnTo>
                  <a:lnTo>
                    <a:pt x="187284" y="124870"/>
                  </a:lnTo>
                  <a:lnTo>
                    <a:pt x="188528" y="128243"/>
                  </a:lnTo>
                  <a:lnTo>
                    <a:pt x="188765" y="129897"/>
                  </a:lnTo>
                  <a:lnTo>
                    <a:pt x="189307" y="130973"/>
                  </a:lnTo>
                  <a:lnTo>
                    <a:pt x="189486" y="129409"/>
                  </a:lnTo>
                  <a:lnTo>
                    <a:pt x="189232" y="127193"/>
                  </a:lnTo>
                  <a:lnTo>
                    <a:pt x="189053" y="124654"/>
                  </a:lnTo>
                  <a:lnTo>
                    <a:pt x="189334" y="122440"/>
                  </a:lnTo>
                  <a:lnTo>
                    <a:pt x="190788" y="122264"/>
                  </a:lnTo>
                  <a:lnTo>
                    <a:pt x="191769" y="121788"/>
                  </a:lnTo>
                  <a:lnTo>
                    <a:pt x="191305" y="120925"/>
                  </a:lnTo>
                  <a:lnTo>
                    <a:pt x="190674" y="120625"/>
                  </a:lnTo>
                  <a:lnTo>
                    <a:pt x="189632" y="118597"/>
                  </a:lnTo>
                  <a:lnTo>
                    <a:pt x="188961" y="116415"/>
                  </a:lnTo>
                  <a:lnTo>
                    <a:pt x="190042" y="114294"/>
                  </a:lnTo>
                  <a:lnTo>
                    <a:pt x="190034" y="113766"/>
                  </a:lnTo>
                  <a:lnTo>
                    <a:pt x="188998" y="113833"/>
                  </a:lnTo>
                  <a:lnTo>
                    <a:pt x="187571" y="111766"/>
                  </a:lnTo>
                  <a:lnTo>
                    <a:pt x="186360" y="108892"/>
                  </a:lnTo>
                  <a:lnTo>
                    <a:pt x="187286" y="103603"/>
                  </a:lnTo>
                  <a:lnTo>
                    <a:pt x="189133" y="98429"/>
                  </a:lnTo>
                  <a:lnTo>
                    <a:pt x="190171" y="96703"/>
                  </a:lnTo>
                  <a:lnTo>
                    <a:pt x="190269" y="94958"/>
                  </a:lnTo>
                  <a:lnTo>
                    <a:pt x="190768" y="91737"/>
                  </a:lnTo>
                  <a:lnTo>
                    <a:pt x="191085" y="89019"/>
                  </a:lnTo>
                  <a:lnTo>
                    <a:pt x="191176" y="86907"/>
                  </a:lnTo>
                  <a:lnTo>
                    <a:pt x="191656" y="84676"/>
                  </a:lnTo>
                  <a:lnTo>
                    <a:pt x="192795" y="82569"/>
                  </a:lnTo>
                  <a:lnTo>
                    <a:pt x="194346" y="81816"/>
                  </a:lnTo>
                  <a:lnTo>
                    <a:pt x="195075" y="80994"/>
                  </a:lnTo>
                  <a:lnTo>
                    <a:pt x="195804" y="79052"/>
                  </a:lnTo>
                  <a:lnTo>
                    <a:pt x="196500" y="76677"/>
                  </a:lnTo>
                  <a:lnTo>
                    <a:pt x="195063" y="72046"/>
                  </a:lnTo>
                  <a:lnTo>
                    <a:pt x="195182" y="69495"/>
                  </a:lnTo>
                  <a:lnTo>
                    <a:pt x="195446" y="66488"/>
                  </a:lnTo>
                  <a:lnTo>
                    <a:pt x="197170" y="64286"/>
                  </a:lnTo>
                  <a:lnTo>
                    <a:pt x="198112" y="58523"/>
                  </a:lnTo>
                  <a:lnTo>
                    <a:pt x="198737" y="57658"/>
                  </a:lnTo>
                  <a:lnTo>
                    <a:pt x="200092" y="57828"/>
                  </a:lnTo>
                  <a:lnTo>
                    <a:pt x="200616" y="57311"/>
                  </a:lnTo>
                  <a:lnTo>
                    <a:pt x="200525" y="52715"/>
                  </a:lnTo>
                  <a:lnTo>
                    <a:pt x="200676" y="50934"/>
                  </a:lnTo>
                  <a:lnTo>
                    <a:pt x="201248" y="50221"/>
                  </a:lnTo>
                  <a:lnTo>
                    <a:pt x="201982" y="50836"/>
                  </a:lnTo>
                  <a:lnTo>
                    <a:pt x="202447" y="52833"/>
                  </a:lnTo>
                  <a:lnTo>
                    <a:pt x="203492" y="54680"/>
                  </a:lnTo>
                  <a:lnTo>
                    <a:pt x="203847" y="53670"/>
                  </a:lnTo>
                  <a:lnTo>
                    <a:pt x="203671" y="51644"/>
                  </a:lnTo>
                  <a:lnTo>
                    <a:pt x="203566" y="49047"/>
                  </a:lnTo>
                  <a:lnTo>
                    <a:pt x="204519" y="48487"/>
                  </a:lnTo>
                  <a:lnTo>
                    <a:pt x="205288" y="48328"/>
                  </a:lnTo>
                  <a:lnTo>
                    <a:pt x="205364" y="46207"/>
                  </a:lnTo>
                  <a:lnTo>
                    <a:pt x="205243" y="44516"/>
                  </a:lnTo>
                  <a:lnTo>
                    <a:pt x="205544" y="43801"/>
                  </a:lnTo>
                  <a:lnTo>
                    <a:pt x="207549" y="43454"/>
                  </a:lnTo>
                  <a:lnTo>
                    <a:pt x="208073" y="41714"/>
                  </a:lnTo>
                  <a:lnTo>
                    <a:pt x="208374" y="40202"/>
                  </a:lnTo>
                  <a:lnTo>
                    <a:pt x="208629" y="41031"/>
                  </a:lnTo>
                  <a:lnTo>
                    <a:pt x="208955" y="44404"/>
                  </a:lnTo>
                  <a:lnTo>
                    <a:pt x="210062" y="46381"/>
                  </a:lnTo>
                  <a:lnTo>
                    <a:pt x="213376" y="46415"/>
                  </a:lnTo>
                  <a:lnTo>
                    <a:pt x="215237" y="45050"/>
                  </a:lnTo>
                  <a:lnTo>
                    <a:pt x="216029" y="45858"/>
                  </a:lnTo>
                  <a:lnTo>
                    <a:pt x="217264" y="46493"/>
                  </a:lnTo>
                  <a:lnTo>
                    <a:pt x="218625" y="44903"/>
                  </a:lnTo>
                  <a:lnTo>
                    <a:pt x="219440" y="43694"/>
                  </a:lnTo>
                  <a:lnTo>
                    <a:pt x="220808" y="45264"/>
                  </a:lnTo>
                  <a:lnTo>
                    <a:pt x="221256" y="46917"/>
                  </a:lnTo>
                  <a:lnTo>
                    <a:pt x="221608" y="43408"/>
                  </a:lnTo>
                  <a:lnTo>
                    <a:pt x="222402" y="42182"/>
                  </a:lnTo>
                  <a:lnTo>
                    <a:pt x="223245" y="41455"/>
                  </a:lnTo>
                  <a:lnTo>
                    <a:pt x="224310" y="42041"/>
                  </a:lnTo>
                  <a:lnTo>
                    <a:pt x="224729" y="41844"/>
                  </a:lnTo>
                  <a:lnTo>
                    <a:pt x="223782" y="39236"/>
                  </a:lnTo>
                  <a:lnTo>
                    <a:pt x="223837" y="36858"/>
                  </a:lnTo>
                  <a:lnTo>
                    <a:pt x="223775" y="33346"/>
                  </a:lnTo>
                  <a:lnTo>
                    <a:pt x="223946" y="30134"/>
                  </a:lnTo>
                  <a:lnTo>
                    <a:pt x="224285" y="27826"/>
                  </a:lnTo>
                  <a:lnTo>
                    <a:pt x="221995" y="23171"/>
                  </a:lnTo>
                  <a:lnTo>
                    <a:pt x="219725" y="22467"/>
                  </a:lnTo>
                  <a:lnTo>
                    <a:pt x="218064" y="23443"/>
                  </a:lnTo>
                  <a:lnTo>
                    <a:pt x="217365" y="22675"/>
                  </a:lnTo>
                  <a:lnTo>
                    <a:pt x="215889" y="18947"/>
                  </a:lnTo>
                  <a:lnTo>
                    <a:pt x="214483" y="17585"/>
                  </a:lnTo>
                  <a:lnTo>
                    <a:pt x="214361" y="16667"/>
                  </a:lnTo>
                  <a:lnTo>
                    <a:pt x="216083" y="13992"/>
                  </a:lnTo>
                  <a:lnTo>
                    <a:pt x="216740" y="14451"/>
                  </a:lnTo>
                  <a:lnTo>
                    <a:pt x="217743" y="16956"/>
                  </a:lnTo>
                  <a:lnTo>
                    <a:pt x="218316" y="17841"/>
                  </a:lnTo>
                  <a:lnTo>
                    <a:pt x="218802" y="17660"/>
                  </a:lnTo>
                  <a:lnTo>
                    <a:pt x="219116" y="15703"/>
                  </a:lnTo>
                  <a:lnTo>
                    <a:pt x="219549" y="14676"/>
                  </a:lnTo>
                  <a:lnTo>
                    <a:pt x="220370" y="15253"/>
                  </a:lnTo>
                  <a:lnTo>
                    <a:pt x="222940" y="19489"/>
                  </a:lnTo>
                  <a:lnTo>
                    <a:pt x="224384" y="23587"/>
                  </a:lnTo>
                  <a:lnTo>
                    <a:pt x="225124" y="22505"/>
                  </a:lnTo>
                  <a:lnTo>
                    <a:pt x="226390" y="20205"/>
                  </a:lnTo>
                  <a:lnTo>
                    <a:pt x="227586" y="20684"/>
                  </a:lnTo>
                  <a:lnTo>
                    <a:pt x="228321" y="22029"/>
                  </a:lnTo>
                  <a:lnTo>
                    <a:pt x="229350" y="27021"/>
                  </a:lnTo>
                  <a:lnTo>
                    <a:pt x="230166" y="29500"/>
                  </a:lnTo>
                  <a:lnTo>
                    <a:pt x="232133" y="30166"/>
                  </a:lnTo>
                  <a:lnTo>
                    <a:pt x="233134" y="31115"/>
                  </a:lnTo>
                  <a:lnTo>
                    <a:pt x="234171" y="32766"/>
                  </a:lnTo>
                  <a:lnTo>
                    <a:pt x="235566" y="32622"/>
                  </a:lnTo>
                  <a:lnTo>
                    <a:pt x="238440" y="33234"/>
                  </a:lnTo>
                  <a:lnTo>
                    <a:pt x="241147" y="36428"/>
                  </a:lnTo>
                  <a:lnTo>
                    <a:pt x="242271" y="38425"/>
                  </a:lnTo>
                  <a:lnTo>
                    <a:pt x="243583" y="38959"/>
                  </a:lnTo>
                  <a:lnTo>
                    <a:pt x="244346" y="39755"/>
                  </a:lnTo>
                  <a:lnTo>
                    <a:pt x="245735" y="39995"/>
                  </a:lnTo>
                  <a:lnTo>
                    <a:pt x="247946" y="37735"/>
                  </a:lnTo>
                  <a:lnTo>
                    <a:pt x="248938" y="39813"/>
                  </a:lnTo>
                  <a:lnTo>
                    <a:pt x="249378" y="41227"/>
                  </a:lnTo>
                  <a:lnTo>
                    <a:pt x="251392" y="43922"/>
                  </a:lnTo>
                  <a:lnTo>
                    <a:pt x="253559" y="44747"/>
                  </a:lnTo>
                  <a:lnTo>
                    <a:pt x="255105" y="42015"/>
                  </a:lnTo>
                  <a:lnTo>
                    <a:pt x="257365" y="39989"/>
                  </a:lnTo>
                  <a:lnTo>
                    <a:pt x="258940" y="36901"/>
                  </a:lnTo>
                  <a:lnTo>
                    <a:pt x="260124" y="35450"/>
                  </a:lnTo>
                  <a:lnTo>
                    <a:pt x="261238" y="32928"/>
                  </a:lnTo>
                  <a:lnTo>
                    <a:pt x="261666" y="33049"/>
                  </a:lnTo>
                  <a:lnTo>
                    <a:pt x="260758" y="35404"/>
                  </a:lnTo>
                  <a:lnTo>
                    <a:pt x="260648" y="36740"/>
                  </a:lnTo>
                  <a:lnTo>
                    <a:pt x="261360" y="37297"/>
                  </a:lnTo>
                  <a:lnTo>
                    <a:pt x="261286" y="37983"/>
                  </a:lnTo>
                  <a:lnTo>
                    <a:pt x="260306" y="39816"/>
                  </a:lnTo>
                  <a:lnTo>
                    <a:pt x="259135" y="42675"/>
                  </a:lnTo>
                  <a:lnTo>
                    <a:pt x="259157" y="44398"/>
                  </a:lnTo>
                  <a:lnTo>
                    <a:pt x="259612" y="45339"/>
                  </a:lnTo>
                  <a:lnTo>
                    <a:pt x="260151" y="44920"/>
                  </a:lnTo>
                  <a:lnTo>
                    <a:pt x="260918" y="43472"/>
                  </a:lnTo>
                  <a:lnTo>
                    <a:pt x="261843" y="42693"/>
                  </a:lnTo>
                  <a:lnTo>
                    <a:pt x="262656" y="43853"/>
                  </a:lnTo>
                  <a:lnTo>
                    <a:pt x="262921" y="47973"/>
                  </a:lnTo>
                  <a:lnTo>
                    <a:pt x="263500" y="50680"/>
                  </a:lnTo>
                  <a:lnTo>
                    <a:pt x="264776" y="51055"/>
                  </a:lnTo>
                  <a:lnTo>
                    <a:pt x="265558" y="51015"/>
                  </a:lnTo>
                  <a:lnTo>
                    <a:pt x="266339" y="47226"/>
                  </a:lnTo>
                  <a:lnTo>
                    <a:pt x="265918" y="44000"/>
                  </a:lnTo>
                  <a:lnTo>
                    <a:pt x="265434" y="43310"/>
                  </a:lnTo>
                  <a:lnTo>
                    <a:pt x="265667" y="42087"/>
                  </a:lnTo>
                  <a:lnTo>
                    <a:pt x="267661" y="36763"/>
                  </a:lnTo>
                  <a:lnTo>
                    <a:pt x="268776" y="36944"/>
                  </a:lnTo>
                  <a:lnTo>
                    <a:pt x="269576" y="42144"/>
                  </a:lnTo>
                  <a:lnTo>
                    <a:pt x="270838" y="44889"/>
                  </a:lnTo>
                  <a:lnTo>
                    <a:pt x="272184" y="44672"/>
                  </a:lnTo>
                  <a:lnTo>
                    <a:pt x="272887" y="45394"/>
                  </a:lnTo>
                  <a:lnTo>
                    <a:pt x="273462" y="48536"/>
                  </a:lnTo>
                  <a:lnTo>
                    <a:pt x="268739" y="61371"/>
                  </a:lnTo>
                  <a:lnTo>
                    <a:pt x="268517" y="62806"/>
                  </a:lnTo>
                  <a:lnTo>
                    <a:pt x="269153" y="65134"/>
                  </a:lnTo>
                  <a:lnTo>
                    <a:pt x="269398" y="67858"/>
                  </a:lnTo>
                  <a:lnTo>
                    <a:pt x="267864" y="74400"/>
                  </a:lnTo>
                  <a:lnTo>
                    <a:pt x="267299" y="74723"/>
                  </a:lnTo>
                  <a:lnTo>
                    <a:pt x="266754" y="72957"/>
                  </a:lnTo>
                  <a:lnTo>
                    <a:pt x="265944" y="71823"/>
                  </a:lnTo>
                  <a:lnTo>
                    <a:pt x="265232" y="72620"/>
                  </a:lnTo>
                  <a:lnTo>
                    <a:pt x="264470" y="73096"/>
                  </a:lnTo>
                  <a:lnTo>
                    <a:pt x="261723" y="76738"/>
                  </a:lnTo>
                  <a:lnTo>
                    <a:pt x="261744" y="86113"/>
                  </a:lnTo>
                  <a:lnTo>
                    <a:pt x="262438" y="91685"/>
                  </a:lnTo>
                  <a:lnTo>
                    <a:pt x="262035" y="95370"/>
                  </a:lnTo>
                  <a:lnTo>
                    <a:pt x="261217" y="101820"/>
                  </a:lnTo>
                  <a:lnTo>
                    <a:pt x="260330" y="104215"/>
                  </a:lnTo>
                  <a:lnTo>
                    <a:pt x="259619" y="105764"/>
                  </a:lnTo>
                  <a:lnTo>
                    <a:pt x="257252" y="114580"/>
                  </a:lnTo>
                  <a:lnTo>
                    <a:pt x="256497" y="116698"/>
                  </a:lnTo>
                  <a:lnTo>
                    <a:pt x="255713" y="119699"/>
                  </a:lnTo>
                  <a:lnTo>
                    <a:pt x="255976" y="122579"/>
                  </a:lnTo>
                  <a:lnTo>
                    <a:pt x="256267" y="124573"/>
                  </a:lnTo>
                  <a:lnTo>
                    <a:pt x="257159" y="126856"/>
                  </a:lnTo>
                  <a:lnTo>
                    <a:pt x="260632" y="131576"/>
                  </a:lnTo>
                  <a:lnTo>
                    <a:pt x="262208" y="134829"/>
                  </a:lnTo>
                  <a:lnTo>
                    <a:pt x="264922" y="138765"/>
                  </a:lnTo>
                  <a:lnTo>
                    <a:pt x="265542" y="141477"/>
                  </a:lnTo>
                  <a:lnTo>
                    <a:pt x="265912" y="143690"/>
                  </a:lnTo>
                  <a:lnTo>
                    <a:pt x="267874" y="146207"/>
                  </a:lnTo>
                  <a:lnTo>
                    <a:pt x="269275" y="147722"/>
                  </a:lnTo>
                  <a:lnTo>
                    <a:pt x="269679" y="147332"/>
                  </a:lnTo>
                  <a:lnTo>
                    <a:pt x="269971" y="146807"/>
                  </a:lnTo>
                  <a:lnTo>
                    <a:pt x="270322" y="146801"/>
                  </a:lnTo>
                  <a:lnTo>
                    <a:pt x="270670" y="147093"/>
                  </a:lnTo>
                  <a:lnTo>
                    <a:pt x="270615" y="149063"/>
                  </a:lnTo>
                  <a:lnTo>
                    <a:pt x="270461" y="150143"/>
                  </a:lnTo>
                  <a:lnTo>
                    <a:pt x="270593" y="151516"/>
                  </a:lnTo>
                  <a:lnTo>
                    <a:pt x="271589" y="153268"/>
                  </a:lnTo>
                  <a:lnTo>
                    <a:pt x="273177" y="153213"/>
                  </a:lnTo>
                  <a:lnTo>
                    <a:pt x="274091" y="152797"/>
                  </a:lnTo>
                  <a:lnTo>
                    <a:pt x="275101" y="154659"/>
                  </a:lnTo>
                  <a:lnTo>
                    <a:pt x="276011" y="155865"/>
                  </a:lnTo>
                  <a:lnTo>
                    <a:pt x="277511" y="158352"/>
                  </a:lnTo>
                  <a:lnTo>
                    <a:pt x="280124" y="161330"/>
                  </a:lnTo>
                  <a:lnTo>
                    <a:pt x="282165" y="163278"/>
                  </a:lnTo>
                  <a:lnTo>
                    <a:pt x="284572" y="170475"/>
                  </a:lnTo>
                  <a:lnTo>
                    <a:pt x="286398" y="174625"/>
                  </a:lnTo>
                  <a:lnTo>
                    <a:pt x="288394" y="177620"/>
                  </a:lnTo>
                  <a:lnTo>
                    <a:pt x="291394" y="179723"/>
                  </a:lnTo>
                  <a:lnTo>
                    <a:pt x="292775" y="179377"/>
                  </a:lnTo>
                  <a:lnTo>
                    <a:pt x="295015" y="181824"/>
                  </a:lnTo>
                  <a:lnTo>
                    <a:pt x="297196" y="182967"/>
                  </a:lnTo>
                  <a:lnTo>
                    <a:pt x="298353" y="186358"/>
                  </a:lnTo>
                  <a:lnTo>
                    <a:pt x="298746" y="188929"/>
                  </a:lnTo>
                  <a:lnTo>
                    <a:pt x="298856" y="190900"/>
                  </a:lnTo>
                  <a:lnTo>
                    <a:pt x="299942" y="195652"/>
                  </a:lnTo>
                  <a:lnTo>
                    <a:pt x="302152" y="197187"/>
                  </a:lnTo>
                  <a:lnTo>
                    <a:pt x="305019" y="201920"/>
                  </a:lnTo>
                  <a:lnTo>
                    <a:pt x="307377" y="204006"/>
                  </a:lnTo>
                  <a:lnTo>
                    <a:pt x="307969" y="205256"/>
                  </a:lnTo>
                  <a:lnTo>
                    <a:pt x="309003" y="206704"/>
                  </a:lnTo>
                  <a:lnTo>
                    <a:pt x="311004" y="206756"/>
                  </a:lnTo>
                  <a:lnTo>
                    <a:pt x="314473" y="204396"/>
                  </a:lnTo>
                  <a:lnTo>
                    <a:pt x="316053" y="202009"/>
                  </a:lnTo>
                  <a:lnTo>
                    <a:pt x="318148" y="198189"/>
                  </a:lnTo>
                  <a:lnTo>
                    <a:pt x="319130" y="191633"/>
                  </a:lnTo>
                  <a:lnTo>
                    <a:pt x="319708" y="186372"/>
                  </a:lnTo>
                  <a:lnTo>
                    <a:pt x="322621" y="175487"/>
                  </a:lnTo>
                  <a:lnTo>
                    <a:pt x="323453" y="170088"/>
                  </a:lnTo>
                  <a:lnTo>
                    <a:pt x="324192" y="162926"/>
                  </a:lnTo>
                  <a:lnTo>
                    <a:pt x="324839" y="158448"/>
                  </a:lnTo>
                  <a:lnTo>
                    <a:pt x="324624" y="153577"/>
                  </a:lnTo>
                  <a:lnTo>
                    <a:pt x="325296" y="144729"/>
                  </a:lnTo>
                  <a:lnTo>
                    <a:pt x="326790" y="132618"/>
                  </a:lnTo>
                  <a:lnTo>
                    <a:pt x="327297" y="128518"/>
                  </a:lnTo>
                  <a:lnTo>
                    <a:pt x="327044" y="122492"/>
                  </a:lnTo>
                  <a:lnTo>
                    <a:pt x="326117" y="111186"/>
                  </a:lnTo>
                  <a:lnTo>
                    <a:pt x="326532" y="107279"/>
                  </a:lnTo>
                  <a:lnTo>
                    <a:pt x="326938" y="101811"/>
                  </a:lnTo>
                  <a:lnTo>
                    <a:pt x="326261" y="97846"/>
                  </a:lnTo>
                  <a:lnTo>
                    <a:pt x="325630" y="95131"/>
                  </a:lnTo>
                  <a:lnTo>
                    <a:pt x="325537" y="91313"/>
                  </a:lnTo>
                  <a:lnTo>
                    <a:pt x="326246" y="84110"/>
                  </a:lnTo>
                  <a:lnTo>
                    <a:pt x="326875" y="80307"/>
                  </a:lnTo>
                  <a:lnTo>
                    <a:pt x="327526" y="75402"/>
                  </a:lnTo>
                  <a:lnTo>
                    <a:pt x="327160" y="66075"/>
                  </a:lnTo>
                  <a:lnTo>
                    <a:pt x="328552" y="62826"/>
                  </a:lnTo>
                  <a:lnTo>
                    <a:pt x="329101" y="61207"/>
                  </a:lnTo>
                  <a:lnTo>
                    <a:pt x="330178" y="61193"/>
                  </a:lnTo>
                  <a:lnTo>
                    <a:pt x="330690" y="61923"/>
                  </a:lnTo>
                  <a:lnTo>
                    <a:pt x="330799" y="60059"/>
                  </a:lnTo>
                  <a:lnTo>
                    <a:pt x="330374" y="58330"/>
                  </a:lnTo>
                  <a:lnTo>
                    <a:pt x="330207" y="56319"/>
                  </a:lnTo>
                  <a:lnTo>
                    <a:pt x="329905" y="55297"/>
                  </a:lnTo>
                  <a:lnTo>
                    <a:pt x="329243" y="54939"/>
                  </a:lnTo>
                  <a:lnTo>
                    <a:pt x="328692" y="53840"/>
                  </a:lnTo>
                  <a:lnTo>
                    <a:pt x="327898" y="52717"/>
                  </a:lnTo>
                  <a:lnTo>
                    <a:pt x="328023" y="48571"/>
                  </a:lnTo>
                  <a:lnTo>
                    <a:pt x="329372" y="40563"/>
                  </a:lnTo>
                  <a:lnTo>
                    <a:pt x="330117" y="37475"/>
                  </a:lnTo>
                  <a:lnTo>
                    <a:pt x="330606" y="38765"/>
                  </a:lnTo>
                  <a:lnTo>
                    <a:pt x="331160" y="39801"/>
                  </a:lnTo>
                  <a:lnTo>
                    <a:pt x="331236" y="37496"/>
                  </a:lnTo>
                  <a:lnTo>
                    <a:pt x="331050" y="35129"/>
                  </a:lnTo>
                  <a:lnTo>
                    <a:pt x="332073" y="27315"/>
                  </a:lnTo>
                  <a:lnTo>
                    <a:pt x="333206" y="16722"/>
                  </a:lnTo>
                  <a:lnTo>
                    <a:pt x="333545" y="7069"/>
                  </a:lnTo>
                  <a:lnTo>
                    <a:pt x="335364" y="5225"/>
                  </a:lnTo>
                  <a:lnTo>
                    <a:pt x="336289" y="2804"/>
                  </a:lnTo>
                  <a:lnTo>
                    <a:pt x="336860" y="0"/>
                  </a:lnTo>
                  <a:lnTo>
                    <a:pt x="337877" y="0"/>
                  </a:lnTo>
                  <a:lnTo>
                    <a:pt x="338570" y="1209"/>
                  </a:lnTo>
                  <a:lnTo>
                    <a:pt x="338114" y="3312"/>
                  </a:lnTo>
                  <a:lnTo>
                    <a:pt x="337968" y="4937"/>
                  </a:lnTo>
                  <a:lnTo>
                    <a:pt x="339928" y="8957"/>
                  </a:lnTo>
                  <a:lnTo>
                    <a:pt x="340580" y="12056"/>
                  </a:lnTo>
                  <a:lnTo>
                    <a:pt x="340852" y="14970"/>
                  </a:lnTo>
                  <a:lnTo>
                    <a:pt x="341237" y="17717"/>
                  </a:lnTo>
                  <a:lnTo>
                    <a:pt x="341423" y="21420"/>
                  </a:lnTo>
                  <a:lnTo>
                    <a:pt x="341396" y="27332"/>
                  </a:lnTo>
                  <a:lnTo>
                    <a:pt x="341648" y="32919"/>
                  </a:lnTo>
                  <a:lnTo>
                    <a:pt x="342355" y="34673"/>
                  </a:lnTo>
                  <a:lnTo>
                    <a:pt x="342982" y="35805"/>
                  </a:lnTo>
                  <a:lnTo>
                    <a:pt x="343879" y="359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4834495" y="3947053"/>
              <a:ext cx="1718" cy="5023"/>
            </a:xfrm>
            <a:custGeom>
              <a:avLst/>
              <a:pathLst>
                <a:path w="1718" h="5023">
                  <a:moveTo>
                    <a:pt x="1718" y="3332"/>
                  </a:moveTo>
                  <a:lnTo>
                    <a:pt x="758" y="5023"/>
                  </a:lnTo>
                  <a:lnTo>
                    <a:pt x="134" y="4135"/>
                  </a:lnTo>
                  <a:lnTo>
                    <a:pt x="0" y="2259"/>
                  </a:lnTo>
                  <a:lnTo>
                    <a:pt x="64" y="1437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4835296" y="3933710"/>
              <a:ext cx="1655" cy="3361"/>
            </a:xfrm>
            <a:custGeom>
              <a:avLst/>
              <a:pathLst>
                <a:path w="1655" h="3361">
                  <a:moveTo>
                    <a:pt x="1655" y="1529"/>
                  </a:moveTo>
                  <a:lnTo>
                    <a:pt x="970" y="3361"/>
                  </a:lnTo>
                  <a:lnTo>
                    <a:pt x="242" y="2813"/>
                  </a:lnTo>
                  <a:lnTo>
                    <a:pt x="0" y="1740"/>
                  </a:lnTo>
                  <a:lnTo>
                    <a:pt x="272" y="265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4834174" y="3931090"/>
              <a:ext cx="1085" cy="3826"/>
            </a:xfrm>
            <a:custGeom>
              <a:avLst/>
              <a:pathLst>
                <a:path w="1085" h="3826">
                  <a:moveTo>
                    <a:pt x="804" y="3024"/>
                  </a:moveTo>
                  <a:lnTo>
                    <a:pt x="510" y="3826"/>
                  </a:lnTo>
                  <a:lnTo>
                    <a:pt x="0" y="2069"/>
                  </a:lnTo>
                  <a:lnTo>
                    <a:pt x="588" y="0"/>
                  </a:lnTo>
                  <a:lnTo>
                    <a:pt x="1085" y="9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3308509" y="2186134"/>
              <a:ext cx="87729" cy="76869"/>
            </a:xfrm>
            <a:custGeom>
              <a:avLst/>
              <a:pathLst>
                <a:path w="87729" h="76869">
                  <a:moveTo>
                    <a:pt x="85494" y="11887"/>
                  </a:moveTo>
                  <a:lnTo>
                    <a:pt x="85445" y="12190"/>
                  </a:lnTo>
                  <a:lnTo>
                    <a:pt x="85382" y="13302"/>
                  </a:lnTo>
                  <a:lnTo>
                    <a:pt x="84934" y="14703"/>
                  </a:lnTo>
                  <a:lnTo>
                    <a:pt x="84453" y="16539"/>
                  </a:lnTo>
                  <a:lnTo>
                    <a:pt x="84485" y="18149"/>
                  </a:lnTo>
                  <a:lnTo>
                    <a:pt x="85719" y="23728"/>
                  </a:lnTo>
                  <a:lnTo>
                    <a:pt x="86815" y="27122"/>
                  </a:lnTo>
                  <a:lnTo>
                    <a:pt x="87023" y="28413"/>
                  </a:lnTo>
                  <a:lnTo>
                    <a:pt x="87729" y="29406"/>
                  </a:lnTo>
                  <a:lnTo>
                    <a:pt x="87058" y="30657"/>
                  </a:lnTo>
                  <a:lnTo>
                    <a:pt x="86928" y="32511"/>
                  </a:lnTo>
                  <a:lnTo>
                    <a:pt x="86493" y="33336"/>
                  </a:lnTo>
                  <a:lnTo>
                    <a:pt x="86380" y="34395"/>
                  </a:lnTo>
                  <a:lnTo>
                    <a:pt x="86562" y="35357"/>
                  </a:lnTo>
                  <a:lnTo>
                    <a:pt x="86558" y="36562"/>
                  </a:lnTo>
                  <a:lnTo>
                    <a:pt x="86800" y="38223"/>
                  </a:lnTo>
                  <a:lnTo>
                    <a:pt x="85728" y="38585"/>
                  </a:lnTo>
                  <a:lnTo>
                    <a:pt x="84453" y="38527"/>
                  </a:lnTo>
                  <a:lnTo>
                    <a:pt x="83997" y="38624"/>
                  </a:lnTo>
                  <a:lnTo>
                    <a:pt x="83570" y="39077"/>
                  </a:lnTo>
                  <a:lnTo>
                    <a:pt x="83128" y="38852"/>
                  </a:lnTo>
                  <a:lnTo>
                    <a:pt x="81976" y="37294"/>
                  </a:lnTo>
                  <a:lnTo>
                    <a:pt x="81326" y="36953"/>
                  </a:lnTo>
                  <a:lnTo>
                    <a:pt x="80866" y="37047"/>
                  </a:lnTo>
                  <a:lnTo>
                    <a:pt x="80522" y="37724"/>
                  </a:lnTo>
                  <a:lnTo>
                    <a:pt x="79930" y="38592"/>
                  </a:lnTo>
                  <a:lnTo>
                    <a:pt x="79374" y="39201"/>
                  </a:lnTo>
                  <a:lnTo>
                    <a:pt x="79498" y="39738"/>
                  </a:lnTo>
                  <a:lnTo>
                    <a:pt x="81888" y="41139"/>
                  </a:lnTo>
                  <a:lnTo>
                    <a:pt x="82311" y="43291"/>
                  </a:lnTo>
                  <a:lnTo>
                    <a:pt x="81852" y="45047"/>
                  </a:lnTo>
                  <a:lnTo>
                    <a:pt x="81696" y="45906"/>
                  </a:lnTo>
                  <a:lnTo>
                    <a:pt x="81136" y="46583"/>
                  </a:lnTo>
                  <a:lnTo>
                    <a:pt x="80449" y="47177"/>
                  </a:lnTo>
                  <a:lnTo>
                    <a:pt x="79622" y="47325"/>
                  </a:lnTo>
                  <a:lnTo>
                    <a:pt x="79524" y="48273"/>
                  </a:lnTo>
                  <a:lnTo>
                    <a:pt x="79849" y="51060"/>
                  </a:lnTo>
                  <a:lnTo>
                    <a:pt x="79586" y="51663"/>
                  </a:lnTo>
                  <a:lnTo>
                    <a:pt x="79323" y="52528"/>
                  </a:lnTo>
                  <a:lnTo>
                    <a:pt x="79570" y="54820"/>
                  </a:lnTo>
                  <a:lnTo>
                    <a:pt x="80082" y="54983"/>
                  </a:lnTo>
                  <a:lnTo>
                    <a:pt x="80195" y="55506"/>
                  </a:lnTo>
                  <a:lnTo>
                    <a:pt x="80104" y="56434"/>
                  </a:lnTo>
                  <a:lnTo>
                    <a:pt x="80014" y="57421"/>
                  </a:lnTo>
                  <a:lnTo>
                    <a:pt x="79833" y="58467"/>
                  </a:lnTo>
                  <a:lnTo>
                    <a:pt x="79743" y="58930"/>
                  </a:lnTo>
                  <a:lnTo>
                    <a:pt x="79404" y="59220"/>
                  </a:lnTo>
                  <a:lnTo>
                    <a:pt x="78344" y="59066"/>
                  </a:lnTo>
                  <a:lnTo>
                    <a:pt x="77432" y="59960"/>
                  </a:lnTo>
                  <a:lnTo>
                    <a:pt x="75596" y="63171"/>
                  </a:lnTo>
                  <a:lnTo>
                    <a:pt x="74954" y="63716"/>
                  </a:lnTo>
                  <a:lnTo>
                    <a:pt x="74259" y="65000"/>
                  </a:lnTo>
                  <a:lnTo>
                    <a:pt x="74301" y="67822"/>
                  </a:lnTo>
                  <a:lnTo>
                    <a:pt x="74206" y="68078"/>
                  </a:lnTo>
                  <a:lnTo>
                    <a:pt x="74038" y="68656"/>
                  </a:lnTo>
                  <a:lnTo>
                    <a:pt x="71766" y="67678"/>
                  </a:lnTo>
                  <a:lnTo>
                    <a:pt x="70298" y="68042"/>
                  </a:lnTo>
                  <a:lnTo>
                    <a:pt x="69293" y="69336"/>
                  </a:lnTo>
                  <a:lnTo>
                    <a:pt x="68072" y="70075"/>
                  </a:lnTo>
                  <a:lnTo>
                    <a:pt x="65515" y="69681"/>
                  </a:lnTo>
                  <a:lnTo>
                    <a:pt x="63025" y="70183"/>
                  </a:lnTo>
                  <a:lnTo>
                    <a:pt x="62435" y="70559"/>
                  </a:lnTo>
                  <a:lnTo>
                    <a:pt x="61789" y="70776"/>
                  </a:lnTo>
                  <a:lnTo>
                    <a:pt x="61183" y="71527"/>
                  </a:lnTo>
                  <a:lnTo>
                    <a:pt x="60837" y="72588"/>
                  </a:lnTo>
                  <a:lnTo>
                    <a:pt x="60218" y="73931"/>
                  </a:lnTo>
                  <a:lnTo>
                    <a:pt x="59337" y="74986"/>
                  </a:lnTo>
                  <a:lnTo>
                    <a:pt x="58379" y="75794"/>
                  </a:lnTo>
                  <a:lnTo>
                    <a:pt x="58151" y="76478"/>
                  </a:lnTo>
                  <a:lnTo>
                    <a:pt x="57837" y="76869"/>
                  </a:lnTo>
                  <a:lnTo>
                    <a:pt x="57304" y="76357"/>
                  </a:lnTo>
                  <a:lnTo>
                    <a:pt x="56871" y="76384"/>
                  </a:lnTo>
                  <a:lnTo>
                    <a:pt x="56342" y="76035"/>
                  </a:lnTo>
                  <a:lnTo>
                    <a:pt x="54585" y="75657"/>
                  </a:lnTo>
                  <a:lnTo>
                    <a:pt x="52655" y="75031"/>
                  </a:lnTo>
                  <a:lnTo>
                    <a:pt x="51735" y="74432"/>
                  </a:lnTo>
                  <a:lnTo>
                    <a:pt x="50690" y="73959"/>
                  </a:lnTo>
                  <a:lnTo>
                    <a:pt x="49568" y="73573"/>
                  </a:lnTo>
                  <a:lnTo>
                    <a:pt x="48563" y="73483"/>
                  </a:lnTo>
                  <a:lnTo>
                    <a:pt x="48057" y="73306"/>
                  </a:lnTo>
                  <a:lnTo>
                    <a:pt x="45641" y="72263"/>
                  </a:lnTo>
                  <a:lnTo>
                    <a:pt x="44047" y="72194"/>
                  </a:lnTo>
                  <a:lnTo>
                    <a:pt x="41943" y="71758"/>
                  </a:lnTo>
                  <a:lnTo>
                    <a:pt x="37764" y="70186"/>
                  </a:lnTo>
                  <a:lnTo>
                    <a:pt x="36547" y="69548"/>
                  </a:lnTo>
                  <a:lnTo>
                    <a:pt x="35382" y="69352"/>
                  </a:lnTo>
                  <a:lnTo>
                    <a:pt x="34008" y="68808"/>
                  </a:lnTo>
                  <a:lnTo>
                    <a:pt x="32962" y="67918"/>
                  </a:lnTo>
                  <a:lnTo>
                    <a:pt x="32292" y="66228"/>
                  </a:lnTo>
                  <a:lnTo>
                    <a:pt x="31577" y="63980"/>
                  </a:lnTo>
                  <a:lnTo>
                    <a:pt x="30267" y="61044"/>
                  </a:lnTo>
                  <a:lnTo>
                    <a:pt x="29998" y="59581"/>
                  </a:lnTo>
                  <a:lnTo>
                    <a:pt x="30398" y="58298"/>
                  </a:lnTo>
                  <a:lnTo>
                    <a:pt x="30809" y="57332"/>
                  </a:lnTo>
                  <a:lnTo>
                    <a:pt x="30762" y="56915"/>
                  </a:lnTo>
                  <a:lnTo>
                    <a:pt x="30443" y="56704"/>
                  </a:lnTo>
                  <a:lnTo>
                    <a:pt x="28143" y="57958"/>
                  </a:lnTo>
                  <a:lnTo>
                    <a:pt x="25912" y="59542"/>
                  </a:lnTo>
                  <a:lnTo>
                    <a:pt x="25034" y="59584"/>
                  </a:lnTo>
                  <a:lnTo>
                    <a:pt x="24183" y="59232"/>
                  </a:lnTo>
                  <a:lnTo>
                    <a:pt x="23056" y="59207"/>
                  </a:lnTo>
                  <a:lnTo>
                    <a:pt x="21970" y="59631"/>
                  </a:lnTo>
                  <a:lnTo>
                    <a:pt x="19798" y="59849"/>
                  </a:lnTo>
                  <a:lnTo>
                    <a:pt x="18526" y="61016"/>
                  </a:lnTo>
                  <a:lnTo>
                    <a:pt x="17716" y="63293"/>
                  </a:lnTo>
                  <a:lnTo>
                    <a:pt x="17274" y="65130"/>
                  </a:lnTo>
                  <a:lnTo>
                    <a:pt x="16908" y="65720"/>
                  </a:lnTo>
                  <a:lnTo>
                    <a:pt x="16149" y="65942"/>
                  </a:lnTo>
                  <a:lnTo>
                    <a:pt x="15016" y="65772"/>
                  </a:lnTo>
                  <a:lnTo>
                    <a:pt x="14221" y="65238"/>
                  </a:lnTo>
                  <a:lnTo>
                    <a:pt x="13409" y="63670"/>
                  </a:lnTo>
                  <a:lnTo>
                    <a:pt x="12149" y="63453"/>
                  </a:lnTo>
                  <a:lnTo>
                    <a:pt x="10994" y="63412"/>
                  </a:lnTo>
                  <a:lnTo>
                    <a:pt x="10688" y="63122"/>
                  </a:lnTo>
                  <a:lnTo>
                    <a:pt x="10709" y="62103"/>
                  </a:lnTo>
                  <a:lnTo>
                    <a:pt x="10252" y="60183"/>
                  </a:lnTo>
                  <a:lnTo>
                    <a:pt x="9498" y="59581"/>
                  </a:lnTo>
                  <a:lnTo>
                    <a:pt x="7546" y="63198"/>
                  </a:lnTo>
                  <a:lnTo>
                    <a:pt x="7013" y="63518"/>
                  </a:lnTo>
                  <a:lnTo>
                    <a:pt x="5441" y="62518"/>
                  </a:lnTo>
                  <a:lnTo>
                    <a:pt x="4070" y="60972"/>
                  </a:lnTo>
                  <a:lnTo>
                    <a:pt x="3919" y="59841"/>
                  </a:lnTo>
                  <a:lnTo>
                    <a:pt x="3697" y="58913"/>
                  </a:lnTo>
                  <a:lnTo>
                    <a:pt x="2543" y="58034"/>
                  </a:lnTo>
                  <a:lnTo>
                    <a:pt x="1103" y="57433"/>
                  </a:lnTo>
                  <a:lnTo>
                    <a:pt x="647" y="57435"/>
                  </a:lnTo>
                  <a:lnTo>
                    <a:pt x="824" y="56890"/>
                  </a:lnTo>
                  <a:lnTo>
                    <a:pt x="995" y="55965"/>
                  </a:lnTo>
                  <a:lnTo>
                    <a:pt x="887" y="55228"/>
                  </a:lnTo>
                  <a:lnTo>
                    <a:pt x="550" y="54465"/>
                  </a:lnTo>
                  <a:lnTo>
                    <a:pt x="365" y="53649"/>
                  </a:lnTo>
                  <a:lnTo>
                    <a:pt x="311" y="52859"/>
                  </a:lnTo>
                  <a:lnTo>
                    <a:pt x="209" y="52212"/>
                  </a:lnTo>
                  <a:lnTo>
                    <a:pt x="147" y="51606"/>
                  </a:lnTo>
                  <a:lnTo>
                    <a:pt x="40" y="51130"/>
                  </a:lnTo>
                  <a:lnTo>
                    <a:pt x="978" y="47554"/>
                  </a:lnTo>
                  <a:lnTo>
                    <a:pt x="1172" y="45330"/>
                  </a:lnTo>
                  <a:lnTo>
                    <a:pt x="349" y="44027"/>
                  </a:lnTo>
                  <a:lnTo>
                    <a:pt x="0" y="43641"/>
                  </a:lnTo>
                  <a:lnTo>
                    <a:pt x="286" y="43351"/>
                  </a:lnTo>
                  <a:lnTo>
                    <a:pt x="1456" y="43592"/>
                  </a:lnTo>
                  <a:lnTo>
                    <a:pt x="2199" y="42856"/>
                  </a:lnTo>
                  <a:lnTo>
                    <a:pt x="2588" y="42124"/>
                  </a:lnTo>
                  <a:lnTo>
                    <a:pt x="3626" y="42811"/>
                  </a:lnTo>
                  <a:lnTo>
                    <a:pt x="5150" y="44199"/>
                  </a:lnTo>
                  <a:lnTo>
                    <a:pt x="5869" y="45137"/>
                  </a:lnTo>
                  <a:lnTo>
                    <a:pt x="6166" y="45861"/>
                  </a:lnTo>
                  <a:lnTo>
                    <a:pt x="6331" y="46468"/>
                  </a:lnTo>
                  <a:lnTo>
                    <a:pt x="6240" y="47507"/>
                  </a:lnTo>
                  <a:lnTo>
                    <a:pt x="6587" y="47914"/>
                  </a:lnTo>
                  <a:lnTo>
                    <a:pt x="7304" y="48071"/>
                  </a:lnTo>
                  <a:lnTo>
                    <a:pt x="7782" y="48392"/>
                  </a:lnTo>
                  <a:lnTo>
                    <a:pt x="7615" y="49758"/>
                  </a:lnTo>
                  <a:lnTo>
                    <a:pt x="7583" y="50892"/>
                  </a:lnTo>
                  <a:lnTo>
                    <a:pt x="8246" y="50735"/>
                  </a:lnTo>
                  <a:lnTo>
                    <a:pt x="9077" y="49869"/>
                  </a:lnTo>
                  <a:lnTo>
                    <a:pt x="9725" y="48314"/>
                  </a:lnTo>
                  <a:lnTo>
                    <a:pt x="10125" y="46809"/>
                  </a:lnTo>
                  <a:lnTo>
                    <a:pt x="10430" y="43143"/>
                  </a:lnTo>
                  <a:lnTo>
                    <a:pt x="10534" y="42833"/>
                  </a:lnTo>
                  <a:lnTo>
                    <a:pt x="11033" y="43121"/>
                  </a:lnTo>
                  <a:lnTo>
                    <a:pt x="13057" y="42961"/>
                  </a:lnTo>
                  <a:lnTo>
                    <a:pt x="14011" y="43643"/>
                  </a:lnTo>
                  <a:lnTo>
                    <a:pt x="15524" y="43759"/>
                  </a:lnTo>
                  <a:lnTo>
                    <a:pt x="15496" y="44333"/>
                  </a:lnTo>
                  <a:lnTo>
                    <a:pt x="15765" y="45229"/>
                  </a:lnTo>
                  <a:lnTo>
                    <a:pt x="16434" y="46522"/>
                  </a:lnTo>
                  <a:lnTo>
                    <a:pt x="16765" y="47366"/>
                  </a:lnTo>
                  <a:lnTo>
                    <a:pt x="17468" y="47515"/>
                  </a:lnTo>
                  <a:lnTo>
                    <a:pt x="18551" y="47049"/>
                  </a:lnTo>
                  <a:lnTo>
                    <a:pt x="19186" y="46567"/>
                  </a:lnTo>
                  <a:lnTo>
                    <a:pt x="19424" y="46909"/>
                  </a:lnTo>
                  <a:lnTo>
                    <a:pt x="20414" y="46575"/>
                  </a:lnTo>
                  <a:lnTo>
                    <a:pt x="21291" y="45531"/>
                  </a:lnTo>
                  <a:lnTo>
                    <a:pt x="21507" y="44736"/>
                  </a:lnTo>
                  <a:lnTo>
                    <a:pt x="22393" y="44176"/>
                  </a:lnTo>
                  <a:lnTo>
                    <a:pt x="23590" y="42886"/>
                  </a:lnTo>
                  <a:lnTo>
                    <a:pt x="25234" y="41889"/>
                  </a:lnTo>
                  <a:lnTo>
                    <a:pt x="30630" y="40824"/>
                  </a:lnTo>
                  <a:lnTo>
                    <a:pt x="30839" y="40021"/>
                  </a:lnTo>
                  <a:lnTo>
                    <a:pt x="30759" y="38178"/>
                  </a:lnTo>
                  <a:lnTo>
                    <a:pt x="30902" y="37907"/>
                  </a:lnTo>
                  <a:lnTo>
                    <a:pt x="31581" y="38366"/>
                  </a:lnTo>
                  <a:lnTo>
                    <a:pt x="32673" y="38796"/>
                  </a:lnTo>
                  <a:lnTo>
                    <a:pt x="33508" y="39448"/>
                  </a:lnTo>
                  <a:lnTo>
                    <a:pt x="34051" y="40299"/>
                  </a:lnTo>
                  <a:lnTo>
                    <a:pt x="34553" y="40334"/>
                  </a:lnTo>
                  <a:lnTo>
                    <a:pt x="35332" y="39738"/>
                  </a:lnTo>
                  <a:lnTo>
                    <a:pt x="36386" y="39353"/>
                  </a:lnTo>
                  <a:lnTo>
                    <a:pt x="37370" y="40237"/>
                  </a:lnTo>
                  <a:lnTo>
                    <a:pt x="37656" y="41194"/>
                  </a:lnTo>
                  <a:lnTo>
                    <a:pt x="37483" y="41684"/>
                  </a:lnTo>
                  <a:lnTo>
                    <a:pt x="37502" y="42460"/>
                  </a:lnTo>
                  <a:lnTo>
                    <a:pt x="37808" y="43110"/>
                  </a:lnTo>
                  <a:lnTo>
                    <a:pt x="38608" y="44166"/>
                  </a:lnTo>
                  <a:lnTo>
                    <a:pt x="39634" y="45075"/>
                  </a:lnTo>
                  <a:lnTo>
                    <a:pt x="40166" y="45004"/>
                  </a:lnTo>
                  <a:lnTo>
                    <a:pt x="40364" y="44119"/>
                  </a:lnTo>
                  <a:lnTo>
                    <a:pt x="40553" y="42017"/>
                  </a:lnTo>
                  <a:lnTo>
                    <a:pt x="40624" y="39772"/>
                  </a:lnTo>
                  <a:lnTo>
                    <a:pt x="40388" y="38484"/>
                  </a:lnTo>
                  <a:lnTo>
                    <a:pt x="39835" y="38168"/>
                  </a:lnTo>
                  <a:lnTo>
                    <a:pt x="39174" y="38067"/>
                  </a:lnTo>
                  <a:lnTo>
                    <a:pt x="38823" y="37800"/>
                  </a:lnTo>
                  <a:lnTo>
                    <a:pt x="38946" y="37093"/>
                  </a:lnTo>
                  <a:lnTo>
                    <a:pt x="39474" y="35262"/>
                  </a:lnTo>
                  <a:lnTo>
                    <a:pt x="39466" y="32814"/>
                  </a:lnTo>
                  <a:lnTo>
                    <a:pt x="38274" y="30030"/>
                  </a:lnTo>
                  <a:lnTo>
                    <a:pt x="37240" y="27337"/>
                  </a:lnTo>
                  <a:lnTo>
                    <a:pt x="37243" y="26420"/>
                  </a:lnTo>
                  <a:lnTo>
                    <a:pt x="37864" y="24829"/>
                  </a:lnTo>
                  <a:lnTo>
                    <a:pt x="38821" y="23562"/>
                  </a:lnTo>
                  <a:lnTo>
                    <a:pt x="40946" y="21453"/>
                  </a:lnTo>
                  <a:lnTo>
                    <a:pt x="41617" y="21014"/>
                  </a:lnTo>
                  <a:lnTo>
                    <a:pt x="42478" y="20661"/>
                  </a:lnTo>
                  <a:lnTo>
                    <a:pt x="43717" y="19794"/>
                  </a:lnTo>
                  <a:lnTo>
                    <a:pt x="44312" y="18903"/>
                  </a:lnTo>
                  <a:lnTo>
                    <a:pt x="44712" y="17935"/>
                  </a:lnTo>
                  <a:lnTo>
                    <a:pt x="45293" y="12900"/>
                  </a:lnTo>
                  <a:lnTo>
                    <a:pt x="45429" y="12685"/>
                  </a:lnTo>
                  <a:lnTo>
                    <a:pt x="45601" y="12389"/>
                  </a:lnTo>
                  <a:lnTo>
                    <a:pt x="47771" y="14126"/>
                  </a:lnTo>
                  <a:lnTo>
                    <a:pt x="47967" y="13839"/>
                  </a:lnTo>
                  <a:lnTo>
                    <a:pt x="48332" y="13555"/>
                  </a:lnTo>
                  <a:lnTo>
                    <a:pt x="49039" y="12223"/>
                  </a:lnTo>
                  <a:lnTo>
                    <a:pt x="49194" y="11212"/>
                  </a:lnTo>
                  <a:lnTo>
                    <a:pt x="49178" y="9299"/>
                  </a:lnTo>
                  <a:lnTo>
                    <a:pt x="49241" y="7494"/>
                  </a:lnTo>
                  <a:lnTo>
                    <a:pt x="49377" y="6919"/>
                  </a:lnTo>
                  <a:lnTo>
                    <a:pt x="49704" y="7128"/>
                  </a:lnTo>
                  <a:lnTo>
                    <a:pt x="50638" y="8069"/>
                  </a:lnTo>
                  <a:lnTo>
                    <a:pt x="51380" y="9121"/>
                  </a:lnTo>
                  <a:lnTo>
                    <a:pt x="52075" y="11779"/>
                  </a:lnTo>
                  <a:lnTo>
                    <a:pt x="53694" y="12486"/>
                  </a:lnTo>
                  <a:lnTo>
                    <a:pt x="55739" y="12555"/>
                  </a:lnTo>
                  <a:lnTo>
                    <a:pt x="56470" y="11372"/>
                  </a:lnTo>
                  <a:lnTo>
                    <a:pt x="57133" y="11098"/>
                  </a:lnTo>
                  <a:lnTo>
                    <a:pt x="57884" y="11458"/>
                  </a:lnTo>
                  <a:lnTo>
                    <a:pt x="59465" y="11875"/>
                  </a:lnTo>
                  <a:lnTo>
                    <a:pt x="59641" y="9727"/>
                  </a:lnTo>
                  <a:lnTo>
                    <a:pt x="60554" y="7498"/>
                  </a:lnTo>
                  <a:lnTo>
                    <a:pt x="60968" y="6710"/>
                  </a:lnTo>
                  <a:lnTo>
                    <a:pt x="62126" y="6788"/>
                  </a:lnTo>
                  <a:lnTo>
                    <a:pt x="62412" y="5123"/>
                  </a:lnTo>
                  <a:lnTo>
                    <a:pt x="62697" y="507"/>
                  </a:lnTo>
                  <a:lnTo>
                    <a:pt x="62942" y="0"/>
                  </a:lnTo>
                  <a:lnTo>
                    <a:pt x="63786" y="96"/>
                  </a:lnTo>
                  <a:lnTo>
                    <a:pt x="64626" y="939"/>
                  </a:lnTo>
                  <a:lnTo>
                    <a:pt x="64878" y="1620"/>
                  </a:lnTo>
                  <a:lnTo>
                    <a:pt x="65315" y="1565"/>
                  </a:lnTo>
                  <a:lnTo>
                    <a:pt x="65926" y="1100"/>
                  </a:lnTo>
                  <a:lnTo>
                    <a:pt x="66596" y="800"/>
                  </a:lnTo>
                  <a:lnTo>
                    <a:pt x="67654" y="1292"/>
                  </a:lnTo>
                  <a:lnTo>
                    <a:pt x="69915" y="3390"/>
                  </a:lnTo>
                  <a:lnTo>
                    <a:pt x="71082" y="4156"/>
                  </a:lnTo>
                  <a:lnTo>
                    <a:pt x="71822" y="4009"/>
                  </a:lnTo>
                  <a:lnTo>
                    <a:pt x="72514" y="4038"/>
                  </a:lnTo>
                  <a:lnTo>
                    <a:pt x="75184" y="7279"/>
                  </a:lnTo>
                  <a:lnTo>
                    <a:pt x="77050" y="7733"/>
                  </a:lnTo>
                  <a:lnTo>
                    <a:pt x="78752" y="7746"/>
                  </a:lnTo>
                  <a:lnTo>
                    <a:pt x="79299" y="6768"/>
                  </a:lnTo>
                  <a:lnTo>
                    <a:pt x="80025" y="5940"/>
                  </a:lnTo>
                  <a:lnTo>
                    <a:pt x="80781" y="6054"/>
                  </a:lnTo>
                  <a:lnTo>
                    <a:pt x="81442" y="6478"/>
                  </a:lnTo>
                  <a:lnTo>
                    <a:pt x="82727" y="7886"/>
                  </a:lnTo>
                  <a:lnTo>
                    <a:pt x="83323" y="8247"/>
                  </a:lnTo>
                  <a:lnTo>
                    <a:pt x="84114" y="8475"/>
                  </a:lnTo>
                  <a:lnTo>
                    <a:pt x="84695" y="8788"/>
                  </a:lnTo>
                  <a:lnTo>
                    <a:pt x="85209" y="112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3714102" y="2459048"/>
              <a:ext cx="15492" cy="26220"/>
            </a:xfrm>
            <a:custGeom>
              <a:avLst/>
              <a:pathLst>
                <a:path w="15492" h="26220">
                  <a:moveTo>
                    <a:pt x="15492" y="26220"/>
                  </a:moveTo>
                  <a:lnTo>
                    <a:pt x="13275" y="25330"/>
                  </a:lnTo>
                  <a:lnTo>
                    <a:pt x="9283" y="23412"/>
                  </a:lnTo>
                  <a:lnTo>
                    <a:pt x="8187" y="22424"/>
                  </a:lnTo>
                  <a:lnTo>
                    <a:pt x="7146" y="19775"/>
                  </a:lnTo>
                  <a:lnTo>
                    <a:pt x="6528" y="18497"/>
                  </a:lnTo>
                  <a:lnTo>
                    <a:pt x="5612" y="16856"/>
                  </a:lnTo>
                  <a:lnTo>
                    <a:pt x="4860" y="16237"/>
                  </a:lnTo>
                  <a:lnTo>
                    <a:pt x="4291" y="15094"/>
                  </a:lnTo>
                  <a:lnTo>
                    <a:pt x="3968" y="13402"/>
                  </a:lnTo>
                  <a:lnTo>
                    <a:pt x="3491" y="11886"/>
                  </a:lnTo>
                  <a:lnTo>
                    <a:pt x="2669" y="10094"/>
                  </a:lnTo>
                  <a:lnTo>
                    <a:pt x="804" y="4019"/>
                  </a:lnTo>
                  <a:lnTo>
                    <a:pt x="563" y="3389"/>
                  </a:lnTo>
                  <a:lnTo>
                    <a:pt x="174" y="2377"/>
                  </a:lnTo>
                  <a:lnTo>
                    <a:pt x="0" y="1820"/>
                  </a:lnTo>
                  <a:lnTo>
                    <a:pt x="1138" y="1359"/>
                  </a:lnTo>
                  <a:lnTo>
                    <a:pt x="3030" y="0"/>
                  </a:lnTo>
                  <a:lnTo>
                    <a:pt x="3546" y="659"/>
                  </a:lnTo>
                  <a:lnTo>
                    <a:pt x="4100" y="2032"/>
                  </a:lnTo>
                  <a:lnTo>
                    <a:pt x="4377" y="3207"/>
                  </a:lnTo>
                  <a:lnTo>
                    <a:pt x="4425" y="5391"/>
                  </a:lnTo>
                  <a:lnTo>
                    <a:pt x="4652" y="5748"/>
                  </a:lnTo>
                  <a:lnTo>
                    <a:pt x="5573" y="5013"/>
                  </a:lnTo>
                  <a:lnTo>
                    <a:pt x="5984" y="5896"/>
                  </a:lnTo>
                  <a:lnTo>
                    <a:pt x="6693" y="6951"/>
                  </a:lnTo>
                  <a:lnTo>
                    <a:pt x="7924" y="7997"/>
                  </a:lnTo>
                  <a:lnTo>
                    <a:pt x="9695" y="6362"/>
                  </a:lnTo>
                  <a:lnTo>
                    <a:pt x="10577" y="5941"/>
                  </a:lnTo>
                  <a:lnTo>
                    <a:pt x="11303" y="5974"/>
                  </a:lnTo>
                  <a:lnTo>
                    <a:pt x="11694" y="6486"/>
                  </a:lnTo>
                  <a:lnTo>
                    <a:pt x="11832" y="8185"/>
                  </a:lnTo>
                  <a:lnTo>
                    <a:pt x="11691" y="10280"/>
                  </a:lnTo>
                  <a:lnTo>
                    <a:pt x="11485" y="11425"/>
                  </a:lnTo>
                  <a:lnTo>
                    <a:pt x="11857" y="12261"/>
                  </a:lnTo>
                  <a:lnTo>
                    <a:pt x="13311" y="14278"/>
                  </a:lnTo>
                  <a:lnTo>
                    <a:pt x="13915" y="15402"/>
                  </a:lnTo>
                  <a:lnTo>
                    <a:pt x="13620" y="17345"/>
                  </a:lnTo>
                  <a:lnTo>
                    <a:pt x="14703" y="22090"/>
                  </a:lnTo>
                  <a:lnTo>
                    <a:pt x="15066" y="239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3716295" y="2420030"/>
              <a:ext cx="803" cy="2061"/>
            </a:xfrm>
            <a:custGeom>
              <a:avLst/>
              <a:pathLst>
                <a:path w="803" h="2061">
                  <a:moveTo>
                    <a:pt x="116" y="1724"/>
                  </a:moveTo>
                  <a:lnTo>
                    <a:pt x="0" y="973"/>
                  </a:lnTo>
                  <a:lnTo>
                    <a:pt x="29" y="187"/>
                  </a:lnTo>
                  <a:lnTo>
                    <a:pt x="407" y="0"/>
                  </a:lnTo>
                  <a:lnTo>
                    <a:pt x="715" y="224"/>
                  </a:lnTo>
                  <a:lnTo>
                    <a:pt x="803" y="937"/>
                  </a:lnTo>
                  <a:lnTo>
                    <a:pt x="745" y="1724"/>
                  </a:lnTo>
                  <a:lnTo>
                    <a:pt x="496" y="20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3716784" y="2396232"/>
              <a:ext cx="61735" cy="103192"/>
            </a:xfrm>
            <a:custGeom>
              <a:avLst/>
              <a:pathLst>
                <a:path w="61735" h="103192">
                  <a:moveTo>
                    <a:pt x="41100" y="1373"/>
                  </a:moveTo>
                  <a:lnTo>
                    <a:pt x="42157" y="3083"/>
                  </a:lnTo>
                  <a:lnTo>
                    <a:pt x="43990" y="7723"/>
                  </a:lnTo>
                  <a:lnTo>
                    <a:pt x="46602" y="15276"/>
                  </a:lnTo>
                  <a:lnTo>
                    <a:pt x="47243" y="17412"/>
                  </a:lnTo>
                  <a:lnTo>
                    <a:pt x="47665" y="19892"/>
                  </a:lnTo>
                  <a:lnTo>
                    <a:pt x="48027" y="22896"/>
                  </a:lnTo>
                  <a:lnTo>
                    <a:pt x="48622" y="25552"/>
                  </a:lnTo>
                  <a:lnTo>
                    <a:pt x="51272" y="32241"/>
                  </a:lnTo>
                  <a:lnTo>
                    <a:pt x="52416" y="34710"/>
                  </a:lnTo>
                  <a:lnTo>
                    <a:pt x="54283" y="37907"/>
                  </a:lnTo>
                  <a:lnTo>
                    <a:pt x="54946" y="38620"/>
                  </a:lnTo>
                  <a:lnTo>
                    <a:pt x="55818" y="38820"/>
                  </a:lnTo>
                  <a:lnTo>
                    <a:pt x="57416" y="38832"/>
                  </a:lnTo>
                  <a:lnTo>
                    <a:pt x="58895" y="40081"/>
                  </a:lnTo>
                  <a:lnTo>
                    <a:pt x="59625" y="40960"/>
                  </a:lnTo>
                  <a:lnTo>
                    <a:pt x="60379" y="42231"/>
                  </a:lnTo>
                  <a:lnTo>
                    <a:pt x="61055" y="43695"/>
                  </a:lnTo>
                  <a:lnTo>
                    <a:pt x="61735" y="47617"/>
                  </a:lnTo>
                  <a:lnTo>
                    <a:pt x="59172" y="46324"/>
                  </a:lnTo>
                  <a:lnTo>
                    <a:pt x="56590" y="46526"/>
                  </a:lnTo>
                  <a:lnTo>
                    <a:pt x="55130" y="47369"/>
                  </a:lnTo>
                  <a:lnTo>
                    <a:pt x="53715" y="48517"/>
                  </a:lnTo>
                  <a:lnTo>
                    <a:pt x="52359" y="50139"/>
                  </a:lnTo>
                  <a:lnTo>
                    <a:pt x="51509" y="53298"/>
                  </a:lnTo>
                  <a:lnTo>
                    <a:pt x="50793" y="60608"/>
                  </a:lnTo>
                  <a:lnTo>
                    <a:pt x="49749" y="67449"/>
                  </a:lnTo>
                  <a:lnTo>
                    <a:pt x="49785" y="70614"/>
                  </a:lnTo>
                  <a:lnTo>
                    <a:pt x="50244" y="73653"/>
                  </a:lnTo>
                  <a:lnTo>
                    <a:pt x="50191" y="75096"/>
                  </a:lnTo>
                  <a:lnTo>
                    <a:pt x="49712" y="75706"/>
                  </a:lnTo>
                  <a:lnTo>
                    <a:pt x="49116" y="76999"/>
                  </a:lnTo>
                  <a:lnTo>
                    <a:pt x="48315" y="83278"/>
                  </a:lnTo>
                  <a:lnTo>
                    <a:pt x="47919" y="84530"/>
                  </a:lnTo>
                  <a:lnTo>
                    <a:pt x="47408" y="85309"/>
                  </a:lnTo>
                  <a:lnTo>
                    <a:pt x="47267" y="84566"/>
                  </a:lnTo>
                  <a:lnTo>
                    <a:pt x="47297" y="82922"/>
                  </a:lnTo>
                  <a:lnTo>
                    <a:pt x="46171" y="81466"/>
                  </a:lnTo>
                  <a:lnTo>
                    <a:pt x="45575" y="83098"/>
                  </a:lnTo>
                  <a:lnTo>
                    <a:pt x="45166" y="86555"/>
                  </a:lnTo>
                  <a:lnTo>
                    <a:pt x="44342" y="90188"/>
                  </a:lnTo>
                  <a:lnTo>
                    <a:pt x="44300" y="90882"/>
                  </a:lnTo>
                  <a:lnTo>
                    <a:pt x="44506" y="102105"/>
                  </a:lnTo>
                  <a:lnTo>
                    <a:pt x="44179" y="102053"/>
                  </a:lnTo>
                  <a:lnTo>
                    <a:pt x="41822" y="103192"/>
                  </a:lnTo>
                  <a:lnTo>
                    <a:pt x="41329" y="102827"/>
                  </a:lnTo>
                  <a:lnTo>
                    <a:pt x="39311" y="97651"/>
                  </a:lnTo>
                  <a:lnTo>
                    <a:pt x="38895" y="97078"/>
                  </a:lnTo>
                  <a:lnTo>
                    <a:pt x="38024" y="96846"/>
                  </a:lnTo>
                  <a:lnTo>
                    <a:pt x="37515" y="95995"/>
                  </a:lnTo>
                  <a:lnTo>
                    <a:pt x="37100" y="94608"/>
                  </a:lnTo>
                  <a:lnTo>
                    <a:pt x="36864" y="93577"/>
                  </a:lnTo>
                  <a:lnTo>
                    <a:pt x="34775" y="90772"/>
                  </a:lnTo>
                  <a:lnTo>
                    <a:pt x="34467" y="89746"/>
                  </a:lnTo>
                  <a:lnTo>
                    <a:pt x="34424" y="88844"/>
                  </a:lnTo>
                  <a:lnTo>
                    <a:pt x="34730" y="88031"/>
                  </a:lnTo>
                  <a:lnTo>
                    <a:pt x="35085" y="87345"/>
                  </a:lnTo>
                  <a:lnTo>
                    <a:pt x="36103" y="86647"/>
                  </a:lnTo>
                  <a:lnTo>
                    <a:pt x="37293" y="86047"/>
                  </a:lnTo>
                  <a:lnTo>
                    <a:pt x="37674" y="85614"/>
                  </a:lnTo>
                  <a:lnTo>
                    <a:pt x="37869" y="84868"/>
                  </a:lnTo>
                  <a:lnTo>
                    <a:pt x="37857" y="83673"/>
                  </a:lnTo>
                  <a:lnTo>
                    <a:pt x="37663" y="82496"/>
                  </a:lnTo>
                  <a:lnTo>
                    <a:pt x="35952" y="80353"/>
                  </a:lnTo>
                  <a:lnTo>
                    <a:pt x="35764" y="79431"/>
                  </a:lnTo>
                  <a:lnTo>
                    <a:pt x="35709" y="78300"/>
                  </a:lnTo>
                  <a:lnTo>
                    <a:pt x="35807" y="77118"/>
                  </a:lnTo>
                  <a:lnTo>
                    <a:pt x="36073" y="76195"/>
                  </a:lnTo>
                  <a:lnTo>
                    <a:pt x="37468" y="74936"/>
                  </a:lnTo>
                  <a:lnTo>
                    <a:pt x="38215" y="73633"/>
                  </a:lnTo>
                  <a:lnTo>
                    <a:pt x="37750" y="72177"/>
                  </a:lnTo>
                  <a:lnTo>
                    <a:pt x="36247" y="68861"/>
                  </a:lnTo>
                  <a:lnTo>
                    <a:pt x="34461" y="65215"/>
                  </a:lnTo>
                  <a:lnTo>
                    <a:pt x="33268" y="65182"/>
                  </a:lnTo>
                  <a:lnTo>
                    <a:pt x="31894" y="66260"/>
                  </a:lnTo>
                  <a:lnTo>
                    <a:pt x="29696" y="69369"/>
                  </a:lnTo>
                  <a:lnTo>
                    <a:pt x="28480" y="70699"/>
                  </a:lnTo>
                  <a:lnTo>
                    <a:pt x="26895" y="72900"/>
                  </a:lnTo>
                  <a:lnTo>
                    <a:pt x="25168" y="75350"/>
                  </a:lnTo>
                  <a:lnTo>
                    <a:pt x="23753" y="77952"/>
                  </a:lnTo>
                  <a:lnTo>
                    <a:pt x="22872" y="80101"/>
                  </a:lnTo>
                  <a:lnTo>
                    <a:pt x="21303" y="81039"/>
                  </a:lnTo>
                  <a:lnTo>
                    <a:pt x="20505" y="82842"/>
                  </a:lnTo>
                  <a:lnTo>
                    <a:pt x="17876" y="88250"/>
                  </a:lnTo>
                  <a:lnTo>
                    <a:pt x="17138" y="88182"/>
                  </a:lnTo>
                  <a:lnTo>
                    <a:pt x="17093" y="85500"/>
                  </a:lnTo>
                  <a:lnTo>
                    <a:pt x="17129" y="83373"/>
                  </a:lnTo>
                  <a:lnTo>
                    <a:pt x="16963" y="82148"/>
                  </a:lnTo>
                  <a:lnTo>
                    <a:pt x="16112" y="80470"/>
                  </a:lnTo>
                  <a:lnTo>
                    <a:pt x="16098" y="79746"/>
                  </a:lnTo>
                  <a:lnTo>
                    <a:pt x="16329" y="79297"/>
                  </a:lnTo>
                  <a:lnTo>
                    <a:pt x="16983" y="79568"/>
                  </a:lnTo>
                  <a:lnTo>
                    <a:pt x="17821" y="79473"/>
                  </a:lnTo>
                  <a:lnTo>
                    <a:pt x="18221" y="78815"/>
                  </a:lnTo>
                  <a:lnTo>
                    <a:pt x="17322" y="76603"/>
                  </a:lnTo>
                  <a:lnTo>
                    <a:pt x="16524" y="75126"/>
                  </a:lnTo>
                  <a:lnTo>
                    <a:pt x="15847" y="74129"/>
                  </a:lnTo>
                  <a:lnTo>
                    <a:pt x="15695" y="73532"/>
                  </a:lnTo>
                  <a:lnTo>
                    <a:pt x="15694" y="73109"/>
                  </a:lnTo>
                  <a:lnTo>
                    <a:pt x="15838" y="72604"/>
                  </a:lnTo>
                  <a:lnTo>
                    <a:pt x="16994" y="71386"/>
                  </a:lnTo>
                  <a:lnTo>
                    <a:pt x="17109" y="70271"/>
                  </a:lnTo>
                  <a:lnTo>
                    <a:pt x="17032" y="69020"/>
                  </a:lnTo>
                  <a:lnTo>
                    <a:pt x="15194" y="67180"/>
                  </a:lnTo>
                  <a:lnTo>
                    <a:pt x="13817" y="67858"/>
                  </a:lnTo>
                  <a:lnTo>
                    <a:pt x="12583" y="65791"/>
                  </a:lnTo>
                  <a:lnTo>
                    <a:pt x="11790" y="64192"/>
                  </a:lnTo>
                  <a:lnTo>
                    <a:pt x="10801" y="62478"/>
                  </a:lnTo>
                  <a:lnTo>
                    <a:pt x="9917" y="61539"/>
                  </a:lnTo>
                  <a:lnTo>
                    <a:pt x="9071" y="59389"/>
                  </a:lnTo>
                  <a:lnTo>
                    <a:pt x="7600" y="57170"/>
                  </a:lnTo>
                  <a:lnTo>
                    <a:pt x="6656" y="56540"/>
                  </a:lnTo>
                  <a:lnTo>
                    <a:pt x="6669" y="56200"/>
                  </a:lnTo>
                  <a:lnTo>
                    <a:pt x="6843" y="55792"/>
                  </a:lnTo>
                  <a:lnTo>
                    <a:pt x="7236" y="55456"/>
                  </a:lnTo>
                  <a:lnTo>
                    <a:pt x="9859" y="55542"/>
                  </a:lnTo>
                  <a:lnTo>
                    <a:pt x="10179" y="55141"/>
                  </a:lnTo>
                  <a:lnTo>
                    <a:pt x="10342" y="54189"/>
                  </a:lnTo>
                  <a:lnTo>
                    <a:pt x="10701" y="52782"/>
                  </a:lnTo>
                  <a:lnTo>
                    <a:pt x="11119" y="50710"/>
                  </a:lnTo>
                  <a:lnTo>
                    <a:pt x="11085" y="48968"/>
                  </a:lnTo>
                  <a:lnTo>
                    <a:pt x="8451" y="46151"/>
                  </a:lnTo>
                  <a:lnTo>
                    <a:pt x="6538" y="43558"/>
                  </a:lnTo>
                  <a:lnTo>
                    <a:pt x="5213" y="40145"/>
                  </a:lnTo>
                  <a:lnTo>
                    <a:pt x="4313" y="37021"/>
                  </a:lnTo>
                  <a:lnTo>
                    <a:pt x="4344" y="35972"/>
                  </a:lnTo>
                  <a:lnTo>
                    <a:pt x="4603" y="34981"/>
                  </a:lnTo>
                  <a:lnTo>
                    <a:pt x="6652" y="32104"/>
                  </a:lnTo>
                  <a:lnTo>
                    <a:pt x="6790" y="31358"/>
                  </a:lnTo>
                  <a:lnTo>
                    <a:pt x="6745" y="30850"/>
                  </a:lnTo>
                  <a:lnTo>
                    <a:pt x="6014" y="29378"/>
                  </a:lnTo>
                  <a:lnTo>
                    <a:pt x="5096" y="27863"/>
                  </a:lnTo>
                  <a:lnTo>
                    <a:pt x="4807" y="26749"/>
                  </a:lnTo>
                  <a:lnTo>
                    <a:pt x="4230" y="26182"/>
                  </a:lnTo>
                  <a:lnTo>
                    <a:pt x="3131" y="26142"/>
                  </a:lnTo>
                  <a:lnTo>
                    <a:pt x="1204" y="24278"/>
                  </a:lnTo>
                  <a:lnTo>
                    <a:pt x="795" y="24093"/>
                  </a:lnTo>
                  <a:lnTo>
                    <a:pt x="704" y="23722"/>
                  </a:lnTo>
                  <a:lnTo>
                    <a:pt x="797" y="23347"/>
                  </a:lnTo>
                  <a:lnTo>
                    <a:pt x="2173" y="22593"/>
                  </a:lnTo>
                  <a:lnTo>
                    <a:pt x="2154" y="21971"/>
                  </a:lnTo>
                  <a:lnTo>
                    <a:pt x="1737" y="21151"/>
                  </a:lnTo>
                  <a:lnTo>
                    <a:pt x="959" y="20551"/>
                  </a:lnTo>
                  <a:lnTo>
                    <a:pt x="248" y="19067"/>
                  </a:lnTo>
                  <a:lnTo>
                    <a:pt x="0" y="17729"/>
                  </a:lnTo>
                  <a:lnTo>
                    <a:pt x="2483" y="13822"/>
                  </a:lnTo>
                  <a:lnTo>
                    <a:pt x="3217" y="13043"/>
                  </a:lnTo>
                  <a:lnTo>
                    <a:pt x="4843" y="13760"/>
                  </a:lnTo>
                  <a:lnTo>
                    <a:pt x="8219" y="16350"/>
                  </a:lnTo>
                  <a:lnTo>
                    <a:pt x="7990" y="17787"/>
                  </a:lnTo>
                  <a:lnTo>
                    <a:pt x="8333" y="18596"/>
                  </a:lnTo>
                  <a:lnTo>
                    <a:pt x="9107" y="19696"/>
                  </a:lnTo>
                  <a:lnTo>
                    <a:pt x="10594" y="20809"/>
                  </a:lnTo>
                  <a:lnTo>
                    <a:pt x="11851" y="21384"/>
                  </a:lnTo>
                  <a:lnTo>
                    <a:pt x="12488" y="20895"/>
                  </a:lnTo>
                  <a:lnTo>
                    <a:pt x="13456" y="20481"/>
                  </a:lnTo>
                  <a:lnTo>
                    <a:pt x="14714" y="21763"/>
                  </a:lnTo>
                  <a:lnTo>
                    <a:pt x="15874" y="23392"/>
                  </a:lnTo>
                  <a:lnTo>
                    <a:pt x="16451" y="24050"/>
                  </a:lnTo>
                  <a:lnTo>
                    <a:pt x="16762" y="24252"/>
                  </a:lnTo>
                  <a:lnTo>
                    <a:pt x="17641" y="23710"/>
                  </a:lnTo>
                  <a:lnTo>
                    <a:pt x="18700" y="21609"/>
                  </a:lnTo>
                  <a:lnTo>
                    <a:pt x="19115" y="19072"/>
                  </a:lnTo>
                  <a:lnTo>
                    <a:pt x="19232" y="17852"/>
                  </a:lnTo>
                  <a:lnTo>
                    <a:pt x="18615" y="16169"/>
                  </a:lnTo>
                  <a:lnTo>
                    <a:pt x="17347" y="14343"/>
                  </a:lnTo>
                  <a:lnTo>
                    <a:pt x="15922" y="12738"/>
                  </a:lnTo>
                  <a:lnTo>
                    <a:pt x="15007" y="11324"/>
                  </a:lnTo>
                  <a:lnTo>
                    <a:pt x="14423" y="8534"/>
                  </a:lnTo>
                  <a:lnTo>
                    <a:pt x="13834" y="8225"/>
                  </a:lnTo>
                  <a:lnTo>
                    <a:pt x="13684" y="7863"/>
                  </a:lnTo>
                  <a:lnTo>
                    <a:pt x="13588" y="6911"/>
                  </a:lnTo>
                  <a:lnTo>
                    <a:pt x="13613" y="5579"/>
                  </a:lnTo>
                  <a:lnTo>
                    <a:pt x="13815" y="4553"/>
                  </a:lnTo>
                  <a:lnTo>
                    <a:pt x="14390" y="4113"/>
                  </a:lnTo>
                  <a:lnTo>
                    <a:pt x="14973" y="3956"/>
                  </a:lnTo>
                  <a:lnTo>
                    <a:pt x="15499" y="2978"/>
                  </a:lnTo>
                  <a:lnTo>
                    <a:pt x="16158" y="1060"/>
                  </a:lnTo>
                  <a:lnTo>
                    <a:pt x="16439" y="0"/>
                  </a:lnTo>
                  <a:lnTo>
                    <a:pt x="17680" y="607"/>
                  </a:lnTo>
                  <a:lnTo>
                    <a:pt x="17846" y="2324"/>
                  </a:lnTo>
                  <a:lnTo>
                    <a:pt x="18066" y="2685"/>
                  </a:lnTo>
                  <a:lnTo>
                    <a:pt x="18581" y="2483"/>
                  </a:lnTo>
                  <a:lnTo>
                    <a:pt x="19436" y="1761"/>
                  </a:lnTo>
                  <a:lnTo>
                    <a:pt x="20115" y="2315"/>
                  </a:lnTo>
                  <a:lnTo>
                    <a:pt x="20993" y="4360"/>
                  </a:lnTo>
                  <a:lnTo>
                    <a:pt x="22204" y="6517"/>
                  </a:lnTo>
                  <a:lnTo>
                    <a:pt x="22859" y="7965"/>
                  </a:lnTo>
                  <a:lnTo>
                    <a:pt x="23117" y="8967"/>
                  </a:lnTo>
                  <a:lnTo>
                    <a:pt x="23736" y="9936"/>
                  </a:lnTo>
                  <a:lnTo>
                    <a:pt x="24641" y="11078"/>
                  </a:lnTo>
                  <a:lnTo>
                    <a:pt x="25362" y="12864"/>
                  </a:lnTo>
                  <a:lnTo>
                    <a:pt x="26005" y="17016"/>
                  </a:lnTo>
                  <a:lnTo>
                    <a:pt x="26656" y="17981"/>
                  </a:lnTo>
                  <a:lnTo>
                    <a:pt x="28991" y="19558"/>
                  </a:lnTo>
                  <a:lnTo>
                    <a:pt x="29810" y="19882"/>
                  </a:lnTo>
                  <a:lnTo>
                    <a:pt x="32103" y="20439"/>
                  </a:lnTo>
                  <a:lnTo>
                    <a:pt x="32910" y="20040"/>
                  </a:lnTo>
                  <a:lnTo>
                    <a:pt x="34090" y="16458"/>
                  </a:lnTo>
                  <a:lnTo>
                    <a:pt x="35153" y="12773"/>
                  </a:lnTo>
                  <a:lnTo>
                    <a:pt x="36145" y="12002"/>
                  </a:lnTo>
                  <a:lnTo>
                    <a:pt x="37939" y="10222"/>
                  </a:lnTo>
                  <a:lnTo>
                    <a:pt x="39012" y="8541"/>
                  </a:lnTo>
                  <a:lnTo>
                    <a:pt x="39464" y="6726"/>
                  </a:lnTo>
                  <a:lnTo>
                    <a:pt x="40477" y="3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3722279" y="2432463"/>
              <a:ext cx="960" cy="1929"/>
            </a:xfrm>
            <a:custGeom>
              <a:avLst/>
              <a:pathLst>
                <a:path w="960" h="1929">
                  <a:moveTo>
                    <a:pt x="846" y="1441"/>
                  </a:moveTo>
                  <a:lnTo>
                    <a:pt x="960" y="463"/>
                  </a:lnTo>
                  <a:lnTo>
                    <a:pt x="637" y="24"/>
                  </a:lnTo>
                  <a:lnTo>
                    <a:pt x="295" y="0"/>
                  </a:lnTo>
                  <a:lnTo>
                    <a:pt x="0" y="487"/>
                  </a:lnTo>
                  <a:lnTo>
                    <a:pt x="0" y="1709"/>
                  </a:lnTo>
                  <a:lnTo>
                    <a:pt x="409" y="19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3532802" y="3702417"/>
              <a:ext cx="20683" cy="63319"/>
            </a:xfrm>
            <a:custGeom>
              <a:avLst/>
              <a:pathLst>
                <a:path w="20683" h="63319">
                  <a:moveTo>
                    <a:pt x="17716" y="2574"/>
                  </a:moveTo>
                  <a:lnTo>
                    <a:pt x="17486" y="3347"/>
                  </a:lnTo>
                  <a:lnTo>
                    <a:pt x="16431" y="8879"/>
                  </a:lnTo>
                  <a:lnTo>
                    <a:pt x="16227" y="9710"/>
                  </a:lnTo>
                  <a:lnTo>
                    <a:pt x="16343" y="10220"/>
                  </a:lnTo>
                  <a:lnTo>
                    <a:pt x="16792" y="11268"/>
                  </a:lnTo>
                  <a:lnTo>
                    <a:pt x="16529" y="13008"/>
                  </a:lnTo>
                  <a:lnTo>
                    <a:pt x="16423" y="13475"/>
                  </a:lnTo>
                  <a:lnTo>
                    <a:pt x="16224" y="15100"/>
                  </a:lnTo>
                  <a:lnTo>
                    <a:pt x="16333" y="16592"/>
                  </a:lnTo>
                  <a:lnTo>
                    <a:pt x="16587" y="17143"/>
                  </a:lnTo>
                  <a:lnTo>
                    <a:pt x="17272" y="17865"/>
                  </a:lnTo>
                  <a:lnTo>
                    <a:pt x="18299" y="18387"/>
                  </a:lnTo>
                  <a:lnTo>
                    <a:pt x="19509" y="19628"/>
                  </a:lnTo>
                  <a:lnTo>
                    <a:pt x="20324" y="19853"/>
                  </a:lnTo>
                  <a:lnTo>
                    <a:pt x="20515" y="20747"/>
                  </a:lnTo>
                  <a:lnTo>
                    <a:pt x="20477" y="22349"/>
                  </a:lnTo>
                  <a:lnTo>
                    <a:pt x="20679" y="23740"/>
                  </a:lnTo>
                  <a:lnTo>
                    <a:pt x="20683" y="26227"/>
                  </a:lnTo>
                  <a:lnTo>
                    <a:pt x="20439" y="28414"/>
                  </a:lnTo>
                  <a:lnTo>
                    <a:pt x="19191" y="29442"/>
                  </a:lnTo>
                  <a:lnTo>
                    <a:pt x="18550" y="30564"/>
                  </a:lnTo>
                  <a:lnTo>
                    <a:pt x="18375" y="31127"/>
                  </a:lnTo>
                  <a:lnTo>
                    <a:pt x="18533" y="31785"/>
                  </a:lnTo>
                  <a:lnTo>
                    <a:pt x="18617" y="32671"/>
                  </a:lnTo>
                  <a:lnTo>
                    <a:pt x="17443" y="34852"/>
                  </a:lnTo>
                  <a:lnTo>
                    <a:pt x="16236" y="37701"/>
                  </a:lnTo>
                  <a:lnTo>
                    <a:pt x="15948" y="39622"/>
                  </a:lnTo>
                  <a:lnTo>
                    <a:pt x="15707" y="41893"/>
                  </a:lnTo>
                  <a:lnTo>
                    <a:pt x="15354" y="43342"/>
                  </a:lnTo>
                  <a:lnTo>
                    <a:pt x="14435" y="45431"/>
                  </a:lnTo>
                  <a:lnTo>
                    <a:pt x="13498" y="49638"/>
                  </a:lnTo>
                  <a:lnTo>
                    <a:pt x="13038" y="52371"/>
                  </a:lnTo>
                  <a:lnTo>
                    <a:pt x="10738" y="58930"/>
                  </a:lnTo>
                  <a:lnTo>
                    <a:pt x="8692" y="62203"/>
                  </a:lnTo>
                  <a:lnTo>
                    <a:pt x="8097" y="63319"/>
                  </a:lnTo>
                  <a:lnTo>
                    <a:pt x="4477" y="63126"/>
                  </a:lnTo>
                  <a:lnTo>
                    <a:pt x="4200" y="58705"/>
                  </a:lnTo>
                  <a:lnTo>
                    <a:pt x="3650" y="52668"/>
                  </a:lnTo>
                  <a:lnTo>
                    <a:pt x="2406" y="47214"/>
                  </a:lnTo>
                  <a:lnTo>
                    <a:pt x="2274" y="44938"/>
                  </a:lnTo>
                  <a:lnTo>
                    <a:pt x="2331" y="40540"/>
                  </a:lnTo>
                  <a:lnTo>
                    <a:pt x="2336" y="34356"/>
                  </a:lnTo>
                  <a:lnTo>
                    <a:pt x="2254" y="31035"/>
                  </a:lnTo>
                  <a:lnTo>
                    <a:pt x="2280" y="28611"/>
                  </a:lnTo>
                  <a:lnTo>
                    <a:pt x="2438" y="24398"/>
                  </a:lnTo>
                  <a:lnTo>
                    <a:pt x="2419" y="21881"/>
                  </a:lnTo>
                  <a:lnTo>
                    <a:pt x="1600" y="18978"/>
                  </a:lnTo>
                  <a:lnTo>
                    <a:pt x="582" y="15891"/>
                  </a:lnTo>
                  <a:lnTo>
                    <a:pt x="28" y="14379"/>
                  </a:lnTo>
                  <a:lnTo>
                    <a:pt x="0" y="13158"/>
                  </a:lnTo>
                  <a:lnTo>
                    <a:pt x="2" y="12033"/>
                  </a:lnTo>
                  <a:lnTo>
                    <a:pt x="166" y="10388"/>
                  </a:lnTo>
                  <a:lnTo>
                    <a:pt x="564" y="8555"/>
                  </a:lnTo>
                  <a:lnTo>
                    <a:pt x="1011" y="8353"/>
                  </a:lnTo>
                  <a:lnTo>
                    <a:pt x="2110" y="9081"/>
                  </a:lnTo>
                  <a:lnTo>
                    <a:pt x="3255" y="10639"/>
                  </a:lnTo>
                  <a:lnTo>
                    <a:pt x="3862" y="14139"/>
                  </a:lnTo>
                  <a:lnTo>
                    <a:pt x="4327" y="14644"/>
                  </a:lnTo>
                  <a:lnTo>
                    <a:pt x="5173" y="14638"/>
                  </a:lnTo>
                  <a:lnTo>
                    <a:pt x="7333" y="14177"/>
                  </a:lnTo>
                  <a:lnTo>
                    <a:pt x="7870" y="14234"/>
                  </a:lnTo>
                  <a:lnTo>
                    <a:pt x="8852" y="13398"/>
                  </a:lnTo>
                  <a:lnTo>
                    <a:pt x="9827" y="11920"/>
                  </a:lnTo>
                  <a:lnTo>
                    <a:pt x="10108" y="10391"/>
                  </a:lnTo>
                  <a:lnTo>
                    <a:pt x="10337" y="6963"/>
                  </a:lnTo>
                  <a:lnTo>
                    <a:pt x="10541" y="784"/>
                  </a:lnTo>
                  <a:lnTo>
                    <a:pt x="11039" y="712"/>
                  </a:lnTo>
                  <a:lnTo>
                    <a:pt x="12402" y="2911"/>
                  </a:lnTo>
                  <a:lnTo>
                    <a:pt x="12694" y="3061"/>
                  </a:lnTo>
                  <a:lnTo>
                    <a:pt x="12982" y="2983"/>
                  </a:lnTo>
                  <a:lnTo>
                    <a:pt x="13454" y="1892"/>
                  </a:lnTo>
                  <a:lnTo>
                    <a:pt x="14035" y="1007"/>
                  </a:lnTo>
                  <a:lnTo>
                    <a:pt x="14463" y="1030"/>
                  </a:lnTo>
                  <a:lnTo>
                    <a:pt x="16046" y="0"/>
                  </a:lnTo>
                  <a:lnTo>
                    <a:pt x="16894" y="1864"/>
                  </a:lnTo>
                  <a:lnTo>
                    <a:pt x="17431" y="244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3227962" y="2112557"/>
              <a:ext cx="44185" cy="58513"/>
            </a:xfrm>
            <a:custGeom>
              <a:avLst/>
              <a:pathLst>
                <a:path w="44185" h="58513">
                  <a:moveTo>
                    <a:pt x="39921" y="21886"/>
                  </a:moveTo>
                  <a:lnTo>
                    <a:pt x="40060" y="22424"/>
                  </a:lnTo>
                  <a:lnTo>
                    <a:pt x="41366" y="23989"/>
                  </a:lnTo>
                  <a:lnTo>
                    <a:pt x="41769" y="25230"/>
                  </a:lnTo>
                  <a:lnTo>
                    <a:pt x="42706" y="26429"/>
                  </a:lnTo>
                  <a:lnTo>
                    <a:pt x="41930" y="27946"/>
                  </a:lnTo>
                  <a:lnTo>
                    <a:pt x="42048" y="28621"/>
                  </a:lnTo>
                  <a:lnTo>
                    <a:pt x="42328" y="29312"/>
                  </a:lnTo>
                  <a:lnTo>
                    <a:pt x="43385" y="29714"/>
                  </a:lnTo>
                  <a:lnTo>
                    <a:pt x="43914" y="30711"/>
                  </a:lnTo>
                  <a:lnTo>
                    <a:pt x="43946" y="32234"/>
                  </a:lnTo>
                  <a:lnTo>
                    <a:pt x="44185" y="34718"/>
                  </a:lnTo>
                  <a:lnTo>
                    <a:pt x="42006" y="37185"/>
                  </a:lnTo>
                  <a:lnTo>
                    <a:pt x="41387" y="39943"/>
                  </a:lnTo>
                  <a:lnTo>
                    <a:pt x="41258" y="40403"/>
                  </a:lnTo>
                  <a:lnTo>
                    <a:pt x="41016" y="39492"/>
                  </a:lnTo>
                  <a:lnTo>
                    <a:pt x="40622" y="39501"/>
                  </a:lnTo>
                  <a:lnTo>
                    <a:pt x="39718" y="39120"/>
                  </a:lnTo>
                  <a:lnTo>
                    <a:pt x="38459" y="41613"/>
                  </a:lnTo>
                  <a:lnTo>
                    <a:pt x="37890" y="43685"/>
                  </a:lnTo>
                  <a:lnTo>
                    <a:pt x="37552" y="45206"/>
                  </a:lnTo>
                  <a:lnTo>
                    <a:pt x="37046" y="46435"/>
                  </a:lnTo>
                  <a:lnTo>
                    <a:pt x="36944" y="47735"/>
                  </a:lnTo>
                  <a:lnTo>
                    <a:pt x="37008" y="48281"/>
                  </a:lnTo>
                  <a:lnTo>
                    <a:pt x="36835" y="48985"/>
                  </a:lnTo>
                  <a:lnTo>
                    <a:pt x="36826" y="49725"/>
                  </a:lnTo>
                  <a:lnTo>
                    <a:pt x="37551" y="51185"/>
                  </a:lnTo>
                  <a:lnTo>
                    <a:pt x="37732" y="51974"/>
                  </a:lnTo>
                  <a:lnTo>
                    <a:pt x="38614" y="54557"/>
                  </a:lnTo>
                  <a:lnTo>
                    <a:pt x="38340" y="55501"/>
                  </a:lnTo>
                  <a:lnTo>
                    <a:pt x="38122" y="56521"/>
                  </a:lnTo>
                  <a:lnTo>
                    <a:pt x="37867" y="57245"/>
                  </a:lnTo>
                  <a:lnTo>
                    <a:pt x="37572" y="57704"/>
                  </a:lnTo>
                  <a:lnTo>
                    <a:pt x="36659" y="57676"/>
                  </a:lnTo>
                  <a:lnTo>
                    <a:pt x="35504" y="58001"/>
                  </a:lnTo>
                  <a:lnTo>
                    <a:pt x="34725" y="58509"/>
                  </a:lnTo>
                  <a:lnTo>
                    <a:pt x="34321" y="58513"/>
                  </a:lnTo>
                  <a:lnTo>
                    <a:pt x="33485" y="57225"/>
                  </a:lnTo>
                  <a:lnTo>
                    <a:pt x="32551" y="55294"/>
                  </a:lnTo>
                  <a:lnTo>
                    <a:pt x="31958" y="54374"/>
                  </a:lnTo>
                  <a:lnTo>
                    <a:pt x="31692" y="53577"/>
                  </a:lnTo>
                  <a:lnTo>
                    <a:pt x="30958" y="53243"/>
                  </a:lnTo>
                  <a:lnTo>
                    <a:pt x="29911" y="52290"/>
                  </a:lnTo>
                  <a:lnTo>
                    <a:pt x="29185" y="51254"/>
                  </a:lnTo>
                  <a:lnTo>
                    <a:pt x="28563" y="50609"/>
                  </a:lnTo>
                  <a:lnTo>
                    <a:pt x="27684" y="50288"/>
                  </a:lnTo>
                  <a:lnTo>
                    <a:pt x="26959" y="50321"/>
                  </a:lnTo>
                  <a:lnTo>
                    <a:pt x="26747" y="48578"/>
                  </a:lnTo>
                  <a:lnTo>
                    <a:pt x="26659" y="46587"/>
                  </a:lnTo>
                  <a:lnTo>
                    <a:pt x="26067" y="45255"/>
                  </a:lnTo>
                  <a:lnTo>
                    <a:pt x="26878" y="40045"/>
                  </a:lnTo>
                  <a:lnTo>
                    <a:pt x="26396" y="39534"/>
                  </a:lnTo>
                  <a:lnTo>
                    <a:pt x="25869" y="39951"/>
                  </a:lnTo>
                  <a:lnTo>
                    <a:pt x="25107" y="41192"/>
                  </a:lnTo>
                  <a:lnTo>
                    <a:pt x="24744" y="42675"/>
                  </a:lnTo>
                  <a:lnTo>
                    <a:pt x="24526" y="43988"/>
                  </a:lnTo>
                  <a:lnTo>
                    <a:pt x="23247" y="45235"/>
                  </a:lnTo>
                  <a:lnTo>
                    <a:pt x="21219" y="45687"/>
                  </a:lnTo>
                  <a:lnTo>
                    <a:pt x="19001" y="45235"/>
                  </a:lnTo>
                  <a:lnTo>
                    <a:pt x="18693" y="44900"/>
                  </a:lnTo>
                  <a:lnTo>
                    <a:pt x="18552" y="44519"/>
                  </a:lnTo>
                  <a:lnTo>
                    <a:pt x="18550" y="44060"/>
                  </a:lnTo>
                  <a:lnTo>
                    <a:pt x="18705" y="43355"/>
                  </a:lnTo>
                  <a:lnTo>
                    <a:pt x="19091" y="42499"/>
                  </a:lnTo>
                  <a:lnTo>
                    <a:pt x="19187" y="41279"/>
                  </a:lnTo>
                  <a:lnTo>
                    <a:pt x="18790" y="40223"/>
                  </a:lnTo>
                  <a:lnTo>
                    <a:pt x="18532" y="39811"/>
                  </a:lnTo>
                  <a:lnTo>
                    <a:pt x="18634" y="38788"/>
                  </a:lnTo>
                  <a:lnTo>
                    <a:pt x="18927" y="37507"/>
                  </a:lnTo>
                  <a:lnTo>
                    <a:pt x="18984" y="36777"/>
                  </a:lnTo>
                  <a:lnTo>
                    <a:pt x="17483" y="34565"/>
                  </a:lnTo>
                  <a:lnTo>
                    <a:pt x="16396" y="34134"/>
                  </a:lnTo>
                  <a:lnTo>
                    <a:pt x="15342" y="34056"/>
                  </a:lnTo>
                  <a:lnTo>
                    <a:pt x="14542" y="33808"/>
                  </a:lnTo>
                  <a:lnTo>
                    <a:pt x="14076" y="33910"/>
                  </a:lnTo>
                  <a:lnTo>
                    <a:pt x="13740" y="34555"/>
                  </a:lnTo>
                  <a:lnTo>
                    <a:pt x="13400" y="35017"/>
                  </a:lnTo>
                  <a:lnTo>
                    <a:pt x="13146" y="34463"/>
                  </a:lnTo>
                  <a:lnTo>
                    <a:pt x="12680" y="30547"/>
                  </a:lnTo>
                  <a:lnTo>
                    <a:pt x="12319" y="29955"/>
                  </a:lnTo>
                  <a:lnTo>
                    <a:pt x="10956" y="29302"/>
                  </a:lnTo>
                  <a:lnTo>
                    <a:pt x="9106" y="29068"/>
                  </a:lnTo>
                  <a:lnTo>
                    <a:pt x="8613" y="28354"/>
                  </a:lnTo>
                  <a:lnTo>
                    <a:pt x="8342" y="26592"/>
                  </a:lnTo>
                  <a:lnTo>
                    <a:pt x="8171" y="24471"/>
                  </a:lnTo>
                  <a:lnTo>
                    <a:pt x="7562" y="22440"/>
                  </a:lnTo>
                  <a:lnTo>
                    <a:pt x="7249" y="21930"/>
                  </a:lnTo>
                  <a:lnTo>
                    <a:pt x="6696" y="21029"/>
                  </a:lnTo>
                  <a:lnTo>
                    <a:pt x="5730" y="21399"/>
                  </a:lnTo>
                  <a:lnTo>
                    <a:pt x="4569" y="22577"/>
                  </a:lnTo>
                  <a:lnTo>
                    <a:pt x="3883" y="22903"/>
                  </a:lnTo>
                  <a:lnTo>
                    <a:pt x="3623" y="23028"/>
                  </a:lnTo>
                  <a:lnTo>
                    <a:pt x="2698" y="21880"/>
                  </a:lnTo>
                  <a:lnTo>
                    <a:pt x="1659" y="20084"/>
                  </a:lnTo>
                  <a:lnTo>
                    <a:pt x="827" y="18178"/>
                  </a:lnTo>
                  <a:lnTo>
                    <a:pt x="625" y="17118"/>
                  </a:lnTo>
                  <a:lnTo>
                    <a:pt x="881" y="15833"/>
                  </a:lnTo>
                  <a:lnTo>
                    <a:pt x="574" y="14849"/>
                  </a:lnTo>
                  <a:lnTo>
                    <a:pt x="128" y="13048"/>
                  </a:lnTo>
                  <a:lnTo>
                    <a:pt x="0" y="11642"/>
                  </a:lnTo>
                  <a:lnTo>
                    <a:pt x="5008" y="6668"/>
                  </a:lnTo>
                  <a:lnTo>
                    <a:pt x="8059" y="4122"/>
                  </a:lnTo>
                  <a:lnTo>
                    <a:pt x="9496" y="3351"/>
                  </a:lnTo>
                  <a:lnTo>
                    <a:pt x="9841" y="5909"/>
                  </a:lnTo>
                  <a:lnTo>
                    <a:pt x="10103" y="6722"/>
                  </a:lnTo>
                  <a:lnTo>
                    <a:pt x="10444" y="7250"/>
                  </a:lnTo>
                  <a:lnTo>
                    <a:pt x="10898" y="7354"/>
                  </a:lnTo>
                  <a:lnTo>
                    <a:pt x="11418" y="6722"/>
                  </a:lnTo>
                  <a:lnTo>
                    <a:pt x="12145" y="6055"/>
                  </a:lnTo>
                  <a:lnTo>
                    <a:pt x="13314" y="6365"/>
                  </a:lnTo>
                  <a:lnTo>
                    <a:pt x="14163" y="6981"/>
                  </a:lnTo>
                  <a:lnTo>
                    <a:pt x="14465" y="7620"/>
                  </a:lnTo>
                  <a:lnTo>
                    <a:pt x="15027" y="8229"/>
                  </a:lnTo>
                  <a:lnTo>
                    <a:pt x="15848" y="8375"/>
                  </a:lnTo>
                  <a:lnTo>
                    <a:pt x="17436" y="7211"/>
                  </a:lnTo>
                  <a:lnTo>
                    <a:pt x="18961" y="5437"/>
                  </a:lnTo>
                  <a:lnTo>
                    <a:pt x="19408" y="4207"/>
                  </a:lnTo>
                  <a:lnTo>
                    <a:pt x="19578" y="3091"/>
                  </a:lnTo>
                  <a:lnTo>
                    <a:pt x="20479" y="3829"/>
                  </a:lnTo>
                  <a:lnTo>
                    <a:pt x="21276" y="3992"/>
                  </a:lnTo>
                  <a:lnTo>
                    <a:pt x="21624" y="3664"/>
                  </a:lnTo>
                  <a:lnTo>
                    <a:pt x="21403" y="1877"/>
                  </a:lnTo>
                  <a:lnTo>
                    <a:pt x="22049" y="924"/>
                  </a:lnTo>
                  <a:lnTo>
                    <a:pt x="22768" y="484"/>
                  </a:lnTo>
                  <a:lnTo>
                    <a:pt x="23093" y="1256"/>
                  </a:lnTo>
                  <a:lnTo>
                    <a:pt x="23751" y="2044"/>
                  </a:lnTo>
                  <a:lnTo>
                    <a:pt x="24271" y="2050"/>
                  </a:lnTo>
                  <a:lnTo>
                    <a:pt x="25671" y="0"/>
                  </a:lnTo>
                  <a:lnTo>
                    <a:pt x="25999" y="405"/>
                  </a:lnTo>
                  <a:lnTo>
                    <a:pt x="26303" y="1134"/>
                  </a:lnTo>
                  <a:lnTo>
                    <a:pt x="26366" y="1722"/>
                  </a:lnTo>
                  <a:lnTo>
                    <a:pt x="26420" y="2335"/>
                  </a:lnTo>
                  <a:lnTo>
                    <a:pt x="26734" y="2595"/>
                  </a:lnTo>
                  <a:lnTo>
                    <a:pt x="27838" y="2462"/>
                  </a:lnTo>
                  <a:lnTo>
                    <a:pt x="28398" y="1351"/>
                  </a:lnTo>
                  <a:lnTo>
                    <a:pt x="28839" y="650"/>
                  </a:lnTo>
                  <a:lnTo>
                    <a:pt x="29167" y="1122"/>
                  </a:lnTo>
                  <a:lnTo>
                    <a:pt x="29328" y="2490"/>
                  </a:lnTo>
                  <a:lnTo>
                    <a:pt x="29633" y="4273"/>
                  </a:lnTo>
                  <a:lnTo>
                    <a:pt x="30948" y="6268"/>
                  </a:lnTo>
                  <a:lnTo>
                    <a:pt x="32060" y="6837"/>
                  </a:lnTo>
                  <a:lnTo>
                    <a:pt x="33429" y="6445"/>
                  </a:lnTo>
                  <a:lnTo>
                    <a:pt x="33971" y="6088"/>
                  </a:lnTo>
                  <a:lnTo>
                    <a:pt x="34338" y="6385"/>
                  </a:lnTo>
                  <a:lnTo>
                    <a:pt x="34702" y="7440"/>
                  </a:lnTo>
                  <a:lnTo>
                    <a:pt x="35489" y="8648"/>
                  </a:lnTo>
                  <a:lnTo>
                    <a:pt x="37141" y="9503"/>
                  </a:lnTo>
                  <a:lnTo>
                    <a:pt x="37649" y="9988"/>
                  </a:lnTo>
                  <a:lnTo>
                    <a:pt x="38002" y="10799"/>
                  </a:lnTo>
                  <a:lnTo>
                    <a:pt x="37900" y="11958"/>
                  </a:lnTo>
                  <a:lnTo>
                    <a:pt x="37112" y="14843"/>
                  </a:lnTo>
                  <a:lnTo>
                    <a:pt x="37008" y="15696"/>
                  </a:lnTo>
                  <a:lnTo>
                    <a:pt x="37114" y="15982"/>
                  </a:lnTo>
                  <a:lnTo>
                    <a:pt x="36960" y="16517"/>
                  </a:lnTo>
                  <a:lnTo>
                    <a:pt x="35935" y="18452"/>
                  </a:lnTo>
                  <a:lnTo>
                    <a:pt x="35842" y="19133"/>
                  </a:lnTo>
                  <a:lnTo>
                    <a:pt x="36184" y="20245"/>
                  </a:lnTo>
                  <a:lnTo>
                    <a:pt x="36465" y="21167"/>
                  </a:lnTo>
                  <a:lnTo>
                    <a:pt x="37080" y="21616"/>
                  </a:lnTo>
                  <a:lnTo>
                    <a:pt x="37659" y="21764"/>
                  </a:lnTo>
                  <a:lnTo>
                    <a:pt x="38754" y="218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3207691" y="3268139"/>
              <a:ext cx="35342" cy="182230"/>
            </a:xfrm>
            <a:custGeom>
              <a:avLst/>
              <a:pathLst>
                <a:path w="35342" h="182230">
                  <a:moveTo>
                    <a:pt x="32591" y="20316"/>
                  </a:moveTo>
                  <a:lnTo>
                    <a:pt x="32113" y="22219"/>
                  </a:lnTo>
                  <a:lnTo>
                    <a:pt x="31384" y="26139"/>
                  </a:lnTo>
                  <a:lnTo>
                    <a:pt x="31352" y="29207"/>
                  </a:lnTo>
                  <a:lnTo>
                    <a:pt x="33091" y="35665"/>
                  </a:lnTo>
                  <a:lnTo>
                    <a:pt x="33291" y="36323"/>
                  </a:lnTo>
                  <a:lnTo>
                    <a:pt x="33740" y="37335"/>
                  </a:lnTo>
                  <a:lnTo>
                    <a:pt x="33983" y="38539"/>
                  </a:lnTo>
                  <a:lnTo>
                    <a:pt x="34188" y="41720"/>
                  </a:lnTo>
                  <a:lnTo>
                    <a:pt x="34311" y="45310"/>
                  </a:lnTo>
                  <a:lnTo>
                    <a:pt x="34448" y="47724"/>
                  </a:lnTo>
                  <a:lnTo>
                    <a:pt x="35287" y="51122"/>
                  </a:lnTo>
                  <a:lnTo>
                    <a:pt x="35342" y="52491"/>
                  </a:lnTo>
                  <a:lnTo>
                    <a:pt x="34759" y="57560"/>
                  </a:lnTo>
                  <a:lnTo>
                    <a:pt x="34620" y="58099"/>
                  </a:lnTo>
                  <a:lnTo>
                    <a:pt x="34467" y="58245"/>
                  </a:lnTo>
                  <a:lnTo>
                    <a:pt x="33567" y="57799"/>
                  </a:lnTo>
                  <a:lnTo>
                    <a:pt x="33180" y="58355"/>
                  </a:lnTo>
                  <a:lnTo>
                    <a:pt x="32691" y="60077"/>
                  </a:lnTo>
                  <a:lnTo>
                    <a:pt x="32390" y="61797"/>
                  </a:lnTo>
                  <a:lnTo>
                    <a:pt x="32374" y="62510"/>
                  </a:lnTo>
                  <a:lnTo>
                    <a:pt x="33172" y="65707"/>
                  </a:lnTo>
                  <a:lnTo>
                    <a:pt x="32667" y="70305"/>
                  </a:lnTo>
                  <a:lnTo>
                    <a:pt x="32151" y="73178"/>
                  </a:lnTo>
                  <a:lnTo>
                    <a:pt x="31225" y="74816"/>
                  </a:lnTo>
                  <a:lnTo>
                    <a:pt x="30397" y="75208"/>
                  </a:lnTo>
                  <a:lnTo>
                    <a:pt x="29818" y="75971"/>
                  </a:lnTo>
                  <a:lnTo>
                    <a:pt x="29481" y="76986"/>
                  </a:lnTo>
                  <a:lnTo>
                    <a:pt x="29530" y="80278"/>
                  </a:lnTo>
                  <a:lnTo>
                    <a:pt x="28310" y="83275"/>
                  </a:lnTo>
                  <a:lnTo>
                    <a:pt x="27633" y="85371"/>
                  </a:lnTo>
                  <a:lnTo>
                    <a:pt x="27305" y="86644"/>
                  </a:lnTo>
                  <a:lnTo>
                    <a:pt x="27442" y="90515"/>
                  </a:lnTo>
                  <a:lnTo>
                    <a:pt x="27010" y="94425"/>
                  </a:lnTo>
                  <a:lnTo>
                    <a:pt x="26256" y="97511"/>
                  </a:lnTo>
                  <a:lnTo>
                    <a:pt x="24565" y="98175"/>
                  </a:lnTo>
                  <a:lnTo>
                    <a:pt x="23147" y="98555"/>
                  </a:lnTo>
                  <a:lnTo>
                    <a:pt x="22665" y="106415"/>
                  </a:lnTo>
                  <a:lnTo>
                    <a:pt x="22685" y="111394"/>
                  </a:lnTo>
                  <a:lnTo>
                    <a:pt x="22558" y="116480"/>
                  </a:lnTo>
                  <a:lnTo>
                    <a:pt x="22322" y="118551"/>
                  </a:lnTo>
                  <a:lnTo>
                    <a:pt x="22419" y="121471"/>
                  </a:lnTo>
                  <a:lnTo>
                    <a:pt x="22313" y="128066"/>
                  </a:lnTo>
                  <a:lnTo>
                    <a:pt x="22126" y="133269"/>
                  </a:lnTo>
                  <a:lnTo>
                    <a:pt x="22375" y="134661"/>
                  </a:lnTo>
                  <a:lnTo>
                    <a:pt x="22521" y="137720"/>
                  </a:lnTo>
                  <a:lnTo>
                    <a:pt x="22509" y="140877"/>
                  </a:lnTo>
                  <a:lnTo>
                    <a:pt x="22873" y="143074"/>
                  </a:lnTo>
                  <a:lnTo>
                    <a:pt x="23266" y="144996"/>
                  </a:lnTo>
                  <a:lnTo>
                    <a:pt x="23253" y="145985"/>
                  </a:lnTo>
                  <a:lnTo>
                    <a:pt x="23044" y="146602"/>
                  </a:lnTo>
                  <a:lnTo>
                    <a:pt x="22867" y="147413"/>
                  </a:lnTo>
                  <a:lnTo>
                    <a:pt x="22868" y="154855"/>
                  </a:lnTo>
                  <a:lnTo>
                    <a:pt x="22939" y="157080"/>
                  </a:lnTo>
                  <a:lnTo>
                    <a:pt x="22836" y="158501"/>
                  </a:lnTo>
                  <a:lnTo>
                    <a:pt x="22532" y="159670"/>
                  </a:lnTo>
                  <a:lnTo>
                    <a:pt x="22651" y="163435"/>
                  </a:lnTo>
                  <a:lnTo>
                    <a:pt x="22895" y="165835"/>
                  </a:lnTo>
                  <a:lnTo>
                    <a:pt x="23145" y="167605"/>
                  </a:lnTo>
                  <a:lnTo>
                    <a:pt x="22904" y="169081"/>
                  </a:lnTo>
                  <a:lnTo>
                    <a:pt x="22696" y="171033"/>
                  </a:lnTo>
                  <a:lnTo>
                    <a:pt x="22378" y="175998"/>
                  </a:lnTo>
                  <a:lnTo>
                    <a:pt x="22360" y="177725"/>
                  </a:lnTo>
                  <a:lnTo>
                    <a:pt x="17532" y="178942"/>
                  </a:lnTo>
                  <a:lnTo>
                    <a:pt x="12138" y="180934"/>
                  </a:lnTo>
                  <a:lnTo>
                    <a:pt x="9888" y="182230"/>
                  </a:lnTo>
                  <a:lnTo>
                    <a:pt x="9753" y="181224"/>
                  </a:lnTo>
                  <a:lnTo>
                    <a:pt x="11675" y="179930"/>
                  </a:lnTo>
                  <a:lnTo>
                    <a:pt x="11275" y="176040"/>
                  </a:lnTo>
                  <a:lnTo>
                    <a:pt x="10079" y="171452"/>
                  </a:lnTo>
                  <a:lnTo>
                    <a:pt x="9611" y="170605"/>
                  </a:lnTo>
                  <a:lnTo>
                    <a:pt x="9369" y="168324"/>
                  </a:lnTo>
                  <a:lnTo>
                    <a:pt x="9661" y="166826"/>
                  </a:lnTo>
                  <a:lnTo>
                    <a:pt x="9522" y="165816"/>
                  </a:lnTo>
                  <a:lnTo>
                    <a:pt x="9421" y="162721"/>
                  </a:lnTo>
                  <a:lnTo>
                    <a:pt x="8833" y="159310"/>
                  </a:lnTo>
                  <a:lnTo>
                    <a:pt x="9912" y="159166"/>
                  </a:lnTo>
                  <a:lnTo>
                    <a:pt x="9912" y="148178"/>
                  </a:lnTo>
                  <a:lnTo>
                    <a:pt x="9911" y="137638"/>
                  </a:lnTo>
                  <a:lnTo>
                    <a:pt x="9911" y="128645"/>
                  </a:lnTo>
                  <a:lnTo>
                    <a:pt x="9911" y="121530"/>
                  </a:lnTo>
                  <a:lnTo>
                    <a:pt x="9704" y="113012"/>
                  </a:lnTo>
                  <a:lnTo>
                    <a:pt x="9671" y="106756"/>
                  </a:lnTo>
                  <a:lnTo>
                    <a:pt x="9630" y="98510"/>
                  </a:lnTo>
                  <a:lnTo>
                    <a:pt x="9240" y="95933"/>
                  </a:lnTo>
                  <a:lnTo>
                    <a:pt x="7606" y="91567"/>
                  </a:lnTo>
                  <a:lnTo>
                    <a:pt x="7162" y="89302"/>
                  </a:lnTo>
                  <a:lnTo>
                    <a:pt x="7083" y="86308"/>
                  </a:lnTo>
                  <a:lnTo>
                    <a:pt x="6717" y="83219"/>
                  </a:lnTo>
                  <a:lnTo>
                    <a:pt x="6694" y="77821"/>
                  </a:lnTo>
                  <a:lnTo>
                    <a:pt x="6668" y="71535"/>
                  </a:lnTo>
                  <a:lnTo>
                    <a:pt x="6521" y="70529"/>
                  </a:lnTo>
                  <a:lnTo>
                    <a:pt x="4750" y="67532"/>
                  </a:lnTo>
                  <a:lnTo>
                    <a:pt x="2243" y="63288"/>
                  </a:lnTo>
                  <a:lnTo>
                    <a:pt x="331" y="60051"/>
                  </a:lnTo>
                  <a:lnTo>
                    <a:pt x="191" y="59815"/>
                  </a:lnTo>
                  <a:lnTo>
                    <a:pt x="0" y="59014"/>
                  </a:lnTo>
                  <a:lnTo>
                    <a:pt x="277" y="49452"/>
                  </a:lnTo>
                  <a:lnTo>
                    <a:pt x="673" y="48201"/>
                  </a:lnTo>
                  <a:lnTo>
                    <a:pt x="1282" y="44267"/>
                  </a:lnTo>
                  <a:lnTo>
                    <a:pt x="1577" y="41090"/>
                  </a:lnTo>
                  <a:lnTo>
                    <a:pt x="1855" y="41103"/>
                  </a:lnTo>
                  <a:lnTo>
                    <a:pt x="2239" y="40070"/>
                  </a:lnTo>
                  <a:lnTo>
                    <a:pt x="2551" y="38556"/>
                  </a:lnTo>
                  <a:lnTo>
                    <a:pt x="2882" y="38878"/>
                  </a:lnTo>
                  <a:lnTo>
                    <a:pt x="3440" y="39171"/>
                  </a:lnTo>
                  <a:lnTo>
                    <a:pt x="3696" y="38634"/>
                  </a:lnTo>
                  <a:lnTo>
                    <a:pt x="3661" y="37462"/>
                  </a:lnTo>
                  <a:lnTo>
                    <a:pt x="3845" y="36271"/>
                  </a:lnTo>
                  <a:lnTo>
                    <a:pt x="4282" y="35738"/>
                  </a:lnTo>
                  <a:lnTo>
                    <a:pt x="4397" y="34673"/>
                  </a:lnTo>
                  <a:lnTo>
                    <a:pt x="4400" y="33447"/>
                  </a:lnTo>
                  <a:lnTo>
                    <a:pt x="4779" y="33127"/>
                  </a:lnTo>
                  <a:lnTo>
                    <a:pt x="5423" y="33177"/>
                  </a:lnTo>
                  <a:lnTo>
                    <a:pt x="5950" y="32795"/>
                  </a:lnTo>
                  <a:lnTo>
                    <a:pt x="6375" y="32166"/>
                  </a:lnTo>
                  <a:lnTo>
                    <a:pt x="6921" y="29694"/>
                  </a:lnTo>
                  <a:lnTo>
                    <a:pt x="7228" y="28834"/>
                  </a:lnTo>
                  <a:lnTo>
                    <a:pt x="7322" y="28223"/>
                  </a:lnTo>
                  <a:lnTo>
                    <a:pt x="7634" y="27679"/>
                  </a:lnTo>
                  <a:lnTo>
                    <a:pt x="8492" y="27429"/>
                  </a:lnTo>
                  <a:lnTo>
                    <a:pt x="9183" y="27620"/>
                  </a:lnTo>
                  <a:lnTo>
                    <a:pt x="9627" y="29052"/>
                  </a:lnTo>
                  <a:lnTo>
                    <a:pt x="12592" y="27790"/>
                  </a:lnTo>
                  <a:lnTo>
                    <a:pt x="14005" y="28527"/>
                  </a:lnTo>
                  <a:lnTo>
                    <a:pt x="16887" y="22300"/>
                  </a:lnTo>
                  <a:lnTo>
                    <a:pt x="17536" y="20465"/>
                  </a:lnTo>
                  <a:lnTo>
                    <a:pt x="18411" y="16067"/>
                  </a:lnTo>
                  <a:lnTo>
                    <a:pt x="18709" y="14383"/>
                  </a:lnTo>
                  <a:lnTo>
                    <a:pt x="18980" y="11362"/>
                  </a:lnTo>
                  <a:lnTo>
                    <a:pt x="18411" y="5774"/>
                  </a:lnTo>
                  <a:lnTo>
                    <a:pt x="18443" y="4784"/>
                  </a:lnTo>
                  <a:lnTo>
                    <a:pt x="19632" y="3576"/>
                  </a:lnTo>
                  <a:lnTo>
                    <a:pt x="21117" y="2644"/>
                  </a:lnTo>
                  <a:lnTo>
                    <a:pt x="21693" y="2572"/>
                  </a:lnTo>
                  <a:lnTo>
                    <a:pt x="22072" y="2099"/>
                  </a:lnTo>
                  <a:lnTo>
                    <a:pt x="22614" y="893"/>
                  </a:lnTo>
                  <a:lnTo>
                    <a:pt x="23498" y="0"/>
                  </a:lnTo>
                  <a:lnTo>
                    <a:pt x="24015" y="300"/>
                  </a:lnTo>
                  <a:lnTo>
                    <a:pt x="24336" y="476"/>
                  </a:lnTo>
                  <a:lnTo>
                    <a:pt x="27460" y="7853"/>
                  </a:lnTo>
                  <a:lnTo>
                    <a:pt x="28816" y="11581"/>
                  </a:lnTo>
                  <a:lnTo>
                    <a:pt x="29181" y="13494"/>
                  </a:lnTo>
                  <a:lnTo>
                    <a:pt x="29881" y="14874"/>
                  </a:lnTo>
                  <a:lnTo>
                    <a:pt x="30915" y="15716"/>
                  </a:lnTo>
                  <a:lnTo>
                    <a:pt x="31858" y="17622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3135341" y="3188533"/>
              <a:ext cx="91059" cy="167045"/>
            </a:xfrm>
            <a:custGeom>
              <a:avLst/>
              <a:pathLst>
                <a:path w="91059" h="167045">
                  <a:moveTo>
                    <a:pt x="66067" y="4917"/>
                  </a:moveTo>
                  <a:lnTo>
                    <a:pt x="65910" y="6289"/>
                  </a:lnTo>
                  <a:lnTo>
                    <a:pt x="65898" y="8719"/>
                  </a:lnTo>
                  <a:lnTo>
                    <a:pt x="65694" y="12556"/>
                  </a:lnTo>
                  <a:lnTo>
                    <a:pt x="65450" y="17158"/>
                  </a:lnTo>
                  <a:lnTo>
                    <a:pt x="66448" y="20136"/>
                  </a:lnTo>
                  <a:lnTo>
                    <a:pt x="67645" y="23339"/>
                  </a:lnTo>
                  <a:lnTo>
                    <a:pt x="67967" y="24587"/>
                  </a:lnTo>
                  <a:lnTo>
                    <a:pt x="67649" y="27742"/>
                  </a:lnTo>
                  <a:lnTo>
                    <a:pt x="67869" y="29593"/>
                  </a:lnTo>
                  <a:lnTo>
                    <a:pt x="68504" y="32674"/>
                  </a:lnTo>
                  <a:lnTo>
                    <a:pt x="69576" y="36585"/>
                  </a:lnTo>
                  <a:lnTo>
                    <a:pt x="70679" y="40614"/>
                  </a:lnTo>
                  <a:lnTo>
                    <a:pt x="71443" y="41146"/>
                  </a:lnTo>
                  <a:lnTo>
                    <a:pt x="72170" y="41468"/>
                  </a:lnTo>
                  <a:lnTo>
                    <a:pt x="72610" y="42191"/>
                  </a:lnTo>
                  <a:lnTo>
                    <a:pt x="73258" y="42889"/>
                  </a:lnTo>
                  <a:lnTo>
                    <a:pt x="73898" y="43346"/>
                  </a:lnTo>
                  <a:lnTo>
                    <a:pt x="74458" y="44226"/>
                  </a:lnTo>
                  <a:lnTo>
                    <a:pt x="74817" y="45089"/>
                  </a:lnTo>
                  <a:lnTo>
                    <a:pt x="75278" y="47574"/>
                  </a:lnTo>
                  <a:lnTo>
                    <a:pt x="76522" y="49214"/>
                  </a:lnTo>
                  <a:lnTo>
                    <a:pt x="77388" y="50835"/>
                  </a:lnTo>
                  <a:lnTo>
                    <a:pt x="77039" y="51660"/>
                  </a:lnTo>
                  <a:lnTo>
                    <a:pt x="75957" y="51329"/>
                  </a:lnTo>
                  <a:lnTo>
                    <a:pt x="74940" y="50618"/>
                  </a:lnTo>
                  <a:lnTo>
                    <a:pt x="74805" y="51810"/>
                  </a:lnTo>
                  <a:lnTo>
                    <a:pt x="74763" y="56365"/>
                  </a:lnTo>
                  <a:lnTo>
                    <a:pt x="74927" y="60161"/>
                  </a:lnTo>
                  <a:lnTo>
                    <a:pt x="75164" y="60666"/>
                  </a:lnTo>
                  <a:lnTo>
                    <a:pt x="76186" y="61366"/>
                  </a:lnTo>
                  <a:lnTo>
                    <a:pt x="78625" y="66296"/>
                  </a:lnTo>
                  <a:lnTo>
                    <a:pt x="80832" y="70959"/>
                  </a:lnTo>
                  <a:lnTo>
                    <a:pt x="81574" y="72173"/>
                  </a:lnTo>
                  <a:lnTo>
                    <a:pt x="82796" y="72633"/>
                  </a:lnTo>
                  <a:lnTo>
                    <a:pt x="84162" y="72826"/>
                  </a:lnTo>
                  <a:lnTo>
                    <a:pt x="84750" y="72395"/>
                  </a:lnTo>
                  <a:lnTo>
                    <a:pt x="86076" y="70044"/>
                  </a:lnTo>
                  <a:lnTo>
                    <a:pt x="86781" y="69785"/>
                  </a:lnTo>
                  <a:lnTo>
                    <a:pt x="87430" y="69851"/>
                  </a:lnTo>
                  <a:lnTo>
                    <a:pt x="87784" y="70226"/>
                  </a:lnTo>
                  <a:lnTo>
                    <a:pt x="88419" y="72142"/>
                  </a:lnTo>
                  <a:lnTo>
                    <a:pt x="89015" y="75038"/>
                  </a:lnTo>
                  <a:lnTo>
                    <a:pt x="89185" y="77176"/>
                  </a:lnTo>
                  <a:lnTo>
                    <a:pt x="89129" y="78323"/>
                  </a:lnTo>
                  <a:lnTo>
                    <a:pt x="88926" y="78756"/>
                  </a:lnTo>
                  <a:lnTo>
                    <a:pt x="87840" y="79310"/>
                  </a:lnTo>
                  <a:lnTo>
                    <a:pt x="87370" y="79744"/>
                  </a:lnTo>
                  <a:lnTo>
                    <a:pt x="87253" y="80371"/>
                  </a:lnTo>
                  <a:lnTo>
                    <a:pt x="87420" y="81806"/>
                  </a:lnTo>
                  <a:lnTo>
                    <a:pt x="87633" y="82734"/>
                  </a:lnTo>
                  <a:lnTo>
                    <a:pt x="88818" y="86915"/>
                  </a:lnTo>
                  <a:lnTo>
                    <a:pt x="90532" y="92544"/>
                  </a:lnTo>
                  <a:lnTo>
                    <a:pt x="91059" y="93989"/>
                  </a:lnTo>
                  <a:lnTo>
                    <a:pt x="90761" y="95673"/>
                  </a:lnTo>
                  <a:lnTo>
                    <a:pt x="89886" y="100071"/>
                  </a:lnTo>
                  <a:lnTo>
                    <a:pt x="89238" y="101906"/>
                  </a:lnTo>
                  <a:lnTo>
                    <a:pt x="86355" y="108133"/>
                  </a:lnTo>
                  <a:lnTo>
                    <a:pt x="84942" y="107396"/>
                  </a:lnTo>
                  <a:lnTo>
                    <a:pt x="81978" y="108659"/>
                  </a:lnTo>
                  <a:lnTo>
                    <a:pt x="81534" y="107226"/>
                  </a:lnTo>
                  <a:lnTo>
                    <a:pt x="80843" y="107035"/>
                  </a:lnTo>
                  <a:lnTo>
                    <a:pt x="79984" y="107285"/>
                  </a:lnTo>
                  <a:lnTo>
                    <a:pt x="79673" y="107829"/>
                  </a:lnTo>
                  <a:lnTo>
                    <a:pt x="79578" y="108441"/>
                  </a:lnTo>
                  <a:lnTo>
                    <a:pt x="79271" y="109301"/>
                  </a:lnTo>
                  <a:lnTo>
                    <a:pt x="78725" y="111772"/>
                  </a:lnTo>
                  <a:lnTo>
                    <a:pt x="78300" y="112401"/>
                  </a:lnTo>
                  <a:lnTo>
                    <a:pt x="77773" y="112784"/>
                  </a:lnTo>
                  <a:lnTo>
                    <a:pt x="77129" y="112733"/>
                  </a:lnTo>
                  <a:lnTo>
                    <a:pt x="76751" y="113053"/>
                  </a:lnTo>
                  <a:lnTo>
                    <a:pt x="76747" y="114280"/>
                  </a:lnTo>
                  <a:lnTo>
                    <a:pt x="76633" y="115345"/>
                  </a:lnTo>
                  <a:lnTo>
                    <a:pt x="76195" y="115877"/>
                  </a:lnTo>
                  <a:lnTo>
                    <a:pt x="76011" y="117069"/>
                  </a:lnTo>
                  <a:lnTo>
                    <a:pt x="76046" y="118240"/>
                  </a:lnTo>
                  <a:lnTo>
                    <a:pt x="75790" y="118777"/>
                  </a:lnTo>
                  <a:lnTo>
                    <a:pt x="75232" y="118484"/>
                  </a:lnTo>
                  <a:lnTo>
                    <a:pt x="74901" y="118163"/>
                  </a:lnTo>
                  <a:lnTo>
                    <a:pt x="74589" y="119676"/>
                  </a:lnTo>
                  <a:lnTo>
                    <a:pt x="74205" y="120709"/>
                  </a:lnTo>
                  <a:lnTo>
                    <a:pt x="73928" y="120696"/>
                  </a:lnTo>
                  <a:lnTo>
                    <a:pt x="70964" y="120998"/>
                  </a:lnTo>
                  <a:lnTo>
                    <a:pt x="69884" y="121814"/>
                  </a:lnTo>
                  <a:lnTo>
                    <a:pt x="69234" y="121827"/>
                  </a:lnTo>
                  <a:lnTo>
                    <a:pt x="69212" y="121142"/>
                  </a:lnTo>
                  <a:lnTo>
                    <a:pt x="69137" y="120734"/>
                  </a:lnTo>
                  <a:lnTo>
                    <a:pt x="65398" y="118440"/>
                  </a:lnTo>
                  <a:lnTo>
                    <a:pt x="63565" y="117490"/>
                  </a:lnTo>
                  <a:lnTo>
                    <a:pt x="62775" y="117080"/>
                  </a:lnTo>
                  <a:lnTo>
                    <a:pt x="60118" y="115565"/>
                  </a:lnTo>
                  <a:lnTo>
                    <a:pt x="59968" y="116984"/>
                  </a:lnTo>
                  <a:lnTo>
                    <a:pt x="59586" y="117898"/>
                  </a:lnTo>
                  <a:lnTo>
                    <a:pt x="59012" y="117965"/>
                  </a:lnTo>
                  <a:lnTo>
                    <a:pt x="58613" y="117741"/>
                  </a:lnTo>
                  <a:lnTo>
                    <a:pt x="58346" y="118833"/>
                  </a:lnTo>
                  <a:lnTo>
                    <a:pt x="57906" y="120272"/>
                  </a:lnTo>
                  <a:lnTo>
                    <a:pt x="57290" y="120979"/>
                  </a:lnTo>
                  <a:lnTo>
                    <a:pt x="56687" y="121866"/>
                  </a:lnTo>
                  <a:lnTo>
                    <a:pt x="56347" y="122642"/>
                  </a:lnTo>
                  <a:lnTo>
                    <a:pt x="56101" y="122661"/>
                  </a:lnTo>
                  <a:lnTo>
                    <a:pt x="55493" y="120823"/>
                  </a:lnTo>
                  <a:lnTo>
                    <a:pt x="54685" y="120637"/>
                  </a:lnTo>
                  <a:lnTo>
                    <a:pt x="53174" y="120949"/>
                  </a:lnTo>
                  <a:lnTo>
                    <a:pt x="52496" y="120447"/>
                  </a:lnTo>
                  <a:lnTo>
                    <a:pt x="51568" y="120200"/>
                  </a:lnTo>
                  <a:lnTo>
                    <a:pt x="49380" y="120579"/>
                  </a:lnTo>
                  <a:lnTo>
                    <a:pt x="45879" y="119828"/>
                  </a:lnTo>
                  <a:lnTo>
                    <a:pt x="45307" y="120234"/>
                  </a:lnTo>
                  <a:lnTo>
                    <a:pt x="45156" y="120566"/>
                  </a:lnTo>
                  <a:lnTo>
                    <a:pt x="41692" y="120654"/>
                  </a:lnTo>
                  <a:lnTo>
                    <a:pt x="37879" y="120751"/>
                  </a:lnTo>
                  <a:lnTo>
                    <a:pt x="34689" y="120830"/>
                  </a:lnTo>
                  <a:lnTo>
                    <a:pt x="31898" y="120900"/>
                  </a:lnTo>
                  <a:lnTo>
                    <a:pt x="31893" y="120586"/>
                  </a:lnTo>
                  <a:lnTo>
                    <a:pt x="30998" y="120545"/>
                  </a:lnTo>
                  <a:lnTo>
                    <a:pt x="30898" y="121162"/>
                  </a:lnTo>
                  <a:lnTo>
                    <a:pt x="30107" y="128535"/>
                  </a:lnTo>
                  <a:lnTo>
                    <a:pt x="30020" y="132543"/>
                  </a:lnTo>
                  <a:lnTo>
                    <a:pt x="30440" y="135036"/>
                  </a:lnTo>
                  <a:lnTo>
                    <a:pt x="30914" y="136612"/>
                  </a:lnTo>
                  <a:lnTo>
                    <a:pt x="31444" y="137268"/>
                  </a:lnTo>
                  <a:lnTo>
                    <a:pt x="31496" y="138170"/>
                  </a:lnTo>
                  <a:lnTo>
                    <a:pt x="31072" y="139322"/>
                  </a:lnTo>
                  <a:lnTo>
                    <a:pt x="31108" y="140506"/>
                  </a:lnTo>
                  <a:lnTo>
                    <a:pt x="31606" y="141725"/>
                  </a:lnTo>
                  <a:lnTo>
                    <a:pt x="31728" y="143008"/>
                  </a:lnTo>
                  <a:lnTo>
                    <a:pt x="31475" y="144356"/>
                  </a:lnTo>
                  <a:lnTo>
                    <a:pt x="31535" y="147590"/>
                  </a:lnTo>
                  <a:lnTo>
                    <a:pt x="31909" y="152715"/>
                  </a:lnTo>
                  <a:lnTo>
                    <a:pt x="31920" y="156038"/>
                  </a:lnTo>
                  <a:lnTo>
                    <a:pt x="31566" y="157556"/>
                  </a:lnTo>
                  <a:lnTo>
                    <a:pt x="31734" y="160150"/>
                  </a:lnTo>
                  <a:lnTo>
                    <a:pt x="32422" y="163818"/>
                  </a:lnTo>
                  <a:lnTo>
                    <a:pt x="32541" y="165372"/>
                  </a:lnTo>
                  <a:lnTo>
                    <a:pt x="32295" y="166087"/>
                  </a:lnTo>
                  <a:lnTo>
                    <a:pt x="31726" y="167045"/>
                  </a:lnTo>
                  <a:lnTo>
                    <a:pt x="31149" y="167012"/>
                  </a:lnTo>
                  <a:lnTo>
                    <a:pt x="30477" y="164793"/>
                  </a:lnTo>
                  <a:lnTo>
                    <a:pt x="30181" y="163798"/>
                  </a:lnTo>
                  <a:lnTo>
                    <a:pt x="29637" y="161548"/>
                  </a:lnTo>
                  <a:lnTo>
                    <a:pt x="29175" y="159284"/>
                  </a:lnTo>
                  <a:lnTo>
                    <a:pt x="28550" y="158293"/>
                  </a:lnTo>
                  <a:lnTo>
                    <a:pt x="27938" y="157371"/>
                  </a:lnTo>
                  <a:lnTo>
                    <a:pt x="27191" y="154503"/>
                  </a:lnTo>
                  <a:lnTo>
                    <a:pt x="26468" y="153135"/>
                  </a:lnTo>
                  <a:lnTo>
                    <a:pt x="25707" y="153526"/>
                  </a:lnTo>
                  <a:lnTo>
                    <a:pt x="24595" y="152992"/>
                  </a:lnTo>
                  <a:lnTo>
                    <a:pt x="22353" y="152282"/>
                  </a:lnTo>
                  <a:lnTo>
                    <a:pt x="19942" y="152493"/>
                  </a:lnTo>
                  <a:lnTo>
                    <a:pt x="18941" y="153151"/>
                  </a:lnTo>
                  <a:lnTo>
                    <a:pt x="17953" y="154194"/>
                  </a:lnTo>
                  <a:lnTo>
                    <a:pt x="15448" y="156495"/>
                  </a:lnTo>
                  <a:lnTo>
                    <a:pt x="14458" y="157632"/>
                  </a:lnTo>
                  <a:lnTo>
                    <a:pt x="13709" y="160515"/>
                  </a:lnTo>
                  <a:lnTo>
                    <a:pt x="12858" y="160447"/>
                  </a:lnTo>
                  <a:lnTo>
                    <a:pt x="12005" y="159524"/>
                  </a:lnTo>
                  <a:lnTo>
                    <a:pt x="11472" y="158217"/>
                  </a:lnTo>
                  <a:lnTo>
                    <a:pt x="10330" y="158510"/>
                  </a:lnTo>
                  <a:lnTo>
                    <a:pt x="9226" y="157240"/>
                  </a:lnTo>
                  <a:lnTo>
                    <a:pt x="8160" y="154740"/>
                  </a:lnTo>
                  <a:lnTo>
                    <a:pt x="7374" y="153919"/>
                  </a:lnTo>
                  <a:lnTo>
                    <a:pt x="6371" y="152112"/>
                  </a:lnTo>
                  <a:lnTo>
                    <a:pt x="6093" y="148673"/>
                  </a:lnTo>
                  <a:lnTo>
                    <a:pt x="5457" y="146254"/>
                  </a:lnTo>
                  <a:lnTo>
                    <a:pt x="4875" y="142907"/>
                  </a:lnTo>
                  <a:lnTo>
                    <a:pt x="4007" y="141399"/>
                  </a:lnTo>
                  <a:lnTo>
                    <a:pt x="3006" y="140600"/>
                  </a:lnTo>
                  <a:lnTo>
                    <a:pt x="1625" y="140767"/>
                  </a:lnTo>
                  <a:lnTo>
                    <a:pt x="716" y="139421"/>
                  </a:lnTo>
                  <a:lnTo>
                    <a:pt x="0" y="137457"/>
                  </a:lnTo>
                  <a:lnTo>
                    <a:pt x="189" y="135761"/>
                  </a:lnTo>
                  <a:lnTo>
                    <a:pt x="512" y="133348"/>
                  </a:lnTo>
                  <a:lnTo>
                    <a:pt x="550" y="131018"/>
                  </a:lnTo>
                  <a:lnTo>
                    <a:pt x="764" y="127252"/>
                  </a:lnTo>
                  <a:lnTo>
                    <a:pt x="632" y="122534"/>
                  </a:lnTo>
                  <a:lnTo>
                    <a:pt x="380" y="119245"/>
                  </a:lnTo>
                  <a:lnTo>
                    <a:pt x="1142" y="117875"/>
                  </a:lnTo>
                  <a:lnTo>
                    <a:pt x="2026" y="116648"/>
                  </a:lnTo>
                  <a:lnTo>
                    <a:pt x="2574" y="114411"/>
                  </a:lnTo>
                  <a:lnTo>
                    <a:pt x="3145" y="109393"/>
                  </a:lnTo>
                  <a:lnTo>
                    <a:pt x="3384" y="105059"/>
                  </a:lnTo>
                  <a:lnTo>
                    <a:pt x="3207" y="103454"/>
                  </a:lnTo>
                  <a:lnTo>
                    <a:pt x="2914" y="102180"/>
                  </a:lnTo>
                  <a:lnTo>
                    <a:pt x="2681" y="100306"/>
                  </a:lnTo>
                  <a:lnTo>
                    <a:pt x="2549" y="98026"/>
                  </a:lnTo>
                  <a:lnTo>
                    <a:pt x="2709" y="96032"/>
                  </a:lnTo>
                  <a:lnTo>
                    <a:pt x="3375" y="94190"/>
                  </a:lnTo>
                  <a:lnTo>
                    <a:pt x="4212" y="92651"/>
                  </a:lnTo>
                  <a:lnTo>
                    <a:pt x="4806" y="91907"/>
                  </a:lnTo>
                  <a:lnTo>
                    <a:pt x="6381" y="91146"/>
                  </a:lnTo>
                  <a:lnTo>
                    <a:pt x="8350" y="89999"/>
                  </a:lnTo>
                  <a:lnTo>
                    <a:pt x="9485" y="88697"/>
                  </a:lnTo>
                  <a:lnTo>
                    <a:pt x="10314" y="87396"/>
                  </a:lnTo>
                  <a:lnTo>
                    <a:pt x="10778" y="86367"/>
                  </a:lnTo>
                  <a:lnTo>
                    <a:pt x="11249" y="84256"/>
                  </a:lnTo>
                  <a:lnTo>
                    <a:pt x="12010" y="82621"/>
                  </a:lnTo>
                  <a:lnTo>
                    <a:pt x="12599" y="80972"/>
                  </a:lnTo>
                  <a:lnTo>
                    <a:pt x="12681" y="76378"/>
                  </a:lnTo>
                  <a:lnTo>
                    <a:pt x="12677" y="73762"/>
                  </a:lnTo>
                  <a:lnTo>
                    <a:pt x="12240" y="72321"/>
                  </a:lnTo>
                  <a:lnTo>
                    <a:pt x="12001" y="71085"/>
                  </a:lnTo>
                  <a:lnTo>
                    <a:pt x="14919" y="67495"/>
                  </a:lnTo>
                  <a:lnTo>
                    <a:pt x="14940" y="64960"/>
                  </a:lnTo>
                  <a:lnTo>
                    <a:pt x="14533" y="62128"/>
                  </a:lnTo>
                  <a:lnTo>
                    <a:pt x="13962" y="59848"/>
                  </a:lnTo>
                  <a:lnTo>
                    <a:pt x="13750" y="57881"/>
                  </a:lnTo>
                  <a:lnTo>
                    <a:pt x="14555" y="55568"/>
                  </a:lnTo>
                  <a:lnTo>
                    <a:pt x="15275" y="53830"/>
                  </a:lnTo>
                  <a:lnTo>
                    <a:pt x="15794" y="52351"/>
                  </a:lnTo>
                  <a:lnTo>
                    <a:pt x="16944" y="50099"/>
                  </a:lnTo>
                  <a:lnTo>
                    <a:pt x="18139" y="49514"/>
                  </a:lnTo>
                  <a:lnTo>
                    <a:pt x="19219" y="50361"/>
                  </a:lnTo>
                  <a:lnTo>
                    <a:pt x="22414" y="55661"/>
                  </a:lnTo>
                  <a:lnTo>
                    <a:pt x="22968" y="56000"/>
                  </a:lnTo>
                  <a:lnTo>
                    <a:pt x="23633" y="55596"/>
                  </a:lnTo>
                  <a:lnTo>
                    <a:pt x="24475" y="54198"/>
                  </a:lnTo>
                  <a:lnTo>
                    <a:pt x="25568" y="53103"/>
                  </a:lnTo>
                  <a:lnTo>
                    <a:pt x="25971" y="49556"/>
                  </a:lnTo>
                  <a:lnTo>
                    <a:pt x="25931" y="44336"/>
                  </a:lnTo>
                  <a:lnTo>
                    <a:pt x="26179" y="41945"/>
                  </a:lnTo>
                  <a:lnTo>
                    <a:pt x="26757" y="41517"/>
                  </a:lnTo>
                  <a:lnTo>
                    <a:pt x="28595" y="42514"/>
                  </a:lnTo>
                  <a:lnTo>
                    <a:pt x="29073" y="42573"/>
                  </a:lnTo>
                  <a:lnTo>
                    <a:pt x="29606" y="42238"/>
                  </a:lnTo>
                  <a:lnTo>
                    <a:pt x="29995" y="41321"/>
                  </a:lnTo>
                  <a:lnTo>
                    <a:pt x="29978" y="39640"/>
                  </a:lnTo>
                  <a:lnTo>
                    <a:pt x="29893" y="38151"/>
                  </a:lnTo>
                  <a:lnTo>
                    <a:pt x="30491" y="33306"/>
                  </a:lnTo>
                  <a:lnTo>
                    <a:pt x="31585" y="29671"/>
                  </a:lnTo>
                  <a:lnTo>
                    <a:pt x="33797" y="25125"/>
                  </a:lnTo>
                  <a:lnTo>
                    <a:pt x="34485" y="24217"/>
                  </a:lnTo>
                  <a:lnTo>
                    <a:pt x="35287" y="23750"/>
                  </a:lnTo>
                  <a:lnTo>
                    <a:pt x="39245" y="26872"/>
                  </a:lnTo>
                  <a:lnTo>
                    <a:pt x="39891" y="26099"/>
                  </a:lnTo>
                  <a:lnTo>
                    <a:pt x="40859" y="18359"/>
                  </a:lnTo>
                  <a:lnTo>
                    <a:pt x="41932" y="17622"/>
                  </a:lnTo>
                  <a:lnTo>
                    <a:pt x="43221" y="17488"/>
                  </a:lnTo>
                  <a:lnTo>
                    <a:pt x="44058" y="16824"/>
                  </a:lnTo>
                  <a:lnTo>
                    <a:pt x="44492" y="16283"/>
                  </a:lnTo>
                  <a:lnTo>
                    <a:pt x="46376" y="13350"/>
                  </a:lnTo>
                  <a:lnTo>
                    <a:pt x="49698" y="9348"/>
                  </a:lnTo>
                  <a:lnTo>
                    <a:pt x="51486" y="7634"/>
                  </a:lnTo>
                  <a:lnTo>
                    <a:pt x="51836" y="6989"/>
                  </a:lnTo>
                  <a:lnTo>
                    <a:pt x="53116" y="4151"/>
                  </a:lnTo>
                  <a:lnTo>
                    <a:pt x="54813" y="890"/>
                  </a:lnTo>
                  <a:lnTo>
                    <a:pt x="55895" y="239"/>
                  </a:lnTo>
                  <a:lnTo>
                    <a:pt x="57390" y="0"/>
                  </a:lnTo>
                  <a:lnTo>
                    <a:pt x="58334" y="538"/>
                  </a:lnTo>
                  <a:lnTo>
                    <a:pt x="58590" y="1458"/>
                  </a:lnTo>
                  <a:lnTo>
                    <a:pt x="58899" y="1931"/>
                  </a:lnTo>
                  <a:lnTo>
                    <a:pt x="60850" y="545"/>
                  </a:lnTo>
                  <a:lnTo>
                    <a:pt x="63649" y="2750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4256002" y="2992178"/>
              <a:ext cx="1207" cy="6489"/>
            </a:xfrm>
            <a:custGeom>
              <a:avLst/>
              <a:pathLst>
                <a:path w="1207" h="6489">
                  <a:moveTo>
                    <a:pt x="1060" y="6349"/>
                  </a:moveTo>
                  <a:lnTo>
                    <a:pt x="366" y="6489"/>
                  </a:lnTo>
                  <a:lnTo>
                    <a:pt x="28" y="5613"/>
                  </a:lnTo>
                  <a:lnTo>
                    <a:pt x="186" y="4389"/>
                  </a:lnTo>
                  <a:lnTo>
                    <a:pt x="0" y="418"/>
                  </a:lnTo>
                  <a:lnTo>
                    <a:pt x="583" y="0"/>
                  </a:lnTo>
                  <a:lnTo>
                    <a:pt x="885" y="23"/>
                  </a:lnTo>
                  <a:lnTo>
                    <a:pt x="1054" y="1193"/>
                  </a:lnTo>
                  <a:lnTo>
                    <a:pt x="1207" y="334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4255573" y="2986158"/>
              <a:ext cx="722" cy="5212"/>
            </a:xfrm>
            <a:custGeom>
              <a:avLst/>
              <a:pathLst>
                <a:path w="722" h="5212">
                  <a:moveTo>
                    <a:pt x="622" y="2793"/>
                  </a:moveTo>
                  <a:lnTo>
                    <a:pt x="205" y="5212"/>
                  </a:lnTo>
                  <a:lnTo>
                    <a:pt x="0" y="3452"/>
                  </a:lnTo>
                  <a:lnTo>
                    <a:pt x="177" y="1220"/>
                  </a:lnTo>
                  <a:lnTo>
                    <a:pt x="478" y="0"/>
                  </a:lnTo>
                  <a:lnTo>
                    <a:pt x="722" y="12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4246654" y="2968634"/>
              <a:ext cx="1536" cy="12249"/>
            </a:xfrm>
            <a:custGeom>
              <a:avLst/>
              <a:pathLst>
                <a:path w="1536" h="12249">
                  <a:moveTo>
                    <a:pt x="1220" y="10180"/>
                  </a:moveTo>
                  <a:lnTo>
                    <a:pt x="0" y="12249"/>
                  </a:lnTo>
                  <a:lnTo>
                    <a:pt x="400" y="0"/>
                  </a:lnTo>
                  <a:lnTo>
                    <a:pt x="1306" y="4559"/>
                  </a:lnTo>
                  <a:lnTo>
                    <a:pt x="1536" y="69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4250873" y="2965774"/>
              <a:ext cx="1673" cy="7792"/>
            </a:xfrm>
            <a:custGeom>
              <a:avLst/>
              <a:pathLst>
                <a:path w="1673" h="7792">
                  <a:moveTo>
                    <a:pt x="1673" y="6922"/>
                  </a:moveTo>
                  <a:lnTo>
                    <a:pt x="1140" y="7792"/>
                  </a:lnTo>
                  <a:lnTo>
                    <a:pt x="639" y="7035"/>
                  </a:lnTo>
                  <a:lnTo>
                    <a:pt x="0" y="4161"/>
                  </a:lnTo>
                  <a:lnTo>
                    <a:pt x="316" y="522"/>
                  </a:lnTo>
                  <a:lnTo>
                    <a:pt x="514" y="0"/>
                  </a:lnTo>
                  <a:lnTo>
                    <a:pt x="836" y="1180"/>
                  </a:lnTo>
                  <a:lnTo>
                    <a:pt x="1285" y="3716"/>
                  </a:lnTo>
                  <a:lnTo>
                    <a:pt x="1576" y="564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4240419" y="2958475"/>
              <a:ext cx="4203" cy="23914"/>
            </a:xfrm>
            <a:custGeom>
              <a:avLst/>
              <a:pathLst>
                <a:path w="4203" h="23914">
                  <a:moveTo>
                    <a:pt x="3161" y="22877"/>
                  </a:moveTo>
                  <a:lnTo>
                    <a:pt x="1158" y="23914"/>
                  </a:lnTo>
                  <a:lnTo>
                    <a:pt x="139" y="23591"/>
                  </a:lnTo>
                  <a:lnTo>
                    <a:pt x="2043" y="15839"/>
                  </a:lnTo>
                  <a:lnTo>
                    <a:pt x="1979" y="12367"/>
                  </a:lnTo>
                  <a:lnTo>
                    <a:pt x="1683" y="9539"/>
                  </a:lnTo>
                  <a:lnTo>
                    <a:pt x="713" y="7266"/>
                  </a:lnTo>
                  <a:lnTo>
                    <a:pt x="660" y="5642"/>
                  </a:lnTo>
                  <a:lnTo>
                    <a:pt x="225" y="3428"/>
                  </a:lnTo>
                  <a:lnTo>
                    <a:pt x="0" y="832"/>
                  </a:lnTo>
                  <a:lnTo>
                    <a:pt x="1076" y="0"/>
                  </a:lnTo>
                  <a:lnTo>
                    <a:pt x="1948" y="1487"/>
                  </a:lnTo>
                  <a:lnTo>
                    <a:pt x="2072" y="2311"/>
                  </a:lnTo>
                  <a:lnTo>
                    <a:pt x="2258" y="4432"/>
                  </a:lnTo>
                  <a:lnTo>
                    <a:pt x="2692" y="6642"/>
                  </a:lnTo>
                  <a:lnTo>
                    <a:pt x="4203" y="11189"/>
                  </a:lnTo>
                  <a:lnTo>
                    <a:pt x="4176" y="13975"/>
                  </a:lnTo>
                  <a:lnTo>
                    <a:pt x="3762" y="2078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4240803" y="2953394"/>
              <a:ext cx="1418" cy="3410"/>
            </a:xfrm>
            <a:custGeom>
              <a:avLst/>
              <a:pathLst>
                <a:path w="1418" h="3410">
                  <a:moveTo>
                    <a:pt x="1213" y="2141"/>
                  </a:moveTo>
                  <a:lnTo>
                    <a:pt x="1418" y="3410"/>
                  </a:lnTo>
                  <a:lnTo>
                    <a:pt x="777" y="2656"/>
                  </a:lnTo>
                  <a:lnTo>
                    <a:pt x="298" y="1773"/>
                  </a:lnTo>
                  <a:lnTo>
                    <a:pt x="0" y="607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4211885" y="2848907"/>
              <a:ext cx="53031" cy="170826"/>
            </a:xfrm>
            <a:custGeom>
              <a:avLst/>
              <a:pathLst>
                <a:path w="53031" h="170826">
                  <a:moveTo>
                    <a:pt x="52378" y="135732"/>
                  </a:moveTo>
                  <a:lnTo>
                    <a:pt x="52469" y="136847"/>
                  </a:lnTo>
                  <a:lnTo>
                    <a:pt x="52486" y="146637"/>
                  </a:lnTo>
                  <a:lnTo>
                    <a:pt x="52592" y="150824"/>
                  </a:lnTo>
                  <a:lnTo>
                    <a:pt x="52958" y="154269"/>
                  </a:lnTo>
                  <a:lnTo>
                    <a:pt x="53031" y="155585"/>
                  </a:lnTo>
                  <a:lnTo>
                    <a:pt x="52665" y="156650"/>
                  </a:lnTo>
                  <a:lnTo>
                    <a:pt x="52305" y="156852"/>
                  </a:lnTo>
                  <a:lnTo>
                    <a:pt x="51967" y="155182"/>
                  </a:lnTo>
                  <a:lnTo>
                    <a:pt x="51192" y="153907"/>
                  </a:lnTo>
                  <a:lnTo>
                    <a:pt x="50051" y="152546"/>
                  </a:lnTo>
                  <a:lnTo>
                    <a:pt x="49566" y="151637"/>
                  </a:lnTo>
                  <a:lnTo>
                    <a:pt x="48981" y="151998"/>
                  </a:lnTo>
                  <a:lnTo>
                    <a:pt x="48158" y="154059"/>
                  </a:lnTo>
                  <a:lnTo>
                    <a:pt x="47829" y="155972"/>
                  </a:lnTo>
                  <a:lnTo>
                    <a:pt x="47972" y="158657"/>
                  </a:lnTo>
                  <a:lnTo>
                    <a:pt x="48233" y="161303"/>
                  </a:lnTo>
                  <a:lnTo>
                    <a:pt x="48805" y="162816"/>
                  </a:lnTo>
                  <a:lnTo>
                    <a:pt x="48851" y="164494"/>
                  </a:lnTo>
                  <a:lnTo>
                    <a:pt x="49056" y="166654"/>
                  </a:lnTo>
                  <a:lnTo>
                    <a:pt x="49352" y="168638"/>
                  </a:lnTo>
                  <a:lnTo>
                    <a:pt x="49492" y="170784"/>
                  </a:lnTo>
                  <a:lnTo>
                    <a:pt x="49304" y="170826"/>
                  </a:lnTo>
                  <a:lnTo>
                    <a:pt x="48618" y="168073"/>
                  </a:lnTo>
                  <a:lnTo>
                    <a:pt x="48002" y="165098"/>
                  </a:lnTo>
                  <a:lnTo>
                    <a:pt x="46407" y="159468"/>
                  </a:lnTo>
                  <a:lnTo>
                    <a:pt x="45888" y="149378"/>
                  </a:lnTo>
                  <a:lnTo>
                    <a:pt x="45854" y="144399"/>
                  </a:lnTo>
                  <a:lnTo>
                    <a:pt x="44763" y="138540"/>
                  </a:lnTo>
                  <a:lnTo>
                    <a:pt x="44036" y="130434"/>
                  </a:lnTo>
                  <a:lnTo>
                    <a:pt x="43746" y="128327"/>
                  </a:lnTo>
                  <a:lnTo>
                    <a:pt x="44126" y="125707"/>
                  </a:lnTo>
                  <a:lnTo>
                    <a:pt x="44190" y="124727"/>
                  </a:lnTo>
                  <a:lnTo>
                    <a:pt x="43983" y="124945"/>
                  </a:lnTo>
                  <a:lnTo>
                    <a:pt x="43427" y="126294"/>
                  </a:lnTo>
                  <a:lnTo>
                    <a:pt x="42702" y="123067"/>
                  </a:lnTo>
                  <a:lnTo>
                    <a:pt x="42229" y="120168"/>
                  </a:lnTo>
                  <a:lnTo>
                    <a:pt x="40350" y="114173"/>
                  </a:lnTo>
                  <a:lnTo>
                    <a:pt x="39802" y="111521"/>
                  </a:lnTo>
                  <a:lnTo>
                    <a:pt x="39779" y="108938"/>
                  </a:lnTo>
                  <a:lnTo>
                    <a:pt x="38967" y="111533"/>
                  </a:lnTo>
                  <a:lnTo>
                    <a:pt x="37865" y="113361"/>
                  </a:lnTo>
                  <a:lnTo>
                    <a:pt x="36742" y="116106"/>
                  </a:lnTo>
                  <a:lnTo>
                    <a:pt x="35996" y="116939"/>
                  </a:lnTo>
                  <a:lnTo>
                    <a:pt x="33628" y="117443"/>
                  </a:lnTo>
                  <a:lnTo>
                    <a:pt x="32260" y="113768"/>
                  </a:lnTo>
                  <a:lnTo>
                    <a:pt x="30298" y="104782"/>
                  </a:lnTo>
                  <a:lnTo>
                    <a:pt x="30037" y="102750"/>
                  </a:lnTo>
                  <a:lnTo>
                    <a:pt x="30296" y="97467"/>
                  </a:lnTo>
                  <a:lnTo>
                    <a:pt x="29831" y="92464"/>
                  </a:lnTo>
                  <a:lnTo>
                    <a:pt x="29836" y="89825"/>
                  </a:lnTo>
                  <a:lnTo>
                    <a:pt x="29697" y="88061"/>
                  </a:lnTo>
                  <a:lnTo>
                    <a:pt x="29345" y="88452"/>
                  </a:lnTo>
                  <a:lnTo>
                    <a:pt x="29209" y="89664"/>
                  </a:lnTo>
                  <a:lnTo>
                    <a:pt x="29283" y="91521"/>
                  </a:lnTo>
                  <a:lnTo>
                    <a:pt x="29141" y="93079"/>
                  </a:lnTo>
                  <a:lnTo>
                    <a:pt x="27441" y="92773"/>
                  </a:lnTo>
                  <a:lnTo>
                    <a:pt x="25843" y="92065"/>
                  </a:lnTo>
                  <a:lnTo>
                    <a:pt x="27251" y="94692"/>
                  </a:lnTo>
                  <a:lnTo>
                    <a:pt x="28762" y="95307"/>
                  </a:lnTo>
                  <a:lnTo>
                    <a:pt x="29546" y="97663"/>
                  </a:lnTo>
                  <a:lnTo>
                    <a:pt x="29642" y="99502"/>
                  </a:lnTo>
                  <a:lnTo>
                    <a:pt x="29595" y="101577"/>
                  </a:lnTo>
                  <a:lnTo>
                    <a:pt x="28819" y="103024"/>
                  </a:lnTo>
                  <a:lnTo>
                    <a:pt x="28109" y="103942"/>
                  </a:lnTo>
                  <a:lnTo>
                    <a:pt x="28241" y="105926"/>
                  </a:lnTo>
                  <a:lnTo>
                    <a:pt x="29101" y="108346"/>
                  </a:lnTo>
                  <a:lnTo>
                    <a:pt x="28058" y="109028"/>
                  </a:lnTo>
                  <a:lnTo>
                    <a:pt x="27774" y="110612"/>
                  </a:lnTo>
                  <a:lnTo>
                    <a:pt x="27753" y="112866"/>
                  </a:lnTo>
                  <a:lnTo>
                    <a:pt x="28277" y="114853"/>
                  </a:lnTo>
                  <a:lnTo>
                    <a:pt x="28482" y="116326"/>
                  </a:lnTo>
                  <a:lnTo>
                    <a:pt x="28355" y="117688"/>
                  </a:lnTo>
                  <a:lnTo>
                    <a:pt x="28865" y="119148"/>
                  </a:lnTo>
                  <a:lnTo>
                    <a:pt x="29599" y="122205"/>
                  </a:lnTo>
                  <a:lnTo>
                    <a:pt x="29836" y="124382"/>
                  </a:lnTo>
                  <a:lnTo>
                    <a:pt x="29529" y="127447"/>
                  </a:lnTo>
                  <a:lnTo>
                    <a:pt x="29108" y="128637"/>
                  </a:lnTo>
                  <a:lnTo>
                    <a:pt x="28433" y="129797"/>
                  </a:lnTo>
                  <a:lnTo>
                    <a:pt x="26840" y="133658"/>
                  </a:lnTo>
                  <a:lnTo>
                    <a:pt x="26062" y="138056"/>
                  </a:lnTo>
                  <a:lnTo>
                    <a:pt x="25399" y="140114"/>
                  </a:lnTo>
                  <a:lnTo>
                    <a:pt x="24573" y="140496"/>
                  </a:lnTo>
                  <a:lnTo>
                    <a:pt x="24251" y="139593"/>
                  </a:lnTo>
                  <a:lnTo>
                    <a:pt x="23565" y="138415"/>
                  </a:lnTo>
                  <a:lnTo>
                    <a:pt x="23552" y="136269"/>
                  </a:lnTo>
                  <a:lnTo>
                    <a:pt x="23757" y="134567"/>
                  </a:lnTo>
                  <a:lnTo>
                    <a:pt x="25158" y="130457"/>
                  </a:lnTo>
                  <a:lnTo>
                    <a:pt x="24397" y="131009"/>
                  </a:lnTo>
                  <a:lnTo>
                    <a:pt x="23535" y="132182"/>
                  </a:lnTo>
                  <a:lnTo>
                    <a:pt x="22219" y="134409"/>
                  </a:lnTo>
                  <a:lnTo>
                    <a:pt x="21803" y="131651"/>
                  </a:lnTo>
                  <a:lnTo>
                    <a:pt x="21527" y="129098"/>
                  </a:lnTo>
                  <a:lnTo>
                    <a:pt x="21524" y="125971"/>
                  </a:lnTo>
                  <a:lnTo>
                    <a:pt x="22575" y="121302"/>
                  </a:lnTo>
                  <a:lnTo>
                    <a:pt x="21386" y="123631"/>
                  </a:lnTo>
                  <a:lnTo>
                    <a:pt x="21057" y="126545"/>
                  </a:lnTo>
                  <a:lnTo>
                    <a:pt x="21202" y="129971"/>
                  </a:lnTo>
                  <a:lnTo>
                    <a:pt x="21049" y="132397"/>
                  </a:lnTo>
                  <a:lnTo>
                    <a:pt x="20581" y="135572"/>
                  </a:lnTo>
                  <a:lnTo>
                    <a:pt x="19948" y="137476"/>
                  </a:lnTo>
                  <a:lnTo>
                    <a:pt x="18923" y="138698"/>
                  </a:lnTo>
                  <a:lnTo>
                    <a:pt x="18466" y="140575"/>
                  </a:lnTo>
                  <a:lnTo>
                    <a:pt x="17781" y="141956"/>
                  </a:lnTo>
                  <a:lnTo>
                    <a:pt x="17758" y="139203"/>
                  </a:lnTo>
                  <a:lnTo>
                    <a:pt x="17538" y="135566"/>
                  </a:lnTo>
                  <a:lnTo>
                    <a:pt x="16799" y="126942"/>
                  </a:lnTo>
                  <a:lnTo>
                    <a:pt x="16639" y="128792"/>
                  </a:lnTo>
                  <a:lnTo>
                    <a:pt x="17021" y="134142"/>
                  </a:lnTo>
                  <a:lnTo>
                    <a:pt x="16999" y="137615"/>
                  </a:lnTo>
                  <a:lnTo>
                    <a:pt x="16439" y="140370"/>
                  </a:lnTo>
                  <a:lnTo>
                    <a:pt x="15308" y="143325"/>
                  </a:lnTo>
                  <a:lnTo>
                    <a:pt x="14444" y="143742"/>
                  </a:lnTo>
                  <a:lnTo>
                    <a:pt x="13934" y="143288"/>
                  </a:lnTo>
                  <a:lnTo>
                    <a:pt x="13161" y="141458"/>
                  </a:lnTo>
                  <a:lnTo>
                    <a:pt x="12319" y="138844"/>
                  </a:lnTo>
                  <a:lnTo>
                    <a:pt x="12177" y="134642"/>
                  </a:lnTo>
                  <a:lnTo>
                    <a:pt x="11830" y="132331"/>
                  </a:lnTo>
                  <a:lnTo>
                    <a:pt x="11881" y="129581"/>
                  </a:lnTo>
                  <a:lnTo>
                    <a:pt x="11813" y="126970"/>
                  </a:lnTo>
                  <a:lnTo>
                    <a:pt x="10910" y="119986"/>
                  </a:lnTo>
                  <a:lnTo>
                    <a:pt x="10325" y="116408"/>
                  </a:lnTo>
                  <a:lnTo>
                    <a:pt x="10397" y="115252"/>
                  </a:lnTo>
                  <a:lnTo>
                    <a:pt x="10357" y="114768"/>
                  </a:lnTo>
                  <a:lnTo>
                    <a:pt x="10084" y="110159"/>
                  </a:lnTo>
                  <a:lnTo>
                    <a:pt x="9707" y="107341"/>
                  </a:lnTo>
                  <a:lnTo>
                    <a:pt x="9518" y="104337"/>
                  </a:lnTo>
                  <a:lnTo>
                    <a:pt x="10411" y="100020"/>
                  </a:lnTo>
                  <a:lnTo>
                    <a:pt x="10053" y="99318"/>
                  </a:lnTo>
                  <a:lnTo>
                    <a:pt x="9024" y="98748"/>
                  </a:lnTo>
                  <a:lnTo>
                    <a:pt x="8066" y="98000"/>
                  </a:lnTo>
                  <a:lnTo>
                    <a:pt x="7831" y="96882"/>
                  </a:lnTo>
                  <a:lnTo>
                    <a:pt x="8255" y="92633"/>
                  </a:lnTo>
                  <a:lnTo>
                    <a:pt x="7758" y="90967"/>
                  </a:lnTo>
                  <a:lnTo>
                    <a:pt x="7046" y="89283"/>
                  </a:lnTo>
                  <a:lnTo>
                    <a:pt x="6823" y="88611"/>
                  </a:lnTo>
                  <a:lnTo>
                    <a:pt x="6589" y="87741"/>
                  </a:lnTo>
                  <a:lnTo>
                    <a:pt x="6259" y="85607"/>
                  </a:lnTo>
                  <a:lnTo>
                    <a:pt x="6894" y="81117"/>
                  </a:lnTo>
                  <a:lnTo>
                    <a:pt x="7783" y="75911"/>
                  </a:lnTo>
                  <a:lnTo>
                    <a:pt x="7944" y="73928"/>
                  </a:lnTo>
                  <a:lnTo>
                    <a:pt x="8091" y="70483"/>
                  </a:lnTo>
                  <a:lnTo>
                    <a:pt x="8172" y="69163"/>
                  </a:lnTo>
                  <a:lnTo>
                    <a:pt x="8056" y="67863"/>
                  </a:lnTo>
                  <a:lnTo>
                    <a:pt x="7121" y="66354"/>
                  </a:lnTo>
                  <a:lnTo>
                    <a:pt x="5467" y="65743"/>
                  </a:lnTo>
                  <a:lnTo>
                    <a:pt x="4298" y="64484"/>
                  </a:lnTo>
                  <a:lnTo>
                    <a:pt x="3614" y="62575"/>
                  </a:lnTo>
                  <a:lnTo>
                    <a:pt x="3034" y="61810"/>
                  </a:lnTo>
                  <a:lnTo>
                    <a:pt x="2319" y="62374"/>
                  </a:lnTo>
                  <a:lnTo>
                    <a:pt x="1404" y="61631"/>
                  </a:lnTo>
                  <a:lnTo>
                    <a:pt x="640" y="59737"/>
                  </a:lnTo>
                  <a:lnTo>
                    <a:pt x="0" y="57434"/>
                  </a:lnTo>
                  <a:lnTo>
                    <a:pt x="78" y="56352"/>
                  </a:lnTo>
                  <a:lnTo>
                    <a:pt x="249" y="54916"/>
                  </a:lnTo>
                  <a:lnTo>
                    <a:pt x="1454" y="48959"/>
                  </a:lnTo>
                  <a:lnTo>
                    <a:pt x="1903" y="48783"/>
                  </a:lnTo>
                  <a:lnTo>
                    <a:pt x="2946" y="49926"/>
                  </a:lnTo>
                  <a:lnTo>
                    <a:pt x="3336" y="49928"/>
                  </a:lnTo>
                  <a:lnTo>
                    <a:pt x="4022" y="47574"/>
                  </a:lnTo>
                  <a:lnTo>
                    <a:pt x="4980" y="40869"/>
                  </a:lnTo>
                  <a:lnTo>
                    <a:pt x="6333" y="40885"/>
                  </a:lnTo>
                  <a:lnTo>
                    <a:pt x="7527" y="41104"/>
                  </a:lnTo>
                  <a:lnTo>
                    <a:pt x="8333" y="41445"/>
                  </a:lnTo>
                  <a:lnTo>
                    <a:pt x="9135" y="41230"/>
                  </a:lnTo>
                  <a:lnTo>
                    <a:pt x="9974" y="40693"/>
                  </a:lnTo>
                  <a:lnTo>
                    <a:pt x="10430" y="39847"/>
                  </a:lnTo>
                  <a:lnTo>
                    <a:pt x="10682" y="38775"/>
                  </a:lnTo>
                  <a:lnTo>
                    <a:pt x="10595" y="37845"/>
                  </a:lnTo>
                  <a:lnTo>
                    <a:pt x="9567" y="36581"/>
                  </a:lnTo>
                  <a:lnTo>
                    <a:pt x="9170" y="35636"/>
                  </a:lnTo>
                  <a:lnTo>
                    <a:pt x="8883" y="32955"/>
                  </a:lnTo>
                  <a:lnTo>
                    <a:pt x="8581" y="31944"/>
                  </a:lnTo>
                  <a:lnTo>
                    <a:pt x="6559" y="31801"/>
                  </a:lnTo>
                  <a:lnTo>
                    <a:pt x="5512" y="30569"/>
                  </a:lnTo>
                  <a:lnTo>
                    <a:pt x="4935" y="29463"/>
                  </a:lnTo>
                  <a:lnTo>
                    <a:pt x="3908" y="25806"/>
                  </a:lnTo>
                  <a:lnTo>
                    <a:pt x="2641" y="23099"/>
                  </a:lnTo>
                  <a:lnTo>
                    <a:pt x="1427" y="22460"/>
                  </a:lnTo>
                  <a:lnTo>
                    <a:pt x="957" y="21583"/>
                  </a:lnTo>
                  <a:lnTo>
                    <a:pt x="703" y="20190"/>
                  </a:lnTo>
                  <a:lnTo>
                    <a:pt x="850" y="18178"/>
                  </a:lnTo>
                  <a:lnTo>
                    <a:pt x="1214" y="16350"/>
                  </a:lnTo>
                  <a:lnTo>
                    <a:pt x="1465" y="14312"/>
                  </a:lnTo>
                  <a:lnTo>
                    <a:pt x="2436" y="11626"/>
                  </a:lnTo>
                  <a:lnTo>
                    <a:pt x="3573" y="9278"/>
                  </a:lnTo>
                  <a:lnTo>
                    <a:pt x="4080" y="7668"/>
                  </a:lnTo>
                  <a:lnTo>
                    <a:pt x="4798" y="5970"/>
                  </a:lnTo>
                  <a:lnTo>
                    <a:pt x="4884" y="5038"/>
                  </a:lnTo>
                  <a:lnTo>
                    <a:pt x="4756" y="3972"/>
                  </a:lnTo>
                  <a:lnTo>
                    <a:pt x="4175" y="2954"/>
                  </a:lnTo>
                  <a:lnTo>
                    <a:pt x="3775" y="2628"/>
                  </a:lnTo>
                  <a:lnTo>
                    <a:pt x="3710" y="1972"/>
                  </a:lnTo>
                  <a:lnTo>
                    <a:pt x="3987" y="219"/>
                  </a:lnTo>
                  <a:lnTo>
                    <a:pt x="4542" y="0"/>
                  </a:lnTo>
                  <a:lnTo>
                    <a:pt x="5694" y="1588"/>
                  </a:lnTo>
                  <a:lnTo>
                    <a:pt x="6866" y="4162"/>
                  </a:lnTo>
                  <a:lnTo>
                    <a:pt x="7563" y="6458"/>
                  </a:lnTo>
                  <a:lnTo>
                    <a:pt x="7588" y="8268"/>
                  </a:lnTo>
                  <a:lnTo>
                    <a:pt x="8041" y="8560"/>
                  </a:lnTo>
                  <a:lnTo>
                    <a:pt x="8498" y="8632"/>
                  </a:lnTo>
                  <a:lnTo>
                    <a:pt x="9259" y="9436"/>
                  </a:lnTo>
                  <a:lnTo>
                    <a:pt x="10047" y="9190"/>
                  </a:lnTo>
                  <a:lnTo>
                    <a:pt x="10556" y="9638"/>
                  </a:lnTo>
                  <a:lnTo>
                    <a:pt x="10897" y="9475"/>
                  </a:lnTo>
                  <a:lnTo>
                    <a:pt x="11025" y="8433"/>
                  </a:lnTo>
                  <a:lnTo>
                    <a:pt x="10642" y="6901"/>
                  </a:lnTo>
                  <a:lnTo>
                    <a:pt x="10365" y="5804"/>
                  </a:lnTo>
                  <a:lnTo>
                    <a:pt x="10685" y="4710"/>
                  </a:lnTo>
                  <a:lnTo>
                    <a:pt x="11047" y="4491"/>
                  </a:lnTo>
                  <a:lnTo>
                    <a:pt x="11453" y="4765"/>
                  </a:lnTo>
                  <a:lnTo>
                    <a:pt x="12007" y="5751"/>
                  </a:lnTo>
                  <a:lnTo>
                    <a:pt x="12411" y="7776"/>
                  </a:lnTo>
                  <a:lnTo>
                    <a:pt x="12484" y="10912"/>
                  </a:lnTo>
                  <a:lnTo>
                    <a:pt x="13383" y="13757"/>
                  </a:lnTo>
                  <a:lnTo>
                    <a:pt x="14567" y="15777"/>
                  </a:lnTo>
                  <a:lnTo>
                    <a:pt x="15493" y="16707"/>
                  </a:lnTo>
                  <a:lnTo>
                    <a:pt x="16611" y="17374"/>
                  </a:lnTo>
                  <a:lnTo>
                    <a:pt x="17566" y="16732"/>
                  </a:lnTo>
                  <a:lnTo>
                    <a:pt x="18044" y="14748"/>
                  </a:lnTo>
                  <a:lnTo>
                    <a:pt x="17829" y="12978"/>
                  </a:lnTo>
                  <a:lnTo>
                    <a:pt x="17979" y="11391"/>
                  </a:lnTo>
                  <a:lnTo>
                    <a:pt x="18362" y="10515"/>
                  </a:lnTo>
                  <a:lnTo>
                    <a:pt x="18959" y="10570"/>
                  </a:lnTo>
                  <a:lnTo>
                    <a:pt x="19407" y="11828"/>
                  </a:lnTo>
                  <a:lnTo>
                    <a:pt x="20708" y="18619"/>
                  </a:lnTo>
                  <a:lnTo>
                    <a:pt x="20440" y="21627"/>
                  </a:lnTo>
                  <a:lnTo>
                    <a:pt x="20731" y="29885"/>
                  </a:lnTo>
                  <a:lnTo>
                    <a:pt x="20402" y="35331"/>
                  </a:lnTo>
                  <a:lnTo>
                    <a:pt x="20454" y="36504"/>
                  </a:lnTo>
                  <a:lnTo>
                    <a:pt x="20606" y="37413"/>
                  </a:lnTo>
                  <a:lnTo>
                    <a:pt x="20827" y="37786"/>
                  </a:lnTo>
                  <a:lnTo>
                    <a:pt x="21207" y="37774"/>
                  </a:lnTo>
                  <a:lnTo>
                    <a:pt x="22790" y="38803"/>
                  </a:lnTo>
                  <a:lnTo>
                    <a:pt x="24123" y="39937"/>
                  </a:lnTo>
                  <a:lnTo>
                    <a:pt x="25627" y="40971"/>
                  </a:lnTo>
                  <a:lnTo>
                    <a:pt x="27802" y="41776"/>
                  </a:lnTo>
                  <a:lnTo>
                    <a:pt x="29136" y="41514"/>
                  </a:lnTo>
                  <a:lnTo>
                    <a:pt x="29801" y="41481"/>
                  </a:lnTo>
                  <a:lnTo>
                    <a:pt x="31149" y="41725"/>
                  </a:lnTo>
                  <a:lnTo>
                    <a:pt x="34694" y="41293"/>
                  </a:lnTo>
                  <a:lnTo>
                    <a:pt x="37628" y="41178"/>
                  </a:lnTo>
                  <a:lnTo>
                    <a:pt x="38819" y="41957"/>
                  </a:lnTo>
                  <a:lnTo>
                    <a:pt x="39774" y="42237"/>
                  </a:lnTo>
                  <a:lnTo>
                    <a:pt x="43040" y="41690"/>
                  </a:lnTo>
                  <a:lnTo>
                    <a:pt x="46334" y="41429"/>
                  </a:lnTo>
                  <a:lnTo>
                    <a:pt x="48118" y="43159"/>
                  </a:lnTo>
                  <a:lnTo>
                    <a:pt x="50060" y="45990"/>
                  </a:lnTo>
                  <a:lnTo>
                    <a:pt x="51152" y="48087"/>
                  </a:lnTo>
                  <a:lnTo>
                    <a:pt x="51349" y="49294"/>
                  </a:lnTo>
                  <a:lnTo>
                    <a:pt x="51228" y="50322"/>
                  </a:lnTo>
                  <a:lnTo>
                    <a:pt x="50862" y="50887"/>
                  </a:lnTo>
                  <a:lnTo>
                    <a:pt x="50192" y="50905"/>
                  </a:lnTo>
                  <a:lnTo>
                    <a:pt x="48654" y="49537"/>
                  </a:lnTo>
                  <a:lnTo>
                    <a:pt x="48390" y="49943"/>
                  </a:lnTo>
                  <a:lnTo>
                    <a:pt x="48415" y="52754"/>
                  </a:lnTo>
                  <a:lnTo>
                    <a:pt x="48370" y="53204"/>
                  </a:lnTo>
                  <a:lnTo>
                    <a:pt x="48041" y="55723"/>
                  </a:lnTo>
                  <a:lnTo>
                    <a:pt x="47114" y="61390"/>
                  </a:lnTo>
                  <a:lnTo>
                    <a:pt x="46935" y="63928"/>
                  </a:lnTo>
                  <a:lnTo>
                    <a:pt x="46741" y="64575"/>
                  </a:lnTo>
                  <a:lnTo>
                    <a:pt x="46500" y="64924"/>
                  </a:lnTo>
                  <a:lnTo>
                    <a:pt x="45774" y="65026"/>
                  </a:lnTo>
                  <a:lnTo>
                    <a:pt x="45206" y="65445"/>
                  </a:lnTo>
                  <a:lnTo>
                    <a:pt x="44969" y="66367"/>
                  </a:lnTo>
                  <a:lnTo>
                    <a:pt x="44600" y="68283"/>
                  </a:lnTo>
                  <a:lnTo>
                    <a:pt x="44346" y="70215"/>
                  </a:lnTo>
                  <a:lnTo>
                    <a:pt x="43992" y="70806"/>
                  </a:lnTo>
                  <a:lnTo>
                    <a:pt x="43143" y="69762"/>
                  </a:lnTo>
                  <a:lnTo>
                    <a:pt x="42615" y="69926"/>
                  </a:lnTo>
                  <a:lnTo>
                    <a:pt x="41950" y="70369"/>
                  </a:lnTo>
                  <a:lnTo>
                    <a:pt x="41287" y="71470"/>
                  </a:lnTo>
                  <a:lnTo>
                    <a:pt x="40830" y="72836"/>
                  </a:lnTo>
                  <a:lnTo>
                    <a:pt x="40311" y="73304"/>
                  </a:lnTo>
                  <a:lnTo>
                    <a:pt x="38773" y="73028"/>
                  </a:lnTo>
                  <a:lnTo>
                    <a:pt x="38479" y="73223"/>
                  </a:lnTo>
                  <a:lnTo>
                    <a:pt x="38284" y="74198"/>
                  </a:lnTo>
                  <a:lnTo>
                    <a:pt x="38126" y="75430"/>
                  </a:lnTo>
                  <a:lnTo>
                    <a:pt x="36924" y="78336"/>
                  </a:lnTo>
                  <a:lnTo>
                    <a:pt x="36469" y="82992"/>
                  </a:lnTo>
                  <a:lnTo>
                    <a:pt x="36100" y="86013"/>
                  </a:lnTo>
                  <a:lnTo>
                    <a:pt x="36159" y="88365"/>
                  </a:lnTo>
                  <a:lnTo>
                    <a:pt x="37175" y="94494"/>
                  </a:lnTo>
                  <a:lnTo>
                    <a:pt x="37882" y="102450"/>
                  </a:lnTo>
                  <a:lnTo>
                    <a:pt x="38154" y="103260"/>
                  </a:lnTo>
                  <a:lnTo>
                    <a:pt x="38390" y="103515"/>
                  </a:lnTo>
                  <a:lnTo>
                    <a:pt x="38496" y="103332"/>
                  </a:lnTo>
                  <a:lnTo>
                    <a:pt x="38475" y="101680"/>
                  </a:lnTo>
                  <a:lnTo>
                    <a:pt x="38519" y="99684"/>
                  </a:lnTo>
                  <a:lnTo>
                    <a:pt x="38850" y="99215"/>
                  </a:lnTo>
                  <a:lnTo>
                    <a:pt x="39274" y="99628"/>
                  </a:lnTo>
                  <a:lnTo>
                    <a:pt x="39679" y="101361"/>
                  </a:lnTo>
                  <a:lnTo>
                    <a:pt x="40137" y="104539"/>
                  </a:lnTo>
                  <a:lnTo>
                    <a:pt x="40624" y="105785"/>
                  </a:lnTo>
                  <a:lnTo>
                    <a:pt x="41384" y="106135"/>
                  </a:lnTo>
                  <a:lnTo>
                    <a:pt x="42251" y="105392"/>
                  </a:lnTo>
                  <a:lnTo>
                    <a:pt x="42896" y="103954"/>
                  </a:lnTo>
                  <a:lnTo>
                    <a:pt x="43159" y="102400"/>
                  </a:lnTo>
                  <a:lnTo>
                    <a:pt x="42976" y="99335"/>
                  </a:lnTo>
                  <a:lnTo>
                    <a:pt x="42933" y="97045"/>
                  </a:lnTo>
                  <a:lnTo>
                    <a:pt x="43346" y="94867"/>
                  </a:lnTo>
                  <a:lnTo>
                    <a:pt x="44832" y="91616"/>
                  </a:lnTo>
                  <a:lnTo>
                    <a:pt x="45047" y="90622"/>
                  </a:lnTo>
                  <a:lnTo>
                    <a:pt x="44951" y="87857"/>
                  </a:lnTo>
                  <a:lnTo>
                    <a:pt x="44952" y="85265"/>
                  </a:lnTo>
                  <a:lnTo>
                    <a:pt x="45515" y="85087"/>
                  </a:lnTo>
                  <a:lnTo>
                    <a:pt x="46269" y="85507"/>
                  </a:lnTo>
                  <a:lnTo>
                    <a:pt x="47224" y="84230"/>
                  </a:lnTo>
                  <a:lnTo>
                    <a:pt x="47515" y="84204"/>
                  </a:lnTo>
                  <a:lnTo>
                    <a:pt x="47915" y="85573"/>
                  </a:lnTo>
                  <a:lnTo>
                    <a:pt x="48594" y="85335"/>
                  </a:lnTo>
                  <a:lnTo>
                    <a:pt x="49092" y="90983"/>
                  </a:lnTo>
                  <a:lnTo>
                    <a:pt x="49608" y="95966"/>
                  </a:lnTo>
                  <a:lnTo>
                    <a:pt x="49603" y="98373"/>
                  </a:lnTo>
                  <a:lnTo>
                    <a:pt x="49689" y="103472"/>
                  </a:lnTo>
                  <a:lnTo>
                    <a:pt x="49924" y="107633"/>
                  </a:lnTo>
                  <a:lnTo>
                    <a:pt x="50287" y="108578"/>
                  </a:lnTo>
                  <a:lnTo>
                    <a:pt x="50716" y="110800"/>
                  </a:lnTo>
                  <a:lnTo>
                    <a:pt x="51107" y="113382"/>
                  </a:lnTo>
                  <a:lnTo>
                    <a:pt x="51417" y="114831"/>
                  </a:lnTo>
                  <a:lnTo>
                    <a:pt x="51626" y="119550"/>
                  </a:lnTo>
                  <a:lnTo>
                    <a:pt x="51882" y="122960"/>
                  </a:lnTo>
                  <a:lnTo>
                    <a:pt x="52221" y="13366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3456042" y="2326885"/>
              <a:ext cx="71825" cy="88476"/>
            </a:xfrm>
            <a:custGeom>
              <a:avLst/>
              <a:pathLst>
                <a:path w="71825" h="88476">
                  <a:moveTo>
                    <a:pt x="71825" y="14643"/>
                  </a:moveTo>
                  <a:lnTo>
                    <a:pt x="71554" y="21762"/>
                  </a:lnTo>
                  <a:lnTo>
                    <a:pt x="70445" y="25072"/>
                  </a:lnTo>
                  <a:lnTo>
                    <a:pt x="68767" y="23962"/>
                  </a:lnTo>
                  <a:lnTo>
                    <a:pt x="66627" y="24885"/>
                  </a:lnTo>
                  <a:lnTo>
                    <a:pt x="65493" y="28648"/>
                  </a:lnTo>
                  <a:lnTo>
                    <a:pt x="64850" y="29764"/>
                  </a:lnTo>
                  <a:lnTo>
                    <a:pt x="64270" y="31075"/>
                  </a:lnTo>
                  <a:lnTo>
                    <a:pt x="63897" y="35963"/>
                  </a:lnTo>
                  <a:lnTo>
                    <a:pt x="63810" y="43971"/>
                  </a:lnTo>
                  <a:lnTo>
                    <a:pt x="62998" y="44948"/>
                  </a:lnTo>
                  <a:lnTo>
                    <a:pt x="62254" y="45246"/>
                  </a:lnTo>
                  <a:lnTo>
                    <a:pt x="59159" y="52293"/>
                  </a:lnTo>
                  <a:lnTo>
                    <a:pt x="60941" y="54276"/>
                  </a:lnTo>
                  <a:lnTo>
                    <a:pt x="61731" y="55783"/>
                  </a:lnTo>
                  <a:lnTo>
                    <a:pt x="63033" y="59978"/>
                  </a:lnTo>
                  <a:lnTo>
                    <a:pt x="64890" y="64723"/>
                  </a:lnTo>
                  <a:lnTo>
                    <a:pt x="65255" y="67039"/>
                  </a:lnTo>
                  <a:lnTo>
                    <a:pt x="63698" y="66519"/>
                  </a:lnTo>
                  <a:lnTo>
                    <a:pt x="63154" y="66677"/>
                  </a:lnTo>
                  <a:lnTo>
                    <a:pt x="62806" y="67408"/>
                  </a:lnTo>
                  <a:lnTo>
                    <a:pt x="62083" y="67261"/>
                  </a:lnTo>
                  <a:lnTo>
                    <a:pt x="61189" y="67267"/>
                  </a:lnTo>
                  <a:lnTo>
                    <a:pt x="60254" y="68107"/>
                  </a:lnTo>
                  <a:lnTo>
                    <a:pt x="59736" y="68464"/>
                  </a:lnTo>
                  <a:lnTo>
                    <a:pt x="59045" y="67694"/>
                  </a:lnTo>
                  <a:lnTo>
                    <a:pt x="57757" y="65384"/>
                  </a:lnTo>
                  <a:lnTo>
                    <a:pt x="56975" y="63774"/>
                  </a:lnTo>
                  <a:lnTo>
                    <a:pt x="56392" y="63368"/>
                  </a:lnTo>
                  <a:lnTo>
                    <a:pt x="55806" y="63846"/>
                  </a:lnTo>
                  <a:lnTo>
                    <a:pt x="53715" y="64391"/>
                  </a:lnTo>
                  <a:lnTo>
                    <a:pt x="53221" y="65331"/>
                  </a:lnTo>
                  <a:lnTo>
                    <a:pt x="52256" y="66365"/>
                  </a:lnTo>
                  <a:lnTo>
                    <a:pt x="51283" y="66859"/>
                  </a:lnTo>
                  <a:lnTo>
                    <a:pt x="49889" y="67208"/>
                  </a:lnTo>
                  <a:lnTo>
                    <a:pt x="49154" y="67162"/>
                  </a:lnTo>
                  <a:lnTo>
                    <a:pt x="48744" y="67662"/>
                  </a:lnTo>
                  <a:lnTo>
                    <a:pt x="48399" y="69176"/>
                  </a:lnTo>
                  <a:lnTo>
                    <a:pt x="48164" y="70655"/>
                  </a:lnTo>
                  <a:lnTo>
                    <a:pt x="47958" y="71255"/>
                  </a:lnTo>
                  <a:lnTo>
                    <a:pt x="46219" y="71988"/>
                  </a:lnTo>
                  <a:lnTo>
                    <a:pt x="45838" y="72838"/>
                  </a:lnTo>
                  <a:lnTo>
                    <a:pt x="45732" y="73669"/>
                  </a:lnTo>
                  <a:lnTo>
                    <a:pt x="45765" y="74500"/>
                  </a:lnTo>
                  <a:lnTo>
                    <a:pt x="44381" y="73695"/>
                  </a:lnTo>
                  <a:lnTo>
                    <a:pt x="43309" y="74230"/>
                  </a:lnTo>
                  <a:lnTo>
                    <a:pt x="43057" y="74866"/>
                  </a:lnTo>
                  <a:lnTo>
                    <a:pt x="42832" y="75780"/>
                  </a:lnTo>
                  <a:lnTo>
                    <a:pt x="42958" y="76756"/>
                  </a:lnTo>
                  <a:lnTo>
                    <a:pt x="43353" y="77701"/>
                  </a:lnTo>
                  <a:lnTo>
                    <a:pt x="43725" y="80262"/>
                  </a:lnTo>
                  <a:lnTo>
                    <a:pt x="43858" y="82823"/>
                  </a:lnTo>
                  <a:lnTo>
                    <a:pt x="43630" y="84275"/>
                  </a:lnTo>
                  <a:lnTo>
                    <a:pt x="42837" y="85311"/>
                  </a:lnTo>
                  <a:lnTo>
                    <a:pt x="41190" y="86456"/>
                  </a:lnTo>
                  <a:lnTo>
                    <a:pt x="39598" y="85910"/>
                  </a:lnTo>
                  <a:lnTo>
                    <a:pt x="38895" y="86364"/>
                  </a:lnTo>
                  <a:lnTo>
                    <a:pt x="37716" y="86510"/>
                  </a:lnTo>
                  <a:lnTo>
                    <a:pt x="36630" y="86814"/>
                  </a:lnTo>
                  <a:lnTo>
                    <a:pt x="34960" y="87862"/>
                  </a:lnTo>
                  <a:lnTo>
                    <a:pt x="33455" y="88476"/>
                  </a:lnTo>
                  <a:lnTo>
                    <a:pt x="32100" y="86342"/>
                  </a:lnTo>
                  <a:lnTo>
                    <a:pt x="30490" y="84888"/>
                  </a:lnTo>
                  <a:lnTo>
                    <a:pt x="28802" y="84024"/>
                  </a:lnTo>
                  <a:lnTo>
                    <a:pt x="28214" y="84654"/>
                  </a:lnTo>
                  <a:lnTo>
                    <a:pt x="27960" y="85151"/>
                  </a:lnTo>
                  <a:lnTo>
                    <a:pt x="26549" y="83263"/>
                  </a:lnTo>
                  <a:lnTo>
                    <a:pt x="25915" y="82591"/>
                  </a:lnTo>
                  <a:lnTo>
                    <a:pt x="25608" y="81862"/>
                  </a:lnTo>
                  <a:lnTo>
                    <a:pt x="25021" y="79346"/>
                  </a:lnTo>
                  <a:lnTo>
                    <a:pt x="24671" y="79267"/>
                  </a:lnTo>
                  <a:lnTo>
                    <a:pt x="23507" y="80203"/>
                  </a:lnTo>
                  <a:lnTo>
                    <a:pt x="22387" y="80159"/>
                  </a:lnTo>
                  <a:lnTo>
                    <a:pt x="21707" y="79988"/>
                  </a:lnTo>
                  <a:lnTo>
                    <a:pt x="19701" y="80094"/>
                  </a:lnTo>
                  <a:lnTo>
                    <a:pt x="19435" y="81812"/>
                  </a:lnTo>
                  <a:lnTo>
                    <a:pt x="19187" y="82079"/>
                  </a:lnTo>
                  <a:lnTo>
                    <a:pt x="18752" y="82308"/>
                  </a:lnTo>
                  <a:lnTo>
                    <a:pt x="17685" y="82200"/>
                  </a:lnTo>
                  <a:lnTo>
                    <a:pt x="16321" y="83470"/>
                  </a:lnTo>
                  <a:lnTo>
                    <a:pt x="14858" y="84245"/>
                  </a:lnTo>
                  <a:lnTo>
                    <a:pt x="13715" y="84266"/>
                  </a:lnTo>
                  <a:lnTo>
                    <a:pt x="12536" y="83891"/>
                  </a:lnTo>
                  <a:lnTo>
                    <a:pt x="11830" y="84159"/>
                  </a:lnTo>
                  <a:lnTo>
                    <a:pt x="10308" y="84298"/>
                  </a:lnTo>
                  <a:lnTo>
                    <a:pt x="9343" y="86156"/>
                  </a:lnTo>
                  <a:lnTo>
                    <a:pt x="7843" y="86051"/>
                  </a:lnTo>
                  <a:lnTo>
                    <a:pt x="6582" y="85737"/>
                  </a:lnTo>
                  <a:lnTo>
                    <a:pt x="6739" y="85151"/>
                  </a:lnTo>
                  <a:lnTo>
                    <a:pt x="6990" y="77778"/>
                  </a:lnTo>
                  <a:lnTo>
                    <a:pt x="7613" y="74488"/>
                  </a:lnTo>
                  <a:lnTo>
                    <a:pt x="7590" y="73812"/>
                  </a:lnTo>
                  <a:lnTo>
                    <a:pt x="7456" y="73299"/>
                  </a:lnTo>
                  <a:lnTo>
                    <a:pt x="6903" y="72770"/>
                  </a:lnTo>
                  <a:lnTo>
                    <a:pt x="6503" y="70994"/>
                  </a:lnTo>
                  <a:lnTo>
                    <a:pt x="5670" y="66313"/>
                  </a:lnTo>
                  <a:lnTo>
                    <a:pt x="5202" y="65365"/>
                  </a:lnTo>
                  <a:lnTo>
                    <a:pt x="3892" y="64377"/>
                  </a:lnTo>
                  <a:lnTo>
                    <a:pt x="2746" y="63026"/>
                  </a:lnTo>
                  <a:lnTo>
                    <a:pt x="1774" y="61246"/>
                  </a:lnTo>
                  <a:lnTo>
                    <a:pt x="0" y="56847"/>
                  </a:lnTo>
                  <a:lnTo>
                    <a:pt x="897" y="56407"/>
                  </a:lnTo>
                  <a:lnTo>
                    <a:pt x="1169" y="55512"/>
                  </a:lnTo>
                  <a:lnTo>
                    <a:pt x="2065" y="53094"/>
                  </a:lnTo>
                  <a:lnTo>
                    <a:pt x="2167" y="51905"/>
                  </a:lnTo>
                  <a:lnTo>
                    <a:pt x="2073" y="51234"/>
                  </a:lnTo>
                  <a:lnTo>
                    <a:pt x="1473" y="50070"/>
                  </a:lnTo>
                  <a:lnTo>
                    <a:pt x="1060" y="47535"/>
                  </a:lnTo>
                  <a:lnTo>
                    <a:pt x="1372" y="45160"/>
                  </a:lnTo>
                  <a:lnTo>
                    <a:pt x="1399" y="43939"/>
                  </a:lnTo>
                  <a:lnTo>
                    <a:pt x="1095" y="42732"/>
                  </a:lnTo>
                  <a:lnTo>
                    <a:pt x="1412" y="41230"/>
                  </a:lnTo>
                  <a:lnTo>
                    <a:pt x="2056" y="40407"/>
                  </a:lnTo>
                  <a:lnTo>
                    <a:pt x="2463" y="40166"/>
                  </a:lnTo>
                  <a:lnTo>
                    <a:pt x="4167" y="40005"/>
                  </a:lnTo>
                  <a:lnTo>
                    <a:pt x="5246" y="36996"/>
                  </a:lnTo>
                  <a:lnTo>
                    <a:pt x="5901" y="36036"/>
                  </a:lnTo>
                  <a:lnTo>
                    <a:pt x="6573" y="34330"/>
                  </a:lnTo>
                  <a:lnTo>
                    <a:pt x="6884" y="33707"/>
                  </a:lnTo>
                  <a:lnTo>
                    <a:pt x="7180" y="32378"/>
                  </a:lnTo>
                  <a:lnTo>
                    <a:pt x="7282" y="31020"/>
                  </a:lnTo>
                  <a:lnTo>
                    <a:pt x="5932" y="29119"/>
                  </a:lnTo>
                  <a:lnTo>
                    <a:pt x="5474" y="27689"/>
                  </a:lnTo>
                  <a:lnTo>
                    <a:pt x="4874" y="26110"/>
                  </a:lnTo>
                  <a:lnTo>
                    <a:pt x="4061" y="25020"/>
                  </a:lnTo>
                  <a:lnTo>
                    <a:pt x="2422" y="23145"/>
                  </a:lnTo>
                  <a:lnTo>
                    <a:pt x="1784" y="21244"/>
                  </a:lnTo>
                  <a:lnTo>
                    <a:pt x="1496" y="18779"/>
                  </a:lnTo>
                  <a:lnTo>
                    <a:pt x="1062" y="16911"/>
                  </a:lnTo>
                  <a:lnTo>
                    <a:pt x="584" y="15695"/>
                  </a:lnTo>
                  <a:lnTo>
                    <a:pt x="493" y="14705"/>
                  </a:lnTo>
                  <a:lnTo>
                    <a:pt x="294" y="13489"/>
                  </a:lnTo>
                  <a:lnTo>
                    <a:pt x="246" y="11101"/>
                  </a:lnTo>
                  <a:lnTo>
                    <a:pt x="632" y="7926"/>
                  </a:lnTo>
                  <a:lnTo>
                    <a:pt x="883" y="6807"/>
                  </a:lnTo>
                  <a:lnTo>
                    <a:pt x="1438" y="6494"/>
                  </a:lnTo>
                  <a:lnTo>
                    <a:pt x="2916" y="4801"/>
                  </a:lnTo>
                  <a:lnTo>
                    <a:pt x="2984" y="2636"/>
                  </a:lnTo>
                  <a:lnTo>
                    <a:pt x="3251" y="1291"/>
                  </a:lnTo>
                  <a:lnTo>
                    <a:pt x="3722" y="519"/>
                  </a:lnTo>
                  <a:lnTo>
                    <a:pt x="4154" y="0"/>
                  </a:lnTo>
                  <a:lnTo>
                    <a:pt x="4961" y="1258"/>
                  </a:lnTo>
                  <a:lnTo>
                    <a:pt x="6920" y="3265"/>
                  </a:lnTo>
                  <a:lnTo>
                    <a:pt x="7876" y="4722"/>
                  </a:lnTo>
                  <a:lnTo>
                    <a:pt x="7829" y="5631"/>
                  </a:lnTo>
                  <a:lnTo>
                    <a:pt x="7380" y="6524"/>
                  </a:lnTo>
                  <a:lnTo>
                    <a:pt x="6528" y="7404"/>
                  </a:lnTo>
                  <a:lnTo>
                    <a:pt x="6032" y="8566"/>
                  </a:lnTo>
                  <a:lnTo>
                    <a:pt x="5896" y="10010"/>
                  </a:lnTo>
                  <a:lnTo>
                    <a:pt x="6025" y="11028"/>
                  </a:lnTo>
                  <a:lnTo>
                    <a:pt x="6617" y="11917"/>
                  </a:lnTo>
                  <a:lnTo>
                    <a:pt x="10133" y="10753"/>
                  </a:lnTo>
                  <a:lnTo>
                    <a:pt x="13700" y="11353"/>
                  </a:lnTo>
                  <a:lnTo>
                    <a:pt x="18490" y="13330"/>
                  </a:lnTo>
                  <a:lnTo>
                    <a:pt x="21666" y="14015"/>
                  </a:lnTo>
                  <a:lnTo>
                    <a:pt x="24011" y="13102"/>
                  </a:lnTo>
                  <a:lnTo>
                    <a:pt x="28357" y="14755"/>
                  </a:lnTo>
                  <a:lnTo>
                    <a:pt x="32402" y="16295"/>
                  </a:lnTo>
                  <a:lnTo>
                    <a:pt x="36285" y="16754"/>
                  </a:lnTo>
                  <a:lnTo>
                    <a:pt x="38460" y="15543"/>
                  </a:lnTo>
                  <a:lnTo>
                    <a:pt x="39988" y="13916"/>
                  </a:lnTo>
                  <a:lnTo>
                    <a:pt x="41306" y="10851"/>
                  </a:lnTo>
                  <a:lnTo>
                    <a:pt x="44556" y="6811"/>
                  </a:lnTo>
                  <a:lnTo>
                    <a:pt x="47703" y="4544"/>
                  </a:lnTo>
                  <a:lnTo>
                    <a:pt x="51828" y="2706"/>
                  </a:lnTo>
                  <a:lnTo>
                    <a:pt x="54581" y="2080"/>
                  </a:lnTo>
                  <a:lnTo>
                    <a:pt x="54970" y="2708"/>
                  </a:lnTo>
                  <a:lnTo>
                    <a:pt x="58476" y="6420"/>
                  </a:lnTo>
                  <a:lnTo>
                    <a:pt x="60037" y="6433"/>
                  </a:lnTo>
                  <a:lnTo>
                    <a:pt x="61301" y="7091"/>
                  </a:lnTo>
                  <a:lnTo>
                    <a:pt x="61760" y="8072"/>
                  </a:lnTo>
                  <a:lnTo>
                    <a:pt x="62080" y="8317"/>
                  </a:lnTo>
                  <a:lnTo>
                    <a:pt x="63757" y="7400"/>
                  </a:lnTo>
                  <a:lnTo>
                    <a:pt x="64501" y="9431"/>
                  </a:lnTo>
                  <a:lnTo>
                    <a:pt x="65664" y="12274"/>
                  </a:lnTo>
                  <a:lnTo>
                    <a:pt x="67643" y="13738"/>
                  </a:lnTo>
                  <a:lnTo>
                    <a:pt x="69406" y="14568"/>
                  </a:lnTo>
                  <a:lnTo>
                    <a:pt x="69962" y="146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3779516" y="2858513"/>
              <a:ext cx="1899" cy="12991"/>
            </a:xfrm>
            <a:custGeom>
              <a:avLst/>
              <a:pathLst>
                <a:path w="1899" h="12991">
                  <a:moveTo>
                    <a:pt x="1781" y="10736"/>
                  </a:moveTo>
                  <a:lnTo>
                    <a:pt x="1409" y="12991"/>
                  </a:lnTo>
                  <a:lnTo>
                    <a:pt x="1054" y="12202"/>
                  </a:lnTo>
                  <a:lnTo>
                    <a:pt x="155" y="8300"/>
                  </a:lnTo>
                  <a:lnTo>
                    <a:pt x="425" y="5554"/>
                  </a:lnTo>
                  <a:lnTo>
                    <a:pt x="0" y="1643"/>
                  </a:lnTo>
                  <a:lnTo>
                    <a:pt x="201" y="516"/>
                  </a:lnTo>
                  <a:lnTo>
                    <a:pt x="1284" y="0"/>
                  </a:lnTo>
                  <a:lnTo>
                    <a:pt x="1536" y="168"/>
                  </a:lnTo>
                  <a:lnTo>
                    <a:pt x="1212" y="1422"/>
                  </a:lnTo>
                  <a:lnTo>
                    <a:pt x="1810" y="3604"/>
                  </a:lnTo>
                  <a:lnTo>
                    <a:pt x="1899" y="72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350913" y="3004280"/>
              <a:ext cx="7769" cy="11109"/>
            </a:xfrm>
            <a:custGeom>
              <a:avLst/>
              <a:pathLst>
                <a:path w="7769" h="11109">
                  <a:moveTo>
                    <a:pt x="7594" y="3575"/>
                  </a:moveTo>
                  <a:lnTo>
                    <a:pt x="7227" y="5742"/>
                  </a:lnTo>
                  <a:lnTo>
                    <a:pt x="6010" y="9876"/>
                  </a:lnTo>
                  <a:lnTo>
                    <a:pt x="3291" y="10917"/>
                  </a:lnTo>
                  <a:lnTo>
                    <a:pt x="296" y="11109"/>
                  </a:lnTo>
                  <a:lnTo>
                    <a:pt x="65" y="9981"/>
                  </a:lnTo>
                  <a:lnTo>
                    <a:pt x="0" y="8990"/>
                  </a:lnTo>
                  <a:lnTo>
                    <a:pt x="218" y="7440"/>
                  </a:lnTo>
                  <a:lnTo>
                    <a:pt x="198" y="6830"/>
                  </a:lnTo>
                  <a:lnTo>
                    <a:pt x="74" y="6207"/>
                  </a:lnTo>
                  <a:lnTo>
                    <a:pt x="1171" y="5538"/>
                  </a:lnTo>
                  <a:lnTo>
                    <a:pt x="1884" y="3621"/>
                  </a:lnTo>
                  <a:lnTo>
                    <a:pt x="3018" y="3298"/>
                  </a:lnTo>
                  <a:lnTo>
                    <a:pt x="4433" y="4645"/>
                  </a:lnTo>
                  <a:lnTo>
                    <a:pt x="5195" y="4694"/>
                  </a:lnTo>
                  <a:lnTo>
                    <a:pt x="6323" y="3208"/>
                  </a:lnTo>
                  <a:lnTo>
                    <a:pt x="7230" y="0"/>
                  </a:lnTo>
                  <a:lnTo>
                    <a:pt x="7769" y="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358096" y="2996945"/>
              <a:ext cx="1686" cy="3073"/>
            </a:xfrm>
            <a:custGeom>
              <a:avLst/>
              <a:pathLst>
                <a:path w="1686" h="3073">
                  <a:moveTo>
                    <a:pt x="1686" y="1623"/>
                  </a:moveTo>
                  <a:lnTo>
                    <a:pt x="154" y="3073"/>
                  </a:lnTo>
                  <a:lnTo>
                    <a:pt x="0" y="136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356954" y="2970537"/>
              <a:ext cx="4771" cy="4866"/>
            </a:xfrm>
            <a:custGeom>
              <a:avLst/>
              <a:pathLst>
                <a:path w="4771" h="4866">
                  <a:moveTo>
                    <a:pt x="1391" y="776"/>
                  </a:moveTo>
                  <a:lnTo>
                    <a:pt x="2105" y="1203"/>
                  </a:lnTo>
                  <a:lnTo>
                    <a:pt x="2493" y="1172"/>
                  </a:lnTo>
                  <a:lnTo>
                    <a:pt x="3810" y="2060"/>
                  </a:lnTo>
                  <a:lnTo>
                    <a:pt x="4595" y="3278"/>
                  </a:lnTo>
                  <a:lnTo>
                    <a:pt x="4771" y="3780"/>
                  </a:lnTo>
                  <a:lnTo>
                    <a:pt x="4350" y="4866"/>
                  </a:lnTo>
                  <a:lnTo>
                    <a:pt x="3138" y="2809"/>
                  </a:lnTo>
                  <a:lnTo>
                    <a:pt x="2081" y="2543"/>
                  </a:lnTo>
                  <a:lnTo>
                    <a:pt x="595" y="2592"/>
                  </a:lnTo>
                  <a:lnTo>
                    <a:pt x="0" y="2204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344122" y="2962389"/>
              <a:ext cx="5067" cy="16174"/>
            </a:xfrm>
            <a:custGeom>
              <a:avLst/>
              <a:pathLst>
                <a:path w="5067" h="16174">
                  <a:moveTo>
                    <a:pt x="807" y="15285"/>
                  </a:moveTo>
                  <a:lnTo>
                    <a:pt x="0" y="16174"/>
                  </a:lnTo>
                  <a:lnTo>
                    <a:pt x="179" y="14641"/>
                  </a:lnTo>
                  <a:lnTo>
                    <a:pt x="1727" y="12046"/>
                  </a:lnTo>
                  <a:lnTo>
                    <a:pt x="2584" y="9763"/>
                  </a:lnTo>
                  <a:lnTo>
                    <a:pt x="3070" y="8955"/>
                  </a:lnTo>
                  <a:lnTo>
                    <a:pt x="3244" y="8328"/>
                  </a:lnTo>
                  <a:lnTo>
                    <a:pt x="3923" y="7485"/>
                  </a:lnTo>
                  <a:lnTo>
                    <a:pt x="4263" y="6016"/>
                  </a:lnTo>
                  <a:lnTo>
                    <a:pt x="4170" y="4817"/>
                  </a:lnTo>
                  <a:lnTo>
                    <a:pt x="3458" y="2836"/>
                  </a:lnTo>
                  <a:lnTo>
                    <a:pt x="3468" y="1441"/>
                  </a:lnTo>
                  <a:lnTo>
                    <a:pt x="3713" y="458"/>
                  </a:lnTo>
                  <a:lnTo>
                    <a:pt x="4913" y="0"/>
                  </a:lnTo>
                  <a:lnTo>
                    <a:pt x="4596" y="1486"/>
                  </a:lnTo>
                  <a:lnTo>
                    <a:pt x="5067" y="5691"/>
                  </a:lnTo>
                  <a:lnTo>
                    <a:pt x="3478" y="10929"/>
                  </a:lnTo>
                  <a:lnTo>
                    <a:pt x="2117" y="125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2343696" y="2959182"/>
              <a:ext cx="3213" cy="5146"/>
            </a:xfrm>
            <a:custGeom>
              <a:avLst/>
              <a:pathLst>
                <a:path w="3213" h="5146">
                  <a:moveTo>
                    <a:pt x="2951" y="3431"/>
                  </a:moveTo>
                  <a:lnTo>
                    <a:pt x="3213" y="3960"/>
                  </a:lnTo>
                  <a:lnTo>
                    <a:pt x="2478" y="5146"/>
                  </a:lnTo>
                  <a:lnTo>
                    <a:pt x="825" y="3679"/>
                  </a:lnTo>
                  <a:lnTo>
                    <a:pt x="452" y="3780"/>
                  </a:lnTo>
                  <a:lnTo>
                    <a:pt x="124" y="2220"/>
                  </a:lnTo>
                  <a:lnTo>
                    <a:pt x="0" y="1064"/>
                  </a:lnTo>
                  <a:lnTo>
                    <a:pt x="79" y="0"/>
                  </a:lnTo>
                  <a:lnTo>
                    <a:pt x="1064" y="828"/>
                  </a:lnTo>
                  <a:lnTo>
                    <a:pt x="1594" y="2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2332165" y="2934693"/>
              <a:ext cx="5472" cy="23629"/>
            </a:xfrm>
            <a:custGeom>
              <a:avLst/>
              <a:pathLst>
                <a:path w="5472" h="23629">
                  <a:moveTo>
                    <a:pt x="5472" y="22871"/>
                  </a:moveTo>
                  <a:lnTo>
                    <a:pt x="5398" y="23629"/>
                  </a:lnTo>
                  <a:lnTo>
                    <a:pt x="3942" y="17723"/>
                  </a:lnTo>
                  <a:lnTo>
                    <a:pt x="2115" y="16289"/>
                  </a:lnTo>
                  <a:lnTo>
                    <a:pt x="1066" y="14863"/>
                  </a:lnTo>
                  <a:lnTo>
                    <a:pt x="1284" y="14054"/>
                  </a:lnTo>
                  <a:lnTo>
                    <a:pt x="2012" y="13702"/>
                  </a:lnTo>
                  <a:lnTo>
                    <a:pt x="2133" y="11832"/>
                  </a:lnTo>
                  <a:lnTo>
                    <a:pt x="1822" y="9809"/>
                  </a:lnTo>
                  <a:lnTo>
                    <a:pt x="859" y="5725"/>
                  </a:lnTo>
                  <a:lnTo>
                    <a:pt x="319" y="2957"/>
                  </a:lnTo>
                  <a:lnTo>
                    <a:pt x="70" y="2320"/>
                  </a:lnTo>
                  <a:lnTo>
                    <a:pt x="0" y="0"/>
                  </a:lnTo>
                  <a:lnTo>
                    <a:pt x="1143" y="3592"/>
                  </a:lnTo>
                  <a:lnTo>
                    <a:pt x="1618" y="6787"/>
                  </a:lnTo>
                  <a:lnTo>
                    <a:pt x="2384" y="9915"/>
                  </a:lnTo>
                  <a:lnTo>
                    <a:pt x="2897" y="15311"/>
                  </a:lnTo>
                  <a:lnTo>
                    <a:pt x="4360" y="17145"/>
                  </a:lnTo>
                  <a:lnTo>
                    <a:pt x="5412" y="197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323866" y="2934603"/>
              <a:ext cx="4287" cy="6712"/>
            </a:xfrm>
            <a:custGeom>
              <a:avLst/>
              <a:pathLst>
                <a:path w="4287" h="6712">
                  <a:moveTo>
                    <a:pt x="4287" y="6537"/>
                  </a:moveTo>
                  <a:lnTo>
                    <a:pt x="3806" y="6712"/>
                  </a:lnTo>
                  <a:lnTo>
                    <a:pt x="2947" y="5931"/>
                  </a:lnTo>
                  <a:lnTo>
                    <a:pt x="933" y="2337"/>
                  </a:lnTo>
                  <a:lnTo>
                    <a:pt x="0" y="2027"/>
                  </a:lnTo>
                  <a:lnTo>
                    <a:pt x="306" y="0"/>
                  </a:lnTo>
                  <a:lnTo>
                    <a:pt x="1018" y="708"/>
                  </a:lnTo>
                  <a:lnTo>
                    <a:pt x="2642" y="3807"/>
                  </a:lnTo>
                  <a:lnTo>
                    <a:pt x="3255" y="53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340969" y="2921150"/>
              <a:ext cx="1398" cy="4932"/>
            </a:xfrm>
            <a:custGeom>
              <a:avLst/>
              <a:pathLst>
                <a:path w="1398" h="4932">
                  <a:moveTo>
                    <a:pt x="1398" y="1731"/>
                  </a:moveTo>
                  <a:lnTo>
                    <a:pt x="486" y="4932"/>
                  </a:lnTo>
                  <a:lnTo>
                    <a:pt x="0" y="4660"/>
                  </a:lnTo>
                  <a:lnTo>
                    <a:pt x="276" y="637"/>
                  </a:lnTo>
                  <a:lnTo>
                    <a:pt x="908" y="0"/>
                  </a:lnTo>
                  <a:lnTo>
                    <a:pt x="1155" y="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301278" y="2916396"/>
              <a:ext cx="5537" cy="16204"/>
            </a:xfrm>
            <a:custGeom>
              <a:avLst/>
              <a:pathLst>
                <a:path w="5537" h="16204">
                  <a:moveTo>
                    <a:pt x="3937" y="1125"/>
                  </a:moveTo>
                  <a:lnTo>
                    <a:pt x="3955" y="1802"/>
                  </a:lnTo>
                  <a:lnTo>
                    <a:pt x="2815" y="3666"/>
                  </a:lnTo>
                  <a:lnTo>
                    <a:pt x="3644" y="4996"/>
                  </a:lnTo>
                  <a:lnTo>
                    <a:pt x="4425" y="2103"/>
                  </a:lnTo>
                  <a:lnTo>
                    <a:pt x="5044" y="4453"/>
                  </a:lnTo>
                  <a:lnTo>
                    <a:pt x="5384" y="8861"/>
                  </a:lnTo>
                  <a:lnTo>
                    <a:pt x="5329" y="9629"/>
                  </a:lnTo>
                  <a:lnTo>
                    <a:pt x="5385" y="10287"/>
                  </a:lnTo>
                  <a:lnTo>
                    <a:pt x="5507" y="11131"/>
                  </a:lnTo>
                  <a:lnTo>
                    <a:pt x="5537" y="12354"/>
                  </a:lnTo>
                  <a:lnTo>
                    <a:pt x="4904" y="16204"/>
                  </a:lnTo>
                  <a:lnTo>
                    <a:pt x="2630" y="15809"/>
                  </a:lnTo>
                  <a:lnTo>
                    <a:pt x="2579" y="12564"/>
                  </a:lnTo>
                  <a:lnTo>
                    <a:pt x="2228" y="11937"/>
                  </a:lnTo>
                  <a:lnTo>
                    <a:pt x="1699" y="7303"/>
                  </a:lnTo>
                  <a:lnTo>
                    <a:pt x="987" y="5810"/>
                  </a:lnTo>
                  <a:lnTo>
                    <a:pt x="0" y="2001"/>
                  </a:lnTo>
                  <a:lnTo>
                    <a:pt x="573" y="1018"/>
                  </a:lnTo>
                  <a:lnTo>
                    <a:pt x="1338" y="1346"/>
                  </a:lnTo>
                  <a:lnTo>
                    <a:pt x="1730" y="887"/>
                  </a:lnTo>
                  <a:lnTo>
                    <a:pt x="2790" y="520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327239" y="2904282"/>
              <a:ext cx="5089" cy="16501"/>
            </a:xfrm>
            <a:custGeom>
              <a:avLst/>
              <a:pathLst>
                <a:path w="5089" h="16501">
                  <a:moveTo>
                    <a:pt x="5012" y="14700"/>
                  </a:moveTo>
                  <a:lnTo>
                    <a:pt x="5089" y="16202"/>
                  </a:lnTo>
                  <a:lnTo>
                    <a:pt x="4318" y="15898"/>
                  </a:lnTo>
                  <a:lnTo>
                    <a:pt x="3180" y="16485"/>
                  </a:lnTo>
                  <a:lnTo>
                    <a:pt x="2770" y="16501"/>
                  </a:lnTo>
                  <a:lnTo>
                    <a:pt x="3025" y="15472"/>
                  </a:lnTo>
                  <a:lnTo>
                    <a:pt x="3815" y="14081"/>
                  </a:lnTo>
                  <a:lnTo>
                    <a:pt x="3855" y="12757"/>
                  </a:lnTo>
                  <a:lnTo>
                    <a:pt x="2878" y="10847"/>
                  </a:lnTo>
                  <a:lnTo>
                    <a:pt x="1740" y="6094"/>
                  </a:lnTo>
                  <a:lnTo>
                    <a:pt x="1207" y="4967"/>
                  </a:lnTo>
                  <a:lnTo>
                    <a:pt x="954" y="3181"/>
                  </a:lnTo>
                  <a:lnTo>
                    <a:pt x="0" y="1265"/>
                  </a:lnTo>
                  <a:lnTo>
                    <a:pt x="199" y="240"/>
                  </a:lnTo>
                  <a:lnTo>
                    <a:pt x="395" y="0"/>
                  </a:lnTo>
                  <a:lnTo>
                    <a:pt x="1041" y="492"/>
                  </a:lnTo>
                  <a:lnTo>
                    <a:pt x="2503" y="7328"/>
                  </a:lnTo>
                  <a:lnTo>
                    <a:pt x="2598" y="79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306318" y="2892891"/>
              <a:ext cx="3369" cy="2656"/>
            </a:xfrm>
            <a:custGeom>
              <a:avLst/>
              <a:pathLst>
                <a:path w="3369" h="2656">
                  <a:moveTo>
                    <a:pt x="2466" y="2043"/>
                  </a:moveTo>
                  <a:lnTo>
                    <a:pt x="1167" y="2656"/>
                  </a:lnTo>
                  <a:lnTo>
                    <a:pt x="238" y="2051"/>
                  </a:lnTo>
                  <a:lnTo>
                    <a:pt x="0" y="1565"/>
                  </a:lnTo>
                  <a:lnTo>
                    <a:pt x="397" y="748"/>
                  </a:lnTo>
                  <a:lnTo>
                    <a:pt x="1273" y="67"/>
                  </a:lnTo>
                  <a:lnTo>
                    <a:pt x="2679" y="0"/>
                  </a:lnTo>
                  <a:lnTo>
                    <a:pt x="3295" y="805"/>
                  </a:lnTo>
                  <a:lnTo>
                    <a:pt x="3369" y="11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296267" y="2889365"/>
              <a:ext cx="8057" cy="27034"/>
            </a:xfrm>
            <a:custGeom>
              <a:avLst/>
              <a:pathLst>
                <a:path w="8057" h="27034">
                  <a:moveTo>
                    <a:pt x="7957" y="14624"/>
                  </a:moveTo>
                  <a:lnTo>
                    <a:pt x="7932" y="18202"/>
                  </a:lnTo>
                  <a:lnTo>
                    <a:pt x="8057" y="20879"/>
                  </a:lnTo>
                  <a:lnTo>
                    <a:pt x="7941" y="21832"/>
                  </a:lnTo>
                  <a:lnTo>
                    <a:pt x="6696" y="23621"/>
                  </a:lnTo>
                  <a:lnTo>
                    <a:pt x="6376" y="24621"/>
                  </a:lnTo>
                  <a:lnTo>
                    <a:pt x="5202" y="25630"/>
                  </a:lnTo>
                  <a:lnTo>
                    <a:pt x="4492" y="27034"/>
                  </a:lnTo>
                  <a:lnTo>
                    <a:pt x="4136" y="24753"/>
                  </a:lnTo>
                  <a:lnTo>
                    <a:pt x="3447" y="23343"/>
                  </a:lnTo>
                  <a:lnTo>
                    <a:pt x="3331" y="20946"/>
                  </a:lnTo>
                  <a:lnTo>
                    <a:pt x="2804" y="21756"/>
                  </a:lnTo>
                  <a:lnTo>
                    <a:pt x="2044" y="21262"/>
                  </a:lnTo>
                  <a:lnTo>
                    <a:pt x="791" y="19447"/>
                  </a:lnTo>
                  <a:lnTo>
                    <a:pt x="0" y="16983"/>
                  </a:lnTo>
                  <a:lnTo>
                    <a:pt x="1109" y="16556"/>
                  </a:lnTo>
                  <a:lnTo>
                    <a:pt x="1338" y="18087"/>
                  </a:lnTo>
                  <a:lnTo>
                    <a:pt x="2216" y="16208"/>
                  </a:lnTo>
                  <a:lnTo>
                    <a:pt x="2016" y="15218"/>
                  </a:lnTo>
                  <a:lnTo>
                    <a:pt x="1858" y="15092"/>
                  </a:lnTo>
                  <a:lnTo>
                    <a:pt x="1570" y="13250"/>
                  </a:lnTo>
                  <a:lnTo>
                    <a:pt x="2891" y="8429"/>
                  </a:lnTo>
                  <a:lnTo>
                    <a:pt x="3175" y="5318"/>
                  </a:lnTo>
                  <a:lnTo>
                    <a:pt x="2577" y="327"/>
                  </a:lnTo>
                  <a:lnTo>
                    <a:pt x="3136" y="0"/>
                  </a:lnTo>
                  <a:lnTo>
                    <a:pt x="4626" y="1750"/>
                  </a:lnTo>
                  <a:lnTo>
                    <a:pt x="5293" y="3472"/>
                  </a:lnTo>
                  <a:lnTo>
                    <a:pt x="5315" y="5837"/>
                  </a:lnTo>
                  <a:lnTo>
                    <a:pt x="5942" y="7668"/>
                  </a:lnTo>
                  <a:lnTo>
                    <a:pt x="6849" y="120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315309" y="2878652"/>
              <a:ext cx="7661" cy="27051"/>
            </a:xfrm>
            <a:custGeom>
              <a:avLst/>
              <a:pathLst>
                <a:path w="7661" h="27051">
                  <a:moveTo>
                    <a:pt x="1517" y="2289"/>
                  </a:moveTo>
                  <a:lnTo>
                    <a:pt x="3411" y="5622"/>
                  </a:lnTo>
                  <a:lnTo>
                    <a:pt x="5027" y="6880"/>
                  </a:lnTo>
                  <a:lnTo>
                    <a:pt x="6774" y="11053"/>
                  </a:lnTo>
                  <a:lnTo>
                    <a:pt x="7526" y="12539"/>
                  </a:lnTo>
                  <a:lnTo>
                    <a:pt x="7661" y="13892"/>
                  </a:lnTo>
                  <a:lnTo>
                    <a:pt x="7366" y="20071"/>
                  </a:lnTo>
                  <a:lnTo>
                    <a:pt x="6973" y="23790"/>
                  </a:lnTo>
                  <a:lnTo>
                    <a:pt x="7032" y="27051"/>
                  </a:lnTo>
                  <a:lnTo>
                    <a:pt x="6622" y="26086"/>
                  </a:lnTo>
                  <a:lnTo>
                    <a:pt x="6208" y="23950"/>
                  </a:lnTo>
                  <a:lnTo>
                    <a:pt x="5528" y="22723"/>
                  </a:lnTo>
                  <a:lnTo>
                    <a:pt x="5301" y="22079"/>
                  </a:lnTo>
                  <a:lnTo>
                    <a:pt x="6523" y="21938"/>
                  </a:lnTo>
                  <a:lnTo>
                    <a:pt x="6632" y="18576"/>
                  </a:lnTo>
                  <a:lnTo>
                    <a:pt x="7228" y="15924"/>
                  </a:lnTo>
                  <a:lnTo>
                    <a:pt x="7138" y="13165"/>
                  </a:lnTo>
                  <a:lnTo>
                    <a:pt x="5711" y="10128"/>
                  </a:lnTo>
                  <a:lnTo>
                    <a:pt x="4734" y="7455"/>
                  </a:lnTo>
                  <a:lnTo>
                    <a:pt x="3231" y="6599"/>
                  </a:lnTo>
                  <a:lnTo>
                    <a:pt x="1840" y="3937"/>
                  </a:lnTo>
                  <a:lnTo>
                    <a:pt x="1011" y="3609"/>
                  </a:lnTo>
                  <a:lnTo>
                    <a:pt x="0" y="4078"/>
                  </a:lnTo>
                  <a:lnTo>
                    <a:pt x="365" y="2491"/>
                  </a:lnTo>
                  <a:lnTo>
                    <a:pt x="618" y="392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289934" y="2842216"/>
              <a:ext cx="12235" cy="8783"/>
            </a:xfrm>
            <a:custGeom>
              <a:avLst/>
              <a:pathLst>
                <a:path w="12235" h="8783">
                  <a:moveTo>
                    <a:pt x="5670" y="2035"/>
                  </a:moveTo>
                  <a:lnTo>
                    <a:pt x="7065" y="2954"/>
                  </a:lnTo>
                  <a:lnTo>
                    <a:pt x="7811" y="2829"/>
                  </a:lnTo>
                  <a:lnTo>
                    <a:pt x="8259" y="2224"/>
                  </a:lnTo>
                  <a:lnTo>
                    <a:pt x="10322" y="2471"/>
                  </a:lnTo>
                  <a:lnTo>
                    <a:pt x="11987" y="1587"/>
                  </a:lnTo>
                  <a:lnTo>
                    <a:pt x="12235" y="3156"/>
                  </a:lnTo>
                  <a:lnTo>
                    <a:pt x="12193" y="3976"/>
                  </a:lnTo>
                  <a:lnTo>
                    <a:pt x="8651" y="4745"/>
                  </a:lnTo>
                  <a:lnTo>
                    <a:pt x="5402" y="7049"/>
                  </a:lnTo>
                  <a:lnTo>
                    <a:pt x="3621" y="8610"/>
                  </a:lnTo>
                  <a:lnTo>
                    <a:pt x="2784" y="8783"/>
                  </a:lnTo>
                  <a:lnTo>
                    <a:pt x="2145" y="7962"/>
                  </a:lnTo>
                  <a:lnTo>
                    <a:pt x="0" y="3204"/>
                  </a:lnTo>
                  <a:lnTo>
                    <a:pt x="573" y="3679"/>
                  </a:lnTo>
                  <a:lnTo>
                    <a:pt x="2158" y="6368"/>
                  </a:lnTo>
                  <a:lnTo>
                    <a:pt x="3143" y="5878"/>
                  </a:lnTo>
                  <a:lnTo>
                    <a:pt x="4055" y="4100"/>
                  </a:lnTo>
                  <a:lnTo>
                    <a:pt x="4194" y="2757"/>
                  </a:lnTo>
                  <a:lnTo>
                    <a:pt x="4058" y="2121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301924" y="2838016"/>
              <a:ext cx="10420" cy="30867"/>
            </a:xfrm>
            <a:custGeom>
              <a:avLst/>
              <a:pathLst>
                <a:path w="10420" h="30867">
                  <a:moveTo>
                    <a:pt x="8264" y="30609"/>
                  </a:moveTo>
                  <a:lnTo>
                    <a:pt x="8024" y="30867"/>
                  </a:lnTo>
                  <a:lnTo>
                    <a:pt x="7025" y="27908"/>
                  </a:lnTo>
                  <a:lnTo>
                    <a:pt x="6220" y="27048"/>
                  </a:lnTo>
                  <a:lnTo>
                    <a:pt x="7477" y="24956"/>
                  </a:lnTo>
                  <a:lnTo>
                    <a:pt x="8020" y="23158"/>
                  </a:lnTo>
                  <a:lnTo>
                    <a:pt x="8009" y="19237"/>
                  </a:lnTo>
                  <a:lnTo>
                    <a:pt x="8316" y="17088"/>
                  </a:lnTo>
                  <a:lnTo>
                    <a:pt x="8212" y="15229"/>
                  </a:lnTo>
                  <a:lnTo>
                    <a:pt x="8489" y="13330"/>
                  </a:lnTo>
                  <a:lnTo>
                    <a:pt x="8114" y="11197"/>
                  </a:lnTo>
                  <a:lnTo>
                    <a:pt x="7063" y="9506"/>
                  </a:lnTo>
                  <a:lnTo>
                    <a:pt x="4984" y="2780"/>
                  </a:lnTo>
                  <a:lnTo>
                    <a:pt x="1700" y="1147"/>
                  </a:lnTo>
                  <a:lnTo>
                    <a:pt x="0" y="1079"/>
                  </a:lnTo>
                  <a:lnTo>
                    <a:pt x="934" y="0"/>
                  </a:lnTo>
                  <a:lnTo>
                    <a:pt x="1797" y="131"/>
                  </a:lnTo>
                  <a:lnTo>
                    <a:pt x="3125" y="773"/>
                  </a:lnTo>
                  <a:lnTo>
                    <a:pt x="4716" y="1083"/>
                  </a:lnTo>
                  <a:lnTo>
                    <a:pt x="5688" y="3063"/>
                  </a:lnTo>
                  <a:lnTo>
                    <a:pt x="6617" y="5687"/>
                  </a:lnTo>
                  <a:lnTo>
                    <a:pt x="7455" y="6749"/>
                  </a:lnTo>
                  <a:lnTo>
                    <a:pt x="7800" y="7424"/>
                  </a:lnTo>
                  <a:lnTo>
                    <a:pt x="7761" y="8186"/>
                  </a:lnTo>
                  <a:lnTo>
                    <a:pt x="7901" y="8902"/>
                  </a:lnTo>
                  <a:lnTo>
                    <a:pt x="8995" y="10130"/>
                  </a:lnTo>
                  <a:lnTo>
                    <a:pt x="10097" y="12112"/>
                  </a:lnTo>
                  <a:lnTo>
                    <a:pt x="10420" y="17925"/>
                  </a:lnTo>
                  <a:lnTo>
                    <a:pt x="8935" y="20677"/>
                  </a:lnTo>
                  <a:lnTo>
                    <a:pt x="8662" y="290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3380004" y="2296191"/>
              <a:ext cx="44273" cy="80280"/>
            </a:xfrm>
            <a:custGeom>
              <a:avLst/>
              <a:pathLst>
                <a:path w="44273" h="80280">
                  <a:moveTo>
                    <a:pt x="37637" y="12037"/>
                  </a:moveTo>
                  <a:lnTo>
                    <a:pt x="38039" y="11973"/>
                  </a:lnTo>
                  <a:lnTo>
                    <a:pt x="39068" y="11138"/>
                  </a:lnTo>
                  <a:lnTo>
                    <a:pt x="40280" y="10705"/>
                  </a:lnTo>
                  <a:lnTo>
                    <a:pt x="41153" y="11202"/>
                  </a:lnTo>
                  <a:lnTo>
                    <a:pt x="41567" y="11691"/>
                  </a:lnTo>
                  <a:lnTo>
                    <a:pt x="41661" y="12352"/>
                  </a:lnTo>
                  <a:lnTo>
                    <a:pt x="41404" y="14653"/>
                  </a:lnTo>
                  <a:lnTo>
                    <a:pt x="40914" y="17132"/>
                  </a:lnTo>
                  <a:lnTo>
                    <a:pt x="40123" y="19708"/>
                  </a:lnTo>
                  <a:lnTo>
                    <a:pt x="39297" y="22138"/>
                  </a:lnTo>
                  <a:lnTo>
                    <a:pt x="39079" y="23425"/>
                  </a:lnTo>
                  <a:lnTo>
                    <a:pt x="39020" y="25471"/>
                  </a:lnTo>
                  <a:lnTo>
                    <a:pt x="38918" y="27084"/>
                  </a:lnTo>
                  <a:lnTo>
                    <a:pt x="39031" y="27961"/>
                  </a:lnTo>
                  <a:lnTo>
                    <a:pt x="39302" y="28781"/>
                  </a:lnTo>
                  <a:lnTo>
                    <a:pt x="40219" y="29430"/>
                  </a:lnTo>
                  <a:lnTo>
                    <a:pt x="41454" y="31048"/>
                  </a:lnTo>
                  <a:lnTo>
                    <a:pt x="42505" y="33156"/>
                  </a:lnTo>
                  <a:lnTo>
                    <a:pt x="43852" y="35549"/>
                  </a:lnTo>
                  <a:lnTo>
                    <a:pt x="44273" y="36437"/>
                  </a:lnTo>
                  <a:lnTo>
                    <a:pt x="44272" y="37393"/>
                  </a:lnTo>
                  <a:lnTo>
                    <a:pt x="43878" y="38102"/>
                  </a:lnTo>
                  <a:lnTo>
                    <a:pt x="42727" y="38370"/>
                  </a:lnTo>
                  <a:lnTo>
                    <a:pt x="41527" y="38161"/>
                  </a:lnTo>
                  <a:lnTo>
                    <a:pt x="41068" y="37917"/>
                  </a:lnTo>
                  <a:lnTo>
                    <a:pt x="40640" y="38210"/>
                  </a:lnTo>
                  <a:lnTo>
                    <a:pt x="40374" y="38754"/>
                  </a:lnTo>
                  <a:lnTo>
                    <a:pt x="40515" y="39396"/>
                  </a:lnTo>
                  <a:lnTo>
                    <a:pt x="41744" y="42308"/>
                  </a:lnTo>
                  <a:lnTo>
                    <a:pt x="43173" y="46480"/>
                  </a:lnTo>
                  <a:lnTo>
                    <a:pt x="43253" y="48273"/>
                  </a:lnTo>
                  <a:lnTo>
                    <a:pt x="43078" y="49683"/>
                  </a:lnTo>
                  <a:lnTo>
                    <a:pt x="42748" y="50661"/>
                  </a:lnTo>
                  <a:lnTo>
                    <a:pt x="42153" y="50498"/>
                  </a:lnTo>
                  <a:lnTo>
                    <a:pt x="41702" y="49734"/>
                  </a:lnTo>
                  <a:lnTo>
                    <a:pt x="41016" y="49783"/>
                  </a:lnTo>
                  <a:lnTo>
                    <a:pt x="40483" y="50002"/>
                  </a:lnTo>
                  <a:lnTo>
                    <a:pt x="39791" y="51511"/>
                  </a:lnTo>
                  <a:lnTo>
                    <a:pt x="39446" y="51448"/>
                  </a:lnTo>
                  <a:lnTo>
                    <a:pt x="38853" y="51676"/>
                  </a:lnTo>
                  <a:lnTo>
                    <a:pt x="38476" y="51972"/>
                  </a:lnTo>
                  <a:lnTo>
                    <a:pt x="37881" y="51534"/>
                  </a:lnTo>
                  <a:lnTo>
                    <a:pt x="37258" y="51244"/>
                  </a:lnTo>
                  <a:lnTo>
                    <a:pt x="36987" y="51707"/>
                  </a:lnTo>
                  <a:lnTo>
                    <a:pt x="36867" y="52592"/>
                  </a:lnTo>
                  <a:lnTo>
                    <a:pt x="37253" y="54198"/>
                  </a:lnTo>
                  <a:lnTo>
                    <a:pt x="37977" y="56711"/>
                  </a:lnTo>
                  <a:lnTo>
                    <a:pt x="37861" y="58629"/>
                  </a:lnTo>
                  <a:lnTo>
                    <a:pt x="37310" y="58836"/>
                  </a:lnTo>
                  <a:lnTo>
                    <a:pt x="36803" y="57239"/>
                  </a:lnTo>
                  <a:lnTo>
                    <a:pt x="36353" y="56981"/>
                  </a:lnTo>
                  <a:lnTo>
                    <a:pt x="35841" y="57036"/>
                  </a:lnTo>
                  <a:lnTo>
                    <a:pt x="34669" y="58891"/>
                  </a:lnTo>
                  <a:lnTo>
                    <a:pt x="33806" y="60449"/>
                  </a:lnTo>
                  <a:lnTo>
                    <a:pt x="33606" y="61539"/>
                  </a:lnTo>
                  <a:lnTo>
                    <a:pt x="33296" y="62729"/>
                  </a:lnTo>
                  <a:lnTo>
                    <a:pt x="33203" y="63588"/>
                  </a:lnTo>
                  <a:lnTo>
                    <a:pt x="33223" y="66452"/>
                  </a:lnTo>
                  <a:lnTo>
                    <a:pt x="31668" y="66910"/>
                  </a:lnTo>
                  <a:lnTo>
                    <a:pt x="31342" y="67332"/>
                  </a:lnTo>
                  <a:lnTo>
                    <a:pt x="31154" y="68202"/>
                  </a:lnTo>
                  <a:lnTo>
                    <a:pt x="31284" y="71877"/>
                  </a:lnTo>
                  <a:lnTo>
                    <a:pt x="31410" y="73852"/>
                  </a:lnTo>
                  <a:lnTo>
                    <a:pt x="32299" y="76898"/>
                  </a:lnTo>
                  <a:lnTo>
                    <a:pt x="32329" y="77860"/>
                  </a:lnTo>
                  <a:lnTo>
                    <a:pt x="32203" y="78495"/>
                  </a:lnTo>
                  <a:lnTo>
                    <a:pt x="31571" y="79704"/>
                  </a:lnTo>
                  <a:lnTo>
                    <a:pt x="31270" y="80138"/>
                  </a:lnTo>
                  <a:lnTo>
                    <a:pt x="31068" y="80280"/>
                  </a:lnTo>
                  <a:lnTo>
                    <a:pt x="30035" y="79483"/>
                  </a:lnTo>
                  <a:lnTo>
                    <a:pt x="29545" y="79107"/>
                  </a:lnTo>
                  <a:lnTo>
                    <a:pt x="27473" y="76413"/>
                  </a:lnTo>
                  <a:lnTo>
                    <a:pt x="26559" y="74915"/>
                  </a:lnTo>
                  <a:lnTo>
                    <a:pt x="25113" y="72960"/>
                  </a:lnTo>
                  <a:lnTo>
                    <a:pt x="24220" y="71848"/>
                  </a:lnTo>
                  <a:lnTo>
                    <a:pt x="23767" y="70158"/>
                  </a:lnTo>
                  <a:lnTo>
                    <a:pt x="23057" y="69767"/>
                  </a:lnTo>
                  <a:lnTo>
                    <a:pt x="22221" y="70310"/>
                  </a:lnTo>
                  <a:lnTo>
                    <a:pt x="21273" y="69091"/>
                  </a:lnTo>
                  <a:lnTo>
                    <a:pt x="21943" y="68459"/>
                  </a:lnTo>
                  <a:lnTo>
                    <a:pt x="22109" y="67858"/>
                  </a:lnTo>
                  <a:lnTo>
                    <a:pt x="22024" y="67075"/>
                  </a:lnTo>
                  <a:lnTo>
                    <a:pt x="21729" y="66006"/>
                  </a:lnTo>
                  <a:lnTo>
                    <a:pt x="19168" y="61392"/>
                  </a:lnTo>
                  <a:lnTo>
                    <a:pt x="17911" y="58239"/>
                  </a:lnTo>
                  <a:lnTo>
                    <a:pt x="17707" y="57109"/>
                  </a:lnTo>
                  <a:lnTo>
                    <a:pt x="17690" y="54098"/>
                  </a:lnTo>
                  <a:lnTo>
                    <a:pt x="17393" y="53375"/>
                  </a:lnTo>
                  <a:lnTo>
                    <a:pt x="15512" y="52006"/>
                  </a:lnTo>
                  <a:lnTo>
                    <a:pt x="13409" y="48092"/>
                  </a:lnTo>
                  <a:lnTo>
                    <a:pt x="11241" y="44257"/>
                  </a:lnTo>
                  <a:lnTo>
                    <a:pt x="10945" y="43186"/>
                  </a:lnTo>
                  <a:lnTo>
                    <a:pt x="9826" y="40286"/>
                  </a:lnTo>
                  <a:lnTo>
                    <a:pt x="8463" y="37644"/>
                  </a:lnTo>
                  <a:lnTo>
                    <a:pt x="7375" y="35959"/>
                  </a:lnTo>
                  <a:lnTo>
                    <a:pt x="6484" y="34041"/>
                  </a:lnTo>
                  <a:lnTo>
                    <a:pt x="5496" y="31364"/>
                  </a:lnTo>
                  <a:lnTo>
                    <a:pt x="4985" y="27319"/>
                  </a:lnTo>
                  <a:lnTo>
                    <a:pt x="4530" y="23722"/>
                  </a:lnTo>
                  <a:lnTo>
                    <a:pt x="4221" y="22326"/>
                  </a:lnTo>
                  <a:lnTo>
                    <a:pt x="3595" y="21835"/>
                  </a:lnTo>
                  <a:lnTo>
                    <a:pt x="1650" y="17570"/>
                  </a:lnTo>
                  <a:lnTo>
                    <a:pt x="0" y="15091"/>
                  </a:lnTo>
                  <a:lnTo>
                    <a:pt x="15" y="12415"/>
                  </a:lnTo>
                  <a:lnTo>
                    <a:pt x="286" y="7949"/>
                  </a:lnTo>
                  <a:lnTo>
                    <a:pt x="592" y="2884"/>
                  </a:lnTo>
                  <a:lnTo>
                    <a:pt x="992" y="2180"/>
                  </a:lnTo>
                  <a:lnTo>
                    <a:pt x="1745" y="1797"/>
                  </a:lnTo>
                  <a:lnTo>
                    <a:pt x="2607" y="1943"/>
                  </a:lnTo>
                  <a:lnTo>
                    <a:pt x="3356" y="2569"/>
                  </a:lnTo>
                  <a:lnTo>
                    <a:pt x="4841" y="6038"/>
                  </a:lnTo>
                  <a:lnTo>
                    <a:pt x="5689" y="7385"/>
                  </a:lnTo>
                  <a:lnTo>
                    <a:pt x="6406" y="7911"/>
                  </a:lnTo>
                  <a:lnTo>
                    <a:pt x="7231" y="6447"/>
                  </a:lnTo>
                  <a:lnTo>
                    <a:pt x="8250" y="3384"/>
                  </a:lnTo>
                  <a:lnTo>
                    <a:pt x="9137" y="1768"/>
                  </a:lnTo>
                  <a:lnTo>
                    <a:pt x="12131" y="2354"/>
                  </a:lnTo>
                  <a:lnTo>
                    <a:pt x="13602" y="0"/>
                  </a:lnTo>
                  <a:lnTo>
                    <a:pt x="15982" y="3096"/>
                  </a:lnTo>
                  <a:lnTo>
                    <a:pt x="16963" y="3560"/>
                  </a:lnTo>
                  <a:lnTo>
                    <a:pt x="17516" y="3132"/>
                  </a:lnTo>
                  <a:lnTo>
                    <a:pt x="18269" y="3327"/>
                  </a:lnTo>
                  <a:lnTo>
                    <a:pt x="19937" y="4233"/>
                  </a:lnTo>
                  <a:lnTo>
                    <a:pt x="20323" y="4615"/>
                  </a:lnTo>
                  <a:lnTo>
                    <a:pt x="20825" y="4550"/>
                  </a:lnTo>
                  <a:lnTo>
                    <a:pt x="22059" y="3341"/>
                  </a:lnTo>
                  <a:lnTo>
                    <a:pt x="22481" y="3491"/>
                  </a:lnTo>
                  <a:lnTo>
                    <a:pt x="23892" y="5863"/>
                  </a:lnTo>
                  <a:lnTo>
                    <a:pt x="24601" y="5889"/>
                  </a:lnTo>
                  <a:lnTo>
                    <a:pt x="25455" y="4866"/>
                  </a:lnTo>
                  <a:lnTo>
                    <a:pt x="26004" y="3982"/>
                  </a:lnTo>
                  <a:lnTo>
                    <a:pt x="27626" y="4644"/>
                  </a:lnTo>
                  <a:lnTo>
                    <a:pt x="28555" y="4244"/>
                  </a:lnTo>
                  <a:lnTo>
                    <a:pt x="29326" y="4204"/>
                  </a:lnTo>
                  <a:lnTo>
                    <a:pt x="30162" y="4609"/>
                  </a:lnTo>
                  <a:lnTo>
                    <a:pt x="30925" y="5157"/>
                  </a:lnTo>
                  <a:lnTo>
                    <a:pt x="31666" y="5635"/>
                  </a:lnTo>
                  <a:lnTo>
                    <a:pt x="33672" y="5883"/>
                  </a:lnTo>
                  <a:lnTo>
                    <a:pt x="34633" y="7388"/>
                  </a:lnTo>
                  <a:lnTo>
                    <a:pt x="35016" y="8844"/>
                  </a:lnTo>
                  <a:lnTo>
                    <a:pt x="35025" y="9731"/>
                  </a:lnTo>
                  <a:lnTo>
                    <a:pt x="35119" y="10686"/>
                  </a:lnTo>
                  <a:lnTo>
                    <a:pt x="35672" y="11621"/>
                  </a:lnTo>
                  <a:lnTo>
                    <a:pt x="36879" y="121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475331" y="3104602"/>
              <a:ext cx="871" cy="1272"/>
            </a:xfrm>
            <a:custGeom>
              <a:avLst/>
              <a:pathLst>
                <a:path w="871" h="1272">
                  <a:moveTo>
                    <a:pt x="500" y="1235"/>
                  </a:moveTo>
                  <a:lnTo>
                    <a:pt x="328" y="1272"/>
                  </a:lnTo>
                  <a:lnTo>
                    <a:pt x="189" y="1022"/>
                  </a:lnTo>
                  <a:lnTo>
                    <a:pt x="69" y="581"/>
                  </a:lnTo>
                  <a:lnTo>
                    <a:pt x="0" y="138"/>
                  </a:lnTo>
                  <a:lnTo>
                    <a:pt x="115" y="0"/>
                  </a:lnTo>
                  <a:lnTo>
                    <a:pt x="871" y="282"/>
                  </a:lnTo>
                  <a:lnTo>
                    <a:pt x="787" y="608"/>
                  </a:lnTo>
                  <a:lnTo>
                    <a:pt x="659" y="96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3465606" y="1975015"/>
              <a:ext cx="109731" cy="144221"/>
            </a:xfrm>
            <a:custGeom>
              <a:avLst/>
              <a:pathLst>
                <a:path w="109731" h="144221">
                  <a:moveTo>
                    <a:pt x="57227" y="85"/>
                  </a:moveTo>
                  <a:lnTo>
                    <a:pt x="58796" y="2656"/>
                  </a:lnTo>
                  <a:lnTo>
                    <a:pt x="59165" y="2755"/>
                  </a:lnTo>
                  <a:lnTo>
                    <a:pt x="60037" y="1745"/>
                  </a:lnTo>
                  <a:lnTo>
                    <a:pt x="60209" y="1677"/>
                  </a:lnTo>
                  <a:lnTo>
                    <a:pt x="62015" y="1590"/>
                  </a:lnTo>
                  <a:lnTo>
                    <a:pt x="62854" y="2483"/>
                  </a:lnTo>
                  <a:lnTo>
                    <a:pt x="63475" y="4230"/>
                  </a:lnTo>
                  <a:lnTo>
                    <a:pt x="64050" y="5627"/>
                  </a:lnTo>
                  <a:lnTo>
                    <a:pt x="64671" y="6005"/>
                  </a:lnTo>
                  <a:lnTo>
                    <a:pt x="66428" y="4246"/>
                  </a:lnTo>
                  <a:lnTo>
                    <a:pt x="67398" y="3664"/>
                  </a:lnTo>
                  <a:lnTo>
                    <a:pt x="68039" y="3683"/>
                  </a:lnTo>
                  <a:lnTo>
                    <a:pt x="70290" y="5257"/>
                  </a:lnTo>
                  <a:lnTo>
                    <a:pt x="71348" y="6119"/>
                  </a:lnTo>
                  <a:lnTo>
                    <a:pt x="71591" y="6902"/>
                  </a:lnTo>
                  <a:lnTo>
                    <a:pt x="71612" y="7822"/>
                  </a:lnTo>
                  <a:lnTo>
                    <a:pt x="71327" y="9192"/>
                  </a:lnTo>
                  <a:lnTo>
                    <a:pt x="71100" y="10679"/>
                  </a:lnTo>
                  <a:lnTo>
                    <a:pt x="71786" y="12438"/>
                  </a:lnTo>
                  <a:lnTo>
                    <a:pt x="72582" y="13628"/>
                  </a:lnTo>
                  <a:lnTo>
                    <a:pt x="74284" y="11660"/>
                  </a:lnTo>
                  <a:lnTo>
                    <a:pt x="74911" y="11112"/>
                  </a:lnTo>
                  <a:lnTo>
                    <a:pt x="75596" y="11092"/>
                  </a:lnTo>
                  <a:lnTo>
                    <a:pt x="76515" y="10362"/>
                  </a:lnTo>
                  <a:lnTo>
                    <a:pt x="77179" y="9262"/>
                  </a:lnTo>
                  <a:lnTo>
                    <a:pt x="77816" y="8880"/>
                  </a:lnTo>
                  <a:lnTo>
                    <a:pt x="79032" y="9141"/>
                  </a:lnTo>
                  <a:lnTo>
                    <a:pt x="81229" y="8882"/>
                  </a:lnTo>
                  <a:lnTo>
                    <a:pt x="83791" y="10607"/>
                  </a:lnTo>
                  <a:lnTo>
                    <a:pt x="84012" y="11140"/>
                  </a:lnTo>
                  <a:lnTo>
                    <a:pt x="85293" y="13164"/>
                  </a:lnTo>
                  <a:lnTo>
                    <a:pt x="85740" y="14170"/>
                  </a:lnTo>
                  <a:lnTo>
                    <a:pt x="86163" y="14488"/>
                  </a:lnTo>
                  <a:lnTo>
                    <a:pt x="86846" y="15474"/>
                  </a:lnTo>
                  <a:lnTo>
                    <a:pt x="87756" y="16094"/>
                  </a:lnTo>
                  <a:lnTo>
                    <a:pt x="88391" y="15905"/>
                  </a:lnTo>
                  <a:lnTo>
                    <a:pt x="88694" y="16234"/>
                  </a:lnTo>
                  <a:lnTo>
                    <a:pt x="88977" y="17013"/>
                  </a:lnTo>
                  <a:lnTo>
                    <a:pt x="88999" y="18333"/>
                  </a:lnTo>
                  <a:lnTo>
                    <a:pt x="88905" y="22114"/>
                  </a:lnTo>
                  <a:lnTo>
                    <a:pt x="88459" y="23207"/>
                  </a:lnTo>
                  <a:lnTo>
                    <a:pt x="87989" y="24098"/>
                  </a:lnTo>
                  <a:lnTo>
                    <a:pt x="87869" y="24786"/>
                  </a:lnTo>
                  <a:lnTo>
                    <a:pt x="87914" y="25621"/>
                  </a:lnTo>
                  <a:lnTo>
                    <a:pt x="88639" y="27254"/>
                  </a:lnTo>
                  <a:lnTo>
                    <a:pt x="89576" y="29791"/>
                  </a:lnTo>
                  <a:lnTo>
                    <a:pt x="89793" y="31263"/>
                  </a:lnTo>
                  <a:lnTo>
                    <a:pt x="89793" y="32365"/>
                  </a:lnTo>
                  <a:lnTo>
                    <a:pt x="88516" y="35608"/>
                  </a:lnTo>
                  <a:lnTo>
                    <a:pt x="88091" y="36369"/>
                  </a:lnTo>
                  <a:lnTo>
                    <a:pt x="87799" y="37966"/>
                  </a:lnTo>
                  <a:lnTo>
                    <a:pt x="87644" y="39589"/>
                  </a:lnTo>
                  <a:lnTo>
                    <a:pt x="87734" y="40262"/>
                  </a:lnTo>
                  <a:lnTo>
                    <a:pt x="89867" y="42843"/>
                  </a:lnTo>
                  <a:lnTo>
                    <a:pt x="91445" y="44244"/>
                  </a:lnTo>
                  <a:lnTo>
                    <a:pt x="91800" y="44928"/>
                  </a:lnTo>
                  <a:lnTo>
                    <a:pt x="91831" y="45353"/>
                  </a:lnTo>
                  <a:lnTo>
                    <a:pt x="90992" y="48126"/>
                  </a:lnTo>
                  <a:lnTo>
                    <a:pt x="90910" y="48874"/>
                  </a:lnTo>
                  <a:lnTo>
                    <a:pt x="92175" y="50021"/>
                  </a:lnTo>
                  <a:lnTo>
                    <a:pt x="92874" y="51833"/>
                  </a:lnTo>
                  <a:lnTo>
                    <a:pt x="93491" y="54786"/>
                  </a:lnTo>
                  <a:lnTo>
                    <a:pt x="94694" y="57616"/>
                  </a:lnTo>
                  <a:lnTo>
                    <a:pt x="97281" y="60121"/>
                  </a:lnTo>
                  <a:lnTo>
                    <a:pt x="99163" y="61754"/>
                  </a:lnTo>
                  <a:lnTo>
                    <a:pt x="99554" y="62498"/>
                  </a:lnTo>
                  <a:lnTo>
                    <a:pt x="99690" y="63383"/>
                  </a:lnTo>
                  <a:lnTo>
                    <a:pt x="99546" y="65326"/>
                  </a:lnTo>
                  <a:lnTo>
                    <a:pt x="99060" y="67691"/>
                  </a:lnTo>
                  <a:lnTo>
                    <a:pt x="98728" y="69007"/>
                  </a:lnTo>
                  <a:lnTo>
                    <a:pt x="99495" y="69554"/>
                  </a:lnTo>
                  <a:lnTo>
                    <a:pt x="101467" y="69408"/>
                  </a:lnTo>
                  <a:lnTo>
                    <a:pt x="103863" y="69870"/>
                  </a:lnTo>
                  <a:lnTo>
                    <a:pt x="106738" y="72480"/>
                  </a:lnTo>
                  <a:lnTo>
                    <a:pt x="106747" y="73650"/>
                  </a:lnTo>
                  <a:lnTo>
                    <a:pt x="106450" y="74715"/>
                  </a:lnTo>
                  <a:lnTo>
                    <a:pt x="106648" y="75839"/>
                  </a:lnTo>
                  <a:lnTo>
                    <a:pt x="106962" y="76792"/>
                  </a:lnTo>
                  <a:lnTo>
                    <a:pt x="109449" y="79713"/>
                  </a:lnTo>
                  <a:lnTo>
                    <a:pt x="109687" y="80561"/>
                  </a:lnTo>
                  <a:lnTo>
                    <a:pt x="109731" y="81979"/>
                  </a:lnTo>
                  <a:lnTo>
                    <a:pt x="109662" y="83017"/>
                  </a:lnTo>
                  <a:lnTo>
                    <a:pt x="108973" y="83236"/>
                  </a:lnTo>
                  <a:lnTo>
                    <a:pt x="108209" y="83724"/>
                  </a:lnTo>
                  <a:lnTo>
                    <a:pt x="106958" y="84967"/>
                  </a:lnTo>
                  <a:lnTo>
                    <a:pt x="106463" y="86732"/>
                  </a:lnTo>
                  <a:lnTo>
                    <a:pt x="104442" y="89162"/>
                  </a:lnTo>
                  <a:lnTo>
                    <a:pt x="103191" y="90261"/>
                  </a:lnTo>
                  <a:lnTo>
                    <a:pt x="102195" y="90312"/>
                  </a:lnTo>
                  <a:lnTo>
                    <a:pt x="99827" y="89817"/>
                  </a:lnTo>
                  <a:lnTo>
                    <a:pt x="98996" y="88615"/>
                  </a:lnTo>
                  <a:lnTo>
                    <a:pt x="98651" y="87513"/>
                  </a:lnTo>
                  <a:lnTo>
                    <a:pt x="97739" y="87018"/>
                  </a:lnTo>
                  <a:lnTo>
                    <a:pt x="96528" y="86971"/>
                  </a:lnTo>
                  <a:lnTo>
                    <a:pt x="94858" y="87162"/>
                  </a:lnTo>
                  <a:lnTo>
                    <a:pt x="94518" y="87494"/>
                  </a:lnTo>
                  <a:lnTo>
                    <a:pt x="94244" y="88849"/>
                  </a:lnTo>
                  <a:lnTo>
                    <a:pt x="93535" y="91156"/>
                  </a:lnTo>
                  <a:lnTo>
                    <a:pt x="93027" y="92461"/>
                  </a:lnTo>
                  <a:lnTo>
                    <a:pt x="93445" y="93256"/>
                  </a:lnTo>
                  <a:lnTo>
                    <a:pt x="94112" y="94921"/>
                  </a:lnTo>
                  <a:lnTo>
                    <a:pt x="95144" y="97038"/>
                  </a:lnTo>
                  <a:lnTo>
                    <a:pt x="96208" y="98917"/>
                  </a:lnTo>
                  <a:lnTo>
                    <a:pt x="96549" y="100070"/>
                  </a:lnTo>
                  <a:lnTo>
                    <a:pt x="96533" y="100890"/>
                  </a:lnTo>
                  <a:lnTo>
                    <a:pt x="96027" y="101857"/>
                  </a:lnTo>
                  <a:lnTo>
                    <a:pt x="96104" y="103799"/>
                  </a:lnTo>
                  <a:lnTo>
                    <a:pt x="97137" y="106365"/>
                  </a:lnTo>
                  <a:lnTo>
                    <a:pt x="96787" y="106770"/>
                  </a:lnTo>
                  <a:lnTo>
                    <a:pt x="96684" y="109915"/>
                  </a:lnTo>
                  <a:lnTo>
                    <a:pt x="96693" y="113276"/>
                  </a:lnTo>
                  <a:lnTo>
                    <a:pt x="96972" y="114088"/>
                  </a:lnTo>
                  <a:lnTo>
                    <a:pt x="97528" y="114756"/>
                  </a:lnTo>
                  <a:lnTo>
                    <a:pt x="97997" y="115984"/>
                  </a:lnTo>
                  <a:lnTo>
                    <a:pt x="98779" y="118786"/>
                  </a:lnTo>
                  <a:lnTo>
                    <a:pt x="98834" y="119517"/>
                  </a:lnTo>
                  <a:lnTo>
                    <a:pt x="96651" y="119310"/>
                  </a:lnTo>
                  <a:lnTo>
                    <a:pt x="94031" y="119390"/>
                  </a:lnTo>
                  <a:lnTo>
                    <a:pt x="92557" y="121019"/>
                  </a:lnTo>
                  <a:lnTo>
                    <a:pt x="91988" y="120644"/>
                  </a:lnTo>
                  <a:lnTo>
                    <a:pt x="90962" y="120230"/>
                  </a:lnTo>
                  <a:lnTo>
                    <a:pt x="89826" y="121139"/>
                  </a:lnTo>
                  <a:lnTo>
                    <a:pt x="88273" y="123891"/>
                  </a:lnTo>
                  <a:lnTo>
                    <a:pt x="87233" y="125602"/>
                  </a:lnTo>
                  <a:lnTo>
                    <a:pt x="86220" y="127997"/>
                  </a:lnTo>
                  <a:lnTo>
                    <a:pt x="85900" y="129298"/>
                  </a:lnTo>
                  <a:lnTo>
                    <a:pt x="85260" y="131695"/>
                  </a:lnTo>
                  <a:lnTo>
                    <a:pt x="84675" y="134432"/>
                  </a:lnTo>
                  <a:lnTo>
                    <a:pt x="84994" y="136348"/>
                  </a:lnTo>
                  <a:lnTo>
                    <a:pt x="85473" y="138128"/>
                  </a:lnTo>
                  <a:lnTo>
                    <a:pt x="85581" y="140046"/>
                  </a:lnTo>
                  <a:lnTo>
                    <a:pt x="85820" y="141551"/>
                  </a:lnTo>
                  <a:lnTo>
                    <a:pt x="85181" y="142646"/>
                  </a:lnTo>
                  <a:lnTo>
                    <a:pt x="84807" y="144221"/>
                  </a:lnTo>
                  <a:lnTo>
                    <a:pt x="83714" y="143947"/>
                  </a:lnTo>
                  <a:lnTo>
                    <a:pt x="82378" y="142434"/>
                  </a:lnTo>
                  <a:lnTo>
                    <a:pt x="82097" y="140245"/>
                  </a:lnTo>
                  <a:lnTo>
                    <a:pt x="81067" y="138720"/>
                  </a:lnTo>
                  <a:lnTo>
                    <a:pt x="80391" y="137932"/>
                  </a:lnTo>
                  <a:lnTo>
                    <a:pt x="79275" y="137809"/>
                  </a:lnTo>
                  <a:lnTo>
                    <a:pt x="77491" y="138519"/>
                  </a:lnTo>
                  <a:lnTo>
                    <a:pt x="75158" y="139065"/>
                  </a:lnTo>
                  <a:lnTo>
                    <a:pt x="73398" y="139212"/>
                  </a:lnTo>
                  <a:lnTo>
                    <a:pt x="72437" y="139987"/>
                  </a:lnTo>
                  <a:lnTo>
                    <a:pt x="71020" y="140748"/>
                  </a:lnTo>
                  <a:lnTo>
                    <a:pt x="70472" y="139848"/>
                  </a:lnTo>
                  <a:lnTo>
                    <a:pt x="69685" y="137367"/>
                  </a:lnTo>
                  <a:lnTo>
                    <a:pt x="69038" y="134896"/>
                  </a:lnTo>
                  <a:lnTo>
                    <a:pt x="68594" y="133813"/>
                  </a:lnTo>
                  <a:lnTo>
                    <a:pt x="68207" y="133510"/>
                  </a:lnTo>
                  <a:lnTo>
                    <a:pt x="67732" y="133572"/>
                  </a:lnTo>
                  <a:lnTo>
                    <a:pt x="67183" y="134355"/>
                  </a:lnTo>
                  <a:lnTo>
                    <a:pt x="66777" y="135158"/>
                  </a:lnTo>
                  <a:lnTo>
                    <a:pt x="66199" y="135442"/>
                  </a:lnTo>
                  <a:lnTo>
                    <a:pt x="65301" y="136091"/>
                  </a:lnTo>
                  <a:lnTo>
                    <a:pt x="64654" y="136973"/>
                  </a:lnTo>
                  <a:lnTo>
                    <a:pt x="63940" y="139246"/>
                  </a:lnTo>
                  <a:lnTo>
                    <a:pt x="63468" y="139085"/>
                  </a:lnTo>
                  <a:lnTo>
                    <a:pt x="62979" y="138563"/>
                  </a:lnTo>
                  <a:lnTo>
                    <a:pt x="62418" y="136019"/>
                  </a:lnTo>
                  <a:lnTo>
                    <a:pt x="61647" y="135433"/>
                  </a:lnTo>
                  <a:lnTo>
                    <a:pt x="60411" y="135399"/>
                  </a:lnTo>
                  <a:lnTo>
                    <a:pt x="58881" y="134860"/>
                  </a:lnTo>
                  <a:lnTo>
                    <a:pt x="57640" y="134091"/>
                  </a:lnTo>
                  <a:lnTo>
                    <a:pt x="57187" y="134275"/>
                  </a:lnTo>
                  <a:lnTo>
                    <a:pt x="56449" y="135357"/>
                  </a:lnTo>
                  <a:lnTo>
                    <a:pt x="55648" y="135513"/>
                  </a:lnTo>
                  <a:lnTo>
                    <a:pt x="53897" y="134549"/>
                  </a:lnTo>
                  <a:lnTo>
                    <a:pt x="53555" y="134990"/>
                  </a:lnTo>
                  <a:lnTo>
                    <a:pt x="53095" y="136417"/>
                  </a:lnTo>
                  <a:lnTo>
                    <a:pt x="52548" y="137794"/>
                  </a:lnTo>
                  <a:lnTo>
                    <a:pt x="52072" y="137929"/>
                  </a:lnTo>
                  <a:lnTo>
                    <a:pt x="51805" y="137576"/>
                  </a:lnTo>
                  <a:lnTo>
                    <a:pt x="51954" y="135139"/>
                  </a:lnTo>
                  <a:lnTo>
                    <a:pt x="50937" y="134276"/>
                  </a:lnTo>
                  <a:lnTo>
                    <a:pt x="49222" y="134143"/>
                  </a:lnTo>
                  <a:lnTo>
                    <a:pt x="48018" y="134497"/>
                  </a:lnTo>
                  <a:lnTo>
                    <a:pt x="47426" y="134400"/>
                  </a:lnTo>
                  <a:lnTo>
                    <a:pt x="47125" y="133922"/>
                  </a:lnTo>
                  <a:lnTo>
                    <a:pt x="45651" y="129831"/>
                  </a:lnTo>
                  <a:lnTo>
                    <a:pt x="44870" y="129571"/>
                  </a:lnTo>
                  <a:lnTo>
                    <a:pt x="43474" y="129773"/>
                  </a:lnTo>
                  <a:lnTo>
                    <a:pt x="41409" y="129280"/>
                  </a:lnTo>
                  <a:lnTo>
                    <a:pt x="39033" y="128358"/>
                  </a:lnTo>
                  <a:lnTo>
                    <a:pt x="37727" y="128017"/>
                  </a:lnTo>
                  <a:lnTo>
                    <a:pt x="37047" y="127101"/>
                  </a:lnTo>
                  <a:lnTo>
                    <a:pt x="35582" y="126788"/>
                  </a:lnTo>
                  <a:lnTo>
                    <a:pt x="31649" y="125059"/>
                  </a:lnTo>
                  <a:lnTo>
                    <a:pt x="30043" y="124755"/>
                  </a:lnTo>
                  <a:lnTo>
                    <a:pt x="27678" y="124727"/>
                  </a:lnTo>
                  <a:lnTo>
                    <a:pt x="24075" y="124344"/>
                  </a:lnTo>
                  <a:lnTo>
                    <a:pt x="21768" y="124557"/>
                  </a:lnTo>
                  <a:lnTo>
                    <a:pt x="20699" y="125130"/>
                  </a:lnTo>
                  <a:lnTo>
                    <a:pt x="19463" y="125485"/>
                  </a:lnTo>
                  <a:lnTo>
                    <a:pt x="17377" y="125805"/>
                  </a:lnTo>
                  <a:lnTo>
                    <a:pt x="16528" y="125769"/>
                  </a:lnTo>
                  <a:lnTo>
                    <a:pt x="15191" y="125960"/>
                  </a:lnTo>
                  <a:lnTo>
                    <a:pt x="13657" y="126418"/>
                  </a:lnTo>
                  <a:lnTo>
                    <a:pt x="13218" y="127278"/>
                  </a:lnTo>
                  <a:lnTo>
                    <a:pt x="12716" y="129161"/>
                  </a:lnTo>
                  <a:lnTo>
                    <a:pt x="10952" y="132413"/>
                  </a:lnTo>
                  <a:lnTo>
                    <a:pt x="9243" y="134580"/>
                  </a:lnTo>
                  <a:lnTo>
                    <a:pt x="8931" y="134765"/>
                  </a:lnTo>
                  <a:lnTo>
                    <a:pt x="7930" y="133615"/>
                  </a:lnTo>
                  <a:lnTo>
                    <a:pt x="7095" y="133227"/>
                  </a:lnTo>
                  <a:lnTo>
                    <a:pt x="6119" y="133103"/>
                  </a:lnTo>
                  <a:lnTo>
                    <a:pt x="5426" y="133471"/>
                  </a:lnTo>
                  <a:lnTo>
                    <a:pt x="4988" y="134013"/>
                  </a:lnTo>
                  <a:lnTo>
                    <a:pt x="5048" y="136528"/>
                  </a:lnTo>
                  <a:lnTo>
                    <a:pt x="4950" y="136749"/>
                  </a:lnTo>
                  <a:lnTo>
                    <a:pt x="4195" y="133765"/>
                  </a:lnTo>
                  <a:lnTo>
                    <a:pt x="4254" y="131066"/>
                  </a:lnTo>
                  <a:lnTo>
                    <a:pt x="4675" y="129525"/>
                  </a:lnTo>
                  <a:lnTo>
                    <a:pt x="5185" y="128138"/>
                  </a:lnTo>
                  <a:lnTo>
                    <a:pt x="4975" y="126056"/>
                  </a:lnTo>
                  <a:lnTo>
                    <a:pt x="5477" y="123302"/>
                  </a:lnTo>
                  <a:lnTo>
                    <a:pt x="5493" y="121311"/>
                  </a:lnTo>
                  <a:lnTo>
                    <a:pt x="5273" y="120448"/>
                  </a:lnTo>
                  <a:lnTo>
                    <a:pt x="4866" y="119458"/>
                  </a:lnTo>
                  <a:lnTo>
                    <a:pt x="3752" y="118356"/>
                  </a:lnTo>
                  <a:lnTo>
                    <a:pt x="3260" y="117494"/>
                  </a:lnTo>
                  <a:lnTo>
                    <a:pt x="1749" y="116345"/>
                  </a:lnTo>
                  <a:lnTo>
                    <a:pt x="251" y="114912"/>
                  </a:lnTo>
                  <a:lnTo>
                    <a:pt x="0" y="114035"/>
                  </a:lnTo>
                  <a:lnTo>
                    <a:pt x="70" y="113433"/>
                  </a:lnTo>
                  <a:lnTo>
                    <a:pt x="333" y="112520"/>
                  </a:lnTo>
                  <a:lnTo>
                    <a:pt x="1475" y="109846"/>
                  </a:lnTo>
                  <a:lnTo>
                    <a:pt x="2714" y="107250"/>
                  </a:lnTo>
                  <a:lnTo>
                    <a:pt x="3504" y="106206"/>
                  </a:lnTo>
                  <a:lnTo>
                    <a:pt x="7706" y="102877"/>
                  </a:lnTo>
                  <a:lnTo>
                    <a:pt x="8356" y="101713"/>
                  </a:lnTo>
                  <a:lnTo>
                    <a:pt x="8519" y="99743"/>
                  </a:lnTo>
                  <a:lnTo>
                    <a:pt x="8529" y="98311"/>
                  </a:lnTo>
                  <a:lnTo>
                    <a:pt x="8450" y="95766"/>
                  </a:lnTo>
                  <a:lnTo>
                    <a:pt x="8193" y="92141"/>
                  </a:lnTo>
                  <a:lnTo>
                    <a:pt x="7872" y="89642"/>
                  </a:lnTo>
                  <a:lnTo>
                    <a:pt x="7067" y="84949"/>
                  </a:lnTo>
                  <a:lnTo>
                    <a:pt x="4877" y="75249"/>
                  </a:lnTo>
                  <a:lnTo>
                    <a:pt x="3562" y="65185"/>
                  </a:lnTo>
                  <a:lnTo>
                    <a:pt x="4418" y="65775"/>
                  </a:lnTo>
                  <a:lnTo>
                    <a:pt x="6428" y="65999"/>
                  </a:lnTo>
                  <a:lnTo>
                    <a:pt x="8026" y="65306"/>
                  </a:lnTo>
                  <a:lnTo>
                    <a:pt x="8853" y="65209"/>
                  </a:lnTo>
                  <a:lnTo>
                    <a:pt x="9590" y="65426"/>
                  </a:lnTo>
                  <a:lnTo>
                    <a:pt x="10688" y="65031"/>
                  </a:lnTo>
                  <a:lnTo>
                    <a:pt x="11694" y="64870"/>
                  </a:lnTo>
                  <a:lnTo>
                    <a:pt x="12216" y="65771"/>
                  </a:lnTo>
                  <a:lnTo>
                    <a:pt x="13152" y="66569"/>
                  </a:lnTo>
                  <a:lnTo>
                    <a:pt x="14999" y="65420"/>
                  </a:lnTo>
                  <a:lnTo>
                    <a:pt x="16636" y="64002"/>
                  </a:lnTo>
                  <a:lnTo>
                    <a:pt x="18333" y="64155"/>
                  </a:lnTo>
                  <a:lnTo>
                    <a:pt x="18575" y="63458"/>
                  </a:lnTo>
                  <a:lnTo>
                    <a:pt x="18995" y="59890"/>
                  </a:lnTo>
                  <a:lnTo>
                    <a:pt x="19499" y="59116"/>
                  </a:lnTo>
                  <a:lnTo>
                    <a:pt x="21531" y="59474"/>
                  </a:lnTo>
                  <a:lnTo>
                    <a:pt x="22283" y="58828"/>
                  </a:lnTo>
                  <a:lnTo>
                    <a:pt x="23066" y="57075"/>
                  </a:lnTo>
                  <a:lnTo>
                    <a:pt x="24265" y="55981"/>
                  </a:lnTo>
                  <a:lnTo>
                    <a:pt x="25266" y="55983"/>
                  </a:lnTo>
                  <a:lnTo>
                    <a:pt x="26307" y="54755"/>
                  </a:lnTo>
                  <a:lnTo>
                    <a:pt x="26820" y="55577"/>
                  </a:lnTo>
                  <a:lnTo>
                    <a:pt x="27069" y="57049"/>
                  </a:lnTo>
                  <a:lnTo>
                    <a:pt x="26724" y="58228"/>
                  </a:lnTo>
                  <a:lnTo>
                    <a:pt x="26874" y="58689"/>
                  </a:lnTo>
                  <a:lnTo>
                    <a:pt x="27595" y="59272"/>
                  </a:lnTo>
                  <a:lnTo>
                    <a:pt x="28833" y="59255"/>
                  </a:lnTo>
                  <a:lnTo>
                    <a:pt x="29623" y="58767"/>
                  </a:lnTo>
                  <a:lnTo>
                    <a:pt x="29807" y="58093"/>
                  </a:lnTo>
                  <a:lnTo>
                    <a:pt x="29805" y="56870"/>
                  </a:lnTo>
                  <a:lnTo>
                    <a:pt x="29610" y="55733"/>
                  </a:lnTo>
                  <a:lnTo>
                    <a:pt x="29085" y="54749"/>
                  </a:lnTo>
                  <a:lnTo>
                    <a:pt x="28100" y="54243"/>
                  </a:lnTo>
                  <a:lnTo>
                    <a:pt x="27417" y="54225"/>
                  </a:lnTo>
                  <a:lnTo>
                    <a:pt x="27300" y="53600"/>
                  </a:lnTo>
                  <a:lnTo>
                    <a:pt x="27532" y="52264"/>
                  </a:lnTo>
                  <a:lnTo>
                    <a:pt x="28139" y="49802"/>
                  </a:lnTo>
                  <a:lnTo>
                    <a:pt x="28885" y="47574"/>
                  </a:lnTo>
                  <a:lnTo>
                    <a:pt x="29342" y="46733"/>
                  </a:lnTo>
                  <a:lnTo>
                    <a:pt x="29420" y="45961"/>
                  </a:lnTo>
                  <a:lnTo>
                    <a:pt x="29332" y="44612"/>
                  </a:lnTo>
                  <a:lnTo>
                    <a:pt x="29315" y="42193"/>
                  </a:lnTo>
                  <a:lnTo>
                    <a:pt x="29987" y="38784"/>
                  </a:lnTo>
                  <a:lnTo>
                    <a:pt x="30889" y="36242"/>
                  </a:lnTo>
                  <a:lnTo>
                    <a:pt x="32100" y="35418"/>
                  </a:lnTo>
                  <a:lnTo>
                    <a:pt x="33579" y="34971"/>
                  </a:lnTo>
                  <a:lnTo>
                    <a:pt x="34525" y="33760"/>
                  </a:lnTo>
                  <a:lnTo>
                    <a:pt x="34992" y="32368"/>
                  </a:lnTo>
                  <a:lnTo>
                    <a:pt x="35170" y="31193"/>
                  </a:lnTo>
                  <a:lnTo>
                    <a:pt x="35395" y="30178"/>
                  </a:lnTo>
                  <a:lnTo>
                    <a:pt x="35867" y="29732"/>
                  </a:lnTo>
                  <a:lnTo>
                    <a:pt x="39427" y="30010"/>
                  </a:lnTo>
                  <a:lnTo>
                    <a:pt x="39971" y="27823"/>
                  </a:lnTo>
                  <a:lnTo>
                    <a:pt x="40277" y="27211"/>
                  </a:lnTo>
                  <a:lnTo>
                    <a:pt x="40960" y="26565"/>
                  </a:lnTo>
                  <a:lnTo>
                    <a:pt x="41435" y="25787"/>
                  </a:lnTo>
                  <a:lnTo>
                    <a:pt x="41257" y="25188"/>
                  </a:lnTo>
                  <a:lnTo>
                    <a:pt x="40349" y="24802"/>
                  </a:lnTo>
                  <a:lnTo>
                    <a:pt x="38209" y="24460"/>
                  </a:lnTo>
                  <a:lnTo>
                    <a:pt x="37775" y="23737"/>
                  </a:lnTo>
                  <a:lnTo>
                    <a:pt x="37912" y="22867"/>
                  </a:lnTo>
                  <a:lnTo>
                    <a:pt x="38484" y="20615"/>
                  </a:lnTo>
                  <a:lnTo>
                    <a:pt x="39029" y="17709"/>
                  </a:lnTo>
                  <a:lnTo>
                    <a:pt x="39308" y="15458"/>
                  </a:lnTo>
                  <a:lnTo>
                    <a:pt x="39339" y="14132"/>
                  </a:lnTo>
                  <a:lnTo>
                    <a:pt x="39646" y="13774"/>
                  </a:lnTo>
                  <a:lnTo>
                    <a:pt x="41391" y="13350"/>
                  </a:lnTo>
                  <a:lnTo>
                    <a:pt x="41974" y="12900"/>
                  </a:lnTo>
                  <a:lnTo>
                    <a:pt x="43476" y="9835"/>
                  </a:lnTo>
                  <a:lnTo>
                    <a:pt x="44621" y="9314"/>
                  </a:lnTo>
                  <a:lnTo>
                    <a:pt x="47575" y="10102"/>
                  </a:lnTo>
                  <a:lnTo>
                    <a:pt x="48932" y="10042"/>
                  </a:lnTo>
                  <a:lnTo>
                    <a:pt x="49301" y="10114"/>
                  </a:lnTo>
                  <a:lnTo>
                    <a:pt x="50654" y="10254"/>
                  </a:lnTo>
                  <a:lnTo>
                    <a:pt x="50800" y="9946"/>
                  </a:lnTo>
                  <a:lnTo>
                    <a:pt x="51408" y="6916"/>
                  </a:lnTo>
                  <a:lnTo>
                    <a:pt x="52006" y="6035"/>
                  </a:lnTo>
                  <a:lnTo>
                    <a:pt x="54331" y="2057"/>
                  </a:lnTo>
                  <a:lnTo>
                    <a:pt x="55893" y="369"/>
                  </a:lnTo>
                  <a:lnTo>
                    <a:pt x="5688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2186946" y="3115594"/>
              <a:ext cx="1682" cy="7779"/>
            </a:xfrm>
            <a:custGeom>
              <a:avLst/>
              <a:pathLst>
                <a:path w="1682" h="7779">
                  <a:moveTo>
                    <a:pt x="942" y="3647"/>
                  </a:moveTo>
                  <a:lnTo>
                    <a:pt x="56" y="7779"/>
                  </a:lnTo>
                  <a:lnTo>
                    <a:pt x="0" y="6599"/>
                  </a:lnTo>
                  <a:lnTo>
                    <a:pt x="368" y="3540"/>
                  </a:lnTo>
                  <a:lnTo>
                    <a:pt x="868" y="2467"/>
                  </a:lnTo>
                  <a:lnTo>
                    <a:pt x="1177" y="1336"/>
                  </a:lnTo>
                  <a:lnTo>
                    <a:pt x="1247" y="0"/>
                  </a:lnTo>
                  <a:lnTo>
                    <a:pt x="1682" y="652"/>
                  </a:lnTo>
                  <a:lnTo>
                    <a:pt x="1573" y="19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2186218" y="3097609"/>
              <a:ext cx="1721" cy="7345"/>
            </a:xfrm>
            <a:custGeom>
              <a:avLst/>
              <a:pathLst>
                <a:path w="1721" h="7345">
                  <a:moveTo>
                    <a:pt x="546" y="6795"/>
                  </a:moveTo>
                  <a:lnTo>
                    <a:pt x="0" y="7345"/>
                  </a:lnTo>
                  <a:lnTo>
                    <a:pt x="449" y="5641"/>
                  </a:lnTo>
                  <a:lnTo>
                    <a:pt x="515" y="4546"/>
                  </a:lnTo>
                  <a:lnTo>
                    <a:pt x="1147" y="0"/>
                  </a:lnTo>
                  <a:lnTo>
                    <a:pt x="1601" y="25"/>
                  </a:lnTo>
                  <a:lnTo>
                    <a:pt x="1721" y="4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2171955" y="3087935"/>
              <a:ext cx="13260" cy="76639"/>
            </a:xfrm>
            <a:custGeom>
              <a:avLst/>
              <a:pathLst>
                <a:path w="13260" h="76639">
                  <a:moveTo>
                    <a:pt x="3952" y="76582"/>
                  </a:moveTo>
                  <a:lnTo>
                    <a:pt x="3456" y="76605"/>
                  </a:lnTo>
                  <a:lnTo>
                    <a:pt x="1426" y="76285"/>
                  </a:lnTo>
                  <a:lnTo>
                    <a:pt x="53" y="76639"/>
                  </a:lnTo>
                  <a:lnTo>
                    <a:pt x="0" y="76469"/>
                  </a:lnTo>
                  <a:lnTo>
                    <a:pt x="113" y="69130"/>
                  </a:lnTo>
                  <a:lnTo>
                    <a:pt x="288" y="57773"/>
                  </a:lnTo>
                  <a:lnTo>
                    <a:pt x="417" y="49445"/>
                  </a:lnTo>
                  <a:lnTo>
                    <a:pt x="542" y="41299"/>
                  </a:lnTo>
                  <a:lnTo>
                    <a:pt x="636" y="35196"/>
                  </a:lnTo>
                  <a:lnTo>
                    <a:pt x="764" y="26891"/>
                  </a:lnTo>
                  <a:lnTo>
                    <a:pt x="874" y="19723"/>
                  </a:lnTo>
                  <a:lnTo>
                    <a:pt x="864" y="17149"/>
                  </a:lnTo>
                  <a:lnTo>
                    <a:pt x="1196" y="15114"/>
                  </a:lnTo>
                  <a:lnTo>
                    <a:pt x="2152" y="14260"/>
                  </a:lnTo>
                  <a:lnTo>
                    <a:pt x="3393" y="16035"/>
                  </a:lnTo>
                  <a:lnTo>
                    <a:pt x="3909" y="16777"/>
                  </a:lnTo>
                  <a:lnTo>
                    <a:pt x="4374" y="16355"/>
                  </a:lnTo>
                  <a:lnTo>
                    <a:pt x="4961" y="15270"/>
                  </a:lnTo>
                  <a:lnTo>
                    <a:pt x="5683" y="12135"/>
                  </a:lnTo>
                  <a:lnTo>
                    <a:pt x="7495" y="5667"/>
                  </a:lnTo>
                  <a:lnTo>
                    <a:pt x="8222" y="1076"/>
                  </a:lnTo>
                  <a:lnTo>
                    <a:pt x="8932" y="164"/>
                  </a:lnTo>
                  <a:lnTo>
                    <a:pt x="9955" y="0"/>
                  </a:lnTo>
                  <a:lnTo>
                    <a:pt x="10838" y="292"/>
                  </a:lnTo>
                  <a:lnTo>
                    <a:pt x="10221" y="3648"/>
                  </a:lnTo>
                  <a:lnTo>
                    <a:pt x="10838" y="4084"/>
                  </a:lnTo>
                  <a:lnTo>
                    <a:pt x="11395" y="3771"/>
                  </a:lnTo>
                  <a:lnTo>
                    <a:pt x="12742" y="3888"/>
                  </a:lnTo>
                  <a:lnTo>
                    <a:pt x="13260" y="7570"/>
                  </a:lnTo>
                  <a:lnTo>
                    <a:pt x="13122" y="10658"/>
                  </a:lnTo>
                  <a:lnTo>
                    <a:pt x="11853" y="18800"/>
                  </a:lnTo>
                  <a:lnTo>
                    <a:pt x="11692" y="21599"/>
                  </a:lnTo>
                  <a:lnTo>
                    <a:pt x="11114" y="25780"/>
                  </a:lnTo>
                  <a:lnTo>
                    <a:pt x="11899" y="28536"/>
                  </a:lnTo>
                  <a:lnTo>
                    <a:pt x="11166" y="32200"/>
                  </a:lnTo>
                  <a:lnTo>
                    <a:pt x="10917" y="34561"/>
                  </a:lnTo>
                  <a:lnTo>
                    <a:pt x="10857" y="38123"/>
                  </a:lnTo>
                  <a:lnTo>
                    <a:pt x="11228" y="44893"/>
                  </a:lnTo>
                  <a:lnTo>
                    <a:pt x="10634" y="54652"/>
                  </a:lnTo>
                  <a:lnTo>
                    <a:pt x="9585" y="58911"/>
                  </a:lnTo>
                  <a:lnTo>
                    <a:pt x="8934" y="60532"/>
                  </a:lnTo>
                  <a:lnTo>
                    <a:pt x="7770" y="64768"/>
                  </a:lnTo>
                  <a:lnTo>
                    <a:pt x="6241" y="66032"/>
                  </a:lnTo>
                  <a:lnTo>
                    <a:pt x="4124" y="72858"/>
                  </a:lnTo>
                  <a:lnTo>
                    <a:pt x="3749" y="746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452460" y="2677068"/>
              <a:ext cx="2238" cy="3761"/>
            </a:xfrm>
            <a:custGeom>
              <a:avLst/>
              <a:pathLst>
                <a:path w="2238" h="3761">
                  <a:moveTo>
                    <a:pt x="1525" y="2761"/>
                  </a:moveTo>
                  <a:lnTo>
                    <a:pt x="491" y="3761"/>
                  </a:lnTo>
                  <a:lnTo>
                    <a:pt x="204" y="3682"/>
                  </a:lnTo>
                  <a:lnTo>
                    <a:pt x="0" y="3340"/>
                  </a:lnTo>
                  <a:lnTo>
                    <a:pt x="1054" y="2340"/>
                  </a:lnTo>
                  <a:lnTo>
                    <a:pt x="1935" y="0"/>
                  </a:lnTo>
                  <a:lnTo>
                    <a:pt x="2238" y="1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397419" y="3921004"/>
              <a:ext cx="139823" cy="389493"/>
            </a:xfrm>
            <a:custGeom>
              <a:avLst/>
              <a:pathLst>
                <a:path w="139823" h="389493">
                  <a:moveTo>
                    <a:pt x="132180" y="308911"/>
                  </a:moveTo>
                  <a:lnTo>
                    <a:pt x="132409" y="304011"/>
                  </a:lnTo>
                  <a:lnTo>
                    <a:pt x="132177" y="299758"/>
                  </a:lnTo>
                  <a:lnTo>
                    <a:pt x="131946" y="298664"/>
                  </a:lnTo>
                  <a:lnTo>
                    <a:pt x="128562" y="293588"/>
                  </a:lnTo>
                  <a:lnTo>
                    <a:pt x="125490" y="288983"/>
                  </a:lnTo>
                  <a:lnTo>
                    <a:pt x="121469" y="282955"/>
                  </a:lnTo>
                  <a:lnTo>
                    <a:pt x="116287" y="283119"/>
                  </a:lnTo>
                  <a:lnTo>
                    <a:pt x="110918" y="283289"/>
                  </a:lnTo>
                  <a:lnTo>
                    <a:pt x="105806" y="285985"/>
                  </a:lnTo>
                  <a:lnTo>
                    <a:pt x="100775" y="288637"/>
                  </a:lnTo>
                  <a:lnTo>
                    <a:pt x="98390" y="289892"/>
                  </a:lnTo>
                  <a:lnTo>
                    <a:pt x="93605" y="292417"/>
                  </a:lnTo>
                  <a:lnTo>
                    <a:pt x="90785" y="293565"/>
                  </a:lnTo>
                  <a:lnTo>
                    <a:pt x="90048" y="298416"/>
                  </a:lnTo>
                  <a:lnTo>
                    <a:pt x="88943" y="305682"/>
                  </a:lnTo>
                  <a:lnTo>
                    <a:pt x="87851" y="309927"/>
                  </a:lnTo>
                  <a:lnTo>
                    <a:pt x="86587" y="314385"/>
                  </a:lnTo>
                  <a:lnTo>
                    <a:pt x="84807" y="320667"/>
                  </a:lnTo>
                  <a:lnTo>
                    <a:pt x="84805" y="328300"/>
                  </a:lnTo>
                  <a:lnTo>
                    <a:pt x="84803" y="335546"/>
                  </a:lnTo>
                  <a:lnTo>
                    <a:pt x="83551" y="345761"/>
                  </a:lnTo>
                  <a:lnTo>
                    <a:pt x="82488" y="354435"/>
                  </a:lnTo>
                  <a:lnTo>
                    <a:pt x="81462" y="362809"/>
                  </a:lnTo>
                  <a:lnTo>
                    <a:pt x="80754" y="368581"/>
                  </a:lnTo>
                  <a:lnTo>
                    <a:pt x="80495" y="370049"/>
                  </a:lnTo>
                  <a:lnTo>
                    <a:pt x="80331" y="369585"/>
                  </a:lnTo>
                  <a:lnTo>
                    <a:pt x="79418" y="367868"/>
                  </a:lnTo>
                  <a:lnTo>
                    <a:pt x="78607" y="364610"/>
                  </a:lnTo>
                  <a:lnTo>
                    <a:pt x="78281" y="363063"/>
                  </a:lnTo>
                  <a:lnTo>
                    <a:pt x="73404" y="363161"/>
                  </a:lnTo>
                  <a:lnTo>
                    <a:pt x="68707" y="363271"/>
                  </a:lnTo>
                  <a:lnTo>
                    <a:pt x="68228" y="363958"/>
                  </a:lnTo>
                  <a:lnTo>
                    <a:pt x="67553" y="363949"/>
                  </a:lnTo>
                  <a:lnTo>
                    <a:pt x="67058" y="363306"/>
                  </a:lnTo>
                  <a:lnTo>
                    <a:pt x="66570" y="363358"/>
                  </a:lnTo>
                  <a:lnTo>
                    <a:pt x="65872" y="363990"/>
                  </a:lnTo>
                  <a:lnTo>
                    <a:pt x="65245" y="365288"/>
                  </a:lnTo>
                  <a:lnTo>
                    <a:pt x="63453" y="373954"/>
                  </a:lnTo>
                  <a:lnTo>
                    <a:pt x="62564" y="377662"/>
                  </a:lnTo>
                  <a:lnTo>
                    <a:pt x="61905" y="380972"/>
                  </a:lnTo>
                  <a:lnTo>
                    <a:pt x="61427" y="386645"/>
                  </a:lnTo>
                  <a:lnTo>
                    <a:pt x="61227" y="387600"/>
                  </a:lnTo>
                  <a:lnTo>
                    <a:pt x="60667" y="385632"/>
                  </a:lnTo>
                  <a:lnTo>
                    <a:pt x="59844" y="380441"/>
                  </a:lnTo>
                  <a:lnTo>
                    <a:pt x="59473" y="377486"/>
                  </a:lnTo>
                  <a:lnTo>
                    <a:pt x="58945" y="374124"/>
                  </a:lnTo>
                  <a:lnTo>
                    <a:pt x="58002" y="369905"/>
                  </a:lnTo>
                  <a:lnTo>
                    <a:pt x="56914" y="368627"/>
                  </a:lnTo>
                  <a:lnTo>
                    <a:pt x="56240" y="368205"/>
                  </a:lnTo>
                  <a:lnTo>
                    <a:pt x="55269" y="367397"/>
                  </a:lnTo>
                  <a:lnTo>
                    <a:pt x="53547" y="366385"/>
                  </a:lnTo>
                  <a:lnTo>
                    <a:pt x="52797" y="366180"/>
                  </a:lnTo>
                  <a:lnTo>
                    <a:pt x="47883" y="366044"/>
                  </a:lnTo>
                  <a:lnTo>
                    <a:pt x="47492" y="365937"/>
                  </a:lnTo>
                  <a:lnTo>
                    <a:pt x="45566" y="366402"/>
                  </a:lnTo>
                  <a:lnTo>
                    <a:pt x="44589" y="366087"/>
                  </a:lnTo>
                  <a:lnTo>
                    <a:pt x="43564" y="363727"/>
                  </a:lnTo>
                  <a:lnTo>
                    <a:pt x="41280" y="359583"/>
                  </a:lnTo>
                  <a:lnTo>
                    <a:pt x="40820" y="358270"/>
                  </a:lnTo>
                  <a:lnTo>
                    <a:pt x="39945" y="357402"/>
                  </a:lnTo>
                  <a:lnTo>
                    <a:pt x="39421" y="357309"/>
                  </a:lnTo>
                  <a:lnTo>
                    <a:pt x="39105" y="358135"/>
                  </a:lnTo>
                  <a:lnTo>
                    <a:pt x="38708" y="361591"/>
                  </a:lnTo>
                  <a:lnTo>
                    <a:pt x="38244" y="364714"/>
                  </a:lnTo>
                  <a:lnTo>
                    <a:pt x="37752" y="366506"/>
                  </a:lnTo>
                  <a:lnTo>
                    <a:pt x="36120" y="367825"/>
                  </a:lnTo>
                  <a:lnTo>
                    <a:pt x="34601" y="369213"/>
                  </a:lnTo>
                  <a:lnTo>
                    <a:pt x="33764" y="369536"/>
                  </a:lnTo>
                  <a:lnTo>
                    <a:pt x="33316" y="371103"/>
                  </a:lnTo>
                  <a:lnTo>
                    <a:pt x="33122" y="373281"/>
                  </a:lnTo>
                  <a:lnTo>
                    <a:pt x="32745" y="375249"/>
                  </a:lnTo>
                  <a:lnTo>
                    <a:pt x="30549" y="378210"/>
                  </a:lnTo>
                  <a:lnTo>
                    <a:pt x="30060" y="379462"/>
                  </a:lnTo>
                  <a:lnTo>
                    <a:pt x="29809" y="382377"/>
                  </a:lnTo>
                  <a:lnTo>
                    <a:pt x="28583" y="386010"/>
                  </a:lnTo>
                  <a:lnTo>
                    <a:pt x="28204" y="387424"/>
                  </a:lnTo>
                  <a:lnTo>
                    <a:pt x="26278" y="388414"/>
                  </a:lnTo>
                  <a:lnTo>
                    <a:pt x="23773" y="389493"/>
                  </a:lnTo>
                  <a:lnTo>
                    <a:pt x="22307" y="389418"/>
                  </a:lnTo>
                  <a:lnTo>
                    <a:pt x="21304" y="389132"/>
                  </a:lnTo>
                  <a:lnTo>
                    <a:pt x="21004" y="388489"/>
                  </a:lnTo>
                  <a:lnTo>
                    <a:pt x="20326" y="387461"/>
                  </a:lnTo>
                  <a:lnTo>
                    <a:pt x="20214" y="386316"/>
                  </a:lnTo>
                  <a:lnTo>
                    <a:pt x="20204" y="384691"/>
                  </a:lnTo>
                  <a:lnTo>
                    <a:pt x="20392" y="381777"/>
                  </a:lnTo>
                  <a:lnTo>
                    <a:pt x="20299" y="377722"/>
                  </a:lnTo>
                  <a:lnTo>
                    <a:pt x="19509" y="373004"/>
                  </a:lnTo>
                  <a:lnTo>
                    <a:pt x="19572" y="371484"/>
                  </a:lnTo>
                  <a:lnTo>
                    <a:pt x="19469" y="369172"/>
                  </a:lnTo>
                  <a:lnTo>
                    <a:pt x="19072" y="364832"/>
                  </a:lnTo>
                  <a:lnTo>
                    <a:pt x="18055" y="362636"/>
                  </a:lnTo>
                  <a:lnTo>
                    <a:pt x="17767" y="359026"/>
                  </a:lnTo>
                  <a:lnTo>
                    <a:pt x="17648" y="355846"/>
                  </a:lnTo>
                  <a:lnTo>
                    <a:pt x="16793" y="351873"/>
                  </a:lnTo>
                  <a:lnTo>
                    <a:pt x="16654" y="346811"/>
                  </a:lnTo>
                  <a:lnTo>
                    <a:pt x="16671" y="342468"/>
                  </a:lnTo>
                  <a:lnTo>
                    <a:pt x="15326" y="337427"/>
                  </a:lnTo>
                  <a:lnTo>
                    <a:pt x="13927" y="332066"/>
                  </a:lnTo>
                  <a:lnTo>
                    <a:pt x="12795" y="331338"/>
                  </a:lnTo>
                  <a:lnTo>
                    <a:pt x="12514" y="330698"/>
                  </a:lnTo>
                  <a:lnTo>
                    <a:pt x="12391" y="329157"/>
                  </a:lnTo>
                  <a:lnTo>
                    <a:pt x="12367" y="326773"/>
                  </a:lnTo>
                  <a:lnTo>
                    <a:pt x="12457" y="325325"/>
                  </a:lnTo>
                  <a:lnTo>
                    <a:pt x="13329" y="322979"/>
                  </a:lnTo>
                  <a:lnTo>
                    <a:pt x="13365" y="322615"/>
                  </a:lnTo>
                  <a:lnTo>
                    <a:pt x="13186" y="322130"/>
                  </a:lnTo>
                  <a:lnTo>
                    <a:pt x="10931" y="318613"/>
                  </a:lnTo>
                  <a:lnTo>
                    <a:pt x="10363" y="317597"/>
                  </a:lnTo>
                  <a:lnTo>
                    <a:pt x="10186" y="316345"/>
                  </a:lnTo>
                  <a:lnTo>
                    <a:pt x="10201" y="315216"/>
                  </a:lnTo>
                  <a:lnTo>
                    <a:pt x="10741" y="314062"/>
                  </a:lnTo>
                  <a:lnTo>
                    <a:pt x="11014" y="313208"/>
                  </a:lnTo>
                  <a:lnTo>
                    <a:pt x="10485" y="310700"/>
                  </a:lnTo>
                  <a:lnTo>
                    <a:pt x="10537" y="308432"/>
                  </a:lnTo>
                  <a:lnTo>
                    <a:pt x="10200" y="307460"/>
                  </a:lnTo>
                  <a:lnTo>
                    <a:pt x="10240" y="306730"/>
                  </a:lnTo>
                  <a:lnTo>
                    <a:pt x="10566" y="306103"/>
                  </a:lnTo>
                  <a:lnTo>
                    <a:pt x="12031" y="305373"/>
                  </a:lnTo>
                  <a:lnTo>
                    <a:pt x="12486" y="303073"/>
                  </a:lnTo>
                  <a:lnTo>
                    <a:pt x="12501" y="301160"/>
                  </a:lnTo>
                  <a:lnTo>
                    <a:pt x="12284" y="299807"/>
                  </a:lnTo>
                  <a:lnTo>
                    <a:pt x="10927" y="296385"/>
                  </a:lnTo>
                  <a:lnTo>
                    <a:pt x="10902" y="295805"/>
                  </a:lnTo>
                  <a:lnTo>
                    <a:pt x="12318" y="291049"/>
                  </a:lnTo>
                  <a:lnTo>
                    <a:pt x="13334" y="287924"/>
                  </a:lnTo>
                  <a:lnTo>
                    <a:pt x="13611" y="287286"/>
                  </a:lnTo>
                  <a:lnTo>
                    <a:pt x="13528" y="286611"/>
                  </a:lnTo>
                  <a:lnTo>
                    <a:pt x="13277" y="285783"/>
                  </a:lnTo>
                  <a:lnTo>
                    <a:pt x="12634" y="284576"/>
                  </a:lnTo>
                  <a:lnTo>
                    <a:pt x="11797" y="283263"/>
                  </a:lnTo>
                  <a:lnTo>
                    <a:pt x="11105" y="281659"/>
                  </a:lnTo>
                  <a:lnTo>
                    <a:pt x="10203" y="279290"/>
                  </a:lnTo>
                  <a:lnTo>
                    <a:pt x="9065" y="277256"/>
                  </a:lnTo>
                  <a:lnTo>
                    <a:pt x="8224" y="275241"/>
                  </a:lnTo>
                  <a:lnTo>
                    <a:pt x="7795" y="273550"/>
                  </a:lnTo>
                  <a:lnTo>
                    <a:pt x="7786" y="271828"/>
                  </a:lnTo>
                  <a:lnTo>
                    <a:pt x="7674" y="268971"/>
                  </a:lnTo>
                  <a:lnTo>
                    <a:pt x="7122" y="264339"/>
                  </a:lnTo>
                  <a:lnTo>
                    <a:pt x="6977" y="261203"/>
                  </a:lnTo>
                  <a:lnTo>
                    <a:pt x="6738" y="257743"/>
                  </a:lnTo>
                  <a:lnTo>
                    <a:pt x="6499" y="255486"/>
                  </a:lnTo>
                  <a:lnTo>
                    <a:pt x="6368" y="253293"/>
                  </a:lnTo>
                  <a:lnTo>
                    <a:pt x="5976" y="250930"/>
                  </a:lnTo>
                  <a:lnTo>
                    <a:pt x="5756" y="249204"/>
                  </a:lnTo>
                  <a:lnTo>
                    <a:pt x="6072" y="247984"/>
                  </a:lnTo>
                  <a:lnTo>
                    <a:pt x="6390" y="247037"/>
                  </a:lnTo>
                  <a:lnTo>
                    <a:pt x="6349" y="246440"/>
                  </a:lnTo>
                  <a:lnTo>
                    <a:pt x="4181" y="243909"/>
                  </a:lnTo>
                  <a:lnTo>
                    <a:pt x="3824" y="243268"/>
                  </a:lnTo>
                  <a:lnTo>
                    <a:pt x="3310" y="238201"/>
                  </a:lnTo>
                  <a:lnTo>
                    <a:pt x="1734" y="233705"/>
                  </a:lnTo>
                  <a:lnTo>
                    <a:pt x="1549" y="230318"/>
                  </a:lnTo>
                  <a:lnTo>
                    <a:pt x="1550" y="229002"/>
                  </a:lnTo>
                  <a:lnTo>
                    <a:pt x="1424" y="226892"/>
                  </a:lnTo>
                  <a:lnTo>
                    <a:pt x="942" y="225236"/>
                  </a:lnTo>
                  <a:lnTo>
                    <a:pt x="228" y="224099"/>
                  </a:lnTo>
                  <a:lnTo>
                    <a:pt x="0" y="222743"/>
                  </a:lnTo>
                  <a:lnTo>
                    <a:pt x="239" y="221314"/>
                  </a:lnTo>
                  <a:lnTo>
                    <a:pt x="1638" y="218495"/>
                  </a:lnTo>
                  <a:lnTo>
                    <a:pt x="2386" y="218010"/>
                  </a:lnTo>
                  <a:lnTo>
                    <a:pt x="2584" y="216582"/>
                  </a:lnTo>
                  <a:lnTo>
                    <a:pt x="3040" y="215439"/>
                  </a:lnTo>
                  <a:lnTo>
                    <a:pt x="4355" y="211290"/>
                  </a:lnTo>
                  <a:lnTo>
                    <a:pt x="5131" y="208557"/>
                  </a:lnTo>
                  <a:lnTo>
                    <a:pt x="5905" y="206921"/>
                  </a:lnTo>
                  <a:lnTo>
                    <a:pt x="6803" y="205775"/>
                  </a:lnTo>
                  <a:lnTo>
                    <a:pt x="7192" y="204826"/>
                  </a:lnTo>
                  <a:lnTo>
                    <a:pt x="6989" y="201885"/>
                  </a:lnTo>
                  <a:lnTo>
                    <a:pt x="7052" y="199914"/>
                  </a:lnTo>
                  <a:lnTo>
                    <a:pt x="7358" y="198665"/>
                  </a:lnTo>
                  <a:lnTo>
                    <a:pt x="8259" y="197346"/>
                  </a:lnTo>
                  <a:lnTo>
                    <a:pt x="9067" y="196333"/>
                  </a:lnTo>
                  <a:lnTo>
                    <a:pt x="9240" y="195834"/>
                  </a:lnTo>
                  <a:lnTo>
                    <a:pt x="9170" y="195092"/>
                  </a:lnTo>
                  <a:lnTo>
                    <a:pt x="8426" y="193589"/>
                  </a:lnTo>
                  <a:lnTo>
                    <a:pt x="6898" y="192282"/>
                  </a:lnTo>
                  <a:lnTo>
                    <a:pt x="5886" y="192409"/>
                  </a:lnTo>
                  <a:lnTo>
                    <a:pt x="5267" y="191252"/>
                  </a:lnTo>
                  <a:lnTo>
                    <a:pt x="4926" y="190256"/>
                  </a:lnTo>
                  <a:lnTo>
                    <a:pt x="2920" y="178076"/>
                  </a:lnTo>
                  <a:lnTo>
                    <a:pt x="2587" y="175231"/>
                  </a:lnTo>
                  <a:lnTo>
                    <a:pt x="2614" y="174131"/>
                  </a:lnTo>
                  <a:lnTo>
                    <a:pt x="3956" y="168103"/>
                  </a:lnTo>
                  <a:lnTo>
                    <a:pt x="4504" y="166138"/>
                  </a:lnTo>
                  <a:lnTo>
                    <a:pt x="5446" y="163293"/>
                  </a:lnTo>
                  <a:lnTo>
                    <a:pt x="5277" y="162173"/>
                  </a:lnTo>
                  <a:lnTo>
                    <a:pt x="3624" y="157452"/>
                  </a:lnTo>
                  <a:lnTo>
                    <a:pt x="3118" y="155207"/>
                  </a:lnTo>
                  <a:lnTo>
                    <a:pt x="3129" y="152976"/>
                  </a:lnTo>
                  <a:lnTo>
                    <a:pt x="3293" y="150252"/>
                  </a:lnTo>
                  <a:lnTo>
                    <a:pt x="4254" y="148792"/>
                  </a:lnTo>
                  <a:lnTo>
                    <a:pt x="4526" y="146582"/>
                  </a:lnTo>
                  <a:lnTo>
                    <a:pt x="4727" y="144394"/>
                  </a:lnTo>
                  <a:lnTo>
                    <a:pt x="5137" y="143670"/>
                  </a:lnTo>
                  <a:lnTo>
                    <a:pt x="5558" y="142441"/>
                  </a:lnTo>
                  <a:lnTo>
                    <a:pt x="6052" y="140649"/>
                  </a:lnTo>
                  <a:lnTo>
                    <a:pt x="6823" y="139091"/>
                  </a:lnTo>
                  <a:lnTo>
                    <a:pt x="7279" y="137899"/>
                  </a:lnTo>
                  <a:lnTo>
                    <a:pt x="7379" y="134583"/>
                  </a:lnTo>
                  <a:lnTo>
                    <a:pt x="7755" y="133677"/>
                  </a:lnTo>
                  <a:lnTo>
                    <a:pt x="8808" y="132627"/>
                  </a:lnTo>
                  <a:lnTo>
                    <a:pt x="8916" y="131767"/>
                  </a:lnTo>
                  <a:lnTo>
                    <a:pt x="8677" y="129539"/>
                  </a:lnTo>
                  <a:lnTo>
                    <a:pt x="8150" y="127184"/>
                  </a:lnTo>
                  <a:lnTo>
                    <a:pt x="7726" y="126042"/>
                  </a:lnTo>
                  <a:lnTo>
                    <a:pt x="7165" y="120259"/>
                  </a:lnTo>
                  <a:lnTo>
                    <a:pt x="6577" y="117379"/>
                  </a:lnTo>
                  <a:lnTo>
                    <a:pt x="6822" y="116231"/>
                  </a:lnTo>
                  <a:lnTo>
                    <a:pt x="7229" y="114768"/>
                  </a:lnTo>
                  <a:lnTo>
                    <a:pt x="7621" y="111870"/>
                  </a:lnTo>
                  <a:lnTo>
                    <a:pt x="7749" y="108500"/>
                  </a:lnTo>
                  <a:lnTo>
                    <a:pt x="7654" y="96097"/>
                  </a:lnTo>
                  <a:lnTo>
                    <a:pt x="7676" y="93659"/>
                  </a:lnTo>
                  <a:lnTo>
                    <a:pt x="8193" y="91945"/>
                  </a:lnTo>
                  <a:lnTo>
                    <a:pt x="8953" y="89968"/>
                  </a:lnTo>
                  <a:lnTo>
                    <a:pt x="9596" y="89212"/>
                  </a:lnTo>
                  <a:lnTo>
                    <a:pt x="10203" y="87960"/>
                  </a:lnTo>
                  <a:lnTo>
                    <a:pt x="10159" y="85611"/>
                  </a:lnTo>
                  <a:lnTo>
                    <a:pt x="10559" y="84223"/>
                  </a:lnTo>
                  <a:lnTo>
                    <a:pt x="11052" y="82486"/>
                  </a:lnTo>
                  <a:lnTo>
                    <a:pt x="9517" y="75644"/>
                  </a:lnTo>
                  <a:lnTo>
                    <a:pt x="8166" y="69627"/>
                  </a:lnTo>
                  <a:lnTo>
                    <a:pt x="6899" y="63980"/>
                  </a:lnTo>
                  <a:lnTo>
                    <a:pt x="5431" y="57438"/>
                  </a:lnTo>
                  <a:lnTo>
                    <a:pt x="4465" y="53133"/>
                  </a:lnTo>
                  <a:lnTo>
                    <a:pt x="3264" y="47783"/>
                  </a:lnTo>
                  <a:lnTo>
                    <a:pt x="2210" y="43091"/>
                  </a:lnTo>
                  <a:lnTo>
                    <a:pt x="772" y="36679"/>
                  </a:lnTo>
                  <a:lnTo>
                    <a:pt x="2107" y="36572"/>
                  </a:lnTo>
                  <a:lnTo>
                    <a:pt x="4801" y="36794"/>
                  </a:lnTo>
                  <a:lnTo>
                    <a:pt x="7411" y="37937"/>
                  </a:lnTo>
                  <a:lnTo>
                    <a:pt x="9176" y="38433"/>
                  </a:lnTo>
                  <a:lnTo>
                    <a:pt x="9915" y="39423"/>
                  </a:lnTo>
                  <a:lnTo>
                    <a:pt x="10078" y="40990"/>
                  </a:lnTo>
                  <a:lnTo>
                    <a:pt x="10566" y="41723"/>
                  </a:lnTo>
                  <a:lnTo>
                    <a:pt x="11132" y="41437"/>
                  </a:lnTo>
                  <a:lnTo>
                    <a:pt x="11773" y="41331"/>
                  </a:lnTo>
                  <a:lnTo>
                    <a:pt x="13203" y="39723"/>
                  </a:lnTo>
                  <a:lnTo>
                    <a:pt x="14358" y="38659"/>
                  </a:lnTo>
                  <a:lnTo>
                    <a:pt x="15358" y="37372"/>
                  </a:lnTo>
                  <a:lnTo>
                    <a:pt x="15870" y="36128"/>
                  </a:lnTo>
                  <a:lnTo>
                    <a:pt x="17113" y="31753"/>
                  </a:lnTo>
                  <a:lnTo>
                    <a:pt x="18114" y="29332"/>
                  </a:lnTo>
                  <a:lnTo>
                    <a:pt x="19034" y="28484"/>
                  </a:lnTo>
                  <a:lnTo>
                    <a:pt x="20837" y="28140"/>
                  </a:lnTo>
                  <a:lnTo>
                    <a:pt x="21405" y="28827"/>
                  </a:lnTo>
                  <a:lnTo>
                    <a:pt x="22140" y="28741"/>
                  </a:lnTo>
                  <a:lnTo>
                    <a:pt x="22775" y="26253"/>
                  </a:lnTo>
                  <a:lnTo>
                    <a:pt x="23744" y="23506"/>
                  </a:lnTo>
                  <a:lnTo>
                    <a:pt x="25648" y="20075"/>
                  </a:lnTo>
                  <a:lnTo>
                    <a:pt x="26618" y="19131"/>
                  </a:lnTo>
                  <a:lnTo>
                    <a:pt x="27219" y="17931"/>
                  </a:lnTo>
                  <a:lnTo>
                    <a:pt x="28254" y="17758"/>
                  </a:lnTo>
                  <a:lnTo>
                    <a:pt x="29163" y="16503"/>
                  </a:lnTo>
                  <a:lnTo>
                    <a:pt x="33554" y="7831"/>
                  </a:lnTo>
                  <a:lnTo>
                    <a:pt x="35333" y="5598"/>
                  </a:lnTo>
                  <a:lnTo>
                    <a:pt x="36443" y="5191"/>
                  </a:lnTo>
                  <a:lnTo>
                    <a:pt x="37360" y="4660"/>
                  </a:lnTo>
                  <a:lnTo>
                    <a:pt x="38921" y="3416"/>
                  </a:lnTo>
                  <a:lnTo>
                    <a:pt x="42821" y="2216"/>
                  </a:lnTo>
                  <a:lnTo>
                    <a:pt x="45329" y="1714"/>
                  </a:lnTo>
                  <a:lnTo>
                    <a:pt x="46131" y="2914"/>
                  </a:lnTo>
                  <a:lnTo>
                    <a:pt x="47033" y="2571"/>
                  </a:lnTo>
                  <a:lnTo>
                    <a:pt x="47801" y="629"/>
                  </a:lnTo>
                  <a:lnTo>
                    <a:pt x="48436" y="0"/>
                  </a:lnTo>
                  <a:lnTo>
                    <a:pt x="48904" y="57"/>
                  </a:lnTo>
                  <a:lnTo>
                    <a:pt x="49574" y="2357"/>
                  </a:lnTo>
                  <a:lnTo>
                    <a:pt x="49903" y="4793"/>
                  </a:lnTo>
                  <a:lnTo>
                    <a:pt x="49686" y="6651"/>
                  </a:lnTo>
                  <a:lnTo>
                    <a:pt x="49728" y="9352"/>
                  </a:lnTo>
                  <a:lnTo>
                    <a:pt x="50026" y="12893"/>
                  </a:lnTo>
                  <a:lnTo>
                    <a:pt x="49860" y="16032"/>
                  </a:lnTo>
                  <a:lnTo>
                    <a:pt x="48912" y="20147"/>
                  </a:lnTo>
                  <a:lnTo>
                    <a:pt x="48435" y="21824"/>
                  </a:lnTo>
                  <a:lnTo>
                    <a:pt x="48317" y="23549"/>
                  </a:lnTo>
                  <a:lnTo>
                    <a:pt x="48399" y="25878"/>
                  </a:lnTo>
                  <a:lnTo>
                    <a:pt x="48833" y="29676"/>
                  </a:lnTo>
                  <a:lnTo>
                    <a:pt x="49619" y="34936"/>
                  </a:lnTo>
                  <a:lnTo>
                    <a:pt x="49737" y="38837"/>
                  </a:lnTo>
                  <a:lnTo>
                    <a:pt x="49186" y="41365"/>
                  </a:lnTo>
                  <a:lnTo>
                    <a:pt x="48933" y="43550"/>
                  </a:lnTo>
                  <a:lnTo>
                    <a:pt x="48976" y="45382"/>
                  </a:lnTo>
                  <a:lnTo>
                    <a:pt x="49172" y="46672"/>
                  </a:lnTo>
                  <a:lnTo>
                    <a:pt x="49522" y="47414"/>
                  </a:lnTo>
                  <a:lnTo>
                    <a:pt x="49717" y="48882"/>
                  </a:lnTo>
                  <a:lnTo>
                    <a:pt x="49757" y="51081"/>
                  </a:lnTo>
                  <a:lnTo>
                    <a:pt x="50214" y="53205"/>
                  </a:lnTo>
                  <a:lnTo>
                    <a:pt x="51090" y="55260"/>
                  </a:lnTo>
                  <a:lnTo>
                    <a:pt x="51444" y="57219"/>
                  </a:lnTo>
                  <a:lnTo>
                    <a:pt x="51279" y="59086"/>
                  </a:lnTo>
                  <a:lnTo>
                    <a:pt x="51325" y="60252"/>
                  </a:lnTo>
                  <a:lnTo>
                    <a:pt x="51582" y="60714"/>
                  </a:lnTo>
                  <a:lnTo>
                    <a:pt x="51821" y="60336"/>
                  </a:lnTo>
                  <a:lnTo>
                    <a:pt x="52138" y="59825"/>
                  </a:lnTo>
                  <a:lnTo>
                    <a:pt x="52424" y="60007"/>
                  </a:lnTo>
                  <a:lnTo>
                    <a:pt x="53036" y="62612"/>
                  </a:lnTo>
                  <a:lnTo>
                    <a:pt x="53114" y="63143"/>
                  </a:lnTo>
                  <a:lnTo>
                    <a:pt x="53449" y="65290"/>
                  </a:lnTo>
                  <a:lnTo>
                    <a:pt x="53549" y="66921"/>
                  </a:lnTo>
                  <a:lnTo>
                    <a:pt x="54448" y="67830"/>
                  </a:lnTo>
                  <a:lnTo>
                    <a:pt x="55420" y="68548"/>
                  </a:lnTo>
                  <a:lnTo>
                    <a:pt x="55955" y="69408"/>
                  </a:lnTo>
                  <a:lnTo>
                    <a:pt x="57030" y="71982"/>
                  </a:lnTo>
                  <a:lnTo>
                    <a:pt x="57931" y="73679"/>
                  </a:lnTo>
                  <a:lnTo>
                    <a:pt x="59062" y="75070"/>
                  </a:lnTo>
                  <a:lnTo>
                    <a:pt x="59438" y="77292"/>
                  </a:lnTo>
                  <a:lnTo>
                    <a:pt x="60131" y="80648"/>
                  </a:lnTo>
                  <a:lnTo>
                    <a:pt x="62036" y="81935"/>
                  </a:lnTo>
                  <a:lnTo>
                    <a:pt x="64261" y="82578"/>
                  </a:lnTo>
                  <a:lnTo>
                    <a:pt x="65678" y="83305"/>
                  </a:lnTo>
                  <a:lnTo>
                    <a:pt x="67409" y="81525"/>
                  </a:lnTo>
                  <a:lnTo>
                    <a:pt x="68555" y="81779"/>
                  </a:lnTo>
                  <a:lnTo>
                    <a:pt x="69739" y="82988"/>
                  </a:lnTo>
                  <a:lnTo>
                    <a:pt x="70243" y="83807"/>
                  </a:lnTo>
                  <a:lnTo>
                    <a:pt x="71125" y="85536"/>
                  </a:lnTo>
                  <a:lnTo>
                    <a:pt x="72489" y="87749"/>
                  </a:lnTo>
                  <a:lnTo>
                    <a:pt x="73604" y="88572"/>
                  </a:lnTo>
                  <a:lnTo>
                    <a:pt x="74400" y="87339"/>
                  </a:lnTo>
                  <a:lnTo>
                    <a:pt x="75135" y="86909"/>
                  </a:lnTo>
                  <a:lnTo>
                    <a:pt x="75702" y="87426"/>
                  </a:lnTo>
                  <a:lnTo>
                    <a:pt x="76003" y="89827"/>
                  </a:lnTo>
                  <a:lnTo>
                    <a:pt x="76304" y="91457"/>
                  </a:lnTo>
                  <a:lnTo>
                    <a:pt x="76963" y="92684"/>
                  </a:lnTo>
                  <a:lnTo>
                    <a:pt x="78376" y="95835"/>
                  </a:lnTo>
                  <a:lnTo>
                    <a:pt x="79178" y="97122"/>
                  </a:lnTo>
                  <a:lnTo>
                    <a:pt x="80080" y="97035"/>
                  </a:lnTo>
                  <a:lnTo>
                    <a:pt x="81939" y="99101"/>
                  </a:lnTo>
                  <a:lnTo>
                    <a:pt x="83926" y="101116"/>
                  </a:lnTo>
                  <a:lnTo>
                    <a:pt x="84950" y="101447"/>
                  </a:lnTo>
                  <a:lnTo>
                    <a:pt x="85961" y="101153"/>
                  </a:lnTo>
                  <a:lnTo>
                    <a:pt x="86629" y="101923"/>
                  </a:lnTo>
                  <a:lnTo>
                    <a:pt x="86896" y="104353"/>
                  </a:lnTo>
                  <a:lnTo>
                    <a:pt x="88623" y="109207"/>
                  </a:lnTo>
                  <a:lnTo>
                    <a:pt x="89435" y="111103"/>
                  </a:lnTo>
                  <a:lnTo>
                    <a:pt x="90404" y="112733"/>
                  </a:lnTo>
                  <a:lnTo>
                    <a:pt x="92870" y="112710"/>
                  </a:lnTo>
                  <a:lnTo>
                    <a:pt x="93608" y="113195"/>
                  </a:lnTo>
                  <a:lnTo>
                    <a:pt x="94707" y="112762"/>
                  </a:lnTo>
                  <a:lnTo>
                    <a:pt x="98009" y="111934"/>
                  </a:lnTo>
                  <a:lnTo>
                    <a:pt x="98609" y="111674"/>
                  </a:lnTo>
                  <a:lnTo>
                    <a:pt x="100479" y="113792"/>
                  </a:lnTo>
                  <a:lnTo>
                    <a:pt x="102690" y="116834"/>
                  </a:lnTo>
                  <a:lnTo>
                    <a:pt x="104152" y="119226"/>
                  </a:lnTo>
                  <a:lnTo>
                    <a:pt x="105173" y="120542"/>
                  </a:lnTo>
                  <a:lnTo>
                    <a:pt x="105707" y="122686"/>
                  </a:lnTo>
                  <a:lnTo>
                    <a:pt x="106142" y="124919"/>
                  </a:lnTo>
                  <a:lnTo>
                    <a:pt x="106342" y="127320"/>
                  </a:lnTo>
                  <a:lnTo>
                    <a:pt x="106077" y="129707"/>
                  </a:lnTo>
                  <a:lnTo>
                    <a:pt x="105675" y="130665"/>
                  </a:lnTo>
                  <a:lnTo>
                    <a:pt x="105540" y="132211"/>
                  </a:lnTo>
                  <a:lnTo>
                    <a:pt x="105707" y="134526"/>
                  </a:lnTo>
                  <a:lnTo>
                    <a:pt x="106443" y="136586"/>
                  </a:lnTo>
                  <a:lnTo>
                    <a:pt x="106714" y="139125"/>
                  </a:lnTo>
                  <a:lnTo>
                    <a:pt x="107113" y="143610"/>
                  </a:lnTo>
                  <a:lnTo>
                    <a:pt x="107563" y="145029"/>
                  </a:lnTo>
                  <a:lnTo>
                    <a:pt x="107857" y="158924"/>
                  </a:lnTo>
                  <a:lnTo>
                    <a:pt x="106377" y="159042"/>
                  </a:lnTo>
                  <a:lnTo>
                    <a:pt x="104291" y="159207"/>
                  </a:lnTo>
                  <a:lnTo>
                    <a:pt x="104898" y="160531"/>
                  </a:lnTo>
                  <a:lnTo>
                    <a:pt x="106624" y="165705"/>
                  </a:lnTo>
                  <a:lnTo>
                    <a:pt x="108214" y="170472"/>
                  </a:lnTo>
                  <a:lnTo>
                    <a:pt x="108466" y="178128"/>
                  </a:lnTo>
                  <a:lnTo>
                    <a:pt x="108625" y="182953"/>
                  </a:lnTo>
                  <a:lnTo>
                    <a:pt x="108848" y="189754"/>
                  </a:lnTo>
                  <a:lnTo>
                    <a:pt x="108982" y="193808"/>
                  </a:lnTo>
                  <a:lnTo>
                    <a:pt x="112946" y="194175"/>
                  </a:lnTo>
                  <a:lnTo>
                    <a:pt x="117513" y="194596"/>
                  </a:lnTo>
                  <a:lnTo>
                    <a:pt x="123003" y="195104"/>
                  </a:lnTo>
                  <a:lnTo>
                    <a:pt x="127828" y="195548"/>
                  </a:lnTo>
                  <a:lnTo>
                    <a:pt x="128304" y="195502"/>
                  </a:lnTo>
                  <a:lnTo>
                    <a:pt x="129143" y="194948"/>
                  </a:lnTo>
                  <a:lnTo>
                    <a:pt x="129699" y="194230"/>
                  </a:lnTo>
                  <a:lnTo>
                    <a:pt x="130042" y="194253"/>
                  </a:lnTo>
                  <a:lnTo>
                    <a:pt x="130100" y="195895"/>
                  </a:lnTo>
                  <a:lnTo>
                    <a:pt x="129982" y="197972"/>
                  </a:lnTo>
                  <a:lnTo>
                    <a:pt x="129987" y="200353"/>
                  </a:lnTo>
                  <a:lnTo>
                    <a:pt x="128603" y="205062"/>
                  </a:lnTo>
                  <a:lnTo>
                    <a:pt x="128517" y="206554"/>
                  </a:lnTo>
                  <a:lnTo>
                    <a:pt x="128727" y="212761"/>
                  </a:lnTo>
                  <a:lnTo>
                    <a:pt x="129216" y="217779"/>
                  </a:lnTo>
                  <a:lnTo>
                    <a:pt x="129462" y="222321"/>
                  </a:lnTo>
                  <a:lnTo>
                    <a:pt x="130017" y="223735"/>
                  </a:lnTo>
                  <a:lnTo>
                    <a:pt x="131653" y="226128"/>
                  </a:lnTo>
                  <a:lnTo>
                    <a:pt x="134124" y="230554"/>
                  </a:lnTo>
                  <a:lnTo>
                    <a:pt x="135112" y="231128"/>
                  </a:lnTo>
                  <a:lnTo>
                    <a:pt x="135947" y="230531"/>
                  </a:lnTo>
                  <a:lnTo>
                    <a:pt x="136449" y="232332"/>
                  </a:lnTo>
                  <a:lnTo>
                    <a:pt x="136549" y="235249"/>
                  </a:lnTo>
                  <a:lnTo>
                    <a:pt x="137912" y="243392"/>
                  </a:lnTo>
                  <a:lnTo>
                    <a:pt x="138778" y="248561"/>
                  </a:lnTo>
                  <a:lnTo>
                    <a:pt x="139174" y="250358"/>
                  </a:lnTo>
                  <a:lnTo>
                    <a:pt x="139823" y="251290"/>
                  </a:lnTo>
                  <a:lnTo>
                    <a:pt x="139702" y="251960"/>
                  </a:lnTo>
                  <a:lnTo>
                    <a:pt x="139162" y="252231"/>
                  </a:lnTo>
                  <a:lnTo>
                    <a:pt x="138921" y="253201"/>
                  </a:lnTo>
                  <a:lnTo>
                    <a:pt x="138172" y="258984"/>
                  </a:lnTo>
                  <a:lnTo>
                    <a:pt x="137184" y="266613"/>
                  </a:lnTo>
                  <a:lnTo>
                    <a:pt x="136515" y="271963"/>
                  </a:lnTo>
                  <a:lnTo>
                    <a:pt x="137116" y="272050"/>
                  </a:lnTo>
                  <a:lnTo>
                    <a:pt x="137142" y="273533"/>
                  </a:lnTo>
                  <a:lnTo>
                    <a:pt x="137278" y="275798"/>
                  </a:lnTo>
                  <a:lnTo>
                    <a:pt x="136534" y="276078"/>
                  </a:lnTo>
                  <a:lnTo>
                    <a:pt x="136316" y="276889"/>
                  </a:lnTo>
                  <a:lnTo>
                    <a:pt x="135463" y="281278"/>
                  </a:lnTo>
                  <a:lnTo>
                    <a:pt x="134345" y="287032"/>
                  </a:lnTo>
                  <a:lnTo>
                    <a:pt x="133190" y="292974"/>
                  </a:lnTo>
                  <a:lnTo>
                    <a:pt x="132506" y="296497"/>
                  </a:lnTo>
                  <a:lnTo>
                    <a:pt x="133675" y="299103"/>
                  </a:lnTo>
                  <a:lnTo>
                    <a:pt x="135622" y="303443"/>
                  </a:lnTo>
                  <a:lnTo>
                    <a:pt x="135313" y="304649"/>
                  </a:lnTo>
                  <a:lnTo>
                    <a:pt x="134478" y="305249"/>
                  </a:lnTo>
                  <a:lnTo>
                    <a:pt x="133776" y="305676"/>
                  </a:lnTo>
                  <a:lnTo>
                    <a:pt x="133241" y="307307"/>
                  </a:lnTo>
                  <a:lnTo>
                    <a:pt x="132940" y="3085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640136" y="4443702"/>
              <a:ext cx="2032" cy="12191"/>
            </a:xfrm>
            <a:custGeom>
              <a:avLst/>
              <a:pathLst>
                <a:path w="2032" h="12191">
                  <a:moveTo>
                    <a:pt x="790" y="10855"/>
                  </a:moveTo>
                  <a:lnTo>
                    <a:pt x="0" y="12191"/>
                  </a:lnTo>
                  <a:lnTo>
                    <a:pt x="142" y="5176"/>
                  </a:lnTo>
                  <a:lnTo>
                    <a:pt x="568" y="2833"/>
                  </a:lnTo>
                  <a:lnTo>
                    <a:pt x="1033" y="1085"/>
                  </a:lnTo>
                  <a:lnTo>
                    <a:pt x="1607" y="0"/>
                  </a:lnTo>
                  <a:lnTo>
                    <a:pt x="2032" y="1532"/>
                  </a:lnTo>
                  <a:lnTo>
                    <a:pt x="1668" y="4925"/>
                  </a:lnTo>
                  <a:lnTo>
                    <a:pt x="665" y="90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638857" y="4407378"/>
              <a:ext cx="1935" cy="7193"/>
            </a:xfrm>
            <a:custGeom>
              <a:avLst/>
              <a:pathLst>
                <a:path w="1935" h="7193">
                  <a:moveTo>
                    <a:pt x="936" y="6833"/>
                  </a:moveTo>
                  <a:lnTo>
                    <a:pt x="721" y="7193"/>
                  </a:lnTo>
                  <a:lnTo>
                    <a:pt x="0" y="3526"/>
                  </a:lnTo>
                  <a:lnTo>
                    <a:pt x="1450" y="0"/>
                  </a:lnTo>
                  <a:lnTo>
                    <a:pt x="1935" y="1431"/>
                  </a:lnTo>
                  <a:lnTo>
                    <a:pt x="1549" y="4221"/>
                  </a:lnTo>
                  <a:lnTo>
                    <a:pt x="1124" y="61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675848" y="4335196"/>
              <a:ext cx="2512" cy="6316"/>
            </a:xfrm>
            <a:custGeom>
              <a:avLst/>
              <a:pathLst>
                <a:path w="2512" h="6316">
                  <a:moveTo>
                    <a:pt x="2199" y="4775"/>
                  </a:moveTo>
                  <a:lnTo>
                    <a:pt x="2192" y="6316"/>
                  </a:lnTo>
                  <a:lnTo>
                    <a:pt x="1713" y="5531"/>
                  </a:lnTo>
                  <a:lnTo>
                    <a:pt x="443" y="6129"/>
                  </a:lnTo>
                  <a:lnTo>
                    <a:pt x="0" y="4966"/>
                  </a:lnTo>
                  <a:lnTo>
                    <a:pt x="1715" y="0"/>
                  </a:lnTo>
                  <a:lnTo>
                    <a:pt x="2061" y="721"/>
                  </a:lnTo>
                  <a:lnTo>
                    <a:pt x="2328" y="1627"/>
                  </a:lnTo>
                  <a:lnTo>
                    <a:pt x="2512" y="2891"/>
                  </a:lnTo>
                  <a:lnTo>
                    <a:pt x="2314" y="37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688406" y="4315888"/>
              <a:ext cx="3016" cy="4083"/>
            </a:xfrm>
            <a:custGeom>
              <a:avLst/>
              <a:pathLst>
                <a:path w="3016" h="4083">
                  <a:moveTo>
                    <a:pt x="2656" y="2002"/>
                  </a:moveTo>
                  <a:lnTo>
                    <a:pt x="3016" y="2813"/>
                  </a:lnTo>
                  <a:lnTo>
                    <a:pt x="2352" y="2732"/>
                  </a:lnTo>
                  <a:lnTo>
                    <a:pt x="1607" y="3448"/>
                  </a:lnTo>
                  <a:lnTo>
                    <a:pt x="461" y="4083"/>
                  </a:lnTo>
                  <a:lnTo>
                    <a:pt x="0" y="2894"/>
                  </a:lnTo>
                  <a:lnTo>
                    <a:pt x="990" y="1243"/>
                  </a:lnTo>
                  <a:lnTo>
                    <a:pt x="1349" y="0"/>
                  </a:lnTo>
                  <a:lnTo>
                    <a:pt x="1608" y="259"/>
                  </a:lnTo>
                  <a:lnTo>
                    <a:pt x="1939" y="11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749836" y="4029981"/>
              <a:ext cx="1364" cy="3956"/>
            </a:xfrm>
            <a:custGeom>
              <a:avLst/>
              <a:pathLst>
                <a:path w="1364" h="3956">
                  <a:moveTo>
                    <a:pt x="1364" y="2216"/>
                  </a:moveTo>
                  <a:lnTo>
                    <a:pt x="969" y="3956"/>
                  </a:lnTo>
                  <a:lnTo>
                    <a:pt x="513" y="3696"/>
                  </a:lnTo>
                  <a:lnTo>
                    <a:pt x="333" y="2530"/>
                  </a:lnTo>
                  <a:lnTo>
                    <a:pt x="0" y="1393"/>
                  </a:lnTo>
                  <a:lnTo>
                    <a:pt x="179" y="504"/>
                  </a:lnTo>
                  <a:lnTo>
                    <a:pt x="483" y="0"/>
                  </a:lnTo>
                  <a:lnTo>
                    <a:pt x="1323" y="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752543" y="4014667"/>
              <a:ext cx="2148" cy="7046"/>
            </a:xfrm>
            <a:custGeom>
              <a:avLst/>
              <a:pathLst>
                <a:path w="2148" h="7046">
                  <a:moveTo>
                    <a:pt x="496" y="6409"/>
                  </a:moveTo>
                  <a:lnTo>
                    <a:pt x="45" y="7046"/>
                  </a:lnTo>
                  <a:lnTo>
                    <a:pt x="0" y="5168"/>
                  </a:lnTo>
                  <a:lnTo>
                    <a:pt x="1174" y="2799"/>
                  </a:lnTo>
                  <a:lnTo>
                    <a:pt x="1367" y="0"/>
                  </a:lnTo>
                  <a:lnTo>
                    <a:pt x="1984" y="1295"/>
                  </a:lnTo>
                  <a:lnTo>
                    <a:pt x="2148" y="2726"/>
                  </a:lnTo>
                  <a:lnTo>
                    <a:pt x="2138" y="33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685672" y="3714372"/>
              <a:ext cx="1338" cy="9456"/>
            </a:xfrm>
            <a:custGeom>
              <a:avLst/>
              <a:pathLst>
                <a:path w="1338" h="9456">
                  <a:moveTo>
                    <a:pt x="1132" y="6561"/>
                  </a:moveTo>
                  <a:lnTo>
                    <a:pt x="0" y="9456"/>
                  </a:lnTo>
                  <a:lnTo>
                    <a:pt x="373" y="6097"/>
                  </a:lnTo>
                  <a:lnTo>
                    <a:pt x="182" y="3783"/>
                  </a:lnTo>
                  <a:lnTo>
                    <a:pt x="329" y="1991"/>
                  </a:lnTo>
                  <a:lnTo>
                    <a:pt x="1102" y="256"/>
                  </a:lnTo>
                  <a:lnTo>
                    <a:pt x="1338" y="0"/>
                  </a:lnTo>
                  <a:lnTo>
                    <a:pt x="1271" y="2132"/>
                  </a:lnTo>
                  <a:lnTo>
                    <a:pt x="1325" y="27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680803" y="3671517"/>
              <a:ext cx="1585" cy="3650"/>
            </a:xfrm>
            <a:custGeom>
              <a:avLst/>
              <a:pathLst>
                <a:path w="1585" h="3650">
                  <a:moveTo>
                    <a:pt x="1585" y="1494"/>
                  </a:moveTo>
                  <a:lnTo>
                    <a:pt x="848" y="2917"/>
                  </a:lnTo>
                  <a:lnTo>
                    <a:pt x="609" y="3650"/>
                  </a:lnTo>
                  <a:lnTo>
                    <a:pt x="0" y="3104"/>
                  </a:lnTo>
                  <a:lnTo>
                    <a:pt x="110" y="2288"/>
                  </a:lnTo>
                  <a:lnTo>
                    <a:pt x="290" y="2371"/>
                  </a:lnTo>
                  <a:lnTo>
                    <a:pt x="485" y="0"/>
                  </a:lnTo>
                  <a:lnTo>
                    <a:pt x="1525" y="2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601196" y="3650068"/>
              <a:ext cx="8949" cy="26925"/>
            </a:xfrm>
            <a:custGeom>
              <a:avLst/>
              <a:pathLst>
                <a:path w="8949" h="26925">
                  <a:moveTo>
                    <a:pt x="1218" y="26369"/>
                  </a:moveTo>
                  <a:lnTo>
                    <a:pt x="0" y="26925"/>
                  </a:lnTo>
                  <a:lnTo>
                    <a:pt x="1568" y="19535"/>
                  </a:lnTo>
                  <a:lnTo>
                    <a:pt x="2973" y="16096"/>
                  </a:lnTo>
                  <a:lnTo>
                    <a:pt x="2993" y="9268"/>
                  </a:lnTo>
                  <a:lnTo>
                    <a:pt x="4515" y="3197"/>
                  </a:lnTo>
                  <a:lnTo>
                    <a:pt x="5914" y="724"/>
                  </a:lnTo>
                  <a:lnTo>
                    <a:pt x="7875" y="0"/>
                  </a:lnTo>
                  <a:lnTo>
                    <a:pt x="8949" y="3702"/>
                  </a:lnTo>
                  <a:lnTo>
                    <a:pt x="7619" y="14194"/>
                  </a:lnTo>
                  <a:lnTo>
                    <a:pt x="7230" y="14255"/>
                  </a:lnTo>
                  <a:lnTo>
                    <a:pt x="5446" y="19789"/>
                  </a:lnTo>
                  <a:lnTo>
                    <a:pt x="3460" y="236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614341" y="3637510"/>
              <a:ext cx="27808" cy="49768"/>
            </a:xfrm>
            <a:custGeom>
              <a:avLst/>
              <a:pathLst>
                <a:path w="27808" h="49768">
                  <a:moveTo>
                    <a:pt x="13434" y="3332"/>
                  </a:moveTo>
                  <a:lnTo>
                    <a:pt x="14510" y="3462"/>
                  </a:lnTo>
                  <a:lnTo>
                    <a:pt x="16033" y="2902"/>
                  </a:lnTo>
                  <a:lnTo>
                    <a:pt x="17053" y="1520"/>
                  </a:lnTo>
                  <a:lnTo>
                    <a:pt x="18194" y="1249"/>
                  </a:lnTo>
                  <a:lnTo>
                    <a:pt x="19323" y="1393"/>
                  </a:lnTo>
                  <a:lnTo>
                    <a:pt x="23125" y="2928"/>
                  </a:lnTo>
                  <a:lnTo>
                    <a:pt x="25410" y="3405"/>
                  </a:lnTo>
                  <a:lnTo>
                    <a:pt x="26246" y="3895"/>
                  </a:lnTo>
                  <a:lnTo>
                    <a:pt x="27062" y="4593"/>
                  </a:lnTo>
                  <a:lnTo>
                    <a:pt x="27658" y="5347"/>
                  </a:lnTo>
                  <a:lnTo>
                    <a:pt x="27808" y="6986"/>
                  </a:lnTo>
                  <a:lnTo>
                    <a:pt x="27251" y="9606"/>
                  </a:lnTo>
                  <a:lnTo>
                    <a:pt x="26838" y="12362"/>
                  </a:lnTo>
                  <a:lnTo>
                    <a:pt x="26452" y="16208"/>
                  </a:lnTo>
                  <a:lnTo>
                    <a:pt x="26154" y="16990"/>
                  </a:lnTo>
                  <a:lnTo>
                    <a:pt x="25656" y="16785"/>
                  </a:lnTo>
                  <a:lnTo>
                    <a:pt x="25966" y="20228"/>
                  </a:lnTo>
                  <a:lnTo>
                    <a:pt x="25853" y="21604"/>
                  </a:lnTo>
                  <a:lnTo>
                    <a:pt x="25607" y="22943"/>
                  </a:lnTo>
                  <a:lnTo>
                    <a:pt x="24995" y="25722"/>
                  </a:lnTo>
                  <a:lnTo>
                    <a:pt x="24069" y="29260"/>
                  </a:lnTo>
                  <a:lnTo>
                    <a:pt x="23793" y="30002"/>
                  </a:lnTo>
                  <a:lnTo>
                    <a:pt x="23088" y="31231"/>
                  </a:lnTo>
                  <a:lnTo>
                    <a:pt x="22514" y="32804"/>
                  </a:lnTo>
                  <a:lnTo>
                    <a:pt x="22637" y="34281"/>
                  </a:lnTo>
                  <a:lnTo>
                    <a:pt x="22924" y="35770"/>
                  </a:lnTo>
                  <a:lnTo>
                    <a:pt x="22584" y="37634"/>
                  </a:lnTo>
                  <a:lnTo>
                    <a:pt x="21487" y="40361"/>
                  </a:lnTo>
                  <a:lnTo>
                    <a:pt x="20831" y="41022"/>
                  </a:lnTo>
                  <a:lnTo>
                    <a:pt x="20226" y="41299"/>
                  </a:lnTo>
                  <a:lnTo>
                    <a:pt x="19669" y="41033"/>
                  </a:lnTo>
                  <a:lnTo>
                    <a:pt x="18682" y="38301"/>
                  </a:lnTo>
                  <a:lnTo>
                    <a:pt x="18578" y="40439"/>
                  </a:lnTo>
                  <a:lnTo>
                    <a:pt x="18312" y="42626"/>
                  </a:lnTo>
                  <a:lnTo>
                    <a:pt x="17976" y="43824"/>
                  </a:lnTo>
                  <a:lnTo>
                    <a:pt x="16701" y="43697"/>
                  </a:lnTo>
                  <a:lnTo>
                    <a:pt x="15990" y="42525"/>
                  </a:lnTo>
                  <a:lnTo>
                    <a:pt x="14839" y="41227"/>
                  </a:lnTo>
                  <a:lnTo>
                    <a:pt x="14619" y="44739"/>
                  </a:lnTo>
                  <a:lnTo>
                    <a:pt x="13904" y="47160"/>
                  </a:lnTo>
                  <a:lnTo>
                    <a:pt x="13182" y="47919"/>
                  </a:lnTo>
                  <a:lnTo>
                    <a:pt x="12052" y="48429"/>
                  </a:lnTo>
                  <a:lnTo>
                    <a:pt x="11404" y="49460"/>
                  </a:lnTo>
                  <a:lnTo>
                    <a:pt x="10181" y="48654"/>
                  </a:lnTo>
                  <a:lnTo>
                    <a:pt x="9046" y="47044"/>
                  </a:lnTo>
                  <a:lnTo>
                    <a:pt x="8405" y="46906"/>
                  </a:lnTo>
                  <a:lnTo>
                    <a:pt x="7903" y="48207"/>
                  </a:lnTo>
                  <a:lnTo>
                    <a:pt x="5266" y="48447"/>
                  </a:lnTo>
                  <a:lnTo>
                    <a:pt x="4058" y="49768"/>
                  </a:lnTo>
                  <a:lnTo>
                    <a:pt x="3319" y="49393"/>
                  </a:lnTo>
                  <a:lnTo>
                    <a:pt x="2233" y="46727"/>
                  </a:lnTo>
                  <a:lnTo>
                    <a:pt x="2058" y="44952"/>
                  </a:lnTo>
                  <a:lnTo>
                    <a:pt x="1412" y="41357"/>
                  </a:lnTo>
                  <a:lnTo>
                    <a:pt x="831" y="37086"/>
                  </a:lnTo>
                  <a:lnTo>
                    <a:pt x="418" y="33208"/>
                  </a:lnTo>
                  <a:lnTo>
                    <a:pt x="766" y="29854"/>
                  </a:lnTo>
                  <a:lnTo>
                    <a:pt x="1470" y="29967"/>
                  </a:lnTo>
                  <a:lnTo>
                    <a:pt x="2303" y="30466"/>
                  </a:lnTo>
                  <a:lnTo>
                    <a:pt x="2480" y="30230"/>
                  </a:lnTo>
                  <a:lnTo>
                    <a:pt x="2521" y="29156"/>
                  </a:lnTo>
                  <a:lnTo>
                    <a:pt x="2338" y="28264"/>
                  </a:lnTo>
                  <a:lnTo>
                    <a:pt x="995" y="28406"/>
                  </a:lnTo>
                  <a:lnTo>
                    <a:pt x="147" y="26415"/>
                  </a:lnTo>
                  <a:lnTo>
                    <a:pt x="0" y="23339"/>
                  </a:lnTo>
                  <a:lnTo>
                    <a:pt x="174" y="16944"/>
                  </a:lnTo>
                  <a:lnTo>
                    <a:pt x="284" y="15631"/>
                  </a:lnTo>
                  <a:lnTo>
                    <a:pt x="876" y="13799"/>
                  </a:lnTo>
                  <a:lnTo>
                    <a:pt x="1070" y="12177"/>
                  </a:lnTo>
                  <a:lnTo>
                    <a:pt x="923" y="10454"/>
                  </a:lnTo>
                  <a:lnTo>
                    <a:pt x="1178" y="7329"/>
                  </a:lnTo>
                  <a:lnTo>
                    <a:pt x="1732" y="4622"/>
                  </a:lnTo>
                  <a:lnTo>
                    <a:pt x="3849" y="1211"/>
                  </a:lnTo>
                  <a:lnTo>
                    <a:pt x="630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611556" y="3635278"/>
              <a:ext cx="4459" cy="8465"/>
            </a:xfrm>
            <a:custGeom>
              <a:avLst/>
              <a:pathLst>
                <a:path w="4459" h="8465">
                  <a:moveTo>
                    <a:pt x="4432" y="2682"/>
                  </a:moveTo>
                  <a:lnTo>
                    <a:pt x="1285" y="8465"/>
                  </a:lnTo>
                  <a:lnTo>
                    <a:pt x="219" y="6566"/>
                  </a:lnTo>
                  <a:lnTo>
                    <a:pt x="0" y="5466"/>
                  </a:lnTo>
                  <a:lnTo>
                    <a:pt x="180" y="4358"/>
                  </a:lnTo>
                  <a:lnTo>
                    <a:pt x="142" y="3885"/>
                  </a:lnTo>
                  <a:lnTo>
                    <a:pt x="495" y="1903"/>
                  </a:lnTo>
                  <a:lnTo>
                    <a:pt x="2254" y="275"/>
                  </a:lnTo>
                  <a:lnTo>
                    <a:pt x="3139" y="0"/>
                  </a:lnTo>
                  <a:lnTo>
                    <a:pt x="4270" y="506"/>
                  </a:lnTo>
                  <a:lnTo>
                    <a:pt x="4459" y="19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625458" y="3631597"/>
              <a:ext cx="5267" cy="6720"/>
            </a:xfrm>
            <a:custGeom>
              <a:avLst/>
              <a:pathLst>
                <a:path w="5267" h="6720">
                  <a:moveTo>
                    <a:pt x="4444" y="5794"/>
                  </a:moveTo>
                  <a:lnTo>
                    <a:pt x="1395" y="6720"/>
                  </a:lnTo>
                  <a:lnTo>
                    <a:pt x="0" y="5247"/>
                  </a:lnTo>
                  <a:lnTo>
                    <a:pt x="315" y="4005"/>
                  </a:lnTo>
                  <a:lnTo>
                    <a:pt x="1355" y="2025"/>
                  </a:lnTo>
                  <a:lnTo>
                    <a:pt x="2622" y="620"/>
                  </a:lnTo>
                  <a:lnTo>
                    <a:pt x="3758" y="0"/>
                  </a:lnTo>
                  <a:lnTo>
                    <a:pt x="4943" y="782"/>
                  </a:lnTo>
                  <a:lnTo>
                    <a:pt x="5267" y="2441"/>
                  </a:lnTo>
                  <a:lnTo>
                    <a:pt x="5169" y="41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619531" y="3625071"/>
              <a:ext cx="7455" cy="9864"/>
            </a:xfrm>
            <a:custGeom>
              <a:avLst/>
              <a:pathLst>
                <a:path w="7455" h="9864">
                  <a:moveTo>
                    <a:pt x="6984" y="1074"/>
                  </a:moveTo>
                  <a:lnTo>
                    <a:pt x="7455" y="2617"/>
                  </a:lnTo>
                  <a:lnTo>
                    <a:pt x="5824" y="8795"/>
                  </a:lnTo>
                  <a:lnTo>
                    <a:pt x="4925" y="9684"/>
                  </a:lnTo>
                  <a:lnTo>
                    <a:pt x="3942" y="9864"/>
                  </a:lnTo>
                  <a:lnTo>
                    <a:pt x="2669" y="8023"/>
                  </a:lnTo>
                  <a:lnTo>
                    <a:pt x="684" y="8154"/>
                  </a:lnTo>
                  <a:lnTo>
                    <a:pt x="65" y="7717"/>
                  </a:lnTo>
                  <a:lnTo>
                    <a:pt x="0" y="5025"/>
                  </a:lnTo>
                  <a:lnTo>
                    <a:pt x="833" y="2151"/>
                  </a:lnTo>
                  <a:lnTo>
                    <a:pt x="2498" y="2305"/>
                  </a:lnTo>
                  <a:lnTo>
                    <a:pt x="536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616322" y="3616610"/>
              <a:ext cx="3356" cy="17686"/>
            </a:xfrm>
            <a:custGeom>
              <a:avLst/>
              <a:pathLst>
                <a:path w="3356" h="17686">
                  <a:moveTo>
                    <a:pt x="2276" y="13344"/>
                  </a:moveTo>
                  <a:lnTo>
                    <a:pt x="2071" y="17686"/>
                  </a:lnTo>
                  <a:lnTo>
                    <a:pt x="0" y="15852"/>
                  </a:lnTo>
                  <a:lnTo>
                    <a:pt x="155" y="11408"/>
                  </a:lnTo>
                  <a:lnTo>
                    <a:pt x="1124" y="10163"/>
                  </a:lnTo>
                  <a:lnTo>
                    <a:pt x="1983" y="7799"/>
                  </a:lnTo>
                  <a:lnTo>
                    <a:pt x="2276" y="4902"/>
                  </a:lnTo>
                  <a:lnTo>
                    <a:pt x="2294" y="963"/>
                  </a:lnTo>
                  <a:lnTo>
                    <a:pt x="2612" y="279"/>
                  </a:lnTo>
                  <a:lnTo>
                    <a:pt x="2890" y="0"/>
                  </a:lnTo>
                  <a:lnTo>
                    <a:pt x="3141" y="269"/>
                  </a:lnTo>
                  <a:lnTo>
                    <a:pt x="3238" y="6183"/>
                  </a:lnTo>
                  <a:lnTo>
                    <a:pt x="3356" y="98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620261" y="3615217"/>
              <a:ext cx="2818" cy="8239"/>
            </a:xfrm>
            <a:custGeom>
              <a:avLst/>
              <a:pathLst>
                <a:path w="2818" h="8239">
                  <a:moveTo>
                    <a:pt x="1481" y="7240"/>
                  </a:moveTo>
                  <a:lnTo>
                    <a:pt x="234" y="8239"/>
                  </a:lnTo>
                  <a:lnTo>
                    <a:pt x="1" y="7305"/>
                  </a:lnTo>
                  <a:lnTo>
                    <a:pt x="0" y="3591"/>
                  </a:lnTo>
                  <a:lnTo>
                    <a:pt x="351" y="1553"/>
                  </a:lnTo>
                  <a:lnTo>
                    <a:pt x="1943" y="984"/>
                  </a:lnTo>
                  <a:lnTo>
                    <a:pt x="2106" y="385"/>
                  </a:lnTo>
                  <a:lnTo>
                    <a:pt x="2564" y="0"/>
                  </a:lnTo>
                  <a:lnTo>
                    <a:pt x="2818" y="1276"/>
                  </a:lnTo>
                  <a:lnTo>
                    <a:pt x="2780" y="34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617645" y="3570200"/>
              <a:ext cx="2496" cy="7936"/>
            </a:xfrm>
            <a:custGeom>
              <a:avLst/>
              <a:pathLst>
                <a:path w="2496" h="7936">
                  <a:moveTo>
                    <a:pt x="2416" y="6587"/>
                  </a:moveTo>
                  <a:lnTo>
                    <a:pt x="1268" y="7936"/>
                  </a:lnTo>
                  <a:lnTo>
                    <a:pt x="608" y="7416"/>
                  </a:lnTo>
                  <a:lnTo>
                    <a:pt x="0" y="3898"/>
                  </a:lnTo>
                  <a:lnTo>
                    <a:pt x="206" y="971"/>
                  </a:lnTo>
                  <a:lnTo>
                    <a:pt x="1038" y="0"/>
                  </a:lnTo>
                  <a:lnTo>
                    <a:pt x="1684" y="207"/>
                  </a:lnTo>
                  <a:lnTo>
                    <a:pt x="1921" y="582"/>
                  </a:lnTo>
                  <a:lnTo>
                    <a:pt x="2496" y="53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347285" y="3478702"/>
              <a:ext cx="451076" cy="1152417"/>
            </a:xfrm>
            <a:custGeom>
              <a:avLst/>
              <a:pathLst>
                <a:path w="451076" h="1152417">
                  <a:moveTo>
                    <a:pt x="201612" y="97979"/>
                  </a:moveTo>
                  <a:lnTo>
                    <a:pt x="201957" y="98269"/>
                  </a:lnTo>
                  <a:lnTo>
                    <a:pt x="202728" y="98518"/>
                  </a:lnTo>
                  <a:lnTo>
                    <a:pt x="204554" y="99657"/>
                  </a:lnTo>
                  <a:lnTo>
                    <a:pt x="206939" y="100931"/>
                  </a:lnTo>
                  <a:lnTo>
                    <a:pt x="207590" y="100492"/>
                  </a:lnTo>
                  <a:lnTo>
                    <a:pt x="207978" y="99593"/>
                  </a:lnTo>
                  <a:lnTo>
                    <a:pt x="208070" y="96959"/>
                  </a:lnTo>
                  <a:lnTo>
                    <a:pt x="208143" y="95100"/>
                  </a:lnTo>
                  <a:lnTo>
                    <a:pt x="207606" y="93458"/>
                  </a:lnTo>
                  <a:lnTo>
                    <a:pt x="206937" y="91596"/>
                  </a:lnTo>
                  <a:lnTo>
                    <a:pt x="206321" y="89273"/>
                  </a:lnTo>
                  <a:lnTo>
                    <a:pt x="205584" y="88615"/>
                  </a:lnTo>
                  <a:lnTo>
                    <a:pt x="205679" y="87419"/>
                  </a:lnTo>
                  <a:lnTo>
                    <a:pt x="206158" y="86184"/>
                  </a:lnTo>
                  <a:lnTo>
                    <a:pt x="206649" y="85501"/>
                  </a:lnTo>
                  <a:lnTo>
                    <a:pt x="206934" y="84663"/>
                  </a:lnTo>
                  <a:lnTo>
                    <a:pt x="207243" y="81568"/>
                  </a:lnTo>
                  <a:lnTo>
                    <a:pt x="207449" y="81023"/>
                  </a:lnTo>
                  <a:lnTo>
                    <a:pt x="207658" y="80890"/>
                  </a:lnTo>
                  <a:lnTo>
                    <a:pt x="207905" y="81004"/>
                  </a:lnTo>
                  <a:lnTo>
                    <a:pt x="208391" y="81805"/>
                  </a:lnTo>
                  <a:lnTo>
                    <a:pt x="210269" y="84268"/>
                  </a:lnTo>
                  <a:lnTo>
                    <a:pt x="211093" y="83895"/>
                  </a:lnTo>
                  <a:lnTo>
                    <a:pt x="214242" y="83249"/>
                  </a:lnTo>
                  <a:lnTo>
                    <a:pt x="214718" y="81826"/>
                  </a:lnTo>
                  <a:lnTo>
                    <a:pt x="215385" y="81505"/>
                  </a:lnTo>
                  <a:lnTo>
                    <a:pt x="216516" y="80091"/>
                  </a:lnTo>
                  <a:lnTo>
                    <a:pt x="216964" y="79994"/>
                  </a:lnTo>
                  <a:lnTo>
                    <a:pt x="217363" y="80336"/>
                  </a:lnTo>
                  <a:lnTo>
                    <a:pt x="217867" y="80066"/>
                  </a:lnTo>
                  <a:lnTo>
                    <a:pt x="218609" y="78747"/>
                  </a:lnTo>
                  <a:lnTo>
                    <a:pt x="218922" y="78609"/>
                  </a:lnTo>
                  <a:lnTo>
                    <a:pt x="219040" y="80066"/>
                  </a:lnTo>
                  <a:lnTo>
                    <a:pt x="219521" y="81572"/>
                  </a:lnTo>
                  <a:lnTo>
                    <a:pt x="220102" y="82960"/>
                  </a:lnTo>
                  <a:lnTo>
                    <a:pt x="220383" y="83281"/>
                  </a:lnTo>
                  <a:lnTo>
                    <a:pt x="221359" y="82832"/>
                  </a:lnTo>
                  <a:lnTo>
                    <a:pt x="221873" y="83219"/>
                  </a:lnTo>
                  <a:lnTo>
                    <a:pt x="222095" y="84510"/>
                  </a:lnTo>
                  <a:lnTo>
                    <a:pt x="222159" y="85637"/>
                  </a:lnTo>
                  <a:lnTo>
                    <a:pt x="222568" y="86591"/>
                  </a:lnTo>
                  <a:lnTo>
                    <a:pt x="223092" y="86614"/>
                  </a:lnTo>
                  <a:lnTo>
                    <a:pt x="223372" y="86997"/>
                  </a:lnTo>
                  <a:lnTo>
                    <a:pt x="223849" y="87609"/>
                  </a:lnTo>
                  <a:lnTo>
                    <a:pt x="224257" y="89016"/>
                  </a:lnTo>
                  <a:lnTo>
                    <a:pt x="225200" y="90137"/>
                  </a:lnTo>
                  <a:lnTo>
                    <a:pt x="226812" y="91711"/>
                  </a:lnTo>
                  <a:lnTo>
                    <a:pt x="227561" y="91739"/>
                  </a:lnTo>
                  <a:lnTo>
                    <a:pt x="228258" y="92219"/>
                  </a:lnTo>
                  <a:lnTo>
                    <a:pt x="228687" y="92692"/>
                  </a:lnTo>
                  <a:lnTo>
                    <a:pt x="229152" y="91822"/>
                  </a:lnTo>
                  <a:lnTo>
                    <a:pt x="230801" y="89397"/>
                  </a:lnTo>
                  <a:lnTo>
                    <a:pt x="231604" y="88046"/>
                  </a:lnTo>
                  <a:lnTo>
                    <a:pt x="232146" y="87022"/>
                  </a:lnTo>
                  <a:lnTo>
                    <a:pt x="232552" y="86045"/>
                  </a:lnTo>
                  <a:lnTo>
                    <a:pt x="232857" y="85784"/>
                  </a:lnTo>
                  <a:lnTo>
                    <a:pt x="233060" y="86370"/>
                  </a:lnTo>
                  <a:lnTo>
                    <a:pt x="233237" y="87152"/>
                  </a:lnTo>
                  <a:lnTo>
                    <a:pt x="233824" y="87614"/>
                  </a:lnTo>
                  <a:lnTo>
                    <a:pt x="235202" y="88530"/>
                  </a:lnTo>
                  <a:lnTo>
                    <a:pt x="235835" y="88789"/>
                  </a:lnTo>
                  <a:lnTo>
                    <a:pt x="236723" y="88012"/>
                  </a:lnTo>
                  <a:lnTo>
                    <a:pt x="237480" y="86689"/>
                  </a:lnTo>
                  <a:lnTo>
                    <a:pt x="237844" y="86230"/>
                  </a:lnTo>
                  <a:lnTo>
                    <a:pt x="238407" y="87546"/>
                  </a:lnTo>
                  <a:lnTo>
                    <a:pt x="238790" y="89406"/>
                  </a:lnTo>
                  <a:lnTo>
                    <a:pt x="239048" y="90215"/>
                  </a:lnTo>
                  <a:lnTo>
                    <a:pt x="239620" y="90025"/>
                  </a:lnTo>
                  <a:lnTo>
                    <a:pt x="240746" y="90309"/>
                  </a:lnTo>
                  <a:lnTo>
                    <a:pt x="241581" y="90899"/>
                  </a:lnTo>
                  <a:lnTo>
                    <a:pt x="242097" y="90845"/>
                  </a:lnTo>
                  <a:lnTo>
                    <a:pt x="242803" y="90019"/>
                  </a:lnTo>
                  <a:lnTo>
                    <a:pt x="243184" y="88390"/>
                  </a:lnTo>
                  <a:lnTo>
                    <a:pt x="244185" y="86896"/>
                  </a:lnTo>
                  <a:lnTo>
                    <a:pt x="245138" y="85523"/>
                  </a:lnTo>
                  <a:lnTo>
                    <a:pt x="245684" y="83689"/>
                  </a:lnTo>
                  <a:lnTo>
                    <a:pt x="246491" y="80640"/>
                  </a:lnTo>
                  <a:lnTo>
                    <a:pt x="246762" y="79333"/>
                  </a:lnTo>
                  <a:lnTo>
                    <a:pt x="246817" y="77131"/>
                  </a:lnTo>
                  <a:lnTo>
                    <a:pt x="247954" y="70734"/>
                  </a:lnTo>
                  <a:lnTo>
                    <a:pt x="248385" y="69561"/>
                  </a:lnTo>
                  <a:lnTo>
                    <a:pt x="248639" y="67541"/>
                  </a:lnTo>
                  <a:lnTo>
                    <a:pt x="249096" y="65196"/>
                  </a:lnTo>
                  <a:lnTo>
                    <a:pt x="249096" y="63241"/>
                  </a:lnTo>
                  <a:lnTo>
                    <a:pt x="249427" y="61350"/>
                  </a:lnTo>
                  <a:lnTo>
                    <a:pt x="250079" y="59714"/>
                  </a:lnTo>
                  <a:lnTo>
                    <a:pt x="250560" y="58692"/>
                  </a:lnTo>
                  <a:lnTo>
                    <a:pt x="251329" y="55944"/>
                  </a:lnTo>
                  <a:lnTo>
                    <a:pt x="251864" y="53355"/>
                  </a:lnTo>
                  <a:lnTo>
                    <a:pt x="253206" y="47605"/>
                  </a:lnTo>
                  <a:lnTo>
                    <a:pt x="253308" y="45977"/>
                  </a:lnTo>
                  <a:lnTo>
                    <a:pt x="253841" y="44998"/>
                  </a:lnTo>
                  <a:lnTo>
                    <a:pt x="254019" y="43762"/>
                  </a:lnTo>
                  <a:lnTo>
                    <a:pt x="254587" y="42237"/>
                  </a:lnTo>
                  <a:lnTo>
                    <a:pt x="255186" y="41025"/>
                  </a:lnTo>
                  <a:lnTo>
                    <a:pt x="255441" y="39241"/>
                  </a:lnTo>
                  <a:lnTo>
                    <a:pt x="255881" y="37387"/>
                  </a:lnTo>
                  <a:lnTo>
                    <a:pt x="256843" y="35998"/>
                  </a:lnTo>
                  <a:lnTo>
                    <a:pt x="257199" y="35360"/>
                  </a:lnTo>
                  <a:lnTo>
                    <a:pt x="258289" y="30263"/>
                  </a:lnTo>
                  <a:lnTo>
                    <a:pt x="258413" y="27985"/>
                  </a:lnTo>
                  <a:lnTo>
                    <a:pt x="259397" y="27899"/>
                  </a:lnTo>
                  <a:lnTo>
                    <a:pt x="260944" y="30530"/>
                  </a:lnTo>
                  <a:lnTo>
                    <a:pt x="262178" y="34405"/>
                  </a:lnTo>
                  <a:lnTo>
                    <a:pt x="263831" y="46873"/>
                  </a:lnTo>
                  <a:lnTo>
                    <a:pt x="264106" y="58392"/>
                  </a:lnTo>
                  <a:lnTo>
                    <a:pt x="264776" y="64429"/>
                  </a:lnTo>
                  <a:lnTo>
                    <a:pt x="266697" y="77007"/>
                  </a:lnTo>
                  <a:lnTo>
                    <a:pt x="266820" y="79336"/>
                  </a:lnTo>
                  <a:lnTo>
                    <a:pt x="267129" y="82151"/>
                  </a:lnTo>
                  <a:lnTo>
                    <a:pt x="267736" y="85136"/>
                  </a:lnTo>
                  <a:lnTo>
                    <a:pt x="268405" y="90053"/>
                  </a:lnTo>
                  <a:lnTo>
                    <a:pt x="268431" y="90967"/>
                  </a:lnTo>
                  <a:lnTo>
                    <a:pt x="267995" y="92309"/>
                  </a:lnTo>
                  <a:lnTo>
                    <a:pt x="268634" y="92399"/>
                  </a:lnTo>
                  <a:lnTo>
                    <a:pt x="269212" y="93193"/>
                  </a:lnTo>
                  <a:lnTo>
                    <a:pt x="269589" y="96311"/>
                  </a:lnTo>
                  <a:lnTo>
                    <a:pt x="270066" y="98419"/>
                  </a:lnTo>
                  <a:lnTo>
                    <a:pt x="270936" y="101305"/>
                  </a:lnTo>
                  <a:lnTo>
                    <a:pt x="272715" y="102248"/>
                  </a:lnTo>
                  <a:lnTo>
                    <a:pt x="274058" y="102593"/>
                  </a:lnTo>
                  <a:lnTo>
                    <a:pt x="275587" y="104226"/>
                  </a:lnTo>
                  <a:lnTo>
                    <a:pt x="276710" y="106320"/>
                  </a:lnTo>
                  <a:lnTo>
                    <a:pt x="277579" y="113410"/>
                  </a:lnTo>
                  <a:lnTo>
                    <a:pt x="277295" y="117868"/>
                  </a:lnTo>
                  <a:lnTo>
                    <a:pt x="277380" y="121002"/>
                  </a:lnTo>
                  <a:lnTo>
                    <a:pt x="276931" y="122230"/>
                  </a:lnTo>
                  <a:lnTo>
                    <a:pt x="275673" y="124283"/>
                  </a:lnTo>
                  <a:lnTo>
                    <a:pt x="275400" y="125372"/>
                  </a:lnTo>
                  <a:lnTo>
                    <a:pt x="272828" y="130672"/>
                  </a:lnTo>
                  <a:lnTo>
                    <a:pt x="272266" y="133175"/>
                  </a:lnTo>
                  <a:lnTo>
                    <a:pt x="270888" y="136535"/>
                  </a:lnTo>
                  <a:lnTo>
                    <a:pt x="269524" y="142942"/>
                  </a:lnTo>
                  <a:lnTo>
                    <a:pt x="267527" y="148791"/>
                  </a:lnTo>
                  <a:lnTo>
                    <a:pt x="266822" y="150268"/>
                  </a:lnTo>
                  <a:lnTo>
                    <a:pt x="265742" y="150610"/>
                  </a:lnTo>
                  <a:lnTo>
                    <a:pt x="265087" y="151518"/>
                  </a:lnTo>
                  <a:lnTo>
                    <a:pt x="263535" y="156291"/>
                  </a:lnTo>
                  <a:lnTo>
                    <a:pt x="261453" y="157885"/>
                  </a:lnTo>
                  <a:lnTo>
                    <a:pt x="261261" y="160651"/>
                  </a:lnTo>
                  <a:lnTo>
                    <a:pt x="260058" y="166970"/>
                  </a:lnTo>
                  <a:lnTo>
                    <a:pt x="258997" y="170422"/>
                  </a:lnTo>
                  <a:lnTo>
                    <a:pt x="258321" y="171593"/>
                  </a:lnTo>
                  <a:lnTo>
                    <a:pt x="256623" y="177893"/>
                  </a:lnTo>
                  <a:lnTo>
                    <a:pt x="256405" y="180645"/>
                  </a:lnTo>
                  <a:lnTo>
                    <a:pt x="256416" y="185462"/>
                  </a:lnTo>
                  <a:lnTo>
                    <a:pt x="255282" y="188396"/>
                  </a:lnTo>
                  <a:lnTo>
                    <a:pt x="254102" y="190260"/>
                  </a:lnTo>
                  <a:lnTo>
                    <a:pt x="253955" y="194381"/>
                  </a:lnTo>
                  <a:lnTo>
                    <a:pt x="253421" y="195789"/>
                  </a:lnTo>
                  <a:lnTo>
                    <a:pt x="252965" y="196707"/>
                  </a:lnTo>
                  <a:lnTo>
                    <a:pt x="250562" y="195628"/>
                  </a:lnTo>
                  <a:lnTo>
                    <a:pt x="246832" y="200106"/>
                  </a:lnTo>
                  <a:lnTo>
                    <a:pt x="245557" y="201220"/>
                  </a:lnTo>
                  <a:lnTo>
                    <a:pt x="249630" y="201451"/>
                  </a:lnTo>
                  <a:lnTo>
                    <a:pt x="250937" y="203832"/>
                  </a:lnTo>
                  <a:lnTo>
                    <a:pt x="253804" y="202253"/>
                  </a:lnTo>
                  <a:lnTo>
                    <a:pt x="257271" y="196568"/>
                  </a:lnTo>
                  <a:lnTo>
                    <a:pt x="258595" y="195380"/>
                  </a:lnTo>
                  <a:lnTo>
                    <a:pt x="261286" y="191521"/>
                  </a:lnTo>
                  <a:lnTo>
                    <a:pt x="262380" y="188950"/>
                  </a:lnTo>
                  <a:lnTo>
                    <a:pt x="264375" y="185866"/>
                  </a:lnTo>
                  <a:lnTo>
                    <a:pt x="264800" y="184512"/>
                  </a:lnTo>
                  <a:lnTo>
                    <a:pt x="265918" y="183072"/>
                  </a:lnTo>
                  <a:lnTo>
                    <a:pt x="266524" y="184905"/>
                  </a:lnTo>
                  <a:lnTo>
                    <a:pt x="266571" y="186065"/>
                  </a:lnTo>
                  <a:lnTo>
                    <a:pt x="265654" y="188321"/>
                  </a:lnTo>
                  <a:lnTo>
                    <a:pt x="265892" y="189776"/>
                  </a:lnTo>
                  <a:lnTo>
                    <a:pt x="266497" y="191602"/>
                  </a:lnTo>
                  <a:lnTo>
                    <a:pt x="266716" y="194119"/>
                  </a:lnTo>
                  <a:lnTo>
                    <a:pt x="266796" y="196035"/>
                  </a:lnTo>
                  <a:lnTo>
                    <a:pt x="267170" y="199394"/>
                  </a:lnTo>
                  <a:lnTo>
                    <a:pt x="268403" y="203941"/>
                  </a:lnTo>
                  <a:lnTo>
                    <a:pt x="268445" y="205445"/>
                  </a:lnTo>
                  <a:lnTo>
                    <a:pt x="268276" y="207424"/>
                  </a:lnTo>
                  <a:lnTo>
                    <a:pt x="268866" y="209060"/>
                  </a:lnTo>
                  <a:lnTo>
                    <a:pt x="269478" y="210030"/>
                  </a:lnTo>
                  <a:lnTo>
                    <a:pt x="271576" y="214924"/>
                  </a:lnTo>
                  <a:lnTo>
                    <a:pt x="273219" y="212188"/>
                  </a:lnTo>
                  <a:lnTo>
                    <a:pt x="274229" y="211398"/>
                  </a:lnTo>
                  <a:lnTo>
                    <a:pt x="274875" y="210255"/>
                  </a:lnTo>
                  <a:lnTo>
                    <a:pt x="276226" y="209496"/>
                  </a:lnTo>
                  <a:lnTo>
                    <a:pt x="277333" y="210642"/>
                  </a:lnTo>
                  <a:lnTo>
                    <a:pt x="279444" y="212289"/>
                  </a:lnTo>
                  <a:lnTo>
                    <a:pt x="280988" y="210541"/>
                  </a:lnTo>
                  <a:lnTo>
                    <a:pt x="284115" y="206538"/>
                  </a:lnTo>
                  <a:lnTo>
                    <a:pt x="283137" y="213626"/>
                  </a:lnTo>
                  <a:lnTo>
                    <a:pt x="282429" y="220124"/>
                  </a:lnTo>
                  <a:lnTo>
                    <a:pt x="281890" y="222747"/>
                  </a:lnTo>
                  <a:lnTo>
                    <a:pt x="281356" y="229828"/>
                  </a:lnTo>
                  <a:lnTo>
                    <a:pt x="280828" y="231719"/>
                  </a:lnTo>
                  <a:lnTo>
                    <a:pt x="280400" y="233877"/>
                  </a:lnTo>
                  <a:lnTo>
                    <a:pt x="281097" y="233124"/>
                  </a:lnTo>
                  <a:lnTo>
                    <a:pt x="281695" y="232102"/>
                  </a:lnTo>
                  <a:lnTo>
                    <a:pt x="282460" y="229375"/>
                  </a:lnTo>
                  <a:lnTo>
                    <a:pt x="283033" y="224640"/>
                  </a:lnTo>
                  <a:lnTo>
                    <a:pt x="285296" y="211998"/>
                  </a:lnTo>
                  <a:lnTo>
                    <a:pt x="285943" y="210876"/>
                  </a:lnTo>
                  <a:lnTo>
                    <a:pt x="287825" y="209436"/>
                  </a:lnTo>
                  <a:lnTo>
                    <a:pt x="291062" y="199327"/>
                  </a:lnTo>
                  <a:lnTo>
                    <a:pt x="292328" y="199359"/>
                  </a:lnTo>
                  <a:lnTo>
                    <a:pt x="293138" y="201685"/>
                  </a:lnTo>
                  <a:lnTo>
                    <a:pt x="293905" y="203058"/>
                  </a:lnTo>
                  <a:lnTo>
                    <a:pt x="294102" y="200294"/>
                  </a:lnTo>
                  <a:lnTo>
                    <a:pt x="295207" y="199163"/>
                  </a:lnTo>
                  <a:lnTo>
                    <a:pt x="294037" y="197795"/>
                  </a:lnTo>
                  <a:lnTo>
                    <a:pt x="293846" y="196554"/>
                  </a:lnTo>
                  <a:lnTo>
                    <a:pt x="293735" y="194485"/>
                  </a:lnTo>
                  <a:lnTo>
                    <a:pt x="294531" y="191689"/>
                  </a:lnTo>
                  <a:lnTo>
                    <a:pt x="294056" y="189216"/>
                  </a:lnTo>
                  <a:lnTo>
                    <a:pt x="295706" y="186094"/>
                  </a:lnTo>
                  <a:lnTo>
                    <a:pt x="295578" y="183750"/>
                  </a:lnTo>
                  <a:lnTo>
                    <a:pt x="296166" y="181817"/>
                  </a:lnTo>
                  <a:lnTo>
                    <a:pt x="296911" y="179832"/>
                  </a:lnTo>
                  <a:lnTo>
                    <a:pt x="297754" y="178865"/>
                  </a:lnTo>
                  <a:lnTo>
                    <a:pt x="297908" y="177160"/>
                  </a:lnTo>
                  <a:lnTo>
                    <a:pt x="298440" y="176455"/>
                  </a:lnTo>
                  <a:lnTo>
                    <a:pt x="298858" y="176202"/>
                  </a:lnTo>
                  <a:lnTo>
                    <a:pt x="299682" y="178109"/>
                  </a:lnTo>
                  <a:lnTo>
                    <a:pt x="300575" y="175855"/>
                  </a:lnTo>
                  <a:lnTo>
                    <a:pt x="301446" y="174972"/>
                  </a:lnTo>
                  <a:lnTo>
                    <a:pt x="301837" y="175365"/>
                  </a:lnTo>
                  <a:lnTo>
                    <a:pt x="302323" y="176360"/>
                  </a:lnTo>
                  <a:lnTo>
                    <a:pt x="302833" y="176784"/>
                  </a:lnTo>
                  <a:lnTo>
                    <a:pt x="303248" y="176606"/>
                  </a:lnTo>
                  <a:lnTo>
                    <a:pt x="304327" y="175163"/>
                  </a:lnTo>
                  <a:lnTo>
                    <a:pt x="305324" y="177486"/>
                  </a:lnTo>
                  <a:lnTo>
                    <a:pt x="305923" y="177999"/>
                  </a:lnTo>
                  <a:lnTo>
                    <a:pt x="305759" y="176698"/>
                  </a:lnTo>
                  <a:lnTo>
                    <a:pt x="305443" y="175489"/>
                  </a:lnTo>
                  <a:lnTo>
                    <a:pt x="305688" y="174505"/>
                  </a:lnTo>
                  <a:lnTo>
                    <a:pt x="306160" y="173884"/>
                  </a:lnTo>
                  <a:lnTo>
                    <a:pt x="307650" y="174438"/>
                  </a:lnTo>
                  <a:lnTo>
                    <a:pt x="308433" y="175474"/>
                  </a:lnTo>
                  <a:lnTo>
                    <a:pt x="309280" y="177393"/>
                  </a:lnTo>
                  <a:lnTo>
                    <a:pt x="310458" y="177535"/>
                  </a:lnTo>
                  <a:lnTo>
                    <a:pt x="311381" y="177333"/>
                  </a:lnTo>
                  <a:lnTo>
                    <a:pt x="311965" y="178412"/>
                  </a:lnTo>
                  <a:lnTo>
                    <a:pt x="312913" y="178406"/>
                  </a:lnTo>
                  <a:lnTo>
                    <a:pt x="313389" y="180086"/>
                  </a:lnTo>
                  <a:lnTo>
                    <a:pt x="314833" y="182446"/>
                  </a:lnTo>
                  <a:lnTo>
                    <a:pt x="315146" y="184048"/>
                  </a:lnTo>
                  <a:lnTo>
                    <a:pt x="316307" y="184824"/>
                  </a:lnTo>
                  <a:lnTo>
                    <a:pt x="317396" y="185805"/>
                  </a:lnTo>
                  <a:lnTo>
                    <a:pt x="318556" y="186073"/>
                  </a:lnTo>
                  <a:lnTo>
                    <a:pt x="319727" y="185840"/>
                  </a:lnTo>
                  <a:lnTo>
                    <a:pt x="319775" y="187865"/>
                  </a:lnTo>
                  <a:lnTo>
                    <a:pt x="320633" y="188414"/>
                  </a:lnTo>
                  <a:lnTo>
                    <a:pt x="321735" y="187961"/>
                  </a:lnTo>
                  <a:lnTo>
                    <a:pt x="322568" y="190454"/>
                  </a:lnTo>
                  <a:lnTo>
                    <a:pt x="324794" y="192327"/>
                  </a:lnTo>
                  <a:lnTo>
                    <a:pt x="326337" y="195195"/>
                  </a:lnTo>
                  <a:lnTo>
                    <a:pt x="327348" y="194687"/>
                  </a:lnTo>
                  <a:lnTo>
                    <a:pt x="328479" y="195443"/>
                  </a:lnTo>
                  <a:lnTo>
                    <a:pt x="329694" y="201682"/>
                  </a:lnTo>
                  <a:lnTo>
                    <a:pt x="329969" y="206111"/>
                  </a:lnTo>
                  <a:lnTo>
                    <a:pt x="330510" y="205500"/>
                  </a:lnTo>
                  <a:lnTo>
                    <a:pt x="331011" y="203517"/>
                  </a:lnTo>
                  <a:lnTo>
                    <a:pt x="331662" y="199899"/>
                  </a:lnTo>
                  <a:lnTo>
                    <a:pt x="332878" y="198698"/>
                  </a:lnTo>
                  <a:lnTo>
                    <a:pt x="333460" y="200089"/>
                  </a:lnTo>
                  <a:lnTo>
                    <a:pt x="334680" y="202317"/>
                  </a:lnTo>
                  <a:lnTo>
                    <a:pt x="335732" y="204764"/>
                  </a:lnTo>
                  <a:lnTo>
                    <a:pt x="336175" y="206333"/>
                  </a:lnTo>
                  <a:lnTo>
                    <a:pt x="336966" y="206590"/>
                  </a:lnTo>
                  <a:lnTo>
                    <a:pt x="336306" y="208521"/>
                  </a:lnTo>
                  <a:lnTo>
                    <a:pt x="336968" y="208327"/>
                  </a:lnTo>
                  <a:lnTo>
                    <a:pt x="337770" y="206954"/>
                  </a:lnTo>
                  <a:lnTo>
                    <a:pt x="338456" y="209791"/>
                  </a:lnTo>
                  <a:lnTo>
                    <a:pt x="338973" y="212878"/>
                  </a:lnTo>
                  <a:lnTo>
                    <a:pt x="339076" y="216023"/>
                  </a:lnTo>
                  <a:lnTo>
                    <a:pt x="338590" y="217830"/>
                  </a:lnTo>
                  <a:lnTo>
                    <a:pt x="338161" y="218961"/>
                  </a:lnTo>
                  <a:lnTo>
                    <a:pt x="337685" y="221189"/>
                  </a:lnTo>
                  <a:lnTo>
                    <a:pt x="337123" y="221590"/>
                  </a:lnTo>
                  <a:lnTo>
                    <a:pt x="336561" y="222311"/>
                  </a:lnTo>
                  <a:lnTo>
                    <a:pt x="337202" y="223933"/>
                  </a:lnTo>
                  <a:lnTo>
                    <a:pt x="337642" y="225494"/>
                  </a:lnTo>
                  <a:lnTo>
                    <a:pt x="338602" y="221275"/>
                  </a:lnTo>
                  <a:lnTo>
                    <a:pt x="339277" y="220089"/>
                  </a:lnTo>
                  <a:lnTo>
                    <a:pt x="340254" y="219431"/>
                  </a:lnTo>
                  <a:lnTo>
                    <a:pt x="340762" y="222433"/>
                  </a:lnTo>
                  <a:lnTo>
                    <a:pt x="340871" y="225266"/>
                  </a:lnTo>
                  <a:lnTo>
                    <a:pt x="339279" y="226446"/>
                  </a:lnTo>
                  <a:lnTo>
                    <a:pt x="339273" y="228686"/>
                  </a:lnTo>
                  <a:lnTo>
                    <a:pt x="338797" y="229955"/>
                  </a:lnTo>
                  <a:lnTo>
                    <a:pt x="338487" y="231410"/>
                  </a:lnTo>
                  <a:lnTo>
                    <a:pt x="338236" y="234466"/>
                  </a:lnTo>
                  <a:lnTo>
                    <a:pt x="337912" y="236996"/>
                  </a:lnTo>
                  <a:lnTo>
                    <a:pt x="336963" y="248219"/>
                  </a:lnTo>
                  <a:lnTo>
                    <a:pt x="336944" y="250065"/>
                  </a:lnTo>
                  <a:lnTo>
                    <a:pt x="338099" y="248089"/>
                  </a:lnTo>
                  <a:lnTo>
                    <a:pt x="340230" y="242372"/>
                  </a:lnTo>
                  <a:lnTo>
                    <a:pt x="340879" y="236284"/>
                  </a:lnTo>
                  <a:lnTo>
                    <a:pt x="341719" y="230279"/>
                  </a:lnTo>
                  <a:lnTo>
                    <a:pt x="342634" y="228391"/>
                  </a:lnTo>
                  <a:lnTo>
                    <a:pt x="343201" y="228389"/>
                  </a:lnTo>
                  <a:lnTo>
                    <a:pt x="344050" y="229046"/>
                  </a:lnTo>
                  <a:lnTo>
                    <a:pt x="344098" y="231014"/>
                  </a:lnTo>
                  <a:lnTo>
                    <a:pt x="343969" y="232151"/>
                  </a:lnTo>
                  <a:lnTo>
                    <a:pt x="343060" y="235138"/>
                  </a:lnTo>
                  <a:lnTo>
                    <a:pt x="342673" y="236774"/>
                  </a:lnTo>
                  <a:lnTo>
                    <a:pt x="343048" y="238387"/>
                  </a:lnTo>
                  <a:lnTo>
                    <a:pt x="345113" y="233441"/>
                  </a:lnTo>
                  <a:lnTo>
                    <a:pt x="346037" y="231707"/>
                  </a:lnTo>
                  <a:lnTo>
                    <a:pt x="346825" y="232059"/>
                  </a:lnTo>
                  <a:lnTo>
                    <a:pt x="348388" y="229776"/>
                  </a:lnTo>
                  <a:lnTo>
                    <a:pt x="351535" y="229300"/>
                  </a:lnTo>
                  <a:lnTo>
                    <a:pt x="351771" y="226689"/>
                  </a:lnTo>
                  <a:lnTo>
                    <a:pt x="352399" y="225578"/>
                  </a:lnTo>
                  <a:lnTo>
                    <a:pt x="354130" y="225872"/>
                  </a:lnTo>
                  <a:lnTo>
                    <a:pt x="357501" y="228207"/>
                  </a:lnTo>
                  <a:lnTo>
                    <a:pt x="358703" y="230114"/>
                  </a:lnTo>
                  <a:lnTo>
                    <a:pt x="360503" y="231889"/>
                  </a:lnTo>
                  <a:lnTo>
                    <a:pt x="361450" y="233998"/>
                  </a:lnTo>
                  <a:lnTo>
                    <a:pt x="365409" y="237868"/>
                  </a:lnTo>
                  <a:lnTo>
                    <a:pt x="368283" y="238283"/>
                  </a:lnTo>
                  <a:lnTo>
                    <a:pt x="369706" y="236526"/>
                  </a:lnTo>
                  <a:lnTo>
                    <a:pt x="371482" y="238367"/>
                  </a:lnTo>
                  <a:lnTo>
                    <a:pt x="372422" y="240427"/>
                  </a:lnTo>
                  <a:lnTo>
                    <a:pt x="374266" y="241547"/>
                  </a:lnTo>
                  <a:lnTo>
                    <a:pt x="376127" y="242130"/>
                  </a:lnTo>
                  <a:lnTo>
                    <a:pt x="377551" y="240650"/>
                  </a:lnTo>
                  <a:lnTo>
                    <a:pt x="381221" y="240162"/>
                  </a:lnTo>
                  <a:lnTo>
                    <a:pt x="385836" y="237975"/>
                  </a:lnTo>
                  <a:lnTo>
                    <a:pt x="388589" y="238494"/>
                  </a:lnTo>
                  <a:lnTo>
                    <a:pt x="391703" y="239922"/>
                  </a:lnTo>
                  <a:lnTo>
                    <a:pt x="393923" y="243596"/>
                  </a:lnTo>
                  <a:lnTo>
                    <a:pt x="395792" y="245676"/>
                  </a:lnTo>
                  <a:lnTo>
                    <a:pt x="396923" y="247725"/>
                  </a:lnTo>
                  <a:lnTo>
                    <a:pt x="398747" y="249846"/>
                  </a:lnTo>
                  <a:lnTo>
                    <a:pt x="402640" y="255545"/>
                  </a:lnTo>
                  <a:lnTo>
                    <a:pt x="404002" y="258841"/>
                  </a:lnTo>
                  <a:lnTo>
                    <a:pt x="406416" y="263331"/>
                  </a:lnTo>
                  <a:lnTo>
                    <a:pt x="408838" y="265215"/>
                  </a:lnTo>
                  <a:lnTo>
                    <a:pt x="410148" y="269913"/>
                  </a:lnTo>
                  <a:lnTo>
                    <a:pt x="411185" y="272028"/>
                  </a:lnTo>
                  <a:lnTo>
                    <a:pt x="413751" y="279958"/>
                  </a:lnTo>
                  <a:lnTo>
                    <a:pt x="416665" y="285510"/>
                  </a:lnTo>
                  <a:lnTo>
                    <a:pt x="418614" y="291059"/>
                  </a:lnTo>
                  <a:lnTo>
                    <a:pt x="422352" y="294634"/>
                  </a:lnTo>
                  <a:lnTo>
                    <a:pt x="423811" y="300524"/>
                  </a:lnTo>
                  <a:lnTo>
                    <a:pt x="426341" y="301242"/>
                  </a:lnTo>
                  <a:lnTo>
                    <a:pt x="427420" y="302125"/>
                  </a:lnTo>
                  <a:lnTo>
                    <a:pt x="428729" y="304610"/>
                  </a:lnTo>
                  <a:lnTo>
                    <a:pt x="430531" y="305995"/>
                  </a:lnTo>
                  <a:lnTo>
                    <a:pt x="432879" y="305603"/>
                  </a:lnTo>
                  <a:lnTo>
                    <a:pt x="435468" y="305883"/>
                  </a:lnTo>
                  <a:lnTo>
                    <a:pt x="437561" y="304720"/>
                  </a:lnTo>
                  <a:lnTo>
                    <a:pt x="442515" y="306936"/>
                  </a:lnTo>
                  <a:lnTo>
                    <a:pt x="443294" y="308018"/>
                  </a:lnTo>
                  <a:lnTo>
                    <a:pt x="444320" y="310526"/>
                  </a:lnTo>
                  <a:lnTo>
                    <a:pt x="446128" y="319858"/>
                  </a:lnTo>
                  <a:lnTo>
                    <a:pt x="447206" y="330214"/>
                  </a:lnTo>
                  <a:lnTo>
                    <a:pt x="447739" y="338138"/>
                  </a:lnTo>
                  <a:lnTo>
                    <a:pt x="448974" y="344296"/>
                  </a:lnTo>
                  <a:lnTo>
                    <a:pt x="449648" y="355859"/>
                  </a:lnTo>
                  <a:lnTo>
                    <a:pt x="450220" y="359498"/>
                  </a:lnTo>
                  <a:lnTo>
                    <a:pt x="450265" y="362297"/>
                  </a:lnTo>
                  <a:lnTo>
                    <a:pt x="450749" y="362932"/>
                  </a:lnTo>
                  <a:lnTo>
                    <a:pt x="451076" y="370732"/>
                  </a:lnTo>
                  <a:lnTo>
                    <a:pt x="450948" y="373877"/>
                  </a:lnTo>
                  <a:lnTo>
                    <a:pt x="450474" y="377969"/>
                  </a:lnTo>
                  <a:lnTo>
                    <a:pt x="450439" y="379793"/>
                  </a:lnTo>
                  <a:lnTo>
                    <a:pt x="450509" y="380953"/>
                  </a:lnTo>
                  <a:lnTo>
                    <a:pt x="450299" y="382661"/>
                  </a:lnTo>
                  <a:lnTo>
                    <a:pt x="450234" y="384297"/>
                  </a:lnTo>
                  <a:lnTo>
                    <a:pt x="450714" y="387971"/>
                  </a:lnTo>
                  <a:lnTo>
                    <a:pt x="450740" y="390917"/>
                  </a:lnTo>
                  <a:lnTo>
                    <a:pt x="450097" y="394484"/>
                  </a:lnTo>
                  <a:lnTo>
                    <a:pt x="449221" y="403804"/>
                  </a:lnTo>
                  <a:lnTo>
                    <a:pt x="447022" y="419257"/>
                  </a:lnTo>
                  <a:lnTo>
                    <a:pt x="444915" y="428124"/>
                  </a:lnTo>
                  <a:lnTo>
                    <a:pt x="441966" y="437284"/>
                  </a:lnTo>
                  <a:lnTo>
                    <a:pt x="440046" y="442068"/>
                  </a:lnTo>
                  <a:lnTo>
                    <a:pt x="439284" y="442556"/>
                  </a:lnTo>
                  <a:lnTo>
                    <a:pt x="438586" y="441609"/>
                  </a:lnTo>
                  <a:lnTo>
                    <a:pt x="439082" y="444134"/>
                  </a:lnTo>
                  <a:lnTo>
                    <a:pt x="438648" y="446356"/>
                  </a:lnTo>
                  <a:lnTo>
                    <a:pt x="436697" y="453097"/>
                  </a:lnTo>
                  <a:lnTo>
                    <a:pt x="434757" y="457509"/>
                  </a:lnTo>
                  <a:lnTo>
                    <a:pt x="432745" y="465162"/>
                  </a:lnTo>
                  <a:lnTo>
                    <a:pt x="432593" y="465335"/>
                  </a:lnTo>
                  <a:lnTo>
                    <a:pt x="430013" y="468290"/>
                  </a:lnTo>
                  <a:lnTo>
                    <a:pt x="428488" y="470705"/>
                  </a:lnTo>
                  <a:lnTo>
                    <a:pt x="426537" y="475100"/>
                  </a:lnTo>
                  <a:lnTo>
                    <a:pt x="424747" y="482026"/>
                  </a:lnTo>
                  <a:lnTo>
                    <a:pt x="424377" y="482917"/>
                  </a:lnTo>
                  <a:lnTo>
                    <a:pt x="423718" y="482430"/>
                  </a:lnTo>
                  <a:lnTo>
                    <a:pt x="423736" y="485947"/>
                  </a:lnTo>
                  <a:lnTo>
                    <a:pt x="422195" y="491516"/>
                  </a:lnTo>
                  <a:lnTo>
                    <a:pt x="421724" y="492342"/>
                  </a:lnTo>
                  <a:lnTo>
                    <a:pt x="421737" y="490763"/>
                  </a:lnTo>
                  <a:lnTo>
                    <a:pt x="422005" y="489563"/>
                  </a:lnTo>
                  <a:lnTo>
                    <a:pt x="422130" y="488284"/>
                  </a:lnTo>
                  <a:lnTo>
                    <a:pt x="422118" y="486764"/>
                  </a:lnTo>
                  <a:lnTo>
                    <a:pt x="421687" y="487869"/>
                  </a:lnTo>
                  <a:lnTo>
                    <a:pt x="420775" y="492042"/>
                  </a:lnTo>
                  <a:lnTo>
                    <a:pt x="421082" y="495100"/>
                  </a:lnTo>
                  <a:lnTo>
                    <a:pt x="420420" y="499720"/>
                  </a:lnTo>
                  <a:lnTo>
                    <a:pt x="417896" y="512911"/>
                  </a:lnTo>
                  <a:lnTo>
                    <a:pt x="414804" y="524006"/>
                  </a:lnTo>
                  <a:lnTo>
                    <a:pt x="414092" y="527428"/>
                  </a:lnTo>
                  <a:lnTo>
                    <a:pt x="411554" y="534902"/>
                  </a:lnTo>
                  <a:lnTo>
                    <a:pt x="409690" y="538506"/>
                  </a:lnTo>
                  <a:lnTo>
                    <a:pt x="409166" y="538532"/>
                  </a:lnTo>
                  <a:lnTo>
                    <a:pt x="408572" y="538224"/>
                  </a:lnTo>
                  <a:lnTo>
                    <a:pt x="408273" y="532481"/>
                  </a:lnTo>
                  <a:lnTo>
                    <a:pt x="406787" y="529004"/>
                  </a:lnTo>
                  <a:lnTo>
                    <a:pt x="406362" y="528392"/>
                  </a:lnTo>
                  <a:lnTo>
                    <a:pt x="405753" y="532074"/>
                  </a:lnTo>
                  <a:lnTo>
                    <a:pt x="405245" y="533084"/>
                  </a:lnTo>
                  <a:lnTo>
                    <a:pt x="404511" y="533304"/>
                  </a:lnTo>
                  <a:lnTo>
                    <a:pt x="405296" y="534908"/>
                  </a:lnTo>
                  <a:lnTo>
                    <a:pt x="405524" y="536763"/>
                  </a:lnTo>
                  <a:lnTo>
                    <a:pt x="404725" y="540477"/>
                  </a:lnTo>
                  <a:lnTo>
                    <a:pt x="404701" y="543853"/>
                  </a:lnTo>
                  <a:lnTo>
                    <a:pt x="403275" y="547573"/>
                  </a:lnTo>
                  <a:lnTo>
                    <a:pt x="402450" y="550294"/>
                  </a:lnTo>
                  <a:lnTo>
                    <a:pt x="402030" y="553702"/>
                  </a:lnTo>
                  <a:lnTo>
                    <a:pt x="401777" y="556885"/>
                  </a:lnTo>
                  <a:lnTo>
                    <a:pt x="402404" y="556016"/>
                  </a:lnTo>
                  <a:lnTo>
                    <a:pt x="402701" y="556686"/>
                  </a:lnTo>
                  <a:lnTo>
                    <a:pt x="402936" y="557679"/>
                  </a:lnTo>
                  <a:lnTo>
                    <a:pt x="402791" y="559142"/>
                  </a:lnTo>
                  <a:lnTo>
                    <a:pt x="402332" y="561906"/>
                  </a:lnTo>
                  <a:lnTo>
                    <a:pt x="402404" y="568788"/>
                  </a:lnTo>
                  <a:lnTo>
                    <a:pt x="402251" y="570352"/>
                  </a:lnTo>
                  <a:lnTo>
                    <a:pt x="402708" y="572043"/>
                  </a:lnTo>
                  <a:lnTo>
                    <a:pt x="403191" y="569155"/>
                  </a:lnTo>
                  <a:lnTo>
                    <a:pt x="403469" y="569960"/>
                  </a:lnTo>
                  <a:lnTo>
                    <a:pt x="402120" y="588402"/>
                  </a:lnTo>
                  <a:lnTo>
                    <a:pt x="402651" y="596701"/>
                  </a:lnTo>
                  <a:lnTo>
                    <a:pt x="402849" y="606103"/>
                  </a:lnTo>
                  <a:lnTo>
                    <a:pt x="403459" y="615279"/>
                  </a:lnTo>
                  <a:lnTo>
                    <a:pt x="404126" y="623483"/>
                  </a:lnTo>
                  <a:lnTo>
                    <a:pt x="404179" y="624141"/>
                  </a:lnTo>
                  <a:lnTo>
                    <a:pt x="403256" y="633663"/>
                  </a:lnTo>
                  <a:lnTo>
                    <a:pt x="402078" y="643056"/>
                  </a:lnTo>
                  <a:lnTo>
                    <a:pt x="401366" y="650715"/>
                  </a:lnTo>
                  <a:lnTo>
                    <a:pt x="400918" y="658988"/>
                  </a:lnTo>
                  <a:lnTo>
                    <a:pt x="400471" y="662964"/>
                  </a:lnTo>
                  <a:lnTo>
                    <a:pt x="400328" y="667033"/>
                  </a:lnTo>
                  <a:lnTo>
                    <a:pt x="400842" y="676674"/>
                  </a:lnTo>
                  <a:lnTo>
                    <a:pt x="401033" y="678501"/>
                  </a:lnTo>
                  <a:lnTo>
                    <a:pt x="399602" y="682800"/>
                  </a:lnTo>
                  <a:lnTo>
                    <a:pt x="398057" y="684887"/>
                  </a:lnTo>
                  <a:lnTo>
                    <a:pt x="397204" y="686958"/>
                  </a:lnTo>
                  <a:lnTo>
                    <a:pt x="395316" y="694707"/>
                  </a:lnTo>
                  <a:lnTo>
                    <a:pt x="394292" y="706157"/>
                  </a:lnTo>
                  <a:lnTo>
                    <a:pt x="394267" y="712248"/>
                  </a:lnTo>
                  <a:lnTo>
                    <a:pt x="394751" y="725009"/>
                  </a:lnTo>
                  <a:lnTo>
                    <a:pt x="394388" y="730212"/>
                  </a:lnTo>
                  <a:lnTo>
                    <a:pt x="393791" y="733695"/>
                  </a:lnTo>
                  <a:lnTo>
                    <a:pt x="393084" y="735980"/>
                  </a:lnTo>
                  <a:lnTo>
                    <a:pt x="391281" y="738724"/>
                  </a:lnTo>
                  <a:lnTo>
                    <a:pt x="389667" y="745410"/>
                  </a:lnTo>
                  <a:lnTo>
                    <a:pt x="388964" y="752437"/>
                  </a:lnTo>
                  <a:lnTo>
                    <a:pt x="387858" y="754996"/>
                  </a:lnTo>
                  <a:lnTo>
                    <a:pt x="387631" y="758930"/>
                  </a:lnTo>
                  <a:lnTo>
                    <a:pt x="386741" y="763174"/>
                  </a:lnTo>
                  <a:lnTo>
                    <a:pt x="384432" y="769508"/>
                  </a:lnTo>
                  <a:lnTo>
                    <a:pt x="382930" y="771352"/>
                  </a:lnTo>
                  <a:lnTo>
                    <a:pt x="382214" y="773121"/>
                  </a:lnTo>
                  <a:lnTo>
                    <a:pt x="381760" y="776823"/>
                  </a:lnTo>
                  <a:lnTo>
                    <a:pt x="380312" y="782927"/>
                  </a:lnTo>
                  <a:lnTo>
                    <a:pt x="379245" y="790839"/>
                  </a:lnTo>
                  <a:lnTo>
                    <a:pt x="379523" y="793534"/>
                  </a:lnTo>
                  <a:lnTo>
                    <a:pt x="379541" y="793947"/>
                  </a:lnTo>
                  <a:lnTo>
                    <a:pt x="379929" y="803091"/>
                  </a:lnTo>
                  <a:lnTo>
                    <a:pt x="379786" y="805417"/>
                  </a:lnTo>
                  <a:lnTo>
                    <a:pt x="378379" y="807939"/>
                  </a:lnTo>
                  <a:lnTo>
                    <a:pt x="373081" y="812646"/>
                  </a:lnTo>
                  <a:lnTo>
                    <a:pt x="371670" y="814597"/>
                  </a:lnTo>
                  <a:lnTo>
                    <a:pt x="368506" y="822604"/>
                  </a:lnTo>
                  <a:lnTo>
                    <a:pt x="368309" y="824494"/>
                  </a:lnTo>
                  <a:lnTo>
                    <a:pt x="368441" y="827190"/>
                  </a:lnTo>
                  <a:lnTo>
                    <a:pt x="368961" y="828739"/>
                  </a:lnTo>
                  <a:lnTo>
                    <a:pt x="368425" y="830419"/>
                  </a:lnTo>
                  <a:lnTo>
                    <a:pt x="367793" y="833431"/>
                  </a:lnTo>
                  <a:lnTo>
                    <a:pt x="366872" y="833247"/>
                  </a:lnTo>
                  <a:lnTo>
                    <a:pt x="361594" y="833252"/>
                  </a:lnTo>
                  <a:lnTo>
                    <a:pt x="358738" y="834207"/>
                  </a:lnTo>
                  <a:lnTo>
                    <a:pt x="357253" y="834023"/>
                  </a:lnTo>
                  <a:lnTo>
                    <a:pt x="356587" y="833298"/>
                  </a:lnTo>
                  <a:lnTo>
                    <a:pt x="355839" y="832115"/>
                  </a:lnTo>
                  <a:lnTo>
                    <a:pt x="355614" y="830566"/>
                  </a:lnTo>
                  <a:lnTo>
                    <a:pt x="356020" y="828220"/>
                  </a:lnTo>
                  <a:lnTo>
                    <a:pt x="355780" y="826820"/>
                  </a:lnTo>
                  <a:lnTo>
                    <a:pt x="354997" y="826875"/>
                  </a:lnTo>
                  <a:lnTo>
                    <a:pt x="354138" y="827539"/>
                  </a:lnTo>
                  <a:lnTo>
                    <a:pt x="353989" y="828941"/>
                  </a:lnTo>
                  <a:lnTo>
                    <a:pt x="354050" y="829937"/>
                  </a:lnTo>
                  <a:lnTo>
                    <a:pt x="354370" y="831394"/>
                  </a:lnTo>
                  <a:lnTo>
                    <a:pt x="354545" y="833180"/>
                  </a:lnTo>
                  <a:lnTo>
                    <a:pt x="354193" y="834735"/>
                  </a:lnTo>
                  <a:lnTo>
                    <a:pt x="352521" y="834937"/>
                  </a:lnTo>
                  <a:lnTo>
                    <a:pt x="350641" y="836366"/>
                  </a:lnTo>
                  <a:lnTo>
                    <a:pt x="348297" y="836963"/>
                  </a:lnTo>
                  <a:lnTo>
                    <a:pt x="346429" y="837993"/>
                  </a:lnTo>
                  <a:lnTo>
                    <a:pt x="345566" y="836689"/>
                  </a:lnTo>
                  <a:lnTo>
                    <a:pt x="346429" y="836037"/>
                  </a:lnTo>
                  <a:lnTo>
                    <a:pt x="347666" y="836354"/>
                  </a:lnTo>
                  <a:lnTo>
                    <a:pt x="348994" y="835275"/>
                  </a:lnTo>
                  <a:lnTo>
                    <a:pt x="348684" y="834000"/>
                  </a:lnTo>
                  <a:lnTo>
                    <a:pt x="346805" y="832352"/>
                  </a:lnTo>
                  <a:lnTo>
                    <a:pt x="344719" y="833362"/>
                  </a:lnTo>
                  <a:lnTo>
                    <a:pt x="343562" y="835321"/>
                  </a:lnTo>
                  <a:lnTo>
                    <a:pt x="341031" y="835142"/>
                  </a:lnTo>
                  <a:lnTo>
                    <a:pt x="337931" y="836634"/>
                  </a:lnTo>
                  <a:lnTo>
                    <a:pt x="337426" y="838155"/>
                  </a:lnTo>
                  <a:lnTo>
                    <a:pt x="337511" y="841101"/>
                  </a:lnTo>
                  <a:lnTo>
                    <a:pt x="338117" y="841748"/>
                  </a:lnTo>
                  <a:lnTo>
                    <a:pt x="338709" y="843092"/>
                  </a:lnTo>
                  <a:lnTo>
                    <a:pt x="338140" y="844345"/>
                  </a:lnTo>
                  <a:lnTo>
                    <a:pt x="337587" y="844899"/>
                  </a:lnTo>
                  <a:lnTo>
                    <a:pt x="334313" y="846267"/>
                  </a:lnTo>
                  <a:lnTo>
                    <a:pt x="331278" y="852003"/>
                  </a:lnTo>
                  <a:lnTo>
                    <a:pt x="330012" y="852716"/>
                  </a:lnTo>
                  <a:lnTo>
                    <a:pt x="328886" y="855247"/>
                  </a:lnTo>
                  <a:lnTo>
                    <a:pt x="328769" y="857408"/>
                  </a:lnTo>
                  <a:lnTo>
                    <a:pt x="328414" y="858709"/>
                  </a:lnTo>
                  <a:lnTo>
                    <a:pt x="327691" y="858776"/>
                  </a:lnTo>
                  <a:lnTo>
                    <a:pt x="326108" y="857596"/>
                  </a:lnTo>
                  <a:lnTo>
                    <a:pt x="324054" y="857561"/>
                  </a:lnTo>
                  <a:lnTo>
                    <a:pt x="322570" y="858502"/>
                  </a:lnTo>
                  <a:lnTo>
                    <a:pt x="314990" y="867805"/>
                  </a:lnTo>
                  <a:lnTo>
                    <a:pt x="312268" y="871528"/>
                  </a:lnTo>
                  <a:lnTo>
                    <a:pt x="309162" y="879117"/>
                  </a:lnTo>
                  <a:lnTo>
                    <a:pt x="303926" y="887624"/>
                  </a:lnTo>
                  <a:lnTo>
                    <a:pt x="301176" y="892702"/>
                  </a:lnTo>
                  <a:lnTo>
                    <a:pt x="300653" y="894018"/>
                  </a:lnTo>
                  <a:lnTo>
                    <a:pt x="300219" y="894090"/>
                  </a:lnTo>
                  <a:lnTo>
                    <a:pt x="299357" y="895149"/>
                  </a:lnTo>
                  <a:lnTo>
                    <a:pt x="299700" y="896027"/>
                  </a:lnTo>
                  <a:lnTo>
                    <a:pt x="300287" y="896107"/>
                  </a:lnTo>
                  <a:lnTo>
                    <a:pt x="300045" y="899065"/>
                  </a:lnTo>
                  <a:lnTo>
                    <a:pt x="298952" y="901088"/>
                  </a:lnTo>
                  <a:lnTo>
                    <a:pt x="296900" y="906401"/>
                  </a:lnTo>
                  <a:lnTo>
                    <a:pt x="296443" y="906011"/>
                  </a:lnTo>
                  <a:lnTo>
                    <a:pt x="297093" y="903249"/>
                  </a:lnTo>
                  <a:lnTo>
                    <a:pt x="296085" y="903146"/>
                  </a:lnTo>
                  <a:lnTo>
                    <a:pt x="294601" y="902133"/>
                  </a:lnTo>
                  <a:lnTo>
                    <a:pt x="293956" y="903275"/>
                  </a:lnTo>
                  <a:lnTo>
                    <a:pt x="294311" y="906011"/>
                  </a:lnTo>
                  <a:lnTo>
                    <a:pt x="293753" y="907183"/>
                  </a:lnTo>
                  <a:lnTo>
                    <a:pt x="292740" y="907315"/>
                  </a:lnTo>
                  <a:lnTo>
                    <a:pt x="291822" y="906992"/>
                  </a:lnTo>
                  <a:lnTo>
                    <a:pt x="290812" y="904989"/>
                  </a:lnTo>
                  <a:lnTo>
                    <a:pt x="291267" y="908617"/>
                  </a:lnTo>
                  <a:lnTo>
                    <a:pt x="293398" y="909497"/>
                  </a:lnTo>
                  <a:lnTo>
                    <a:pt x="294286" y="910351"/>
                  </a:lnTo>
                  <a:lnTo>
                    <a:pt x="294616" y="911745"/>
                  </a:lnTo>
                  <a:lnTo>
                    <a:pt x="292959" y="918203"/>
                  </a:lnTo>
                  <a:lnTo>
                    <a:pt x="291571" y="919043"/>
                  </a:lnTo>
                  <a:lnTo>
                    <a:pt x="291419" y="919954"/>
                  </a:lnTo>
                  <a:lnTo>
                    <a:pt x="292180" y="919949"/>
                  </a:lnTo>
                  <a:lnTo>
                    <a:pt x="292600" y="921735"/>
                  </a:lnTo>
                  <a:lnTo>
                    <a:pt x="292104" y="928943"/>
                  </a:lnTo>
                  <a:lnTo>
                    <a:pt x="291419" y="930314"/>
                  </a:lnTo>
                  <a:lnTo>
                    <a:pt x="291019" y="930349"/>
                  </a:lnTo>
                  <a:lnTo>
                    <a:pt x="290621" y="931581"/>
                  </a:lnTo>
                  <a:lnTo>
                    <a:pt x="291169" y="933935"/>
                  </a:lnTo>
                  <a:lnTo>
                    <a:pt x="291734" y="935652"/>
                  </a:lnTo>
                  <a:lnTo>
                    <a:pt x="291659" y="938982"/>
                  </a:lnTo>
                  <a:lnTo>
                    <a:pt x="291447" y="941738"/>
                  </a:lnTo>
                  <a:lnTo>
                    <a:pt x="291433" y="944413"/>
                  </a:lnTo>
                  <a:lnTo>
                    <a:pt x="292148" y="949590"/>
                  </a:lnTo>
                  <a:lnTo>
                    <a:pt x="292404" y="954905"/>
                  </a:lnTo>
                  <a:lnTo>
                    <a:pt x="292692" y="956839"/>
                  </a:lnTo>
                  <a:lnTo>
                    <a:pt x="292856" y="958983"/>
                  </a:lnTo>
                  <a:lnTo>
                    <a:pt x="292380" y="960988"/>
                  </a:lnTo>
                  <a:lnTo>
                    <a:pt x="292650" y="964206"/>
                  </a:lnTo>
                  <a:lnTo>
                    <a:pt x="291838" y="969677"/>
                  </a:lnTo>
                  <a:lnTo>
                    <a:pt x="292263" y="977575"/>
                  </a:lnTo>
                  <a:lnTo>
                    <a:pt x="292089" y="984974"/>
                  </a:lnTo>
                  <a:lnTo>
                    <a:pt x="291770" y="988864"/>
                  </a:lnTo>
                  <a:lnTo>
                    <a:pt x="291255" y="991905"/>
                  </a:lnTo>
                  <a:lnTo>
                    <a:pt x="290058" y="995821"/>
                  </a:lnTo>
                  <a:lnTo>
                    <a:pt x="290030" y="999740"/>
                  </a:lnTo>
                  <a:lnTo>
                    <a:pt x="287453" y="1003384"/>
                  </a:lnTo>
                  <a:lnTo>
                    <a:pt x="284603" y="1008483"/>
                  </a:lnTo>
                  <a:lnTo>
                    <a:pt x="281972" y="1014517"/>
                  </a:lnTo>
                  <a:lnTo>
                    <a:pt x="279140" y="1023021"/>
                  </a:lnTo>
                  <a:lnTo>
                    <a:pt x="275833" y="1035958"/>
                  </a:lnTo>
                  <a:lnTo>
                    <a:pt x="272770" y="1054420"/>
                  </a:lnTo>
                  <a:lnTo>
                    <a:pt x="269082" y="1068363"/>
                  </a:lnTo>
                  <a:lnTo>
                    <a:pt x="267607" y="1073399"/>
                  </a:lnTo>
                  <a:lnTo>
                    <a:pt x="265613" y="1079023"/>
                  </a:lnTo>
                  <a:lnTo>
                    <a:pt x="262962" y="1085582"/>
                  </a:lnTo>
                  <a:lnTo>
                    <a:pt x="259410" y="1092144"/>
                  </a:lnTo>
                  <a:lnTo>
                    <a:pt x="255523" y="1097990"/>
                  </a:lnTo>
                  <a:lnTo>
                    <a:pt x="254119" y="1100628"/>
                  </a:lnTo>
                  <a:lnTo>
                    <a:pt x="252749" y="1104330"/>
                  </a:lnTo>
                  <a:lnTo>
                    <a:pt x="252407" y="1102801"/>
                  </a:lnTo>
                  <a:lnTo>
                    <a:pt x="252704" y="1100273"/>
                  </a:lnTo>
                  <a:lnTo>
                    <a:pt x="252515" y="1098380"/>
                  </a:lnTo>
                  <a:lnTo>
                    <a:pt x="252473" y="1095924"/>
                  </a:lnTo>
                  <a:lnTo>
                    <a:pt x="253257" y="1095471"/>
                  </a:lnTo>
                  <a:lnTo>
                    <a:pt x="254430" y="1097029"/>
                  </a:lnTo>
                  <a:lnTo>
                    <a:pt x="255028" y="1095973"/>
                  </a:lnTo>
                  <a:lnTo>
                    <a:pt x="255463" y="1094929"/>
                  </a:lnTo>
                  <a:lnTo>
                    <a:pt x="256875" y="1094277"/>
                  </a:lnTo>
                  <a:lnTo>
                    <a:pt x="259574" y="1087856"/>
                  </a:lnTo>
                  <a:lnTo>
                    <a:pt x="261576" y="1085481"/>
                  </a:lnTo>
                  <a:lnTo>
                    <a:pt x="262703" y="1081427"/>
                  </a:lnTo>
                  <a:lnTo>
                    <a:pt x="262896" y="1079271"/>
                  </a:lnTo>
                  <a:lnTo>
                    <a:pt x="262851" y="1074899"/>
                  </a:lnTo>
                  <a:lnTo>
                    <a:pt x="263489" y="1073791"/>
                  </a:lnTo>
                  <a:lnTo>
                    <a:pt x="264938" y="1074172"/>
                  </a:lnTo>
                  <a:lnTo>
                    <a:pt x="265233" y="1072928"/>
                  </a:lnTo>
                  <a:lnTo>
                    <a:pt x="265108" y="1071549"/>
                  </a:lnTo>
                  <a:lnTo>
                    <a:pt x="265390" y="1068542"/>
                  </a:lnTo>
                  <a:lnTo>
                    <a:pt x="267354" y="1065873"/>
                  </a:lnTo>
                  <a:lnTo>
                    <a:pt x="268284" y="1062647"/>
                  </a:lnTo>
                  <a:lnTo>
                    <a:pt x="267973" y="1054426"/>
                  </a:lnTo>
                  <a:lnTo>
                    <a:pt x="268333" y="1054056"/>
                  </a:lnTo>
                  <a:lnTo>
                    <a:pt x="269141" y="1055338"/>
                  </a:lnTo>
                  <a:lnTo>
                    <a:pt x="269520" y="1054807"/>
                  </a:lnTo>
                  <a:lnTo>
                    <a:pt x="269927" y="1051202"/>
                  </a:lnTo>
                  <a:lnTo>
                    <a:pt x="269732" y="1049333"/>
                  </a:lnTo>
                  <a:lnTo>
                    <a:pt x="268780" y="1048836"/>
                  </a:lnTo>
                  <a:lnTo>
                    <a:pt x="265492" y="1052899"/>
                  </a:lnTo>
                  <a:lnTo>
                    <a:pt x="264421" y="1052732"/>
                  </a:lnTo>
                  <a:lnTo>
                    <a:pt x="264244" y="1049540"/>
                  </a:lnTo>
                  <a:lnTo>
                    <a:pt x="262645" y="1048074"/>
                  </a:lnTo>
                  <a:lnTo>
                    <a:pt x="262020" y="1045425"/>
                  </a:lnTo>
                  <a:lnTo>
                    <a:pt x="261833" y="1043610"/>
                  </a:lnTo>
                  <a:lnTo>
                    <a:pt x="261279" y="1042869"/>
                  </a:lnTo>
                  <a:lnTo>
                    <a:pt x="261313" y="1046005"/>
                  </a:lnTo>
                  <a:lnTo>
                    <a:pt x="261466" y="1049053"/>
                  </a:lnTo>
                  <a:lnTo>
                    <a:pt x="262899" y="1052602"/>
                  </a:lnTo>
                  <a:lnTo>
                    <a:pt x="262550" y="1054010"/>
                  </a:lnTo>
                  <a:lnTo>
                    <a:pt x="261871" y="1055655"/>
                  </a:lnTo>
                  <a:lnTo>
                    <a:pt x="261398" y="1059308"/>
                  </a:lnTo>
                  <a:lnTo>
                    <a:pt x="261451" y="1064047"/>
                  </a:lnTo>
                  <a:lnTo>
                    <a:pt x="261067" y="1062604"/>
                  </a:lnTo>
                  <a:lnTo>
                    <a:pt x="260576" y="1061770"/>
                  </a:lnTo>
                  <a:lnTo>
                    <a:pt x="260376" y="1066863"/>
                  </a:lnTo>
                  <a:lnTo>
                    <a:pt x="259425" y="1068811"/>
                  </a:lnTo>
                  <a:lnTo>
                    <a:pt x="259124" y="1070724"/>
                  </a:lnTo>
                  <a:lnTo>
                    <a:pt x="259373" y="1072943"/>
                  </a:lnTo>
                  <a:lnTo>
                    <a:pt x="258882" y="1074475"/>
                  </a:lnTo>
                  <a:lnTo>
                    <a:pt x="256458" y="1078590"/>
                  </a:lnTo>
                  <a:lnTo>
                    <a:pt x="254043" y="1081401"/>
                  </a:lnTo>
                  <a:lnTo>
                    <a:pt x="253517" y="1082728"/>
                  </a:lnTo>
                  <a:lnTo>
                    <a:pt x="253259" y="1085865"/>
                  </a:lnTo>
                  <a:lnTo>
                    <a:pt x="252890" y="1089088"/>
                  </a:lnTo>
                  <a:lnTo>
                    <a:pt x="251822" y="1091922"/>
                  </a:lnTo>
                  <a:lnTo>
                    <a:pt x="250973" y="1097555"/>
                  </a:lnTo>
                  <a:lnTo>
                    <a:pt x="250996" y="1099979"/>
                  </a:lnTo>
                  <a:lnTo>
                    <a:pt x="251278" y="1103551"/>
                  </a:lnTo>
                  <a:lnTo>
                    <a:pt x="251734" y="1105894"/>
                  </a:lnTo>
                  <a:lnTo>
                    <a:pt x="251012" y="1107461"/>
                  </a:lnTo>
                  <a:lnTo>
                    <a:pt x="250040" y="1110503"/>
                  </a:lnTo>
                  <a:lnTo>
                    <a:pt x="249269" y="1113931"/>
                  </a:lnTo>
                  <a:lnTo>
                    <a:pt x="247349" y="1126801"/>
                  </a:lnTo>
                  <a:lnTo>
                    <a:pt x="245694" y="1134557"/>
                  </a:lnTo>
                  <a:lnTo>
                    <a:pt x="244421" y="1138358"/>
                  </a:lnTo>
                  <a:lnTo>
                    <a:pt x="242603" y="1142363"/>
                  </a:lnTo>
                  <a:lnTo>
                    <a:pt x="237427" y="1152417"/>
                  </a:lnTo>
                  <a:lnTo>
                    <a:pt x="237117" y="1152272"/>
                  </a:lnTo>
                  <a:lnTo>
                    <a:pt x="236358" y="1151461"/>
                  </a:lnTo>
                  <a:lnTo>
                    <a:pt x="235721" y="1150498"/>
                  </a:lnTo>
                  <a:lnTo>
                    <a:pt x="235578" y="1149854"/>
                  </a:lnTo>
                  <a:lnTo>
                    <a:pt x="235505" y="1148890"/>
                  </a:lnTo>
                  <a:lnTo>
                    <a:pt x="235589" y="1145269"/>
                  </a:lnTo>
                  <a:lnTo>
                    <a:pt x="235578" y="1135536"/>
                  </a:lnTo>
                  <a:lnTo>
                    <a:pt x="235802" y="1133697"/>
                  </a:lnTo>
                  <a:lnTo>
                    <a:pt x="236136" y="1132511"/>
                  </a:lnTo>
                  <a:lnTo>
                    <a:pt x="237144" y="1130792"/>
                  </a:lnTo>
                  <a:lnTo>
                    <a:pt x="238124" y="1128330"/>
                  </a:lnTo>
                  <a:lnTo>
                    <a:pt x="239229" y="1125199"/>
                  </a:lnTo>
                  <a:lnTo>
                    <a:pt x="240247" y="1122706"/>
                  </a:lnTo>
                  <a:lnTo>
                    <a:pt x="239882" y="1121032"/>
                  </a:lnTo>
                  <a:lnTo>
                    <a:pt x="239031" y="1119416"/>
                  </a:lnTo>
                  <a:lnTo>
                    <a:pt x="237518" y="1118109"/>
                  </a:lnTo>
                  <a:lnTo>
                    <a:pt x="236060" y="1115806"/>
                  </a:lnTo>
                  <a:lnTo>
                    <a:pt x="234768" y="1112846"/>
                  </a:lnTo>
                  <a:lnTo>
                    <a:pt x="234171" y="1109764"/>
                  </a:lnTo>
                  <a:lnTo>
                    <a:pt x="233624" y="1106442"/>
                  </a:lnTo>
                  <a:lnTo>
                    <a:pt x="233101" y="1103816"/>
                  </a:lnTo>
                  <a:lnTo>
                    <a:pt x="232927" y="1102616"/>
                  </a:lnTo>
                  <a:lnTo>
                    <a:pt x="232416" y="1102117"/>
                  </a:lnTo>
                  <a:lnTo>
                    <a:pt x="231605" y="1100775"/>
                  </a:lnTo>
                  <a:lnTo>
                    <a:pt x="231098" y="1099528"/>
                  </a:lnTo>
                  <a:lnTo>
                    <a:pt x="230355" y="1098813"/>
                  </a:lnTo>
                  <a:lnTo>
                    <a:pt x="229028" y="1098028"/>
                  </a:lnTo>
                  <a:lnTo>
                    <a:pt x="227646" y="1096657"/>
                  </a:lnTo>
                  <a:lnTo>
                    <a:pt x="225927" y="1093402"/>
                  </a:lnTo>
                  <a:lnTo>
                    <a:pt x="224687" y="1089789"/>
                  </a:lnTo>
                  <a:lnTo>
                    <a:pt x="224075" y="1087403"/>
                  </a:lnTo>
                  <a:lnTo>
                    <a:pt x="223422" y="1085723"/>
                  </a:lnTo>
                  <a:lnTo>
                    <a:pt x="219873" y="1082947"/>
                  </a:lnTo>
                  <a:lnTo>
                    <a:pt x="218262" y="1079632"/>
                  </a:lnTo>
                  <a:lnTo>
                    <a:pt x="217627" y="1080665"/>
                  </a:lnTo>
                  <a:lnTo>
                    <a:pt x="216679" y="1079649"/>
                  </a:lnTo>
                  <a:lnTo>
                    <a:pt x="215746" y="1078053"/>
                  </a:lnTo>
                  <a:lnTo>
                    <a:pt x="215466" y="1076830"/>
                  </a:lnTo>
                  <a:lnTo>
                    <a:pt x="215071" y="1075575"/>
                  </a:lnTo>
                  <a:lnTo>
                    <a:pt x="214700" y="1074135"/>
                  </a:lnTo>
                  <a:lnTo>
                    <a:pt x="214464" y="1072752"/>
                  </a:lnTo>
                  <a:lnTo>
                    <a:pt x="213503" y="1070337"/>
                  </a:lnTo>
                  <a:lnTo>
                    <a:pt x="212263" y="1067723"/>
                  </a:lnTo>
                  <a:lnTo>
                    <a:pt x="211737" y="1066978"/>
                  </a:lnTo>
                  <a:lnTo>
                    <a:pt x="211459" y="1067195"/>
                  </a:lnTo>
                  <a:lnTo>
                    <a:pt x="211190" y="1068199"/>
                  </a:lnTo>
                  <a:lnTo>
                    <a:pt x="211021" y="1069169"/>
                  </a:lnTo>
                  <a:lnTo>
                    <a:pt x="210552" y="1069809"/>
                  </a:lnTo>
                  <a:lnTo>
                    <a:pt x="209972" y="1071007"/>
                  </a:lnTo>
                  <a:lnTo>
                    <a:pt x="209380" y="1072473"/>
                  </a:lnTo>
                  <a:lnTo>
                    <a:pt x="208622" y="1073445"/>
                  </a:lnTo>
                  <a:lnTo>
                    <a:pt x="207721" y="1073777"/>
                  </a:lnTo>
                  <a:lnTo>
                    <a:pt x="207114" y="1073728"/>
                  </a:lnTo>
                  <a:lnTo>
                    <a:pt x="206990" y="1073151"/>
                  </a:lnTo>
                  <a:lnTo>
                    <a:pt x="206956" y="1071148"/>
                  </a:lnTo>
                  <a:lnTo>
                    <a:pt x="207180" y="1066577"/>
                  </a:lnTo>
                  <a:lnTo>
                    <a:pt x="206652" y="1064817"/>
                  </a:lnTo>
                  <a:lnTo>
                    <a:pt x="205950" y="1062930"/>
                  </a:lnTo>
                  <a:lnTo>
                    <a:pt x="205141" y="1060408"/>
                  </a:lnTo>
                  <a:lnTo>
                    <a:pt x="202482" y="1055061"/>
                  </a:lnTo>
                  <a:lnTo>
                    <a:pt x="198863" y="1047362"/>
                  </a:lnTo>
                  <a:lnTo>
                    <a:pt x="197585" y="1045007"/>
                  </a:lnTo>
                  <a:lnTo>
                    <a:pt x="196382" y="1044825"/>
                  </a:lnTo>
                  <a:lnTo>
                    <a:pt x="195284" y="1045088"/>
                  </a:lnTo>
                  <a:lnTo>
                    <a:pt x="194273" y="1046106"/>
                  </a:lnTo>
                  <a:lnTo>
                    <a:pt x="193509" y="1049664"/>
                  </a:lnTo>
                  <a:lnTo>
                    <a:pt x="193192" y="1050213"/>
                  </a:lnTo>
                  <a:lnTo>
                    <a:pt x="191243" y="1050132"/>
                  </a:lnTo>
                  <a:lnTo>
                    <a:pt x="189304" y="1049558"/>
                  </a:lnTo>
                  <a:lnTo>
                    <a:pt x="188653" y="1047388"/>
                  </a:lnTo>
                  <a:lnTo>
                    <a:pt x="189171" y="1045974"/>
                  </a:lnTo>
                  <a:lnTo>
                    <a:pt x="190997" y="1042840"/>
                  </a:lnTo>
                  <a:lnTo>
                    <a:pt x="192007" y="1040049"/>
                  </a:lnTo>
                  <a:lnTo>
                    <a:pt x="192200" y="1037599"/>
                  </a:lnTo>
                  <a:lnTo>
                    <a:pt x="193075" y="1035401"/>
                  </a:lnTo>
                  <a:lnTo>
                    <a:pt x="194632" y="1033453"/>
                  </a:lnTo>
                  <a:lnTo>
                    <a:pt x="196367" y="1029866"/>
                  </a:lnTo>
                  <a:lnTo>
                    <a:pt x="198279" y="1024637"/>
                  </a:lnTo>
                  <a:lnTo>
                    <a:pt x="199440" y="1020779"/>
                  </a:lnTo>
                  <a:lnTo>
                    <a:pt x="199851" y="1018289"/>
                  </a:lnTo>
                  <a:lnTo>
                    <a:pt x="200601" y="1016370"/>
                  </a:lnTo>
                  <a:lnTo>
                    <a:pt x="201691" y="1015022"/>
                  </a:lnTo>
                  <a:lnTo>
                    <a:pt x="202643" y="1012209"/>
                  </a:lnTo>
                  <a:lnTo>
                    <a:pt x="203458" y="1007929"/>
                  </a:lnTo>
                  <a:lnTo>
                    <a:pt x="204573" y="1004524"/>
                  </a:lnTo>
                  <a:lnTo>
                    <a:pt x="205984" y="1001999"/>
                  </a:lnTo>
                  <a:lnTo>
                    <a:pt x="206774" y="999904"/>
                  </a:lnTo>
                  <a:lnTo>
                    <a:pt x="206942" y="998242"/>
                  </a:lnTo>
                  <a:lnTo>
                    <a:pt x="207342" y="997177"/>
                  </a:lnTo>
                  <a:lnTo>
                    <a:pt x="207972" y="996713"/>
                  </a:lnTo>
                  <a:lnTo>
                    <a:pt x="208277" y="995838"/>
                  </a:lnTo>
                  <a:lnTo>
                    <a:pt x="208257" y="994548"/>
                  </a:lnTo>
                  <a:lnTo>
                    <a:pt x="208428" y="993674"/>
                  </a:lnTo>
                  <a:lnTo>
                    <a:pt x="208792" y="993207"/>
                  </a:lnTo>
                  <a:lnTo>
                    <a:pt x="209400" y="993371"/>
                  </a:lnTo>
                  <a:lnTo>
                    <a:pt x="210253" y="994165"/>
                  </a:lnTo>
                  <a:lnTo>
                    <a:pt x="210767" y="994018"/>
                  </a:lnTo>
                  <a:lnTo>
                    <a:pt x="210943" y="992933"/>
                  </a:lnTo>
                  <a:lnTo>
                    <a:pt x="210718" y="991689"/>
                  </a:lnTo>
                  <a:lnTo>
                    <a:pt x="210091" y="990289"/>
                  </a:lnTo>
                  <a:lnTo>
                    <a:pt x="210327" y="988771"/>
                  </a:lnTo>
                  <a:lnTo>
                    <a:pt x="211974" y="986316"/>
                  </a:lnTo>
                  <a:lnTo>
                    <a:pt x="213191" y="985381"/>
                  </a:lnTo>
                  <a:lnTo>
                    <a:pt x="213960" y="983857"/>
                  </a:lnTo>
                  <a:lnTo>
                    <a:pt x="214689" y="981439"/>
                  </a:lnTo>
                  <a:lnTo>
                    <a:pt x="215871" y="979751"/>
                  </a:lnTo>
                  <a:lnTo>
                    <a:pt x="217508" y="978804"/>
                  </a:lnTo>
                  <a:lnTo>
                    <a:pt x="217941" y="977893"/>
                  </a:lnTo>
                  <a:lnTo>
                    <a:pt x="217882" y="976721"/>
                  </a:lnTo>
                  <a:lnTo>
                    <a:pt x="218217" y="975878"/>
                  </a:lnTo>
                  <a:lnTo>
                    <a:pt x="219184" y="975270"/>
                  </a:lnTo>
                  <a:lnTo>
                    <a:pt x="219710" y="974130"/>
                  </a:lnTo>
                  <a:lnTo>
                    <a:pt x="219795" y="972456"/>
                  </a:lnTo>
                  <a:lnTo>
                    <a:pt x="220106" y="970898"/>
                  </a:lnTo>
                  <a:lnTo>
                    <a:pt x="220643" y="969461"/>
                  </a:lnTo>
                  <a:lnTo>
                    <a:pt x="221241" y="968927"/>
                  </a:lnTo>
                  <a:lnTo>
                    <a:pt x="221902" y="969293"/>
                  </a:lnTo>
                  <a:lnTo>
                    <a:pt x="222521" y="968751"/>
                  </a:lnTo>
                  <a:lnTo>
                    <a:pt x="223102" y="967291"/>
                  </a:lnTo>
                  <a:lnTo>
                    <a:pt x="223798" y="966610"/>
                  </a:lnTo>
                  <a:lnTo>
                    <a:pt x="224611" y="966705"/>
                  </a:lnTo>
                  <a:lnTo>
                    <a:pt x="225027" y="966385"/>
                  </a:lnTo>
                  <a:lnTo>
                    <a:pt x="226421" y="965706"/>
                  </a:lnTo>
                  <a:lnTo>
                    <a:pt x="227190" y="964480"/>
                  </a:lnTo>
                  <a:lnTo>
                    <a:pt x="227823" y="961750"/>
                  </a:lnTo>
                  <a:lnTo>
                    <a:pt x="228384" y="960691"/>
                  </a:lnTo>
                  <a:lnTo>
                    <a:pt x="228875" y="961309"/>
                  </a:lnTo>
                  <a:lnTo>
                    <a:pt x="229722" y="960394"/>
                  </a:lnTo>
                  <a:lnTo>
                    <a:pt x="230928" y="957953"/>
                  </a:lnTo>
                  <a:lnTo>
                    <a:pt x="231155" y="957907"/>
                  </a:lnTo>
                  <a:lnTo>
                    <a:pt x="232047" y="956770"/>
                  </a:lnTo>
                  <a:lnTo>
                    <a:pt x="232964" y="952551"/>
                  </a:lnTo>
                  <a:lnTo>
                    <a:pt x="233438" y="949729"/>
                  </a:lnTo>
                  <a:lnTo>
                    <a:pt x="233324" y="947420"/>
                  </a:lnTo>
                  <a:lnTo>
                    <a:pt x="233023" y="945764"/>
                  </a:lnTo>
                  <a:lnTo>
                    <a:pt x="233124" y="943337"/>
                  </a:lnTo>
                  <a:lnTo>
                    <a:pt x="233428" y="936737"/>
                  </a:lnTo>
                  <a:lnTo>
                    <a:pt x="233511" y="934039"/>
                  </a:lnTo>
                  <a:lnTo>
                    <a:pt x="233999" y="932158"/>
                  </a:lnTo>
                  <a:lnTo>
                    <a:pt x="233967" y="930294"/>
                  </a:lnTo>
                  <a:lnTo>
                    <a:pt x="233097" y="926115"/>
                  </a:lnTo>
                  <a:lnTo>
                    <a:pt x="232219" y="922448"/>
                  </a:lnTo>
                  <a:lnTo>
                    <a:pt x="231747" y="916220"/>
                  </a:lnTo>
                  <a:lnTo>
                    <a:pt x="231437" y="913857"/>
                  </a:lnTo>
                  <a:lnTo>
                    <a:pt x="230705" y="913231"/>
                  </a:lnTo>
                  <a:lnTo>
                    <a:pt x="230043" y="911171"/>
                  </a:lnTo>
                  <a:lnTo>
                    <a:pt x="229206" y="910992"/>
                  </a:lnTo>
                  <a:lnTo>
                    <a:pt x="228812" y="910204"/>
                  </a:lnTo>
                  <a:lnTo>
                    <a:pt x="228405" y="909549"/>
                  </a:lnTo>
                  <a:lnTo>
                    <a:pt x="227812" y="909742"/>
                  </a:lnTo>
                  <a:lnTo>
                    <a:pt x="227306" y="910948"/>
                  </a:lnTo>
                  <a:lnTo>
                    <a:pt x="226365" y="910992"/>
                  </a:lnTo>
                  <a:lnTo>
                    <a:pt x="225773" y="911488"/>
                  </a:lnTo>
                  <a:lnTo>
                    <a:pt x="225075" y="912561"/>
                  </a:lnTo>
                  <a:lnTo>
                    <a:pt x="224413" y="912068"/>
                  </a:lnTo>
                  <a:lnTo>
                    <a:pt x="223995" y="911127"/>
                  </a:lnTo>
                  <a:lnTo>
                    <a:pt x="223097" y="911116"/>
                  </a:lnTo>
                  <a:lnTo>
                    <a:pt x="223158" y="906880"/>
                  </a:lnTo>
                  <a:lnTo>
                    <a:pt x="224739" y="900600"/>
                  </a:lnTo>
                  <a:lnTo>
                    <a:pt x="225164" y="897677"/>
                  </a:lnTo>
                  <a:lnTo>
                    <a:pt x="224959" y="896021"/>
                  </a:lnTo>
                  <a:lnTo>
                    <a:pt x="225432" y="890177"/>
                  </a:lnTo>
                  <a:lnTo>
                    <a:pt x="226583" y="880150"/>
                  </a:lnTo>
                  <a:lnTo>
                    <a:pt x="226951" y="873588"/>
                  </a:lnTo>
                  <a:lnTo>
                    <a:pt x="226533" y="870492"/>
                  </a:lnTo>
                  <a:lnTo>
                    <a:pt x="226522" y="868330"/>
                  </a:lnTo>
                  <a:lnTo>
                    <a:pt x="227113" y="866489"/>
                  </a:lnTo>
                  <a:lnTo>
                    <a:pt x="227402" y="865941"/>
                  </a:lnTo>
                  <a:lnTo>
                    <a:pt x="225917" y="863693"/>
                  </a:lnTo>
                  <a:lnTo>
                    <a:pt x="225118" y="861641"/>
                  </a:lnTo>
                  <a:lnTo>
                    <a:pt x="224090" y="860175"/>
                  </a:lnTo>
                  <a:lnTo>
                    <a:pt x="222986" y="859004"/>
                  </a:lnTo>
                  <a:lnTo>
                    <a:pt x="222453" y="859491"/>
                  </a:lnTo>
                  <a:lnTo>
                    <a:pt x="221883" y="860175"/>
                  </a:lnTo>
                  <a:lnTo>
                    <a:pt x="220779" y="861249"/>
                  </a:lnTo>
                  <a:lnTo>
                    <a:pt x="219523" y="863107"/>
                  </a:lnTo>
                  <a:lnTo>
                    <a:pt x="218876" y="863791"/>
                  </a:lnTo>
                  <a:lnTo>
                    <a:pt x="217734" y="864475"/>
                  </a:lnTo>
                  <a:lnTo>
                    <a:pt x="216440" y="865061"/>
                  </a:lnTo>
                  <a:lnTo>
                    <a:pt x="215374" y="864671"/>
                  </a:lnTo>
                  <a:lnTo>
                    <a:pt x="214461" y="864279"/>
                  </a:lnTo>
                  <a:lnTo>
                    <a:pt x="213890" y="863107"/>
                  </a:lnTo>
                  <a:lnTo>
                    <a:pt x="213585" y="860565"/>
                  </a:lnTo>
                  <a:lnTo>
                    <a:pt x="213585" y="858415"/>
                  </a:lnTo>
                  <a:lnTo>
                    <a:pt x="213395" y="855287"/>
                  </a:lnTo>
                  <a:lnTo>
                    <a:pt x="212710" y="853530"/>
                  </a:lnTo>
                  <a:lnTo>
                    <a:pt x="212482" y="852162"/>
                  </a:lnTo>
                  <a:lnTo>
                    <a:pt x="212443" y="850500"/>
                  </a:lnTo>
                  <a:lnTo>
                    <a:pt x="212520" y="848644"/>
                  </a:lnTo>
                  <a:lnTo>
                    <a:pt x="212710" y="847277"/>
                  </a:lnTo>
                  <a:lnTo>
                    <a:pt x="212596" y="845614"/>
                  </a:lnTo>
                  <a:lnTo>
                    <a:pt x="212291" y="844440"/>
                  </a:lnTo>
                  <a:lnTo>
                    <a:pt x="212368" y="842388"/>
                  </a:lnTo>
                  <a:lnTo>
                    <a:pt x="212215" y="839555"/>
                  </a:lnTo>
                  <a:lnTo>
                    <a:pt x="211759" y="837794"/>
                  </a:lnTo>
                  <a:lnTo>
                    <a:pt x="211530" y="835743"/>
                  </a:lnTo>
                  <a:lnTo>
                    <a:pt x="211530" y="833691"/>
                  </a:lnTo>
                  <a:lnTo>
                    <a:pt x="211188" y="831639"/>
                  </a:lnTo>
                  <a:lnTo>
                    <a:pt x="211149" y="829391"/>
                  </a:lnTo>
                  <a:lnTo>
                    <a:pt x="211454" y="827340"/>
                  </a:lnTo>
                  <a:lnTo>
                    <a:pt x="211568" y="825288"/>
                  </a:lnTo>
                  <a:lnTo>
                    <a:pt x="211226" y="823822"/>
                  </a:lnTo>
                  <a:lnTo>
                    <a:pt x="210579" y="822942"/>
                  </a:lnTo>
                  <a:lnTo>
                    <a:pt x="210084" y="820596"/>
                  </a:lnTo>
                  <a:lnTo>
                    <a:pt x="210008" y="817566"/>
                  </a:lnTo>
                  <a:lnTo>
                    <a:pt x="209475" y="815904"/>
                  </a:lnTo>
                  <a:lnTo>
                    <a:pt x="208904" y="814536"/>
                  </a:lnTo>
                  <a:lnTo>
                    <a:pt x="208257" y="814536"/>
                  </a:lnTo>
                  <a:lnTo>
                    <a:pt x="207267" y="813754"/>
                  </a:lnTo>
                  <a:lnTo>
                    <a:pt x="206392" y="813852"/>
                  </a:lnTo>
                  <a:lnTo>
                    <a:pt x="204984" y="813754"/>
                  </a:lnTo>
                  <a:lnTo>
                    <a:pt x="204337" y="813266"/>
                  </a:lnTo>
                  <a:lnTo>
                    <a:pt x="203995" y="812190"/>
                  </a:lnTo>
                  <a:lnTo>
                    <a:pt x="203119" y="810724"/>
                  </a:lnTo>
                  <a:lnTo>
                    <a:pt x="202624" y="808185"/>
                  </a:lnTo>
                  <a:lnTo>
                    <a:pt x="202015" y="807697"/>
                  </a:lnTo>
                  <a:lnTo>
                    <a:pt x="201140" y="808476"/>
                  </a:lnTo>
                  <a:lnTo>
                    <a:pt x="200835" y="809454"/>
                  </a:lnTo>
                  <a:lnTo>
                    <a:pt x="200493" y="810822"/>
                  </a:lnTo>
                  <a:lnTo>
                    <a:pt x="199884" y="812386"/>
                  </a:lnTo>
                  <a:lnTo>
                    <a:pt x="199084" y="812288"/>
                  </a:lnTo>
                  <a:lnTo>
                    <a:pt x="198247" y="813168"/>
                  </a:lnTo>
                  <a:lnTo>
                    <a:pt x="197448" y="813266"/>
                  </a:lnTo>
                  <a:lnTo>
                    <a:pt x="196382" y="813462"/>
                  </a:lnTo>
                  <a:lnTo>
                    <a:pt x="195316" y="812681"/>
                  </a:lnTo>
                  <a:lnTo>
                    <a:pt x="194022" y="811800"/>
                  </a:lnTo>
                  <a:lnTo>
                    <a:pt x="192919" y="811215"/>
                  </a:lnTo>
                  <a:lnTo>
                    <a:pt x="191853" y="811800"/>
                  </a:lnTo>
                  <a:lnTo>
                    <a:pt x="191130" y="811310"/>
                  </a:lnTo>
                  <a:lnTo>
                    <a:pt x="190178" y="811018"/>
                  </a:lnTo>
                  <a:lnTo>
                    <a:pt x="189113" y="810822"/>
                  </a:lnTo>
                  <a:lnTo>
                    <a:pt x="188275" y="809258"/>
                  </a:lnTo>
                  <a:lnTo>
                    <a:pt x="187362" y="808378"/>
                  </a:lnTo>
                  <a:lnTo>
                    <a:pt x="186867" y="808672"/>
                  </a:lnTo>
                  <a:lnTo>
                    <a:pt x="186220" y="809651"/>
                  </a:lnTo>
                  <a:lnTo>
                    <a:pt x="185535" y="809454"/>
                  </a:lnTo>
                  <a:lnTo>
                    <a:pt x="184660" y="808672"/>
                  </a:lnTo>
                  <a:lnTo>
                    <a:pt x="184317" y="806817"/>
                  </a:lnTo>
                  <a:lnTo>
                    <a:pt x="184393" y="805642"/>
                  </a:lnTo>
                  <a:lnTo>
                    <a:pt x="184584" y="804471"/>
                  </a:lnTo>
                  <a:lnTo>
                    <a:pt x="184926" y="802809"/>
                  </a:lnTo>
                  <a:lnTo>
                    <a:pt x="184735" y="801048"/>
                  </a:lnTo>
                  <a:lnTo>
                    <a:pt x="184812" y="799487"/>
                  </a:lnTo>
                  <a:lnTo>
                    <a:pt x="184964" y="798117"/>
                  </a:lnTo>
                  <a:lnTo>
                    <a:pt x="185116" y="796555"/>
                  </a:lnTo>
                  <a:lnTo>
                    <a:pt x="185002" y="795090"/>
                  </a:lnTo>
                  <a:lnTo>
                    <a:pt x="184964" y="793526"/>
                  </a:lnTo>
                  <a:lnTo>
                    <a:pt x="184888" y="792060"/>
                  </a:lnTo>
                  <a:lnTo>
                    <a:pt x="184774" y="790496"/>
                  </a:lnTo>
                  <a:lnTo>
                    <a:pt x="185230" y="788248"/>
                  </a:lnTo>
                  <a:lnTo>
                    <a:pt x="185611" y="786389"/>
                  </a:lnTo>
                  <a:lnTo>
                    <a:pt x="185383" y="784828"/>
                  </a:lnTo>
                  <a:lnTo>
                    <a:pt x="185459" y="783752"/>
                  </a:lnTo>
                  <a:lnTo>
                    <a:pt x="185763" y="781992"/>
                  </a:lnTo>
                  <a:lnTo>
                    <a:pt x="186143" y="779845"/>
                  </a:lnTo>
                  <a:lnTo>
                    <a:pt x="186106" y="775837"/>
                  </a:lnTo>
                  <a:lnTo>
                    <a:pt x="185763" y="773490"/>
                  </a:lnTo>
                  <a:lnTo>
                    <a:pt x="185392" y="772856"/>
                  </a:lnTo>
                  <a:lnTo>
                    <a:pt x="185297" y="772146"/>
                  </a:lnTo>
                  <a:lnTo>
                    <a:pt x="185478" y="771219"/>
                  </a:lnTo>
                  <a:lnTo>
                    <a:pt x="185281" y="770264"/>
                  </a:lnTo>
                  <a:lnTo>
                    <a:pt x="185205" y="769289"/>
                  </a:lnTo>
                  <a:lnTo>
                    <a:pt x="185402" y="768435"/>
                  </a:lnTo>
                  <a:lnTo>
                    <a:pt x="185129" y="766747"/>
                  </a:lnTo>
                  <a:lnTo>
                    <a:pt x="184584" y="766259"/>
                  </a:lnTo>
                  <a:lnTo>
                    <a:pt x="184393" y="765771"/>
                  </a:lnTo>
                  <a:lnTo>
                    <a:pt x="184203" y="763913"/>
                  </a:lnTo>
                  <a:lnTo>
                    <a:pt x="184050" y="761763"/>
                  </a:lnTo>
                  <a:lnTo>
                    <a:pt x="184126" y="760101"/>
                  </a:lnTo>
                  <a:lnTo>
                    <a:pt x="183860" y="758635"/>
                  </a:lnTo>
                  <a:lnTo>
                    <a:pt x="183480" y="757758"/>
                  </a:lnTo>
                  <a:lnTo>
                    <a:pt x="183099" y="756194"/>
                  </a:lnTo>
                  <a:lnTo>
                    <a:pt x="182718" y="755019"/>
                  </a:lnTo>
                  <a:lnTo>
                    <a:pt x="182566" y="753360"/>
                  </a:lnTo>
                  <a:lnTo>
                    <a:pt x="182314" y="751213"/>
                  </a:lnTo>
                  <a:lnTo>
                    <a:pt x="183073" y="750812"/>
                  </a:lnTo>
                  <a:lnTo>
                    <a:pt x="183374" y="749609"/>
                  </a:lnTo>
                  <a:lnTo>
                    <a:pt x="183909" y="747978"/>
                  </a:lnTo>
                  <a:lnTo>
                    <a:pt x="184611" y="747551"/>
                  </a:lnTo>
                  <a:lnTo>
                    <a:pt x="185446" y="746951"/>
                  </a:lnTo>
                  <a:lnTo>
                    <a:pt x="185755" y="745745"/>
                  </a:lnTo>
                  <a:lnTo>
                    <a:pt x="183808" y="741405"/>
                  </a:lnTo>
                  <a:lnTo>
                    <a:pt x="182639" y="738799"/>
                  </a:lnTo>
                  <a:lnTo>
                    <a:pt x="183323" y="735276"/>
                  </a:lnTo>
                  <a:lnTo>
                    <a:pt x="184478" y="729334"/>
                  </a:lnTo>
                  <a:lnTo>
                    <a:pt x="185596" y="723580"/>
                  </a:lnTo>
                  <a:lnTo>
                    <a:pt x="186449" y="719191"/>
                  </a:lnTo>
                  <a:lnTo>
                    <a:pt x="186667" y="718380"/>
                  </a:lnTo>
                  <a:lnTo>
                    <a:pt x="187411" y="718100"/>
                  </a:lnTo>
                  <a:lnTo>
                    <a:pt x="187275" y="715835"/>
                  </a:lnTo>
                  <a:lnTo>
                    <a:pt x="187249" y="714352"/>
                  </a:lnTo>
                  <a:lnTo>
                    <a:pt x="186648" y="714265"/>
                  </a:lnTo>
                  <a:lnTo>
                    <a:pt x="187317" y="708915"/>
                  </a:lnTo>
                  <a:lnTo>
                    <a:pt x="188305" y="701286"/>
                  </a:lnTo>
                  <a:lnTo>
                    <a:pt x="189054" y="695503"/>
                  </a:lnTo>
                  <a:lnTo>
                    <a:pt x="189295" y="694533"/>
                  </a:lnTo>
                  <a:lnTo>
                    <a:pt x="189835" y="694262"/>
                  </a:lnTo>
                  <a:lnTo>
                    <a:pt x="189956" y="693593"/>
                  </a:lnTo>
                  <a:lnTo>
                    <a:pt x="189307" y="692661"/>
                  </a:lnTo>
                  <a:lnTo>
                    <a:pt x="188911" y="690863"/>
                  </a:lnTo>
                  <a:lnTo>
                    <a:pt x="188046" y="685695"/>
                  </a:lnTo>
                  <a:lnTo>
                    <a:pt x="186682" y="677551"/>
                  </a:lnTo>
                  <a:lnTo>
                    <a:pt x="186582" y="674634"/>
                  </a:lnTo>
                  <a:lnTo>
                    <a:pt x="186080" y="672833"/>
                  </a:lnTo>
                  <a:lnTo>
                    <a:pt x="185245" y="673431"/>
                  </a:lnTo>
                  <a:lnTo>
                    <a:pt x="184257" y="672856"/>
                  </a:lnTo>
                  <a:lnTo>
                    <a:pt x="181786" y="668430"/>
                  </a:lnTo>
                  <a:lnTo>
                    <a:pt x="180150" y="666038"/>
                  </a:lnTo>
                  <a:lnTo>
                    <a:pt x="179595" y="664624"/>
                  </a:lnTo>
                  <a:lnTo>
                    <a:pt x="179349" y="660082"/>
                  </a:lnTo>
                  <a:lnTo>
                    <a:pt x="178861" y="655063"/>
                  </a:lnTo>
                  <a:lnTo>
                    <a:pt x="178650" y="648856"/>
                  </a:lnTo>
                  <a:lnTo>
                    <a:pt x="178736" y="647365"/>
                  </a:lnTo>
                  <a:lnTo>
                    <a:pt x="180120" y="642655"/>
                  </a:lnTo>
                  <a:lnTo>
                    <a:pt x="180115" y="640274"/>
                  </a:lnTo>
                  <a:lnTo>
                    <a:pt x="180233" y="638197"/>
                  </a:lnTo>
                  <a:lnTo>
                    <a:pt x="180175" y="636555"/>
                  </a:lnTo>
                  <a:lnTo>
                    <a:pt x="179832" y="636532"/>
                  </a:lnTo>
                  <a:lnTo>
                    <a:pt x="179276" y="637250"/>
                  </a:lnTo>
                  <a:lnTo>
                    <a:pt x="178437" y="637804"/>
                  </a:lnTo>
                  <a:lnTo>
                    <a:pt x="177962" y="637851"/>
                  </a:lnTo>
                  <a:lnTo>
                    <a:pt x="173136" y="637406"/>
                  </a:lnTo>
                  <a:lnTo>
                    <a:pt x="167646" y="636898"/>
                  </a:lnTo>
                  <a:lnTo>
                    <a:pt x="163079" y="636477"/>
                  </a:lnTo>
                  <a:lnTo>
                    <a:pt x="159115" y="636111"/>
                  </a:lnTo>
                  <a:lnTo>
                    <a:pt x="158982" y="632056"/>
                  </a:lnTo>
                  <a:lnTo>
                    <a:pt x="158758" y="625255"/>
                  </a:lnTo>
                  <a:lnTo>
                    <a:pt x="158599" y="620430"/>
                  </a:lnTo>
                  <a:lnTo>
                    <a:pt x="158347" y="612774"/>
                  </a:lnTo>
                  <a:lnTo>
                    <a:pt x="156758" y="608007"/>
                  </a:lnTo>
                  <a:lnTo>
                    <a:pt x="155031" y="602833"/>
                  </a:lnTo>
                  <a:lnTo>
                    <a:pt x="154424" y="601509"/>
                  </a:lnTo>
                  <a:lnTo>
                    <a:pt x="156510" y="601344"/>
                  </a:lnTo>
                  <a:lnTo>
                    <a:pt x="157990" y="601226"/>
                  </a:lnTo>
                  <a:lnTo>
                    <a:pt x="157696" y="587332"/>
                  </a:lnTo>
                  <a:lnTo>
                    <a:pt x="157246" y="585912"/>
                  </a:lnTo>
                  <a:lnTo>
                    <a:pt x="156847" y="581427"/>
                  </a:lnTo>
                  <a:lnTo>
                    <a:pt x="156576" y="578888"/>
                  </a:lnTo>
                  <a:lnTo>
                    <a:pt x="155840" y="576828"/>
                  </a:lnTo>
                  <a:lnTo>
                    <a:pt x="155674" y="574513"/>
                  </a:lnTo>
                  <a:lnTo>
                    <a:pt x="155808" y="572967"/>
                  </a:lnTo>
                  <a:lnTo>
                    <a:pt x="156210" y="572009"/>
                  </a:lnTo>
                  <a:lnTo>
                    <a:pt x="156476" y="569622"/>
                  </a:lnTo>
                  <a:lnTo>
                    <a:pt x="156275" y="567221"/>
                  </a:lnTo>
                  <a:lnTo>
                    <a:pt x="155840" y="564988"/>
                  </a:lnTo>
                  <a:lnTo>
                    <a:pt x="155306" y="562844"/>
                  </a:lnTo>
                  <a:lnTo>
                    <a:pt x="154285" y="561528"/>
                  </a:lnTo>
                  <a:lnTo>
                    <a:pt x="152823" y="559136"/>
                  </a:lnTo>
                  <a:lnTo>
                    <a:pt x="150612" y="556094"/>
                  </a:lnTo>
                  <a:lnTo>
                    <a:pt x="148742" y="553976"/>
                  </a:lnTo>
                  <a:lnTo>
                    <a:pt x="148142" y="554236"/>
                  </a:lnTo>
                  <a:lnTo>
                    <a:pt x="144840" y="555064"/>
                  </a:lnTo>
                  <a:lnTo>
                    <a:pt x="143741" y="555497"/>
                  </a:lnTo>
                  <a:lnTo>
                    <a:pt x="143003" y="555012"/>
                  </a:lnTo>
                  <a:lnTo>
                    <a:pt x="140537" y="555035"/>
                  </a:lnTo>
                  <a:lnTo>
                    <a:pt x="139568" y="553405"/>
                  </a:lnTo>
                  <a:lnTo>
                    <a:pt x="138756" y="551509"/>
                  </a:lnTo>
                  <a:lnTo>
                    <a:pt x="137029" y="546655"/>
                  </a:lnTo>
                  <a:lnTo>
                    <a:pt x="136762" y="544226"/>
                  </a:lnTo>
                  <a:lnTo>
                    <a:pt x="136094" y="543455"/>
                  </a:lnTo>
                  <a:lnTo>
                    <a:pt x="135083" y="543750"/>
                  </a:lnTo>
                  <a:lnTo>
                    <a:pt x="134059" y="543418"/>
                  </a:lnTo>
                  <a:lnTo>
                    <a:pt x="132072" y="541404"/>
                  </a:lnTo>
                  <a:lnTo>
                    <a:pt x="130213" y="539337"/>
                  </a:lnTo>
                  <a:lnTo>
                    <a:pt x="129311" y="539424"/>
                  </a:lnTo>
                  <a:lnTo>
                    <a:pt x="128509" y="538137"/>
                  </a:lnTo>
                  <a:lnTo>
                    <a:pt x="127096" y="534986"/>
                  </a:lnTo>
                  <a:lnTo>
                    <a:pt x="126437" y="533759"/>
                  </a:lnTo>
                  <a:lnTo>
                    <a:pt x="126136" y="532129"/>
                  </a:lnTo>
                  <a:lnTo>
                    <a:pt x="125835" y="529728"/>
                  </a:lnTo>
                  <a:lnTo>
                    <a:pt x="125268" y="529212"/>
                  </a:lnTo>
                  <a:lnTo>
                    <a:pt x="124533" y="529642"/>
                  </a:lnTo>
                  <a:lnTo>
                    <a:pt x="123738" y="530874"/>
                  </a:lnTo>
                  <a:lnTo>
                    <a:pt x="122622" y="530051"/>
                  </a:lnTo>
                  <a:lnTo>
                    <a:pt x="121258" y="527838"/>
                  </a:lnTo>
                  <a:lnTo>
                    <a:pt x="120376" y="526110"/>
                  </a:lnTo>
                  <a:lnTo>
                    <a:pt x="119872" y="525290"/>
                  </a:lnTo>
                  <a:lnTo>
                    <a:pt x="118688" y="524081"/>
                  </a:lnTo>
                  <a:lnTo>
                    <a:pt x="117542" y="523827"/>
                  </a:lnTo>
                  <a:lnTo>
                    <a:pt x="115811" y="525607"/>
                  </a:lnTo>
                  <a:lnTo>
                    <a:pt x="114395" y="524880"/>
                  </a:lnTo>
                  <a:lnTo>
                    <a:pt x="112169" y="524237"/>
                  </a:lnTo>
                  <a:lnTo>
                    <a:pt x="110264" y="522950"/>
                  </a:lnTo>
                  <a:lnTo>
                    <a:pt x="109571" y="519594"/>
                  </a:lnTo>
                  <a:lnTo>
                    <a:pt x="109195" y="517372"/>
                  </a:lnTo>
                  <a:lnTo>
                    <a:pt x="108065" y="515981"/>
                  </a:lnTo>
                  <a:lnTo>
                    <a:pt x="107163" y="514284"/>
                  </a:lnTo>
                  <a:lnTo>
                    <a:pt x="106088" y="511710"/>
                  </a:lnTo>
                  <a:lnTo>
                    <a:pt x="105553" y="510850"/>
                  </a:lnTo>
                  <a:lnTo>
                    <a:pt x="104581" y="510132"/>
                  </a:lnTo>
                  <a:lnTo>
                    <a:pt x="103682" y="509223"/>
                  </a:lnTo>
                  <a:lnTo>
                    <a:pt x="103582" y="507592"/>
                  </a:lnTo>
                  <a:lnTo>
                    <a:pt x="103247" y="505445"/>
                  </a:lnTo>
                  <a:lnTo>
                    <a:pt x="103169" y="504914"/>
                  </a:lnTo>
                  <a:lnTo>
                    <a:pt x="102557" y="502309"/>
                  </a:lnTo>
                  <a:lnTo>
                    <a:pt x="102271" y="502127"/>
                  </a:lnTo>
                  <a:lnTo>
                    <a:pt x="101954" y="502638"/>
                  </a:lnTo>
                  <a:lnTo>
                    <a:pt x="101716" y="503016"/>
                  </a:lnTo>
                  <a:lnTo>
                    <a:pt x="101458" y="502554"/>
                  </a:lnTo>
                  <a:lnTo>
                    <a:pt x="101412" y="501388"/>
                  </a:lnTo>
                  <a:lnTo>
                    <a:pt x="101577" y="499521"/>
                  </a:lnTo>
                  <a:lnTo>
                    <a:pt x="101223" y="497562"/>
                  </a:lnTo>
                  <a:lnTo>
                    <a:pt x="100347" y="495507"/>
                  </a:lnTo>
                  <a:lnTo>
                    <a:pt x="99890" y="493383"/>
                  </a:lnTo>
                  <a:lnTo>
                    <a:pt x="99850" y="491185"/>
                  </a:lnTo>
                  <a:lnTo>
                    <a:pt x="99655" y="489716"/>
                  </a:lnTo>
                  <a:lnTo>
                    <a:pt x="99305" y="488974"/>
                  </a:lnTo>
                  <a:lnTo>
                    <a:pt x="99109" y="487684"/>
                  </a:lnTo>
                  <a:lnTo>
                    <a:pt x="99066" y="485852"/>
                  </a:lnTo>
                  <a:lnTo>
                    <a:pt x="99319" y="483667"/>
                  </a:lnTo>
                  <a:lnTo>
                    <a:pt x="99870" y="481140"/>
                  </a:lnTo>
                  <a:lnTo>
                    <a:pt x="99752" y="477238"/>
                  </a:lnTo>
                  <a:lnTo>
                    <a:pt x="98966" y="471978"/>
                  </a:lnTo>
                  <a:lnTo>
                    <a:pt x="98532" y="468180"/>
                  </a:lnTo>
                  <a:lnTo>
                    <a:pt x="98450" y="465851"/>
                  </a:lnTo>
                  <a:lnTo>
                    <a:pt x="98568" y="464126"/>
                  </a:lnTo>
                  <a:lnTo>
                    <a:pt x="99045" y="462449"/>
                  </a:lnTo>
                  <a:lnTo>
                    <a:pt x="99993" y="458334"/>
                  </a:lnTo>
                  <a:lnTo>
                    <a:pt x="100160" y="455195"/>
                  </a:lnTo>
                  <a:lnTo>
                    <a:pt x="99861" y="451654"/>
                  </a:lnTo>
                  <a:lnTo>
                    <a:pt x="99820" y="448953"/>
                  </a:lnTo>
                  <a:lnTo>
                    <a:pt x="100036" y="447095"/>
                  </a:lnTo>
                  <a:lnTo>
                    <a:pt x="99707" y="444659"/>
                  </a:lnTo>
                  <a:lnTo>
                    <a:pt x="99037" y="442359"/>
                  </a:lnTo>
                  <a:lnTo>
                    <a:pt x="98569" y="442302"/>
                  </a:lnTo>
                  <a:lnTo>
                    <a:pt x="97934" y="442931"/>
                  </a:lnTo>
                  <a:lnTo>
                    <a:pt x="97166" y="444873"/>
                  </a:lnTo>
                  <a:lnTo>
                    <a:pt x="96264" y="445216"/>
                  </a:lnTo>
                  <a:lnTo>
                    <a:pt x="95462" y="444016"/>
                  </a:lnTo>
                  <a:lnTo>
                    <a:pt x="92954" y="444518"/>
                  </a:lnTo>
                  <a:lnTo>
                    <a:pt x="89054" y="445718"/>
                  </a:lnTo>
                  <a:lnTo>
                    <a:pt x="87493" y="446962"/>
                  </a:lnTo>
                  <a:lnTo>
                    <a:pt x="86576" y="447493"/>
                  </a:lnTo>
                  <a:lnTo>
                    <a:pt x="85467" y="447900"/>
                  </a:lnTo>
                  <a:lnTo>
                    <a:pt x="83687" y="450133"/>
                  </a:lnTo>
                  <a:lnTo>
                    <a:pt x="79296" y="458805"/>
                  </a:lnTo>
                  <a:lnTo>
                    <a:pt x="78388" y="460060"/>
                  </a:lnTo>
                  <a:lnTo>
                    <a:pt x="77352" y="460233"/>
                  </a:lnTo>
                  <a:lnTo>
                    <a:pt x="76751" y="461434"/>
                  </a:lnTo>
                  <a:lnTo>
                    <a:pt x="75781" y="462377"/>
                  </a:lnTo>
                  <a:lnTo>
                    <a:pt x="73877" y="465808"/>
                  </a:lnTo>
                  <a:lnTo>
                    <a:pt x="72908" y="468555"/>
                  </a:lnTo>
                  <a:lnTo>
                    <a:pt x="72273" y="471043"/>
                  </a:lnTo>
                  <a:lnTo>
                    <a:pt x="71538" y="471129"/>
                  </a:lnTo>
                  <a:lnTo>
                    <a:pt x="70970" y="470443"/>
                  </a:lnTo>
                  <a:lnTo>
                    <a:pt x="69167" y="470786"/>
                  </a:lnTo>
                  <a:lnTo>
                    <a:pt x="68247" y="471634"/>
                  </a:lnTo>
                  <a:lnTo>
                    <a:pt x="67246" y="474055"/>
                  </a:lnTo>
                  <a:lnTo>
                    <a:pt x="66003" y="478430"/>
                  </a:lnTo>
                  <a:lnTo>
                    <a:pt x="65491" y="479674"/>
                  </a:lnTo>
                  <a:lnTo>
                    <a:pt x="64491" y="480961"/>
                  </a:lnTo>
                  <a:lnTo>
                    <a:pt x="63337" y="482026"/>
                  </a:lnTo>
                  <a:lnTo>
                    <a:pt x="61906" y="483633"/>
                  </a:lnTo>
                  <a:lnTo>
                    <a:pt x="61265" y="483740"/>
                  </a:lnTo>
                  <a:lnTo>
                    <a:pt x="60700" y="484025"/>
                  </a:lnTo>
                  <a:lnTo>
                    <a:pt x="60211" y="483292"/>
                  </a:lnTo>
                  <a:lnTo>
                    <a:pt x="60048" y="481725"/>
                  </a:lnTo>
                  <a:lnTo>
                    <a:pt x="59309" y="480736"/>
                  </a:lnTo>
                  <a:lnTo>
                    <a:pt x="57544" y="480239"/>
                  </a:lnTo>
                  <a:lnTo>
                    <a:pt x="54934" y="479097"/>
                  </a:lnTo>
                  <a:lnTo>
                    <a:pt x="52240" y="478874"/>
                  </a:lnTo>
                  <a:lnTo>
                    <a:pt x="50905" y="478981"/>
                  </a:lnTo>
                  <a:lnTo>
                    <a:pt x="49807" y="479050"/>
                  </a:lnTo>
                  <a:lnTo>
                    <a:pt x="47899" y="478439"/>
                  </a:lnTo>
                  <a:lnTo>
                    <a:pt x="46512" y="478335"/>
                  </a:lnTo>
                  <a:lnTo>
                    <a:pt x="45292" y="479887"/>
                  </a:lnTo>
                  <a:lnTo>
                    <a:pt x="43523" y="481815"/>
                  </a:lnTo>
                  <a:lnTo>
                    <a:pt x="42714" y="482305"/>
                  </a:lnTo>
                  <a:lnTo>
                    <a:pt x="42120" y="482378"/>
                  </a:lnTo>
                  <a:lnTo>
                    <a:pt x="41541" y="482138"/>
                  </a:lnTo>
                  <a:lnTo>
                    <a:pt x="40867" y="481140"/>
                  </a:lnTo>
                  <a:lnTo>
                    <a:pt x="39919" y="478837"/>
                  </a:lnTo>
                  <a:lnTo>
                    <a:pt x="39190" y="479723"/>
                  </a:lnTo>
                  <a:lnTo>
                    <a:pt x="38663" y="480710"/>
                  </a:lnTo>
                  <a:lnTo>
                    <a:pt x="38672" y="475703"/>
                  </a:lnTo>
                  <a:lnTo>
                    <a:pt x="38686" y="468174"/>
                  </a:lnTo>
                  <a:lnTo>
                    <a:pt x="38698" y="461535"/>
                  </a:lnTo>
                  <a:lnTo>
                    <a:pt x="38707" y="456222"/>
                  </a:lnTo>
                  <a:lnTo>
                    <a:pt x="38718" y="450024"/>
                  </a:lnTo>
                  <a:lnTo>
                    <a:pt x="38726" y="445649"/>
                  </a:lnTo>
                  <a:lnTo>
                    <a:pt x="39222" y="443987"/>
                  </a:lnTo>
                  <a:lnTo>
                    <a:pt x="39528" y="442129"/>
                  </a:lnTo>
                  <a:lnTo>
                    <a:pt x="39160" y="439644"/>
                  </a:lnTo>
                  <a:lnTo>
                    <a:pt x="39240" y="437367"/>
                  </a:lnTo>
                  <a:lnTo>
                    <a:pt x="39494" y="435783"/>
                  </a:lnTo>
                  <a:lnTo>
                    <a:pt x="39828" y="434236"/>
                  </a:lnTo>
                  <a:lnTo>
                    <a:pt x="39059" y="435010"/>
                  </a:lnTo>
                  <a:lnTo>
                    <a:pt x="38726" y="435440"/>
                  </a:lnTo>
                  <a:lnTo>
                    <a:pt x="38317" y="436614"/>
                  </a:lnTo>
                  <a:lnTo>
                    <a:pt x="37327" y="438201"/>
                  </a:lnTo>
                  <a:lnTo>
                    <a:pt x="36662" y="439785"/>
                  </a:lnTo>
                  <a:lnTo>
                    <a:pt x="35876" y="441078"/>
                  </a:lnTo>
                  <a:lnTo>
                    <a:pt x="34884" y="443935"/>
                  </a:lnTo>
                  <a:lnTo>
                    <a:pt x="34067" y="445502"/>
                  </a:lnTo>
                  <a:lnTo>
                    <a:pt x="33221" y="446497"/>
                  </a:lnTo>
                  <a:lnTo>
                    <a:pt x="31809" y="449853"/>
                  </a:lnTo>
                  <a:lnTo>
                    <a:pt x="30641" y="450520"/>
                  </a:lnTo>
                  <a:lnTo>
                    <a:pt x="27550" y="451037"/>
                  </a:lnTo>
                  <a:lnTo>
                    <a:pt x="24334" y="451022"/>
                  </a:lnTo>
                  <a:lnTo>
                    <a:pt x="21394" y="451011"/>
                  </a:lnTo>
                  <a:lnTo>
                    <a:pt x="20950" y="450967"/>
                  </a:lnTo>
                  <a:lnTo>
                    <a:pt x="20978" y="448203"/>
                  </a:lnTo>
                  <a:lnTo>
                    <a:pt x="21050" y="446249"/>
                  </a:lnTo>
                  <a:lnTo>
                    <a:pt x="20048" y="444189"/>
                  </a:lnTo>
                  <a:lnTo>
                    <a:pt x="19980" y="441652"/>
                  </a:lnTo>
                  <a:lnTo>
                    <a:pt x="19713" y="439901"/>
                  </a:lnTo>
                  <a:lnTo>
                    <a:pt x="19379" y="437757"/>
                  </a:lnTo>
                  <a:lnTo>
                    <a:pt x="18677" y="436383"/>
                  </a:lnTo>
                  <a:lnTo>
                    <a:pt x="17691" y="435852"/>
                  </a:lnTo>
                  <a:lnTo>
                    <a:pt x="16071" y="434666"/>
                  </a:lnTo>
                  <a:lnTo>
                    <a:pt x="13669" y="433434"/>
                  </a:lnTo>
                  <a:lnTo>
                    <a:pt x="11373" y="433348"/>
                  </a:lnTo>
                  <a:lnTo>
                    <a:pt x="9121" y="433466"/>
                  </a:lnTo>
                  <a:lnTo>
                    <a:pt x="10497" y="429160"/>
                  </a:lnTo>
                  <a:lnTo>
                    <a:pt x="11872" y="424858"/>
                  </a:lnTo>
                  <a:lnTo>
                    <a:pt x="11830" y="421107"/>
                  </a:lnTo>
                  <a:lnTo>
                    <a:pt x="10720" y="417846"/>
                  </a:lnTo>
                  <a:lnTo>
                    <a:pt x="10121" y="415814"/>
                  </a:lnTo>
                  <a:lnTo>
                    <a:pt x="9194" y="413015"/>
                  </a:lnTo>
                  <a:lnTo>
                    <a:pt x="8051" y="411085"/>
                  </a:lnTo>
                  <a:lnTo>
                    <a:pt x="7426" y="408514"/>
                  </a:lnTo>
                  <a:lnTo>
                    <a:pt x="7484" y="406952"/>
                  </a:lnTo>
                  <a:lnTo>
                    <a:pt x="7384" y="405922"/>
                  </a:lnTo>
                  <a:lnTo>
                    <a:pt x="6949" y="405322"/>
                  </a:lnTo>
                  <a:lnTo>
                    <a:pt x="6515" y="404378"/>
                  </a:lnTo>
                  <a:lnTo>
                    <a:pt x="5914" y="403348"/>
                  </a:lnTo>
                  <a:lnTo>
                    <a:pt x="5212" y="401978"/>
                  </a:lnTo>
                  <a:lnTo>
                    <a:pt x="5212" y="400604"/>
                  </a:lnTo>
                  <a:lnTo>
                    <a:pt x="4944" y="399144"/>
                  </a:lnTo>
                  <a:lnTo>
                    <a:pt x="4510" y="397430"/>
                  </a:lnTo>
                  <a:lnTo>
                    <a:pt x="4510" y="396056"/>
                  </a:lnTo>
                  <a:lnTo>
                    <a:pt x="4109" y="393912"/>
                  </a:lnTo>
                  <a:lnTo>
                    <a:pt x="3675" y="392368"/>
                  </a:lnTo>
                  <a:lnTo>
                    <a:pt x="3241" y="391338"/>
                  </a:lnTo>
                  <a:lnTo>
                    <a:pt x="2606" y="389881"/>
                  </a:lnTo>
                  <a:lnTo>
                    <a:pt x="2639" y="388678"/>
                  </a:lnTo>
                  <a:lnTo>
                    <a:pt x="3107" y="388077"/>
                  </a:lnTo>
                  <a:lnTo>
                    <a:pt x="3308" y="386707"/>
                  </a:lnTo>
                  <a:lnTo>
                    <a:pt x="3241" y="385333"/>
                  </a:lnTo>
                  <a:lnTo>
                    <a:pt x="2706" y="384476"/>
                  </a:lnTo>
                  <a:lnTo>
                    <a:pt x="2071" y="384046"/>
                  </a:lnTo>
                  <a:lnTo>
                    <a:pt x="1236" y="381559"/>
                  </a:lnTo>
                  <a:lnTo>
                    <a:pt x="635" y="380272"/>
                  </a:lnTo>
                  <a:lnTo>
                    <a:pt x="233" y="379498"/>
                  </a:lnTo>
                  <a:lnTo>
                    <a:pt x="0" y="378641"/>
                  </a:lnTo>
                  <a:lnTo>
                    <a:pt x="233" y="378041"/>
                  </a:lnTo>
                  <a:lnTo>
                    <a:pt x="501" y="377181"/>
                  </a:lnTo>
                  <a:lnTo>
                    <a:pt x="568" y="375811"/>
                  </a:lnTo>
                  <a:lnTo>
                    <a:pt x="434" y="374524"/>
                  </a:lnTo>
                  <a:lnTo>
                    <a:pt x="434" y="373407"/>
                  </a:lnTo>
                  <a:lnTo>
                    <a:pt x="835" y="373063"/>
                  </a:lnTo>
                  <a:lnTo>
                    <a:pt x="1269" y="373237"/>
                  </a:lnTo>
                  <a:lnTo>
                    <a:pt x="1703" y="372550"/>
                  </a:lnTo>
                  <a:lnTo>
                    <a:pt x="2271" y="372293"/>
                  </a:lnTo>
                  <a:lnTo>
                    <a:pt x="2906" y="372120"/>
                  </a:lnTo>
                  <a:lnTo>
                    <a:pt x="3241" y="371349"/>
                  </a:lnTo>
                  <a:lnTo>
                    <a:pt x="3207" y="369976"/>
                  </a:lnTo>
                  <a:lnTo>
                    <a:pt x="2806" y="367315"/>
                  </a:lnTo>
                  <a:lnTo>
                    <a:pt x="2405" y="366201"/>
                  </a:lnTo>
                  <a:lnTo>
                    <a:pt x="2271" y="364571"/>
                  </a:lnTo>
                  <a:lnTo>
                    <a:pt x="2598" y="361428"/>
                  </a:lnTo>
                  <a:lnTo>
                    <a:pt x="2807" y="359426"/>
                  </a:lnTo>
                  <a:lnTo>
                    <a:pt x="3538" y="357299"/>
                  </a:lnTo>
                  <a:lnTo>
                    <a:pt x="5778" y="352740"/>
                  </a:lnTo>
                  <a:lnTo>
                    <a:pt x="7785" y="349643"/>
                  </a:lnTo>
                  <a:lnTo>
                    <a:pt x="8765" y="349329"/>
                  </a:lnTo>
                  <a:lnTo>
                    <a:pt x="9489" y="348180"/>
                  </a:lnTo>
                  <a:lnTo>
                    <a:pt x="9951" y="346426"/>
                  </a:lnTo>
                  <a:lnTo>
                    <a:pt x="10077" y="344507"/>
                  </a:lnTo>
                  <a:lnTo>
                    <a:pt x="9974" y="342836"/>
                  </a:lnTo>
                  <a:lnTo>
                    <a:pt x="9601" y="340363"/>
                  </a:lnTo>
                  <a:lnTo>
                    <a:pt x="9155" y="337284"/>
                  </a:lnTo>
                  <a:lnTo>
                    <a:pt x="8820" y="335570"/>
                  </a:lnTo>
                  <a:lnTo>
                    <a:pt x="9122" y="333510"/>
                  </a:lnTo>
                  <a:lnTo>
                    <a:pt x="9657" y="330693"/>
                  </a:lnTo>
                  <a:lnTo>
                    <a:pt x="10748" y="326443"/>
                  </a:lnTo>
                  <a:lnTo>
                    <a:pt x="11763" y="321872"/>
                  </a:lnTo>
                  <a:lnTo>
                    <a:pt x="11874" y="320536"/>
                  </a:lnTo>
                  <a:lnTo>
                    <a:pt x="12004" y="317746"/>
                  </a:lnTo>
                  <a:lnTo>
                    <a:pt x="12472" y="312052"/>
                  </a:lnTo>
                  <a:lnTo>
                    <a:pt x="12730" y="308970"/>
                  </a:lnTo>
                  <a:lnTo>
                    <a:pt x="12596" y="307773"/>
                  </a:lnTo>
                  <a:lnTo>
                    <a:pt x="12831" y="306740"/>
                  </a:lnTo>
                  <a:lnTo>
                    <a:pt x="13465" y="305883"/>
                  </a:lnTo>
                  <a:lnTo>
                    <a:pt x="14998" y="305098"/>
                  </a:lnTo>
                  <a:lnTo>
                    <a:pt x="16038" y="303395"/>
                  </a:lnTo>
                  <a:lnTo>
                    <a:pt x="17642" y="300195"/>
                  </a:lnTo>
                  <a:lnTo>
                    <a:pt x="18979" y="296790"/>
                  </a:lnTo>
                  <a:lnTo>
                    <a:pt x="20084" y="295693"/>
                  </a:lnTo>
                  <a:lnTo>
                    <a:pt x="22090" y="292542"/>
                  </a:lnTo>
                  <a:lnTo>
                    <a:pt x="23242" y="290543"/>
                  </a:lnTo>
                  <a:lnTo>
                    <a:pt x="23693" y="289913"/>
                  </a:lnTo>
                  <a:lnTo>
                    <a:pt x="24826" y="288468"/>
                  </a:lnTo>
                  <a:lnTo>
                    <a:pt x="26856" y="287963"/>
                  </a:lnTo>
                  <a:lnTo>
                    <a:pt x="28548" y="287443"/>
                  </a:lnTo>
                  <a:lnTo>
                    <a:pt x="29504" y="286494"/>
                  </a:lnTo>
                  <a:lnTo>
                    <a:pt x="30902" y="286101"/>
                  </a:lnTo>
                  <a:lnTo>
                    <a:pt x="31843" y="285034"/>
                  </a:lnTo>
                  <a:lnTo>
                    <a:pt x="32887" y="285005"/>
                  </a:lnTo>
                  <a:lnTo>
                    <a:pt x="34850" y="283920"/>
                  </a:lnTo>
                  <a:lnTo>
                    <a:pt x="35518" y="282290"/>
                  </a:lnTo>
                  <a:lnTo>
                    <a:pt x="36089" y="280348"/>
                  </a:lnTo>
                  <a:lnTo>
                    <a:pt x="36855" y="278685"/>
                  </a:lnTo>
                  <a:lnTo>
                    <a:pt x="37751" y="278258"/>
                  </a:lnTo>
                  <a:lnTo>
                    <a:pt x="38753" y="278547"/>
                  </a:lnTo>
                  <a:lnTo>
                    <a:pt x="39948" y="278515"/>
                  </a:lnTo>
                  <a:lnTo>
                    <a:pt x="41399" y="277999"/>
                  </a:lnTo>
                  <a:lnTo>
                    <a:pt x="42101" y="279286"/>
                  </a:lnTo>
                  <a:lnTo>
                    <a:pt x="42409" y="280861"/>
                  </a:lnTo>
                  <a:lnTo>
                    <a:pt x="43303" y="282463"/>
                  </a:lnTo>
                  <a:lnTo>
                    <a:pt x="43938" y="282373"/>
                  </a:lnTo>
                  <a:lnTo>
                    <a:pt x="44573" y="282033"/>
                  </a:lnTo>
                  <a:lnTo>
                    <a:pt x="45442" y="283406"/>
                  </a:lnTo>
                  <a:lnTo>
                    <a:pt x="46010" y="283233"/>
                  </a:lnTo>
                  <a:lnTo>
                    <a:pt x="46377" y="282463"/>
                  </a:lnTo>
                  <a:lnTo>
                    <a:pt x="46448" y="280535"/>
                  </a:lnTo>
                  <a:lnTo>
                    <a:pt x="46652" y="279490"/>
                  </a:lnTo>
                  <a:lnTo>
                    <a:pt x="47079" y="273462"/>
                  </a:lnTo>
                  <a:lnTo>
                    <a:pt x="47784" y="263513"/>
                  </a:lnTo>
                  <a:lnTo>
                    <a:pt x="48424" y="254492"/>
                  </a:lnTo>
                  <a:lnTo>
                    <a:pt x="49132" y="244508"/>
                  </a:lnTo>
                  <a:lnTo>
                    <a:pt x="49864" y="234194"/>
                  </a:lnTo>
                  <a:lnTo>
                    <a:pt x="50605" y="223751"/>
                  </a:lnTo>
                  <a:lnTo>
                    <a:pt x="51213" y="215181"/>
                  </a:lnTo>
                  <a:lnTo>
                    <a:pt x="51735" y="207814"/>
                  </a:lnTo>
                  <a:lnTo>
                    <a:pt x="52056" y="203295"/>
                  </a:lnTo>
                  <a:lnTo>
                    <a:pt x="52558" y="197376"/>
                  </a:lnTo>
                  <a:lnTo>
                    <a:pt x="52755" y="192176"/>
                  </a:lnTo>
                  <a:lnTo>
                    <a:pt x="52957" y="190676"/>
                  </a:lnTo>
                  <a:lnTo>
                    <a:pt x="52829" y="189415"/>
                  </a:lnTo>
                  <a:lnTo>
                    <a:pt x="52395" y="187623"/>
                  </a:lnTo>
                  <a:lnTo>
                    <a:pt x="52399" y="186835"/>
                  </a:lnTo>
                  <a:lnTo>
                    <a:pt x="52450" y="185791"/>
                  </a:lnTo>
                  <a:lnTo>
                    <a:pt x="52399" y="184879"/>
                  </a:lnTo>
                  <a:lnTo>
                    <a:pt x="51943" y="183903"/>
                  </a:lnTo>
                  <a:lnTo>
                    <a:pt x="51587" y="183315"/>
                  </a:lnTo>
                  <a:lnTo>
                    <a:pt x="51308" y="182469"/>
                  </a:lnTo>
                  <a:lnTo>
                    <a:pt x="51181" y="181295"/>
                  </a:lnTo>
                  <a:lnTo>
                    <a:pt x="50953" y="180123"/>
                  </a:lnTo>
                  <a:lnTo>
                    <a:pt x="50851" y="178885"/>
                  </a:lnTo>
                  <a:lnTo>
                    <a:pt x="50521" y="177907"/>
                  </a:lnTo>
                  <a:lnTo>
                    <a:pt x="50420" y="176669"/>
                  </a:lnTo>
                  <a:lnTo>
                    <a:pt x="50649" y="175497"/>
                  </a:lnTo>
                  <a:lnTo>
                    <a:pt x="50750" y="174260"/>
                  </a:lnTo>
                  <a:lnTo>
                    <a:pt x="50649" y="173085"/>
                  </a:lnTo>
                  <a:lnTo>
                    <a:pt x="50521" y="171717"/>
                  </a:lnTo>
                  <a:lnTo>
                    <a:pt x="50268" y="170416"/>
                  </a:lnTo>
                  <a:lnTo>
                    <a:pt x="49882" y="169622"/>
                  </a:lnTo>
                  <a:lnTo>
                    <a:pt x="48962" y="168739"/>
                  </a:lnTo>
                  <a:lnTo>
                    <a:pt x="48036" y="166636"/>
                  </a:lnTo>
                  <a:lnTo>
                    <a:pt x="46944" y="164748"/>
                  </a:lnTo>
                  <a:lnTo>
                    <a:pt x="45549" y="161164"/>
                  </a:lnTo>
                  <a:lnTo>
                    <a:pt x="45244" y="159471"/>
                  </a:lnTo>
                  <a:lnTo>
                    <a:pt x="45239" y="154819"/>
                  </a:lnTo>
                  <a:lnTo>
                    <a:pt x="45299" y="149772"/>
                  </a:lnTo>
                  <a:lnTo>
                    <a:pt x="45389" y="142148"/>
                  </a:lnTo>
                  <a:lnTo>
                    <a:pt x="45435" y="138270"/>
                  </a:lnTo>
                  <a:lnTo>
                    <a:pt x="46223" y="138056"/>
                  </a:lnTo>
                  <a:lnTo>
                    <a:pt x="46917" y="137951"/>
                  </a:lnTo>
                  <a:lnTo>
                    <a:pt x="47643" y="137682"/>
                  </a:lnTo>
                  <a:lnTo>
                    <a:pt x="48275" y="137417"/>
                  </a:lnTo>
                  <a:lnTo>
                    <a:pt x="48855" y="136859"/>
                  </a:lnTo>
                  <a:lnTo>
                    <a:pt x="49290" y="136166"/>
                  </a:lnTo>
                  <a:lnTo>
                    <a:pt x="49809" y="135714"/>
                  </a:lnTo>
                  <a:lnTo>
                    <a:pt x="50213" y="135875"/>
                  </a:lnTo>
                  <a:lnTo>
                    <a:pt x="50617" y="135263"/>
                  </a:lnTo>
                  <a:lnTo>
                    <a:pt x="51063" y="134677"/>
                  </a:lnTo>
                  <a:lnTo>
                    <a:pt x="51498" y="134198"/>
                  </a:lnTo>
                  <a:lnTo>
                    <a:pt x="52130" y="133798"/>
                  </a:lnTo>
                  <a:lnTo>
                    <a:pt x="52721" y="134730"/>
                  </a:lnTo>
                  <a:lnTo>
                    <a:pt x="53052" y="135661"/>
                  </a:lnTo>
                  <a:lnTo>
                    <a:pt x="53436" y="136114"/>
                  </a:lnTo>
                  <a:lnTo>
                    <a:pt x="53799" y="136007"/>
                  </a:lnTo>
                  <a:lnTo>
                    <a:pt x="54047" y="136088"/>
                  </a:lnTo>
                  <a:lnTo>
                    <a:pt x="54307" y="136833"/>
                  </a:lnTo>
                  <a:lnTo>
                    <a:pt x="54638" y="136886"/>
                  </a:lnTo>
                  <a:lnTo>
                    <a:pt x="55115" y="136753"/>
                  </a:lnTo>
                  <a:lnTo>
                    <a:pt x="55560" y="136593"/>
                  </a:lnTo>
                  <a:lnTo>
                    <a:pt x="55768" y="136381"/>
                  </a:lnTo>
                  <a:lnTo>
                    <a:pt x="55799" y="135901"/>
                  </a:lnTo>
                  <a:lnTo>
                    <a:pt x="55685" y="135077"/>
                  </a:lnTo>
                  <a:lnTo>
                    <a:pt x="55529" y="134303"/>
                  </a:lnTo>
                  <a:lnTo>
                    <a:pt x="55654" y="133107"/>
                  </a:lnTo>
                  <a:lnTo>
                    <a:pt x="55664" y="131670"/>
                  </a:lnTo>
                  <a:lnTo>
                    <a:pt x="55685" y="129835"/>
                  </a:lnTo>
                  <a:lnTo>
                    <a:pt x="55333" y="128824"/>
                  </a:lnTo>
                  <a:lnTo>
                    <a:pt x="54980" y="126907"/>
                  </a:lnTo>
                  <a:lnTo>
                    <a:pt x="54586" y="125364"/>
                  </a:lnTo>
                  <a:lnTo>
                    <a:pt x="53975" y="124326"/>
                  </a:lnTo>
                  <a:lnTo>
                    <a:pt x="53405" y="123927"/>
                  </a:lnTo>
                  <a:lnTo>
                    <a:pt x="52928" y="124566"/>
                  </a:lnTo>
                  <a:lnTo>
                    <a:pt x="52483" y="124671"/>
                  </a:lnTo>
                  <a:lnTo>
                    <a:pt x="52151" y="124087"/>
                  </a:lnTo>
                  <a:lnTo>
                    <a:pt x="51612" y="124061"/>
                  </a:lnTo>
                  <a:lnTo>
                    <a:pt x="51032" y="123875"/>
                  </a:lnTo>
                  <a:lnTo>
                    <a:pt x="50418" y="123654"/>
                  </a:lnTo>
                  <a:lnTo>
                    <a:pt x="49312" y="124072"/>
                  </a:lnTo>
                  <a:lnTo>
                    <a:pt x="48917" y="123554"/>
                  </a:lnTo>
                  <a:lnTo>
                    <a:pt x="48378" y="123501"/>
                  </a:lnTo>
                  <a:lnTo>
                    <a:pt x="47757" y="124059"/>
                  </a:lnTo>
                  <a:lnTo>
                    <a:pt x="47773" y="116694"/>
                  </a:lnTo>
                  <a:lnTo>
                    <a:pt x="47788" y="109746"/>
                  </a:lnTo>
                  <a:lnTo>
                    <a:pt x="47798" y="104876"/>
                  </a:lnTo>
                  <a:lnTo>
                    <a:pt x="48358" y="104981"/>
                  </a:lnTo>
                  <a:lnTo>
                    <a:pt x="49052" y="104104"/>
                  </a:lnTo>
                  <a:lnTo>
                    <a:pt x="50083" y="103968"/>
                  </a:lnTo>
                  <a:lnTo>
                    <a:pt x="50874" y="103043"/>
                  </a:lnTo>
                  <a:lnTo>
                    <a:pt x="51316" y="102970"/>
                  </a:lnTo>
                  <a:lnTo>
                    <a:pt x="52153" y="103423"/>
                  </a:lnTo>
                  <a:lnTo>
                    <a:pt x="53025" y="104372"/>
                  </a:lnTo>
                  <a:lnTo>
                    <a:pt x="53884" y="104506"/>
                  </a:lnTo>
                  <a:lnTo>
                    <a:pt x="56133" y="104505"/>
                  </a:lnTo>
                  <a:lnTo>
                    <a:pt x="58563" y="104502"/>
                  </a:lnTo>
                  <a:lnTo>
                    <a:pt x="61264" y="104499"/>
                  </a:lnTo>
                  <a:lnTo>
                    <a:pt x="63968" y="104496"/>
                  </a:lnTo>
                  <a:lnTo>
                    <a:pt x="66315" y="104493"/>
                  </a:lnTo>
                  <a:lnTo>
                    <a:pt x="67040" y="104548"/>
                  </a:lnTo>
                  <a:lnTo>
                    <a:pt x="66617" y="102931"/>
                  </a:lnTo>
                  <a:lnTo>
                    <a:pt x="66126" y="100834"/>
                  </a:lnTo>
                  <a:lnTo>
                    <a:pt x="66316" y="99184"/>
                  </a:lnTo>
                  <a:lnTo>
                    <a:pt x="66559" y="97521"/>
                  </a:lnTo>
                  <a:lnTo>
                    <a:pt x="66841" y="96653"/>
                  </a:lnTo>
                  <a:lnTo>
                    <a:pt x="67572" y="97576"/>
                  </a:lnTo>
                  <a:lnTo>
                    <a:pt x="68185" y="100403"/>
                  </a:lnTo>
                  <a:lnTo>
                    <a:pt x="68693" y="102532"/>
                  </a:lnTo>
                  <a:lnTo>
                    <a:pt x="69189" y="103581"/>
                  </a:lnTo>
                  <a:lnTo>
                    <a:pt x="69805" y="103701"/>
                  </a:lnTo>
                  <a:lnTo>
                    <a:pt x="70504" y="103343"/>
                  </a:lnTo>
                  <a:lnTo>
                    <a:pt x="71199" y="102472"/>
                  </a:lnTo>
                  <a:lnTo>
                    <a:pt x="72387" y="98570"/>
                  </a:lnTo>
                  <a:lnTo>
                    <a:pt x="73568" y="95233"/>
                  </a:lnTo>
                  <a:lnTo>
                    <a:pt x="74180" y="94112"/>
                  </a:lnTo>
                  <a:lnTo>
                    <a:pt x="74829" y="93080"/>
                  </a:lnTo>
                  <a:lnTo>
                    <a:pt x="75312" y="92689"/>
                  </a:lnTo>
                  <a:lnTo>
                    <a:pt x="75971" y="92821"/>
                  </a:lnTo>
                  <a:lnTo>
                    <a:pt x="76529" y="93733"/>
                  </a:lnTo>
                  <a:lnTo>
                    <a:pt x="76890" y="95321"/>
                  </a:lnTo>
                  <a:lnTo>
                    <a:pt x="78211" y="100854"/>
                  </a:lnTo>
                  <a:lnTo>
                    <a:pt x="79207" y="105027"/>
                  </a:lnTo>
                  <a:lnTo>
                    <a:pt x="79542" y="107628"/>
                  </a:lnTo>
                  <a:lnTo>
                    <a:pt x="79564" y="113981"/>
                  </a:lnTo>
                  <a:lnTo>
                    <a:pt x="79502" y="119613"/>
                  </a:lnTo>
                  <a:lnTo>
                    <a:pt x="79633" y="120340"/>
                  </a:lnTo>
                  <a:lnTo>
                    <a:pt x="79829" y="120547"/>
                  </a:lnTo>
                  <a:lnTo>
                    <a:pt x="82006" y="119227"/>
                  </a:lnTo>
                  <a:lnTo>
                    <a:pt x="84964" y="126050"/>
                  </a:lnTo>
                  <a:lnTo>
                    <a:pt x="87148" y="131087"/>
                  </a:lnTo>
                  <a:lnTo>
                    <a:pt x="88093" y="132698"/>
                  </a:lnTo>
                  <a:lnTo>
                    <a:pt x="88616" y="133148"/>
                  </a:lnTo>
                  <a:lnTo>
                    <a:pt x="89887" y="132813"/>
                  </a:lnTo>
                  <a:lnTo>
                    <a:pt x="91396" y="132161"/>
                  </a:lnTo>
                  <a:lnTo>
                    <a:pt x="92130" y="131439"/>
                  </a:lnTo>
                  <a:lnTo>
                    <a:pt x="92941" y="129862"/>
                  </a:lnTo>
                  <a:lnTo>
                    <a:pt x="94259" y="127672"/>
                  </a:lnTo>
                  <a:lnTo>
                    <a:pt x="95332" y="126467"/>
                  </a:lnTo>
                  <a:lnTo>
                    <a:pt x="95754" y="126307"/>
                  </a:lnTo>
                  <a:lnTo>
                    <a:pt x="96177" y="126694"/>
                  </a:lnTo>
                  <a:lnTo>
                    <a:pt x="97082" y="128003"/>
                  </a:lnTo>
                  <a:lnTo>
                    <a:pt x="97577" y="130445"/>
                  </a:lnTo>
                  <a:lnTo>
                    <a:pt x="97120" y="133279"/>
                  </a:lnTo>
                  <a:lnTo>
                    <a:pt x="97197" y="135038"/>
                  </a:lnTo>
                  <a:lnTo>
                    <a:pt x="98148" y="134941"/>
                  </a:lnTo>
                  <a:lnTo>
                    <a:pt x="98909" y="132009"/>
                  </a:lnTo>
                  <a:lnTo>
                    <a:pt x="99443" y="129699"/>
                  </a:lnTo>
                  <a:lnTo>
                    <a:pt x="100558" y="127831"/>
                  </a:lnTo>
                  <a:lnTo>
                    <a:pt x="101644" y="125162"/>
                  </a:lnTo>
                  <a:lnTo>
                    <a:pt x="102402" y="122624"/>
                  </a:lnTo>
                  <a:lnTo>
                    <a:pt x="103290" y="121136"/>
                  </a:lnTo>
                  <a:lnTo>
                    <a:pt x="104630" y="119325"/>
                  </a:lnTo>
                  <a:lnTo>
                    <a:pt x="105690" y="118220"/>
                  </a:lnTo>
                  <a:lnTo>
                    <a:pt x="106685" y="118333"/>
                  </a:lnTo>
                  <a:lnTo>
                    <a:pt x="107423" y="117135"/>
                  </a:lnTo>
                  <a:lnTo>
                    <a:pt x="108379" y="114889"/>
                  </a:lnTo>
                  <a:lnTo>
                    <a:pt x="109047" y="113082"/>
                  </a:lnTo>
                  <a:lnTo>
                    <a:pt x="109510" y="112439"/>
                  </a:lnTo>
                  <a:lnTo>
                    <a:pt x="110441" y="112613"/>
                  </a:lnTo>
                  <a:lnTo>
                    <a:pt x="111603" y="112365"/>
                  </a:lnTo>
                  <a:lnTo>
                    <a:pt x="112744" y="110172"/>
                  </a:lnTo>
                  <a:lnTo>
                    <a:pt x="113782" y="107519"/>
                  </a:lnTo>
                  <a:lnTo>
                    <a:pt x="114332" y="103050"/>
                  </a:lnTo>
                  <a:lnTo>
                    <a:pt x="114696" y="99093"/>
                  </a:lnTo>
                  <a:lnTo>
                    <a:pt x="115006" y="98290"/>
                  </a:lnTo>
                  <a:lnTo>
                    <a:pt x="115382" y="97657"/>
                  </a:lnTo>
                  <a:lnTo>
                    <a:pt x="115827" y="97244"/>
                  </a:lnTo>
                  <a:lnTo>
                    <a:pt x="116893" y="96957"/>
                  </a:lnTo>
                  <a:lnTo>
                    <a:pt x="118762" y="94846"/>
                  </a:lnTo>
                  <a:lnTo>
                    <a:pt x="120049" y="92708"/>
                  </a:lnTo>
                  <a:lnTo>
                    <a:pt x="121273" y="92249"/>
                  </a:lnTo>
                  <a:lnTo>
                    <a:pt x="121634" y="91672"/>
                  </a:lnTo>
                  <a:lnTo>
                    <a:pt x="122078" y="89694"/>
                  </a:lnTo>
                  <a:lnTo>
                    <a:pt x="122298" y="86210"/>
                  </a:lnTo>
                  <a:lnTo>
                    <a:pt x="122132" y="84097"/>
                  </a:lnTo>
                  <a:lnTo>
                    <a:pt x="119884" y="83447"/>
                  </a:lnTo>
                  <a:lnTo>
                    <a:pt x="118412" y="83444"/>
                  </a:lnTo>
                  <a:lnTo>
                    <a:pt x="115976" y="82900"/>
                  </a:lnTo>
                  <a:lnTo>
                    <a:pt x="114817" y="82030"/>
                  </a:lnTo>
                  <a:lnTo>
                    <a:pt x="114568" y="81424"/>
                  </a:lnTo>
                  <a:lnTo>
                    <a:pt x="114542" y="80753"/>
                  </a:lnTo>
                  <a:lnTo>
                    <a:pt x="114773" y="79247"/>
                  </a:lnTo>
                  <a:lnTo>
                    <a:pt x="115000" y="76416"/>
                  </a:lnTo>
                  <a:lnTo>
                    <a:pt x="114669" y="72585"/>
                  </a:lnTo>
                  <a:lnTo>
                    <a:pt x="113452" y="66576"/>
                  </a:lnTo>
                  <a:lnTo>
                    <a:pt x="112585" y="60672"/>
                  </a:lnTo>
                  <a:lnTo>
                    <a:pt x="112471" y="56555"/>
                  </a:lnTo>
                  <a:lnTo>
                    <a:pt x="112491" y="52205"/>
                  </a:lnTo>
                  <a:lnTo>
                    <a:pt x="112559" y="49363"/>
                  </a:lnTo>
                  <a:lnTo>
                    <a:pt x="111936" y="47138"/>
                  </a:lnTo>
                  <a:lnTo>
                    <a:pt x="108568" y="40132"/>
                  </a:lnTo>
                  <a:lnTo>
                    <a:pt x="107405" y="36822"/>
                  </a:lnTo>
                  <a:lnTo>
                    <a:pt x="107018" y="34532"/>
                  </a:lnTo>
                  <a:lnTo>
                    <a:pt x="105692" y="30307"/>
                  </a:lnTo>
                  <a:lnTo>
                    <a:pt x="106028" y="29015"/>
                  </a:lnTo>
                  <a:lnTo>
                    <a:pt x="106792" y="29062"/>
                  </a:lnTo>
                  <a:lnTo>
                    <a:pt x="107445" y="30165"/>
                  </a:lnTo>
                  <a:lnTo>
                    <a:pt x="108042" y="32511"/>
                  </a:lnTo>
                  <a:lnTo>
                    <a:pt x="108471" y="33037"/>
                  </a:lnTo>
                  <a:lnTo>
                    <a:pt x="109056" y="33034"/>
                  </a:lnTo>
                  <a:lnTo>
                    <a:pt x="112161" y="33024"/>
                  </a:lnTo>
                  <a:lnTo>
                    <a:pt x="112889" y="33423"/>
                  </a:lnTo>
                  <a:lnTo>
                    <a:pt x="113328" y="34212"/>
                  </a:lnTo>
                  <a:lnTo>
                    <a:pt x="113703" y="35191"/>
                  </a:lnTo>
                  <a:lnTo>
                    <a:pt x="114259" y="37927"/>
                  </a:lnTo>
                  <a:lnTo>
                    <a:pt x="114856" y="39266"/>
                  </a:lnTo>
                  <a:lnTo>
                    <a:pt x="116086" y="39220"/>
                  </a:lnTo>
                  <a:lnTo>
                    <a:pt x="118016" y="39164"/>
                  </a:lnTo>
                  <a:lnTo>
                    <a:pt x="119098" y="38920"/>
                  </a:lnTo>
                  <a:lnTo>
                    <a:pt x="119746" y="39682"/>
                  </a:lnTo>
                  <a:lnTo>
                    <a:pt x="120549" y="40312"/>
                  </a:lnTo>
                  <a:lnTo>
                    <a:pt x="122241" y="38859"/>
                  </a:lnTo>
                  <a:lnTo>
                    <a:pt x="122714" y="38829"/>
                  </a:lnTo>
                  <a:lnTo>
                    <a:pt x="123220" y="39468"/>
                  </a:lnTo>
                  <a:lnTo>
                    <a:pt x="125044" y="44368"/>
                  </a:lnTo>
                  <a:lnTo>
                    <a:pt x="126090" y="46435"/>
                  </a:lnTo>
                  <a:lnTo>
                    <a:pt x="126973" y="49170"/>
                  </a:lnTo>
                  <a:lnTo>
                    <a:pt x="128258" y="49184"/>
                  </a:lnTo>
                  <a:lnTo>
                    <a:pt x="129321" y="46835"/>
                  </a:lnTo>
                  <a:lnTo>
                    <a:pt x="129605" y="38934"/>
                  </a:lnTo>
                  <a:lnTo>
                    <a:pt x="129925" y="36641"/>
                  </a:lnTo>
                  <a:lnTo>
                    <a:pt x="130463" y="35999"/>
                  </a:lnTo>
                  <a:lnTo>
                    <a:pt x="131103" y="35921"/>
                  </a:lnTo>
                  <a:lnTo>
                    <a:pt x="131860" y="34679"/>
                  </a:lnTo>
                  <a:lnTo>
                    <a:pt x="132682" y="33078"/>
                  </a:lnTo>
                  <a:lnTo>
                    <a:pt x="133394" y="32540"/>
                  </a:lnTo>
                  <a:lnTo>
                    <a:pt x="136358" y="34264"/>
                  </a:lnTo>
                  <a:lnTo>
                    <a:pt x="137181" y="33438"/>
                  </a:lnTo>
                  <a:lnTo>
                    <a:pt x="140182" y="31349"/>
                  </a:lnTo>
                  <a:lnTo>
                    <a:pt x="143250" y="28667"/>
                  </a:lnTo>
                  <a:lnTo>
                    <a:pt x="144111" y="25285"/>
                  </a:lnTo>
                  <a:lnTo>
                    <a:pt x="145398" y="24376"/>
                  </a:lnTo>
                  <a:lnTo>
                    <a:pt x="146405" y="21897"/>
                  </a:lnTo>
                  <a:lnTo>
                    <a:pt x="147218" y="22158"/>
                  </a:lnTo>
                  <a:lnTo>
                    <a:pt x="148449" y="22258"/>
                  </a:lnTo>
                  <a:lnTo>
                    <a:pt x="149210" y="21825"/>
                  </a:lnTo>
                  <a:lnTo>
                    <a:pt x="149595" y="21355"/>
                  </a:lnTo>
                  <a:lnTo>
                    <a:pt x="150015" y="20189"/>
                  </a:lnTo>
                  <a:lnTo>
                    <a:pt x="150707" y="16876"/>
                  </a:lnTo>
                  <a:lnTo>
                    <a:pt x="151545" y="15624"/>
                  </a:lnTo>
                  <a:lnTo>
                    <a:pt x="152600" y="14296"/>
                  </a:lnTo>
                  <a:lnTo>
                    <a:pt x="153320" y="12731"/>
                  </a:lnTo>
                  <a:lnTo>
                    <a:pt x="153914" y="10798"/>
                  </a:lnTo>
                  <a:lnTo>
                    <a:pt x="154187" y="9118"/>
                  </a:lnTo>
                  <a:lnTo>
                    <a:pt x="154179" y="7782"/>
                  </a:lnTo>
                  <a:lnTo>
                    <a:pt x="153828" y="5199"/>
                  </a:lnTo>
                  <a:lnTo>
                    <a:pt x="153403" y="2765"/>
                  </a:lnTo>
                  <a:lnTo>
                    <a:pt x="152943" y="1962"/>
                  </a:lnTo>
                  <a:lnTo>
                    <a:pt x="152595" y="1652"/>
                  </a:lnTo>
                  <a:lnTo>
                    <a:pt x="153640" y="1087"/>
                  </a:lnTo>
                  <a:lnTo>
                    <a:pt x="154503" y="1934"/>
                  </a:lnTo>
                  <a:lnTo>
                    <a:pt x="155848" y="2064"/>
                  </a:lnTo>
                  <a:lnTo>
                    <a:pt x="156432" y="1412"/>
                  </a:lnTo>
                  <a:lnTo>
                    <a:pt x="157278" y="1732"/>
                  </a:lnTo>
                  <a:lnTo>
                    <a:pt x="158355" y="0"/>
                  </a:lnTo>
                  <a:lnTo>
                    <a:pt x="159045" y="565"/>
                  </a:lnTo>
                  <a:lnTo>
                    <a:pt x="159501" y="565"/>
                  </a:lnTo>
                  <a:lnTo>
                    <a:pt x="159917" y="1882"/>
                  </a:lnTo>
                  <a:lnTo>
                    <a:pt x="160237" y="3367"/>
                  </a:lnTo>
                  <a:lnTo>
                    <a:pt x="161243" y="5173"/>
                  </a:lnTo>
                  <a:lnTo>
                    <a:pt x="161143" y="7922"/>
                  </a:lnTo>
                  <a:lnTo>
                    <a:pt x="160958" y="10355"/>
                  </a:lnTo>
                  <a:lnTo>
                    <a:pt x="160828" y="13157"/>
                  </a:lnTo>
                  <a:lnTo>
                    <a:pt x="160770" y="15289"/>
                  </a:lnTo>
                  <a:lnTo>
                    <a:pt x="160343" y="17472"/>
                  </a:lnTo>
                  <a:lnTo>
                    <a:pt x="159703" y="19511"/>
                  </a:lnTo>
                  <a:lnTo>
                    <a:pt x="159514" y="20339"/>
                  </a:lnTo>
                  <a:lnTo>
                    <a:pt x="159426" y="21414"/>
                  </a:lnTo>
                  <a:lnTo>
                    <a:pt x="159857" y="22066"/>
                  </a:lnTo>
                  <a:lnTo>
                    <a:pt x="160618" y="22261"/>
                  </a:lnTo>
                  <a:lnTo>
                    <a:pt x="161569" y="22346"/>
                  </a:lnTo>
                  <a:lnTo>
                    <a:pt x="162217" y="22978"/>
                  </a:lnTo>
                  <a:lnTo>
                    <a:pt x="163054" y="23108"/>
                  </a:lnTo>
                  <a:lnTo>
                    <a:pt x="164061" y="24859"/>
                  </a:lnTo>
                  <a:lnTo>
                    <a:pt x="164551" y="25910"/>
                  </a:lnTo>
                  <a:lnTo>
                    <a:pt x="164592" y="26725"/>
                  </a:lnTo>
                  <a:lnTo>
                    <a:pt x="164272" y="28671"/>
                  </a:lnTo>
                  <a:lnTo>
                    <a:pt x="164144" y="30471"/>
                  </a:lnTo>
                  <a:lnTo>
                    <a:pt x="164394" y="31610"/>
                  </a:lnTo>
                  <a:lnTo>
                    <a:pt x="164690" y="32431"/>
                  </a:lnTo>
                  <a:lnTo>
                    <a:pt x="165507" y="36487"/>
                  </a:lnTo>
                  <a:lnTo>
                    <a:pt x="165895" y="37898"/>
                  </a:lnTo>
                  <a:lnTo>
                    <a:pt x="166225" y="38353"/>
                  </a:lnTo>
                  <a:lnTo>
                    <a:pt x="166302" y="39135"/>
                  </a:lnTo>
                  <a:lnTo>
                    <a:pt x="166022" y="40615"/>
                  </a:lnTo>
                  <a:lnTo>
                    <a:pt x="165688" y="42499"/>
                  </a:lnTo>
                  <a:lnTo>
                    <a:pt x="164931" y="44477"/>
                  </a:lnTo>
                  <a:lnTo>
                    <a:pt x="164830" y="46041"/>
                  </a:lnTo>
                  <a:lnTo>
                    <a:pt x="164224" y="47024"/>
                  </a:lnTo>
                  <a:lnTo>
                    <a:pt x="162812" y="49360"/>
                  </a:lnTo>
                  <a:lnTo>
                    <a:pt x="163057" y="53064"/>
                  </a:lnTo>
                  <a:lnTo>
                    <a:pt x="163106" y="54942"/>
                  </a:lnTo>
                  <a:lnTo>
                    <a:pt x="163079" y="56401"/>
                  </a:lnTo>
                  <a:lnTo>
                    <a:pt x="162597" y="58355"/>
                  </a:lnTo>
                  <a:lnTo>
                    <a:pt x="161761" y="64124"/>
                  </a:lnTo>
                  <a:lnTo>
                    <a:pt x="161455" y="67001"/>
                  </a:lnTo>
                  <a:lnTo>
                    <a:pt x="161183" y="73651"/>
                  </a:lnTo>
                  <a:lnTo>
                    <a:pt x="161201" y="75881"/>
                  </a:lnTo>
                  <a:lnTo>
                    <a:pt x="161587" y="78883"/>
                  </a:lnTo>
                  <a:lnTo>
                    <a:pt x="162406" y="85545"/>
                  </a:lnTo>
                  <a:lnTo>
                    <a:pt x="162872" y="86605"/>
                  </a:lnTo>
                  <a:lnTo>
                    <a:pt x="163953" y="88169"/>
                  </a:lnTo>
                  <a:lnTo>
                    <a:pt x="164088" y="92675"/>
                  </a:lnTo>
                  <a:lnTo>
                    <a:pt x="163993" y="97380"/>
                  </a:lnTo>
                  <a:lnTo>
                    <a:pt x="163942" y="99205"/>
                  </a:lnTo>
                  <a:lnTo>
                    <a:pt x="164120" y="99987"/>
                  </a:lnTo>
                  <a:lnTo>
                    <a:pt x="164605" y="100362"/>
                  </a:lnTo>
                  <a:lnTo>
                    <a:pt x="164951" y="100928"/>
                  </a:lnTo>
                  <a:lnTo>
                    <a:pt x="165005" y="102320"/>
                  </a:lnTo>
                  <a:lnTo>
                    <a:pt x="164973" y="103766"/>
                  </a:lnTo>
                  <a:lnTo>
                    <a:pt x="165778" y="104601"/>
                  </a:lnTo>
                  <a:lnTo>
                    <a:pt x="166479" y="105134"/>
                  </a:lnTo>
                  <a:lnTo>
                    <a:pt x="167127" y="107131"/>
                  </a:lnTo>
                  <a:lnTo>
                    <a:pt x="168298" y="110236"/>
                  </a:lnTo>
                  <a:lnTo>
                    <a:pt x="168763" y="110801"/>
                  </a:lnTo>
                  <a:lnTo>
                    <a:pt x="168996" y="112090"/>
                  </a:lnTo>
                  <a:lnTo>
                    <a:pt x="169983" y="114707"/>
                  </a:lnTo>
                  <a:lnTo>
                    <a:pt x="171489" y="115664"/>
                  </a:lnTo>
                  <a:lnTo>
                    <a:pt x="173006" y="116818"/>
                  </a:lnTo>
                  <a:lnTo>
                    <a:pt x="173604" y="118464"/>
                  </a:lnTo>
                  <a:lnTo>
                    <a:pt x="174226" y="119802"/>
                  </a:lnTo>
                  <a:lnTo>
                    <a:pt x="174695" y="119872"/>
                  </a:lnTo>
                  <a:lnTo>
                    <a:pt x="175093" y="119657"/>
                  </a:lnTo>
                  <a:lnTo>
                    <a:pt x="175748" y="118504"/>
                  </a:lnTo>
                  <a:lnTo>
                    <a:pt x="176274" y="117513"/>
                  </a:lnTo>
                  <a:lnTo>
                    <a:pt x="177189" y="117569"/>
                  </a:lnTo>
                  <a:lnTo>
                    <a:pt x="178262" y="117406"/>
                  </a:lnTo>
                  <a:lnTo>
                    <a:pt x="178448" y="116591"/>
                  </a:lnTo>
                  <a:lnTo>
                    <a:pt x="178549" y="115542"/>
                  </a:lnTo>
                  <a:lnTo>
                    <a:pt x="178328" y="112856"/>
                  </a:lnTo>
                  <a:lnTo>
                    <a:pt x="178709" y="112041"/>
                  </a:lnTo>
                  <a:lnTo>
                    <a:pt x="179597" y="111583"/>
                  </a:lnTo>
                  <a:lnTo>
                    <a:pt x="179775" y="110150"/>
                  </a:lnTo>
                  <a:lnTo>
                    <a:pt x="179978" y="109368"/>
                  </a:lnTo>
                  <a:lnTo>
                    <a:pt x="180232" y="108457"/>
                  </a:lnTo>
                  <a:lnTo>
                    <a:pt x="180536" y="108327"/>
                  </a:lnTo>
                  <a:lnTo>
                    <a:pt x="180917" y="108848"/>
                  </a:lnTo>
                  <a:lnTo>
                    <a:pt x="181500" y="109174"/>
                  </a:lnTo>
                  <a:lnTo>
                    <a:pt x="182160" y="109630"/>
                  </a:lnTo>
                  <a:lnTo>
                    <a:pt x="182515" y="110541"/>
                  </a:lnTo>
                  <a:lnTo>
                    <a:pt x="183101" y="110619"/>
                  </a:lnTo>
                  <a:lnTo>
                    <a:pt x="183753" y="110445"/>
                  </a:lnTo>
                  <a:lnTo>
                    <a:pt x="184017" y="109863"/>
                  </a:lnTo>
                  <a:lnTo>
                    <a:pt x="184208" y="108848"/>
                  </a:lnTo>
                  <a:lnTo>
                    <a:pt x="184350" y="106657"/>
                  </a:lnTo>
                  <a:lnTo>
                    <a:pt x="184770" y="106594"/>
                  </a:lnTo>
                  <a:lnTo>
                    <a:pt x="185609" y="106100"/>
                  </a:lnTo>
                  <a:lnTo>
                    <a:pt x="186504" y="105134"/>
                  </a:lnTo>
                  <a:lnTo>
                    <a:pt x="187700" y="104992"/>
                  </a:lnTo>
                  <a:lnTo>
                    <a:pt x="188819" y="105013"/>
                  </a:lnTo>
                  <a:lnTo>
                    <a:pt x="189380" y="104363"/>
                  </a:lnTo>
                  <a:lnTo>
                    <a:pt x="189901" y="102952"/>
                  </a:lnTo>
                  <a:lnTo>
                    <a:pt x="190911" y="98960"/>
                  </a:lnTo>
                  <a:lnTo>
                    <a:pt x="191439" y="98038"/>
                  </a:lnTo>
                  <a:lnTo>
                    <a:pt x="192007" y="97348"/>
                  </a:lnTo>
                  <a:lnTo>
                    <a:pt x="192489" y="97474"/>
                  </a:lnTo>
                  <a:lnTo>
                    <a:pt x="193478" y="96813"/>
                  </a:lnTo>
                  <a:lnTo>
                    <a:pt x="194292" y="95856"/>
                  </a:lnTo>
                  <a:lnTo>
                    <a:pt x="194594" y="96097"/>
                  </a:lnTo>
                  <a:lnTo>
                    <a:pt x="195228" y="98146"/>
                  </a:lnTo>
                  <a:lnTo>
                    <a:pt x="195544" y="98596"/>
                  </a:lnTo>
                  <a:lnTo>
                    <a:pt x="196011" y="98739"/>
                  </a:lnTo>
                  <a:lnTo>
                    <a:pt x="197539" y="99778"/>
                  </a:lnTo>
                  <a:lnTo>
                    <a:pt x="198350" y="99455"/>
                  </a:lnTo>
                  <a:lnTo>
                    <a:pt x="199229" y="98801"/>
                  </a:lnTo>
                  <a:lnTo>
                    <a:pt x="200074" y="98555"/>
                  </a:lnTo>
                  <a:lnTo>
                    <a:pt x="200683" y="99010"/>
                  </a:lnTo>
                  <a:lnTo>
                    <a:pt x="201121" y="984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512488" y="3240545"/>
              <a:ext cx="2520" cy="7548"/>
            </a:xfrm>
            <a:custGeom>
              <a:avLst/>
              <a:pathLst>
                <a:path w="2520" h="7548">
                  <a:moveTo>
                    <a:pt x="1765" y="6964"/>
                  </a:moveTo>
                  <a:lnTo>
                    <a:pt x="1436" y="7548"/>
                  </a:lnTo>
                  <a:lnTo>
                    <a:pt x="406" y="6370"/>
                  </a:lnTo>
                  <a:lnTo>
                    <a:pt x="44" y="4945"/>
                  </a:lnTo>
                  <a:lnTo>
                    <a:pt x="0" y="429"/>
                  </a:lnTo>
                  <a:lnTo>
                    <a:pt x="633" y="0"/>
                  </a:lnTo>
                  <a:lnTo>
                    <a:pt x="1827" y="3570"/>
                  </a:lnTo>
                  <a:lnTo>
                    <a:pt x="2520" y="48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4522641" y="3489287"/>
              <a:ext cx="3452" cy="16326"/>
            </a:xfrm>
            <a:custGeom>
              <a:avLst/>
              <a:pathLst>
                <a:path w="3452" h="16326">
                  <a:moveTo>
                    <a:pt x="0" y="1"/>
                  </a:moveTo>
                  <a:lnTo>
                    <a:pt x="1303" y="0"/>
                  </a:lnTo>
                  <a:lnTo>
                    <a:pt x="1630" y="976"/>
                  </a:lnTo>
                  <a:lnTo>
                    <a:pt x="2315" y="4407"/>
                  </a:lnTo>
                  <a:lnTo>
                    <a:pt x="2761" y="7853"/>
                  </a:lnTo>
                  <a:lnTo>
                    <a:pt x="2906" y="13102"/>
                  </a:lnTo>
                  <a:lnTo>
                    <a:pt x="3452" y="15335"/>
                  </a:lnTo>
                  <a:lnTo>
                    <a:pt x="3365" y="15793"/>
                  </a:lnTo>
                  <a:lnTo>
                    <a:pt x="3036" y="16168"/>
                  </a:lnTo>
                  <a:lnTo>
                    <a:pt x="2530" y="16326"/>
                  </a:lnTo>
                  <a:lnTo>
                    <a:pt x="1655" y="15824"/>
                  </a:lnTo>
                  <a:lnTo>
                    <a:pt x="923" y="15050"/>
                  </a:lnTo>
                  <a:lnTo>
                    <a:pt x="285" y="9369"/>
                  </a:lnTo>
                  <a:lnTo>
                    <a:pt x="0" y="6157"/>
                  </a:lnTo>
                  <a:lnTo>
                    <a:pt x="23" y="23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4511560" y="3485664"/>
              <a:ext cx="11321" cy="29501"/>
            </a:xfrm>
            <a:custGeom>
              <a:avLst/>
              <a:pathLst>
                <a:path w="11321" h="29501">
                  <a:moveTo>
                    <a:pt x="11080" y="3624"/>
                  </a:moveTo>
                  <a:lnTo>
                    <a:pt x="10136" y="4908"/>
                  </a:lnTo>
                  <a:lnTo>
                    <a:pt x="9214" y="6518"/>
                  </a:lnTo>
                  <a:lnTo>
                    <a:pt x="8289" y="7905"/>
                  </a:lnTo>
                  <a:lnTo>
                    <a:pt x="7857" y="8991"/>
                  </a:lnTo>
                  <a:lnTo>
                    <a:pt x="8010" y="10515"/>
                  </a:lnTo>
                  <a:lnTo>
                    <a:pt x="8233" y="13868"/>
                  </a:lnTo>
                  <a:lnTo>
                    <a:pt x="8357" y="16501"/>
                  </a:lnTo>
                  <a:lnTo>
                    <a:pt x="8681" y="17540"/>
                  </a:lnTo>
                  <a:lnTo>
                    <a:pt x="8934" y="18590"/>
                  </a:lnTo>
                  <a:lnTo>
                    <a:pt x="8828" y="19734"/>
                  </a:lnTo>
                  <a:lnTo>
                    <a:pt x="8281" y="21913"/>
                  </a:lnTo>
                  <a:lnTo>
                    <a:pt x="8591" y="22334"/>
                  </a:lnTo>
                  <a:lnTo>
                    <a:pt x="8197" y="25222"/>
                  </a:lnTo>
                  <a:lnTo>
                    <a:pt x="7608" y="27357"/>
                  </a:lnTo>
                  <a:lnTo>
                    <a:pt x="6792" y="29097"/>
                  </a:lnTo>
                  <a:lnTo>
                    <a:pt x="6265" y="29501"/>
                  </a:lnTo>
                  <a:lnTo>
                    <a:pt x="5845" y="28759"/>
                  </a:lnTo>
                  <a:lnTo>
                    <a:pt x="5159" y="26853"/>
                  </a:lnTo>
                  <a:lnTo>
                    <a:pt x="4409" y="24194"/>
                  </a:lnTo>
                  <a:lnTo>
                    <a:pt x="4059" y="22649"/>
                  </a:lnTo>
                  <a:lnTo>
                    <a:pt x="2981" y="22444"/>
                  </a:lnTo>
                  <a:lnTo>
                    <a:pt x="2598" y="21221"/>
                  </a:lnTo>
                  <a:lnTo>
                    <a:pt x="2574" y="19727"/>
                  </a:lnTo>
                  <a:lnTo>
                    <a:pt x="2269" y="17968"/>
                  </a:lnTo>
                  <a:lnTo>
                    <a:pt x="1844" y="16088"/>
                  </a:lnTo>
                  <a:lnTo>
                    <a:pt x="1208" y="14638"/>
                  </a:lnTo>
                  <a:lnTo>
                    <a:pt x="359" y="13507"/>
                  </a:lnTo>
                  <a:lnTo>
                    <a:pt x="0" y="12696"/>
                  </a:lnTo>
                  <a:lnTo>
                    <a:pt x="1312" y="12747"/>
                  </a:lnTo>
                  <a:lnTo>
                    <a:pt x="2710" y="12268"/>
                  </a:lnTo>
                  <a:lnTo>
                    <a:pt x="4149" y="10695"/>
                  </a:lnTo>
                  <a:lnTo>
                    <a:pt x="5533" y="8799"/>
                  </a:lnTo>
                  <a:lnTo>
                    <a:pt x="6698" y="6625"/>
                  </a:lnTo>
                  <a:lnTo>
                    <a:pt x="7790" y="4176"/>
                  </a:lnTo>
                  <a:lnTo>
                    <a:pt x="8939" y="2245"/>
                  </a:lnTo>
                  <a:lnTo>
                    <a:pt x="10720" y="0"/>
                  </a:lnTo>
                  <a:lnTo>
                    <a:pt x="11321" y="177"/>
                  </a:lnTo>
                  <a:lnTo>
                    <a:pt x="11314" y="17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4220117" y="2797502"/>
              <a:ext cx="38490" cy="47562"/>
            </a:xfrm>
            <a:custGeom>
              <a:avLst/>
              <a:pathLst>
                <a:path w="38490" h="47562">
                  <a:moveTo>
                    <a:pt x="33294" y="16288"/>
                  </a:moveTo>
                  <a:lnTo>
                    <a:pt x="33225" y="16957"/>
                  </a:lnTo>
                  <a:lnTo>
                    <a:pt x="32900" y="18739"/>
                  </a:lnTo>
                  <a:lnTo>
                    <a:pt x="32689" y="20677"/>
                  </a:lnTo>
                  <a:lnTo>
                    <a:pt x="32866" y="22265"/>
                  </a:lnTo>
                  <a:lnTo>
                    <a:pt x="33595" y="24158"/>
                  </a:lnTo>
                  <a:lnTo>
                    <a:pt x="34573" y="25667"/>
                  </a:lnTo>
                  <a:lnTo>
                    <a:pt x="35818" y="25783"/>
                  </a:lnTo>
                  <a:lnTo>
                    <a:pt x="36966" y="25201"/>
                  </a:lnTo>
                  <a:lnTo>
                    <a:pt x="37424" y="25441"/>
                  </a:lnTo>
                  <a:lnTo>
                    <a:pt x="38047" y="27967"/>
                  </a:lnTo>
                  <a:lnTo>
                    <a:pt x="38490" y="30156"/>
                  </a:lnTo>
                  <a:lnTo>
                    <a:pt x="37888" y="32411"/>
                  </a:lnTo>
                  <a:lnTo>
                    <a:pt x="37559" y="34389"/>
                  </a:lnTo>
                  <a:lnTo>
                    <a:pt x="37441" y="35792"/>
                  </a:lnTo>
                  <a:lnTo>
                    <a:pt x="37514" y="36400"/>
                  </a:lnTo>
                  <a:lnTo>
                    <a:pt x="37885" y="37538"/>
                  </a:lnTo>
                  <a:lnTo>
                    <a:pt x="38314" y="39477"/>
                  </a:lnTo>
                  <a:lnTo>
                    <a:pt x="38375" y="41260"/>
                  </a:lnTo>
                  <a:lnTo>
                    <a:pt x="38102" y="42442"/>
                  </a:lnTo>
                  <a:lnTo>
                    <a:pt x="37511" y="43029"/>
                  </a:lnTo>
                  <a:lnTo>
                    <a:pt x="36883" y="42856"/>
                  </a:lnTo>
                  <a:lnTo>
                    <a:pt x="36363" y="42879"/>
                  </a:lnTo>
                  <a:lnTo>
                    <a:pt x="35713" y="43088"/>
                  </a:lnTo>
                  <a:lnTo>
                    <a:pt x="34696" y="43744"/>
                  </a:lnTo>
                  <a:lnTo>
                    <a:pt x="33751" y="44594"/>
                  </a:lnTo>
                  <a:lnTo>
                    <a:pt x="31978" y="44437"/>
                  </a:lnTo>
                  <a:lnTo>
                    <a:pt x="31268" y="42677"/>
                  </a:lnTo>
                  <a:lnTo>
                    <a:pt x="30933" y="42671"/>
                  </a:lnTo>
                  <a:lnTo>
                    <a:pt x="29319" y="44951"/>
                  </a:lnTo>
                  <a:lnTo>
                    <a:pt x="27563" y="44553"/>
                  </a:lnTo>
                  <a:lnTo>
                    <a:pt x="24362" y="45311"/>
                  </a:lnTo>
                  <a:lnTo>
                    <a:pt x="23026" y="45490"/>
                  </a:lnTo>
                  <a:lnTo>
                    <a:pt x="21652" y="45238"/>
                  </a:lnTo>
                  <a:lnTo>
                    <a:pt x="20957" y="44754"/>
                  </a:lnTo>
                  <a:lnTo>
                    <a:pt x="19665" y="43153"/>
                  </a:lnTo>
                  <a:lnTo>
                    <a:pt x="18494" y="41984"/>
                  </a:lnTo>
                  <a:lnTo>
                    <a:pt x="17303" y="43053"/>
                  </a:lnTo>
                  <a:lnTo>
                    <a:pt x="16885" y="43250"/>
                  </a:lnTo>
                  <a:lnTo>
                    <a:pt x="15929" y="45995"/>
                  </a:lnTo>
                  <a:lnTo>
                    <a:pt x="13860" y="46901"/>
                  </a:lnTo>
                  <a:lnTo>
                    <a:pt x="11796" y="47562"/>
                  </a:lnTo>
                  <a:lnTo>
                    <a:pt x="11187" y="47197"/>
                  </a:lnTo>
                  <a:lnTo>
                    <a:pt x="10025" y="47034"/>
                  </a:lnTo>
                  <a:lnTo>
                    <a:pt x="9981" y="46394"/>
                  </a:lnTo>
                  <a:lnTo>
                    <a:pt x="10016" y="45770"/>
                  </a:lnTo>
                  <a:lnTo>
                    <a:pt x="9751" y="45275"/>
                  </a:lnTo>
                  <a:lnTo>
                    <a:pt x="9279" y="44765"/>
                  </a:lnTo>
                  <a:lnTo>
                    <a:pt x="8468" y="44553"/>
                  </a:lnTo>
                  <a:lnTo>
                    <a:pt x="7427" y="43869"/>
                  </a:lnTo>
                  <a:lnTo>
                    <a:pt x="6828" y="43216"/>
                  </a:lnTo>
                  <a:lnTo>
                    <a:pt x="4712" y="44176"/>
                  </a:lnTo>
                  <a:lnTo>
                    <a:pt x="3477" y="42732"/>
                  </a:lnTo>
                  <a:lnTo>
                    <a:pt x="2075" y="40746"/>
                  </a:lnTo>
                  <a:lnTo>
                    <a:pt x="1367" y="39882"/>
                  </a:lnTo>
                  <a:lnTo>
                    <a:pt x="1109" y="36806"/>
                  </a:lnTo>
                  <a:lnTo>
                    <a:pt x="860" y="35818"/>
                  </a:lnTo>
                  <a:lnTo>
                    <a:pt x="309" y="34777"/>
                  </a:lnTo>
                  <a:lnTo>
                    <a:pt x="0" y="33555"/>
                  </a:lnTo>
                  <a:lnTo>
                    <a:pt x="248" y="32299"/>
                  </a:lnTo>
                  <a:lnTo>
                    <a:pt x="1644" y="29954"/>
                  </a:lnTo>
                  <a:lnTo>
                    <a:pt x="1756" y="29404"/>
                  </a:lnTo>
                  <a:lnTo>
                    <a:pt x="2402" y="25033"/>
                  </a:lnTo>
                  <a:lnTo>
                    <a:pt x="3299" y="23441"/>
                  </a:lnTo>
                  <a:lnTo>
                    <a:pt x="4184" y="21234"/>
                  </a:lnTo>
                  <a:lnTo>
                    <a:pt x="4852" y="17726"/>
                  </a:lnTo>
                  <a:lnTo>
                    <a:pt x="6144" y="14125"/>
                  </a:lnTo>
                  <a:lnTo>
                    <a:pt x="7562" y="10431"/>
                  </a:lnTo>
                  <a:lnTo>
                    <a:pt x="8537" y="7423"/>
                  </a:lnTo>
                  <a:lnTo>
                    <a:pt x="9185" y="6020"/>
                  </a:lnTo>
                  <a:lnTo>
                    <a:pt x="10517" y="4517"/>
                  </a:lnTo>
                  <a:lnTo>
                    <a:pt x="11635" y="3634"/>
                  </a:lnTo>
                  <a:lnTo>
                    <a:pt x="12407" y="1621"/>
                  </a:lnTo>
                  <a:lnTo>
                    <a:pt x="13338" y="503"/>
                  </a:lnTo>
                  <a:lnTo>
                    <a:pt x="14296" y="0"/>
                  </a:lnTo>
                  <a:lnTo>
                    <a:pt x="15716" y="269"/>
                  </a:lnTo>
                  <a:lnTo>
                    <a:pt x="17055" y="988"/>
                  </a:lnTo>
                  <a:lnTo>
                    <a:pt x="18521" y="1986"/>
                  </a:lnTo>
                  <a:lnTo>
                    <a:pt x="18691" y="2797"/>
                  </a:lnTo>
                  <a:lnTo>
                    <a:pt x="18566" y="4226"/>
                  </a:lnTo>
                  <a:lnTo>
                    <a:pt x="18355" y="5674"/>
                  </a:lnTo>
                  <a:lnTo>
                    <a:pt x="18347" y="6417"/>
                  </a:lnTo>
                  <a:lnTo>
                    <a:pt x="18573" y="6824"/>
                  </a:lnTo>
                  <a:lnTo>
                    <a:pt x="20007" y="7101"/>
                  </a:lnTo>
                  <a:lnTo>
                    <a:pt x="21765" y="6873"/>
                  </a:lnTo>
                  <a:lnTo>
                    <a:pt x="22750" y="7075"/>
                  </a:lnTo>
                  <a:lnTo>
                    <a:pt x="24947" y="8411"/>
                  </a:lnTo>
                  <a:lnTo>
                    <a:pt x="25590" y="9355"/>
                  </a:lnTo>
                  <a:lnTo>
                    <a:pt x="26261" y="10079"/>
                  </a:lnTo>
                  <a:lnTo>
                    <a:pt x="26916" y="9949"/>
                  </a:lnTo>
                  <a:lnTo>
                    <a:pt x="27747" y="8404"/>
                  </a:lnTo>
                  <a:lnTo>
                    <a:pt x="28621" y="7090"/>
                  </a:lnTo>
                  <a:lnTo>
                    <a:pt x="29164" y="6879"/>
                  </a:lnTo>
                  <a:lnTo>
                    <a:pt x="29553" y="7303"/>
                  </a:lnTo>
                  <a:lnTo>
                    <a:pt x="30252" y="8555"/>
                  </a:lnTo>
                  <a:lnTo>
                    <a:pt x="31700" y="9733"/>
                  </a:lnTo>
                  <a:lnTo>
                    <a:pt x="32991" y="10622"/>
                  </a:lnTo>
                  <a:lnTo>
                    <a:pt x="33409" y="11463"/>
                  </a:lnTo>
                  <a:lnTo>
                    <a:pt x="33265" y="1507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3428806" y="4159677"/>
              <a:ext cx="108031" cy="267909"/>
            </a:xfrm>
            <a:custGeom>
              <a:avLst/>
              <a:pathLst>
                <a:path w="108031" h="267909">
                  <a:moveTo>
                    <a:pt x="60779" y="175"/>
                  </a:moveTo>
                  <a:lnTo>
                    <a:pt x="60552" y="1639"/>
                  </a:lnTo>
                  <a:lnTo>
                    <a:pt x="60379" y="3771"/>
                  </a:lnTo>
                  <a:lnTo>
                    <a:pt x="60589" y="5361"/>
                  </a:lnTo>
                  <a:lnTo>
                    <a:pt x="61051" y="7493"/>
                  </a:lnTo>
                  <a:lnTo>
                    <a:pt x="61716" y="9363"/>
                  </a:lnTo>
                  <a:lnTo>
                    <a:pt x="62224" y="10471"/>
                  </a:lnTo>
                  <a:lnTo>
                    <a:pt x="62826" y="13219"/>
                  </a:lnTo>
                  <a:lnTo>
                    <a:pt x="63431" y="16655"/>
                  </a:lnTo>
                  <a:lnTo>
                    <a:pt x="64226" y="19330"/>
                  </a:lnTo>
                  <a:lnTo>
                    <a:pt x="66561" y="25459"/>
                  </a:lnTo>
                  <a:lnTo>
                    <a:pt x="66819" y="27656"/>
                  </a:lnTo>
                  <a:lnTo>
                    <a:pt x="67144" y="29828"/>
                  </a:lnTo>
                  <a:lnTo>
                    <a:pt x="68611" y="34013"/>
                  </a:lnTo>
                  <a:lnTo>
                    <a:pt x="68839" y="35401"/>
                  </a:lnTo>
                  <a:lnTo>
                    <a:pt x="68741" y="38240"/>
                  </a:lnTo>
                  <a:lnTo>
                    <a:pt x="70251" y="46756"/>
                  </a:lnTo>
                  <a:lnTo>
                    <a:pt x="71243" y="51731"/>
                  </a:lnTo>
                  <a:lnTo>
                    <a:pt x="72082" y="52648"/>
                  </a:lnTo>
                  <a:lnTo>
                    <a:pt x="74770" y="57946"/>
                  </a:lnTo>
                  <a:lnTo>
                    <a:pt x="77114" y="62205"/>
                  </a:lnTo>
                  <a:lnTo>
                    <a:pt x="79858" y="65082"/>
                  </a:lnTo>
                  <a:lnTo>
                    <a:pt x="81873" y="66975"/>
                  </a:lnTo>
                  <a:lnTo>
                    <a:pt x="82868" y="68358"/>
                  </a:lnTo>
                  <a:lnTo>
                    <a:pt x="83366" y="69682"/>
                  </a:lnTo>
                  <a:lnTo>
                    <a:pt x="83771" y="72230"/>
                  </a:lnTo>
                  <a:lnTo>
                    <a:pt x="83977" y="76657"/>
                  </a:lnTo>
                  <a:lnTo>
                    <a:pt x="84048" y="79519"/>
                  </a:lnTo>
                  <a:lnTo>
                    <a:pt x="86213" y="79404"/>
                  </a:lnTo>
                  <a:lnTo>
                    <a:pt x="88005" y="79664"/>
                  </a:lnTo>
                  <a:lnTo>
                    <a:pt x="88634" y="80238"/>
                  </a:lnTo>
                  <a:lnTo>
                    <a:pt x="88868" y="81054"/>
                  </a:lnTo>
                  <a:lnTo>
                    <a:pt x="88813" y="82942"/>
                  </a:lnTo>
                  <a:lnTo>
                    <a:pt x="88837" y="85755"/>
                  </a:lnTo>
                  <a:lnTo>
                    <a:pt x="88922" y="88020"/>
                  </a:lnTo>
                  <a:lnTo>
                    <a:pt x="88735" y="90441"/>
                  </a:lnTo>
                  <a:lnTo>
                    <a:pt x="88607" y="93292"/>
                  </a:lnTo>
                  <a:lnTo>
                    <a:pt x="88521" y="96822"/>
                  </a:lnTo>
                  <a:lnTo>
                    <a:pt x="88797" y="98204"/>
                  </a:lnTo>
                  <a:lnTo>
                    <a:pt x="90531" y="102651"/>
                  </a:lnTo>
                  <a:lnTo>
                    <a:pt x="91259" y="105533"/>
                  </a:lnTo>
                  <a:lnTo>
                    <a:pt x="92033" y="109896"/>
                  </a:lnTo>
                  <a:lnTo>
                    <a:pt x="92487" y="111299"/>
                  </a:lnTo>
                  <a:lnTo>
                    <a:pt x="92850" y="111856"/>
                  </a:lnTo>
                  <a:lnTo>
                    <a:pt x="94415" y="112338"/>
                  </a:lnTo>
                  <a:lnTo>
                    <a:pt x="98447" y="114167"/>
                  </a:lnTo>
                  <a:lnTo>
                    <a:pt x="100930" y="115832"/>
                  </a:lnTo>
                  <a:lnTo>
                    <a:pt x="102904" y="117558"/>
                  </a:lnTo>
                  <a:lnTo>
                    <a:pt x="103726" y="118014"/>
                  </a:lnTo>
                  <a:lnTo>
                    <a:pt x="104127" y="118470"/>
                  </a:lnTo>
                  <a:lnTo>
                    <a:pt x="104262" y="118897"/>
                  </a:lnTo>
                  <a:lnTo>
                    <a:pt x="104015" y="122697"/>
                  </a:lnTo>
                  <a:lnTo>
                    <a:pt x="104101" y="123918"/>
                  </a:lnTo>
                  <a:lnTo>
                    <a:pt x="104321" y="125014"/>
                  </a:lnTo>
                  <a:lnTo>
                    <a:pt x="104655" y="125874"/>
                  </a:lnTo>
                  <a:lnTo>
                    <a:pt x="105062" y="126414"/>
                  </a:lnTo>
                  <a:lnTo>
                    <a:pt x="106563" y="126821"/>
                  </a:lnTo>
                  <a:lnTo>
                    <a:pt x="107461" y="129132"/>
                  </a:lnTo>
                  <a:lnTo>
                    <a:pt x="108031" y="130203"/>
                  </a:lnTo>
                  <a:lnTo>
                    <a:pt x="105327" y="130774"/>
                  </a:lnTo>
                  <a:lnTo>
                    <a:pt x="103988" y="132699"/>
                  </a:lnTo>
                  <a:lnTo>
                    <a:pt x="103209" y="136147"/>
                  </a:lnTo>
                  <a:lnTo>
                    <a:pt x="101990" y="138681"/>
                  </a:lnTo>
                  <a:lnTo>
                    <a:pt x="100329" y="140294"/>
                  </a:lnTo>
                  <a:lnTo>
                    <a:pt x="98572" y="141402"/>
                  </a:lnTo>
                  <a:lnTo>
                    <a:pt x="96718" y="142005"/>
                  </a:lnTo>
                  <a:lnTo>
                    <a:pt x="94743" y="144969"/>
                  </a:lnTo>
                  <a:lnTo>
                    <a:pt x="92646" y="150290"/>
                  </a:lnTo>
                  <a:lnTo>
                    <a:pt x="91577" y="153637"/>
                  </a:lnTo>
                  <a:lnTo>
                    <a:pt x="91535" y="155014"/>
                  </a:lnTo>
                  <a:lnTo>
                    <a:pt x="91065" y="156205"/>
                  </a:lnTo>
                  <a:lnTo>
                    <a:pt x="90168" y="157212"/>
                  </a:lnTo>
                  <a:lnTo>
                    <a:pt x="89661" y="158422"/>
                  </a:lnTo>
                  <a:lnTo>
                    <a:pt x="89543" y="159836"/>
                  </a:lnTo>
                  <a:lnTo>
                    <a:pt x="89066" y="160511"/>
                  </a:lnTo>
                  <a:lnTo>
                    <a:pt x="88226" y="160453"/>
                  </a:lnTo>
                  <a:lnTo>
                    <a:pt x="87637" y="161486"/>
                  </a:lnTo>
                  <a:lnTo>
                    <a:pt x="87298" y="163613"/>
                  </a:lnTo>
                  <a:lnTo>
                    <a:pt x="86556" y="164906"/>
                  </a:lnTo>
                  <a:lnTo>
                    <a:pt x="85411" y="165356"/>
                  </a:lnTo>
                  <a:lnTo>
                    <a:pt x="84423" y="166556"/>
                  </a:lnTo>
                  <a:lnTo>
                    <a:pt x="83593" y="168501"/>
                  </a:lnTo>
                  <a:lnTo>
                    <a:pt x="82952" y="169488"/>
                  </a:lnTo>
                  <a:lnTo>
                    <a:pt x="82501" y="169517"/>
                  </a:lnTo>
                  <a:lnTo>
                    <a:pt x="81801" y="171098"/>
                  </a:lnTo>
                  <a:lnTo>
                    <a:pt x="80667" y="174841"/>
                  </a:lnTo>
                  <a:lnTo>
                    <a:pt x="80478" y="176581"/>
                  </a:lnTo>
                  <a:lnTo>
                    <a:pt x="78918" y="190686"/>
                  </a:lnTo>
                  <a:lnTo>
                    <a:pt x="78068" y="192351"/>
                  </a:lnTo>
                  <a:lnTo>
                    <a:pt x="76418" y="195257"/>
                  </a:lnTo>
                  <a:lnTo>
                    <a:pt x="75081" y="198737"/>
                  </a:lnTo>
                  <a:lnTo>
                    <a:pt x="74507" y="200789"/>
                  </a:lnTo>
                  <a:lnTo>
                    <a:pt x="73879" y="201701"/>
                  </a:lnTo>
                  <a:lnTo>
                    <a:pt x="70815" y="203412"/>
                  </a:lnTo>
                  <a:lnTo>
                    <a:pt x="69675" y="204326"/>
                  </a:lnTo>
                  <a:lnTo>
                    <a:pt x="68297" y="205657"/>
                  </a:lnTo>
                  <a:lnTo>
                    <a:pt x="67949" y="206854"/>
                  </a:lnTo>
                  <a:lnTo>
                    <a:pt x="67610" y="211206"/>
                  </a:lnTo>
                  <a:lnTo>
                    <a:pt x="66661" y="217448"/>
                  </a:lnTo>
                  <a:lnTo>
                    <a:pt x="65887" y="222053"/>
                  </a:lnTo>
                  <a:lnTo>
                    <a:pt x="65386" y="226058"/>
                  </a:lnTo>
                  <a:lnTo>
                    <a:pt x="64519" y="231033"/>
                  </a:lnTo>
                  <a:lnTo>
                    <a:pt x="63764" y="232704"/>
                  </a:lnTo>
                  <a:lnTo>
                    <a:pt x="62906" y="234230"/>
                  </a:lnTo>
                  <a:lnTo>
                    <a:pt x="61785" y="234984"/>
                  </a:lnTo>
                  <a:lnTo>
                    <a:pt x="60256" y="235466"/>
                  </a:lnTo>
                  <a:lnTo>
                    <a:pt x="58865" y="235324"/>
                  </a:lnTo>
                  <a:lnTo>
                    <a:pt x="57788" y="235399"/>
                  </a:lnTo>
                  <a:lnTo>
                    <a:pt x="56296" y="237157"/>
                  </a:lnTo>
                  <a:lnTo>
                    <a:pt x="54902" y="237272"/>
                  </a:lnTo>
                  <a:lnTo>
                    <a:pt x="52689" y="236259"/>
                  </a:lnTo>
                  <a:lnTo>
                    <a:pt x="50898" y="235275"/>
                  </a:lnTo>
                  <a:lnTo>
                    <a:pt x="50097" y="235070"/>
                  </a:lnTo>
                  <a:lnTo>
                    <a:pt x="48513" y="231821"/>
                  </a:lnTo>
                  <a:lnTo>
                    <a:pt x="47495" y="231879"/>
                  </a:lnTo>
                  <a:lnTo>
                    <a:pt x="45942" y="231619"/>
                  </a:lnTo>
                  <a:lnTo>
                    <a:pt x="45070" y="230874"/>
                  </a:lnTo>
                  <a:lnTo>
                    <a:pt x="44261" y="229212"/>
                  </a:lnTo>
                  <a:lnTo>
                    <a:pt x="42503" y="225943"/>
                  </a:lnTo>
                  <a:lnTo>
                    <a:pt x="40786" y="223297"/>
                  </a:lnTo>
                  <a:lnTo>
                    <a:pt x="39264" y="221730"/>
                  </a:lnTo>
                  <a:lnTo>
                    <a:pt x="37846" y="220997"/>
                  </a:lnTo>
                  <a:lnTo>
                    <a:pt x="36496" y="221649"/>
                  </a:lnTo>
                  <a:lnTo>
                    <a:pt x="35446" y="222347"/>
                  </a:lnTo>
                  <a:lnTo>
                    <a:pt x="35038" y="222697"/>
                  </a:lnTo>
                  <a:lnTo>
                    <a:pt x="34224" y="224061"/>
                  </a:lnTo>
                  <a:lnTo>
                    <a:pt x="33390" y="226650"/>
                  </a:lnTo>
                  <a:lnTo>
                    <a:pt x="32701" y="230704"/>
                  </a:lnTo>
                  <a:lnTo>
                    <a:pt x="32438" y="233186"/>
                  </a:lnTo>
                  <a:lnTo>
                    <a:pt x="31666" y="238452"/>
                  </a:lnTo>
                  <a:lnTo>
                    <a:pt x="30644" y="244772"/>
                  </a:lnTo>
                  <a:lnTo>
                    <a:pt x="30154" y="246590"/>
                  </a:lnTo>
                  <a:lnTo>
                    <a:pt x="29590" y="247940"/>
                  </a:lnTo>
                  <a:lnTo>
                    <a:pt x="28695" y="249141"/>
                  </a:lnTo>
                  <a:lnTo>
                    <a:pt x="25780" y="254159"/>
                  </a:lnTo>
                  <a:lnTo>
                    <a:pt x="24323" y="259812"/>
                  </a:lnTo>
                  <a:lnTo>
                    <a:pt x="23402" y="261457"/>
                  </a:lnTo>
                  <a:lnTo>
                    <a:pt x="22293" y="262227"/>
                  </a:lnTo>
                  <a:lnTo>
                    <a:pt x="21357" y="262712"/>
                  </a:lnTo>
                  <a:lnTo>
                    <a:pt x="20840" y="263650"/>
                  </a:lnTo>
                  <a:lnTo>
                    <a:pt x="20262" y="266509"/>
                  </a:lnTo>
                  <a:lnTo>
                    <a:pt x="19763" y="267516"/>
                  </a:lnTo>
                  <a:lnTo>
                    <a:pt x="19206" y="267909"/>
                  </a:lnTo>
                  <a:lnTo>
                    <a:pt x="17538" y="267568"/>
                  </a:lnTo>
                  <a:lnTo>
                    <a:pt x="17004" y="267277"/>
                  </a:lnTo>
                  <a:lnTo>
                    <a:pt x="12585" y="267837"/>
                  </a:lnTo>
                  <a:lnTo>
                    <a:pt x="11238" y="266931"/>
                  </a:lnTo>
                  <a:lnTo>
                    <a:pt x="10283" y="266567"/>
                  </a:lnTo>
                  <a:lnTo>
                    <a:pt x="8774" y="267750"/>
                  </a:lnTo>
                  <a:lnTo>
                    <a:pt x="8144" y="266971"/>
                  </a:lnTo>
                  <a:lnTo>
                    <a:pt x="7642" y="264599"/>
                  </a:lnTo>
                  <a:lnTo>
                    <a:pt x="7394" y="259832"/>
                  </a:lnTo>
                  <a:lnTo>
                    <a:pt x="7473" y="255783"/>
                  </a:lnTo>
                  <a:lnTo>
                    <a:pt x="8291" y="252719"/>
                  </a:lnTo>
                  <a:lnTo>
                    <a:pt x="8972" y="250474"/>
                  </a:lnTo>
                  <a:lnTo>
                    <a:pt x="9640" y="247542"/>
                  </a:lnTo>
                  <a:lnTo>
                    <a:pt x="9727" y="246232"/>
                  </a:lnTo>
                  <a:lnTo>
                    <a:pt x="9594" y="245049"/>
                  </a:lnTo>
                  <a:lnTo>
                    <a:pt x="9460" y="242639"/>
                  </a:lnTo>
                  <a:lnTo>
                    <a:pt x="9388" y="240175"/>
                  </a:lnTo>
                  <a:lnTo>
                    <a:pt x="8439" y="234785"/>
                  </a:lnTo>
                  <a:lnTo>
                    <a:pt x="7272" y="227634"/>
                  </a:lnTo>
                  <a:lnTo>
                    <a:pt x="5705" y="219658"/>
                  </a:lnTo>
                  <a:lnTo>
                    <a:pt x="5216" y="217465"/>
                  </a:lnTo>
                  <a:lnTo>
                    <a:pt x="4233" y="214002"/>
                  </a:lnTo>
                  <a:lnTo>
                    <a:pt x="589" y="207417"/>
                  </a:lnTo>
                  <a:lnTo>
                    <a:pt x="35" y="206522"/>
                  </a:lnTo>
                  <a:lnTo>
                    <a:pt x="35" y="205789"/>
                  </a:lnTo>
                  <a:lnTo>
                    <a:pt x="32" y="199401"/>
                  </a:lnTo>
                  <a:lnTo>
                    <a:pt x="29" y="190928"/>
                  </a:lnTo>
                  <a:lnTo>
                    <a:pt x="25" y="182459"/>
                  </a:lnTo>
                  <a:lnTo>
                    <a:pt x="22" y="173990"/>
                  </a:lnTo>
                  <a:lnTo>
                    <a:pt x="17" y="165520"/>
                  </a:lnTo>
                  <a:lnTo>
                    <a:pt x="13" y="157051"/>
                  </a:lnTo>
                  <a:lnTo>
                    <a:pt x="10" y="148582"/>
                  </a:lnTo>
                  <a:lnTo>
                    <a:pt x="6" y="140112"/>
                  </a:lnTo>
                  <a:lnTo>
                    <a:pt x="3" y="131640"/>
                  </a:lnTo>
                  <a:lnTo>
                    <a:pt x="0" y="124478"/>
                  </a:lnTo>
                  <a:lnTo>
                    <a:pt x="2624" y="124478"/>
                  </a:lnTo>
                  <a:lnTo>
                    <a:pt x="5870" y="124478"/>
                  </a:lnTo>
                  <a:lnTo>
                    <a:pt x="9729" y="124478"/>
                  </a:lnTo>
                  <a:lnTo>
                    <a:pt x="11435" y="124478"/>
                  </a:lnTo>
                  <a:lnTo>
                    <a:pt x="11532" y="123347"/>
                  </a:lnTo>
                  <a:lnTo>
                    <a:pt x="11530" y="118092"/>
                  </a:lnTo>
                  <a:lnTo>
                    <a:pt x="11523" y="106035"/>
                  </a:lnTo>
                  <a:lnTo>
                    <a:pt x="11517" y="93982"/>
                  </a:lnTo>
                  <a:lnTo>
                    <a:pt x="11509" y="81929"/>
                  </a:lnTo>
                  <a:lnTo>
                    <a:pt x="11502" y="69875"/>
                  </a:lnTo>
                  <a:lnTo>
                    <a:pt x="11494" y="57819"/>
                  </a:lnTo>
                  <a:lnTo>
                    <a:pt x="11487" y="45766"/>
                  </a:lnTo>
                  <a:lnTo>
                    <a:pt x="11481" y="33712"/>
                  </a:lnTo>
                  <a:lnTo>
                    <a:pt x="11473" y="21656"/>
                  </a:lnTo>
                  <a:lnTo>
                    <a:pt x="11470" y="15697"/>
                  </a:lnTo>
                  <a:lnTo>
                    <a:pt x="14444" y="15342"/>
                  </a:lnTo>
                  <a:lnTo>
                    <a:pt x="17864" y="14125"/>
                  </a:lnTo>
                  <a:lnTo>
                    <a:pt x="23408" y="12145"/>
                  </a:lnTo>
                  <a:lnTo>
                    <a:pt x="28571" y="9695"/>
                  </a:lnTo>
                  <a:lnTo>
                    <a:pt x="31939" y="8261"/>
                  </a:lnTo>
                  <a:lnTo>
                    <a:pt x="35934" y="6558"/>
                  </a:lnTo>
                  <a:lnTo>
                    <a:pt x="37309" y="6267"/>
                  </a:lnTo>
                  <a:lnTo>
                    <a:pt x="37679" y="6498"/>
                  </a:lnTo>
                  <a:lnTo>
                    <a:pt x="38221" y="7084"/>
                  </a:lnTo>
                  <a:lnTo>
                    <a:pt x="40075" y="13103"/>
                  </a:lnTo>
                  <a:lnTo>
                    <a:pt x="41231" y="17694"/>
                  </a:lnTo>
                  <a:lnTo>
                    <a:pt x="41466" y="19659"/>
                  </a:lnTo>
                  <a:lnTo>
                    <a:pt x="41686" y="19867"/>
                  </a:lnTo>
                  <a:lnTo>
                    <a:pt x="42232" y="19555"/>
                  </a:lnTo>
                  <a:lnTo>
                    <a:pt x="42846" y="18814"/>
                  </a:lnTo>
                  <a:lnTo>
                    <a:pt x="44730" y="14240"/>
                  </a:lnTo>
                  <a:lnTo>
                    <a:pt x="45123" y="13048"/>
                  </a:lnTo>
                  <a:lnTo>
                    <a:pt x="46323" y="10829"/>
                  </a:lnTo>
                  <a:lnTo>
                    <a:pt x="47780" y="8567"/>
                  </a:lnTo>
                  <a:lnTo>
                    <a:pt x="49100" y="6968"/>
                  </a:lnTo>
                  <a:lnTo>
                    <a:pt x="50424" y="5632"/>
                  </a:lnTo>
                  <a:lnTo>
                    <a:pt x="51036" y="5964"/>
                  </a:lnTo>
                  <a:lnTo>
                    <a:pt x="51758" y="7118"/>
                  </a:lnTo>
                  <a:lnTo>
                    <a:pt x="52398" y="7834"/>
                  </a:lnTo>
                  <a:lnTo>
                    <a:pt x="55409" y="2276"/>
                  </a:lnTo>
                  <a:lnTo>
                    <a:pt x="56754" y="998"/>
                  </a:lnTo>
                  <a:lnTo>
                    <a:pt x="6028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3364980" y="3309142"/>
              <a:ext cx="149284" cy="257850"/>
            </a:xfrm>
            <a:custGeom>
              <a:avLst/>
              <a:pathLst>
                <a:path w="149284" h="257850">
                  <a:moveTo>
                    <a:pt x="97000" y="2262"/>
                  </a:moveTo>
                  <a:lnTo>
                    <a:pt x="97814" y="5937"/>
                  </a:lnTo>
                  <a:lnTo>
                    <a:pt x="98200" y="7222"/>
                  </a:lnTo>
                  <a:lnTo>
                    <a:pt x="101555" y="15910"/>
                  </a:lnTo>
                  <a:lnTo>
                    <a:pt x="102204" y="17974"/>
                  </a:lnTo>
                  <a:lnTo>
                    <a:pt x="103865" y="24288"/>
                  </a:lnTo>
                  <a:lnTo>
                    <a:pt x="104882" y="28549"/>
                  </a:lnTo>
                  <a:lnTo>
                    <a:pt x="106048" y="34671"/>
                  </a:lnTo>
                  <a:lnTo>
                    <a:pt x="106163" y="37996"/>
                  </a:lnTo>
                  <a:lnTo>
                    <a:pt x="106007" y="40846"/>
                  </a:lnTo>
                  <a:lnTo>
                    <a:pt x="105776" y="48921"/>
                  </a:lnTo>
                  <a:lnTo>
                    <a:pt x="105470" y="51247"/>
                  </a:lnTo>
                  <a:lnTo>
                    <a:pt x="103999" y="55596"/>
                  </a:lnTo>
                  <a:lnTo>
                    <a:pt x="103936" y="57554"/>
                  </a:lnTo>
                  <a:lnTo>
                    <a:pt x="104239" y="59184"/>
                  </a:lnTo>
                  <a:lnTo>
                    <a:pt x="104687" y="59855"/>
                  </a:lnTo>
                  <a:lnTo>
                    <a:pt x="104961" y="60664"/>
                  </a:lnTo>
                  <a:lnTo>
                    <a:pt x="104794" y="64429"/>
                  </a:lnTo>
                  <a:lnTo>
                    <a:pt x="105322" y="65906"/>
                  </a:lnTo>
                  <a:lnTo>
                    <a:pt x="106428" y="66892"/>
                  </a:lnTo>
                  <a:lnTo>
                    <a:pt x="109220" y="67564"/>
                  </a:lnTo>
                  <a:lnTo>
                    <a:pt x="110672" y="68108"/>
                  </a:lnTo>
                  <a:lnTo>
                    <a:pt x="111814" y="68867"/>
                  </a:lnTo>
                  <a:lnTo>
                    <a:pt x="112360" y="69229"/>
                  </a:lnTo>
                  <a:lnTo>
                    <a:pt x="112661" y="70562"/>
                  </a:lnTo>
                  <a:lnTo>
                    <a:pt x="112190" y="74909"/>
                  </a:lnTo>
                  <a:lnTo>
                    <a:pt x="112517" y="77628"/>
                  </a:lnTo>
                  <a:lnTo>
                    <a:pt x="113472" y="79925"/>
                  </a:lnTo>
                  <a:lnTo>
                    <a:pt x="114440" y="80899"/>
                  </a:lnTo>
                  <a:lnTo>
                    <a:pt x="115367" y="81460"/>
                  </a:lnTo>
                  <a:lnTo>
                    <a:pt x="118597" y="82875"/>
                  </a:lnTo>
                  <a:lnTo>
                    <a:pt x="119938" y="84471"/>
                  </a:lnTo>
                  <a:lnTo>
                    <a:pt x="121710" y="89574"/>
                  </a:lnTo>
                  <a:lnTo>
                    <a:pt x="123933" y="94212"/>
                  </a:lnTo>
                  <a:lnTo>
                    <a:pt x="124473" y="96674"/>
                  </a:lnTo>
                  <a:lnTo>
                    <a:pt x="124373" y="98908"/>
                  </a:lnTo>
                  <a:lnTo>
                    <a:pt x="123713" y="101619"/>
                  </a:lnTo>
                  <a:lnTo>
                    <a:pt x="123815" y="102739"/>
                  </a:lnTo>
                  <a:lnTo>
                    <a:pt x="124836" y="105453"/>
                  </a:lnTo>
                  <a:lnTo>
                    <a:pt x="126007" y="108233"/>
                  </a:lnTo>
                  <a:lnTo>
                    <a:pt x="128147" y="111326"/>
                  </a:lnTo>
                  <a:lnTo>
                    <a:pt x="131857" y="116166"/>
                  </a:lnTo>
                  <a:lnTo>
                    <a:pt x="133555" y="119408"/>
                  </a:lnTo>
                  <a:lnTo>
                    <a:pt x="134135" y="121863"/>
                  </a:lnTo>
                  <a:lnTo>
                    <a:pt x="135083" y="124534"/>
                  </a:lnTo>
                  <a:lnTo>
                    <a:pt x="136409" y="126978"/>
                  </a:lnTo>
                  <a:lnTo>
                    <a:pt x="137298" y="128861"/>
                  </a:lnTo>
                  <a:lnTo>
                    <a:pt x="136686" y="134179"/>
                  </a:lnTo>
                  <a:lnTo>
                    <a:pt x="136870" y="135925"/>
                  </a:lnTo>
                  <a:lnTo>
                    <a:pt x="137201" y="137441"/>
                  </a:lnTo>
                  <a:lnTo>
                    <a:pt x="137974" y="139532"/>
                  </a:lnTo>
                  <a:lnTo>
                    <a:pt x="138284" y="142226"/>
                  </a:lnTo>
                  <a:lnTo>
                    <a:pt x="139053" y="145588"/>
                  </a:lnTo>
                  <a:lnTo>
                    <a:pt x="139966" y="147116"/>
                  </a:lnTo>
                  <a:lnTo>
                    <a:pt x="141494" y="147686"/>
                  </a:lnTo>
                  <a:lnTo>
                    <a:pt x="142301" y="149244"/>
                  </a:lnTo>
                  <a:lnTo>
                    <a:pt x="143978" y="151920"/>
                  </a:lnTo>
                  <a:lnTo>
                    <a:pt x="145602" y="154227"/>
                  </a:lnTo>
                  <a:lnTo>
                    <a:pt x="146299" y="155820"/>
                  </a:lnTo>
                  <a:lnTo>
                    <a:pt x="146728" y="157233"/>
                  </a:lnTo>
                  <a:lnTo>
                    <a:pt x="147098" y="158898"/>
                  </a:lnTo>
                  <a:lnTo>
                    <a:pt x="147279" y="160561"/>
                  </a:lnTo>
                  <a:lnTo>
                    <a:pt x="147318" y="164158"/>
                  </a:lnTo>
                  <a:lnTo>
                    <a:pt x="147597" y="168624"/>
                  </a:lnTo>
                  <a:lnTo>
                    <a:pt x="148468" y="171677"/>
                  </a:lnTo>
                  <a:lnTo>
                    <a:pt x="149284" y="173956"/>
                  </a:lnTo>
                  <a:lnTo>
                    <a:pt x="145965" y="171336"/>
                  </a:lnTo>
                  <a:lnTo>
                    <a:pt x="145470" y="171280"/>
                  </a:lnTo>
                  <a:lnTo>
                    <a:pt x="144880" y="171735"/>
                  </a:lnTo>
                  <a:lnTo>
                    <a:pt x="143148" y="174946"/>
                  </a:lnTo>
                  <a:lnTo>
                    <a:pt x="142595" y="175339"/>
                  </a:lnTo>
                  <a:lnTo>
                    <a:pt x="141968" y="175057"/>
                  </a:lnTo>
                  <a:lnTo>
                    <a:pt x="140415" y="174665"/>
                  </a:lnTo>
                  <a:lnTo>
                    <a:pt x="135132" y="172126"/>
                  </a:lnTo>
                  <a:lnTo>
                    <a:pt x="131062" y="169686"/>
                  </a:lnTo>
                  <a:lnTo>
                    <a:pt x="129842" y="168800"/>
                  </a:lnTo>
                  <a:lnTo>
                    <a:pt x="127669" y="167960"/>
                  </a:lnTo>
                  <a:lnTo>
                    <a:pt x="126232" y="169621"/>
                  </a:lnTo>
                  <a:lnTo>
                    <a:pt x="124884" y="175330"/>
                  </a:lnTo>
                  <a:lnTo>
                    <a:pt x="124496" y="176457"/>
                  </a:lnTo>
                  <a:lnTo>
                    <a:pt x="122377" y="178145"/>
                  </a:lnTo>
                  <a:lnTo>
                    <a:pt x="121378" y="177686"/>
                  </a:lnTo>
                  <a:lnTo>
                    <a:pt x="118928" y="179249"/>
                  </a:lnTo>
                  <a:lnTo>
                    <a:pt x="115149" y="176888"/>
                  </a:lnTo>
                  <a:lnTo>
                    <a:pt x="113799" y="177356"/>
                  </a:lnTo>
                  <a:lnTo>
                    <a:pt x="112739" y="178546"/>
                  </a:lnTo>
                  <a:lnTo>
                    <a:pt x="110023" y="181135"/>
                  </a:lnTo>
                  <a:lnTo>
                    <a:pt x="108374" y="182609"/>
                  </a:lnTo>
                  <a:lnTo>
                    <a:pt x="106457" y="183955"/>
                  </a:lnTo>
                  <a:lnTo>
                    <a:pt x="104636" y="186010"/>
                  </a:lnTo>
                  <a:lnTo>
                    <a:pt x="103411" y="187137"/>
                  </a:lnTo>
                  <a:lnTo>
                    <a:pt x="102211" y="187125"/>
                  </a:lnTo>
                  <a:lnTo>
                    <a:pt x="101129" y="185959"/>
                  </a:lnTo>
                  <a:lnTo>
                    <a:pt x="99944" y="184957"/>
                  </a:lnTo>
                  <a:lnTo>
                    <a:pt x="98528" y="184752"/>
                  </a:lnTo>
                  <a:lnTo>
                    <a:pt x="97052" y="185342"/>
                  </a:lnTo>
                  <a:lnTo>
                    <a:pt x="95800" y="187623"/>
                  </a:lnTo>
                  <a:lnTo>
                    <a:pt x="95293" y="189246"/>
                  </a:lnTo>
                  <a:lnTo>
                    <a:pt x="94205" y="193566"/>
                  </a:lnTo>
                  <a:lnTo>
                    <a:pt x="92922" y="200595"/>
                  </a:lnTo>
                  <a:lnTo>
                    <a:pt x="92417" y="202011"/>
                  </a:lnTo>
                  <a:lnTo>
                    <a:pt x="92278" y="202148"/>
                  </a:lnTo>
                  <a:lnTo>
                    <a:pt x="91961" y="202744"/>
                  </a:lnTo>
                  <a:lnTo>
                    <a:pt x="86046" y="199229"/>
                  </a:lnTo>
                  <a:lnTo>
                    <a:pt x="83500" y="198417"/>
                  </a:lnTo>
                  <a:lnTo>
                    <a:pt x="81781" y="199497"/>
                  </a:lnTo>
                  <a:lnTo>
                    <a:pt x="79624" y="197531"/>
                  </a:lnTo>
                  <a:lnTo>
                    <a:pt x="78683" y="197185"/>
                  </a:lnTo>
                  <a:lnTo>
                    <a:pt x="78239" y="197802"/>
                  </a:lnTo>
                  <a:lnTo>
                    <a:pt x="77039" y="196916"/>
                  </a:lnTo>
                  <a:lnTo>
                    <a:pt x="75085" y="194524"/>
                  </a:lnTo>
                  <a:lnTo>
                    <a:pt x="73212" y="193514"/>
                  </a:lnTo>
                  <a:lnTo>
                    <a:pt x="71537" y="193859"/>
                  </a:lnTo>
                  <a:lnTo>
                    <a:pt x="70509" y="193060"/>
                  </a:lnTo>
                  <a:lnTo>
                    <a:pt x="69685" y="190729"/>
                  </a:lnTo>
                  <a:lnTo>
                    <a:pt x="68615" y="186456"/>
                  </a:lnTo>
                  <a:lnTo>
                    <a:pt x="66691" y="182217"/>
                  </a:lnTo>
                  <a:lnTo>
                    <a:pt x="64113" y="178816"/>
                  </a:lnTo>
                  <a:lnTo>
                    <a:pt x="62504" y="176258"/>
                  </a:lnTo>
                  <a:lnTo>
                    <a:pt x="61860" y="174544"/>
                  </a:lnTo>
                  <a:lnTo>
                    <a:pt x="60473" y="173596"/>
                  </a:lnTo>
                  <a:lnTo>
                    <a:pt x="58343" y="173415"/>
                  </a:lnTo>
                  <a:lnTo>
                    <a:pt x="56300" y="175092"/>
                  </a:lnTo>
                  <a:lnTo>
                    <a:pt x="53367" y="180392"/>
                  </a:lnTo>
                  <a:lnTo>
                    <a:pt x="50642" y="191265"/>
                  </a:lnTo>
                  <a:lnTo>
                    <a:pt x="49125" y="195426"/>
                  </a:lnTo>
                  <a:lnTo>
                    <a:pt x="47907" y="196501"/>
                  </a:lnTo>
                  <a:lnTo>
                    <a:pt x="47601" y="199121"/>
                  </a:lnTo>
                  <a:lnTo>
                    <a:pt x="48204" y="203286"/>
                  </a:lnTo>
                  <a:lnTo>
                    <a:pt x="48363" y="208082"/>
                  </a:lnTo>
                  <a:lnTo>
                    <a:pt x="47937" y="216225"/>
                  </a:lnTo>
                  <a:lnTo>
                    <a:pt x="48094" y="222144"/>
                  </a:lnTo>
                  <a:lnTo>
                    <a:pt x="47443" y="221205"/>
                  </a:lnTo>
                  <a:lnTo>
                    <a:pt x="46822" y="218430"/>
                  </a:lnTo>
                  <a:lnTo>
                    <a:pt x="46530" y="217872"/>
                  </a:lnTo>
                  <a:lnTo>
                    <a:pt x="44731" y="219118"/>
                  </a:lnTo>
                  <a:lnTo>
                    <a:pt x="43799" y="220245"/>
                  </a:lnTo>
                  <a:lnTo>
                    <a:pt x="43302" y="221346"/>
                  </a:lnTo>
                  <a:lnTo>
                    <a:pt x="42922" y="221512"/>
                  </a:lnTo>
                  <a:lnTo>
                    <a:pt x="42351" y="219997"/>
                  </a:lnTo>
                  <a:lnTo>
                    <a:pt x="41902" y="219724"/>
                  </a:lnTo>
                  <a:lnTo>
                    <a:pt x="41194" y="220004"/>
                  </a:lnTo>
                  <a:lnTo>
                    <a:pt x="40471" y="219977"/>
                  </a:lnTo>
                  <a:lnTo>
                    <a:pt x="40001" y="219781"/>
                  </a:lnTo>
                  <a:lnTo>
                    <a:pt x="39693" y="219915"/>
                  </a:lnTo>
                  <a:lnTo>
                    <a:pt x="38845" y="219019"/>
                  </a:lnTo>
                  <a:lnTo>
                    <a:pt x="35750" y="216730"/>
                  </a:lnTo>
                  <a:lnTo>
                    <a:pt x="35219" y="215972"/>
                  </a:lnTo>
                  <a:lnTo>
                    <a:pt x="34602" y="216051"/>
                  </a:lnTo>
                  <a:lnTo>
                    <a:pt x="32996" y="218043"/>
                  </a:lnTo>
                  <a:lnTo>
                    <a:pt x="32148" y="218597"/>
                  </a:lnTo>
                  <a:lnTo>
                    <a:pt x="29591" y="219831"/>
                  </a:lnTo>
                  <a:lnTo>
                    <a:pt x="26850" y="220434"/>
                  </a:lnTo>
                  <a:lnTo>
                    <a:pt x="25803" y="220466"/>
                  </a:lnTo>
                  <a:lnTo>
                    <a:pt x="25082" y="221348"/>
                  </a:lnTo>
                  <a:lnTo>
                    <a:pt x="24618" y="222597"/>
                  </a:lnTo>
                  <a:lnTo>
                    <a:pt x="24304" y="225361"/>
                  </a:lnTo>
                  <a:lnTo>
                    <a:pt x="23765" y="230110"/>
                  </a:lnTo>
                  <a:lnTo>
                    <a:pt x="23540" y="231401"/>
                  </a:lnTo>
                  <a:lnTo>
                    <a:pt x="23579" y="233297"/>
                  </a:lnTo>
                  <a:lnTo>
                    <a:pt x="23419" y="236481"/>
                  </a:lnTo>
                  <a:lnTo>
                    <a:pt x="23343" y="239338"/>
                  </a:lnTo>
                  <a:lnTo>
                    <a:pt x="23446" y="241253"/>
                  </a:lnTo>
                  <a:lnTo>
                    <a:pt x="22672" y="245115"/>
                  </a:lnTo>
                  <a:lnTo>
                    <a:pt x="21732" y="249791"/>
                  </a:lnTo>
                  <a:lnTo>
                    <a:pt x="20951" y="253810"/>
                  </a:lnTo>
                  <a:lnTo>
                    <a:pt x="20164" y="257850"/>
                  </a:lnTo>
                  <a:lnTo>
                    <a:pt x="19621" y="255081"/>
                  </a:lnTo>
                  <a:lnTo>
                    <a:pt x="19282" y="251839"/>
                  </a:lnTo>
                  <a:lnTo>
                    <a:pt x="19153" y="248123"/>
                  </a:lnTo>
                  <a:lnTo>
                    <a:pt x="19226" y="247135"/>
                  </a:lnTo>
                  <a:lnTo>
                    <a:pt x="19015" y="246031"/>
                  </a:lnTo>
                  <a:lnTo>
                    <a:pt x="18999" y="245790"/>
                  </a:lnTo>
                  <a:lnTo>
                    <a:pt x="18736" y="242988"/>
                  </a:lnTo>
                  <a:lnTo>
                    <a:pt x="19002" y="241035"/>
                  </a:lnTo>
                  <a:lnTo>
                    <a:pt x="18784" y="238982"/>
                  </a:lnTo>
                  <a:lnTo>
                    <a:pt x="18148" y="236970"/>
                  </a:lnTo>
                  <a:lnTo>
                    <a:pt x="17571" y="235432"/>
                  </a:lnTo>
                  <a:lnTo>
                    <a:pt x="17234" y="234041"/>
                  </a:lnTo>
                  <a:lnTo>
                    <a:pt x="16959" y="233448"/>
                  </a:lnTo>
                  <a:lnTo>
                    <a:pt x="16320" y="233235"/>
                  </a:lnTo>
                  <a:lnTo>
                    <a:pt x="15465" y="232522"/>
                  </a:lnTo>
                  <a:lnTo>
                    <a:pt x="14332" y="229494"/>
                  </a:lnTo>
                  <a:lnTo>
                    <a:pt x="13230" y="226550"/>
                  </a:lnTo>
                  <a:lnTo>
                    <a:pt x="11821" y="222782"/>
                  </a:lnTo>
                  <a:lnTo>
                    <a:pt x="10691" y="219522"/>
                  </a:lnTo>
                  <a:lnTo>
                    <a:pt x="9306" y="215533"/>
                  </a:lnTo>
                  <a:lnTo>
                    <a:pt x="8027" y="211847"/>
                  </a:lnTo>
                  <a:lnTo>
                    <a:pt x="7261" y="208291"/>
                  </a:lnTo>
                  <a:lnTo>
                    <a:pt x="6947" y="206248"/>
                  </a:lnTo>
                  <a:lnTo>
                    <a:pt x="7321" y="206054"/>
                  </a:lnTo>
                  <a:lnTo>
                    <a:pt x="7874" y="206009"/>
                  </a:lnTo>
                  <a:lnTo>
                    <a:pt x="8109" y="205641"/>
                  </a:lnTo>
                  <a:lnTo>
                    <a:pt x="8121" y="204689"/>
                  </a:lnTo>
                  <a:lnTo>
                    <a:pt x="7553" y="201887"/>
                  </a:lnTo>
                  <a:lnTo>
                    <a:pt x="7277" y="198314"/>
                  </a:lnTo>
                  <a:lnTo>
                    <a:pt x="6808" y="196137"/>
                  </a:lnTo>
                  <a:lnTo>
                    <a:pt x="5321" y="192788"/>
                  </a:lnTo>
                  <a:lnTo>
                    <a:pt x="3904" y="190240"/>
                  </a:lnTo>
                  <a:lnTo>
                    <a:pt x="3453" y="188932"/>
                  </a:lnTo>
                  <a:lnTo>
                    <a:pt x="3197" y="187065"/>
                  </a:lnTo>
                  <a:lnTo>
                    <a:pt x="2653" y="175246"/>
                  </a:lnTo>
                  <a:lnTo>
                    <a:pt x="2410" y="171892"/>
                  </a:lnTo>
                  <a:lnTo>
                    <a:pt x="1963" y="170422"/>
                  </a:lnTo>
                  <a:lnTo>
                    <a:pt x="1638" y="169745"/>
                  </a:lnTo>
                  <a:lnTo>
                    <a:pt x="1517" y="168911"/>
                  </a:lnTo>
                  <a:lnTo>
                    <a:pt x="1575" y="166809"/>
                  </a:lnTo>
                  <a:lnTo>
                    <a:pt x="1763" y="164927"/>
                  </a:lnTo>
                  <a:lnTo>
                    <a:pt x="1754" y="164191"/>
                  </a:lnTo>
                  <a:lnTo>
                    <a:pt x="2137" y="162541"/>
                  </a:lnTo>
                  <a:lnTo>
                    <a:pt x="2137" y="151619"/>
                  </a:lnTo>
                  <a:lnTo>
                    <a:pt x="1929" y="151062"/>
                  </a:lnTo>
                  <a:lnTo>
                    <a:pt x="1681" y="150115"/>
                  </a:lnTo>
                  <a:lnTo>
                    <a:pt x="1281" y="150187"/>
                  </a:lnTo>
                  <a:lnTo>
                    <a:pt x="828" y="150089"/>
                  </a:lnTo>
                  <a:lnTo>
                    <a:pt x="376" y="148499"/>
                  </a:lnTo>
                  <a:lnTo>
                    <a:pt x="0" y="146489"/>
                  </a:lnTo>
                  <a:lnTo>
                    <a:pt x="110" y="145071"/>
                  </a:lnTo>
                  <a:lnTo>
                    <a:pt x="504" y="143887"/>
                  </a:lnTo>
                  <a:lnTo>
                    <a:pt x="931" y="142849"/>
                  </a:lnTo>
                  <a:lnTo>
                    <a:pt x="1475" y="141984"/>
                  </a:lnTo>
                  <a:lnTo>
                    <a:pt x="3088" y="140239"/>
                  </a:lnTo>
                  <a:lnTo>
                    <a:pt x="3545" y="139366"/>
                  </a:lnTo>
                  <a:lnTo>
                    <a:pt x="3831" y="138286"/>
                  </a:lnTo>
                  <a:lnTo>
                    <a:pt x="4018" y="136827"/>
                  </a:lnTo>
                  <a:lnTo>
                    <a:pt x="4957" y="131213"/>
                  </a:lnTo>
                  <a:lnTo>
                    <a:pt x="6347" y="125610"/>
                  </a:lnTo>
                  <a:lnTo>
                    <a:pt x="6944" y="124455"/>
                  </a:lnTo>
                  <a:lnTo>
                    <a:pt x="7539" y="120747"/>
                  </a:lnTo>
                  <a:lnTo>
                    <a:pt x="8354" y="116206"/>
                  </a:lnTo>
                  <a:lnTo>
                    <a:pt x="8684" y="114098"/>
                  </a:lnTo>
                  <a:lnTo>
                    <a:pt x="8925" y="111993"/>
                  </a:lnTo>
                  <a:lnTo>
                    <a:pt x="9376" y="110296"/>
                  </a:lnTo>
                  <a:lnTo>
                    <a:pt x="10909" y="107501"/>
                  </a:lnTo>
                  <a:lnTo>
                    <a:pt x="12071" y="102607"/>
                  </a:lnTo>
                  <a:lnTo>
                    <a:pt x="13327" y="102866"/>
                  </a:lnTo>
                  <a:lnTo>
                    <a:pt x="14616" y="103652"/>
                  </a:lnTo>
                  <a:lnTo>
                    <a:pt x="16270" y="104040"/>
                  </a:lnTo>
                  <a:lnTo>
                    <a:pt x="17566" y="103086"/>
                  </a:lnTo>
                  <a:lnTo>
                    <a:pt x="18407" y="101179"/>
                  </a:lnTo>
                  <a:lnTo>
                    <a:pt x="20253" y="99663"/>
                  </a:lnTo>
                  <a:lnTo>
                    <a:pt x="22414" y="97886"/>
                  </a:lnTo>
                  <a:lnTo>
                    <a:pt x="22708" y="95262"/>
                  </a:lnTo>
                  <a:lnTo>
                    <a:pt x="23340" y="93884"/>
                  </a:lnTo>
                  <a:lnTo>
                    <a:pt x="24075" y="92674"/>
                  </a:lnTo>
                  <a:lnTo>
                    <a:pt x="24329" y="92511"/>
                  </a:lnTo>
                  <a:lnTo>
                    <a:pt x="24386" y="93385"/>
                  </a:lnTo>
                  <a:lnTo>
                    <a:pt x="24832" y="96119"/>
                  </a:lnTo>
                  <a:lnTo>
                    <a:pt x="25745" y="98826"/>
                  </a:lnTo>
                  <a:lnTo>
                    <a:pt x="27085" y="101804"/>
                  </a:lnTo>
                  <a:lnTo>
                    <a:pt x="27469" y="101616"/>
                  </a:lnTo>
                  <a:lnTo>
                    <a:pt x="28300" y="99360"/>
                  </a:lnTo>
                  <a:lnTo>
                    <a:pt x="30390" y="97967"/>
                  </a:lnTo>
                  <a:lnTo>
                    <a:pt x="30920" y="97344"/>
                  </a:lnTo>
                  <a:lnTo>
                    <a:pt x="32404" y="94062"/>
                  </a:lnTo>
                  <a:lnTo>
                    <a:pt x="34190" y="91946"/>
                  </a:lnTo>
                  <a:lnTo>
                    <a:pt x="34584" y="91759"/>
                  </a:lnTo>
                  <a:lnTo>
                    <a:pt x="35232" y="91200"/>
                  </a:lnTo>
                  <a:lnTo>
                    <a:pt x="37035" y="89020"/>
                  </a:lnTo>
                  <a:lnTo>
                    <a:pt x="38318" y="89309"/>
                  </a:lnTo>
                  <a:lnTo>
                    <a:pt x="40381" y="88965"/>
                  </a:lnTo>
                  <a:lnTo>
                    <a:pt x="43819" y="87934"/>
                  </a:lnTo>
                  <a:lnTo>
                    <a:pt x="46307" y="87589"/>
                  </a:lnTo>
                  <a:lnTo>
                    <a:pt x="47562" y="87179"/>
                  </a:lnTo>
                  <a:lnTo>
                    <a:pt x="47878" y="86739"/>
                  </a:lnTo>
                  <a:lnTo>
                    <a:pt x="48361" y="83579"/>
                  </a:lnTo>
                  <a:lnTo>
                    <a:pt x="48737" y="82694"/>
                  </a:lnTo>
                  <a:lnTo>
                    <a:pt x="49672" y="81332"/>
                  </a:lnTo>
                  <a:lnTo>
                    <a:pt x="51501" y="76566"/>
                  </a:lnTo>
                  <a:lnTo>
                    <a:pt x="52703" y="72543"/>
                  </a:lnTo>
                  <a:lnTo>
                    <a:pt x="53066" y="71093"/>
                  </a:lnTo>
                  <a:lnTo>
                    <a:pt x="53313" y="70841"/>
                  </a:lnTo>
                  <a:lnTo>
                    <a:pt x="53829" y="69147"/>
                  </a:lnTo>
                  <a:lnTo>
                    <a:pt x="53316" y="67395"/>
                  </a:lnTo>
                  <a:lnTo>
                    <a:pt x="51267" y="63831"/>
                  </a:lnTo>
                  <a:lnTo>
                    <a:pt x="51296" y="63345"/>
                  </a:lnTo>
                  <a:lnTo>
                    <a:pt x="51178" y="62733"/>
                  </a:lnTo>
                  <a:lnTo>
                    <a:pt x="51292" y="62244"/>
                  </a:lnTo>
                  <a:lnTo>
                    <a:pt x="52075" y="60793"/>
                  </a:lnTo>
                  <a:lnTo>
                    <a:pt x="53129" y="59134"/>
                  </a:lnTo>
                  <a:lnTo>
                    <a:pt x="54253" y="58515"/>
                  </a:lnTo>
                  <a:lnTo>
                    <a:pt x="57185" y="58643"/>
                  </a:lnTo>
                  <a:lnTo>
                    <a:pt x="59684" y="58290"/>
                  </a:lnTo>
                  <a:lnTo>
                    <a:pt x="60270" y="58369"/>
                  </a:lnTo>
                  <a:lnTo>
                    <a:pt x="62218" y="57528"/>
                  </a:lnTo>
                  <a:lnTo>
                    <a:pt x="63551" y="56766"/>
                  </a:lnTo>
                  <a:lnTo>
                    <a:pt x="64922" y="55050"/>
                  </a:lnTo>
                  <a:lnTo>
                    <a:pt x="68023" y="55231"/>
                  </a:lnTo>
                  <a:lnTo>
                    <a:pt x="70610" y="50862"/>
                  </a:lnTo>
                  <a:lnTo>
                    <a:pt x="71353" y="50081"/>
                  </a:lnTo>
                  <a:lnTo>
                    <a:pt x="71678" y="49397"/>
                  </a:lnTo>
                  <a:lnTo>
                    <a:pt x="71775" y="48729"/>
                  </a:lnTo>
                  <a:lnTo>
                    <a:pt x="72985" y="46999"/>
                  </a:lnTo>
                  <a:lnTo>
                    <a:pt x="74340" y="43410"/>
                  </a:lnTo>
                  <a:lnTo>
                    <a:pt x="75412" y="40185"/>
                  </a:lnTo>
                  <a:lnTo>
                    <a:pt x="75703" y="37911"/>
                  </a:lnTo>
                  <a:lnTo>
                    <a:pt x="78631" y="30188"/>
                  </a:lnTo>
                  <a:lnTo>
                    <a:pt x="79650" y="30349"/>
                  </a:lnTo>
                  <a:lnTo>
                    <a:pt x="80151" y="29397"/>
                  </a:lnTo>
                  <a:lnTo>
                    <a:pt x="81312" y="24246"/>
                  </a:lnTo>
                  <a:lnTo>
                    <a:pt x="81671" y="23297"/>
                  </a:lnTo>
                  <a:lnTo>
                    <a:pt x="82220" y="22979"/>
                  </a:lnTo>
                  <a:lnTo>
                    <a:pt x="82876" y="22396"/>
                  </a:lnTo>
                  <a:lnTo>
                    <a:pt x="83451" y="20873"/>
                  </a:lnTo>
                  <a:lnTo>
                    <a:pt x="83947" y="18606"/>
                  </a:lnTo>
                  <a:lnTo>
                    <a:pt x="83951" y="15797"/>
                  </a:lnTo>
                  <a:lnTo>
                    <a:pt x="83725" y="13543"/>
                  </a:lnTo>
                  <a:lnTo>
                    <a:pt x="83725" y="12453"/>
                  </a:lnTo>
                  <a:lnTo>
                    <a:pt x="84003" y="11451"/>
                  </a:lnTo>
                  <a:lnTo>
                    <a:pt x="84473" y="10443"/>
                  </a:lnTo>
                  <a:lnTo>
                    <a:pt x="86698" y="7670"/>
                  </a:lnTo>
                  <a:lnTo>
                    <a:pt x="87261" y="6329"/>
                  </a:lnTo>
                  <a:lnTo>
                    <a:pt x="87599" y="5127"/>
                  </a:lnTo>
                  <a:lnTo>
                    <a:pt x="88220" y="4909"/>
                  </a:lnTo>
                  <a:lnTo>
                    <a:pt x="88900" y="5028"/>
                  </a:lnTo>
                  <a:lnTo>
                    <a:pt x="89331" y="4280"/>
                  </a:lnTo>
                  <a:lnTo>
                    <a:pt x="89817" y="3016"/>
                  </a:lnTo>
                  <a:lnTo>
                    <a:pt x="91358" y="1321"/>
                  </a:lnTo>
                  <a:lnTo>
                    <a:pt x="92786" y="0"/>
                  </a:lnTo>
                  <a:lnTo>
                    <a:pt x="94284" y="558"/>
                  </a:lnTo>
                  <a:lnTo>
                    <a:pt x="95505" y="1246"/>
                  </a:lnTo>
                  <a:lnTo>
                    <a:pt x="96509" y="2040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507070" y="2333828"/>
              <a:ext cx="4491" cy="2923"/>
            </a:xfrm>
            <a:custGeom>
              <a:avLst/>
              <a:pathLst>
                <a:path w="4491" h="2923">
                  <a:moveTo>
                    <a:pt x="3796" y="1868"/>
                  </a:moveTo>
                  <a:lnTo>
                    <a:pt x="2246" y="2923"/>
                  </a:lnTo>
                  <a:lnTo>
                    <a:pt x="917" y="2842"/>
                  </a:lnTo>
                  <a:lnTo>
                    <a:pt x="37" y="1882"/>
                  </a:lnTo>
                  <a:lnTo>
                    <a:pt x="0" y="1461"/>
                  </a:lnTo>
                  <a:lnTo>
                    <a:pt x="2088" y="1868"/>
                  </a:lnTo>
                  <a:lnTo>
                    <a:pt x="2889" y="1644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435644" y="2322327"/>
              <a:ext cx="1309" cy="3980"/>
            </a:xfrm>
            <a:custGeom>
              <a:avLst/>
              <a:pathLst>
                <a:path w="1309" h="3980">
                  <a:moveTo>
                    <a:pt x="579" y="2947"/>
                  </a:moveTo>
                  <a:lnTo>
                    <a:pt x="0" y="3980"/>
                  </a:lnTo>
                  <a:lnTo>
                    <a:pt x="140" y="2967"/>
                  </a:lnTo>
                  <a:lnTo>
                    <a:pt x="847" y="385"/>
                  </a:lnTo>
                  <a:lnTo>
                    <a:pt x="130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429050" y="2310114"/>
              <a:ext cx="1745" cy="5214"/>
            </a:xfrm>
            <a:custGeom>
              <a:avLst/>
              <a:pathLst>
                <a:path w="1745" h="5214">
                  <a:moveTo>
                    <a:pt x="1548" y="3651"/>
                  </a:moveTo>
                  <a:lnTo>
                    <a:pt x="0" y="5214"/>
                  </a:lnTo>
                  <a:lnTo>
                    <a:pt x="602" y="1224"/>
                  </a:lnTo>
                  <a:lnTo>
                    <a:pt x="1092" y="0"/>
                  </a:lnTo>
                  <a:lnTo>
                    <a:pt x="1745" y="412"/>
                  </a:lnTo>
                  <a:lnTo>
                    <a:pt x="1653" y="28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495973" y="2287303"/>
              <a:ext cx="1948" cy="2825"/>
            </a:xfrm>
            <a:custGeom>
              <a:avLst/>
              <a:pathLst>
                <a:path w="1948" h="2825">
                  <a:moveTo>
                    <a:pt x="1382" y="2582"/>
                  </a:moveTo>
                  <a:lnTo>
                    <a:pt x="907" y="2825"/>
                  </a:lnTo>
                  <a:lnTo>
                    <a:pt x="796" y="2402"/>
                  </a:lnTo>
                  <a:lnTo>
                    <a:pt x="64" y="1183"/>
                  </a:lnTo>
                  <a:lnTo>
                    <a:pt x="0" y="577"/>
                  </a:lnTo>
                  <a:lnTo>
                    <a:pt x="641" y="0"/>
                  </a:lnTo>
                  <a:lnTo>
                    <a:pt x="1948" y="297"/>
                  </a:lnTo>
                  <a:lnTo>
                    <a:pt x="1481" y="18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2348946" y="2283842"/>
              <a:ext cx="3283" cy="3829"/>
            </a:xfrm>
            <a:custGeom>
              <a:avLst/>
              <a:pathLst>
                <a:path w="3283" h="3829">
                  <a:moveTo>
                    <a:pt x="1868" y="3220"/>
                  </a:moveTo>
                  <a:lnTo>
                    <a:pt x="481" y="3829"/>
                  </a:lnTo>
                  <a:lnTo>
                    <a:pt x="0" y="3572"/>
                  </a:lnTo>
                  <a:lnTo>
                    <a:pt x="1531" y="669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347763" y="2283539"/>
              <a:ext cx="5575" cy="7781"/>
            </a:xfrm>
            <a:custGeom>
              <a:avLst/>
              <a:pathLst>
                <a:path w="5575" h="7781">
                  <a:moveTo>
                    <a:pt x="4534" y="6963"/>
                  </a:moveTo>
                  <a:lnTo>
                    <a:pt x="3647" y="7553"/>
                  </a:lnTo>
                  <a:lnTo>
                    <a:pt x="2131" y="7006"/>
                  </a:lnTo>
                  <a:lnTo>
                    <a:pt x="464" y="7765"/>
                  </a:lnTo>
                  <a:lnTo>
                    <a:pt x="0" y="7781"/>
                  </a:lnTo>
                  <a:lnTo>
                    <a:pt x="1238" y="5585"/>
                  </a:lnTo>
                  <a:lnTo>
                    <a:pt x="3142" y="4234"/>
                  </a:lnTo>
                  <a:lnTo>
                    <a:pt x="5041" y="105"/>
                  </a:lnTo>
                  <a:lnTo>
                    <a:pt x="5575" y="0"/>
                  </a:lnTo>
                  <a:lnTo>
                    <a:pt x="4852" y="4677"/>
                  </a:lnTo>
                  <a:lnTo>
                    <a:pt x="4705" y="63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380491" y="2245380"/>
              <a:ext cx="3347" cy="3878"/>
            </a:xfrm>
            <a:custGeom>
              <a:avLst/>
              <a:pathLst>
                <a:path w="3347" h="3878">
                  <a:moveTo>
                    <a:pt x="1046" y="3638"/>
                  </a:moveTo>
                  <a:lnTo>
                    <a:pt x="0" y="3878"/>
                  </a:lnTo>
                  <a:lnTo>
                    <a:pt x="249" y="2852"/>
                  </a:lnTo>
                  <a:lnTo>
                    <a:pt x="1677" y="1024"/>
                  </a:lnTo>
                  <a:lnTo>
                    <a:pt x="2727" y="0"/>
                  </a:lnTo>
                  <a:lnTo>
                    <a:pt x="3347" y="21"/>
                  </a:lnTo>
                  <a:lnTo>
                    <a:pt x="2338" y="22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491214" y="2244978"/>
              <a:ext cx="19187" cy="42468"/>
            </a:xfrm>
            <a:custGeom>
              <a:avLst/>
              <a:pathLst>
                <a:path w="19187" h="42468">
                  <a:moveTo>
                    <a:pt x="4489" y="31469"/>
                  </a:moveTo>
                  <a:lnTo>
                    <a:pt x="4879" y="31694"/>
                  </a:lnTo>
                  <a:lnTo>
                    <a:pt x="6430" y="30263"/>
                  </a:lnTo>
                  <a:lnTo>
                    <a:pt x="7250" y="30323"/>
                  </a:lnTo>
                  <a:lnTo>
                    <a:pt x="7214" y="31354"/>
                  </a:lnTo>
                  <a:lnTo>
                    <a:pt x="5881" y="32475"/>
                  </a:lnTo>
                  <a:lnTo>
                    <a:pt x="5268" y="33316"/>
                  </a:lnTo>
                  <a:lnTo>
                    <a:pt x="6038" y="34096"/>
                  </a:lnTo>
                  <a:lnTo>
                    <a:pt x="6027" y="34623"/>
                  </a:lnTo>
                  <a:lnTo>
                    <a:pt x="5102" y="35893"/>
                  </a:lnTo>
                  <a:lnTo>
                    <a:pt x="4640" y="37270"/>
                  </a:lnTo>
                  <a:lnTo>
                    <a:pt x="5020" y="38601"/>
                  </a:lnTo>
                  <a:lnTo>
                    <a:pt x="6501" y="37291"/>
                  </a:lnTo>
                  <a:lnTo>
                    <a:pt x="7108" y="37279"/>
                  </a:lnTo>
                  <a:lnTo>
                    <a:pt x="7931" y="37575"/>
                  </a:lnTo>
                  <a:lnTo>
                    <a:pt x="8716" y="37181"/>
                  </a:lnTo>
                  <a:lnTo>
                    <a:pt x="9163" y="36533"/>
                  </a:lnTo>
                  <a:lnTo>
                    <a:pt x="11772" y="31416"/>
                  </a:lnTo>
                  <a:lnTo>
                    <a:pt x="11907" y="30761"/>
                  </a:lnTo>
                  <a:lnTo>
                    <a:pt x="9096" y="31818"/>
                  </a:lnTo>
                  <a:lnTo>
                    <a:pt x="8769" y="31118"/>
                  </a:lnTo>
                  <a:lnTo>
                    <a:pt x="10611" y="28021"/>
                  </a:lnTo>
                  <a:lnTo>
                    <a:pt x="10467" y="26389"/>
                  </a:lnTo>
                  <a:lnTo>
                    <a:pt x="11397" y="23812"/>
                  </a:lnTo>
                  <a:lnTo>
                    <a:pt x="12249" y="22282"/>
                  </a:lnTo>
                  <a:lnTo>
                    <a:pt x="12875" y="21427"/>
                  </a:lnTo>
                  <a:lnTo>
                    <a:pt x="13779" y="20639"/>
                  </a:lnTo>
                  <a:lnTo>
                    <a:pt x="14401" y="21854"/>
                  </a:lnTo>
                  <a:lnTo>
                    <a:pt x="14602" y="24057"/>
                  </a:lnTo>
                  <a:lnTo>
                    <a:pt x="16143" y="23748"/>
                  </a:lnTo>
                  <a:lnTo>
                    <a:pt x="17652" y="24193"/>
                  </a:lnTo>
                  <a:lnTo>
                    <a:pt x="18761" y="25122"/>
                  </a:lnTo>
                  <a:lnTo>
                    <a:pt x="18934" y="25657"/>
                  </a:lnTo>
                  <a:lnTo>
                    <a:pt x="18948" y="26498"/>
                  </a:lnTo>
                  <a:lnTo>
                    <a:pt x="18578" y="28015"/>
                  </a:lnTo>
                  <a:lnTo>
                    <a:pt x="17967" y="29261"/>
                  </a:lnTo>
                  <a:lnTo>
                    <a:pt x="19187" y="30866"/>
                  </a:lnTo>
                  <a:lnTo>
                    <a:pt x="19024" y="31563"/>
                  </a:lnTo>
                  <a:lnTo>
                    <a:pt x="17026" y="33368"/>
                  </a:lnTo>
                  <a:lnTo>
                    <a:pt x="15891" y="35187"/>
                  </a:lnTo>
                  <a:lnTo>
                    <a:pt x="14848" y="37429"/>
                  </a:lnTo>
                  <a:lnTo>
                    <a:pt x="12765" y="40041"/>
                  </a:lnTo>
                  <a:lnTo>
                    <a:pt x="9463" y="41927"/>
                  </a:lnTo>
                  <a:lnTo>
                    <a:pt x="8419" y="41927"/>
                  </a:lnTo>
                  <a:lnTo>
                    <a:pt x="7177" y="41339"/>
                  </a:lnTo>
                  <a:lnTo>
                    <a:pt x="5946" y="41473"/>
                  </a:lnTo>
                  <a:lnTo>
                    <a:pt x="4736" y="42176"/>
                  </a:lnTo>
                  <a:lnTo>
                    <a:pt x="3554" y="42098"/>
                  </a:lnTo>
                  <a:lnTo>
                    <a:pt x="2980" y="42468"/>
                  </a:lnTo>
                  <a:lnTo>
                    <a:pt x="2435" y="42427"/>
                  </a:lnTo>
                  <a:lnTo>
                    <a:pt x="1977" y="41700"/>
                  </a:lnTo>
                  <a:lnTo>
                    <a:pt x="1000" y="39614"/>
                  </a:lnTo>
                  <a:lnTo>
                    <a:pt x="523" y="38221"/>
                  </a:lnTo>
                  <a:lnTo>
                    <a:pt x="0" y="31566"/>
                  </a:lnTo>
                  <a:lnTo>
                    <a:pt x="169" y="28070"/>
                  </a:lnTo>
                  <a:lnTo>
                    <a:pt x="997" y="24802"/>
                  </a:lnTo>
                  <a:lnTo>
                    <a:pt x="2222" y="22630"/>
                  </a:lnTo>
                  <a:lnTo>
                    <a:pt x="2932" y="20896"/>
                  </a:lnTo>
                  <a:lnTo>
                    <a:pt x="5901" y="10614"/>
                  </a:lnTo>
                  <a:lnTo>
                    <a:pt x="6482" y="8281"/>
                  </a:lnTo>
                  <a:lnTo>
                    <a:pt x="7194" y="6292"/>
                  </a:lnTo>
                  <a:lnTo>
                    <a:pt x="8465" y="4324"/>
                  </a:lnTo>
                  <a:lnTo>
                    <a:pt x="10111" y="1002"/>
                  </a:lnTo>
                  <a:lnTo>
                    <a:pt x="10636" y="321"/>
                  </a:lnTo>
                  <a:lnTo>
                    <a:pt x="11580" y="0"/>
                  </a:lnTo>
                  <a:lnTo>
                    <a:pt x="12510" y="183"/>
                  </a:lnTo>
                  <a:lnTo>
                    <a:pt x="12244" y="1382"/>
                  </a:lnTo>
                  <a:lnTo>
                    <a:pt x="12312" y="2556"/>
                  </a:lnTo>
                  <a:lnTo>
                    <a:pt x="13390" y="7147"/>
                  </a:lnTo>
                  <a:lnTo>
                    <a:pt x="13377" y="8058"/>
                  </a:lnTo>
                  <a:lnTo>
                    <a:pt x="12788" y="11712"/>
                  </a:lnTo>
                  <a:lnTo>
                    <a:pt x="11656" y="17616"/>
                  </a:lnTo>
                  <a:lnTo>
                    <a:pt x="11365" y="20871"/>
                  </a:lnTo>
                  <a:lnTo>
                    <a:pt x="11517" y="21850"/>
                  </a:lnTo>
                  <a:lnTo>
                    <a:pt x="11058" y="23496"/>
                  </a:lnTo>
                  <a:lnTo>
                    <a:pt x="10569" y="24748"/>
                  </a:lnTo>
                  <a:lnTo>
                    <a:pt x="8636" y="27097"/>
                  </a:lnTo>
                  <a:lnTo>
                    <a:pt x="7649" y="27645"/>
                  </a:lnTo>
                  <a:lnTo>
                    <a:pt x="6710" y="285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457751" y="2243446"/>
              <a:ext cx="27382" cy="32346"/>
            </a:xfrm>
            <a:custGeom>
              <a:avLst/>
              <a:pathLst>
                <a:path w="27382" h="32346">
                  <a:moveTo>
                    <a:pt x="6810" y="17518"/>
                  </a:moveTo>
                  <a:lnTo>
                    <a:pt x="7122" y="17934"/>
                  </a:lnTo>
                  <a:lnTo>
                    <a:pt x="7665" y="17169"/>
                  </a:lnTo>
                  <a:lnTo>
                    <a:pt x="8305" y="14764"/>
                  </a:lnTo>
                  <a:lnTo>
                    <a:pt x="9997" y="15393"/>
                  </a:lnTo>
                  <a:lnTo>
                    <a:pt x="10893" y="16478"/>
                  </a:lnTo>
                  <a:lnTo>
                    <a:pt x="11392" y="16238"/>
                  </a:lnTo>
                  <a:lnTo>
                    <a:pt x="11904" y="16349"/>
                  </a:lnTo>
                  <a:lnTo>
                    <a:pt x="12854" y="17769"/>
                  </a:lnTo>
                  <a:lnTo>
                    <a:pt x="14658" y="18892"/>
                  </a:lnTo>
                  <a:lnTo>
                    <a:pt x="16561" y="18729"/>
                  </a:lnTo>
                  <a:lnTo>
                    <a:pt x="19461" y="18062"/>
                  </a:lnTo>
                  <a:lnTo>
                    <a:pt x="19807" y="17792"/>
                  </a:lnTo>
                  <a:lnTo>
                    <a:pt x="22786" y="17235"/>
                  </a:lnTo>
                  <a:lnTo>
                    <a:pt x="25772" y="16971"/>
                  </a:lnTo>
                  <a:lnTo>
                    <a:pt x="26800" y="17606"/>
                  </a:lnTo>
                  <a:lnTo>
                    <a:pt x="27184" y="18198"/>
                  </a:lnTo>
                  <a:lnTo>
                    <a:pt x="27382" y="18911"/>
                  </a:lnTo>
                  <a:lnTo>
                    <a:pt x="25678" y="20867"/>
                  </a:lnTo>
                  <a:lnTo>
                    <a:pt x="23973" y="23144"/>
                  </a:lnTo>
                  <a:lnTo>
                    <a:pt x="21601" y="25373"/>
                  </a:lnTo>
                  <a:lnTo>
                    <a:pt x="21302" y="26465"/>
                  </a:lnTo>
                  <a:lnTo>
                    <a:pt x="21450" y="28474"/>
                  </a:lnTo>
                  <a:lnTo>
                    <a:pt x="21403" y="30521"/>
                  </a:lnTo>
                  <a:lnTo>
                    <a:pt x="21871" y="30690"/>
                  </a:lnTo>
                  <a:lnTo>
                    <a:pt x="22153" y="31377"/>
                  </a:lnTo>
                  <a:lnTo>
                    <a:pt x="21540" y="32039"/>
                  </a:lnTo>
                  <a:lnTo>
                    <a:pt x="19102" y="32346"/>
                  </a:lnTo>
                  <a:lnTo>
                    <a:pt x="18392" y="32160"/>
                  </a:lnTo>
                  <a:lnTo>
                    <a:pt x="17547" y="31327"/>
                  </a:lnTo>
                  <a:lnTo>
                    <a:pt x="17257" y="29351"/>
                  </a:lnTo>
                  <a:lnTo>
                    <a:pt x="16209" y="29641"/>
                  </a:lnTo>
                  <a:lnTo>
                    <a:pt x="15893" y="29400"/>
                  </a:lnTo>
                  <a:lnTo>
                    <a:pt x="17360" y="27716"/>
                  </a:lnTo>
                  <a:lnTo>
                    <a:pt x="16692" y="25601"/>
                  </a:lnTo>
                  <a:lnTo>
                    <a:pt x="15974" y="25755"/>
                  </a:lnTo>
                  <a:lnTo>
                    <a:pt x="15498" y="24751"/>
                  </a:lnTo>
                  <a:lnTo>
                    <a:pt x="15538" y="23395"/>
                  </a:lnTo>
                  <a:lnTo>
                    <a:pt x="16203" y="22735"/>
                  </a:lnTo>
                  <a:lnTo>
                    <a:pt x="16394" y="22020"/>
                  </a:lnTo>
                  <a:lnTo>
                    <a:pt x="15492" y="22640"/>
                  </a:lnTo>
                  <a:lnTo>
                    <a:pt x="14800" y="23897"/>
                  </a:lnTo>
                  <a:lnTo>
                    <a:pt x="13906" y="24373"/>
                  </a:lnTo>
                  <a:lnTo>
                    <a:pt x="13030" y="25458"/>
                  </a:lnTo>
                  <a:lnTo>
                    <a:pt x="14388" y="25803"/>
                  </a:lnTo>
                  <a:lnTo>
                    <a:pt x="13690" y="26644"/>
                  </a:lnTo>
                  <a:lnTo>
                    <a:pt x="12963" y="26839"/>
                  </a:lnTo>
                  <a:lnTo>
                    <a:pt x="9600" y="25185"/>
                  </a:lnTo>
                  <a:lnTo>
                    <a:pt x="8770" y="24558"/>
                  </a:lnTo>
                  <a:lnTo>
                    <a:pt x="7725" y="22826"/>
                  </a:lnTo>
                  <a:lnTo>
                    <a:pt x="6934" y="20514"/>
                  </a:lnTo>
                  <a:lnTo>
                    <a:pt x="7363" y="20424"/>
                  </a:lnTo>
                  <a:lnTo>
                    <a:pt x="7510" y="20010"/>
                  </a:lnTo>
                  <a:lnTo>
                    <a:pt x="7416" y="19619"/>
                  </a:lnTo>
                  <a:lnTo>
                    <a:pt x="6243" y="19307"/>
                  </a:lnTo>
                  <a:lnTo>
                    <a:pt x="4412" y="19405"/>
                  </a:lnTo>
                  <a:lnTo>
                    <a:pt x="3363" y="18796"/>
                  </a:lnTo>
                  <a:lnTo>
                    <a:pt x="3413" y="14758"/>
                  </a:lnTo>
                  <a:lnTo>
                    <a:pt x="3073" y="13647"/>
                  </a:lnTo>
                  <a:lnTo>
                    <a:pt x="1927" y="12709"/>
                  </a:lnTo>
                  <a:lnTo>
                    <a:pt x="173" y="12431"/>
                  </a:lnTo>
                  <a:lnTo>
                    <a:pt x="0" y="10932"/>
                  </a:lnTo>
                  <a:lnTo>
                    <a:pt x="558" y="8638"/>
                  </a:lnTo>
                  <a:lnTo>
                    <a:pt x="1417" y="6673"/>
                  </a:lnTo>
                  <a:lnTo>
                    <a:pt x="2070" y="4736"/>
                  </a:lnTo>
                  <a:lnTo>
                    <a:pt x="2833" y="3152"/>
                  </a:lnTo>
                  <a:lnTo>
                    <a:pt x="4713" y="0"/>
                  </a:lnTo>
                  <a:lnTo>
                    <a:pt x="4670" y="2358"/>
                  </a:lnTo>
                  <a:lnTo>
                    <a:pt x="4852" y="4390"/>
                  </a:lnTo>
                  <a:lnTo>
                    <a:pt x="3627" y="8454"/>
                  </a:lnTo>
                  <a:lnTo>
                    <a:pt x="5755" y="12483"/>
                  </a:lnTo>
                  <a:lnTo>
                    <a:pt x="6028" y="13373"/>
                  </a:lnTo>
                  <a:lnTo>
                    <a:pt x="6207" y="14455"/>
                  </a:lnTo>
                  <a:lnTo>
                    <a:pt x="6070" y="15451"/>
                  </a:lnTo>
                  <a:lnTo>
                    <a:pt x="5725" y="16334"/>
                  </a:lnTo>
                  <a:lnTo>
                    <a:pt x="6554" y="167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485310" y="2226153"/>
              <a:ext cx="7052" cy="12640"/>
            </a:xfrm>
            <a:custGeom>
              <a:avLst/>
              <a:pathLst>
                <a:path w="7052" h="12640">
                  <a:moveTo>
                    <a:pt x="1083" y="10704"/>
                  </a:moveTo>
                  <a:lnTo>
                    <a:pt x="1491" y="11265"/>
                  </a:lnTo>
                  <a:lnTo>
                    <a:pt x="2219" y="11204"/>
                  </a:lnTo>
                  <a:lnTo>
                    <a:pt x="2712" y="11434"/>
                  </a:lnTo>
                  <a:lnTo>
                    <a:pt x="2008" y="12533"/>
                  </a:lnTo>
                  <a:lnTo>
                    <a:pt x="661" y="12640"/>
                  </a:lnTo>
                  <a:lnTo>
                    <a:pt x="0" y="12188"/>
                  </a:lnTo>
                  <a:lnTo>
                    <a:pt x="961" y="6549"/>
                  </a:lnTo>
                  <a:lnTo>
                    <a:pt x="2083" y="5250"/>
                  </a:lnTo>
                  <a:lnTo>
                    <a:pt x="4378" y="1563"/>
                  </a:lnTo>
                  <a:lnTo>
                    <a:pt x="5296" y="442"/>
                  </a:lnTo>
                  <a:lnTo>
                    <a:pt x="6147" y="0"/>
                  </a:lnTo>
                  <a:lnTo>
                    <a:pt x="7052" y="269"/>
                  </a:lnTo>
                  <a:lnTo>
                    <a:pt x="6131" y="2447"/>
                  </a:lnTo>
                  <a:lnTo>
                    <a:pt x="4903" y="2563"/>
                  </a:lnTo>
                  <a:lnTo>
                    <a:pt x="3731" y="4374"/>
                  </a:lnTo>
                  <a:lnTo>
                    <a:pt x="2962" y="6381"/>
                  </a:lnTo>
                  <a:lnTo>
                    <a:pt x="2037" y="7527"/>
                  </a:lnTo>
                  <a:lnTo>
                    <a:pt x="1400" y="89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573719" y="2226152"/>
              <a:ext cx="2276" cy="7100"/>
            </a:xfrm>
            <a:custGeom>
              <a:avLst/>
              <a:pathLst>
                <a:path w="2276" h="7100">
                  <a:moveTo>
                    <a:pt x="1137" y="6071"/>
                  </a:moveTo>
                  <a:lnTo>
                    <a:pt x="574" y="7100"/>
                  </a:lnTo>
                  <a:lnTo>
                    <a:pt x="0" y="7054"/>
                  </a:lnTo>
                  <a:lnTo>
                    <a:pt x="67" y="6155"/>
                  </a:lnTo>
                  <a:lnTo>
                    <a:pt x="774" y="4407"/>
                  </a:lnTo>
                  <a:lnTo>
                    <a:pt x="1134" y="3156"/>
                  </a:lnTo>
                  <a:lnTo>
                    <a:pt x="1147" y="2402"/>
                  </a:lnTo>
                  <a:lnTo>
                    <a:pt x="1277" y="1823"/>
                  </a:lnTo>
                  <a:lnTo>
                    <a:pt x="1813" y="1174"/>
                  </a:lnTo>
                  <a:lnTo>
                    <a:pt x="2276" y="0"/>
                  </a:lnTo>
                  <a:lnTo>
                    <a:pt x="2053" y="21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454512" y="2219063"/>
              <a:ext cx="2025" cy="4110"/>
            </a:xfrm>
            <a:custGeom>
              <a:avLst/>
              <a:pathLst>
                <a:path w="2025" h="4110">
                  <a:moveTo>
                    <a:pt x="2025" y="0"/>
                  </a:moveTo>
                  <a:lnTo>
                    <a:pt x="1734" y="2155"/>
                  </a:lnTo>
                  <a:lnTo>
                    <a:pt x="728" y="3983"/>
                  </a:lnTo>
                  <a:lnTo>
                    <a:pt x="229" y="4110"/>
                  </a:lnTo>
                  <a:lnTo>
                    <a:pt x="0" y="3933"/>
                  </a:lnTo>
                  <a:lnTo>
                    <a:pt x="277" y="2752"/>
                  </a:lnTo>
                  <a:lnTo>
                    <a:pt x="245" y="699"/>
                  </a:lnTo>
                  <a:lnTo>
                    <a:pt x="1075" y="421"/>
                  </a:lnTo>
                  <a:lnTo>
                    <a:pt x="1377" y="6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455585" y="2215309"/>
              <a:ext cx="1326" cy="3148"/>
            </a:xfrm>
            <a:custGeom>
              <a:avLst/>
              <a:pathLst>
                <a:path w="1326" h="3148">
                  <a:moveTo>
                    <a:pt x="1326" y="1621"/>
                  </a:moveTo>
                  <a:lnTo>
                    <a:pt x="0" y="3148"/>
                  </a:lnTo>
                  <a:lnTo>
                    <a:pt x="582" y="851"/>
                  </a:lnTo>
                  <a:lnTo>
                    <a:pt x="825" y="256"/>
                  </a:lnTo>
                  <a:lnTo>
                    <a:pt x="1048" y="0"/>
                  </a:lnTo>
                  <a:lnTo>
                    <a:pt x="1266" y="2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1776713" y="2188360"/>
              <a:ext cx="2020" cy="5821"/>
            </a:xfrm>
            <a:custGeom>
              <a:avLst/>
              <a:pathLst>
                <a:path w="2020" h="5821">
                  <a:moveTo>
                    <a:pt x="1690" y="5062"/>
                  </a:moveTo>
                  <a:lnTo>
                    <a:pt x="1209" y="5821"/>
                  </a:lnTo>
                  <a:lnTo>
                    <a:pt x="951" y="5720"/>
                  </a:lnTo>
                  <a:lnTo>
                    <a:pt x="745" y="5189"/>
                  </a:lnTo>
                  <a:lnTo>
                    <a:pt x="0" y="0"/>
                  </a:lnTo>
                  <a:lnTo>
                    <a:pt x="318" y="109"/>
                  </a:lnTo>
                  <a:lnTo>
                    <a:pt x="1317" y="1725"/>
                  </a:lnTo>
                  <a:lnTo>
                    <a:pt x="1090" y="2366"/>
                  </a:lnTo>
                  <a:lnTo>
                    <a:pt x="1836" y="3912"/>
                  </a:lnTo>
                  <a:lnTo>
                    <a:pt x="2020" y="50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1775482" y="2183356"/>
              <a:ext cx="3646" cy="6498"/>
            </a:xfrm>
            <a:custGeom>
              <a:avLst/>
              <a:pathLst>
                <a:path w="3646" h="6498">
                  <a:moveTo>
                    <a:pt x="3646" y="6175"/>
                  </a:moveTo>
                  <a:lnTo>
                    <a:pt x="3503" y="6498"/>
                  </a:lnTo>
                  <a:lnTo>
                    <a:pt x="1706" y="4407"/>
                  </a:lnTo>
                  <a:lnTo>
                    <a:pt x="502" y="1669"/>
                  </a:lnTo>
                  <a:lnTo>
                    <a:pt x="0" y="0"/>
                  </a:lnTo>
                  <a:lnTo>
                    <a:pt x="2381" y="4149"/>
                  </a:lnTo>
                  <a:lnTo>
                    <a:pt x="3582" y="55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339151" y="2178302"/>
              <a:ext cx="157399" cy="169850"/>
            </a:xfrm>
            <a:custGeom>
              <a:avLst/>
              <a:pathLst>
                <a:path w="157399" h="169850">
                  <a:moveTo>
                    <a:pt x="0" y="125947"/>
                  </a:moveTo>
                  <a:lnTo>
                    <a:pt x="1640" y="124831"/>
                  </a:lnTo>
                  <a:lnTo>
                    <a:pt x="5061" y="120497"/>
                  </a:lnTo>
                  <a:lnTo>
                    <a:pt x="7584" y="118927"/>
                  </a:lnTo>
                  <a:lnTo>
                    <a:pt x="10866" y="114375"/>
                  </a:lnTo>
                  <a:lnTo>
                    <a:pt x="13243" y="113499"/>
                  </a:lnTo>
                  <a:lnTo>
                    <a:pt x="13695" y="112498"/>
                  </a:lnTo>
                  <a:lnTo>
                    <a:pt x="14094" y="108722"/>
                  </a:lnTo>
                  <a:lnTo>
                    <a:pt x="14311" y="107376"/>
                  </a:lnTo>
                  <a:lnTo>
                    <a:pt x="15421" y="103668"/>
                  </a:lnTo>
                  <a:lnTo>
                    <a:pt x="16754" y="100540"/>
                  </a:lnTo>
                  <a:lnTo>
                    <a:pt x="17829" y="96214"/>
                  </a:lnTo>
                  <a:lnTo>
                    <a:pt x="19781" y="93450"/>
                  </a:lnTo>
                  <a:lnTo>
                    <a:pt x="22733" y="91138"/>
                  </a:lnTo>
                  <a:lnTo>
                    <a:pt x="25463" y="86090"/>
                  </a:lnTo>
                  <a:lnTo>
                    <a:pt x="26960" y="84550"/>
                  </a:lnTo>
                  <a:lnTo>
                    <a:pt x="28410" y="83448"/>
                  </a:lnTo>
                  <a:lnTo>
                    <a:pt x="29019" y="81397"/>
                  </a:lnTo>
                  <a:lnTo>
                    <a:pt x="29916" y="80223"/>
                  </a:lnTo>
                  <a:lnTo>
                    <a:pt x="32314" y="77838"/>
                  </a:lnTo>
                  <a:lnTo>
                    <a:pt x="34956" y="77194"/>
                  </a:lnTo>
                  <a:lnTo>
                    <a:pt x="37627" y="75214"/>
                  </a:lnTo>
                  <a:lnTo>
                    <a:pt x="39676" y="74165"/>
                  </a:lnTo>
                  <a:lnTo>
                    <a:pt x="40932" y="72308"/>
                  </a:lnTo>
                  <a:lnTo>
                    <a:pt x="42759" y="71330"/>
                  </a:lnTo>
                  <a:lnTo>
                    <a:pt x="48211" y="66002"/>
                  </a:lnTo>
                  <a:lnTo>
                    <a:pt x="49724" y="63507"/>
                  </a:lnTo>
                  <a:lnTo>
                    <a:pt x="51684" y="58398"/>
                  </a:lnTo>
                  <a:lnTo>
                    <a:pt x="53389" y="55799"/>
                  </a:lnTo>
                  <a:lnTo>
                    <a:pt x="53993" y="53032"/>
                  </a:lnTo>
                  <a:lnTo>
                    <a:pt x="56465" y="48540"/>
                  </a:lnTo>
                  <a:lnTo>
                    <a:pt x="59011" y="42623"/>
                  </a:lnTo>
                  <a:lnTo>
                    <a:pt x="60277" y="38380"/>
                  </a:lnTo>
                  <a:lnTo>
                    <a:pt x="62172" y="36024"/>
                  </a:lnTo>
                  <a:lnTo>
                    <a:pt x="65847" y="29287"/>
                  </a:lnTo>
                  <a:lnTo>
                    <a:pt x="67819" y="26598"/>
                  </a:lnTo>
                  <a:lnTo>
                    <a:pt x="68620" y="26291"/>
                  </a:lnTo>
                  <a:lnTo>
                    <a:pt x="70853" y="23900"/>
                  </a:lnTo>
                  <a:lnTo>
                    <a:pt x="72240" y="21407"/>
                  </a:lnTo>
                  <a:lnTo>
                    <a:pt x="74465" y="18903"/>
                  </a:lnTo>
                  <a:lnTo>
                    <a:pt x="78483" y="15816"/>
                  </a:lnTo>
                  <a:lnTo>
                    <a:pt x="82259" y="12121"/>
                  </a:lnTo>
                  <a:lnTo>
                    <a:pt x="87362" y="8923"/>
                  </a:lnTo>
                  <a:lnTo>
                    <a:pt x="93339" y="4130"/>
                  </a:lnTo>
                  <a:lnTo>
                    <a:pt x="98172" y="1566"/>
                  </a:lnTo>
                  <a:lnTo>
                    <a:pt x="101571" y="1196"/>
                  </a:lnTo>
                  <a:lnTo>
                    <a:pt x="105707" y="0"/>
                  </a:lnTo>
                  <a:lnTo>
                    <a:pt x="107171" y="121"/>
                  </a:lnTo>
                  <a:lnTo>
                    <a:pt x="113614" y="2198"/>
                  </a:lnTo>
                  <a:lnTo>
                    <a:pt x="116705" y="4768"/>
                  </a:lnTo>
                  <a:lnTo>
                    <a:pt x="120225" y="10173"/>
                  </a:lnTo>
                  <a:lnTo>
                    <a:pt x="120750" y="11598"/>
                  </a:lnTo>
                  <a:lnTo>
                    <a:pt x="120835" y="13591"/>
                  </a:lnTo>
                  <a:lnTo>
                    <a:pt x="118971" y="12623"/>
                  </a:lnTo>
                  <a:lnTo>
                    <a:pt x="117326" y="12559"/>
                  </a:lnTo>
                  <a:lnTo>
                    <a:pt x="118467" y="13667"/>
                  </a:lnTo>
                  <a:lnTo>
                    <a:pt x="120406" y="16992"/>
                  </a:lnTo>
                  <a:lnTo>
                    <a:pt x="120318" y="21150"/>
                  </a:lnTo>
                  <a:lnTo>
                    <a:pt x="119224" y="24908"/>
                  </a:lnTo>
                  <a:lnTo>
                    <a:pt x="115952" y="26761"/>
                  </a:lnTo>
                  <a:lnTo>
                    <a:pt x="115116" y="28236"/>
                  </a:lnTo>
                  <a:lnTo>
                    <a:pt x="114440" y="30674"/>
                  </a:lnTo>
                  <a:lnTo>
                    <a:pt x="113778" y="31608"/>
                  </a:lnTo>
                  <a:lnTo>
                    <a:pt x="112191" y="32690"/>
                  </a:lnTo>
                  <a:lnTo>
                    <a:pt x="111315" y="34274"/>
                  </a:lnTo>
                  <a:lnTo>
                    <a:pt x="108745" y="36786"/>
                  </a:lnTo>
                  <a:lnTo>
                    <a:pt x="107587" y="37084"/>
                  </a:lnTo>
                  <a:lnTo>
                    <a:pt x="106254" y="36483"/>
                  </a:lnTo>
                  <a:lnTo>
                    <a:pt x="103045" y="34114"/>
                  </a:lnTo>
                  <a:lnTo>
                    <a:pt x="101065" y="31833"/>
                  </a:lnTo>
                  <a:lnTo>
                    <a:pt x="100078" y="33079"/>
                  </a:lnTo>
                  <a:lnTo>
                    <a:pt x="99266" y="34379"/>
                  </a:lnTo>
                  <a:lnTo>
                    <a:pt x="97361" y="33946"/>
                  </a:lnTo>
                  <a:lnTo>
                    <a:pt x="96490" y="34521"/>
                  </a:lnTo>
                  <a:lnTo>
                    <a:pt x="95055" y="33878"/>
                  </a:lnTo>
                  <a:lnTo>
                    <a:pt x="92116" y="36750"/>
                  </a:lnTo>
                  <a:lnTo>
                    <a:pt x="92954" y="37086"/>
                  </a:lnTo>
                  <a:lnTo>
                    <a:pt x="95287" y="35435"/>
                  </a:lnTo>
                  <a:lnTo>
                    <a:pt x="96083" y="35621"/>
                  </a:lnTo>
                  <a:lnTo>
                    <a:pt x="97803" y="37751"/>
                  </a:lnTo>
                  <a:lnTo>
                    <a:pt x="101955" y="40042"/>
                  </a:lnTo>
                  <a:lnTo>
                    <a:pt x="103033" y="41557"/>
                  </a:lnTo>
                  <a:lnTo>
                    <a:pt x="104060" y="46392"/>
                  </a:lnTo>
                  <a:lnTo>
                    <a:pt x="104742" y="47164"/>
                  </a:lnTo>
                  <a:lnTo>
                    <a:pt x="106166" y="46662"/>
                  </a:lnTo>
                  <a:lnTo>
                    <a:pt x="107772" y="44271"/>
                  </a:lnTo>
                  <a:lnTo>
                    <a:pt x="109104" y="42990"/>
                  </a:lnTo>
                  <a:lnTo>
                    <a:pt x="111711" y="41939"/>
                  </a:lnTo>
                  <a:lnTo>
                    <a:pt x="111196" y="43530"/>
                  </a:lnTo>
                  <a:lnTo>
                    <a:pt x="113180" y="43405"/>
                  </a:lnTo>
                  <a:lnTo>
                    <a:pt x="115145" y="45544"/>
                  </a:lnTo>
                  <a:lnTo>
                    <a:pt x="114419" y="47062"/>
                  </a:lnTo>
                  <a:lnTo>
                    <a:pt x="113432" y="50123"/>
                  </a:lnTo>
                  <a:lnTo>
                    <a:pt x="112740" y="56069"/>
                  </a:lnTo>
                  <a:lnTo>
                    <a:pt x="110739" y="60054"/>
                  </a:lnTo>
                  <a:lnTo>
                    <a:pt x="108060" y="63972"/>
                  </a:lnTo>
                  <a:lnTo>
                    <a:pt x="108736" y="64917"/>
                  </a:lnTo>
                  <a:lnTo>
                    <a:pt x="109519" y="65498"/>
                  </a:lnTo>
                  <a:lnTo>
                    <a:pt x="111242" y="64338"/>
                  </a:lnTo>
                  <a:lnTo>
                    <a:pt x="112393" y="64416"/>
                  </a:lnTo>
                  <a:lnTo>
                    <a:pt x="113670" y="65166"/>
                  </a:lnTo>
                  <a:lnTo>
                    <a:pt x="113274" y="68209"/>
                  </a:lnTo>
                  <a:lnTo>
                    <a:pt x="112815" y="70274"/>
                  </a:lnTo>
                  <a:lnTo>
                    <a:pt x="113082" y="72197"/>
                  </a:lnTo>
                  <a:lnTo>
                    <a:pt x="113840" y="75866"/>
                  </a:lnTo>
                  <a:lnTo>
                    <a:pt x="114885" y="76671"/>
                  </a:lnTo>
                  <a:lnTo>
                    <a:pt x="115303" y="81373"/>
                  </a:lnTo>
                  <a:lnTo>
                    <a:pt x="115857" y="83936"/>
                  </a:lnTo>
                  <a:lnTo>
                    <a:pt x="115783" y="85993"/>
                  </a:lnTo>
                  <a:lnTo>
                    <a:pt x="116830" y="87309"/>
                  </a:lnTo>
                  <a:lnTo>
                    <a:pt x="117006" y="89410"/>
                  </a:lnTo>
                  <a:lnTo>
                    <a:pt x="120801" y="90004"/>
                  </a:lnTo>
                  <a:lnTo>
                    <a:pt x="121569" y="90812"/>
                  </a:lnTo>
                  <a:lnTo>
                    <a:pt x="124206" y="91612"/>
                  </a:lnTo>
                  <a:lnTo>
                    <a:pt x="124704" y="92192"/>
                  </a:lnTo>
                  <a:lnTo>
                    <a:pt x="125172" y="93344"/>
                  </a:lnTo>
                  <a:lnTo>
                    <a:pt x="122589" y="95881"/>
                  </a:lnTo>
                  <a:lnTo>
                    <a:pt x="124680" y="97716"/>
                  </a:lnTo>
                  <a:lnTo>
                    <a:pt x="126657" y="100707"/>
                  </a:lnTo>
                  <a:lnTo>
                    <a:pt x="128213" y="100119"/>
                  </a:lnTo>
                  <a:lnTo>
                    <a:pt x="128886" y="100214"/>
                  </a:lnTo>
                  <a:lnTo>
                    <a:pt x="130626" y="102088"/>
                  </a:lnTo>
                  <a:lnTo>
                    <a:pt x="131111" y="103016"/>
                  </a:lnTo>
                  <a:lnTo>
                    <a:pt x="131377" y="103841"/>
                  </a:lnTo>
                  <a:lnTo>
                    <a:pt x="132250" y="103664"/>
                  </a:lnTo>
                  <a:lnTo>
                    <a:pt x="133504" y="102941"/>
                  </a:lnTo>
                  <a:lnTo>
                    <a:pt x="135773" y="103120"/>
                  </a:lnTo>
                  <a:lnTo>
                    <a:pt x="138191" y="104177"/>
                  </a:lnTo>
                  <a:lnTo>
                    <a:pt x="137987" y="105790"/>
                  </a:lnTo>
                  <a:lnTo>
                    <a:pt x="137622" y="106906"/>
                  </a:lnTo>
                  <a:lnTo>
                    <a:pt x="139515" y="106538"/>
                  </a:lnTo>
                  <a:lnTo>
                    <a:pt x="140695" y="107686"/>
                  </a:lnTo>
                  <a:lnTo>
                    <a:pt x="141107" y="107134"/>
                  </a:lnTo>
                  <a:lnTo>
                    <a:pt x="141399" y="106421"/>
                  </a:lnTo>
                  <a:lnTo>
                    <a:pt x="143749" y="104464"/>
                  </a:lnTo>
                  <a:lnTo>
                    <a:pt x="146766" y="100407"/>
                  </a:lnTo>
                  <a:lnTo>
                    <a:pt x="147134" y="100909"/>
                  </a:lnTo>
                  <a:lnTo>
                    <a:pt x="147271" y="102447"/>
                  </a:lnTo>
                  <a:lnTo>
                    <a:pt x="147667" y="104956"/>
                  </a:lnTo>
                  <a:lnTo>
                    <a:pt x="148826" y="106688"/>
                  </a:lnTo>
                  <a:lnTo>
                    <a:pt x="150203" y="107085"/>
                  </a:lnTo>
                  <a:lnTo>
                    <a:pt x="152097" y="105760"/>
                  </a:lnTo>
                  <a:lnTo>
                    <a:pt x="152841" y="106904"/>
                  </a:lnTo>
                  <a:lnTo>
                    <a:pt x="153729" y="109109"/>
                  </a:lnTo>
                  <a:lnTo>
                    <a:pt x="154574" y="111994"/>
                  </a:lnTo>
                  <a:lnTo>
                    <a:pt x="154517" y="113028"/>
                  </a:lnTo>
                  <a:lnTo>
                    <a:pt x="153434" y="113928"/>
                  </a:lnTo>
                  <a:lnTo>
                    <a:pt x="152457" y="115225"/>
                  </a:lnTo>
                  <a:lnTo>
                    <a:pt x="156534" y="115759"/>
                  </a:lnTo>
                  <a:lnTo>
                    <a:pt x="156948" y="116304"/>
                  </a:lnTo>
                  <a:lnTo>
                    <a:pt x="157399" y="117440"/>
                  </a:lnTo>
                  <a:lnTo>
                    <a:pt x="156983" y="118590"/>
                  </a:lnTo>
                  <a:lnTo>
                    <a:pt x="156599" y="119162"/>
                  </a:lnTo>
                  <a:lnTo>
                    <a:pt x="155860" y="118493"/>
                  </a:lnTo>
                  <a:lnTo>
                    <a:pt x="154496" y="119102"/>
                  </a:lnTo>
                  <a:lnTo>
                    <a:pt x="153306" y="120592"/>
                  </a:lnTo>
                  <a:lnTo>
                    <a:pt x="152032" y="121420"/>
                  </a:lnTo>
                  <a:lnTo>
                    <a:pt x="151217" y="121516"/>
                  </a:lnTo>
                  <a:lnTo>
                    <a:pt x="150312" y="122204"/>
                  </a:lnTo>
                  <a:lnTo>
                    <a:pt x="149485" y="123269"/>
                  </a:lnTo>
                  <a:lnTo>
                    <a:pt x="148626" y="123566"/>
                  </a:lnTo>
                  <a:lnTo>
                    <a:pt x="145946" y="126224"/>
                  </a:lnTo>
                  <a:lnTo>
                    <a:pt x="143205" y="127938"/>
                  </a:lnTo>
                  <a:lnTo>
                    <a:pt x="140339" y="130681"/>
                  </a:lnTo>
                  <a:lnTo>
                    <a:pt x="137415" y="132410"/>
                  </a:lnTo>
                  <a:lnTo>
                    <a:pt x="134380" y="134488"/>
                  </a:lnTo>
                  <a:lnTo>
                    <a:pt x="133720" y="134673"/>
                  </a:lnTo>
                  <a:lnTo>
                    <a:pt x="132954" y="134591"/>
                  </a:lnTo>
                  <a:lnTo>
                    <a:pt x="131221" y="136622"/>
                  </a:lnTo>
                  <a:lnTo>
                    <a:pt x="130364" y="136346"/>
                  </a:lnTo>
                  <a:lnTo>
                    <a:pt x="129489" y="136700"/>
                  </a:lnTo>
                  <a:lnTo>
                    <a:pt x="128482" y="136253"/>
                  </a:lnTo>
                  <a:lnTo>
                    <a:pt x="127795" y="135422"/>
                  </a:lnTo>
                  <a:lnTo>
                    <a:pt x="128322" y="137567"/>
                  </a:lnTo>
                  <a:lnTo>
                    <a:pt x="128476" y="139542"/>
                  </a:lnTo>
                  <a:lnTo>
                    <a:pt x="128213" y="140408"/>
                  </a:lnTo>
                  <a:lnTo>
                    <a:pt x="127729" y="141427"/>
                  </a:lnTo>
                  <a:lnTo>
                    <a:pt x="125987" y="141236"/>
                  </a:lnTo>
                  <a:lnTo>
                    <a:pt x="125302" y="140520"/>
                  </a:lnTo>
                  <a:lnTo>
                    <a:pt x="124489" y="139466"/>
                  </a:lnTo>
                  <a:lnTo>
                    <a:pt x="124116" y="137766"/>
                  </a:lnTo>
                  <a:lnTo>
                    <a:pt x="123241" y="136553"/>
                  </a:lnTo>
                  <a:lnTo>
                    <a:pt x="122721" y="138238"/>
                  </a:lnTo>
                  <a:lnTo>
                    <a:pt x="122725" y="139493"/>
                  </a:lnTo>
                  <a:lnTo>
                    <a:pt x="122077" y="141206"/>
                  </a:lnTo>
                  <a:lnTo>
                    <a:pt x="121316" y="138274"/>
                  </a:lnTo>
                  <a:lnTo>
                    <a:pt x="119946" y="139347"/>
                  </a:lnTo>
                  <a:lnTo>
                    <a:pt x="119342" y="142464"/>
                  </a:lnTo>
                  <a:lnTo>
                    <a:pt x="119645" y="143354"/>
                  </a:lnTo>
                  <a:lnTo>
                    <a:pt x="120065" y="145738"/>
                  </a:lnTo>
                  <a:lnTo>
                    <a:pt x="119388" y="146981"/>
                  </a:lnTo>
                  <a:lnTo>
                    <a:pt x="118886" y="146640"/>
                  </a:lnTo>
                  <a:lnTo>
                    <a:pt x="117843" y="150138"/>
                  </a:lnTo>
                  <a:lnTo>
                    <a:pt x="116581" y="151412"/>
                  </a:lnTo>
                  <a:lnTo>
                    <a:pt x="115279" y="154979"/>
                  </a:lnTo>
                  <a:lnTo>
                    <a:pt x="113737" y="157697"/>
                  </a:lnTo>
                  <a:lnTo>
                    <a:pt x="113314" y="159514"/>
                  </a:lnTo>
                  <a:lnTo>
                    <a:pt x="110731" y="163671"/>
                  </a:lnTo>
                  <a:lnTo>
                    <a:pt x="109750" y="163547"/>
                  </a:lnTo>
                  <a:lnTo>
                    <a:pt x="109027" y="163684"/>
                  </a:lnTo>
                  <a:lnTo>
                    <a:pt x="107937" y="165417"/>
                  </a:lnTo>
                  <a:lnTo>
                    <a:pt x="107768" y="168918"/>
                  </a:lnTo>
                  <a:lnTo>
                    <a:pt x="107287" y="168455"/>
                  </a:lnTo>
                  <a:lnTo>
                    <a:pt x="106799" y="168569"/>
                  </a:lnTo>
                  <a:lnTo>
                    <a:pt x="106546" y="169668"/>
                  </a:lnTo>
                  <a:lnTo>
                    <a:pt x="106187" y="169850"/>
                  </a:lnTo>
                  <a:lnTo>
                    <a:pt x="105234" y="168810"/>
                  </a:lnTo>
                  <a:lnTo>
                    <a:pt x="104113" y="169378"/>
                  </a:lnTo>
                  <a:lnTo>
                    <a:pt x="103236" y="168589"/>
                  </a:lnTo>
                  <a:lnTo>
                    <a:pt x="102117" y="163459"/>
                  </a:lnTo>
                  <a:lnTo>
                    <a:pt x="101523" y="161661"/>
                  </a:lnTo>
                  <a:lnTo>
                    <a:pt x="100470" y="161081"/>
                  </a:lnTo>
                  <a:lnTo>
                    <a:pt x="100197" y="162166"/>
                  </a:lnTo>
                  <a:lnTo>
                    <a:pt x="99789" y="163228"/>
                  </a:lnTo>
                  <a:lnTo>
                    <a:pt x="98775" y="161111"/>
                  </a:lnTo>
                  <a:lnTo>
                    <a:pt x="98006" y="153255"/>
                  </a:lnTo>
                  <a:lnTo>
                    <a:pt x="98000" y="151359"/>
                  </a:lnTo>
                  <a:lnTo>
                    <a:pt x="99076" y="144751"/>
                  </a:lnTo>
                  <a:lnTo>
                    <a:pt x="101741" y="138802"/>
                  </a:lnTo>
                  <a:lnTo>
                    <a:pt x="100890" y="138603"/>
                  </a:lnTo>
                  <a:lnTo>
                    <a:pt x="98537" y="142728"/>
                  </a:lnTo>
                  <a:lnTo>
                    <a:pt x="98780" y="141730"/>
                  </a:lnTo>
                  <a:lnTo>
                    <a:pt x="99179" y="140689"/>
                  </a:lnTo>
                  <a:lnTo>
                    <a:pt x="99972" y="139011"/>
                  </a:lnTo>
                  <a:lnTo>
                    <a:pt x="101177" y="137434"/>
                  </a:lnTo>
                  <a:lnTo>
                    <a:pt x="102780" y="136515"/>
                  </a:lnTo>
                  <a:lnTo>
                    <a:pt x="103883" y="136375"/>
                  </a:lnTo>
                  <a:lnTo>
                    <a:pt x="104644" y="135504"/>
                  </a:lnTo>
                  <a:lnTo>
                    <a:pt x="105746" y="133960"/>
                  </a:lnTo>
                  <a:lnTo>
                    <a:pt x="105950" y="133140"/>
                  </a:lnTo>
                  <a:lnTo>
                    <a:pt x="104973" y="134083"/>
                  </a:lnTo>
                  <a:lnTo>
                    <a:pt x="103350" y="135010"/>
                  </a:lnTo>
                  <a:lnTo>
                    <a:pt x="103766" y="133794"/>
                  </a:lnTo>
                  <a:lnTo>
                    <a:pt x="104172" y="133143"/>
                  </a:lnTo>
                  <a:lnTo>
                    <a:pt x="112847" y="122491"/>
                  </a:lnTo>
                  <a:lnTo>
                    <a:pt x="114592" y="120735"/>
                  </a:lnTo>
                  <a:lnTo>
                    <a:pt x="118073" y="118494"/>
                  </a:lnTo>
                  <a:lnTo>
                    <a:pt x="118556" y="117027"/>
                  </a:lnTo>
                  <a:lnTo>
                    <a:pt x="118081" y="116089"/>
                  </a:lnTo>
                  <a:lnTo>
                    <a:pt x="119432" y="116920"/>
                  </a:lnTo>
                  <a:lnTo>
                    <a:pt x="119320" y="118135"/>
                  </a:lnTo>
                  <a:lnTo>
                    <a:pt x="119109" y="119021"/>
                  </a:lnTo>
                  <a:lnTo>
                    <a:pt x="119029" y="120527"/>
                  </a:lnTo>
                  <a:lnTo>
                    <a:pt x="119161" y="121976"/>
                  </a:lnTo>
                  <a:lnTo>
                    <a:pt x="120534" y="122683"/>
                  </a:lnTo>
                  <a:lnTo>
                    <a:pt x="121679" y="125380"/>
                  </a:lnTo>
                  <a:lnTo>
                    <a:pt x="121135" y="121716"/>
                  </a:lnTo>
                  <a:lnTo>
                    <a:pt x="122166" y="119646"/>
                  </a:lnTo>
                  <a:lnTo>
                    <a:pt x="126134" y="116874"/>
                  </a:lnTo>
                  <a:lnTo>
                    <a:pt x="129450" y="116573"/>
                  </a:lnTo>
                  <a:lnTo>
                    <a:pt x="130511" y="115281"/>
                  </a:lnTo>
                  <a:lnTo>
                    <a:pt x="127675" y="114414"/>
                  </a:lnTo>
                  <a:lnTo>
                    <a:pt x="124315" y="114886"/>
                  </a:lnTo>
                  <a:lnTo>
                    <a:pt x="122235" y="113919"/>
                  </a:lnTo>
                  <a:lnTo>
                    <a:pt x="119366" y="114550"/>
                  </a:lnTo>
                  <a:lnTo>
                    <a:pt x="116331" y="113944"/>
                  </a:lnTo>
                  <a:lnTo>
                    <a:pt x="115400" y="114744"/>
                  </a:lnTo>
                  <a:lnTo>
                    <a:pt x="114645" y="116476"/>
                  </a:lnTo>
                  <a:lnTo>
                    <a:pt x="113664" y="115711"/>
                  </a:lnTo>
                  <a:lnTo>
                    <a:pt x="113190" y="115583"/>
                  </a:lnTo>
                  <a:lnTo>
                    <a:pt x="112733" y="114985"/>
                  </a:lnTo>
                  <a:lnTo>
                    <a:pt x="113716" y="112009"/>
                  </a:lnTo>
                  <a:lnTo>
                    <a:pt x="116793" y="107578"/>
                  </a:lnTo>
                  <a:lnTo>
                    <a:pt x="118669" y="103726"/>
                  </a:lnTo>
                  <a:lnTo>
                    <a:pt x="119197" y="102918"/>
                  </a:lnTo>
                  <a:lnTo>
                    <a:pt x="119617" y="101367"/>
                  </a:lnTo>
                  <a:lnTo>
                    <a:pt x="118588" y="101626"/>
                  </a:lnTo>
                  <a:lnTo>
                    <a:pt x="117689" y="102234"/>
                  </a:lnTo>
                  <a:lnTo>
                    <a:pt x="117066" y="100453"/>
                  </a:lnTo>
                  <a:lnTo>
                    <a:pt x="115957" y="98088"/>
                  </a:lnTo>
                  <a:lnTo>
                    <a:pt x="115849" y="99073"/>
                  </a:lnTo>
                  <a:lnTo>
                    <a:pt x="116406" y="102017"/>
                  </a:lnTo>
                  <a:lnTo>
                    <a:pt x="114279" y="107196"/>
                  </a:lnTo>
                  <a:lnTo>
                    <a:pt x="112905" y="107564"/>
                  </a:lnTo>
                  <a:lnTo>
                    <a:pt x="111071" y="109979"/>
                  </a:lnTo>
                  <a:lnTo>
                    <a:pt x="108481" y="112081"/>
                  </a:lnTo>
                  <a:lnTo>
                    <a:pt x="105458" y="116094"/>
                  </a:lnTo>
                  <a:lnTo>
                    <a:pt x="101552" y="119474"/>
                  </a:lnTo>
                  <a:lnTo>
                    <a:pt x="100733" y="119487"/>
                  </a:lnTo>
                  <a:lnTo>
                    <a:pt x="98959" y="116705"/>
                  </a:lnTo>
                  <a:lnTo>
                    <a:pt x="99455" y="115439"/>
                  </a:lnTo>
                  <a:lnTo>
                    <a:pt x="99916" y="113721"/>
                  </a:lnTo>
                  <a:lnTo>
                    <a:pt x="99475" y="114216"/>
                  </a:lnTo>
                  <a:lnTo>
                    <a:pt x="99189" y="114961"/>
                  </a:lnTo>
                  <a:lnTo>
                    <a:pt x="98119" y="116156"/>
                  </a:lnTo>
                  <a:lnTo>
                    <a:pt x="98987" y="118468"/>
                  </a:lnTo>
                  <a:lnTo>
                    <a:pt x="98568" y="119336"/>
                  </a:lnTo>
                  <a:lnTo>
                    <a:pt x="97327" y="120475"/>
                  </a:lnTo>
                  <a:lnTo>
                    <a:pt x="96172" y="122124"/>
                  </a:lnTo>
                  <a:lnTo>
                    <a:pt x="95160" y="123227"/>
                  </a:lnTo>
                  <a:lnTo>
                    <a:pt x="94342" y="121824"/>
                  </a:lnTo>
                  <a:lnTo>
                    <a:pt x="92084" y="123596"/>
                  </a:lnTo>
                  <a:lnTo>
                    <a:pt x="90182" y="124072"/>
                  </a:lnTo>
                  <a:lnTo>
                    <a:pt x="89770" y="123175"/>
                  </a:lnTo>
                  <a:lnTo>
                    <a:pt x="89650" y="121758"/>
                  </a:lnTo>
                  <a:lnTo>
                    <a:pt x="88984" y="121416"/>
                  </a:lnTo>
                  <a:lnTo>
                    <a:pt x="87746" y="121807"/>
                  </a:lnTo>
                  <a:lnTo>
                    <a:pt x="87277" y="121054"/>
                  </a:lnTo>
                  <a:lnTo>
                    <a:pt x="86746" y="120683"/>
                  </a:lnTo>
                  <a:lnTo>
                    <a:pt x="86260" y="120371"/>
                  </a:lnTo>
                  <a:lnTo>
                    <a:pt x="85841" y="120128"/>
                  </a:lnTo>
                  <a:lnTo>
                    <a:pt x="85599" y="120543"/>
                  </a:lnTo>
                  <a:lnTo>
                    <a:pt x="85369" y="121099"/>
                  </a:lnTo>
                  <a:lnTo>
                    <a:pt x="85086" y="121516"/>
                  </a:lnTo>
                  <a:lnTo>
                    <a:pt x="84491" y="120926"/>
                  </a:lnTo>
                  <a:lnTo>
                    <a:pt x="84113" y="119851"/>
                  </a:lnTo>
                  <a:lnTo>
                    <a:pt x="83506" y="118742"/>
                  </a:lnTo>
                  <a:lnTo>
                    <a:pt x="83276" y="117909"/>
                  </a:lnTo>
                  <a:lnTo>
                    <a:pt x="83398" y="116939"/>
                  </a:lnTo>
                  <a:lnTo>
                    <a:pt x="83667" y="116003"/>
                  </a:lnTo>
                  <a:lnTo>
                    <a:pt x="83789" y="114893"/>
                  </a:lnTo>
                  <a:lnTo>
                    <a:pt x="83492" y="113613"/>
                  </a:lnTo>
                  <a:lnTo>
                    <a:pt x="83222" y="112885"/>
                  </a:lnTo>
                  <a:lnTo>
                    <a:pt x="83033" y="112052"/>
                  </a:lnTo>
                  <a:lnTo>
                    <a:pt x="83100" y="111256"/>
                  </a:lnTo>
                  <a:lnTo>
                    <a:pt x="83479" y="110873"/>
                  </a:lnTo>
                  <a:lnTo>
                    <a:pt x="83830" y="110387"/>
                  </a:lnTo>
                  <a:lnTo>
                    <a:pt x="83951" y="109348"/>
                  </a:lnTo>
                  <a:lnTo>
                    <a:pt x="83735" y="108239"/>
                  </a:lnTo>
                  <a:lnTo>
                    <a:pt x="83114" y="107787"/>
                  </a:lnTo>
                  <a:lnTo>
                    <a:pt x="82601" y="107960"/>
                  </a:lnTo>
                  <a:lnTo>
                    <a:pt x="81858" y="107718"/>
                  </a:lnTo>
                  <a:lnTo>
                    <a:pt x="81143" y="107025"/>
                  </a:lnTo>
                  <a:lnTo>
                    <a:pt x="80670" y="106227"/>
                  </a:lnTo>
                  <a:lnTo>
                    <a:pt x="80305" y="105776"/>
                  </a:lnTo>
                  <a:lnTo>
                    <a:pt x="80022" y="105776"/>
                  </a:lnTo>
                  <a:lnTo>
                    <a:pt x="79684" y="105326"/>
                  </a:lnTo>
                  <a:lnTo>
                    <a:pt x="79482" y="104562"/>
                  </a:lnTo>
                  <a:lnTo>
                    <a:pt x="79509" y="103314"/>
                  </a:lnTo>
                  <a:lnTo>
                    <a:pt x="79603" y="102553"/>
                  </a:lnTo>
                  <a:lnTo>
                    <a:pt x="79792" y="101893"/>
                  </a:lnTo>
                  <a:lnTo>
                    <a:pt x="79805" y="101165"/>
                  </a:lnTo>
                  <a:lnTo>
                    <a:pt x="79724" y="100644"/>
                  </a:lnTo>
                  <a:lnTo>
                    <a:pt x="79711" y="100230"/>
                  </a:lnTo>
                  <a:lnTo>
                    <a:pt x="79765" y="99709"/>
                  </a:lnTo>
                  <a:lnTo>
                    <a:pt x="79887" y="98669"/>
                  </a:lnTo>
                  <a:lnTo>
                    <a:pt x="79684" y="97907"/>
                  </a:lnTo>
                  <a:lnTo>
                    <a:pt x="79663" y="95266"/>
                  </a:lnTo>
                  <a:lnTo>
                    <a:pt x="79623" y="90326"/>
                  </a:lnTo>
                  <a:lnTo>
                    <a:pt x="79593" y="86542"/>
                  </a:lnTo>
                  <a:lnTo>
                    <a:pt x="79556" y="81785"/>
                  </a:lnTo>
                  <a:lnTo>
                    <a:pt x="79534" y="78320"/>
                  </a:lnTo>
                  <a:lnTo>
                    <a:pt x="79503" y="73467"/>
                  </a:lnTo>
                  <a:lnTo>
                    <a:pt x="79475" y="68861"/>
                  </a:lnTo>
                  <a:lnTo>
                    <a:pt x="79429" y="64515"/>
                  </a:lnTo>
                  <a:lnTo>
                    <a:pt x="77955" y="62009"/>
                  </a:lnTo>
                  <a:lnTo>
                    <a:pt x="76092" y="58841"/>
                  </a:lnTo>
                  <a:lnTo>
                    <a:pt x="74496" y="56740"/>
                  </a:lnTo>
                  <a:lnTo>
                    <a:pt x="73628" y="56488"/>
                  </a:lnTo>
                  <a:lnTo>
                    <a:pt x="73086" y="56782"/>
                  </a:lnTo>
                  <a:lnTo>
                    <a:pt x="72868" y="57620"/>
                  </a:lnTo>
                  <a:lnTo>
                    <a:pt x="71678" y="58518"/>
                  </a:lnTo>
                  <a:lnTo>
                    <a:pt x="69512" y="59473"/>
                  </a:lnTo>
                  <a:lnTo>
                    <a:pt x="67669" y="60955"/>
                  </a:lnTo>
                  <a:lnTo>
                    <a:pt x="66994" y="60969"/>
                  </a:lnTo>
                  <a:lnTo>
                    <a:pt x="66420" y="60721"/>
                  </a:lnTo>
                  <a:lnTo>
                    <a:pt x="65662" y="59976"/>
                  </a:lnTo>
                  <a:lnTo>
                    <a:pt x="65139" y="58877"/>
                  </a:lnTo>
                  <a:lnTo>
                    <a:pt x="64958" y="56971"/>
                  </a:lnTo>
                  <a:lnTo>
                    <a:pt x="65120" y="54357"/>
                  </a:lnTo>
                  <a:lnTo>
                    <a:pt x="64014" y="53820"/>
                  </a:lnTo>
                  <a:lnTo>
                    <a:pt x="62903" y="53282"/>
                  </a:lnTo>
                  <a:lnTo>
                    <a:pt x="62221" y="55084"/>
                  </a:lnTo>
                  <a:lnTo>
                    <a:pt x="61568" y="56602"/>
                  </a:lnTo>
                  <a:lnTo>
                    <a:pt x="60272" y="59910"/>
                  </a:lnTo>
                  <a:lnTo>
                    <a:pt x="58450" y="64559"/>
                  </a:lnTo>
                  <a:lnTo>
                    <a:pt x="57440" y="67114"/>
                  </a:lnTo>
                  <a:lnTo>
                    <a:pt x="55666" y="71604"/>
                  </a:lnTo>
                  <a:lnTo>
                    <a:pt x="54101" y="75563"/>
                  </a:lnTo>
                  <a:lnTo>
                    <a:pt x="53750" y="79626"/>
                  </a:lnTo>
                  <a:lnTo>
                    <a:pt x="53417" y="83478"/>
                  </a:lnTo>
                  <a:lnTo>
                    <a:pt x="52122" y="86410"/>
                  </a:lnTo>
                  <a:lnTo>
                    <a:pt x="51332" y="89098"/>
                  </a:lnTo>
                  <a:lnTo>
                    <a:pt x="50980" y="92079"/>
                  </a:lnTo>
                  <a:lnTo>
                    <a:pt x="50686" y="94816"/>
                  </a:lnTo>
                  <a:lnTo>
                    <a:pt x="50663" y="97107"/>
                  </a:lnTo>
                  <a:lnTo>
                    <a:pt x="50885" y="98309"/>
                  </a:lnTo>
                  <a:lnTo>
                    <a:pt x="50781" y="99286"/>
                  </a:lnTo>
                  <a:lnTo>
                    <a:pt x="50352" y="100410"/>
                  </a:lnTo>
                  <a:lnTo>
                    <a:pt x="49496" y="102365"/>
                  </a:lnTo>
                  <a:lnTo>
                    <a:pt x="49344" y="104246"/>
                  </a:lnTo>
                  <a:lnTo>
                    <a:pt x="48820" y="105174"/>
                  </a:lnTo>
                  <a:lnTo>
                    <a:pt x="47327" y="107031"/>
                  </a:lnTo>
                  <a:lnTo>
                    <a:pt x="46108" y="109768"/>
                  </a:lnTo>
                  <a:lnTo>
                    <a:pt x="46049" y="111318"/>
                  </a:lnTo>
                  <a:lnTo>
                    <a:pt x="46225" y="112605"/>
                  </a:lnTo>
                  <a:lnTo>
                    <a:pt x="46252" y="113404"/>
                  </a:lnTo>
                  <a:lnTo>
                    <a:pt x="46008" y="113961"/>
                  </a:lnTo>
                  <a:lnTo>
                    <a:pt x="45520" y="113925"/>
                  </a:lnTo>
                  <a:lnTo>
                    <a:pt x="44993" y="114100"/>
                  </a:lnTo>
                  <a:lnTo>
                    <a:pt x="44548" y="115241"/>
                  </a:lnTo>
                  <a:lnTo>
                    <a:pt x="44560" y="116880"/>
                  </a:lnTo>
                  <a:lnTo>
                    <a:pt x="44235" y="118062"/>
                  </a:lnTo>
                  <a:lnTo>
                    <a:pt x="43856" y="118305"/>
                  </a:lnTo>
                  <a:lnTo>
                    <a:pt x="43531" y="117470"/>
                  </a:lnTo>
                  <a:lnTo>
                    <a:pt x="43140" y="116218"/>
                  </a:lnTo>
                  <a:lnTo>
                    <a:pt x="42683" y="116095"/>
                  </a:lnTo>
                  <a:lnTo>
                    <a:pt x="41988" y="116926"/>
                  </a:lnTo>
                  <a:lnTo>
                    <a:pt x="41132" y="118294"/>
                  </a:lnTo>
                  <a:lnTo>
                    <a:pt x="40361" y="118367"/>
                  </a:lnTo>
                  <a:lnTo>
                    <a:pt x="38915" y="117489"/>
                  </a:lnTo>
                  <a:lnTo>
                    <a:pt x="37859" y="120141"/>
                  </a:lnTo>
                  <a:lnTo>
                    <a:pt x="36726" y="125837"/>
                  </a:lnTo>
                  <a:lnTo>
                    <a:pt x="31937" y="125851"/>
                  </a:lnTo>
                  <a:lnTo>
                    <a:pt x="27149" y="125866"/>
                  </a:lnTo>
                  <a:lnTo>
                    <a:pt x="22359" y="125880"/>
                  </a:lnTo>
                  <a:lnTo>
                    <a:pt x="17571" y="125895"/>
                  </a:lnTo>
                  <a:lnTo>
                    <a:pt x="12782" y="125908"/>
                  </a:lnTo>
                  <a:lnTo>
                    <a:pt x="7993" y="125922"/>
                  </a:lnTo>
                  <a:lnTo>
                    <a:pt x="3205" y="125936"/>
                  </a:lnTo>
                  <a:lnTo>
                    <a:pt x="525" y="1259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1746226" y="2174944"/>
              <a:ext cx="1926" cy="3432"/>
            </a:xfrm>
            <a:custGeom>
              <a:avLst/>
              <a:pathLst>
                <a:path w="1926" h="3432">
                  <a:moveTo>
                    <a:pt x="1603" y="761"/>
                  </a:moveTo>
                  <a:lnTo>
                    <a:pt x="1926" y="3432"/>
                  </a:lnTo>
                  <a:lnTo>
                    <a:pt x="513" y="3003"/>
                  </a:lnTo>
                  <a:lnTo>
                    <a:pt x="20" y="2485"/>
                  </a:lnTo>
                  <a:lnTo>
                    <a:pt x="0" y="1203"/>
                  </a:lnTo>
                  <a:lnTo>
                    <a:pt x="263" y="0"/>
                  </a:lnTo>
                  <a:lnTo>
                    <a:pt x="1336" y="4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567532" y="2167507"/>
              <a:ext cx="3750" cy="3999"/>
            </a:xfrm>
            <a:custGeom>
              <a:avLst/>
              <a:pathLst>
                <a:path w="3750" h="3999">
                  <a:moveTo>
                    <a:pt x="3558" y="1259"/>
                  </a:moveTo>
                  <a:lnTo>
                    <a:pt x="1782" y="2979"/>
                  </a:lnTo>
                  <a:lnTo>
                    <a:pt x="1377" y="3656"/>
                  </a:lnTo>
                  <a:lnTo>
                    <a:pt x="886" y="3999"/>
                  </a:lnTo>
                  <a:lnTo>
                    <a:pt x="518" y="3458"/>
                  </a:lnTo>
                  <a:lnTo>
                    <a:pt x="0" y="1637"/>
                  </a:lnTo>
                  <a:lnTo>
                    <a:pt x="93" y="1031"/>
                  </a:lnTo>
                  <a:lnTo>
                    <a:pt x="581" y="949"/>
                  </a:lnTo>
                  <a:lnTo>
                    <a:pt x="860" y="1190"/>
                  </a:lnTo>
                  <a:lnTo>
                    <a:pt x="931" y="1755"/>
                  </a:lnTo>
                  <a:lnTo>
                    <a:pt x="1145" y="2043"/>
                  </a:lnTo>
                  <a:lnTo>
                    <a:pt x="1501" y="2048"/>
                  </a:lnTo>
                  <a:lnTo>
                    <a:pt x="2817" y="278"/>
                  </a:lnTo>
                  <a:lnTo>
                    <a:pt x="3502" y="0"/>
                  </a:lnTo>
                  <a:lnTo>
                    <a:pt x="3750" y="34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574147" y="2163970"/>
              <a:ext cx="3545" cy="4850"/>
            </a:xfrm>
            <a:custGeom>
              <a:avLst/>
              <a:pathLst>
                <a:path w="3545" h="4850">
                  <a:moveTo>
                    <a:pt x="2244" y="199"/>
                  </a:moveTo>
                  <a:lnTo>
                    <a:pt x="3093" y="2118"/>
                  </a:lnTo>
                  <a:lnTo>
                    <a:pt x="3545" y="2636"/>
                  </a:lnTo>
                  <a:lnTo>
                    <a:pt x="579" y="4713"/>
                  </a:lnTo>
                  <a:lnTo>
                    <a:pt x="224" y="4850"/>
                  </a:lnTo>
                  <a:lnTo>
                    <a:pt x="30" y="4604"/>
                  </a:lnTo>
                  <a:lnTo>
                    <a:pt x="0" y="2669"/>
                  </a:lnTo>
                  <a:lnTo>
                    <a:pt x="128" y="1173"/>
                  </a:lnTo>
                  <a:lnTo>
                    <a:pt x="342" y="950"/>
                  </a:lnTo>
                  <a:lnTo>
                    <a:pt x="1028" y="1851"/>
                  </a:lnTo>
                  <a:lnTo>
                    <a:pt x="173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1764427" y="2163263"/>
              <a:ext cx="5869" cy="7823"/>
            </a:xfrm>
            <a:custGeom>
              <a:avLst/>
              <a:pathLst>
                <a:path w="5869" h="7823">
                  <a:moveTo>
                    <a:pt x="5710" y="7208"/>
                  </a:moveTo>
                  <a:lnTo>
                    <a:pt x="5869" y="7823"/>
                  </a:lnTo>
                  <a:lnTo>
                    <a:pt x="3309" y="5523"/>
                  </a:lnTo>
                  <a:lnTo>
                    <a:pt x="2216" y="4162"/>
                  </a:lnTo>
                  <a:lnTo>
                    <a:pt x="1794" y="3180"/>
                  </a:lnTo>
                  <a:lnTo>
                    <a:pt x="1519" y="2623"/>
                  </a:lnTo>
                  <a:lnTo>
                    <a:pt x="217" y="1164"/>
                  </a:lnTo>
                  <a:lnTo>
                    <a:pt x="0" y="495"/>
                  </a:lnTo>
                  <a:lnTo>
                    <a:pt x="305" y="0"/>
                  </a:lnTo>
                  <a:lnTo>
                    <a:pt x="1181" y="300"/>
                  </a:lnTo>
                  <a:lnTo>
                    <a:pt x="2628" y="1398"/>
                  </a:lnTo>
                  <a:lnTo>
                    <a:pt x="3921" y="31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1737943" y="2160389"/>
              <a:ext cx="3745" cy="8007"/>
            </a:xfrm>
            <a:custGeom>
              <a:avLst/>
              <a:pathLst>
                <a:path w="3745" h="8007">
                  <a:moveTo>
                    <a:pt x="3568" y="7876"/>
                  </a:moveTo>
                  <a:lnTo>
                    <a:pt x="3116" y="8007"/>
                  </a:lnTo>
                  <a:lnTo>
                    <a:pt x="2392" y="7649"/>
                  </a:lnTo>
                  <a:lnTo>
                    <a:pt x="1577" y="6804"/>
                  </a:lnTo>
                  <a:lnTo>
                    <a:pt x="146" y="4547"/>
                  </a:lnTo>
                  <a:lnTo>
                    <a:pt x="0" y="4038"/>
                  </a:lnTo>
                  <a:lnTo>
                    <a:pt x="129" y="3601"/>
                  </a:lnTo>
                  <a:lnTo>
                    <a:pt x="533" y="3237"/>
                  </a:lnTo>
                  <a:lnTo>
                    <a:pt x="626" y="2643"/>
                  </a:lnTo>
                  <a:lnTo>
                    <a:pt x="292" y="1022"/>
                  </a:lnTo>
                  <a:lnTo>
                    <a:pt x="1440" y="0"/>
                  </a:lnTo>
                  <a:lnTo>
                    <a:pt x="2452" y="848"/>
                  </a:lnTo>
                  <a:lnTo>
                    <a:pt x="2912" y="1887"/>
                  </a:lnTo>
                  <a:lnTo>
                    <a:pt x="3468" y="3739"/>
                  </a:lnTo>
                  <a:lnTo>
                    <a:pt x="3718" y="5827"/>
                  </a:lnTo>
                  <a:lnTo>
                    <a:pt x="3745" y="72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456806" y="2158261"/>
              <a:ext cx="32096" cy="25568"/>
            </a:xfrm>
            <a:custGeom>
              <a:avLst/>
              <a:pathLst>
                <a:path w="32096" h="25568">
                  <a:moveTo>
                    <a:pt x="30888" y="25131"/>
                  </a:moveTo>
                  <a:lnTo>
                    <a:pt x="26073" y="25568"/>
                  </a:lnTo>
                  <a:lnTo>
                    <a:pt x="22240" y="23743"/>
                  </a:lnTo>
                  <a:lnTo>
                    <a:pt x="19397" y="22861"/>
                  </a:lnTo>
                  <a:lnTo>
                    <a:pt x="16614" y="21258"/>
                  </a:lnTo>
                  <a:lnTo>
                    <a:pt x="10579" y="16106"/>
                  </a:lnTo>
                  <a:lnTo>
                    <a:pt x="9889" y="14315"/>
                  </a:lnTo>
                  <a:lnTo>
                    <a:pt x="9309" y="12116"/>
                  </a:lnTo>
                  <a:lnTo>
                    <a:pt x="8154" y="10117"/>
                  </a:lnTo>
                  <a:lnTo>
                    <a:pt x="6908" y="8470"/>
                  </a:lnTo>
                  <a:lnTo>
                    <a:pt x="519" y="3446"/>
                  </a:lnTo>
                  <a:lnTo>
                    <a:pt x="0" y="1696"/>
                  </a:lnTo>
                  <a:lnTo>
                    <a:pt x="1291" y="545"/>
                  </a:lnTo>
                  <a:lnTo>
                    <a:pt x="2778" y="0"/>
                  </a:lnTo>
                  <a:lnTo>
                    <a:pt x="4071" y="80"/>
                  </a:lnTo>
                  <a:lnTo>
                    <a:pt x="8343" y="2043"/>
                  </a:lnTo>
                  <a:lnTo>
                    <a:pt x="13731" y="3768"/>
                  </a:lnTo>
                  <a:lnTo>
                    <a:pt x="16069" y="5072"/>
                  </a:lnTo>
                  <a:lnTo>
                    <a:pt x="18719" y="7059"/>
                  </a:lnTo>
                  <a:lnTo>
                    <a:pt x="21310" y="9469"/>
                  </a:lnTo>
                  <a:lnTo>
                    <a:pt x="27069" y="15876"/>
                  </a:lnTo>
                  <a:lnTo>
                    <a:pt x="28104" y="16387"/>
                  </a:lnTo>
                  <a:lnTo>
                    <a:pt x="30704" y="19527"/>
                  </a:lnTo>
                  <a:lnTo>
                    <a:pt x="31639" y="21884"/>
                  </a:lnTo>
                  <a:lnTo>
                    <a:pt x="32096" y="23797"/>
                  </a:lnTo>
                  <a:lnTo>
                    <a:pt x="31528" y="247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1760099" y="2150201"/>
              <a:ext cx="1363" cy="5803"/>
            </a:xfrm>
            <a:custGeom>
              <a:avLst/>
              <a:pathLst>
                <a:path w="1363" h="5803">
                  <a:moveTo>
                    <a:pt x="555" y="5542"/>
                  </a:moveTo>
                  <a:lnTo>
                    <a:pt x="280" y="5803"/>
                  </a:lnTo>
                  <a:lnTo>
                    <a:pt x="0" y="2454"/>
                  </a:lnTo>
                  <a:lnTo>
                    <a:pt x="348" y="1239"/>
                  </a:lnTo>
                  <a:lnTo>
                    <a:pt x="448" y="629"/>
                  </a:lnTo>
                  <a:lnTo>
                    <a:pt x="404" y="0"/>
                  </a:lnTo>
                  <a:lnTo>
                    <a:pt x="1014" y="1513"/>
                  </a:lnTo>
                  <a:lnTo>
                    <a:pt x="1260" y="2529"/>
                  </a:lnTo>
                  <a:lnTo>
                    <a:pt x="1363" y="3934"/>
                  </a:lnTo>
                  <a:lnTo>
                    <a:pt x="1352" y="43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1756273" y="2144271"/>
              <a:ext cx="3273" cy="11036"/>
            </a:xfrm>
            <a:custGeom>
              <a:avLst/>
              <a:pathLst>
                <a:path w="3273" h="11036">
                  <a:moveTo>
                    <a:pt x="2006" y="9476"/>
                  </a:moveTo>
                  <a:lnTo>
                    <a:pt x="1879" y="11036"/>
                  </a:lnTo>
                  <a:lnTo>
                    <a:pt x="1137" y="8503"/>
                  </a:lnTo>
                  <a:lnTo>
                    <a:pt x="0" y="3141"/>
                  </a:lnTo>
                  <a:lnTo>
                    <a:pt x="151" y="1887"/>
                  </a:lnTo>
                  <a:lnTo>
                    <a:pt x="659" y="111"/>
                  </a:lnTo>
                  <a:lnTo>
                    <a:pt x="1122" y="0"/>
                  </a:lnTo>
                  <a:lnTo>
                    <a:pt x="1869" y="829"/>
                  </a:lnTo>
                  <a:lnTo>
                    <a:pt x="2519" y="2308"/>
                  </a:lnTo>
                  <a:lnTo>
                    <a:pt x="2669" y="2882"/>
                  </a:lnTo>
                  <a:lnTo>
                    <a:pt x="3073" y="4433"/>
                  </a:lnTo>
                  <a:lnTo>
                    <a:pt x="3273" y="5826"/>
                  </a:lnTo>
                  <a:lnTo>
                    <a:pt x="2824" y="75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558667" y="2132942"/>
              <a:ext cx="1894" cy="2734"/>
            </a:xfrm>
            <a:custGeom>
              <a:avLst/>
              <a:pathLst>
                <a:path w="1894" h="2734">
                  <a:moveTo>
                    <a:pt x="1124" y="2409"/>
                  </a:moveTo>
                  <a:lnTo>
                    <a:pt x="738" y="2734"/>
                  </a:lnTo>
                  <a:lnTo>
                    <a:pt x="380" y="2724"/>
                  </a:lnTo>
                  <a:lnTo>
                    <a:pt x="52" y="2376"/>
                  </a:lnTo>
                  <a:lnTo>
                    <a:pt x="0" y="1803"/>
                  </a:lnTo>
                  <a:lnTo>
                    <a:pt x="338" y="605"/>
                  </a:lnTo>
                  <a:lnTo>
                    <a:pt x="1227" y="0"/>
                  </a:lnTo>
                  <a:lnTo>
                    <a:pt x="1894" y="142"/>
                  </a:lnTo>
                  <a:lnTo>
                    <a:pt x="1854" y="747"/>
                  </a:lnTo>
                  <a:lnTo>
                    <a:pt x="1496" y="17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1721847" y="2131189"/>
              <a:ext cx="58301" cy="74987"/>
            </a:xfrm>
            <a:custGeom>
              <a:avLst/>
              <a:pathLst>
                <a:path w="58301" h="74987">
                  <a:moveTo>
                    <a:pt x="13264" y="6505"/>
                  </a:moveTo>
                  <a:lnTo>
                    <a:pt x="18976" y="10194"/>
                  </a:lnTo>
                  <a:lnTo>
                    <a:pt x="24696" y="12017"/>
                  </a:lnTo>
                  <a:lnTo>
                    <a:pt x="28893" y="14175"/>
                  </a:lnTo>
                  <a:lnTo>
                    <a:pt x="31470" y="14833"/>
                  </a:lnTo>
                  <a:lnTo>
                    <a:pt x="32401" y="15308"/>
                  </a:lnTo>
                  <a:lnTo>
                    <a:pt x="33003" y="16067"/>
                  </a:lnTo>
                  <a:lnTo>
                    <a:pt x="33712" y="17903"/>
                  </a:lnTo>
                  <a:lnTo>
                    <a:pt x="34937" y="22275"/>
                  </a:lnTo>
                  <a:lnTo>
                    <a:pt x="35867" y="25067"/>
                  </a:lnTo>
                  <a:lnTo>
                    <a:pt x="37786" y="29914"/>
                  </a:lnTo>
                  <a:lnTo>
                    <a:pt x="39302" y="33357"/>
                  </a:lnTo>
                  <a:lnTo>
                    <a:pt x="39648" y="34725"/>
                  </a:lnTo>
                  <a:lnTo>
                    <a:pt x="39328" y="35166"/>
                  </a:lnTo>
                  <a:lnTo>
                    <a:pt x="39348" y="35972"/>
                  </a:lnTo>
                  <a:lnTo>
                    <a:pt x="40500" y="39314"/>
                  </a:lnTo>
                  <a:lnTo>
                    <a:pt x="42660" y="42310"/>
                  </a:lnTo>
                  <a:lnTo>
                    <a:pt x="44351" y="43740"/>
                  </a:lnTo>
                  <a:lnTo>
                    <a:pt x="47919" y="46095"/>
                  </a:lnTo>
                  <a:lnTo>
                    <a:pt x="50107" y="48357"/>
                  </a:lnTo>
                  <a:lnTo>
                    <a:pt x="50782" y="49930"/>
                  </a:lnTo>
                  <a:lnTo>
                    <a:pt x="51733" y="51455"/>
                  </a:lnTo>
                  <a:lnTo>
                    <a:pt x="52130" y="52510"/>
                  </a:lnTo>
                  <a:lnTo>
                    <a:pt x="52909" y="56418"/>
                  </a:lnTo>
                  <a:lnTo>
                    <a:pt x="54356" y="60177"/>
                  </a:lnTo>
                  <a:lnTo>
                    <a:pt x="55847" y="67326"/>
                  </a:lnTo>
                  <a:lnTo>
                    <a:pt x="56125" y="66729"/>
                  </a:lnTo>
                  <a:lnTo>
                    <a:pt x="56296" y="64598"/>
                  </a:lnTo>
                  <a:lnTo>
                    <a:pt x="56468" y="64123"/>
                  </a:lnTo>
                  <a:lnTo>
                    <a:pt x="56785" y="63895"/>
                  </a:lnTo>
                  <a:lnTo>
                    <a:pt x="57080" y="64722"/>
                  </a:lnTo>
                  <a:lnTo>
                    <a:pt x="57351" y="66606"/>
                  </a:lnTo>
                  <a:lnTo>
                    <a:pt x="58301" y="71076"/>
                  </a:lnTo>
                  <a:lnTo>
                    <a:pt x="57991" y="72380"/>
                  </a:lnTo>
                  <a:lnTo>
                    <a:pt x="57717" y="72514"/>
                  </a:lnTo>
                  <a:lnTo>
                    <a:pt x="56435" y="71901"/>
                  </a:lnTo>
                  <a:lnTo>
                    <a:pt x="55990" y="72703"/>
                  </a:lnTo>
                  <a:lnTo>
                    <a:pt x="55393" y="74332"/>
                  </a:lnTo>
                  <a:lnTo>
                    <a:pt x="54971" y="74987"/>
                  </a:lnTo>
                  <a:lnTo>
                    <a:pt x="54724" y="74670"/>
                  </a:lnTo>
                  <a:lnTo>
                    <a:pt x="51014" y="73103"/>
                  </a:lnTo>
                  <a:lnTo>
                    <a:pt x="48732" y="71630"/>
                  </a:lnTo>
                  <a:lnTo>
                    <a:pt x="45729" y="69301"/>
                  </a:lnTo>
                  <a:lnTo>
                    <a:pt x="42125" y="66876"/>
                  </a:lnTo>
                  <a:lnTo>
                    <a:pt x="40066" y="65212"/>
                  </a:lnTo>
                  <a:lnTo>
                    <a:pt x="38352" y="63502"/>
                  </a:lnTo>
                  <a:lnTo>
                    <a:pt x="37161" y="62045"/>
                  </a:lnTo>
                  <a:lnTo>
                    <a:pt x="36936" y="60809"/>
                  </a:lnTo>
                  <a:lnTo>
                    <a:pt x="36989" y="60224"/>
                  </a:lnTo>
                  <a:lnTo>
                    <a:pt x="39301" y="56267"/>
                  </a:lnTo>
                  <a:lnTo>
                    <a:pt x="40281" y="54141"/>
                  </a:lnTo>
                  <a:lnTo>
                    <a:pt x="40656" y="52515"/>
                  </a:lnTo>
                  <a:lnTo>
                    <a:pt x="40849" y="50794"/>
                  </a:lnTo>
                  <a:lnTo>
                    <a:pt x="40706" y="48693"/>
                  </a:lnTo>
                  <a:lnTo>
                    <a:pt x="40613" y="48856"/>
                  </a:lnTo>
                  <a:lnTo>
                    <a:pt x="40406" y="50868"/>
                  </a:lnTo>
                  <a:lnTo>
                    <a:pt x="40066" y="52657"/>
                  </a:lnTo>
                  <a:lnTo>
                    <a:pt x="39650" y="54061"/>
                  </a:lnTo>
                  <a:lnTo>
                    <a:pt x="39386" y="54557"/>
                  </a:lnTo>
                  <a:lnTo>
                    <a:pt x="36615" y="55242"/>
                  </a:lnTo>
                  <a:lnTo>
                    <a:pt x="34376" y="55029"/>
                  </a:lnTo>
                  <a:lnTo>
                    <a:pt x="33253" y="56718"/>
                  </a:lnTo>
                  <a:lnTo>
                    <a:pt x="32918" y="56933"/>
                  </a:lnTo>
                  <a:lnTo>
                    <a:pt x="32300" y="56371"/>
                  </a:lnTo>
                  <a:lnTo>
                    <a:pt x="30949" y="54115"/>
                  </a:lnTo>
                  <a:lnTo>
                    <a:pt x="29016" y="52263"/>
                  </a:lnTo>
                  <a:lnTo>
                    <a:pt x="29206" y="51808"/>
                  </a:lnTo>
                  <a:lnTo>
                    <a:pt x="30468" y="50863"/>
                  </a:lnTo>
                  <a:lnTo>
                    <a:pt x="31136" y="49487"/>
                  </a:lnTo>
                  <a:lnTo>
                    <a:pt x="31017" y="49268"/>
                  </a:lnTo>
                  <a:lnTo>
                    <a:pt x="30567" y="49351"/>
                  </a:lnTo>
                  <a:lnTo>
                    <a:pt x="30172" y="49071"/>
                  </a:lnTo>
                  <a:lnTo>
                    <a:pt x="29385" y="47288"/>
                  </a:lnTo>
                  <a:lnTo>
                    <a:pt x="28936" y="46802"/>
                  </a:lnTo>
                  <a:lnTo>
                    <a:pt x="27982" y="47604"/>
                  </a:lnTo>
                  <a:lnTo>
                    <a:pt x="27598" y="47647"/>
                  </a:lnTo>
                  <a:lnTo>
                    <a:pt x="27228" y="46470"/>
                  </a:lnTo>
                  <a:lnTo>
                    <a:pt x="27759" y="43755"/>
                  </a:lnTo>
                  <a:lnTo>
                    <a:pt x="27786" y="43114"/>
                  </a:lnTo>
                  <a:lnTo>
                    <a:pt x="26809" y="44102"/>
                  </a:lnTo>
                  <a:lnTo>
                    <a:pt x="26486" y="43778"/>
                  </a:lnTo>
                  <a:lnTo>
                    <a:pt x="26180" y="42897"/>
                  </a:lnTo>
                  <a:lnTo>
                    <a:pt x="25893" y="42528"/>
                  </a:lnTo>
                  <a:lnTo>
                    <a:pt x="25099" y="42709"/>
                  </a:lnTo>
                  <a:lnTo>
                    <a:pt x="24239" y="41896"/>
                  </a:lnTo>
                  <a:lnTo>
                    <a:pt x="23938" y="42215"/>
                  </a:lnTo>
                  <a:lnTo>
                    <a:pt x="23824" y="43388"/>
                  </a:lnTo>
                  <a:lnTo>
                    <a:pt x="23538" y="43688"/>
                  </a:lnTo>
                  <a:lnTo>
                    <a:pt x="22225" y="41709"/>
                  </a:lnTo>
                  <a:lnTo>
                    <a:pt x="21927" y="41647"/>
                  </a:lnTo>
                  <a:lnTo>
                    <a:pt x="21290" y="43159"/>
                  </a:lnTo>
                  <a:lnTo>
                    <a:pt x="21068" y="43252"/>
                  </a:lnTo>
                  <a:lnTo>
                    <a:pt x="20730" y="42597"/>
                  </a:lnTo>
                  <a:lnTo>
                    <a:pt x="20555" y="38924"/>
                  </a:lnTo>
                  <a:lnTo>
                    <a:pt x="20627" y="37879"/>
                  </a:lnTo>
                  <a:lnTo>
                    <a:pt x="20806" y="37529"/>
                  </a:lnTo>
                  <a:lnTo>
                    <a:pt x="21947" y="36678"/>
                  </a:lnTo>
                  <a:lnTo>
                    <a:pt x="25226" y="35766"/>
                  </a:lnTo>
                  <a:lnTo>
                    <a:pt x="25499" y="35111"/>
                  </a:lnTo>
                  <a:lnTo>
                    <a:pt x="23043" y="35450"/>
                  </a:lnTo>
                  <a:lnTo>
                    <a:pt x="22403" y="34950"/>
                  </a:lnTo>
                  <a:lnTo>
                    <a:pt x="21716" y="33695"/>
                  </a:lnTo>
                  <a:lnTo>
                    <a:pt x="20998" y="33714"/>
                  </a:lnTo>
                  <a:lnTo>
                    <a:pt x="20618" y="33306"/>
                  </a:lnTo>
                  <a:lnTo>
                    <a:pt x="20219" y="32398"/>
                  </a:lnTo>
                  <a:lnTo>
                    <a:pt x="19181" y="29078"/>
                  </a:lnTo>
                  <a:lnTo>
                    <a:pt x="18473" y="28237"/>
                  </a:lnTo>
                  <a:lnTo>
                    <a:pt x="17268" y="27709"/>
                  </a:lnTo>
                  <a:lnTo>
                    <a:pt x="16647" y="27078"/>
                  </a:lnTo>
                  <a:lnTo>
                    <a:pt x="16385" y="27357"/>
                  </a:lnTo>
                  <a:lnTo>
                    <a:pt x="16133" y="28303"/>
                  </a:lnTo>
                  <a:lnTo>
                    <a:pt x="15798" y="28891"/>
                  </a:lnTo>
                  <a:lnTo>
                    <a:pt x="14973" y="29224"/>
                  </a:lnTo>
                  <a:lnTo>
                    <a:pt x="14219" y="28981"/>
                  </a:lnTo>
                  <a:lnTo>
                    <a:pt x="13629" y="28074"/>
                  </a:lnTo>
                  <a:lnTo>
                    <a:pt x="13280" y="26930"/>
                  </a:lnTo>
                  <a:lnTo>
                    <a:pt x="13146" y="25651"/>
                  </a:lnTo>
                  <a:lnTo>
                    <a:pt x="13473" y="23942"/>
                  </a:lnTo>
                  <a:lnTo>
                    <a:pt x="13467" y="23267"/>
                  </a:lnTo>
                  <a:lnTo>
                    <a:pt x="13321" y="22476"/>
                  </a:lnTo>
                  <a:lnTo>
                    <a:pt x="13052" y="21838"/>
                  </a:lnTo>
                  <a:lnTo>
                    <a:pt x="12659" y="21350"/>
                  </a:lnTo>
                  <a:lnTo>
                    <a:pt x="12445" y="21606"/>
                  </a:lnTo>
                  <a:lnTo>
                    <a:pt x="12409" y="22604"/>
                  </a:lnTo>
                  <a:lnTo>
                    <a:pt x="12196" y="23334"/>
                  </a:lnTo>
                  <a:lnTo>
                    <a:pt x="11513" y="23893"/>
                  </a:lnTo>
                  <a:lnTo>
                    <a:pt x="10955" y="22916"/>
                  </a:lnTo>
                  <a:lnTo>
                    <a:pt x="10588" y="21561"/>
                  </a:lnTo>
                  <a:lnTo>
                    <a:pt x="10158" y="20599"/>
                  </a:lnTo>
                  <a:lnTo>
                    <a:pt x="7768" y="20602"/>
                  </a:lnTo>
                  <a:lnTo>
                    <a:pt x="6668" y="21848"/>
                  </a:lnTo>
                  <a:lnTo>
                    <a:pt x="6140" y="21949"/>
                  </a:lnTo>
                  <a:lnTo>
                    <a:pt x="5592" y="21653"/>
                  </a:lnTo>
                  <a:lnTo>
                    <a:pt x="5488" y="20993"/>
                  </a:lnTo>
                  <a:lnTo>
                    <a:pt x="6003" y="19180"/>
                  </a:lnTo>
                  <a:lnTo>
                    <a:pt x="5877" y="16764"/>
                  </a:lnTo>
                  <a:lnTo>
                    <a:pt x="5743" y="16158"/>
                  </a:lnTo>
                  <a:lnTo>
                    <a:pt x="4640" y="15788"/>
                  </a:lnTo>
                  <a:lnTo>
                    <a:pt x="4453" y="15204"/>
                  </a:lnTo>
                  <a:lnTo>
                    <a:pt x="5109" y="12272"/>
                  </a:lnTo>
                  <a:lnTo>
                    <a:pt x="5476" y="11718"/>
                  </a:lnTo>
                  <a:lnTo>
                    <a:pt x="5965" y="11509"/>
                  </a:lnTo>
                  <a:lnTo>
                    <a:pt x="8153" y="11271"/>
                  </a:lnTo>
                  <a:lnTo>
                    <a:pt x="8881" y="11689"/>
                  </a:lnTo>
                  <a:lnTo>
                    <a:pt x="9935" y="13471"/>
                  </a:lnTo>
                  <a:lnTo>
                    <a:pt x="9903" y="12800"/>
                  </a:lnTo>
                  <a:lnTo>
                    <a:pt x="9504" y="10779"/>
                  </a:lnTo>
                  <a:lnTo>
                    <a:pt x="9446" y="9567"/>
                  </a:lnTo>
                  <a:lnTo>
                    <a:pt x="10172" y="8198"/>
                  </a:lnTo>
                  <a:lnTo>
                    <a:pt x="9479" y="7797"/>
                  </a:lnTo>
                  <a:lnTo>
                    <a:pt x="6886" y="7480"/>
                  </a:lnTo>
                  <a:lnTo>
                    <a:pt x="6907" y="8356"/>
                  </a:lnTo>
                  <a:lnTo>
                    <a:pt x="7120" y="9597"/>
                  </a:lnTo>
                  <a:lnTo>
                    <a:pt x="5583" y="10686"/>
                  </a:lnTo>
                  <a:lnTo>
                    <a:pt x="4444" y="10871"/>
                  </a:lnTo>
                  <a:lnTo>
                    <a:pt x="3355" y="10698"/>
                  </a:lnTo>
                  <a:lnTo>
                    <a:pt x="2465" y="10046"/>
                  </a:lnTo>
                  <a:lnTo>
                    <a:pt x="949" y="7424"/>
                  </a:lnTo>
                  <a:lnTo>
                    <a:pt x="0" y="4844"/>
                  </a:lnTo>
                  <a:lnTo>
                    <a:pt x="44" y="3436"/>
                  </a:lnTo>
                  <a:lnTo>
                    <a:pt x="564" y="1962"/>
                  </a:lnTo>
                  <a:lnTo>
                    <a:pt x="1246" y="956"/>
                  </a:lnTo>
                  <a:lnTo>
                    <a:pt x="2860" y="82"/>
                  </a:lnTo>
                  <a:lnTo>
                    <a:pt x="4969" y="0"/>
                  </a:lnTo>
                  <a:lnTo>
                    <a:pt x="7329" y="11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515759" y="2109446"/>
              <a:ext cx="77204" cy="146803"/>
            </a:xfrm>
            <a:custGeom>
              <a:avLst/>
              <a:pathLst>
                <a:path w="77204" h="146803">
                  <a:moveTo>
                    <a:pt x="44923" y="1768"/>
                  </a:moveTo>
                  <a:lnTo>
                    <a:pt x="44075" y="4710"/>
                  </a:lnTo>
                  <a:lnTo>
                    <a:pt x="43489" y="6140"/>
                  </a:lnTo>
                  <a:lnTo>
                    <a:pt x="42943" y="6603"/>
                  </a:lnTo>
                  <a:lnTo>
                    <a:pt x="41793" y="7023"/>
                  </a:lnTo>
                  <a:lnTo>
                    <a:pt x="39371" y="7486"/>
                  </a:lnTo>
                  <a:lnTo>
                    <a:pt x="38336" y="7919"/>
                  </a:lnTo>
                  <a:lnTo>
                    <a:pt x="38189" y="9884"/>
                  </a:lnTo>
                  <a:lnTo>
                    <a:pt x="38341" y="10917"/>
                  </a:lnTo>
                  <a:lnTo>
                    <a:pt x="38695" y="11734"/>
                  </a:lnTo>
                  <a:lnTo>
                    <a:pt x="39145" y="11966"/>
                  </a:lnTo>
                  <a:lnTo>
                    <a:pt x="40150" y="11479"/>
                  </a:lnTo>
                  <a:lnTo>
                    <a:pt x="40523" y="11562"/>
                  </a:lnTo>
                  <a:lnTo>
                    <a:pt x="40822" y="11973"/>
                  </a:lnTo>
                  <a:lnTo>
                    <a:pt x="41048" y="12712"/>
                  </a:lnTo>
                  <a:lnTo>
                    <a:pt x="41164" y="13738"/>
                  </a:lnTo>
                  <a:lnTo>
                    <a:pt x="41172" y="15050"/>
                  </a:lnTo>
                  <a:lnTo>
                    <a:pt x="40996" y="16638"/>
                  </a:lnTo>
                  <a:lnTo>
                    <a:pt x="40174" y="20359"/>
                  </a:lnTo>
                  <a:lnTo>
                    <a:pt x="39131" y="22418"/>
                  </a:lnTo>
                  <a:lnTo>
                    <a:pt x="37795" y="24095"/>
                  </a:lnTo>
                  <a:lnTo>
                    <a:pt x="37468" y="24735"/>
                  </a:lnTo>
                  <a:lnTo>
                    <a:pt x="37300" y="25488"/>
                  </a:lnTo>
                  <a:lnTo>
                    <a:pt x="37133" y="27936"/>
                  </a:lnTo>
                  <a:lnTo>
                    <a:pt x="36441" y="29892"/>
                  </a:lnTo>
                  <a:lnTo>
                    <a:pt x="34293" y="34849"/>
                  </a:lnTo>
                  <a:lnTo>
                    <a:pt x="33466" y="35942"/>
                  </a:lnTo>
                  <a:lnTo>
                    <a:pt x="33461" y="36815"/>
                  </a:lnTo>
                  <a:lnTo>
                    <a:pt x="33125" y="39168"/>
                  </a:lnTo>
                  <a:lnTo>
                    <a:pt x="32487" y="41062"/>
                  </a:lnTo>
                  <a:lnTo>
                    <a:pt x="30708" y="45408"/>
                  </a:lnTo>
                  <a:lnTo>
                    <a:pt x="30267" y="46943"/>
                  </a:lnTo>
                  <a:lnTo>
                    <a:pt x="30068" y="48160"/>
                  </a:lnTo>
                  <a:lnTo>
                    <a:pt x="30096" y="49875"/>
                  </a:lnTo>
                  <a:lnTo>
                    <a:pt x="30016" y="50631"/>
                  </a:lnTo>
                  <a:lnTo>
                    <a:pt x="29609" y="52084"/>
                  </a:lnTo>
                  <a:lnTo>
                    <a:pt x="29041" y="53443"/>
                  </a:lnTo>
                  <a:lnTo>
                    <a:pt x="28928" y="54105"/>
                  </a:lnTo>
                  <a:lnTo>
                    <a:pt x="29152" y="55309"/>
                  </a:lnTo>
                  <a:lnTo>
                    <a:pt x="29382" y="55729"/>
                  </a:lnTo>
                  <a:lnTo>
                    <a:pt x="29409" y="56824"/>
                  </a:lnTo>
                  <a:lnTo>
                    <a:pt x="29233" y="58593"/>
                  </a:lnTo>
                  <a:lnTo>
                    <a:pt x="29985" y="57466"/>
                  </a:lnTo>
                  <a:lnTo>
                    <a:pt x="31667" y="53445"/>
                  </a:lnTo>
                  <a:lnTo>
                    <a:pt x="32930" y="51024"/>
                  </a:lnTo>
                  <a:lnTo>
                    <a:pt x="33774" y="50203"/>
                  </a:lnTo>
                  <a:lnTo>
                    <a:pt x="34362" y="49130"/>
                  </a:lnTo>
                  <a:lnTo>
                    <a:pt x="34991" y="46764"/>
                  </a:lnTo>
                  <a:lnTo>
                    <a:pt x="35851" y="44509"/>
                  </a:lnTo>
                  <a:lnTo>
                    <a:pt x="36630" y="43773"/>
                  </a:lnTo>
                  <a:lnTo>
                    <a:pt x="36987" y="44206"/>
                  </a:lnTo>
                  <a:lnTo>
                    <a:pt x="37288" y="45314"/>
                  </a:lnTo>
                  <a:lnTo>
                    <a:pt x="37228" y="46724"/>
                  </a:lnTo>
                  <a:lnTo>
                    <a:pt x="36805" y="48434"/>
                  </a:lnTo>
                  <a:lnTo>
                    <a:pt x="36838" y="48940"/>
                  </a:lnTo>
                  <a:lnTo>
                    <a:pt x="37831" y="47685"/>
                  </a:lnTo>
                  <a:lnTo>
                    <a:pt x="39534" y="46646"/>
                  </a:lnTo>
                  <a:lnTo>
                    <a:pt x="40152" y="46783"/>
                  </a:lnTo>
                  <a:lnTo>
                    <a:pt x="41402" y="48340"/>
                  </a:lnTo>
                  <a:lnTo>
                    <a:pt x="42441" y="48160"/>
                  </a:lnTo>
                  <a:lnTo>
                    <a:pt x="44103" y="47255"/>
                  </a:lnTo>
                  <a:lnTo>
                    <a:pt x="44415" y="47669"/>
                  </a:lnTo>
                  <a:lnTo>
                    <a:pt x="44138" y="49040"/>
                  </a:lnTo>
                  <a:lnTo>
                    <a:pt x="43485" y="50351"/>
                  </a:lnTo>
                  <a:lnTo>
                    <a:pt x="41944" y="52224"/>
                  </a:lnTo>
                  <a:lnTo>
                    <a:pt x="38234" y="55897"/>
                  </a:lnTo>
                  <a:lnTo>
                    <a:pt x="37081" y="58425"/>
                  </a:lnTo>
                  <a:lnTo>
                    <a:pt x="37300" y="58349"/>
                  </a:lnTo>
                  <a:lnTo>
                    <a:pt x="38100" y="57265"/>
                  </a:lnTo>
                  <a:lnTo>
                    <a:pt x="38941" y="56682"/>
                  </a:lnTo>
                  <a:lnTo>
                    <a:pt x="39824" y="56602"/>
                  </a:lnTo>
                  <a:lnTo>
                    <a:pt x="40192" y="56917"/>
                  </a:lnTo>
                  <a:lnTo>
                    <a:pt x="40048" y="57633"/>
                  </a:lnTo>
                  <a:lnTo>
                    <a:pt x="39937" y="59574"/>
                  </a:lnTo>
                  <a:lnTo>
                    <a:pt x="37690" y="63365"/>
                  </a:lnTo>
                  <a:lnTo>
                    <a:pt x="38220" y="63221"/>
                  </a:lnTo>
                  <a:lnTo>
                    <a:pt x="40821" y="61494"/>
                  </a:lnTo>
                  <a:lnTo>
                    <a:pt x="42398" y="63878"/>
                  </a:lnTo>
                  <a:lnTo>
                    <a:pt x="44566" y="63054"/>
                  </a:lnTo>
                  <a:lnTo>
                    <a:pt x="45876" y="62249"/>
                  </a:lnTo>
                  <a:lnTo>
                    <a:pt x="45839" y="62746"/>
                  </a:lnTo>
                  <a:lnTo>
                    <a:pt x="46123" y="63787"/>
                  </a:lnTo>
                  <a:lnTo>
                    <a:pt x="46113" y="65466"/>
                  </a:lnTo>
                  <a:lnTo>
                    <a:pt x="46245" y="65701"/>
                  </a:lnTo>
                  <a:lnTo>
                    <a:pt x="46866" y="65139"/>
                  </a:lnTo>
                  <a:lnTo>
                    <a:pt x="46978" y="64524"/>
                  </a:lnTo>
                  <a:lnTo>
                    <a:pt x="46945" y="61537"/>
                  </a:lnTo>
                  <a:lnTo>
                    <a:pt x="47137" y="61239"/>
                  </a:lnTo>
                  <a:lnTo>
                    <a:pt x="47561" y="61705"/>
                  </a:lnTo>
                  <a:lnTo>
                    <a:pt x="47820" y="62477"/>
                  </a:lnTo>
                  <a:lnTo>
                    <a:pt x="47897" y="64650"/>
                  </a:lnTo>
                  <a:lnTo>
                    <a:pt x="47613" y="66831"/>
                  </a:lnTo>
                  <a:lnTo>
                    <a:pt x="47218" y="68831"/>
                  </a:lnTo>
                  <a:lnTo>
                    <a:pt x="46261" y="71753"/>
                  </a:lnTo>
                  <a:lnTo>
                    <a:pt x="46382" y="73009"/>
                  </a:lnTo>
                  <a:lnTo>
                    <a:pt x="46138" y="74373"/>
                  </a:lnTo>
                  <a:lnTo>
                    <a:pt x="46350" y="74419"/>
                  </a:lnTo>
                  <a:lnTo>
                    <a:pt x="47298" y="73148"/>
                  </a:lnTo>
                  <a:lnTo>
                    <a:pt x="47356" y="72626"/>
                  </a:lnTo>
                  <a:lnTo>
                    <a:pt x="47281" y="71412"/>
                  </a:lnTo>
                  <a:lnTo>
                    <a:pt x="47388" y="70816"/>
                  </a:lnTo>
                  <a:lnTo>
                    <a:pt x="48176" y="69497"/>
                  </a:lnTo>
                  <a:lnTo>
                    <a:pt x="49475" y="67933"/>
                  </a:lnTo>
                  <a:lnTo>
                    <a:pt x="49901" y="67697"/>
                  </a:lnTo>
                  <a:lnTo>
                    <a:pt x="50083" y="68062"/>
                  </a:lnTo>
                  <a:lnTo>
                    <a:pt x="50019" y="69027"/>
                  </a:lnTo>
                  <a:lnTo>
                    <a:pt x="50402" y="68798"/>
                  </a:lnTo>
                  <a:lnTo>
                    <a:pt x="51232" y="67375"/>
                  </a:lnTo>
                  <a:lnTo>
                    <a:pt x="52002" y="66514"/>
                  </a:lnTo>
                  <a:lnTo>
                    <a:pt x="52712" y="66216"/>
                  </a:lnTo>
                  <a:lnTo>
                    <a:pt x="53452" y="65238"/>
                  </a:lnTo>
                  <a:lnTo>
                    <a:pt x="54220" y="63585"/>
                  </a:lnTo>
                  <a:lnTo>
                    <a:pt x="55047" y="62217"/>
                  </a:lnTo>
                  <a:lnTo>
                    <a:pt x="55931" y="61138"/>
                  </a:lnTo>
                  <a:lnTo>
                    <a:pt x="56311" y="61066"/>
                  </a:lnTo>
                  <a:lnTo>
                    <a:pt x="56179" y="62852"/>
                  </a:lnTo>
                  <a:lnTo>
                    <a:pt x="56354" y="64885"/>
                  </a:lnTo>
                  <a:lnTo>
                    <a:pt x="56377" y="66622"/>
                  </a:lnTo>
                  <a:lnTo>
                    <a:pt x="56552" y="66985"/>
                  </a:lnTo>
                  <a:lnTo>
                    <a:pt x="57233" y="65133"/>
                  </a:lnTo>
                  <a:lnTo>
                    <a:pt x="57612" y="64456"/>
                  </a:lnTo>
                  <a:lnTo>
                    <a:pt x="58065" y="64188"/>
                  </a:lnTo>
                  <a:lnTo>
                    <a:pt x="58594" y="64331"/>
                  </a:lnTo>
                  <a:lnTo>
                    <a:pt x="62197" y="63664"/>
                  </a:lnTo>
                  <a:lnTo>
                    <a:pt x="63293" y="64123"/>
                  </a:lnTo>
                  <a:lnTo>
                    <a:pt x="64530" y="65335"/>
                  </a:lnTo>
                  <a:lnTo>
                    <a:pt x="66090" y="67216"/>
                  </a:lnTo>
                  <a:lnTo>
                    <a:pt x="66664" y="68915"/>
                  </a:lnTo>
                  <a:lnTo>
                    <a:pt x="66773" y="71056"/>
                  </a:lnTo>
                  <a:lnTo>
                    <a:pt x="66619" y="72548"/>
                  </a:lnTo>
                  <a:lnTo>
                    <a:pt x="65495" y="74429"/>
                  </a:lnTo>
                  <a:lnTo>
                    <a:pt x="64495" y="75674"/>
                  </a:lnTo>
                  <a:lnTo>
                    <a:pt x="63905" y="76915"/>
                  </a:lnTo>
                  <a:lnTo>
                    <a:pt x="63725" y="78157"/>
                  </a:lnTo>
                  <a:lnTo>
                    <a:pt x="63492" y="78923"/>
                  </a:lnTo>
                  <a:lnTo>
                    <a:pt x="62824" y="79995"/>
                  </a:lnTo>
                  <a:lnTo>
                    <a:pt x="59854" y="82994"/>
                  </a:lnTo>
                  <a:lnTo>
                    <a:pt x="60565" y="83080"/>
                  </a:lnTo>
                  <a:lnTo>
                    <a:pt x="62278" y="82430"/>
                  </a:lnTo>
                  <a:lnTo>
                    <a:pt x="63403" y="82295"/>
                  </a:lnTo>
                  <a:lnTo>
                    <a:pt x="63462" y="82728"/>
                  </a:lnTo>
                  <a:lnTo>
                    <a:pt x="63013" y="83581"/>
                  </a:lnTo>
                  <a:lnTo>
                    <a:pt x="62153" y="84436"/>
                  </a:lnTo>
                  <a:lnTo>
                    <a:pt x="62060" y="84849"/>
                  </a:lnTo>
                  <a:lnTo>
                    <a:pt x="62101" y="85387"/>
                  </a:lnTo>
                  <a:lnTo>
                    <a:pt x="63021" y="86038"/>
                  </a:lnTo>
                  <a:lnTo>
                    <a:pt x="64195" y="85721"/>
                  </a:lnTo>
                  <a:lnTo>
                    <a:pt x="65185" y="86181"/>
                  </a:lnTo>
                  <a:lnTo>
                    <a:pt x="65090" y="86899"/>
                  </a:lnTo>
                  <a:lnTo>
                    <a:pt x="64304" y="89240"/>
                  </a:lnTo>
                  <a:lnTo>
                    <a:pt x="64074" y="90716"/>
                  </a:lnTo>
                  <a:lnTo>
                    <a:pt x="63028" y="91951"/>
                  </a:lnTo>
                  <a:lnTo>
                    <a:pt x="60930" y="93893"/>
                  </a:lnTo>
                  <a:lnTo>
                    <a:pt x="60393" y="94639"/>
                  </a:lnTo>
                  <a:lnTo>
                    <a:pt x="60511" y="94793"/>
                  </a:lnTo>
                  <a:lnTo>
                    <a:pt x="62435" y="93367"/>
                  </a:lnTo>
                  <a:lnTo>
                    <a:pt x="63405" y="93007"/>
                  </a:lnTo>
                  <a:lnTo>
                    <a:pt x="64020" y="92995"/>
                  </a:lnTo>
                  <a:lnTo>
                    <a:pt x="64716" y="91619"/>
                  </a:lnTo>
                  <a:lnTo>
                    <a:pt x="65802" y="91163"/>
                  </a:lnTo>
                  <a:lnTo>
                    <a:pt x="66865" y="92033"/>
                  </a:lnTo>
                  <a:lnTo>
                    <a:pt x="68485" y="89658"/>
                  </a:lnTo>
                  <a:lnTo>
                    <a:pt x="69063" y="89349"/>
                  </a:lnTo>
                  <a:lnTo>
                    <a:pt x="70049" y="89623"/>
                  </a:lnTo>
                  <a:lnTo>
                    <a:pt x="70684" y="89193"/>
                  </a:lnTo>
                  <a:lnTo>
                    <a:pt x="71753" y="87577"/>
                  </a:lnTo>
                  <a:lnTo>
                    <a:pt x="72559" y="86796"/>
                  </a:lnTo>
                  <a:lnTo>
                    <a:pt x="72727" y="86866"/>
                  </a:lnTo>
                  <a:lnTo>
                    <a:pt x="72901" y="87514"/>
                  </a:lnTo>
                  <a:lnTo>
                    <a:pt x="72980" y="89378"/>
                  </a:lnTo>
                  <a:lnTo>
                    <a:pt x="72789" y="91026"/>
                  </a:lnTo>
                  <a:lnTo>
                    <a:pt x="72526" y="92076"/>
                  </a:lnTo>
                  <a:lnTo>
                    <a:pt x="71656" y="94395"/>
                  </a:lnTo>
                  <a:lnTo>
                    <a:pt x="71122" y="95207"/>
                  </a:lnTo>
                  <a:lnTo>
                    <a:pt x="70628" y="95513"/>
                  </a:lnTo>
                  <a:lnTo>
                    <a:pt x="69753" y="95390"/>
                  </a:lnTo>
                  <a:lnTo>
                    <a:pt x="69371" y="95751"/>
                  </a:lnTo>
                  <a:lnTo>
                    <a:pt x="68552" y="97572"/>
                  </a:lnTo>
                  <a:lnTo>
                    <a:pt x="67105" y="99417"/>
                  </a:lnTo>
                  <a:lnTo>
                    <a:pt x="66201" y="100132"/>
                  </a:lnTo>
                  <a:lnTo>
                    <a:pt x="66772" y="101133"/>
                  </a:lnTo>
                  <a:lnTo>
                    <a:pt x="66983" y="103065"/>
                  </a:lnTo>
                  <a:lnTo>
                    <a:pt x="66665" y="103666"/>
                  </a:lnTo>
                  <a:lnTo>
                    <a:pt x="65113" y="104262"/>
                  </a:lnTo>
                  <a:lnTo>
                    <a:pt x="65046" y="104590"/>
                  </a:lnTo>
                  <a:lnTo>
                    <a:pt x="64493" y="105017"/>
                  </a:lnTo>
                  <a:lnTo>
                    <a:pt x="63211" y="105688"/>
                  </a:lnTo>
                  <a:lnTo>
                    <a:pt x="64086" y="105982"/>
                  </a:lnTo>
                  <a:lnTo>
                    <a:pt x="65703" y="105509"/>
                  </a:lnTo>
                  <a:lnTo>
                    <a:pt x="65874" y="105836"/>
                  </a:lnTo>
                  <a:lnTo>
                    <a:pt x="65651" y="107196"/>
                  </a:lnTo>
                  <a:lnTo>
                    <a:pt x="65220" y="108598"/>
                  </a:lnTo>
                  <a:lnTo>
                    <a:pt x="63302" y="112201"/>
                  </a:lnTo>
                  <a:lnTo>
                    <a:pt x="63279" y="112563"/>
                  </a:lnTo>
                  <a:lnTo>
                    <a:pt x="63578" y="114329"/>
                  </a:lnTo>
                  <a:lnTo>
                    <a:pt x="63950" y="115665"/>
                  </a:lnTo>
                  <a:lnTo>
                    <a:pt x="64413" y="116609"/>
                  </a:lnTo>
                  <a:lnTo>
                    <a:pt x="65481" y="116663"/>
                  </a:lnTo>
                  <a:lnTo>
                    <a:pt x="66270" y="116248"/>
                  </a:lnTo>
                  <a:lnTo>
                    <a:pt x="67421" y="113838"/>
                  </a:lnTo>
                  <a:lnTo>
                    <a:pt x="69965" y="106333"/>
                  </a:lnTo>
                  <a:lnTo>
                    <a:pt x="72235" y="104245"/>
                  </a:lnTo>
                  <a:lnTo>
                    <a:pt x="74128" y="101924"/>
                  </a:lnTo>
                  <a:lnTo>
                    <a:pt x="74561" y="102394"/>
                  </a:lnTo>
                  <a:lnTo>
                    <a:pt x="74760" y="102930"/>
                  </a:lnTo>
                  <a:lnTo>
                    <a:pt x="74691" y="103493"/>
                  </a:lnTo>
                  <a:lnTo>
                    <a:pt x="73737" y="105404"/>
                  </a:lnTo>
                  <a:lnTo>
                    <a:pt x="73239" y="106981"/>
                  </a:lnTo>
                  <a:lnTo>
                    <a:pt x="71943" y="111827"/>
                  </a:lnTo>
                  <a:lnTo>
                    <a:pt x="71448" y="114112"/>
                  </a:lnTo>
                  <a:lnTo>
                    <a:pt x="71198" y="116523"/>
                  </a:lnTo>
                  <a:lnTo>
                    <a:pt x="71264" y="120686"/>
                  </a:lnTo>
                  <a:lnTo>
                    <a:pt x="71404" y="121405"/>
                  </a:lnTo>
                  <a:lnTo>
                    <a:pt x="71809" y="122370"/>
                  </a:lnTo>
                  <a:lnTo>
                    <a:pt x="72564" y="121543"/>
                  </a:lnTo>
                  <a:lnTo>
                    <a:pt x="73851" y="119483"/>
                  </a:lnTo>
                  <a:lnTo>
                    <a:pt x="74678" y="117515"/>
                  </a:lnTo>
                  <a:lnTo>
                    <a:pt x="75325" y="114310"/>
                  </a:lnTo>
                  <a:lnTo>
                    <a:pt x="75722" y="113082"/>
                  </a:lnTo>
                  <a:lnTo>
                    <a:pt x="76154" y="113097"/>
                  </a:lnTo>
                  <a:lnTo>
                    <a:pt x="76539" y="113795"/>
                  </a:lnTo>
                  <a:lnTo>
                    <a:pt x="76633" y="115340"/>
                  </a:lnTo>
                  <a:lnTo>
                    <a:pt x="76991" y="117445"/>
                  </a:lnTo>
                  <a:lnTo>
                    <a:pt x="77204" y="119584"/>
                  </a:lnTo>
                  <a:lnTo>
                    <a:pt x="77033" y="121935"/>
                  </a:lnTo>
                  <a:lnTo>
                    <a:pt x="76859" y="123221"/>
                  </a:lnTo>
                  <a:lnTo>
                    <a:pt x="74227" y="132768"/>
                  </a:lnTo>
                  <a:lnTo>
                    <a:pt x="74506" y="134463"/>
                  </a:lnTo>
                  <a:lnTo>
                    <a:pt x="74575" y="135491"/>
                  </a:lnTo>
                  <a:lnTo>
                    <a:pt x="74493" y="136583"/>
                  </a:lnTo>
                  <a:lnTo>
                    <a:pt x="73659" y="141154"/>
                  </a:lnTo>
                  <a:lnTo>
                    <a:pt x="72851" y="144011"/>
                  </a:lnTo>
                  <a:lnTo>
                    <a:pt x="72415" y="145237"/>
                  </a:lnTo>
                  <a:lnTo>
                    <a:pt x="71897" y="145989"/>
                  </a:lnTo>
                  <a:lnTo>
                    <a:pt x="71297" y="146264"/>
                  </a:lnTo>
                  <a:lnTo>
                    <a:pt x="70759" y="145850"/>
                  </a:lnTo>
                  <a:lnTo>
                    <a:pt x="70285" y="144751"/>
                  </a:lnTo>
                  <a:lnTo>
                    <a:pt x="69866" y="144179"/>
                  </a:lnTo>
                  <a:lnTo>
                    <a:pt x="69501" y="144140"/>
                  </a:lnTo>
                  <a:lnTo>
                    <a:pt x="68825" y="144345"/>
                  </a:lnTo>
                  <a:lnTo>
                    <a:pt x="67049" y="146677"/>
                  </a:lnTo>
                  <a:lnTo>
                    <a:pt x="66684" y="146803"/>
                  </a:lnTo>
                  <a:lnTo>
                    <a:pt x="66431" y="146489"/>
                  </a:lnTo>
                  <a:lnTo>
                    <a:pt x="66125" y="145266"/>
                  </a:lnTo>
                  <a:lnTo>
                    <a:pt x="66369" y="139114"/>
                  </a:lnTo>
                  <a:lnTo>
                    <a:pt x="66528" y="137081"/>
                  </a:lnTo>
                  <a:lnTo>
                    <a:pt x="66174" y="135512"/>
                  </a:lnTo>
                  <a:lnTo>
                    <a:pt x="66548" y="132881"/>
                  </a:lnTo>
                  <a:lnTo>
                    <a:pt x="66561" y="131881"/>
                  </a:lnTo>
                  <a:lnTo>
                    <a:pt x="66344" y="131504"/>
                  </a:lnTo>
                  <a:lnTo>
                    <a:pt x="65895" y="131750"/>
                  </a:lnTo>
                  <a:lnTo>
                    <a:pt x="65216" y="133073"/>
                  </a:lnTo>
                  <a:lnTo>
                    <a:pt x="64308" y="135469"/>
                  </a:lnTo>
                  <a:lnTo>
                    <a:pt x="63321" y="137607"/>
                  </a:lnTo>
                  <a:lnTo>
                    <a:pt x="61600" y="140558"/>
                  </a:lnTo>
                  <a:lnTo>
                    <a:pt x="60835" y="141138"/>
                  </a:lnTo>
                  <a:lnTo>
                    <a:pt x="60532" y="140992"/>
                  </a:lnTo>
                  <a:lnTo>
                    <a:pt x="60182" y="140588"/>
                  </a:lnTo>
                  <a:lnTo>
                    <a:pt x="59711" y="139353"/>
                  </a:lnTo>
                  <a:lnTo>
                    <a:pt x="59716" y="138265"/>
                  </a:lnTo>
                  <a:lnTo>
                    <a:pt x="59924" y="136779"/>
                  </a:lnTo>
                  <a:lnTo>
                    <a:pt x="60644" y="133270"/>
                  </a:lnTo>
                  <a:lnTo>
                    <a:pt x="62050" y="128078"/>
                  </a:lnTo>
                  <a:lnTo>
                    <a:pt x="63217" y="124382"/>
                  </a:lnTo>
                  <a:lnTo>
                    <a:pt x="63442" y="122807"/>
                  </a:lnTo>
                  <a:lnTo>
                    <a:pt x="63116" y="122120"/>
                  </a:lnTo>
                  <a:lnTo>
                    <a:pt x="62852" y="120768"/>
                  </a:lnTo>
                  <a:lnTo>
                    <a:pt x="62404" y="116769"/>
                  </a:lnTo>
                  <a:lnTo>
                    <a:pt x="61837" y="113473"/>
                  </a:lnTo>
                  <a:lnTo>
                    <a:pt x="61166" y="112013"/>
                  </a:lnTo>
                  <a:lnTo>
                    <a:pt x="59503" y="110412"/>
                  </a:lnTo>
                  <a:lnTo>
                    <a:pt x="59197" y="110798"/>
                  </a:lnTo>
                  <a:lnTo>
                    <a:pt x="59019" y="113016"/>
                  </a:lnTo>
                  <a:lnTo>
                    <a:pt x="57053" y="119392"/>
                  </a:lnTo>
                  <a:lnTo>
                    <a:pt x="56710" y="122158"/>
                  </a:lnTo>
                  <a:lnTo>
                    <a:pt x="56464" y="123184"/>
                  </a:lnTo>
                  <a:lnTo>
                    <a:pt x="56093" y="123885"/>
                  </a:lnTo>
                  <a:lnTo>
                    <a:pt x="55237" y="124732"/>
                  </a:lnTo>
                  <a:lnTo>
                    <a:pt x="55469" y="123257"/>
                  </a:lnTo>
                  <a:lnTo>
                    <a:pt x="56379" y="119973"/>
                  </a:lnTo>
                  <a:lnTo>
                    <a:pt x="56256" y="119653"/>
                  </a:lnTo>
                  <a:lnTo>
                    <a:pt x="55099" y="122292"/>
                  </a:lnTo>
                  <a:lnTo>
                    <a:pt x="54217" y="123756"/>
                  </a:lnTo>
                  <a:lnTo>
                    <a:pt x="53141" y="124133"/>
                  </a:lnTo>
                  <a:lnTo>
                    <a:pt x="52487" y="124039"/>
                  </a:lnTo>
                  <a:lnTo>
                    <a:pt x="51852" y="124442"/>
                  </a:lnTo>
                  <a:lnTo>
                    <a:pt x="49162" y="130679"/>
                  </a:lnTo>
                  <a:lnTo>
                    <a:pt x="49061" y="132758"/>
                  </a:lnTo>
                  <a:lnTo>
                    <a:pt x="48595" y="134461"/>
                  </a:lnTo>
                  <a:lnTo>
                    <a:pt x="47269" y="137540"/>
                  </a:lnTo>
                  <a:lnTo>
                    <a:pt x="46569" y="138604"/>
                  </a:lnTo>
                  <a:lnTo>
                    <a:pt x="45584" y="138795"/>
                  </a:lnTo>
                  <a:lnTo>
                    <a:pt x="44687" y="138262"/>
                  </a:lnTo>
                  <a:lnTo>
                    <a:pt x="44095" y="138359"/>
                  </a:lnTo>
                  <a:lnTo>
                    <a:pt x="42695" y="139321"/>
                  </a:lnTo>
                  <a:lnTo>
                    <a:pt x="41128" y="139741"/>
                  </a:lnTo>
                  <a:lnTo>
                    <a:pt x="40481" y="139547"/>
                  </a:lnTo>
                  <a:lnTo>
                    <a:pt x="40068" y="139151"/>
                  </a:lnTo>
                  <a:lnTo>
                    <a:pt x="39271" y="137955"/>
                  </a:lnTo>
                  <a:lnTo>
                    <a:pt x="39175" y="137107"/>
                  </a:lnTo>
                  <a:lnTo>
                    <a:pt x="39218" y="136609"/>
                  </a:lnTo>
                  <a:lnTo>
                    <a:pt x="39624" y="135319"/>
                  </a:lnTo>
                  <a:lnTo>
                    <a:pt x="40554" y="133702"/>
                  </a:lnTo>
                  <a:lnTo>
                    <a:pt x="41320" y="133097"/>
                  </a:lnTo>
                  <a:lnTo>
                    <a:pt x="43182" y="132283"/>
                  </a:lnTo>
                  <a:lnTo>
                    <a:pt x="44546" y="131071"/>
                  </a:lnTo>
                  <a:lnTo>
                    <a:pt x="45585" y="129274"/>
                  </a:lnTo>
                  <a:lnTo>
                    <a:pt x="46049" y="128177"/>
                  </a:lnTo>
                  <a:lnTo>
                    <a:pt x="48006" y="122552"/>
                  </a:lnTo>
                  <a:lnTo>
                    <a:pt x="50483" y="120566"/>
                  </a:lnTo>
                  <a:lnTo>
                    <a:pt x="51704" y="118949"/>
                  </a:lnTo>
                  <a:lnTo>
                    <a:pt x="52557" y="116897"/>
                  </a:lnTo>
                  <a:lnTo>
                    <a:pt x="52681" y="116176"/>
                  </a:lnTo>
                  <a:lnTo>
                    <a:pt x="51456" y="117217"/>
                  </a:lnTo>
                  <a:lnTo>
                    <a:pt x="50824" y="117473"/>
                  </a:lnTo>
                  <a:lnTo>
                    <a:pt x="49799" y="117088"/>
                  </a:lnTo>
                  <a:lnTo>
                    <a:pt x="49344" y="116388"/>
                  </a:lnTo>
                  <a:lnTo>
                    <a:pt x="47940" y="116610"/>
                  </a:lnTo>
                  <a:lnTo>
                    <a:pt x="45987" y="116284"/>
                  </a:lnTo>
                  <a:lnTo>
                    <a:pt x="45705" y="116822"/>
                  </a:lnTo>
                  <a:lnTo>
                    <a:pt x="45453" y="119555"/>
                  </a:lnTo>
                  <a:lnTo>
                    <a:pt x="45200" y="121006"/>
                  </a:lnTo>
                  <a:lnTo>
                    <a:pt x="44901" y="121494"/>
                  </a:lnTo>
                  <a:lnTo>
                    <a:pt x="44464" y="121781"/>
                  </a:lnTo>
                  <a:lnTo>
                    <a:pt x="43572" y="122071"/>
                  </a:lnTo>
                  <a:lnTo>
                    <a:pt x="41287" y="121094"/>
                  </a:lnTo>
                  <a:lnTo>
                    <a:pt x="40865" y="120560"/>
                  </a:lnTo>
                  <a:lnTo>
                    <a:pt x="40282" y="120155"/>
                  </a:lnTo>
                  <a:lnTo>
                    <a:pt x="37758" y="121045"/>
                  </a:lnTo>
                  <a:lnTo>
                    <a:pt x="37230" y="120960"/>
                  </a:lnTo>
                  <a:lnTo>
                    <a:pt x="37731" y="120320"/>
                  </a:lnTo>
                  <a:lnTo>
                    <a:pt x="40224" y="118315"/>
                  </a:lnTo>
                  <a:lnTo>
                    <a:pt x="40485" y="112538"/>
                  </a:lnTo>
                  <a:lnTo>
                    <a:pt x="40329" y="111612"/>
                  </a:lnTo>
                  <a:lnTo>
                    <a:pt x="39633" y="112419"/>
                  </a:lnTo>
                  <a:lnTo>
                    <a:pt x="38463" y="113251"/>
                  </a:lnTo>
                  <a:lnTo>
                    <a:pt x="37663" y="113010"/>
                  </a:lnTo>
                  <a:lnTo>
                    <a:pt x="37297" y="112499"/>
                  </a:lnTo>
                  <a:lnTo>
                    <a:pt x="36961" y="112932"/>
                  </a:lnTo>
                  <a:lnTo>
                    <a:pt x="36148" y="115979"/>
                  </a:lnTo>
                  <a:lnTo>
                    <a:pt x="35668" y="116362"/>
                  </a:lnTo>
                  <a:lnTo>
                    <a:pt x="34945" y="116479"/>
                  </a:lnTo>
                  <a:lnTo>
                    <a:pt x="33406" y="117588"/>
                  </a:lnTo>
                  <a:lnTo>
                    <a:pt x="30382" y="118317"/>
                  </a:lnTo>
                  <a:lnTo>
                    <a:pt x="29786" y="119123"/>
                  </a:lnTo>
                  <a:lnTo>
                    <a:pt x="27733" y="118843"/>
                  </a:lnTo>
                  <a:lnTo>
                    <a:pt x="21738" y="117170"/>
                  </a:lnTo>
                  <a:lnTo>
                    <a:pt x="19593" y="117339"/>
                  </a:lnTo>
                  <a:lnTo>
                    <a:pt x="17012" y="116316"/>
                  </a:lnTo>
                  <a:lnTo>
                    <a:pt x="16535" y="115876"/>
                  </a:lnTo>
                  <a:lnTo>
                    <a:pt x="12924" y="116055"/>
                  </a:lnTo>
                  <a:lnTo>
                    <a:pt x="11844" y="115818"/>
                  </a:lnTo>
                  <a:lnTo>
                    <a:pt x="11916" y="114547"/>
                  </a:lnTo>
                  <a:lnTo>
                    <a:pt x="11801" y="114222"/>
                  </a:lnTo>
                  <a:lnTo>
                    <a:pt x="10752" y="115625"/>
                  </a:lnTo>
                  <a:lnTo>
                    <a:pt x="9822" y="116535"/>
                  </a:lnTo>
                  <a:lnTo>
                    <a:pt x="8622" y="117314"/>
                  </a:lnTo>
                  <a:lnTo>
                    <a:pt x="4847" y="118666"/>
                  </a:lnTo>
                  <a:lnTo>
                    <a:pt x="2824" y="118955"/>
                  </a:lnTo>
                  <a:lnTo>
                    <a:pt x="1647" y="118014"/>
                  </a:lnTo>
                  <a:lnTo>
                    <a:pt x="1181" y="117079"/>
                  </a:lnTo>
                  <a:lnTo>
                    <a:pt x="480" y="114043"/>
                  </a:lnTo>
                  <a:lnTo>
                    <a:pt x="0" y="110238"/>
                  </a:lnTo>
                  <a:lnTo>
                    <a:pt x="3" y="109550"/>
                  </a:lnTo>
                  <a:lnTo>
                    <a:pt x="247" y="108230"/>
                  </a:lnTo>
                  <a:lnTo>
                    <a:pt x="1039" y="106400"/>
                  </a:lnTo>
                  <a:lnTo>
                    <a:pt x="4621" y="101560"/>
                  </a:lnTo>
                  <a:lnTo>
                    <a:pt x="7501" y="96664"/>
                  </a:lnTo>
                  <a:lnTo>
                    <a:pt x="8716" y="94115"/>
                  </a:lnTo>
                  <a:lnTo>
                    <a:pt x="9894" y="93207"/>
                  </a:lnTo>
                  <a:lnTo>
                    <a:pt x="11817" y="91091"/>
                  </a:lnTo>
                  <a:lnTo>
                    <a:pt x="11878" y="90841"/>
                  </a:lnTo>
                  <a:lnTo>
                    <a:pt x="10013" y="91109"/>
                  </a:lnTo>
                  <a:lnTo>
                    <a:pt x="8702" y="90524"/>
                  </a:lnTo>
                  <a:lnTo>
                    <a:pt x="7363" y="90291"/>
                  </a:lnTo>
                  <a:lnTo>
                    <a:pt x="4817" y="90851"/>
                  </a:lnTo>
                  <a:lnTo>
                    <a:pt x="2251" y="90851"/>
                  </a:lnTo>
                  <a:lnTo>
                    <a:pt x="2240" y="89766"/>
                  </a:lnTo>
                  <a:lnTo>
                    <a:pt x="3440" y="87722"/>
                  </a:lnTo>
                  <a:lnTo>
                    <a:pt x="5991" y="84213"/>
                  </a:lnTo>
                  <a:lnTo>
                    <a:pt x="6251" y="84201"/>
                  </a:lnTo>
                  <a:lnTo>
                    <a:pt x="5469" y="85835"/>
                  </a:lnTo>
                  <a:lnTo>
                    <a:pt x="5247" y="87057"/>
                  </a:lnTo>
                  <a:lnTo>
                    <a:pt x="5583" y="87869"/>
                  </a:lnTo>
                  <a:lnTo>
                    <a:pt x="5972" y="88383"/>
                  </a:lnTo>
                  <a:lnTo>
                    <a:pt x="7433" y="88598"/>
                  </a:lnTo>
                  <a:lnTo>
                    <a:pt x="7768" y="87888"/>
                  </a:lnTo>
                  <a:lnTo>
                    <a:pt x="8295" y="84125"/>
                  </a:lnTo>
                  <a:lnTo>
                    <a:pt x="9399" y="79768"/>
                  </a:lnTo>
                  <a:lnTo>
                    <a:pt x="9996" y="76625"/>
                  </a:lnTo>
                  <a:lnTo>
                    <a:pt x="11033" y="74229"/>
                  </a:lnTo>
                  <a:lnTo>
                    <a:pt x="11550" y="73868"/>
                  </a:lnTo>
                  <a:lnTo>
                    <a:pt x="12010" y="74316"/>
                  </a:lnTo>
                  <a:lnTo>
                    <a:pt x="13536" y="74891"/>
                  </a:lnTo>
                  <a:lnTo>
                    <a:pt x="15107" y="77088"/>
                  </a:lnTo>
                  <a:lnTo>
                    <a:pt x="15614" y="77274"/>
                  </a:lnTo>
                  <a:lnTo>
                    <a:pt x="15787" y="77077"/>
                  </a:lnTo>
                  <a:lnTo>
                    <a:pt x="15211" y="76432"/>
                  </a:lnTo>
                  <a:lnTo>
                    <a:pt x="14736" y="75399"/>
                  </a:lnTo>
                  <a:lnTo>
                    <a:pt x="14540" y="74432"/>
                  </a:lnTo>
                  <a:lnTo>
                    <a:pt x="15113" y="71402"/>
                  </a:lnTo>
                  <a:lnTo>
                    <a:pt x="15785" y="70531"/>
                  </a:lnTo>
                  <a:lnTo>
                    <a:pt x="15907" y="69935"/>
                  </a:lnTo>
                  <a:lnTo>
                    <a:pt x="14563" y="69922"/>
                  </a:lnTo>
                  <a:lnTo>
                    <a:pt x="13481" y="69075"/>
                  </a:lnTo>
                  <a:lnTo>
                    <a:pt x="13159" y="67704"/>
                  </a:lnTo>
                  <a:lnTo>
                    <a:pt x="13223" y="65295"/>
                  </a:lnTo>
                  <a:lnTo>
                    <a:pt x="13575" y="63855"/>
                  </a:lnTo>
                  <a:lnTo>
                    <a:pt x="14442" y="61954"/>
                  </a:lnTo>
                  <a:lnTo>
                    <a:pt x="15496" y="60690"/>
                  </a:lnTo>
                  <a:lnTo>
                    <a:pt x="16124" y="61014"/>
                  </a:lnTo>
                  <a:lnTo>
                    <a:pt x="17335" y="62719"/>
                  </a:lnTo>
                  <a:lnTo>
                    <a:pt x="18080" y="62241"/>
                  </a:lnTo>
                  <a:lnTo>
                    <a:pt x="17993" y="61693"/>
                  </a:lnTo>
                  <a:lnTo>
                    <a:pt x="16858" y="58979"/>
                  </a:lnTo>
                  <a:lnTo>
                    <a:pt x="16495" y="56969"/>
                  </a:lnTo>
                  <a:lnTo>
                    <a:pt x="16528" y="56011"/>
                  </a:lnTo>
                  <a:lnTo>
                    <a:pt x="18987" y="46435"/>
                  </a:lnTo>
                  <a:lnTo>
                    <a:pt x="20190" y="41297"/>
                  </a:lnTo>
                  <a:lnTo>
                    <a:pt x="21829" y="33470"/>
                  </a:lnTo>
                  <a:lnTo>
                    <a:pt x="22208" y="32225"/>
                  </a:lnTo>
                  <a:lnTo>
                    <a:pt x="23038" y="29916"/>
                  </a:lnTo>
                  <a:lnTo>
                    <a:pt x="23382" y="29289"/>
                  </a:lnTo>
                  <a:lnTo>
                    <a:pt x="24454" y="29283"/>
                  </a:lnTo>
                  <a:lnTo>
                    <a:pt x="25119" y="29003"/>
                  </a:lnTo>
                  <a:lnTo>
                    <a:pt x="24146" y="27983"/>
                  </a:lnTo>
                  <a:lnTo>
                    <a:pt x="23798" y="27273"/>
                  </a:lnTo>
                  <a:lnTo>
                    <a:pt x="23757" y="26524"/>
                  </a:lnTo>
                  <a:lnTo>
                    <a:pt x="24023" y="25739"/>
                  </a:lnTo>
                  <a:lnTo>
                    <a:pt x="24400" y="25159"/>
                  </a:lnTo>
                  <a:lnTo>
                    <a:pt x="25671" y="23904"/>
                  </a:lnTo>
                  <a:lnTo>
                    <a:pt x="26573" y="21838"/>
                  </a:lnTo>
                  <a:lnTo>
                    <a:pt x="27121" y="19405"/>
                  </a:lnTo>
                  <a:lnTo>
                    <a:pt x="27040" y="18576"/>
                  </a:lnTo>
                  <a:lnTo>
                    <a:pt x="26757" y="17751"/>
                  </a:lnTo>
                  <a:lnTo>
                    <a:pt x="26773" y="17302"/>
                  </a:lnTo>
                  <a:lnTo>
                    <a:pt x="27458" y="16795"/>
                  </a:lnTo>
                  <a:lnTo>
                    <a:pt x="29198" y="13907"/>
                  </a:lnTo>
                  <a:lnTo>
                    <a:pt x="29425" y="13353"/>
                  </a:lnTo>
                  <a:lnTo>
                    <a:pt x="30061" y="9499"/>
                  </a:lnTo>
                  <a:lnTo>
                    <a:pt x="30841" y="7789"/>
                  </a:lnTo>
                  <a:lnTo>
                    <a:pt x="31570" y="6912"/>
                  </a:lnTo>
                  <a:lnTo>
                    <a:pt x="32733" y="5823"/>
                  </a:lnTo>
                  <a:lnTo>
                    <a:pt x="36308" y="3184"/>
                  </a:lnTo>
                  <a:lnTo>
                    <a:pt x="38400" y="828"/>
                  </a:lnTo>
                  <a:lnTo>
                    <a:pt x="39821" y="959"/>
                  </a:lnTo>
                  <a:lnTo>
                    <a:pt x="40238" y="2602"/>
                  </a:lnTo>
                  <a:lnTo>
                    <a:pt x="42257" y="3694"/>
                  </a:lnTo>
                  <a:lnTo>
                    <a:pt x="42612" y="2522"/>
                  </a:lnTo>
                  <a:lnTo>
                    <a:pt x="42139" y="1092"/>
                  </a:lnTo>
                  <a:lnTo>
                    <a:pt x="42533" y="516"/>
                  </a:lnTo>
                  <a:lnTo>
                    <a:pt x="44199" y="0"/>
                  </a:lnTo>
                  <a:lnTo>
                    <a:pt x="44489" y="193"/>
                  </a:lnTo>
                  <a:lnTo>
                    <a:pt x="44987" y="10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1724162" y="2106136"/>
              <a:ext cx="2675" cy="7423"/>
            </a:xfrm>
            <a:custGeom>
              <a:avLst/>
              <a:pathLst>
                <a:path w="2675" h="7423">
                  <a:moveTo>
                    <a:pt x="2579" y="6929"/>
                  </a:moveTo>
                  <a:lnTo>
                    <a:pt x="2388" y="7423"/>
                  </a:lnTo>
                  <a:lnTo>
                    <a:pt x="1927" y="7421"/>
                  </a:lnTo>
                  <a:lnTo>
                    <a:pt x="1199" y="6925"/>
                  </a:lnTo>
                  <a:lnTo>
                    <a:pt x="655" y="5829"/>
                  </a:lnTo>
                  <a:lnTo>
                    <a:pt x="0" y="2413"/>
                  </a:lnTo>
                  <a:lnTo>
                    <a:pt x="73" y="1826"/>
                  </a:lnTo>
                  <a:lnTo>
                    <a:pt x="299" y="1229"/>
                  </a:lnTo>
                  <a:lnTo>
                    <a:pt x="1346" y="0"/>
                  </a:lnTo>
                  <a:lnTo>
                    <a:pt x="1727" y="135"/>
                  </a:lnTo>
                  <a:lnTo>
                    <a:pt x="1863" y="1028"/>
                  </a:lnTo>
                  <a:lnTo>
                    <a:pt x="2488" y="3041"/>
                  </a:lnTo>
                  <a:lnTo>
                    <a:pt x="2674" y="3632"/>
                  </a:lnTo>
                  <a:lnTo>
                    <a:pt x="2675" y="59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561133" y="2097662"/>
              <a:ext cx="1675" cy="3142"/>
            </a:xfrm>
            <a:custGeom>
              <a:avLst/>
              <a:pathLst>
                <a:path w="1675" h="3142">
                  <a:moveTo>
                    <a:pt x="672" y="3117"/>
                  </a:moveTo>
                  <a:lnTo>
                    <a:pt x="123" y="3142"/>
                  </a:lnTo>
                  <a:lnTo>
                    <a:pt x="0" y="2810"/>
                  </a:lnTo>
                  <a:lnTo>
                    <a:pt x="228" y="1675"/>
                  </a:lnTo>
                  <a:lnTo>
                    <a:pt x="841" y="363"/>
                  </a:lnTo>
                  <a:lnTo>
                    <a:pt x="1675" y="0"/>
                  </a:lnTo>
                  <a:lnTo>
                    <a:pt x="1450" y="19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282361" y="2094620"/>
              <a:ext cx="4298" cy="4529"/>
            </a:xfrm>
            <a:custGeom>
              <a:avLst/>
              <a:pathLst>
                <a:path w="4298" h="4529">
                  <a:moveTo>
                    <a:pt x="2985" y="4319"/>
                  </a:moveTo>
                  <a:lnTo>
                    <a:pt x="2510" y="4529"/>
                  </a:lnTo>
                  <a:lnTo>
                    <a:pt x="1417" y="4290"/>
                  </a:lnTo>
                  <a:lnTo>
                    <a:pt x="539" y="3549"/>
                  </a:lnTo>
                  <a:lnTo>
                    <a:pt x="0" y="2602"/>
                  </a:lnTo>
                  <a:lnTo>
                    <a:pt x="3554" y="0"/>
                  </a:lnTo>
                  <a:lnTo>
                    <a:pt x="4286" y="334"/>
                  </a:lnTo>
                  <a:lnTo>
                    <a:pt x="4298" y="799"/>
                  </a:lnTo>
                  <a:lnTo>
                    <a:pt x="3764" y="2193"/>
                  </a:lnTo>
                  <a:lnTo>
                    <a:pt x="3622" y="3128"/>
                  </a:lnTo>
                  <a:lnTo>
                    <a:pt x="3363" y="38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1689999" y="2093068"/>
              <a:ext cx="1227" cy="5641"/>
            </a:xfrm>
            <a:custGeom>
              <a:avLst/>
              <a:pathLst>
                <a:path w="1227" h="5641">
                  <a:moveTo>
                    <a:pt x="1013" y="5585"/>
                  </a:moveTo>
                  <a:lnTo>
                    <a:pt x="806" y="5641"/>
                  </a:lnTo>
                  <a:lnTo>
                    <a:pt x="423" y="5029"/>
                  </a:lnTo>
                  <a:lnTo>
                    <a:pt x="160" y="4041"/>
                  </a:lnTo>
                  <a:lnTo>
                    <a:pt x="0" y="1465"/>
                  </a:lnTo>
                  <a:lnTo>
                    <a:pt x="117" y="415"/>
                  </a:lnTo>
                  <a:lnTo>
                    <a:pt x="221" y="0"/>
                  </a:lnTo>
                  <a:lnTo>
                    <a:pt x="1227" y="16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1720748" y="2074342"/>
              <a:ext cx="2280" cy="11727"/>
            </a:xfrm>
            <a:custGeom>
              <a:avLst/>
              <a:pathLst>
                <a:path w="2280" h="11727">
                  <a:moveTo>
                    <a:pt x="882" y="11331"/>
                  </a:moveTo>
                  <a:lnTo>
                    <a:pt x="0" y="11727"/>
                  </a:lnTo>
                  <a:lnTo>
                    <a:pt x="293" y="10143"/>
                  </a:lnTo>
                  <a:lnTo>
                    <a:pt x="378" y="9205"/>
                  </a:lnTo>
                  <a:lnTo>
                    <a:pt x="220" y="8322"/>
                  </a:lnTo>
                  <a:lnTo>
                    <a:pt x="108" y="6619"/>
                  </a:lnTo>
                  <a:lnTo>
                    <a:pt x="64" y="2599"/>
                  </a:lnTo>
                  <a:lnTo>
                    <a:pt x="926" y="73"/>
                  </a:lnTo>
                  <a:lnTo>
                    <a:pt x="2280" y="0"/>
                  </a:lnTo>
                  <a:lnTo>
                    <a:pt x="2266" y="1275"/>
                  </a:lnTo>
                  <a:lnTo>
                    <a:pt x="1694" y="6977"/>
                  </a:lnTo>
                  <a:lnTo>
                    <a:pt x="1399" y="9614"/>
                  </a:lnTo>
                  <a:lnTo>
                    <a:pt x="1172" y="105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1711284" y="2073549"/>
              <a:ext cx="3808" cy="10252"/>
            </a:xfrm>
            <a:custGeom>
              <a:avLst/>
              <a:pathLst>
                <a:path w="3808" h="10252">
                  <a:moveTo>
                    <a:pt x="3808" y="8900"/>
                  </a:moveTo>
                  <a:lnTo>
                    <a:pt x="3441" y="10252"/>
                  </a:lnTo>
                  <a:lnTo>
                    <a:pt x="1903" y="6999"/>
                  </a:lnTo>
                  <a:lnTo>
                    <a:pt x="1343" y="6084"/>
                  </a:lnTo>
                  <a:lnTo>
                    <a:pt x="198" y="2631"/>
                  </a:lnTo>
                  <a:lnTo>
                    <a:pt x="0" y="1148"/>
                  </a:lnTo>
                  <a:lnTo>
                    <a:pt x="48" y="308"/>
                  </a:lnTo>
                  <a:lnTo>
                    <a:pt x="251" y="0"/>
                  </a:lnTo>
                  <a:lnTo>
                    <a:pt x="606" y="217"/>
                  </a:lnTo>
                  <a:lnTo>
                    <a:pt x="938" y="590"/>
                  </a:lnTo>
                  <a:lnTo>
                    <a:pt x="3150" y="4417"/>
                  </a:lnTo>
                  <a:lnTo>
                    <a:pt x="3768" y="62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1708442" y="2062406"/>
              <a:ext cx="2313" cy="6030"/>
            </a:xfrm>
            <a:custGeom>
              <a:avLst/>
              <a:pathLst>
                <a:path w="2313" h="6030">
                  <a:moveTo>
                    <a:pt x="2313" y="5795"/>
                  </a:moveTo>
                  <a:lnTo>
                    <a:pt x="2140" y="6030"/>
                  </a:lnTo>
                  <a:lnTo>
                    <a:pt x="1665" y="5635"/>
                  </a:lnTo>
                  <a:lnTo>
                    <a:pt x="1208" y="4863"/>
                  </a:lnTo>
                  <a:lnTo>
                    <a:pt x="425" y="2676"/>
                  </a:lnTo>
                  <a:lnTo>
                    <a:pt x="168" y="1755"/>
                  </a:lnTo>
                  <a:lnTo>
                    <a:pt x="0" y="263"/>
                  </a:lnTo>
                  <a:lnTo>
                    <a:pt x="157" y="0"/>
                  </a:lnTo>
                  <a:lnTo>
                    <a:pt x="498" y="157"/>
                  </a:lnTo>
                  <a:lnTo>
                    <a:pt x="736" y="402"/>
                  </a:lnTo>
                  <a:lnTo>
                    <a:pt x="1970" y="40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254793" y="2061344"/>
              <a:ext cx="15302" cy="14487"/>
            </a:xfrm>
            <a:custGeom>
              <a:avLst/>
              <a:pathLst>
                <a:path w="15302" h="14487">
                  <a:moveTo>
                    <a:pt x="15047" y="14094"/>
                  </a:moveTo>
                  <a:lnTo>
                    <a:pt x="14234" y="14487"/>
                  </a:lnTo>
                  <a:lnTo>
                    <a:pt x="11846" y="13699"/>
                  </a:lnTo>
                  <a:lnTo>
                    <a:pt x="10848" y="13131"/>
                  </a:lnTo>
                  <a:lnTo>
                    <a:pt x="7906" y="11000"/>
                  </a:lnTo>
                  <a:lnTo>
                    <a:pt x="2303" y="7870"/>
                  </a:lnTo>
                  <a:lnTo>
                    <a:pt x="393" y="6316"/>
                  </a:lnTo>
                  <a:lnTo>
                    <a:pt x="0" y="5152"/>
                  </a:lnTo>
                  <a:lnTo>
                    <a:pt x="1014" y="2719"/>
                  </a:lnTo>
                  <a:lnTo>
                    <a:pt x="1586" y="1734"/>
                  </a:lnTo>
                  <a:lnTo>
                    <a:pt x="2208" y="1122"/>
                  </a:lnTo>
                  <a:lnTo>
                    <a:pt x="8100" y="0"/>
                  </a:lnTo>
                  <a:lnTo>
                    <a:pt x="10399" y="545"/>
                  </a:lnTo>
                  <a:lnTo>
                    <a:pt x="13106" y="5528"/>
                  </a:lnTo>
                  <a:lnTo>
                    <a:pt x="14660" y="8894"/>
                  </a:lnTo>
                  <a:lnTo>
                    <a:pt x="15292" y="11603"/>
                  </a:lnTo>
                  <a:lnTo>
                    <a:pt x="15302" y="129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1673549" y="2061132"/>
              <a:ext cx="16463" cy="31848"/>
            </a:xfrm>
            <a:custGeom>
              <a:avLst/>
              <a:pathLst>
                <a:path w="16463" h="31848">
                  <a:moveTo>
                    <a:pt x="9126" y="1060"/>
                  </a:moveTo>
                  <a:lnTo>
                    <a:pt x="10293" y="3796"/>
                  </a:lnTo>
                  <a:lnTo>
                    <a:pt x="10640" y="6245"/>
                  </a:lnTo>
                  <a:lnTo>
                    <a:pt x="10496" y="9138"/>
                  </a:lnTo>
                  <a:lnTo>
                    <a:pt x="8648" y="10235"/>
                  </a:lnTo>
                  <a:lnTo>
                    <a:pt x="7676" y="9361"/>
                  </a:lnTo>
                  <a:lnTo>
                    <a:pt x="7254" y="9524"/>
                  </a:lnTo>
                  <a:lnTo>
                    <a:pt x="6616" y="10389"/>
                  </a:lnTo>
                  <a:lnTo>
                    <a:pt x="7392" y="10777"/>
                  </a:lnTo>
                  <a:lnTo>
                    <a:pt x="8478" y="12196"/>
                  </a:lnTo>
                  <a:lnTo>
                    <a:pt x="9430" y="14037"/>
                  </a:lnTo>
                  <a:lnTo>
                    <a:pt x="10773" y="14367"/>
                  </a:lnTo>
                  <a:lnTo>
                    <a:pt x="12561" y="15653"/>
                  </a:lnTo>
                  <a:lnTo>
                    <a:pt x="11208" y="17968"/>
                  </a:lnTo>
                  <a:lnTo>
                    <a:pt x="11003" y="19302"/>
                  </a:lnTo>
                  <a:lnTo>
                    <a:pt x="12691" y="22992"/>
                  </a:lnTo>
                  <a:lnTo>
                    <a:pt x="12852" y="23914"/>
                  </a:lnTo>
                  <a:lnTo>
                    <a:pt x="13392" y="24103"/>
                  </a:lnTo>
                  <a:lnTo>
                    <a:pt x="14651" y="23805"/>
                  </a:lnTo>
                  <a:lnTo>
                    <a:pt x="14811" y="24098"/>
                  </a:lnTo>
                  <a:lnTo>
                    <a:pt x="14808" y="24862"/>
                  </a:lnTo>
                  <a:lnTo>
                    <a:pt x="14036" y="27005"/>
                  </a:lnTo>
                  <a:lnTo>
                    <a:pt x="14118" y="27432"/>
                  </a:lnTo>
                  <a:lnTo>
                    <a:pt x="14817" y="27769"/>
                  </a:lnTo>
                  <a:lnTo>
                    <a:pt x="16158" y="27785"/>
                  </a:lnTo>
                  <a:lnTo>
                    <a:pt x="16463" y="29914"/>
                  </a:lnTo>
                  <a:lnTo>
                    <a:pt x="15250" y="31848"/>
                  </a:lnTo>
                  <a:lnTo>
                    <a:pt x="12945" y="29355"/>
                  </a:lnTo>
                  <a:lnTo>
                    <a:pt x="11918" y="26871"/>
                  </a:lnTo>
                  <a:lnTo>
                    <a:pt x="11331" y="24569"/>
                  </a:lnTo>
                  <a:lnTo>
                    <a:pt x="10622" y="23268"/>
                  </a:lnTo>
                  <a:lnTo>
                    <a:pt x="8482" y="20381"/>
                  </a:lnTo>
                  <a:lnTo>
                    <a:pt x="5230" y="14143"/>
                  </a:lnTo>
                  <a:lnTo>
                    <a:pt x="4392" y="13242"/>
                  </a:lnTo>
                  <a:lnTo>
                    <a:pt x="3546" y="10774"/>
                  </a:lnTo>
                  <a:lnTo>
                    <a:pt x="3300" y="9587"/>
                  </a:lnTo>
                  <a:lnTo>
                    <a:pt x="3321" y="8792"/>
                  </a:lnTo>
                  <a:lnTo>
                    <a:pt x="3650" y="8372"/>
                  </a:lnTo>
                  <a:lnTo>
                    <a:pt x="4624" y="8095"/>
                  </a:lnTo>
                  <a:lnTo>
                    <a:pt x="4637" y="6859"/>
                  </a:lnTo>
                  <a:lnTo>
                    <a:pt x="898" y="4715"/>
                  </a:lnTo>
                  <a:lnTo>
                    <a:pt x="482" y="4276"/>
                  </a:lnTo>
                  <a:lnTo>
                    <a:pt x="0" y="2775"/>
                  </a:lnTo>
                  <a:lnTo>
                    <a:pt x="259" y="2556"/>
                  </a:lnTo>
                  <a:lnTo>
                    <a:pt x="2317" y="2817"/>
                  </a:lnTo>
                  <a:lnTo>
                    <a:pt x="4521" y="2096"/>
                  </a:lnTo>
                  <a:lnTo>
                    <a:pt x="5878" y="1545"/>
                  </a:lnTo>
                  <a:lnTo>
                    <a:pt x="6413" y="871"/>
                  </a:lnTo>
                  <a:lnTo>
                    <a:pt x="7522" y="0"/>
                  </a:lnTo>
                  <a:lnTo>
                    <a:pt x="7978" y="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1712244" y="2059699"/>
              <a:ext cx="7799" cy="29262"/>
            </a:xfrm>
            <a:custGeom>
              <a:avLst/>
              <a:pathLst>
                <a:path w="7799" h="29262">
                  <a:moveTo>
                    <a:pt x="7271" y="10052"/>
                  </a:moveTo>
                  <a:lnTo>
                    <a:pt x="7799" y="19479"/>
                  </a:lnTo>
                  <a:lnTo>
                    <a:pt x="7761" y="22496"/>
                  </a:lnTo>
                  <a:lnTo>
                    <a:pt x="6991" y="24470"/>
                  </a:lnTo>
                  <a:lnTo>
                    <a:pt x="6447" y="27777"/>
                  </a:lnTo>
                  <a:lnTo>
                    <a:pt x="5815" y="29262"/>
                  </a:lnTo>
                  <a:lnTo>
                    <a:pt x="5217" y="27285"/>
                  </a:lnTo>
                  <a:lnTo>
                    <a:pt x="5164" y="24000"/>
                  </a:lnTo>
                  <a:lnTo>
                    <a:pt x="5004" y="21389"/>
                  </a:lnTo>
                  <a:lnTo>
                    <a:pt x="4808" y="20139"/>
                  </a:lnTo>
                  <a:lnTo>
                    <a:pt x="5040" y="15263"/>
                  </a:lnTo>
                  <a:lnTo>
                    <a:pt x="4772" y="15622"/>
                  </a:lnTo>
                  <a:lnTo>
                    <a:pt x="4063" y="17762"/>
                  </a:lnTo>
                  <a:lnTo>
                    <a:pt x="3274" y="17909"/>
                  </a:lnTo>
                  <a:lnTo>
                    <a:pt x="1858" y="15482"/>
                  </a:lnTo>
                  <a:lnTo>
                    <a:pt x="1146" y="13517"/>
                  </a:lnTo>
                  <a:lnTo>
                    <a:pt x="1029" y="11467"/>
                  </a:lnTo>
                  <a:lnTo>
                    <a:pt x="96" y="9307"/>
                  </a:lnTo>
                  <a:lnTo>
                    <a:pt x="0" y="8547"/>
                  </a:lnTo>
                  <a:lnTo>
                    <a:pt x="76" y="7742"/>
                  </a:lnTo>
                  <a:lnTo>
                    <a:pt x="842" y="5592"/>
                  </a:lnTo>
                  <a:lnTo>
                    <a:pt x="1153" y="4143"/>
                  </a:lnTo>
                  <a:lnTo>
                    <a:pt x="1426" y="1161"/>
                  </a:lnTo>
                  <a:lnTo>
                    <a:pt x="1738" y="0"/>
                  </a:lnTo>
                  <a:lnTo>
                    <a:pt x="2464" y="164"/>
                  </a:lnTo>
                  <a:lnTo>
                    <a:pt x="3758" y="1517"/>
                  </a:lnTo>
                  <a:lnTo>
                    <a:pt x="5109" y="2986"/>
                  </a:lnTo>
                  <a:lnTo>
                    <a:pt x="6348" y="49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1710554" y="2058217"/>
              <a:ext cx="1881" cy="6481"/>
            </a:xfrm>
            <a:custGeom>
              <a:avLst/>
              <a:pathLst>
                <a:path w="1881" h="6481">
                  <a:moveTo>
                    <a:pt x="1881" y="6270"/>
                  </a:moveTo>
                  <a:lnTo>
                    <a:pt x="1818" y="6481"/>
                  </a:lnTo>
                  <a:lnTo>
                    <a:pt x="625" y="6475"/>
                  </a:lnTo>
                  <a:lnTo>
                    <a:pt x="293" y="6173"/>
                  </a:lnTo>
                  <a:lnTo>
                    <a:pt x="84" y="5553"/>
                  </a:lnTo>
                  <a:lnTo>
                    <a:pt x="0" y="4612"/>
                  </a:lnTo>
                  <a:lnTo>
                    <a:pt x="194" y="3480"/>
                  </a:lnTo>
                  <a:lnTo>
                    <a:pt x="899" y="1317"/>
                  </a:lnTo>
                  <a:lnTo>
                    <a:pt x="921" y="395"/>
                  </a:lnTo>
                  <a:lnTo>
                    <a:pt x="1070" y="0"/>
                  </a:lnTo>
                  <a:lnTo>
                    <a:pt x="1565" y="1089"/>
                  </a:lnTo>
                  <a:lnTo>
                    <a:pt x="1774" y="20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277409" y="2057201"/>
              <a:ext cx="1562" cy="2664"/>
            </a:xfrm>
            <a:custGeom>
              <a:avLst/>
              <a:pathLst>
                <a:path w="1562" h="2664">
                  <a:moveTo>
                    <a:pt x="1562" y="1781"/>
                  </a:moveTo>
                  <a:lnTo>
                    <a:pt x="1550" y="2664"/>
                  </a:lnTo>
                  <a:lnTo>
                    <a:pt x="804" y="2493"/>
                  </a:lnTo>
                  <a:lnTo>
                    <a:pt x="398" y="1988"/>
                  </a:lnTo>
                  <a:lnTo>
                    <a:pt x="70" y="1193"/>
                  </a:lnTo>
                  <a:lnTo>
                    <a:pt x="0" y="595"/>
                  </a:lnTo>
                  <a:lnTo>
                    <a:pt x="279" y="0"/>
                  </a:lnTo>
                  <a:lnTo>
                    <a:pt x="1144" y="3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1696901" y="2049321"/>
              <a:ext cx="8777" cy="13789"/>
            </a:xfrm>
            <a:custGeom>
              <a:avLst/>
              <a:pathLst>
                <a:path w="8777" h="13789">
                  <a:moveTo>
                    <a:pt x="7698" y="13688"/>
                  </a:moveTo>
                  <a:lnTo>
                    <a:pt x="7468" y="13789"/>
                  </a:lnTo>
                  <a:lnTo>
                    <a:pt x="6711" y="13429"/>
                  </a:lnTo>
                  <a:lnTo>
                    <a:pt x="4213" y="8434"/>
                  </a:lnTo>
                  <a:lnTo>
                    <a:pt x="2438" y="6612"/>
                  </a:lnTo>
                  <a:lnTo>
                    <a:pt x="1229" y="4146"/>
                  </a:lnTo>
                  <a:lnTo>
                    <a:pt x="0" y="2568"/>
                  </a:lnTo>
                  <a:lnTo>
                    <a:pt x="754" y="0"/>
                  </a:lnTo>
                  <a:lnTo>
                    <a:pt x="1412" y="317"/>
                  </a:lnTo>
                  <a:lnTo>
                    <a:pt x="3711" y="2407"/>
                  </a:lnTo>
                  <a:lnTo>
                    <a:pt x="5548" y="4433"/>
                  </a:lnTo>
                  <a:lnTo>
                    <a:pt x="6592" y="5755"/>
                  </a:lnTo>
                  <a:lnTo>
                    <a:pt x="8777" y="11417"/>
                  </a:lnTo>
                  <a:lnTo>
                    <a:pt x="8615" y="122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1694718" y="2035791"/>
              <a:ext cx="5420" cy="7241"/>
            </a:xfrm>
            <a:custGeom>
              <a:avLst/>
              <a:pathLst>
                <a:path w="5420" h="7241">
                  <a:moveTo>
                    <a:pt x="5420" y="3855"/>
                  </a:moveTo>
                  <a:lnTo>
                    <a:pt x="5063" y="4917"/>
                  </a:lnTo>
                  <a:lnTo>
                    <a:pt x="4254" y="6582"/>
                  </a:lnTo>
                  <a:lnTo>
                    <a:pt x="3717" y="7241"/>
                  </a:lnTo>
                  <a:lnTo>
                    <a:pt x="3452" y="6899"/>
                  </a:lnTo>
                  <a:lnTo>
                    <a:pt x="2727" y="6714"/>
                  </a:lnTo>
                  <a:lnTo>
                    <a:pt x="1953" y="5056"/>
                  </a:lnTo>
                  <a:lnTo>
                    <a:pt x="1351" y="4394"/>
                  </a:lnTo>
                  <a:lnTo>
                    <a:pt x="951" y="4361"/>
                  </a:lnTo>
                  <a:lnTo>
                    <a:pt x="752" y="4960"/>
                  </a:lnTo>
                  <a:lnTo>
                    <a:pt x="701" y="5761"/>
                  </a:lnTo>
                  <a:lnTo>
                    <a:pt x="798" y="6766"/>
                  </a:lnTo>
                  <a:lnTo>
                    <a:pt x="731" y="7224"/>
                  </a:lnTo>
                  <a:lnTo>
                    <a:pt x="502" y="7134"/>
                  </a:lnTo>
                  <a:lnTo>
                    <a:pt x="274" y="6664"/>
                  </a:lnTo>
                  <a:lnTo>
                    <a:pt x="47" y="5814"/>
                  </a:lnTo>
                  <a:lnTo>
                    <a:pt x="0" y="4950"/>
                  </a:lnTo>
                  <a:lnTo>
                    <a:pt x="133" y="4070"/>
                  </a:lnTo>
                  <a:lnTo>
                    <a:pt x="694" y="2888"/>
                  </a:lnTo>
                  <a:lnTo>
                    <a:pt x="2447" y="438"/>
                  </a:lnTo>
                  <a:lnTo>
                    <a:pt x="2983" y="0"/>
                  </a:lnTo>
                  <a:lnTo>
                    <a:pt x="3567" y="98"/>
                  </a:lnTo>
                  <a:lnTo>
                    <a:pt x="4504" y="1243"/>
                  </a:lnTo>
                  <a:lnTo>
                    <a:pt x="4704" y="15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1667206" y="2033725"/>
              <a:ext cx="16460" cy="28654"/>
            </a:xfrm>
            <a:custGeom>
              <a:avLst/>
              <a:pathLst>
                <a:path w="16460" h="28654">
                  <a:moveTo>
                    <a:pt x="5091" y="929"/>
                  </a:moveTo>
                  <a:lnTo>
                    <a:pt x="6143" y="2667"/>
                  </a:lnTo>
                  <a:lnTo>
                    <a:pt x="8671" y="1562"/>
                  </a:lnTo>
                  <a:lnTo>
                    <a:pt x="9143" y="1774"/>
                  </a:lnTo>
                  <a:lnTo>
                    <a:pt x="9624" y="2441"/>
                  </a:lnTo>
                  <a:lnTo>
                    <a:pt x="10150" y="3856"/>
                  </a:lnTo>
                  <a:lnTo>
                    <a:pt x="10723" y="6019"/>
                  </a:lnTo>
                  <a:lnTo>
                    <a:pt x="10849" y="8384"/>
                  </a:lnTo>
                  <a:lnTo>
                    <a:pt x="10620" y="9231"/>
                  </a:lnTo>
                  <a:lnTo>
                    <a:pt x="10166" y="10170"/>
                  </a:lnTo>
                  <a:lnTo>
                    <a:pt x="6134" y="13926"/>
                  </a:lnTo>
                  <a:lnTo>
                    <a:pt x="6028" y="14288"/>
                  </a:lnTo>
                  <a:lnTo>
                    <a:pt x="6108" y="14625"/>
                  </a:lnTo>
                  <a:lnTo>
                    <a:pt x="6482" y="14988"/>
                  </a:lnTo>
                  <a:lnTo>
                    <a:pt x="7290" y="14940"/>
                  </a:lnTo>
                  <a:lnTo>
                    <a:pt x="10483" y="14009"/>
                  </a:lnTo>
                  <a:lnTo>
                    <a:pt x="10659" y="13359"/>
                  </a:lnTo>
                  <a:lnTo>
                    <a:pt x="10883" y="10399"/>
                  </a:lnTo>
                  <a:lnTo>
                    <a:pt x="11323" y="8828"/>
                  </a:lnTo>
                  <a:lnTo>
                    <a:pt x="11362" y="7642"/>
                  </a:lnTo>
                  <a:lnTo>
                    <a:pt x="11071" y="4819"/>
                  </a:lnTo>
                  <a:lnTo>
                    <a:pt x="11088" y="3683"/>
                  </a:lnTo>
                  <a:lnTo>
                    <a:pt x="13316" y="3455"/>
                  </a:lnTo>
                  <a:lnTo>
                    <a:pt x="14710" y="2410"/>
                  </a:lnTo>
                  <a:lnTo>
                    <a:pt x="16134" y="465"/>
                  </a:lnTo>
                  <a:lnTo>
                    <a:pt x="16460" y="519"/>
                  </a:lnTo>
                  <a:lnTo>
                    <a:pt x="16255" y="4022"/>
                  </a:lnTo>
                  <a:lnTo>
                    <a:pt x="16058" y="5098"/>
                  </a:lnTo>
                  <a:lnTo>
                    <a:pt x="14693" y="9379"/>
                  </a:lnTo>
                  <a:lnTo>
                    <a:pt x="13910" y="13148"/>
                  </a:lnTo>
                  <a:lnTo>
                    <a:pt x="13529" y="16873"/>
                  </a:lnTo>
                  <a:lnTo>
                    <a:pt x="13462" y="23040"/>
                  </a:lnTo>
                  <a:lnTo>
                    <a:pt x="13125" y="25123"/>
                  </a:lnTo>
                  <a:lnTo>
                    <a:pt x="12504" y="26409"/>
                  </a:lnTo>
                  <a:lnTo>
                    <a:pt x="8638" y="28654"/>
                  </a:lnTo>
                  <a:lnTo>
                    <a:pt x="6645" y="28511"/>
                  </a:lnTo>
                  <a:lnTo>
                    <a:pt x="4869" y="26468"/>
                  </a:lnTo>
                  <a:lnTo>
                    <a:pt x="4032" y="25070"/>
                  </a:lnTo>
                  <a:lnTo>
                    <a:pt x="4664" y="23375"/>
                  </a:lnTo>
                  <a:lnTo>
                    <a:pt x="5099" y="23295"/>
                  </a:lnTo>
                  <a:lnTo>
                    <a:pt x="6349" y="23629"/>
                  </a:lnTo>
                  <a:lnTo>
                    <a:pt x="7313" y="24261"/>
                  </a:lnTo>
                  <a:lnTo>
                    <a:pt x="7744" y="24288"/>
                  </a:lnTo>
                  <a:lnTo>
                    <a:pt x="7671" y="23890"/>
                  </a:lnTo>
                  <a:lnTo>
                    <a:pt x="4922" y="20694"/>
                  </a:lnTo>
                  <a:lnTo>
                    <a:pt x="2910" y="19242"/>
                  </a:lnTo>
                  <a:lnTo>
                    <a:pt x="2301" y="17618"/>
                  </a:lnTo>
                  <a:lnTo>
                    <a:pt x="2282" y="16357"/>
                  </a:lnTo>
                  <a:lnTo>
                    <a:pt x="2124" y="15653"/>
                  </a:lnTo>
                  <a:lnTo>
                    <a:pt x="525" y="11252"/>
                  </a:lnTo>
                  <a:lnTo>
                    <a:pt x="212" y="9512"/>
                  </a:lnTo>
                  <a:lnTo>
                    <a:pt x="3" y="7052"/>
                  </a:lnTo>
                  <a:lnTo>
                    <a:pt x="0" y="4530"/>
                  </a:lnTo>
                  <a:lnTo>
                    <a:pt x="392" y="440"/>
                  </a:lnTo>
                  <a:lnTo>
                    <a:pt x="570" y="0"/>
                  </a:lnTo>
                  <a:lnTo>
                    <a:pt x="1225" y="33"/>
                  </a:lnTo>
                  <a:lnTo>
                    <a:pt x="2357" y="5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1691821" y="2019753"/>
              <a:ext cx="2366" cy="4550"/>
            </a:xfrm>
            <a:custGeom>
              <a:avLst/>
              <a:pathLst>
                <a:path w="2366" h="4550">
                  <a:moveTo>
                    <a:pt x="367" y="4513"/>
                  </a:moveTo>
                  <a:lnTo>
                    <a:pt x="100" y="4550"/>
                  </a:lnTo>
                  <a:lnTo>
                    <a:pt x="0" y="3933"/>
                  </a:lnTo>
                  <a:lnTo>
                    <a:pt x="63" y="2657"/>
                  </a:lnTo>
                  <a:lnTo>
                    <a:pt x="428" y="499"/>
                  </a:lnTo>
                  <a:lnTo>
                    <a:pt x="600" y="0"/>
                  </a:lnTo>
                  <a:lnTo>
                    <a:pt x="2094" y="380"/>
                  </a:lnTo>
                  <a:lnTo>
                    <a:pt x="2313" y="532"/>
                  </a:lnTo>
                  <a:lnTo>
                    <a:pt x="2366" y="947"/>
                  </a:lnTo>
                  <a:lnTo>
                    <a:pt x="2251" y="1627"/>
                  </a:lnTo>
                  <a:lnTo>
                    <a:pt x="1771" y="25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1696237" y="2008108"/>
              <a:ext cx="4274" cy="8189"/>
            </a:xfrm>
            <a:custGeom>
              <a:avLst/>
              <a:pathLst>
                <a:path w="4274" h="8189">
                  <a:moveTo>
                    <a:pt x="0" y="7570"/>
                  </a:moveTo>
                  <a:lnTo>
                    <a:pt x="944" y="5664"/>
                  </a:lnTo>
                  <a:lnTo>
                    <a:pt x="3024" y="2361"/>
                  </a:lnTo>
                  <a:lnTo>
                    <a:pt x="4157" y="0"/>
                  </a:lnTo>
                  <a:lnTo>
                    <a:pt x="4274" y="2330"/>
                  </a:lnTo>
                  <a:lnTo>
                    <a:pt x="2599" y="6244"/>
                  </a:lnTo>
                  <a:lnTo>
                    <a:pt x="458" y="81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494660" y="1975162"/>
              <a:ext cx="2767" cy="3713"/>
            </a:xfrm>
            <a:custGeom>
              <a:avLst/>
              <a:pathLst>
                <a:path w="2767" h="3713">
                  <a:moveTo>
                    <a:pt x="2317" y="2999"/>
                  </a:moveTo>
                  <a:lnTo>
                    <a:pt x="2452" y="3713"/>
                  </a:lnTo>
                  <a:lnTo>
                    <a:pt x="677" y="3198"/>
                  </a:lnTo>
                  <a:lnTo>
                    <a:pt x="52" y="2747"/>
                  </a:lnTo>
                  <a:lnTo>
                    <a:pt x="0" y="2272"/>
                  </a:lnTo>
                  <a:lnTo>
                    <a:pt x="88" y="1532"/>
                  </a:lnTo>
                  <a:lnTo>
                    <a:pt x="440" y="663"/>
                  </a:lnTo>
                  <a:lnTo>
                    <a:pt x="1253" y="0"/>
                  </a:lnTo>
                  <a:lnTo>
                    <a:pt x="1695" y="341"/>
                  </a:lnTo>
                  <a:lnTo>
                    <a:pt x="2640" y="1240"/>
                  </a:lnTo>
                  <a:lnTo>
                    <a:pt x="2767" y="17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290761" y="1966345"/>
              <a:ext cx="2953" cy="9094"/>
            </a:xfrm>
            <a:custGeom>
              <a:avLst/>
              <a:pathLst>
                <a:path w="2953" h="9094">
                  <a:moveTo>
                    <a:pt x="1004" y="8684"/>
                  </a:moveTo>
                  <a:lnTo>
                    <a:pt x="420" y="9094"/>
                  </a:lnTo>
                  <a:lnTo>
                    <a:pt x="0" y="9053"/>
                  </a:lnTo>
                  <a:lnTo>
                    <a:pt x="78" y="8062"/>
                  </a:lnTo>
                  <a:lnTo>
                    <a:pt x="655" y="6120"/>
                  </a:lnTo>
                  <a:lnTo>
                    <a:pt x="982" y="4413"/>
                  </a:lnTo>
                  <a:lnTo>
                    <a:pt x="1061" y="2941"/>
                  </a:lnTo>
                  <a:lnTo>
                    <a:pt x="1316" y="1652"/>
                  </a:lnTo>
                  <a:lnTo>
                    <a:pt x="1748" y="546"/>
                  </a:lnTo>
                  <a:lnTo>
                    <a:pt x="2178" y="0"/>
                  </a:lnTo>
                  <a:lnTo>
                    <a:pt x="2820" y="17"/>
                  </a:lnTo>
                  <a:lnTo>
                    <a:pt x="2953" y="3599"/>
                  </a:lnTo>
                  <a:lnTo>
                    <a:pt x="2773" y="5280"/>
                  </a:lnTo>
                  <a:lnTo>
                    <a:pt x="2343" y="6687"/>
                  </a:lnTo>
                  <a:lnTo>
                    <a:pt x="1754" y="78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277238" y="1965543"/>
              <a:ext cx="5859" cy="7887"/>
            </a:xfrm>
            <a:custGeom>
              <a:avLst/>
              <a:pathLst>
                <a:path w="5859" h="7887">
                  <a:moveTo>
                    <a:pt x="1280" y="7662"/>
                  </a:moveTo>
                  <a:lnTo>
                    <a:pt x="693" y="7887"/>
                  </a:lnTo>
                  <a:lnTo>
                    <a:pt x="0" y="7460"/>
                  </a:lnTo>
                  <a:lnTo>
                    <a:pt x="361" y="5289"/>
                  </a:lnTo>
                  <a:lnTo>
                    <a:pt x="964" y="4386"/>
                  </a:lnTo>
                  <a:lnTo>
                    <a:pt x="2467" y="3484"/>
                  </a:lnTo>
                  <a:lnTo>
                    <a:pt x="2724" y="2930"/>
                  </a:lnTo>
                  <a:lnTo>
                    <a:pt x="3204" y="2654"/>
                  </a:lnTo>
                  <a:lnTo>
                    <a:pt x="3909" y="2654"/>
                  </a:lnTo>
                  <a:lnTo>
                    <a:pt x="4693" y="1843"/>
                  </a:lnTo>
                  <a:lnTo>
                    <a:pt x="5558" y="222"/>
                  </a:lnTo>
                  <a:lnTo>
                    <a:pt x="5859" y="0"/>
                  </a:lnTo>
                  <a:lnTo>
                    <a:pt x="5251" y="2359"/>
                  </a:lnTo>
                  <a:lnTo>
                    <a:pt x="4613" y="41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278166" y="1961581"/>
              <a:ext cx="12677" cy="23451"/>
            </a:xfrm>
            <a:custGeom>
              <a:avLst/>
              <a:pathLst>
                <a:path w="12677" h="23451">
                  <a:moveTo>
                    <a:pt x="12344" y="9880"/>
                  </a:moveTo>
                  <a:lnTo>
                    <a:pt x="11396" y="12867"/>
                  </a:lnTo>
                  <a:lnTo>
                    <a:pt x="10637" y="15736"/>
                  </a:lnTo>
                  <a:lnTo>
                    <a:pt x="9583" y="21138"/>
                  </a:lnTo>
                  <a:lnTo>
                    <a:pt x="8981" y="21332"/>
                  </a:lnTo>
                  <a:lnTo>
                    <a:pt x="8454" y="20033"/>
                  </a:lnTo>
                  <a:lnTo>
                    <a:pt x="9965" y="13711"/>
                  </a:lnTo>
                  <a:lnTo>
                    <a:pt x="10037" y="13006"/>
                  </a:lnTo>
                  <a:lnTo>
                    <a:pt x="9965" y="12402"/>
                  </a:lnTo>
                  <a:lnTo>
                    <a:pt x="9507" y="11473"/>
                  </a:lnTo>
                  <a:lnTo>
                    <a:pt x="9050" y="12542"/>
                  </a:lnTo>
                  <a:lnTo>
                    <a:pt x="6914" y="19667"/>
                  </a:lnTo>
                  <a:lnTo>
                    <a:pt x="6363" y="20809"/>
                  </a:lnTo>
                  <a:lnTo>
                    <a:pt x="5905" y="21443"/>
                  </a:lnTo>
                  <a:lnTo>
                    <a:pt x="5541" y="21564"/>
                  </a:lnTo>
                  <a:lnTo>
                    <a:pt x="4632" y="21415"/>
                  </a:lnTo>
                  <a:lnTo>
                    <a:pt x="2802" y="23451"/>
                  </a:lnTo>
                  <a:lnTo>
                    <a:pt x="5878" y="14989"/>
                  </a:lnTo>
                  <a:lnTo>
                    <a:pt x="5910" y="14344"/>
                  </a:lnTo>
                  <a:lnTo>
                    <a:pt x="5334" y="13949"/>
                  </a:lnTo>
                  <a:lnTo>
                    <a:pt x="5106" y="14168"/>
                  </a:lnTo>
                  <a:lnTo>
                    <a:pt x="2614" y="19498"/>
                  </a:lnTo>
                  <a:lnTo>
                    <a:pt x="1193" y="21552"/>
                  </a:lnTo>
                  <a:lnTo>
                    <a:pt x="238" y="20929"/>
                  </a:lnTo>
                  <a:lnTo>
                    <a:pt x="0" y="20371"/>
                  </a:lnTo>
                  <a:lnTo>
                    <a:pt x="85" y="19749"/>
                  </a:lnTo>
                  <a:lnTo>
                    <a:pt x="2511" y="14369"/>
                  </a:lnTo>
                  <a:lnTo>
                    <a:pt x="4740" y="10518"/>
                  </a:lnTo>
                  <a:lnTo>
                    <a:pt x="5673" y="8094"/>
                  </a:lnTo>
                  <a:lnTo>
                    <a:pt x="6051" y="5810"/>
                  </a:lnTo>
                  <a:lnTo>
                    <a:pt x="6218" y="4139"/>
                  </a:lnTo>
                  <a:lnTo>
                    <a:pt x="6206" y="2299"/>
                  </a:lnTo>
                  <a:lnTo>
                    <a:pt x="6322" y="1793"/>
                  </a:lnTo>
                  <a:lnTo>
                    <a:pt x="6451" y="1887"/>
                  </a:lnTo>
                  <a:lnTo>
                    <a:pt x="6593" y="2582"/>
                  </a:lnTo>
                  <a:lnTo>
                    <a:pt x="6631" y="4520"/>
                  </a:lnTo>
                  <a:lnTo>
                    <a:pt x="6122" y="8498"/>
                  </a:lnTo>
                  <a:lnTo>
                    <a:pt x="5713" y="10456"/>
                  </a:lnTo>
                  <a:lnTo>
                    <a:pt x="5225" y="12069"/>
                  </a:lnTo>
                  <a:lnTo>
                    <a:pt x="5430" y="12421"/>
                  </a:lnTo>
                  <a:lnTo>
                    <a:pt x="6328" y="11505"/>
                  </a:lnTo>
                  <a:lnTo>
                    <a:pt x="7084" y="9573"/>
                  </a:lnTo>
                  <a:lnTo>
                    <a:pt x="7697" y="6622"/>
                  </a:lnTo>
                  <a:lnTo>
                    <a:pt x="8089" y="4058"/>
                  </a:lnTo>
                  <a:lnTo>
                    <a:pt x="8468" y="0"/>
                  </a:lnTo>
                  <a:lnTo>
                    <a:pt x="8597" y="141"/>
                  </a:lnTo>
                  <a:lnTo>
                    <a:pt x="8774" y="950"/>
                  </a:lnTo>
                  <a:lnTo>
                    <a:pt x="9181" y="1522"/>
                  </a:lnTo>
                  <a:lnTo>
                    <a:pt x="9817" y="1856"/>
                  </a:lnTo>
                  <a:lnTo>
                    <a:pt x="10181" y="2377"/>
                  </a:lnTo>
                  <a:lnTo>
                    <a:pt x="10449" y="3738"/>
                  </a:lnTo>
                  <a:lnTo>
                    <a:pt x="10708" y="4338"/>
                  </a:lnTo>
                  <a:lnTo>
                    <a:pt x="11660" y="4846"/>
                  </a:lnTo>
                  <a:lnTo>
                    <a:pt x="12026" y="5280"/>
                  </a:lnTo>
                  <a:lnTo>
                    <a:pt x="12289" y="6766"/>
                  </a:lnTo>
                  <a:lnTo>
                    <a:pt x="12265" y="7550"/>
                  </a:lnTo>
                  <a:lnTo>
                    <a:pt x="12394" y="8052"/>
                  </a:lnTo>
                  <a:lnTo>
                    <a:pt x="12677" y="82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283053" y="1955722"/>
              <a:ext cx="1166" cy="4576"/>
            </a:xfrm>
            <a:custGeom>
              <a:avLst/>
              <a:pathLst>
                <a:path w="1166" h="4576">
                  <a:moveTo>
                    <a:pt x="752" y="4197"/>
                  </a:moveTo>
                  <a:lnTo>
                    <a:pt x="346" y="4576"/>
                  </a:lnTo>
                  <a:lnTo>
                    <a:pt x="70" y="4544"/>
                  </a:lnTo>
                  <a:lnTo>
                    <a:pt x="377" y="1927"/>
                  </a:lnTo>
                  <a:lnTo>
                    <a:pt x="20" y="1001"/>
                  </a:lnTo>
                  <a:lnTo>
                    <a:pt x="0" y="525"/>
                  </a:lnTo>
                  <a:lnTo>
                    <a:pt x="154" y="89"/>
                  </a:lnTo>
                  <a:lnTo>
                    <a:pt x="352" y="0"/>
                  </a:lnTo>
                  <a:lnTo>
                    <a:pt x="832" y="806"/>
                  </a:lnTo>
                  <a:lnTo>
                    <a:pt x="1064" y="1656"/>
                  </a:lnTo>
                  <a:lnTo>
                    <a:pt x="1166" y="2491"/>
                  </a:lnTo>
                  <a:lnTo>
                    <a:pt x="1139" y="3315"/>
                  </a:lnTo>
                  <a:lnTo>
                    <a:pt x="1001" y="38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278886" y="1953755"/>
              <a:ext cx="1369" cy="3195"/>
            </a:xfrm>
            <a:custGeom>
              <a:avLst/>
              <a:pathLst>
                <a:path w="1369" h="3195">
                  <a:moveTo>
                    <a:pt x="905" y="2680"/>
                  </a:moveTo>
                  <a:lnTo>
                    <a:pt x="589" y="3195"/>
                  </a:lnTo>
                  <a:lnTo>
                    <a:pt x="23" y="2615"/>
                  </a:lnTo>
                  <a:lnTo>
                    <a:pt x="0" y="1134"/>
                  </a:lnTo>
                  <a:lnTo>
                    <a:pt x="547" y="0"/>
                  </a:lnTo>
                  <a:lnTo>
                    <a:pt x="980" y="51"/>
                  </a:lnTo>
                  <a:lnTo>
                    <a:pt x="1369" y="655"/>
                  </a:lnTo>
                  <a:lnTo>
                    <a:pt x="1273" y="14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485277" y="1932655"/>
              <a:ext cx="4300" cy="4824"/>
            </a:xfrm>
            <a:custGeom>
              <a:avLst/>
              <a:pathLst>
                <a:path w="4300" h="4824">
                  <a:moveTo>
                    <a:pt x="3079" y="731"/>
                  </a:moveTo>
                  <a:lnTo>
                    <a:pt x="4047" y="1607"/>
                  </a:lnTo>
                  <a:lnTo>
                    <a:pt x="4300" y="4824"/>
                  </a:lnTo>
                  <a:lnTo>
                    <a:pt x="2485" y="4635"/>
                  </a:lnTo>
                  <a:lnTo>
                    <a:pt x="411" y="2480"/>
                  </a:lnTo>
                  <a:lnTo>
                    <a:pt x="0" y="911"/>
                  </a:lnTo>
                  <a:lnTo>
                    <a:pt x="46" y="642"/>
                  </a:lnTo>
                  <a:lnTo>
                    <a:pt x="321" y="372"/>
                  </a:lnTo>
                  <a:lnTo>
                    <a:pt x="848" y="745"/>
                  </a:lnTo>
                  <a:lnTo>
                    <a:pt x="1359" y="183"/>
                  </a:lnTo>
                  <a:lnTo>
                    <a:pt x="187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280122" y="1931810"/>
              <a:ext cx="1435" cy="4891"/>
            </a:xfrm>
            <a:custGeom>
              <a:avLst/>
              <a:pathLst>
                <a:path w="1435" h="4891">
                  <a:moveTo>
                    <a:pt x="1400" y="2731"/>
                  </a:moveTo>
                  <a:lnTo>
                    <a:pt x="1219" y="2967"/>
                  </a:lnTo>
                  <a:lnTo>
                    <a:pt x="725" y="2763"/>
                  </a:lnTo>
                  <a:lnTo>
                    <a:pt x="531" y="4709"/>
                  </a:lnTo>
                  <a:lnTo>
                    <a:pt x="342" y="4891"/>
                  </a:lnTo>
                  <a:lnTo>
                    <a:pt x="0" y="3692"/>
                  </a:lnTo>
                  <a:lnTo>
                    <a:pt x="256" y="2666"/>
                  </a:lnTo>
                  <a:lnTo>
                    <a:pt x="219" y="1960"/>
                  </a:lnTo>
                  <a:lnTo>
                    <a:pt x="315" y="1438"/>
                  </a:lnTo>
                  <a:lnTo>
                    <a:pt x="809" y="272"/>
                  </a:lnTo>
                  <a:lnTo>
                    <a:pt x="1100" y="0"/>
                  </a:lnTo>
                  <a:lnTo>
                    <a:pt x="1283" y="99"/>
                  </a:lnTo>
                  <a:lnTo>
                    <a:pt x="1435" y="15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400789" y="1886358"/>
              <a:ext cx="2274" cy="5478"/>
            </a:xfrm>
            <a:custGeom>
              <a:avLst/>
              <a:pathLst>
                <a:path w="2274" h="5478">
                  <a:moveTo>
                    <a:pt x="2218" y="3129"/>
                  </a:moveTo>
                  <a:lnTo>
                    <a:pt x="1518" y="5276"/>
                  </a:lnTo>
                  <a:lnTo>
                    <a:pt x="588" y="5009"/>
                  </a:lnTo>
                  <a:lnTo>
                    <a:pt x="253" y="5452"/>
                  </a:lnTo>
                  <a:lnTo>
                    <a:pt x="0" y="5478"/>
                  </a:lnTo>
                  <a:lnTo>
                    <a:pt x="420" y="3462"/>
                  </a:lnTo>
                  <a:lnTo>
                    <a:pt x="475" y="2107"/>
                  </a:lnTo>
                  <a:lnTo>
                    <a:pt x="262" y="735"/>
                  </a:lnTo>
                  <a:lnTo>
                    <a:pt x="570" y="37"/>
                  </a:lnTo>
                  <a:lnTo>
                    <a:pt x="1814" y="0"/>
                  </a:lnTo>
                  <a:lnTo>
                    <a:pt x="1830" y="1577"/>
                  </a:lnTo>
                  <a:lnTo>
                    <a:pt x="1981" y="2169"/>
                  </a:lnTo>
                  <a:lnTo>
                    <a:pt x="2274" y="24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274525" y="1869265"/>
              <a:ext cx="1811" cy="3060"/>
            </a:xfrm>
            <a:custGeom>
              <a:avLst/>
              <a:pathLst>
                <a:path w="1811" h="3060">
                  <a:moveTo>
                    <a:pt x="453" y="2969"/>
                  </a:moveTo>
                  <a:lnTo>
                    <a:pt x="85" y="3060"/>
                  </a:lnTo>
                  <a:lnTo>
                    <a:pt x="0" y="2701"/>
                  </a:lnTo>
                  <a:lnTo>
                    <a:pt x="295" y="1490"/>
                  </a:lnTo>
                  <a:lnTo>
                    <a:pt x="782" y="1343"/>
                  </a:lnTo>
                  <a:lnTo>
                    <a:pt x="1319" y="0"/>
                  </a:lnTo>
                  <a:lnTo>
                    <a:pt x="1811" y="464"/>
                  </a:lnTo>
                  <a:lnTo>
                    <a:pt x="1629" y="1214"/>
                  </a:lnTo>
                  <a:lnTo>
                    <a:pt x="968" y="2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276338" y="1864763"/>
              <a:ext cx="3089" cy="3341"/>
            </a:xfrm>
            <a:custGeom>
              <a:avLst/>
              <a:pathLst>
                <a:path w="3089" h="3341">
                  <a:moveTo>
                    <a:pt x="1183" y="3136"/>
                  </a:moveTo>
                  <a:lnTo>
                    <a:pt x="0" y="3341"/>
                  </a:lnTo>
                  <a:lnTo>
                    <a:pt x="516" y="1588"/>
                  </a:lnTo>
                  <a:lnTo>
                    <a:pt x="960" y="741"/>
                  </a:lnTo>
                  <a:lnTo>
                    <a:pt x="1449" y="200"/>
                  </a:lnTo>
                  <a:lnTo>
                    <a:pt x="2430" y="0"/>
                  </a:lnTo>
                  <a:lnTo>
                    <a:pt x="3089" y="704"/>
                  </a:lnTo>
                  <a:lnTo>
                    <a:pt x="2502" y="19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452764" y="1845921"/>
              <a:ext cx="4941" cy="6404"/>
            </a:xfrm>
            <a:custGeom>
              <a:avLst/>
              <a:pathLst>
                <a:path w="4941" h="6404">
                  <a:moveTo>
                    <a:pt x="4941" y="4358"/>
                  </a:moveTo>
                  <a:lnTo>
                    <a:pt x="4539" y="6404"/>
                  </a:lnTo>
                  <a:lnTo>
                    <a:pt x="3201" y="5654"/>
                  </a:lnTo>
                  <a:lnTo>
                    <a:pt x="1133" y="4106"/>
                  </a:lnTo>
                  <a:lnTo>
                    <a:pt x="315" y="3079"/>
                  </a:lnTo>
                  <a:lnTo>
                    <a:pt x="30" y="1955"/>
                  </a:lnTo>
                  <a:lnTo>
                    <a:pt x="0" y="401"/>
                  </a:lnTo>
                  <a:lnTo>
                    <a:pt x="619" y="147"/>
                  </a:lnTo>
                  <a:lnTo>
                    <a:pt x="2188" y="0"/>
                  </a:lnTo>
                  <a:lnTo>
                    <a:pt x="3497" y="2162"/>
                  </a:lnTo>
                  <a:lnTo>
                    <a:pt x="3873" y="24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412124" y="1843757"/>
              <a:ext cx="6318" cy="10487"/>
            </a:xfrm>
            <a:custGeom>
              <a:avLst/>
              <a:pathLst>
                <a:path w="6318" h="10487">
                  <a:moveTo>
                    <a:pt x="1543" y="10251"/>
                  </a:moveTo>
                  <a:lnTo>
                    <a:pt x="503" y="10487"/>
                  </a:lnTo>
                  <a:lnTo>
                    <a:pt x="30" y="9863"/>
                  </a:lnTo>
                  <a:lnTo>
                    <a:pt x="0" y="8069"/>
                  </a:lnTo>
                  <a:lnTo>
                    <a:pt x="340" y="6714"/>
                  </a:lnTo>
                  <a:lnTo>
                    <a:pt x="1531" y="3908"/>
                  </a:lnTo>
                  <a:lnTo>
                    <a:pt x="2600" y="763"/>
                  </a:lnTo>
                  <a:lnTo>
                    <a:pt x="3225" y="0"/>
                  </a:lnTo>
                  <a:lnTo>
                    <a:pt x="4486" y="515"/>
                  </a:lnTo>
                  <a:lnTo>
                    <a:pt x="5220" y="1418"/>
                  </a:lnTo>
                  <a:lnTo>
                    <a:pt x="5987" y="2926"/>
                  </a:lnTo>
                  <a:lnTo>
                    <a:pt x="6318" y="4087"/>
                  </a:lnTo>
                  <a:lnTo>
                    <a:pt x="6026" y="5797"/>
                  </a:lnTo>
                  <a:lnTo>
                    <a:pt x="5127" y="7326"/>
                  </a:lnTo>
                  <a:lnTo>
                    <a:pt x="4091" y="83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293577" y="1836937"/>
              <a:ext cx="4918" cy="3006"/>
            </a:xfrm>
            <a:custGeom>
              <a:avLst/>
              <a:pathLst>
                <a:path w="4918" h="3006">
                  <a:moveTo>
                    <a:pt x="1581" y="2662"/>
                  </a:moveTo>
                  <a:lnTo>
                    <a:pt x="2" y="3006"/>
                  </a:lnTo>
                  <a:lnTo>
                    <a:pt x="0" y="2579"/>
                  </a:lnTo>
                  <a:lnTo>
                    <a:pt x="656" y="1369"/>
                  </a:lnTo>
                  <a:lnTo>
                    <a:pt x="3101" y="311"/>
                  </a:lnTo>
                  <a:lnTo>
                    <a:pt x="4918" y="0"/>
                  </a:lnTo>
                  <a:lnTo>
                    <a:pt x="4490" y="1027"/>
                  </a:lnTo>
                  <a:lnTo>
                    <a:pt x="3413" y="18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445909" y="1811317"/>
              <a:ext cx="8775" cy="9788"/>
            </a:xfrm>
            <a:custGeom>
              <a:avLst/>
              <a:pathLst>
                <a:path w="8775" h="9788">
                  <a:moveTo>
                    <a:pt x="6899" y="9444"/>
                  </a:moveTo>
                  <a:lnTo>
                    <a:pt x="6620" y="9788"/>
                  </a:lnTo>
                  <a:lnTo>
                    <a:pt x="6356" y="9710"/>
                  </a:lnTo>
                  <a:lnTo>
                    <a:pt x="5499" y="8134"/>
                  </a:lnTo>
                  <a:lnTo>
                    <a:pt x="4346" y="7495"/>
                  </a:lnTo>
                  <a:lnTo>
                    <a:pt x="3919" y="6876"/>
                  </a:lnTo>
                  <a:lnTo>
                    <a:pt x="439" y="3630"/>
                  </a:lnTo>
                  <a:lnTo>
                    <a:pt x="61" y="2205"/>
                  </a:lnTo>
                  <a:lnTo>
                    <a:pt x="0" y="1069"/>
                  </a:lnTo>
                  <a:lnTo>
                    <a:pt x="1156" y="515"/>
                  </a:lnTo>
                  <a:lnTo>
                    <a:pt x="3479" y="0"/>
                  </a:lnTo>
                  <a:lnTo>
                    <a:pt x="5497" y="17"/>
                  </a:lnTo>
                  <a:lnTo>
                    <a:pt x="7393" y="693"/>
                  </a:lnTo>
                  <a:lnTo>
                    <a:pt x="7776" y="1419"/>
                  </a:lnTo>
                  <a:lnTo>
                    <a:pt x="8775" y="2738"/>
                  </a:lnTo>
                  <a:lnTo>
                    <a:pt x="8529" y="4324"/>
                  </a:lnTo>
                  <a:lnTo>
                    <a:pt x="8466" y="6329"/>
                  </a:lnTo>
                  <a:lnTo>
                    <a:pt x="8053" y="7306"/>
                  </a:lnTo>
                  <a:lnTo>
                    <a:pt x="7417" y="80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2126393" y="1803950"/>
              <a:ext cx="2343" cy="2757"/>
            </a:xfrm>
            <a:custGeom>
              <a:avLst/>
              <a:pathLst>
                <a:path w="2343" h="2757">
                  <a:moveTo>
                    <a:pt x="1757" y="2686"/>
                  </a:moveTo>
                  <a:lnTo>
                    <a:pt x="1287" y="2757"/>
                  </a:lnTo>
                  <a:lnTo>
                    <a:pt x="231" y="1249"/>
                  </a:lnTo>
                  <a:lnTo>
                    <a:pt x="0" y="486"/>
                  </a:lnTo>
                  <a:lnTo>
                    <a:pt x="1391" y="0"/>
                  </a:lnTo>
                  <a:lnTo>
                    <a:pt x="2343" y="1338"/>
                  </a:lnTo>
                  <a:lnTo>
                    <a:pt x="2263" y="19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448173" y="1803707"/>
              <a:ext cx="4486" cy="6225"/>
            </a:xfrm>
            <a:custGeom>
              <a:avLst/>
              <a:pathLst>
                <a:path w="4486" h="6225">
                  <a:moveTo>
                    <a:pt x="2356" y="1895"/>
                  </a:moveTo>
                  <a:lnTo>
                    <a:pt x="2615" y="2155"/>
                  </a:lnTo>
                  <a:lnTo>
                    <a:pt x="2926" y="1849"/>
                  </a:lnTo>
                  <a:lnTo>
                    <a:pt x="3162" y="2113"/>
                  </a:lnTo>
                  <a:lnTo>
                    <a:pt x="3322" y="2950"/>
                  </a:lnTo>
                  <a:lnTo>
                    <a:pt x="3588" y="3530"/>
                  </a:lnTo>
                  <a:lnTo>
                    <a:pt x="4260" y="4286"/>
                  </a:lnTo>
                  <a:lnTo>
                    <a:pt x="4486" y="4826"/>
                  </a:lnTo>
                  <a:lnTo>
                    <a:pt x="4468" y="5368"/>
                  </a:lnTo>
                  <a:lnTo>
                    <a:pt x="3898" y="6202"/>
                  </a:lnTo>
                  <a:lnTo>
                    <a:pt x="3540" y="6225"/>
                  </a:lnTo>
                  <a:lnTo>
                    <a:pt x="799" y="4301"/>
                  </a:lnTo>
                  <a:lnTo>
                    <a:pt x="58" y="2340"/>
                  </a:lnTo>
                  <a:lnTo>
                    <a:pt x="0" y="1344"/>
                  </a:lnTo>
                  <a:lnTo>
                    <a:pt x="285" y="438"/>
                  </a:lnTo>
                  <a:lnTo>
                    <a:pt x="706" y="0"/>
                  </a:lnTo>
                  <a:lnTo>
                    <a:pt x="1262" y="28"/>
                  </a:lnTo>
                  <a:lnTo>
                    <a:pt x="1921" y="5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275040" y="1789819"/>
              <a:ext cx="11597" cy="24188"/>
            </a:xfrm>
            <a:custGeom>
              <a:avLst/>
              <a:pathLst>
                <a:path w="11597" h="24188">
                  <a:moveTo>
                    <a:pt x="8452" y="44"/>
                  </a:moveTo>
                  <a:lnTo>
                    <a:pt x="9363" y="848"/>
                  </a:lnTo>
                  <a:lnTo>
                    <a:pt x="10861" y="3531"/>
                  </a:lnTo>
                  <a:lnTo>
                    <a:pt x="11431" y="4892"/>
                  </a:lnTo>
                  <a:lnTo>
                    <a:pt x="11597" y="6714"/>
                  </a:lnTo>
                  <a:lnTo>
                    <a:pt x="11201" y="9151"/>
                  </a:lnTo>
                  <a:lnTo>
                    <a:pt x="11000" y="11440"/>
                  </a:lnTo>
                  <a:lnTo>
                    <a:pt x="10444" y="13162"/>
                  </a:lnTo>
                  <a:lnTo>
                    <a:pt x="9409" y="15339"/>
                  </a:lnTo>
                  <a:lnTo>
                    <a:pt x="8492" y="17883"/>
                  </a:lnTo>
                  <a:lnTo>
                    <a:pt x="7693" y="20791"/>
                  </a:lnTo>
                  <a:lnTo>
                    <a:pt x="7032" y="22717"/>
                  </a:lnTo>
                  <a:lnTo>
                    <a:pt x="6508" y="23659"/>
                  </a:lnTo>
                  <a:lnTo>
                    <a:pt x="5944" y="24149"/>
                  </a:lnTo>
                  <a:lnTo>
                    <a:pt x="5336" y="24188"/>
                  </a:lnTo>
                  <a:lnTo>
                    <a:pt x="4413" y="23139"/>
                  </a:lnTo>
                  <a:lnTo>
                    <a:pt x="3172" y="21000"/>
                  </a:lnTo>
                  <a:lnTo>
                    <a:pt x="2161" y="19691"/>
                  </a:lnTo>
                  <a:lnTo>
                    <a:pt x="862" y="18792"/>
                  </a:lnTo>
                  <a:lnTo>
                    <a:pt x="168" y="17582"/>
                  </a:lnTo>
                  <a:lnTo>
                    <a:pt x="42" y="16389"/>
                  </a:lnTo>
                  <a:lnTo>
                    <a:pt x="0" y="12520"/>
                  </a:lnTo>
                  <a:lnTo>
                    <a:pt x="54" y="10596"/>
                  </a:lnTo>
                  <a:lnTo>
                    <a:pt x="227" y="8988"/>
                  </a:lnTo>
                  <a:lnTo>
                    <a:pt x="519" y="7698"/>
                  </a:lnTo>
                  <a:lnTo>
                    <a:pt x="1165" y="5922"/>
                  </a:lnTo>
                  <a:lnTo>
                    <a:pt x="2972" y="2076"/>
                  </a:lnTo>
                  <a:lnTo>
                    <a:pt x="4063" y="601"/>
                  </a:lnTo>
                  <a:lnTo>
                    <a:pt x="4738" y="262"/>
                  </a:lnTo>
                  <a:lnTo>
                    <a:pt x="6528" y="538"/>
                  </a:lnTo>
                  <a:lnTo>
                    <a:pt x="7253" y="441"/>
                  </a:lnTo>
                  <a:lnTo>
                    <a:pt x="785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451382" y="1785519"/>
              <a:ext cx="6196" cy="5175"/>
            </a:xfrm>
            <a:custGeom>
              <a:avLst/>
              <a:pathLst>
                <a:path w="6196" h="5175">
                  <a:moveTo>
                    <a:pt x="1526" y="0"/>
                  </a:moveTo>
                  <a:lnTo>
                    <a:pt x="3736" y="317"/>
                  </a:lnTo>
                  <a:lnTo>
                    <a:pt x="5076" y="204"/>
                  </a:lnTo>
                  <a:lnTo>
                    <a:pt x="5655" y="673"/>
                  </a:lnTo>
                  <a:lnTo>
                    <a:pt x="6196" y="2108"/>
                  </a:lnTo>
                  <a:lnTo>
                    <a:pt x="5502" y="4162"/>
                  </a:lnTo>
                  <a:lnTo>
                    <a:pt x="4718" y="4944"/>
                  </a:lnTo>
                  <a:lnTo>
                    <a:pt x="3441" y="5175"/>
                  </a:lnTo>
                  <a:lnTo>
                    <a:pt x="1371" y="4506"/>
                  </a:lnTo>
                  <a:lnTo>
                    <a:pt x="636" y="4068"/>
                  </a:lnTo>
                  <a:lnTo>
                    <a:pt x="0" y="2966"/>
                  </a:lnTo>
                  <a:lnTo>
                    <a:pt x="296" y="2178"/>
                  </a:lnTo>
                  <a:lnTo>
                    <a:pt x="1318" y="1908"/>
                  </a:lnTo>
                  <a:lnTo>
                    <a:pt x="1488" y="1588"/>
                  </a:lnTo>
                  <a:lnTo>
                    <a:pt x="1227" y="984"/>
                  </a:lnTo>
                  <a:lnTo>
                    <a:pt x="1239" y="4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340100" y="1780361"/>
              <a:ext cx="7345" cy="3653"/>
            </a:xfrm>
            <a:custGeom>
              <a:avLst/>
              <a:pathLst>
                <a:path w="7345" h="3653">
                  <a:moveTo>
                    <a:pt x="7204" y="3394"/>
                  </a:moveTo>
                  <a:lnTo>
                    <a:pt x="6592" y="3653"/>
                  </a:lnTo>
                  <a:lnTo>
                    <a:pt x="4291" y="3289"/>
                  </a:lnTo>
                  <a:lnTo>
                    <a:pt x="1460" y="1905"/>
                  </a:lnTo>
                  <a:lnTo>
                    <a:pt x="0" y="607"/>
                  </a:lnTo>
                  <a:lnTo>
                    <a:pt x="74" y="206"/>
                  </a:lnTo>
                  <a:lnTo>
                    <a:pt x="716" y="0"/>
                  </a:lnTo>
                  <a:lnTo>
                    <a:pt x="1444" y="200"/>
                  </a:lnTo>
                  <a:lnTo>
                    <a:pt x="2666" y="1108"/>
                  </a:lnTo>
                  <a:lnTo>
                    <a:pt x="5955" y="1565"/>
                  </a:lnTo>
                  <a:lnTo>
                    <a:pt x="7016" y="2086"/>
                  </a:lnTo>
                  <a:lnTo>
                    <a:pt x="7345" y="28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379300" y="1776086"/>
              <a:ext cx="10947" cy="9844"/>
            </a:xfrm>
            <a:custGeom>
              <a:avLst/>
              <a:pathLst>
                <a:path w="10947" h="9844">
                  <a:moveTo>
                    <a:pt x="10162" y="9728"/>
                  </a:moveTo>
                  <a:lnTo>
                    <a:pt x="9364" y="9844"/>
                  </a:lnTo>
                  <a:lnTo>
                    <a:pt x="7809" y="9622"/>
                  </a:lnTo>
                  <a:lnTo>
                    <a:pt x="6140" y="9006"/>
                  </a:lnTo>
                  <a:lnTo>
                    <a:pt x="5225" y="8306"/>
                  </a:lnTo>
                  <a:lnTo>
                    <a:pt x="4402" y="6792"/>
                  </a:lnTo>
                  <a:lnTo>
                    <a:pt x="4244" y="5130"/>
                  </a:lnTo>
                  <a:lnTo>
                    <a:pt x="2692" y="2664"/>
                  </a:lnTo>
                  <a:lnTo>
                    <a:pt x="957" y="1833"/>
                  </a:lnTo>
                  <a:lnTo>
                    <a:pt x="0" y="119"/>
                  </a:lnTo>
                  <a:lnTo>
                    <a:pt x="981" y="0"/>
                  </a:lnTo>
                  <a:lnTo>
                    <a:pt x="2375" y="373"/>
                  </a:lnTo>
                  <a:lnTo>
                    <a:pt x="4436" y="1119"/>
                  </a:lnTo>
                  <a:lnTo>
                    <a:pt x="6281" y="2096"/>
                  </a:lnTo>
                  <a:lnTo>
                    <a:pt x="8947" y="4260"/>
                  </a:lnTo>
                  <a:lnTo>
                    <a:pt x="9820" y="6269"/>
                  </a:lnTo>
                  <a:lnTo>
                    <a:pt x="10686" y="7742"/>
                  </a:lnTo>
                  <a:lnTo>
                    <a:pt x="10947" y="8861"/>
                  </a:lnTo>
                  <a:lnTo>
                    <a:pt x="10720" y="93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233237" y="1773140"/>
              <a:ext cx="22599" cy="24154"/>
            </a:xfrm>
            <a:custGeom>
              <a:avLst/>
              <a:pathLst>
                <a:path w="22599" h="24154">
                  <a:moveTo>
                    <a:pt x="22002" y="693"/>
                  </a:moveTo>
                  <a:lnTo>
                    <a:pt x="22462" y="1520"/>
                  </a:lnTo>
                  <a:lnTo>
                    <a:pt x="22599" y="2767"/>
                  </a:lnTo>
                  <a:lnTo>
                    <a:pt x="22417" y="4433"/>
                  </a:lnTo>
                  <a:lnTo>
                    <a:pt x="22121" y="5950"/>
                  </a:lnTo>
                  <a:lnTo>
                    <a:pt x="21710" y="7316"/>
                  </a:lnTo>
                  <a:lnTo>
                    <a:pt x="20699" y="9616"/>
                  </a:lnTo>
                  <a:lnTo>
                    <a:pt x="17542" y="13549"/>
                  </a:lnTo>
                  <a:lnTo>
                    <a:pt x="16358" y="15693"/>
                  </a:lnTo>
                  <a:lnTo>
                    <a:pt x="15468" y="16974"/>
                  </a:lnTo>
                  <a:lnTo>
                    <a:pt x="10317" y="22687"/>
                  </a:lnTo>
                  <a:lnTo>
                    <a:pt x="9678" y="22968"/>
                  </a:lnTo>
                  <a:lnTo>
                    <a:pt x="9007" y="22858"/>
                  </a:lnTo>
                  <a:lnTo>
                    <a:pt x="7595" y="22005"/>
                  </a:lnTo>
                  <a:lnTo>
                    <a:pt x="6163" y="21853"/>
                  </a:lnTo>
                  <a:lnTo>
                    <a:pt x="2457" y="24154"/>
                  </a:lnTo>
                  <a:lnTo>
                    <a:pt x="2278" y="23760"/>
                  </a:lnTo>
                  <a:lnTo>
                    <a:pt x="2115" y="21290"/>
                  </a:lnTo>
                  <a:lnTo>
                    <a:pt x="1743" y="19921"/>
                  </a:lnTo>
                  <a:lnTo>
                    <a:pt x="106" y="16996"/>
                  </a:lnTo>
                  <a:lnTo>
                    <a:pt x="0" y="16315"/>
                  </a:lnTo>
                  <a:lnTo>
                    <a:pt x="21" y="15469"/>
                  </a:lnTo>
                  <a:lnTo>
                    <a:pt x="151" y="14810"/>
                  </a:lnTo>
                  <a:lnTo>
                    <a:pt x="1994" y="12080"/>
                  </a:lnTo>
                  <a:lnTo>
                    <a:pt x="6168" y="2149"/>
                  </a:lnTo>
                  <a:lnTo>
                    <a:pt x="7169" y="1657"/>
                  </a:lnTo>
                  <a:lnTo>
                    <a:pt x="9223" y="2764"/>
                  </a:lnTo>
                  <a:lnTo>
                    <a:pt x="10197" y="3120"/>
                  </a:lnTo>
                  <a:lnTo>
                    <a:pt x="10893" y="3065"/>
                  </a:lnTo>
                  <a:lnTo>
                    <a:pt x="13878" y="979"/>
                  </a:lnTo>
                  <a:lnTo>
                    <a:pt x="16717" y="1226"/>
                  </a:lnTo>
                  <a:lnTo>
                    <a:pt x="19306" y="7"/>
                  </a:lnTo>
                  <a:lnTo>
                    <a:pt x="20520" y="0"/>
                  </a:lnTo>
                  <a:lnTo>
                    <a:pt x="21460" y="2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295100" y="1758014"/>
              <a:ext cx="11617" cy="11085"/>
            </a:xfrm>
            <a:custGeom>
              <a:avLst/>
              <a:pathLst>
                <a:path w="11617" h="11085">
                  <a:moveTo>
                    <a:pt x="7595" y="561"/>
                  </a:moveTo>
                  <a:lnTo>
                    <a:pt x="8569" y="1823"/>
                  </a:lnTo>
                  <a:lnTo>
                    <a:pt x="9586" y="1734"/>
                  </a:lnTo>
                  <a:lnTo>
                    <a:pt x="10149" y="2764"/>
                  </a:lnTo>
                  <a:lnTo>
                    <a:pt x="11488" y="5983"/>
                  </a:lnTo>
                  <a:lnTo>
                    <a:pt x="11617" y="6518"/>
                  </a:lnTo>
                  <a:lnTo>
                    <a:pt x="11554" y="7561"/>
                  </a:lnTo>
                  <a:lnTo>
                    <a:pt x="10850" y="8897"/>
                  </a:lnTo>
                  <a:lnTo>
                    <a:pt x="10116" y="9601"/>
                  </a:lnTo>
                  <a:lnTo>
                    <a:pt x="8577" y="10636"/>
                  </a:lnTo>
                  <a:lnTo>
                    <a:pt x="6839" y="11085"/>
                  </a:lnTo>
                  <a:lnTo>
                    <a:pt x="5896" y="10362"/>
                  </a:lnTo>
                  <a:lnTo>
                    <a:pt x="3231" y="7378"/>
                  </a:lnTo>
                  <a:lnTo>
                    <a:pt x="782" y="3889"/>
                  </a:lnTo>
                  <a:lnTo>
                    <a:pt x="0" y="1944"/>
                  </a:lnTo>
                  <a:lnTo>
                    <a:pt x="338" y="1135"/>
                  </a:lnTo>
                  <a:lnTo>
                    <a:pt x="1375" y="578"/>
                  </a:lnTo>
                  <a:lnTo>
                    <a:pt x="3473" y="0"/>
                  </a:lnTo>
                  <a:lnTo>
                    <a:pt x="6937" y="3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308587" y="1752327"/>
              <a:ext cx="8197" cy="8805"/>
            </a:xfrm>
            <a:custGeom>
              <a:avLst/>
              <a:pathLst>
                <a:path w="8197" h="8805">
                  <a:moveTo>
                    <a:pt x="7907" y="8512"/>
                  </a:moveTo>
                  <a:lnTo>
                    <a:pt x="6692" y="8805"/>
                  </a:lnTo>
                  <a:lnTo>
                    <a:pt x="5096" y="8146"/>
                  </a:lnTo>
                  <a:lnTo>
                    <a:pt x="3538" y="6863"/>
                  </a:lnTo>
                  <a:lnTo>
                    <a:pt x="0" y="2768"/>
                  </a:lnTo>
                  <a:lnTo>
                    <a:pt x="2659" y="0"/>
                  </a:lnTo>
                  <a:lnTo>
                    <a:pt x="6917" y="3204"/>
                  </a:lnTo>
                  <a:lnTo>
                    <a:pt x="8197" y="52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301669" y="1741832"/>
              <a:ext cx="4630" cy="2703"/>
            </a:xfrm>
            <a:custGeom>
              <a:avLst/>
              <a:pathLst>
                <a:path w="4630" h="2703">
                  <a:moveTo>
                    <a:pt x="3727" y="1339"/>
                  </a:moveTo>
                  <a:lnTo>
                    <a:pt x="2898" y="2703"/>
                  </a:lnTo>
                  <a:lnTo>
                    <a:pt x="427" y="2222"/>
                  </a:lnTo>
                  <a:lnTo>
                    <a:pt x="92" y="1807"/>
                  </a:lnTo>
                  <a:lnTo>
                    <a:pt x="0" y="1308"/>
                  </a:lnTo>
                  <a:lnTo>
                    <a:pt x="398" y="662"/>
                  </a:lnTo>
                  <a:lnTo>
                    <a:pt x="2936" y="46"/>
                  </a:lnTo>
                  <a:lnTo>
                    <a:pt x="4012" y="0"/>
                  </a:lnTo>
                  <a:lnTo>
                    <a:pt x="4563" y="200"/>
                  </a:lnTo>
                  <a:lnTo>
                    <a:pt x="4630" y="4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2195473" y="1686237"/>
              <a:ext cx="79779" cy="82707"/>
            </a:xfrm>
            <a:custGeom>
              <a:avLst/>
              <a:pathLst>
                <a:path w="79779" h="82707">
                  <a:moveTo>
                    <a:pt x="26171" y="19430"/>
                  </a:moveTo>
                  <a:lnTo>
                    <a:pt x="26569" y="19788"/>
                  </a:lnTo>
                  <a:lnTo>
                    <a:pt x="27064" y="19583"/>
                  </a:lnTo>
                  <a:lnTo>
                    <a:pt x="27878" y="18124"/>
                  </a:lnTo>
                  <a:lnTo>
                    <a:pt x="29706" y="13927"/>
                  </a:lnTo>
                  <a:lnTo>
                    <a:pt x="30219" y="13533"/>
                  </a:lnTo>
                  <a:lnTo>
                    <a:pt x="30987" y="13598"/>
                  </a:lnTo>
                  <a:lnTo>
                    <a:pt x="33689" y="16293"/>
                  </a:lnTo>
                  <a:lnTo>
                    <a:pt x="34683" y="17798"/>
                  </a:lnTo>
                  <a:lnTo>
                    <a:pt x="35218" y="19892"/>
                  </a:lnTo>
                  <a:lnTo>
                    <a:pt x="35778" y="20709"/>
                  </a:lnTo>
                  <a:lnTo>
                    <a:pt x="37904" y="21789"/>
                  </a:lnTo>
                  <a:lnTo>
                    <a:pt x="39947" y="22151"/>
                  </a:lnTo>
                  <a:lnTo>
                    <a:pt x="42615" y="23251"/>
                  </a:lnTo>
                  <a:lnTo>
                    <a:pt x="43577" y="24075"/>
                  </a:lnTo>
                  <a:lnTo>
                    <a:pt x="45705" y="28092"/>
                  </a:lnTo>
                  <a:lnTo>
                    <a:pt x="45950" y="28337"/>
                  </a:lnTo>
                  <a:lnTo>
                    <a:pt x="48371" y="29978"/>
                  </a:lnTo>
                  <a:lnTo>
                    <a:pt x="52087" y="33636"/>
                  </a:lnTo>
                  <a:lnTo>
                    <a:pt x="53029" y="34180"/>
                  </a:lnTo>
                  <a:lnTo>
                    <a:pt x="56644" y="35385"/>
                  </a:lnTo>
                  <a:lnTo>
                    <a:pt x="57942" y="36285"/>
                  </a:lnTo>
                  <a:lnTo>
                    <a:pt x="59195" y="37656"/>
                  </a:lnTo>
                  <a:lnTo>
                    <a:pt x="60589" y="40163"/>
                  </a:lnTo>
                  <a:lnTo>
                    <a:pt x="62219" y="44107"/>
                  </a:lnTo>
                  <a:lnTo>
                    <a:pt x="63498" y="50410"/>
                  </a:lnTo>
                  <a:lnTo>
                    <a:pt x="63598" y="51656"/>
                  </a:lnTo>
                  <a:lnTo>
                    <a:pt x="63443" y="52393"/>
                  </a:lnTo>
                  <a:lnTo>
                    <a:pt x="62982" y="53181"/>
                  </a:lnTo>
                  <a:lnTo>
                    <a:pt x="60891" y="55771"/>
                  </a:lnTo>
                  <a:lnTo>
                    <a:pt x="61070" y="56209"/>
                  </a:lnTo>
                  <a:lnTo>
                    <a:pt x="63038" y="56048"/>
                  </a:lnTo>
                  <a:lnTo>
                    <a:pt x="67416" y="54455"/>
                  </a:lnTo>
                  <a:lnTo>
                    <a:pt x="70081" y="55597"/>
                  </a:lnTo>
                  <a:lnTo>
                    <a:pt x="71007" y="55776"/>
                  </a:lnTo>
                  <a:lnTo>
                    <a:pt x="71221" y="55710"/>
                  </a:lnTo>
                  <a:lnTo>
                    <a:pt x="72186" y="53725"/>
                  </a:lnTo>
                  <a:lnTo>
                    <a:pt x="73247" y="54036"/>
                  </a:lnTo>
                  <a:lnTo>
                    <a:pt x="74797" y="55962"/>
                  </a:lnTo>
                  <a:lnTo>
                    <a:pt x="75795" y="57519"/>
                  </a:lnTo>
                  <a:lnTo>
                    <a:pt x="76240" y="58705"/>
                  </a:lnTo>
                  <a:lnTo>
                    <a:pt x="76121" y="59376"/>
                  </a:lnTo>
                  <a:lnTo>
                    <a:pt x="75096" y="59606"/>
                  </a:lnTo>
                  <a:lnTo>
                    <a:pt x="77601" y="60744"/>
                  </a:lnTo>
                  <a:lnTo>
                    <a:pt x="79779" y="62546"/>
                  </a:lnTo>
                  <a:lnTo>
                    <a:pt x="79311" y="63720"/>
                  </a:lnTo>
                  <a:lnTo>
                    <a:pt x="76986" y="66333"/>
                  </a:lnTo>
                  <a:lnTo>
                    <a:pt x="74596" y="68620"/>
                  </a:lnTo>
                  <a:lnTo>
                    <a:pt x="71814" y="72051"/>
                  </a:lnTo>
                  <a:lnTo>
                    <a:pt x="71119" y="72575"/>
                  </a:lnTo>
                  <a:lnTo>
                    <a:pt x="70745" y="72604"/>
                  </a:lnTo>
                  <a:lnTo>
                    <a:pt x="69211" y="71965"/>
                  </a:lnTo>
                  <a:lnTo>
                    <a:pt x="67001" y="70343"/>
                  </a:lnTo>
                  <a:lnTo>
                    <a:pt x="60193" y="66609"/>
                  </a:lnTo>
                  <a:lnTo>
                    <a:pt x="58090" y="65820"/>
                  </a:lnTo>
                  <a:lnTo>
                    <a:pt x="55419" y="65358"/>
                  </a:lnTo>
                  <a:lnTo>
                    <a:pt x="55033" y="64479"/>
                  </a:lnTo>
                  <a:lnTo>
                    <a:pt x="54395" y="58852"/>
                  </a:lnTo>
                  <a:lnTo>
                    <a:pt x="53194" y="57855"/>
                  </a:lnTo>
                  <a:lnTo>
                    <a:pt x="49072" y="56681"/>
                  </a:lnTo>
                  <a:lnTo>
                    <a:pt x="47873" y="56007"/>
                  </a:lnTo>
                  <a:lnTo>
                    <a:pt x="47818" y="54879"/>
                  </a:lnTo>
                  <a:lnTo>
                    <a:pt x="48077" y="52941"/>
                  </a:lnTo>
                  <a:lnTo>
                    <a:pt x="47513" y="51995"/>
                  </a:lnTo>
                  <a:lnTo>
                    <a:pt x="46127" y="52039"/>
                  </a:lnTo>
                  <a:lnTo>
                    <a:pt x="44765" y="52445"/>
                  </a:lnTo>
                  <a:lnTo>
                    <a:pt x="42574" y="53762"/>
                  </a:lnTo>
                  <a:lnTo>
                    <a:pt x="41547" y="54977"/>
                  </a:lnTo>
                  <a:lnTo>
                    <a:pt x="41161" y="56297"/>
                  </a:lnTo>
                  <a:lnTo>
                    <a:pt x="40921" y="59122"/>
                  </a:lnTo>
                  <a:lnTo>
                    <a:pt x="40649" y="60458"/>
                  </a:lnTo>
                  <a:lnTo>
                    <a:pt x="39882" y="62208"/>
                  </a:lnTo>
                  <a:lnTo>
                    <a:pt x="36500" y="66745"/>
                  </a:lnTo>
                  <a:lnTo>
                    <a:pt x="35125" y="68108"/>
                  </a:lnTo>
                  <a:lnTo>
                    <a:pt x="33757" y="68499"/>
                  </a:lnTo>
                  <a:lnTo>
                    <a:pt x="33214" y="68933"/>
                  </a:lnTo>
                  <a:lnTo>
                    <a:pt x="32295" y="70609"/>
                  </a:lnTo>
                  <a:lnTo>
                    <a:pt x="30929" y="74718"/>
                  </a:lnTo>
                  <a:lnTo>
                    <a:pt x="30372" y="75901"/>
                  </a:lnTo>
                  <a:lnTo>
                    <a:pt x="29471" y="77106"/>
                  </a:lnTo>
                  <a:lnTo>
                    <a:pt x="27599" y="78947"/>
                  </a:lnTo>
                  <a:lnTo>
                    <a:pt x="25689" y="80415"/>
                  </a:lnTo>
                  <a:lnTo>
                    <a:pt x="22506" y="82127"/>
                  </a:lnTo>
                  <a:lnTo>
                    <a:pt x="20728" y="82707"/>
                  </a:lnTo>
                  <a:lnTo>
                    <a:pt x="19544" y="82132"/>
                  </a:lnTo>
                  <a:lnTo>
                    <a:pt x="18732" y="78238"/>
                  </a:lnTo>
                  <a:lnTo>
                    <a:pt x="17028" y="66801"/>
                  </a:lnTo>
                  <a:lnTo>
                    <a:pt x="16745" y="66028"/>
                  </a:lnTo>
                  <a:lnTo>
                    <a:pt x="16397" y="65549"/>
                  </a:lnTo>
                  <a:lnTo>
                    <a:pt x="15986" y="65365"/>
                  </a:lnTo>
                  <a:lnTo>
                    <a:pt x="10268" y="66836"/>
                  </a:lnTo>
                  <a:lnTo>
                    <a:pt x="7113" y="66672"/>
                  </a:lnTo>
                  <a:lnTo>
                    <a:pt x="3993" y="69244"/>
                  </a:lnTo>
                  <a:lnTo>
                    <a:pt x="3206" y="69430"/>
                  </a:lnTo>
                  <a:lnTo>
                    <a:pt x="1621" y="69347"/>
                  </a:lnTo>
                  <a:lnTo>
                    <a:pt x="482" y="68938"/>
                  </a:lnTo>
                  <a:lnTo>
                    <a:pt x="192" y="68658"/>
                  </a:lnTo>
                  <a:lnTo>
                    <a:pt x="0" y="67544"/>
                  </a:lnTo>
                  <a:lnTo>
                    <a:pt x="56" y="66378"/>
                  </a:lnTo>
                  <a:lnTo>
                    <a:pt x="454" y="65119"/>
                  </a:lnTo>
                  <a:lnTo>
                    <a:pt x="1863" y="61705"/>
                  </a:lnTo>
                  <a:lnTo>
                    <a:pt x="3013" y="59600"/>
                  </a:lnTo>
                  <a:lnTo>
                    <a:pt x="3542" y="58948"/>
                  </a:lnTo>
                  <a:lnTo>
                    <a:pt x="8885" y="55170"/>
                  </a:lnTo>
                  <a:lnTo>
                    <a:pt x="10187" y="53926"/>
                  </a:lnTo>
                  <a:lnTo>
                    <a:pt x="10837" y="52650"/>
                  </a:lnTo>
                  <a:lnTo>
                    <a:pt x="10836" y="51338"/>
                  </a:lnTo>
                  <a:lnTo>
                    <a:pt x="10583" y="49660"/>
                  </a:lnTo>
                  <a:lnTo>
                    <a:pt x="9659" y="45568"/>
                  </a:lnTo>
                  <a:lnTo>
                    <a:pt x="9424" y="41831"/>
                  </a:lnTo>
                  <a:lnTo>
                    <a:pt x="9431" y="39975"/>
                  </a:lnTo>
                  <a:lnTo>
                    <a:pt x="9781" y="37122"/>
                  </a:lnTo>
                  <a:lnTo>
                    <a:pt x="11119" y="30208"/>
                  </a:lnTo>
                  <a:lnTo>
                    <a:pt x="11572" y="26841"/>
                  </a:lnTo>
                  <a:lnTo>
                    <a:pt x="12424" y="14815"/>
                  </a:lnTo>
                  <a:lnTo>
                    <a:pt x="12880" y="11371"/>
                  </a:lnTo>
                  <a:lnTo>
                    <a:pt x="13542" y="8225"/>
                  </a:lnTo>
                  <a:lnTo>
                    <a:pt x="14179" y="6335"/>
                  </a:lnTo>
                  <a:lnTo>
                    <a:pt x="15879" y="2562"/>
                  </a:lnTo>
                  <a:lnTo>
                    <a:pt x="17201" y="1049"/>
                  </a:lnTo>
                  <a:lnTo>
                    <a:pt x="18863" y="0"/>
                  </a:lnTo>
                  <a:lnTo>
                    <a:pt x="19227" y="121"/>
                  </a:lnTo>
                  <a:lnTo>
                    <a:pt x="19544" y="559"/>
                  </a:lnTo>
                  <a:lnTo>
                    <a:pt x="20155" y="2159"/>
                  </a:lnTo>
                  <a:lnTo>
                    <a:pt x="22472" y="3638"/>
                  </a:lnTo>
                  <a:lnTo>
                    <a:pt x="23218" y="5076"/>
                  </a:lnTo>
                  <a:lnTo>
                    <a:pt x="23746" y="6670"/>
                  </a:lnTo>
                  <a:lnTo>
                    <a:pt x="24034" y="8745"/>
                  </a:lnTo>
                  <a:lnTo>
                    <a:pt x="23747" y="9649"/>
                  </a:lnTo>
                  <a:lnTo>
                    <a:pt x="22642" y="11018"/>
                  </a:lnTo>
                  <a:lnTo>
                    <a:pt x="22453" y="11596"/>
                  </a:lnTo>
                  <a:lnTo>
                    <a:pt x="22485" y="12066"/>
                  </a:lnTo>
                  <a:lnTo>
                    <a:pt x="24601" y="142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218699" y="1683080"/>
              <a:ext cx="6599" cy="13644"/>
            </a:xfrm>
            <a:custGeom>
              <a:avLst/>
              <a:pathLst>
                <a:path w="6599" h="13644">
                  <a:moveTo>
                    <a:pt x="5764" y="13311"/>
                  </a:moveTo>
                  <a:lnTo>
                    <a:pt x="5163" y="13644"/>
                  </a:lnTo>
                  <a:lnTo>
                    <a:pt x="4520" y="13457"/>
                  </a:lnTo>
                  <a:lnTo>
                    <a:pt x="3974" y="12602"/>
                  </a:lnTo>
                  <a:lnTo>
                    <a:pt x="3529" y="11079"/>
                  </a:lnTo>
                  <a:lnTo>
                    <a:pt x="2814" y="9937"/>
                  </a:lnTo>
                  <a:lnTo>
                    <a:pt x="1193" y="8514"/>
                  </a:lnTo>
                  <a:lnTo>
                    <a:pt x="913" y="7957"/>
                  </a:lnTo>
                  <a:lnTo>
                    <a:pt x="453" y="6046"/>
                  </a:lnTo>
                  <a:lnTo>
                    <a:pt x="364" y="4140"/>
                  </a:lnTo>
                  <a:lnTo>
                    <a:pt x="17" y="2415"/>
                  </a:lnTo>
                  <a:lnTo>
                    <a:pt x="0" y="1568"/>
                  </a:lnTo>
                  <a:lnTo>
                    <a:pt x="300" y="298"/>
                  </a:lnTo>
                  <a:lnTo>
                    <a:pt x="1660" y="0"/>
                  </a:lnTo>
                  <a:lnTo>
                    <a:pt x="2728" y="500"/>
                  </a:lnTo>
                  <a:lnTo>
                    <a:pt x="2944" y="840"/>
                  </a:lnTo>
                  <a:lnTo>
                    <a:pt x="3293" y="1578"/>
                  </a:lnTo>
                  <a:lnTo>
                    <a:pt x="3523" y="2481"/>
                  </a:lnTo>
                  <a:lnTo>
                    <a:pt x="4813" y="4921"/>
                  </a:lnTo>
                  <a:lnTo>
                    <a:pt x="5569" y="6864"/>
                  </a:lnTo>
                  <a:lnTo>
                    <a:pt x="6594" y="10877"/>
                  </a:lnTo>
                  <a:lnTo>
                    <a:pt x="6599" y="11642"/>
                  </a:lnTo>
                  <a:lnTo>
                    <a:pt x="6322" y="124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226850" y="1679962"/>
              <a:ext cx="14196" cy="14804"/>
            </a:xfrm>
            <a:custGeom>
              <a:avLst/>
              <a:pathLst>
                <a:path w="14196" h="14804">
                  <a:moveTo>
                    <a:pt x="8532" y="9877"/>
                  </a:moveTo>
                  <a:lnTo>
                    <a:pt x="10010" y="11037"/>
                  </a:lnTo>
                  <a:lnTo>
                    <a:pt x="11484" y="11695"/>
                  </a:lnTo>
                  <a:lnTo>
                    <a:pt x="13858" y="12047"/>
                  </a:lnTo>
                  <a:lnTo>
                    <a:pt x="14196" y="12291"/>
                  </a:lnTo>
                  <a:lnTo>
                    <a:pt x="14194" y="12836"/>
                  </a:lnTo>
                  <a:lnTo>
                    <a:pt x="13852" y="13686"/>
                  </a:lnTo>
                  <a:lnTo>
                    <a:pt x="13061" y="14772"/>
                  </a:lnTo>
                  <a:lnTo>
                    <a:pt x="12497" y="14804"/>
                  </a:lnTo>
                  <a:lnTo>
                    <a:pt x="11185" y="14037"/>
                  </a:lnTo>
                  <a:lnTo>
                    <a:pt x="10705" y="13646"/>
                  </a:lnTo>
                  <a:lnTo>
                    <a:pt x="10175" y="12776"/>
                  </a:lnTo>
                  <a:lnTo>
                    <a:pt x="9906" y="12695"/>
                  </a:lnTo>
                  <a:lnTo>
                    <a:pt x="9563" y="12986"/>
                  </a:lnTo>
                  <a:lnTo>
                    <a:pt x="9471" y="13370"/>
                  </a:lnTo>
                  <a:lnTo>
                    <a:pt x="9628" y="13848"/>
                  </a:lnTo>
                  <a:lnTo>
                    <a:pt x="9412" y="13983"/>
                  </a:lnTo>
                  <a:lnTo>
                    <a:pt x="7823" y="13654"/>
                  </a:lnTo>
                  <a:lnTo>
                    <a:pt x="7574" y="13376"/>
                  </a:lnTo>
                  <a:lnTo>
                    <a:pt x="7701" y="12439"/>
                  </a:lnTo>
                  <a:lnTo>
                    <a:pt x="8809" y="11075"/>
                  </a:lnTo>
                  <a:lnTo>
                    <a:pt x="7835" y="10655"/>
                  </a:lnTo>
                  <a:lnTo>
                    <a:pt x="7524" y="10150"/>
                  </a:lnTo>
                  <a:lnTo>
                    <a:pt x="6081" y="11008"/>
                  </a:lnTo>
                  <a:lnTo>
                    <a:pt x="5280" y="11213"/>
                  </a:lnTo>
                  <a:lnTo>
                    <a:pt x="4017" y="10614"/>
                  </a:lnTo>
                  <a:lnTo>
                    <a:pt x="3883" y="7492"/>
                  </a:lnTo>
                  <a:lnTo>
                    <a:pt x="3730" y="6354"/>
                  </a:lnTo>
                  <a:lnTo>
                    <a:pt x="3155" y="5580"/>
                  </a:lnTo>
                  <a:lnTo>
                    <a:pt x="2813" y="4764"/>
                  </a:lnTo>
                  <a:lnTo>
                    <a:pt x="2261" y="4148"/>
                  </a:lnTo>
                  <a:lnTo>
                    <a:pt x="1119" y="3521"/>
                  </a:lnTo>
                  <a:lnTo>
                    <a:pt x="193" y="1967"/>
                  </a:lnTo>
                  <a:lnTo>
                    <a:pt x="0" y="1262"/>
                  </a:lnTo>
                  <a:lnTo>
                    <a:pt x="127" y="731"/>
                  </a:lnTo>
                  <a:lnTo>
                    <a:pt x="692" y="0"/>
                  </a:lnTo>
                  <a:lnTo>
                    <a:pt x="3971" y="1571"/>
                  </a:lnTo>
                  <a:lnTo>
                    <a:pt x="5949" y="3058"/>
                  </a:lnTo>
                  <a:lnTo>
                    <a:pt x="7830" y="4882"/>
                  </a:lnTo>
                  <a:lnTo>
                    <a:pt x="8815" y="6231"/>
                  </a:lnTo>
                  <a:lnTo>
                    <a:pt x="8904" y="7110"/>
                  </a:lnTo>
                  <a:lnTo>
                    <a:pt x="8659" y="7986"/>
                  </a:lnTo>
                  <a:lnTo>
                    <a:pt x="8081" y="88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240999" y="1673890"/>
              <a:ext cx="3527" cy="4054"/>
            </a:xfrm>
            <a:custGeom>
              <a:avLst/>
              <a:pathLst>
                <a:path w="3527" h="4054">
                  <a:moveTo>
                    <a:pt x="1316" y="1585"/>
                  </a:moveTo>
                  <a:lnTo>
                    <a:pt x="2462" y="1945"/>
                  </a:lnTo>
                  <a:lnTo>
                    <a:pt x="3333" y="1907"/>
                  </a:lnTo>
                  <a:lnTo>
                    <a:pt x="3527" y="2338"/>
                  </a:lnTo>
                  <a:lnTo>
                    <a:pt x="2612" y="3783"/>
                  </a:lnTo>
                  <a:lnTo>
                    <a:pt x="2048" y="4054"/>
                  </a:lnTo>
                  <a:lnTo>
                    <a:pt x="1034" y="3021"/>
                  </a:lnTo>
                  <a:lnTo>
                    <a:pt x="275" y="1756"/>
                  </a:lnTo>
                  <a:lnTo>
                    <a:pt x="60" y="989"/>
                  </a:lnTo>
                  <a:lnTo>
                    <a:pt x="0" y="145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1954968" y="1654131"/>
              <a:ext cx="3305" cy="4354"/>
            </a:xfrm>
            <a:custGeom>
              <a:avLst/>
              <a:pathLst>
                <a:path w="3305" h="4354">
                  <a:moveTo>
                    <a:pt x="0" y="0"/>
                  </a:moveTo>
                  <a:lnTo>
                    <a:pt x="1453" y="233"/>
                  </a:lnTo>
                  <a:lnTo>
                    <a:pt x="3305" y="194"/>
                  </a:lnTo>
                  <a:lnTo>
                    <a:pt x="2984" y="2477"/>
                  </a:lnTo>
                  <a:lnTo>
                    <a:pt x="2273" y="3938"/>
                  </a:lnTo>
                  <a:lnTo>
                    <a:pt x="1712" y="4354"/>
                  </a:lnTo>
                  <a:lnTo>
                    <a:pt x="1468" y="3555"/>
                  </a:lnTo>
                  <a:lnTo>
                    <a:pt x="379" y="17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475375" y="1648668"/>
              <a:ext cx="5469" cy="4764"/>
            </a:xfrm>
            <a:custGeom>
              <a:avLst/>
              <a:pathLst>
                <a:path w="5469" h="4764">
                  <a:moveTo>
                    <a:pt x="2187" y="3951"/>
                  </a:moveTo>
                  <a:lnTo>
                    <a:pt x="761" y="4764"/>
                  </a:lnTo>
                  <a:lnTo>
                    <a:pt x="0" y="3765"/>
                  </a:lnTo>
                  <a:lnTo>
                    <a:pt x="535" y="3484"/>
                  </a:lnTo>
                  <a:lnTo>
                    <a:pt x="1319" y="2289"/>
                  </a:lnTo>
                  <a:lnTo>
                    <a:pt x="2384" y="1235"/>
                  </a:lnTo>
                  <a:lnTo>
                    <a:pt x="2834" y="386"/>
                  </a:lnTo>
                  <a:lnTo>
                    <a:pt x="4625" y="0"/>
                  </a:lnTo>
                  <a:lnTo>
                    <a:pt x="5234" y="46"/>
                  </a:lnTo>
                  <a:lnTo>
                    <a:pt x="5469" y="346"/>
                  </a:lnTo>
                  <a:lnTo>
                    <a:pt x="4453" y="16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1954283" y="1634637"/>
              <a:ext cx="3006" cy="10244"/>
            </a:xfrm>
            <a:custGeom>
              <a:avLst/>
              <a:pathLst>
                <a:path w="3006" h="10244">
                  <a:moveTo>
                    <a:pt x="2904" y="7773"/>
                  </a:moveTo>
                  <a:lnTo>
                    <a:pt x="2324" y="10244"/>
                  </a:lnTo>
                  <a:lnTo>
                    <a:pt x="2102" y="10013"/>
                  </a:lnTo>
                  <a:lnTo>
                    <a:pt x="1706" y="8834"/>
                  </a:lnTo>
                  <a:lnTo>
                    <a:pt x="908" y="8268"/>
                  </a:lnTo>
                  <a:lnTo>
                    <a:pt x="0" y="6957"/>
                  </a:lnTo>
                  <a:lnTo>
                    <a:pt x="12" y="4139"/>
                  </a:lnTo>
                  <a:lnTo>
                    <a:pt x="361" y="2858"/>
                  </a:lnTo>
                  <a:lnTo>
                    <a:pt x="284" y="1073"/>
                  </a:lnTo>
                  <a:lnTo>
                    <a:pt x="1188" y="0"/>
                  </a:lnTo>
                  <a:lnTo>
                    <a:pt x="1857" y="1264"/>
                  </a:lnTo>
                  <a:lnTo>
                    <a:pt x="2040" y="3413"/>
                  </a:lnTo>
                  <a:lnTo>
                    <a:pt x="1874" y="4471"/>
                  </a:lnTo>
                  <a:lnTo>
                    <a:pt x="2536" y="5567"/>
                  </a:lnTo>
                  <a:lnTo>
                    <a:pt x="2843" y="5846"/>
                  </a:lnTo>
                  <a:lnTo>
                    <a:pt x="3006" y="67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1942414" y="1625256"/>
              <a:ext cx="3424" cy="3060"/>
            </a:xfrm>
            <a:custGeom>
              <a:avLst/>
              <a:pathLst>
                <a:path w="3424" h="3060">
                  <a:moveTo>
                    <a:pt x="197" y="0"/>
                  </a:moveTo>
                  <a:lnTo>
                    <a:pt x="1492" y="310"/>
                  </a:lnTo>
                  <a:lnTo>
                    <a:pt x="2452" y="78"/>
                  </a:lnTo>
                  <a:lnTo>
                    <a:pt x="3152" y="1269"/>
                  </a:lnTo>
                  <a:lnTo>
                    <a:pt x="3424" y="2477"/>
                  </a:lnTo>
                  <a:lnTo>
                    <a:pt x="3334" y="2893"/>
                  </a:lnTo>
                  <a:lnTo>
                    <a:pt x="3031" y="3060"/>
                  </a:lnTo>
                  <a:lnTo>
                    <a:pt x="1005" y="1724"/>
                  </a:lnTo>
                  <a:lnTo>
                    <a:pt x="254" y="906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338686" y="1621973"/>
              <a:ext cx="15548" cy="9187"/>
            </a:xfrm>
            <a:custGeom>
              <a:avLst/>
              <a:pathLst>
                <a:path w="15548" h="9187">
                  <a:moveTo>
                    <a:pt x="12975" y="9148"/>
                  </a:moveTo>
                  <a:lnTo>
                    <a:pt x="7367" y="9187"/>
                  </a:lnTo>
                  <a:lnTo>
                    <a:pt x="4317" y="8978"/>
                  </a:lnTo>
                  <a:lnTo>
                    <a:pt x="3090" y="8527"/>
                  </a:lnTo>
                  <a:lnTo>
                    <a:pt x="2023" y="7824"/>
                  </a:lnTo>
                  <a:lnTo>
                    <a:pt x="813" y="5551"/>
                  </a:lnTo>
                  <a:lnTo>
                    <a:pt x="37" y="3210"/>
                  </a:lnTo>
                  <a:lnTo>
                    <a:pt x="0" y="2215"/>
                  </a:lnTo>
                  <a:lnTo>
                    <a:pt x="205" y="1319"/>
                  </a:lnTo>
                  <a:lnTo>
                    <a:pt x="491" y="778"/>
                  </a:lnTo>
                  <a:lnTo>
                    <a:pt x="4256" y="0"/>
                  </a:lnTo>
                  <a:lnTo>
                    <a:pt x="7340" y="970"/>
                  </a:lnTo>
                  <a:lnTo>
                    <a:pt x="9995" y="2113"/>
                  </a:lnTo>
                  <a:lnTo>
                    <a:pt x="13409" y="2308"/>
                  </a:lnTo>
                  <a:lnTo>
                    <a:pt x="14448" y="2742"/>
                  </a:lnTo>
                  <a:lnTo>
                    <a:pt x="14845" y="3059"/>
                  </a:lnTo>
                  <a:lnTo>
                    <a:pt x="15121" y="3647"/>
                  </a:lnTo>
                  <a:lnTo>
                    <a:pt x="15509" y="6345"/>
                  </a:lnTo>
                  <a:lnTo>
                    <a:pt x="15548" y="7786"/>
                  </a:lnTo>
                  <a:lnTo>
                    <a:pt x="15444" y="88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1938796" y="1621839"/>
              <a:ext cx="2011" cy="3262"/>
            </a:xfrm>
            <a:custGeom>
              <a:avLst/>
              <a:pathLst>
                <a:path w="2011" h="3262">
                  <a:moveTo>
                    <a:pt x="2011" y="3165"/>
                  </a:moveTo>
                  <a:lnTo>
                    <a:pt x="1577" y="3262"/>
                  </a:lnTo>
                  <a:lnTo>
                    <a:pt x="0" y="1506"/>
                  </a:lnTo>
                  <a:lnTo>
                    <a:pt x="331" y="0"/>
                  </a:lnTo>
                  <a:lnTo>
                    <a:pt x="1798" y="1541"/>
                  </a:lnTo>
                  <a:lnTo>
                    <a:pt x="2007" y="25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2198167" y="1615704"/>
              <a:ext cx="6644" cy="16865"/>
            </a:xfrm>
            <a:custGeom>
              <a:avLst/>
              <a:pathLst>
                <a:path w="6644" h="16865">
                  <a:moveTo>
                    <a:pt x="4191" y="16833"/>
                  </a:moveTo>
                  <a:lnTo>
                    <a:pt x="3701" y="16865"/>
                  </a:lnTo>
                  <a:lnTo>
                    <a:pt x="2921" y="16413"/>
                  </a:lnTo>
                  <a:lnTo>
                    <a:pt x="1136" y="14630"/>
                  </a:lnTo>
                  <a:lnTo>
                    <a:pt x="774" y="13859"/>
                  </a:lnTo>
                  <a:lnTo>
                    <a:pt x="592" y="12959"/>
                  </a:lnTo>
                  <a:lnTo>
                    <a:pt x="591" y="11927"/>
                  </a:lnTo>
                  <a:lnTo>
                    <a:pt x="750" y="10859"/>
                  </a:lnTo>
                  <a:lnTo>
                    <a:pt x="1297" y="8727"/>
                  </a:lnTo>
                  <a:lnTo>
                    <a:pt x="254" y="7033"/>
                  </a:lnTo>
                  <a:lnTo>
                    <a:pt x="0" y="6068"/>
                  </a:lnTo>
                  <a:lnTo>
                    <a:pt x="122" y="5523"/>
                  </a:lnTo>
                  <a:lnTo>
                    <a:pt x="703" y="4217"/>
                  </a:lnTo>
                  <a:lnTo>
                    <a:pt x="862" y="3400"/>
                  </a:lnTo>
                  <a:lnTo>
                    <a:pt x="1448" y="2243"/>
                  </a:lnTo>
                  <a:lnTo>
                    <a:pt x="2965" y="0"/>
                  </a:lnTo>
                  <a:lnTo>
                    <a:pt x="4486" y="529"/>
                  </a:lnTo>
                  <a:lnTo>
                    <a:pt x="5844" y="2367"/>
                  </a:lnTo>
                  <a:lnTo>
                    <a:pt x="6199" y="3609"/>
                  </a:lnTo>
                  <a:lnTo>
                    <a:pt x="6093" y="4931"/>
                  </a:lnTo>
                  <a:lnTo>
                    <a:pt x="6211" y="6845"/>
                  </a:lnTo>
                  <a:lnTo>
                    <a:pt x="6553" y="9357"/>
                  </a:lnTo>
                  <a:lnTo>
                    <a:pt x="6644" y="11178"/>
                  </a:lnTo>
                  <a:lnTo>
                    <a:pt x="6483" y="12311"/>
                  </a:lnTo>
                  <a:lnTo>
                    <a:pt x="5902" y="14438"/>
                  </a:lnTo>
                  <a:lnTo>
                    <a:pt x="5410" y="15424"/>
                  </a:lnTo>
                  <a:lnTo>
                    <a:pt x="4761" y="163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309265" y="1614782"/>
              <a:ext cx="25818" cy="32532"/>
            </a:xfrm>
            <a:custGeom>
              <a:avLst/>
              <a:pathLst>
                <a:path w="25818" h="32532">
                  <a:moveTo>
                    <a:pt x="18758" y="422"/>
                  </a:moveTo>
                  <a:lnTo>
                    <a:pt x="24766" y="3037"/>
                  </a:lnTo>
                  <a:lnTo>
                    <a:pt x="25349" y="3986"/>
                  </a:lnTo>
                  <a:lnTo>
                    <a:pt x="25637" y="4836"/>
                  </a:lnTo>
                  <a:lnTo>
                    <a:pt x="25806" y="5779"/>
                  </a:lnTo>
                  <a:lnTo>
                    <a:pt x="25818" y="7724"/>
                  </a:lnTo>
                  <a:lnTo>
                    <a:pt x="25698" y="8503"/>
                  </a:lnTo>
                  <a:lnTo>
                    <a:pt x="25110" y="10388"/>
                  </a:lnTo>
                  <a:lnTo>
                    <a:pt x="25071" y="10979"/>
                  </a:lnTo>
                  <a:lnTo>
                    <a:pt x="25542" y="17298"/>
                  </a:lnTo>
                  <a:lnTo>
                    <a:pt x="25494" y="20744"/>
                  </a:lnTo>
                  <a:lnTo>
                    <a:pt x="25071" y="23624"/>
                  </a:lnTo>
                  <a:lnTo>
                    <a:pt x="24212" y="25933"/>
                  </a:lnTo>
                  <a:lnTo>
                    <a:pt x="22917" y="27669"/>
                  </a:lnTo>
                  <a:lnTo>
                    <a:pt x="21932" y="28665"/>
                  </a:lnTo>
                  <a:lnTo>
                    <a:pt x="17559" y="31123"/>
                  </a:lnTo>
                  <a:lnTo>
                    <a:pt x="14464" y="31759"/>
                  </a:lnTo>
                  <a:lnTo>
                    <a:pt x="11199" y="31874"/>
                  </a:lnTo>
                  <a:lnTo>
                    <a:pt x="7042" y="32532"/>
                  </a:lnTo>
                  <a:lnTo>
                    <a:pt x="5144" y="32395"/>
                  </a:lnTo>
                  <a:lnTo>
                    <a:pt x="4162" y="32105"/>
                  </a:lnTo>
                  <a:lnTo>
                    <a:pt x="3464" y="31613"/>
                  </a:lnTo>
                  <a:lnTo>
                    <a:pt x="2646" y="30056"/>
                  </a:lnTo>
                  <a:lnTo>
                    <a:pt x="1712" y="27435"/>
                  </a:lnTo>
                  <a:lnTo>
                    <a:pt x="940" y="24484"/>
                  </a:lnTo>
                  <a:lnTo>
                    <a:pt x="17" y="19257"/>
                  </a:lnTo>
                  <a:lnTo>
                    <a:pt x="0" y="18637"/>
                  </a:lnTo>
                  <a:lnTo>
                    <a:pt x="890" y="14382"/>
                  </a:lnTo>
                  <a:lnTo>
                    <a:pt x="2071" y="11516"/>
                  </a:lnTo>
                  <a:lnTo>
                    <a:pt x="4156" y="7264"/>
                  </a:lnTo>
                  <a:lnTo>
                    <a:pt x="6509" y="3119"/>
                  </a:lnTo>
                  <a:lnTo>
                    <a:pt x="7108" y="2435"/>
                  </a:lnTo>
                  <a:lnTo>
                    <a:pt x="8171" y="1709"/>
                  </a:lnTo>
                  <a:lnTo>
                    <a:pt x="10834" y="535"/>
                  </a:lnTo>
                  <a:lnTo>
                    <a:pt x="13039" y="828"/>
                  </a:lnTo>
                  <a:lnTo>
                    <a:pt x="14012" y="679"/>
                  </a:lnTo>
                  <a:lnTo>
                    <a:pt x="15226" y="132"/>
                  </a:lnTo>
                  <a:lnTo>
                    <a:pt x="1656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287758" y="1614303"/>
              <a:ext cx="3984" cy="5059"/>
            </a:xfrm>
            <a:custGeom>
              <a:avLst/>
              <a:pathLst>
                <a:path w="3984" h="5059">
                  <a:moveTo>
                    <a:pt x="2209" y="4734"/>
                  </a:moveTo>
                  <a:lnTo>
                    <a:pt x="1273" y="5059"/>
                  </a:lnTo>
                  <a:lnTo>
                    <a:pt x="8" y="3488"/>
                  </a:lnTo>
                  <a:lnTo>
                    <a:pt x="0" y="2617"/>
                  </a:lnTo>
                  <a:lnTo>
                    <a:pt x="244" y="525"/>
                  </a:lnTo>
                  <a:lnTo>
                    <a:pt x="2556" y="0"/>
                  </a:lnTo>
                  <a:lnTo>
                    <a:pt x="3522" y="1262"/>
                  </a:lnTo>
                  <a:lnTo>
                    <a:pt x="3984" y="25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1989968" y="1607544"/>
              <a:ext cx="7030" cy="5306"/>
            </a:xfrm>
            <a:custGeom>
              <a:avLst/>
              <a:pathLst>
                <a:path w="7030" h="5306">
                  <a:moveTo>
                    <a:pt x="5877" y="5197"/>
                  </a:moveTo>
                  <a:lnTo>
                    <a:pt x="5240" y="5306"/>
                  </a:lnTo>
                  <a:lnTo>
                    <a:pt x="4049" y="4831"/>
                  </a:lnTo>
                  <a:lnTo>
                    <a:pt x="2304" y="3777"/>
                  </a:lnTo>
                  <a:lnTo>
                    <a:pt x="991" y="2660"/>
                  </a:lnTo>
                  <a:lnTo>
                    <a:pt x="110" y="1484"/>
                  </a:lnTo>
                  <a:lnTo>
                    <a:pt x="0" y="672"/>
                  </a:lnTo>
                  <a:lnTo>
                    <a:pt x="660" y="223"/>
                  </a:lnTo>
                  <a:lnTo>
                    <a:pt x="1658" y="0"/>
                  </a:lnTo>
                  <a:lnTo>
                    <a:pt x="4039" y="149"/>
                  </a:lnTo>
                  <a:lnTo>
                    <a:pt x="5171" y="598"/>
                  </a:lnTo>
                  <a:lnTo>
                    <a:pt x="6666" y="2312"/>
                  </a:lnTo>
                  <a:lnTo>
                    <a:pt x="6983" y="3282"/>
                  </a:lnTo>
                  <a:lnTo>
                    <a:pt x="7030" y="3908"/>
                  </a:lnTo>
                  <a:lnTo>
                    <a:pt x="6838" y="44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331158" y="1604166"/>
              <a:ext cx="6964" cy="10456"/>
            </a:xfrm>
            <a:custGeom>
              <a:avLst/>
              <a:pathLst>
                <a:path w="6964" h="10456">
                  <a:moveTo>
                    <a:pt x="6013" y="10265"/>
                  </a:moveTo>
                  <a:lnTo>
                    <a:pt x="5110" y="10456"/>
                  </a:lnTo>
                  <a:lnTo>
                    <a:pt x="3808" y="8626"/>
                  </a:lnTo>
                  <a:lnTo>
                    <a:pt x="1073" y="6549"/>
                  </a:lnTo>
                  <a:lnTo>
                    <a:pt x="36" y="5041"/>
                  </a:lnTo>
                  <a:lnTo>
                    <a:pt x="0" y="4312"/>
                  </a:lnTo>
                  <a:lnTo>
                    <a:pt x="83" y="3169"/>
                  </a:lnTo>
                  <a:lnTo>
                    <a:pt x="382" y="1773"/>
                  </a:lnTo>
                  <a:lnTo>
                    <a:pt x="1335" y="246"/>
                  </a:lnTo>
                  <a:lnTo>
                    <a:pt x="2343" y="0"/>
                  </a:lnTo>
                  <a:lnTo>
                    <a:pt x="3782" y="336"/>
                  </a:lnTo>
                  <a:lnTo>
                    <a:pt x="4830" y="1432"/>
                  </a:lnTo>
                  <a:lnTo>
                    <a:pt x="5968" y="4475"/>
                  </a:lnTo>
                  <a:lnTo>
                    <a:pt x="6726" y="5958"/>
                  </a:lnTo>
                  <a:lnTo>
                    <a:pt x="6964" y="7036"/>
                  </a:lnTo>
                  <a:lnTo>
                    <a:pt x="6587" y="7546"/>
                  </a:lnTo>
                  <a:lnTo>
                    <a:pt x="6622" y="8046"/>
                  </a:lnTo>
                  <a:lnTo>
                    <a:pt x="6795" y="8355"/>
                  </a:lnTo>
                  <a:lnTo>
                    <a:pt x="6730" y="8924"/>
                  </a:lnTo>
                  <a:lnTo>
                    <a:pt x="6426" y="97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2021537" y="1600345"/>
              <a:ext cx="6749" cy="7104"/>
            </a:xfrm>
            <a:custGeom>
              <a:avLst/>
              <a:pathLst>
                <a:path w="6749" h="7104">
                  <a:moveTo>
                    <a:pt x="5319" y="7064"/>
                  </a:moveTo>
                  <a:lnTo>
                    <a:pt x="4844" y="7104"/>
                  </a:lnTo>
                  <a:lnTo>
                    <a:pt x="4183" y="6576"/>
                  </a:lnTo>
                  <a:lnTo>
                    <a:pt x="480" y="4778"/>
                  </a:lnTo>
                  <a:lnTo>
                    <a:pt x="0" y="4237"/>
                  </a:lnTo>
                  <a:lnTo>
                    <a:pt x="433" y="3481"/>
                  </a:lnTo>
                  <a:lnTo>
                    <a:pt x="1781" y="2509"/>
                  </a:lnTo>
                  <a:lnTo>
                    <a:pt x="2690" y="1517"/>
                  </a:lnTo>
                  <a:lnTo>
                    <a:pt x="3392" y="0"/>
                  </a:lnTo>
                  <a:lnTo>
                    <a:pt x="5521" y="780"/>
                  </a:lnTo>
                  <a:lnTo>
                    <a:pt x="6315" y="1500"/>
                  </a:lnTo>
                  <a:lnTo>
                    <a:pt x="6619" y="2126"/>
                  </a:lnTo>
                  <a:lnTo>
                    <a:pt x="6749" y="2992"/>
                  </a:lnTo>
                  <a:lnTo>
                    <a:pt x="6630" y="5119"/>
                  </a:lnTo>
                  <a:lnTo>
                    <a:pt x="5913" y="55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2040902" y="1594150"/>
              <a:ext cx="5143" cy="9196"/>
            </a:xfrm>
            <a:custGeom>
              <a:avLst/>
              <a:pathLst>
                <a:path w="5143" h="9196">
                  <a:moveTo>
                    <a:pt x="4697" y="6747"/>
                  </a:moveTo>
                  <a:lnTo>
                    <a:pt x="4334" y="7683"/>
                  </a:lnTo>
                  <a:lnTo>
                    <a:pt x="3883" y="7948"/>
                  </a:lnTo>
                  <a:lnTo>
                    <a:pt x="2988" y="9049"/>
                  </a:lnTo>
                  <a:lnTo>
                    <a:pt x="2624" y="9196"/>
                  </a:lnTo>
                  <a:lnTo>
                    <a:pt x="2103" y="8495"/>
                  </a:lnTo>
                  <a:lnTo>
                    <a:pt x="1665" y="7354"/>
                  </a:lnTo>
                  <a:lnTo>
                    <a:pt x="1478" y="7175"/>
                  </a:lnTo>
                  <a:lnTo>
                    <a:pt x="1200" y="7221"/>
                  </a:lnTo>
                  <a:lnTo>
                    <a:pt x="598" y="7948"/>
                  </a:lnTo>
                  <a:lnTo>
                    <a:pt x="332" y="7938"/>
                  </a:lnTo>
                  <a:lnTo>
                    <a:pt x="108" y="7450"/>
                  </a:lnTo>
                  <a:lnTo>
                    <a:pt x="0" y="6475"/>
                  </a:lnTo>
                  <a:lnTo>
                    <a:pt x="8" y="5016"/>
                  </a:lnTo>
                  <a:lnTo>
                    <a:pt x="293" y="2768"/>
                  </a:lnTo>
                  <a:lnTo>
                    <a:pt x="311" y="1949"/>
                  </a:lnTo>
                  <a:lnTo>
                    <a:pt x="159" y="1326"/>
                  </a:lnTo>
                  <a:lnTo>
                    <a:pt x="284" y="757"/>
                  </a:lnTo>
                  <a:lnTo>
                    <a:pt x="689" y="243"/>
                  </a:lnTo>
                  <a:lnTo>
                    <a:pt x="1209" y="0"/>
                  </a:lnTo>
                  <a:lnTo>
                    <a:pt x="2433" y="206"/>
                  </a:lnTo>
                  <a:lnTo>
                    <a:pt x="3400" y="1108"/>
                  </a:lnTo>
                  <a:lnTo>
                    <a:pt x="3871" y="2286"/>
                  </a:lnTo>
                  <a:lnTo>
                    <a:pt x="4816" y="3217"/>
                  </a:lnTo>
                  <a:lnTo>
                    <a:pt x="5143" y="38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2045253" y="1591359"/>
              <a:ext cx="2907" cy="5185"/>
            </a:xfrm>
            <a:custGeom>
              <a:avLst/>
              <a:pathLst>
                <a:path w="2907" h="5185">
                  <a:moveTo>
                    <a:pt x="2907" y="3426"/>
                  </a:moveTo>
                  <a:lnTo>
                    <a:pt x="2639" y="5185"/>
                  </a:lnTo>
                  <a:lnTo>
                    <a:pt x="1220" y="4715"/>
                  </a:lnTo>
                  <a:lnTo>
                    <a:pt x="594" y="4078"/>
                  </a:lnTo>
                  <a:lnTo>
                    <a:pt x="61" y="2633"/>
                  </a:lnTo>
                  <a:lnTo>
                    <a:pt x="0" y="2266"/>
                  </a:lnTo>
                  <a:lnTo>
                    <a:pt x="118" y="1714"/>
                  </a:lnTo>
                  <a:lnTo>
                    <a:pt x="695" y="457"/>
                  </a:lnTo>
                  <a:lnTo>
                    <a:pt x="1084" y="0"/>
                  </a:lnTo>
                  <a:lnTo>
                    <a:pt x="2008" y="532"/>
                  </a:lnTo>
                  <a:lnTo>
                    <a:pt x="2439" y="1268"/>
                  </a:lnTo>
                  <a:lnTo>
                    <a:pt x="2782" y="24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2154301" y="1584130"/>
              <a:ext cx="3293" cy="4867"/>
            </a:xfrm>
            <a:custGeom>
              <a:avLst/>
              <a:pathLst>
                <a:path w="3293" h="4867">
                  <a:moveTo>
                    <a:pt x="3210" y="4523"/>
                  </a:moveTo>
                  <a:lnTo>
                    <a:pt x="2269" y="4867"/>
                  </a:lnTo>
                  <a:lnTo>
                    <a:pt x="1677" y="3641"/>
                  </a:lnTo>
                  <a:lnTo>
                    <a:pt x="1198" y="3389"/>
                  </a:lnTo>
                  <a:lnTo>
                    <a:pt x="986" y="2570"/>
                  </a:lnTo>
                  <a:lnTo>
                    <a:pt x="0" y="2410"/>
                  </a:lnTo>
                  <a:lnTo>
                    <a:pt x="68" y="1128"/>
                  </a:lnTo>
                  <a:lnTo>
                    <a:pt x="336" y="497"/>
                  </a:lnTo>
                  <a:lnTo>
                    <a:pt x="1252" y="0"/>
                  </a:lnTo>
                  <a:lnTo>
                    <a:pt x="1977" y="187"/>
                  </a:lnTo>
                  <a:lnTo>
                    <a:pt x="2666" y="1464"/>
                  </a:lnTo>
                  <a:lnTo>
                    <a:pt x="3002" y="2474"/>
                  </a:lnTo>
                  <a:lnTo>
                    <a:pt x="3293" y="37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285099" y="1583676"/>
              <a:ext cx="13542" cy="16275"/>
            </a:xfrm>
            <a:custGeom>
              <a:avLst/>
              <a:pathLst>
                <a:path w="13542" h="16275">
                  <a:moveTo>
                    <a:pt x="2245" y="16075"/>
                  </a:moveTo>
                  <a:lnTo>
                    <a:pt x="1450" y="16275"/>
                  </a:lnTo>
                  <a:lnTo>
                    <a:pt x="510" y="15715"/>
                  </a:lnTo>
                  <a:lnTo>
                    <a:pt x="175" y="14754"/>
                  </a:lnTo>
                  <a:lnTo>
                    <a:pt x="0" y="13783"/>
                  </a:lnTo>
                  <a:lnTo>
                    <a:pt x="168" y="13284"/>
                  </a:lnTo>
                  <a:lnTo>
                    <a:pt x="587" y="12812"/>
                  </a:lnTo>
                  <a:lnTo>
                    <a:pt x="1157" y="11736"/>
                  </a:lnTo>
                  <a:lnTo>
                    <a:pt x="1876" y="10053"/>
                  </a:lnTo>
                  <a:lnTo>
                    <a:pt x="3001" y="8925"/>
                  </a:lnTo>
                  <a:lnTo>
                    <a:pt x="5469" y="7877"/>
                  </a:lnTo>
                  <a:lnTo>
                    <a:pt x="5820" y="7508"/>
                  </a:lnTo>
                  <a:lnTo>
                    <a:pt x="6923" y="4562"/>
                  </a:lnTo>
                  <a:lnTo>
                    <a:pt x="7295" y="4057"/>
                  </a:lnTo>
                  <a:lnTo>
                    <a:pt x="8559" y="3757"/>
                  </a:lnTo>
                  <a:lnTo>
                    <a:pt x="8695" y="3377"/>
                  </a:lnTo>
                  <a:lnTo>
                    <a:pt x="8247" y="2652"/>
                  </a:lnTo>
                  <a:lnTo>
                    <a:pt x="8247" y="1903"/>
                  </a:lnTo>
                  <a:lnTo>
                    <a:pt x="8695" y="1131"/>
                  </a:lnTo>
                  <a:lnTo>
                    <a:pt x="9310" y="558"/>
                  </a:lnTo>
                  <a:lnTo>
                    <a:pt x="10907" y="0"/>
                  </a:lnTo>
                  <a:lnTo>
                    <a:pt x="12350" y="102"/>
                  </a:lnTo>
                  <a:lnTo>
                    <a:pt x="12719" y="318"/>
                  </a:lnTo>
                  <a:lnTo>
                    <a:pt x="13042" y="835"/>
                  </a:lnTo>
                  <a:lnTo>
                    <a:pt x="13483" y="2213"/>
                  </a:lnTo>
                  <a:lnTo>
                    <a:pt x="13542" y="2526"/>
                  </a:lnTo>
                  <a:lnTo>
                    <a:pt x="12874" y="3747"/>
                  </a:lnTo>
                  <a:lnTo>
                    <a:pt x="11125" y="5624"/>
                  </a:lnTo>
                  <a:lnTo>
                    <a:pt x="10044" y="7194"/>
                  </a:lnTo>
                  <a:lnTo>
                    <a:pt x="9827" y="7707"/>
                  </a:lnTo>
                  <a:lnTo>
                    <a:pt x="9729" y="8369"/>
                  </a:lnTo>
                  <a:lnTo>
                    <a:pt x="9322" y="9173"/>
                  </a:lnTo>
                  <a:lnTo>
                    <a:pt x="8060" y="11105"/>
                  </a:lnTo>
                  <a:lnTo>
                    <a:pt x="7210" y="12972"/>
                  </a:lnTo>
                  <a:lnTo>
                    <a:pt x="6364" y="14001"/>
                  </a:lnTo>
                  <a:lnTo>
                    <a:pt x="4052" y="149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2157518" y="1582301"/>
              <a:ext cx="3621" cy="5432"/>
            </a:xfrm>
            <a:custGeom>
              <a:avLst/>
              <a:pathLst>
                <a:path w="3621" h="5432">
                  <a:moveTo>
                    <a:pt x="3363" y="500"/>
                  </a:moveTo>
                  <a:lnTo>
                    <a:pt x="3621" y="2333"/>
                  </a:lnTo>
                  <a:lnTo>
                    <a:pt x="2586" y="4820"/>
                  </a:lnTo>
                  <a:lnTo>
                    <a:pt x="2262" y="5266"/>
                  </a:lnTo>
                  <a:lnTo>
                    <a:pt x="1861" y="5432"/>
                  </a:lnTo>
                  <a:lnTo>
                    <a:pt x="1472" y="5124"/>
                  </a:lnTo>
                  <a:lnTo>
                    <a:pt x="314" y="3171"/>
                  </a:lnTo>
                  <a:lnTo>
                    <a:pt x="0" y="1955"/>
                  </a:lnTo>
                  <a:lnTo>
                    <a:pt x="424" y="1346"/>
                  </a:lnTo>
                  <a:lnTo>
                    <a:pt x="1321" y="585"/>
                  </a:lnTo>
                  <a:lnTo>
                    <a:pt x="1955" y="216"/>
                  </a:lnTo>
                  <a:lnTo>
                    <a:pt x="2752" y="535"/>
                  </a:lnTo>
                  <a:lnTo>
                    <a:pt x="303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308419" y="1582182"/>
              <a:ext cx="8177" cy="9099"/>
            </a:xfrm>
            <a:custGeom>
              <a:avLst/>
              <a:pathLst>
                <a:path w="8177" h="9099">
                  <a:moveTo>
                    <a:pt x="4419" y="8756"/>
                  </a:moveTo>
                  <a:lnTo>
                    <a:pt x="2966" y="9099"/>
                  </a:lnTo>
                  <a:lnTo>
                    <a:pt x="1891" y="8923"/>
                  </a:lnTo>
                  <a:lnTo>
                    <a:pt x="1194" y="8227"/>
                  </a:lnTo>
                  <a:lnTo>
                    <a:pt x="661" y="7283"/>
                  </a:lnTo>
                  <a:lnTo>
                    <a:pt x="0" y="4906"/>
                  </a:lnTo>
                  <a:lnTo>
                    <a:pt x="245" y="3798"/>
                  </a:lnTo>
                  <a:lnTo>
                    <a:pt x="320" y="1815"/>
                  </a:lnTo>
                  <a:lnTo>
                    <a:pt x="442" y="1070"/>
                  </a:lnTo>
                  <a:lnTo>
                    <a:pt x="698" y="702"/>
                  </a:lnTo>
                  <a:lnTo>
                    <a:pt x="2207" y="0"/>
                  </a:lnTo>
                  <a:lnTo>
                    <a:pt x="3109" y="79"/>
                  </a:lnTo>
                  <a:lnTo>
                    <a:pt x="4434" y="836"/>
                  </a:lnTo>
                  <a:lnTo>
                    <a:pt x="7292" y="1066"/>
                  </a:lnTo>
                  <a:lnTo>
                    <a:pt x="8001" y="1763"/>
                  </a:lnTo>
                  <a:lnTo>
                    <a:pt x="8177" y="2184"/>
                  </a:lnTo>
                  <a:lnTo>
                    <a:pt x="8163" y="2703"/>
                  </a:lnTo>
                  <a:lnTo>
                    <a:pt x="7962" y="3321"/>
                  </a:lnTo>
                  <a:lnTo>
                    <a:pt x="6549" y="5121"/>
                  </a:lnTo>
                  <a:lnTo>
                    <a:pt x="5869" y="6359"/>
                  </a:lnTo>
                  <a:lnTo>
                    <a:pt x="5387" y="78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2032489" y="1578163"/>
              <a:ext cx="4095" cy="5543"/>
            </a:xfrm>
            <a:custGeom>
              <a:avLst/>
              <a:pathLst>
                <a:path w="4095" h="5543">
                  <a:moveTo>
                    <a:pt x="2126" y="5289"/>
                  </a:moveTo>
                  <a:lnTo>
                    <a:pt x="1185" y="5543"/>
                  </a:lnTo>
                  <a:lnTo>
                    <a:pt x="1012" y="5481"/>
                  </a:lnTo>
                  <a:lnTo>
                    <a:pt x="1093" y="4676"/>
                  </a:lnTo>
                  <a:lnTo>
                    <a:pt x="1022" y="4272"/>
                  </a:lnTo>
                  <a:lnTo>
                    <a:pt x="771" y="3983"/>
                  </a:lnTo>
                  <a:lnTo>
                    <a:pt x="1596" y="3343"/>
                  </a:lnTo>
                  <a:lnTo>
                    <a:pt x="1716" y="2843"/>
                  </a:lnTo>
                  <a:lnTo>
                    <a:pt x="1454" y="2460"/>
                  </a:lnTo>
                  <a:lnTo>
                    <a:pt x="322" y="1732"/>
                  </a:lnTo>
                  <a:lnTo>
                    <a:pt x="0" y="1074"/>
                  </a:lnTo>
                  <a:lnTo>
                    <a:pt x="59" y="497"/>
                  </a:lnTo>
                  <a:lnTo>
                    <a:pt x="501" y="0"/>
                  </a:lnTo>
                  <a:lnTo>
                    <a:pt x="1284" y="75"/>
                  </a:lnTo>
                  <a:lnTo>
                    <a:pt x="2970" y="1043"/>
                  </a:lnTo>
                  <a:lnTo>
                    <a:pt x="3744" y="2382"/>
                  </a:lnTo>
                  <a:lnTo>
                    <a:pt x="4095" y="3373"/>
                  </a:lnTo>
                  <a:lnTo>
                    <a:pt x="3536" y="3520"/>
                  </a:lnTo>
                  <a:lnTo>
                    <a:pt x="3102" y="3921"/>
                  </a:lnTo>
                  <a:lnTo>
                    <a:pt x="2641" y="47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2094192" y="1576696"/>
              <a:ext cx="7064" cy="8570"/>
            </a:xfrm>
            <a:custGeom>
              <a:avLst/>
              <a:pathLst>
                <a:path w="7064" h="8570">
                  <a:moveTo>
                    <a:pt x="5536" y="1539"/>
                  </a:moveTo>
                  <a:lnTo>
                    <a:pt x="7064" y="3520"/>
                  </a:lnTo>
                  <a:lnTo>
                    <a:pt x="7050" y="4481"/>
                  </a:lnTo>
                  <a:lnTo>
                    <a:pt x="6851" y="6085"/>
                  </a:lnTo>
                  <a:lnTo>
                    <a:pt x="6413" y="7306"/>
                  </a:lnTo>
                  <a:lnTo>
                    <a:pt x="5737" y="8144"/>
                  </a:lnTo>
                  <a:lnTo>
                    <a:pt x="4790" y="8566"/>
                  </a:lnTo>
                  <a:lnTo>
                    <a:pt x="3572" y="8570"/>
                  </a:lnTo>
                  <a:lnTo>
                    <a:pt x="3045" y="8219"/>
                  </a:lnTo>
                  <a:lnTo>
                    <a:pt x="3439" y="6978"/>
                  </a:lnTo>
                  <a:lnTo>
                    <a:pt x="3735" y="6611"/>
                  </a:lnTo>
                  <a:lnTo>
                    <a:pt x="3785" y="5518"/>
                  </a:lnTo>
                  <a:lnTo>
                    <a:pt x="3590" y="3706"/>
                  </a:lnTo>
                  <a:lnTo>
                    <a:pt x="3345" y="2591"/>
                  </a:lnTo>
                  <a:lnTo>
                    <a:pt x="2660" y="1953"/>
                  </a:lnTo>
                  <a:lnTo>
                    <a:pt x="2170" y="1927"/>
                  </a:lnTo>
                  <a:lnTo>
                    <a:pt x="2036" y="2516"/>
                  </a:lnTo>
                  <a:lnTo>
                    <a:pt x="2260" y="3721"/>
                  </a:lnTo>
                  <a:lnTo>
                    <a:pt x="2105" y="5280"/>
                  </a:lnTo>
                  <a:lnTo>
                    <a:pt x="1571" y="7195"/>
                  </a:lnTo>
                  <a:lnTo>
                    <a:pt x="1165" y="8095"/>
                  </a:lnTo>
                  <a:lnTo>
                    <a:pt x="445" y="7641"/>
                  </a:lnTo>
                  <a:lnTo>
                    <a:pt x="101" y="6909"/>
                  </a:lnTo>
                  <a:lnTo>
                    <a:pt x="193" y="5703"/>
                  </a:lnTo>
                  <a:lnTo>
                    <a:pt x="0" y="4611"/>
                  </a:lnTo>
                  <a:lnTo>
                    <a:pt x="183" y="3453"/>
                  </a:lnTo>
                  <a:lnTo>
                    <a:pt x="673" y="1734"/>
                  </a:lnTo>
                  <a:lnTo>
                    <a:pt x="1368" y="582"/>
                  </a:lnTo>
                  <a:lnTo>
                    <a:pt x="2267" y="0"/>
                  </a:lnTo>
                  <a:lnTo>
                    <a:pt x="3315" y="41"/>
                  </a:lnTo>
                  <a:lnTo>
                    <a:pt x="4514" y="7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1595931" y="1575990"/>
              <a:ext cx="4747" cy="3259"/>
            </a:xfrm>
            <a:custGeom>
              <a:avLst/>
              <a:pathLst>
                <a:path w="4747" h="3259">
                  <a:moveTo>
                    <a:pt x="2857" y="2148"/>
                  </a:moveTo>
                  <a:lnTo>
                    <a:pt x="1906" y="3259"/>
                  </a:lnTo>
                  <a:lnTo>
                    <a:pt x="396" y="2099"/>
                  </a:lnTo>
                  <a:lnTo>
                    <a:pt x="0" y="1529"/>
                  </a:lnTo>
                  <a:lnTo>
                    <a:pt x="1747" y="0"/>
                  </a:lnTo>
                  <a:lnTo>
                    <a:pt x="2517" y="57"/>
                  </a:lnTo>
                  <a:lnTo>
                    <a:pt x="4141" y="965"/>
                  </a:lnTo>
                  <a:lnTo>
                    <a:pt x="4747" y="17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2413810" y="1575038"/>
              <a:ext cx="5371" cy="4342"/>
            </a:xfrm>
            <a:custGeom>
              <a:avLst/>
              <a:pathLst>
                <a:path w="5371" h="4342">
                  <a:moveTo>
                    <a:pt x="3529" y="4162"/>
                  </a:moveTo>
                  <a:lnTo>
                    <a:pt x="3234" y="4342"/>
                  </a:lnTo>
                  <a:lnTo>
                    <a:pt x="219" y="2996"/>
                  </a:lnTo>
                  <a:lnTo>
                    <a:pt x="0" y="1923"/>
                  </a:lnTo>
                  <a:lnTo>
                    <a:pt x="1474" y="733"/>
                  </a:lnTo>
                  <a:lnTo>
                    <a:pt x="2672" y="90"/>
                  </a:lnTo>
                  <a:lnTo>
                    <a:pt x="3596" y="0"/>
                  </a:lnTo>
                  <a:lnTo>
                    <a:pt x="4514" y="202"/>
                  </a:lnTo>
                  <a:lnTo>
                    <a:pt x="5371" y="1489"/>
                  </a:lnTo>
                  <a:lnTo>
                    <a:pt x="4332" y="26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2291516" y="1573334"/>
              <a:ext cx="10116" cy="7675"/>
            </a:xfrm>
            <a:custGeom>
              <a:avLst/>
              <a:pathLst>
                <a:path w="10116" h="7675">
                  <a:moveTo>
                    <a:pt x="9426" y="727"/>
                  </a:moveTo>
                  <a:lnTo>
                    <a:pt x="10016" y="2204"/>
                  </a:lnTo>
                  <a:lnTo>
                    <a:pt x="10116" y="2970"/>
                  </a:lnTo>
                  <a:lnTo>
                    <a:pt x="9300" y="3873"/>
                  </a:lnTo>
                  <a:lnTo>
                    <a:pt x="6225" y="5546"/>
                  </a:lnTo>
                  <a:lnTo>
                    <a:pt x="4351" y="7002"/>
                  </a:lnTo>
                  <a:lnTo>
                    <a:pt x="3404" y="7326"/>
                  </a:lnTo>
                  <a:lnTo>
                    <a:pt x="2142" y="6999"/>
                  </a:lnTo>
                  <a:lnTo>
                    <a:pt x="608" y="7675"/>
                  </a:lnTo>
                  <a:lnTo>
                    <a:pt x="0" y="7584"/>
                  </a:lnTo>
                  <a:lnTo>
                    <a:pt x="677" y="6393"/>
                  </a:lnTo>
                  <a:lnTo>
                    <a:pt x="3102" y="2975"/>
                  </a:lnTo>
                  <a:lnTo>
                    <a:pt x="5136" y="2625"/>
                  </a:lnTo>
                  <a:lnTo>
                    <a:pt x="5800" y="1911"/>
                  </a:lnTo>
                  <a:lnTo>
                    <a:pt x="6360" y="2138"/>
                  </a:lnTo>
                  <a:lnTo>
                    <a:pt x="6684" y="1546"/>
                  </a:lnTo>
                  <a:lnTo>
                    <a:pt x="6740" y="669"/>
                  </a:lnTo>
                  <a:lnTo>
                    <a:pt x="7451" y="0"/>
                  </a:lnTo>
                  <a:lnTo>
                    <a:pt x="8090" y="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2269114" y="1571237"/>
              <a:ext cx="16453" cy="8889"/>
            </a:xfrm>
            <a:custGeom>
              <a:avLst/>
              <a:pathLst>
                <a:path w="16453" h="8889">
                  <a:moveTo>
                    <a:pt x="15698" y="670"/>
                  </a:moveTo>
                  <a:lnTo>
                    <a:pt x="16162" y="2366"/>
                  </a:lnTo>
                  <a:lnTo>
                    <a:pt x="16453" y="2899"/>
                  </a:lnTo>
                  <a:lnTo>
                    <a:pt x="16022" y="3703"/>
                  </a:lnTo>
                  <a:lnTo>
                    <a:pt x="14292" y="5308"/>
                  </a:lnTo>
                  <a:lnTo>
                    <a:pt x="10507" y="5963"/>
                  </a:lnTo>
                  <a:lnTo>
                    <a:pt x="8599" y="5205"/>
                  </a:lnTo>
                  <a:lnTo>
                    <a:pt x="9478" y="7509"/>
                  </a:lnTo>
                  <a:lnTo>
                    <a:pt x="9669" y="8480"/>
                  </a:lnTo>
                  <a:lnTo>
                    <a:pt x="9401" y="8889"/>
                  </a:lnTo>
                  <a:lnTo>
                    <a:pt x="8606" y="8764"/>
                  </a:lnTo>
                  <a:lnTo>
                    <a:pt x="7287" y="8112"/>
                  </a:lnTo>
                  <a:lnTo>
                    <a:pt x="6530" y="7330"/>
                  </a:lnTo>
                  <a:lnTo>
                    <a:pt x="6332" y="6421"/>
                  </a:lnTo>
                  <a:lnTo>
                    <a:pt x="6054" y="6219"/>
                  </a:lnTo>
                  <a:lnTo>
                    <a:pt x="5697" y="6726"/>
                  </a:lnTo>
                  <a:lnTo>
                    <a:pt x="5353" y="6610"/>
                  </a:lnTo>
                  <a:lnTo>
                    <a:pt x="4567" y="5256"/>
                  </a:lnTo>
                  <a:lnTo>
                    <a:pt x="3990" y="4751"/>
                  </a:lnTo>
                  <a:lnTo>
                    <a:pt x="190" y="3944"/>
                  </a:lnTo>
                  <a:lnTo>
                    <a:pt x="0" y="3582"/>
                  </a:lnTo>
                  <a:lnTo>
                    <a:pt x="198" y="2959"/>
                  </a:lnTo>
                  <a:lnTo>
                    <a:pt x="784" y="2070"/>
                  </a:lnTo>
                  <a:lnTo>
                    <a:pt x="1636" y="1770"/>
                  </a:lnTo>
                  <a:lnTo>
                    <a:pt x="3784" y="2168"/>
                  </a:lnTo>
                  <a:lnTo>
                    <a:pt x="3959" y="1941"/>
                  </a:lnTo>
                  <a:lnTo>
                    <a:pt x="4101" y="820"/>
                  </a:lnTo>
                  <a:lnTo>
                    <a:pt x="4264" y="380"/>
                  </a:lnTo>
                  <a:lnTo>
                    <a:pt x="5752" y="493"/>
                  </a:lnTo>
                  <a:lnTo>
                    <a:pt x="6687" y="252"/>
                  </a:lnTo>
                  <a:lnTo>
                    <a:pt x="7203" y="829"/>
                  </a:lnTo>
                  <a:lnTo>
                    <a:pt x="7712" y="2164"/>
                  </a:lnTo>
                  <a:lnTo>
                    <a:pt x="8435" y="1920"/>
                  </a:lnTo>
                  <a:lnTo>
                    <a:pt x="9481" y="2113"/>
                  </a:lnTo>
                  <a:lnTo>
                    <a:pt x="10647" y="1624"/>
                  </a:lnTo>
                  <a:lnTo>
                    <a:pt x="12427" y="437"/>
                  </a:lnTo>
                  <a:lnTo>
                    <a:pt x="1381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2053116" y="1569726"/>
              <a:ext cx="49442" cy="41391"/>
            </a:xfrm>
            <a:custGeom>
              <a:avLst/>
              <a:pathLst>
                <a:path w="49442" h="41391">
                  <a:moveTo>
                    <a:pt x="24450" y="6469"/>
                  </a:moveTo>
                  <a:lnTo>
                    <a:pt x="24804" y="6821"/>
                  </a:lnTo>
                  <a:lnTo>
                    <a:pt x="25471" y="6522"/>
                  </a:lnTo>
                  <a:lnTo>
                    <a:pt x="25988" y="5558"/>
                  </a:lnTo>
                  <a:lnTo>
                    <a:pt x="26302" y="5377"/>
                  </a:lnTo>
                  <a:lnTo>
                    <a:pt x="26790" y="5558"/>
                  </a:lnTo>
                  <a:lnTo>
                    <a:pt x="28398" y="7287"/>
                  </a:lnTo>
                  <a:lnTo>
                    <a:pt x="29633" y="9101"/>
                  </a:lnTo>
                  <a:lnTo>
                    <a:pt x="30943" y="10389"/>
                  </a:lnTo>
                  <a:lnTo>
                    <a:pt x="33022" y="11539"/>
                  </a:lnTo>
                  <a:lnTo>
                    <a:pt x="37563" y="15283"/>
                  </a:lnTo>
                  <a:lnTo>
                    <a:pt x="38900" y="17815"/>
                  </a:lnTo>
                  <a:lnTo>
                    <a:pt x="40313" y="21753"/>
                  </a:lnTo>
                  <a:lnTo>
                    <a:pt x="41575" y="24758"/>
                  </a:lnTo>
                  <a:lnTo>
                    <a:pt x="42685" y="26832"/>
                  </a:lnTo>
                  <a:lnTo>
                    <a:pt x="43876" y="28484"/>
                  </a:lnTo>
                  <a:lnTo>
                    <a:pt x="45785" y="30332"/>
                  </a:lnTo>
                  <a:lnTo>
                    <a:pt x="47488" y="28987"/>
                  </a:lnTo>
                  <a:lnTo>
                    <a:pt x="48217" y="28647"/>
                  </a:lnTo>
                  <a:lnTo>
                    <a:pt x="48846" y="29206"/>
                  </a:lnTo>
                  <a:lnTo>
                    <a:pt x="49442" y="30599"/>
                  </a:lnTo>
                  <a:lnTo>
                    <a:pt x="49126" y="31221"/>
                  </a:lnTo>
                  <a:lnTo>
                    <a:pt x="48386" y="32008"/>
                  </a:lnTo>
                  <a:lnTo>
                    <a:pt x="47165" y="32927"/>
                  </a:lnTo>
                  <a:lnTo>
                    <a:pt x="45455" y="32994"/>
                  </a:lnTo>
                  <a:lnTo>
                    <a:pt x="44633" y="33265"/>
                  </a:lnTo>
                  <a:lnTo>
                    <a:pt x="43292" y="34724"/>
                  </a:lnTo>
                  <a:lnTo>
                    <a:pt x="42228" y="36474"/>
                  </a:lnTo>
                  <a:lnTo>
                    <a:pt x="40738" y="37064"/>
                  </a:lnTo>
                  <a:lnTo>
                    <a:pt x="37935" y="40000"/>
                  </a:lnTo>
                  <a:lnTo>
                    <a:pt x="36394" y="41100"/>
                  </a:lnTo>
                  <a:lnTo>
                    <a:pt x="34124" y="41391"/>
                  </a:lnTo>
                  <a:lnTo>
                    <a:pt x="29410" y="39091"/>
                  </a:lnTo>
                  <a:lnTo>
                    <a:pt x="26473" y="39415"/>
                  </a:lnTo>
                  <a:lnTo>
                    <a:pt x="24075" y="38943"/>
                  </a:lnTo>
                  <a:lnTo>
                    <a:pt x="21396" y="36513"/>
                  </a:lnTo>
                  <a:lnTo>
                    <a:pt x="19318" y="35138"/>
                  </a:lnTo>
                  <a:lnTo>
                    <a:pt x="15294" y="33161"/>
                  </a:lnTo>
                  <a:lnTo>
                    <a:pt x="15030" y="32868"/>
                  </a:lnTo>
                  <a:lnTo>
                    <a:pt x="14857" y="32200"/>
                  </a:lnTo>
                  <a:lnTo>
                    <a:pt x="14774" y="31157"/>
                  </a:lnTo>
                  <a:lnTo>
                    <a:pt x="14592" y="30460"/>
                  </a:lnTo>
                  <a:lnTo>
                    <a:pt x="14310" y="30107"/>
                  </a:lnTo>
                  <a:lnTo>
                    <a:pt x="13677" y="30137"/>
                  </a:lnTo>
                  <a:lnTo>
                    <a:pt x="13029" y="30827"/>
                  </a:lnTo>
                  <a:lnTo>
                    <a:pt x="11789" y="31421"/>
                  </a:lnTo>
                  <a:lnTo>
                    <a:pt x="9899" y="31287"/>
                  </a:lnTo>
                  <a:lnTo>
                    <a:pt x="9077" y="30875"/>
                  </a:lnTo>
                  <a:lnTo>
                    <a:pt x="8451" y="30228"/>
                  </a:lnTo>
                  <a:lnTo>
                    <a:pt x="8112" y="29468"/>
                  </a:lnTo>
                  <a:lnTo>
                    <a:pt x="8059" y="28598"/>
                  </a:lnTo>
                  <a:lnTo>
                    <a:pt x="7885" y="27928"/>
                  </a:lnTo>
                  <a:lnTo>
                    <a:pt x="7590" y="27456"/>
                  </a:lnTo>
                  <a:lnTo>
                    <a:pt x="6905" y="27443"/>
                  </a:lnTo>
                  <a:lnTo>
                    <a:pt x="5831" y="27892"/>
                  </a:lnTo>
                  <a:lnTo>
                    <a:pt x="5411" y="28447"/>
                  </a:lnTo>
                  <a:lnTo>
                    <a:pt x="5646" y="29107"/>
                  </a:lnTo>
                  <a:lnTo>
                    <a:pt x="5448" y="29498"/>
                  </a:lnTo>
                  <a:lnTo>
                    <a:pt x="3568" y="29502"/>
                  </a:lnTo>
                  <a:lnTo>
                    <a:pt x="2832" y="29116"/>
                  </a:lnTo>
                  <a:lnTo>
                    <a:pt x="1417" y="27892"/>
                  </a:lnTo>
                  <a:lnTo>
                    <a:pt x="798" y="26654"/>
                  </a:lnTo>
                  <a:lnTo>
                    <a:pt x="0" y="24451"/>
                  </a:lnTo>
                  <a:lnTo>
                    <a:pt x="77" y="23855"/>
                  </a:lnTo>
                  <a:lnTo>
                    <a:pt x="584" y="22516"/>
                  </a:lnTo>
                  <a:lnTo>
                    <a:pt x="1246" y="21583"/>
                  </a:lnTo>
                  <a:lnTo>
                    <a:pt x="5507" y="21034"/>
                  </a:lnTo>
                  <a:lnTo>
                    <a:pt x="7501" y="20508"/>
                  </a:lnTo>
                  <a:lnTo>
                    <a:pt x="9671" y="18984"/>
                  </a:lnTo>
                  <a:lnTo>
                    <a:pt x="12204" y="16350"/>
                  </a:lnTo>
                  <a:lnTo>
                    <a:pt x="12752" y="15570"/>
                  </a:lnTo>
                  <a:lnTo>
                    <a:pt x="12816" y="14997"/>
                  </a:lnTo>
                  <a:lnTo>
                    <a:pt x="12629" y="14379"/>
                  </a:lnTo>
                  <a:lnTo>
                    <a:pt x="11838" y="12862"/>
                  </a:lnTo>
                  <a:lnTo>
                    <a:pt x="11571" y="11825"/>
                  </a:lnTo>
                  <a:lnTo>
                    <a:pt x="11822" y="11334"/>
                  </a:lnTo>
                  <a:lnTo>
                    <a:pt x="12839" y="11290"/>
                  </a:lnTo>
                  <a:lnTo>
                    <a:pt x="12304" y="10704"/>
                  </a:lnTo>
                  <a:lnTo>
                    <a:pt x="11849" y="9874"/>
                  </a:lnTo>
                  <a:lnTo>
                    <a:pt x="11690" y="9356"/>
                  </a:lnTo>
                  <a:lnTo>
                    <a:pt x="11715" y="8531"/>
                  </a:lnTo>
                  <a:lnTo>
                    <a:pt x="12523" y="8349"/>
                  </a:lnTo>
                  <a:lnTo>
                    <a:pt x="13518" y="8763"/>
                  </a:lnTo>
                  <a:lnTo>
                    <a:pt x="15440" y="11142"/>
                  </a:lnTo>
                  <a:lnTo>
                    <a:pt x="16206" y="11605"/>
                  </a:lnTo>
                  <a:lnTo>
                    <a:pt x="17523" y="11966"/>
                  </a:lnTo>
                  <a:lnTo>
                    <a:pt x="16123" y="10324"/>
                  </a:lnTo>
                  <a:lnTo>
                    <a:pt x="14675" y="6873"/>
                  </a:lnTo>
                  <a:lnTo>
                    <a:pt x="14495" y="5683"/>
                  </a:lnTo>
                  <a:lnTo>
                    <a:pt x="14532" y="5021"/>
                  </a:lnTo>
                  <a:lnTo>
                    <a:pt x="14912" y="3166"/>
                  </a:lnTo>
                  <a:lnTo>
                    <a:pt x="15252" y="2410"/>
                  </a:lnTo>
                  <a:lnTo>
                    <a:pt x="15692" y="1910"/>
                  </a:lnTo>
                  <a:lnTo>
                    <a:pt x="17069" y="844"/>
                  </a:lnTo>
                  <a:lnTo>
                    <a:pt x="19277" y="99"/>
                  </a:lnTo>
                  <a:lnTo>
                    <a:pt x="20407" y="0"/>
                  </a:lnTo>
                  <a:lnTo>
                    <a:pt x="21552" y="601"/>
                  </a:lnTo>
                  <a:lnTo>
                    <a:pt x="22552" y="1755"/>
                  </a:lnTo>
                  <a:lnTo>
                    <a:pt x="24773" y="3638"/>
                  </a:lnTo>
                  <a:lnTo>
                    <a:pt x="25104" y="4409"/>
                  </a:lnTo>
                  <a:lnTo>
                    <a:pt x="25068" y="4768"/>
                  </a:lnTo>
                  <a:lnTo>
                    <a:pt x="24211" y="5286"/>
                  </a:lnTo>
                  <a:lnTo>
                    <a:pt x="24105" y="57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2193984" y="1561303"/>
              <a:ext cx="9298" cy="5033"/>
            </a:xfrm>
            <a:custGeom>
              <a:avLst/>
              <a:pathLst>
                <a:path w="9298" h="5033">
                  <a:moveTo>
                    <a:pt x="4720" y="988"/>
                  </a:moveTo>
                  <a:lnTo>
                    <a:pt x="6035" y="1223"/>
                  </a:lnTo>
                  <a:lnTo>
                    <a:pt x="7273" y="934"/>
                  </a:lnTo>
                  <a:lnTo>
                    <a:pt x="8176" y="1210"/>
                  </a:lnTo>
                  <a:lnTo>
                    <a:pt x="8744" y="2051"/>
                  </a:lnTo>
                  <a:lnTo>
                    <a:pt x="9118" y="2926"/>
                  </a:lnTo>
                  <a:lnTo>
                    <a:pt x="9298" y="3830"/>
                  </a:lnTo>
                  <a:lnTo>
                    <a:pt x="8810" y="4472"/>
                  </a:lnTo>
                  <a:lnTo>
                    <a:pt x="6777" y="5033"/>
                  </a:lnTo>
                  <a:lnTo>
                    <a:pt x="5389" y="4755"/>
                  </a:lnTo>
                  <a:lnTo>
                    <a:pt x="3904" y="4005"/>
                  </a:lnTo>
                  <a:lnTo>
                    <a:pt x="3215" y="4338"/>
                  </a:lnTo>
                  <a:lnTo>
                    <a:pt x="1523" y="3785"/>
                  </a:lnTo>
                  <a:lnTo>
                    <a:pt x="682" y="3035"/>
                  </a:lnTo>
                  <a:lnTo>
                    <a:pt x="0" y="1966"/>
                  </a:lnTo>
                  <a:lnTo>
                    <a:pt x="1" y="1312"/>
                  </a:lnTo>
                  <a:lnTo>
                    <a:pt x="1785" y="574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2040293" y="1545830"/>
              <a:ext cx="4628" cy="5396"/>
            </a:xfrm>
            <a:custGeom>
              <a:avLst/>
              <a:pathLst>
                <a:path w="4628" h="5396">
                  <a:moveTo>
                    <a:pt x="4257" y="5156"/>
                  </a:moveTo>
                  <a:lnTo>
                    <a:pt x="4109" y="5396"/>
                  </a:lnTo>
                  <a:lnTo>
                    <a:pt x="1623" y="4293"/>
                  </a:lnTo>
                  <a:lnTo>
                    <a:pt x="663" y="3645"/>
                  </a:lnTo>
                  <a:lnTo>
                    <a:pt x="351" y="3166"/>
                  </a:lnTo>
                  <a:lnTo>
                    <a:pt x="130" y="2188"/>
                  </a:lnTo>
                  <a:lnTo>
                    <a:pt x="0" y="712"/>
                  </a:lnTo>
                  <a:lnTo>
                    <a:pt x="495" y="0"/>
                  </a:lnTo>
                  <a:lnTo>
                    <a:pt x="1615" y="50"/>
                  </a:lnTo>
                  <a:lnTo>
                    <a:pt x="2812" y="617"/>
                  </a:lnTo>
                  <a:lnTo>
                    <a:pt x="4628" y="2236"/>
                  </a:lnTo>
                  <a:lnTo>
                    <a:pt x="4110" y="2716"/>
                  </a:lnTo>
                  <a:lnTo>
                    <a:pt x="4086" y="3778"/>
                  </a:lnTo>
                  <a:lnTo>
                    <a:pt x="4290" y="47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1576244" y="1506927"/>
              <a:ext cx="981975" cy="895691"/>
            </a:xfrm>
            <a:custGeom>
              <a:avLst/>
              <a:pathLst>
                <a:path w="981975" h="895691">
                  <a:moveTo>
                    <a:pt x="762906" y="797322"/>
                  </a:moveTo>
                  <a:lnTo>
                    <a:pt x="762290" y="797463"/>
                  </a:lnTo>
                  <a:lnTo>
                    <a:pt x="761206" y="797320"/>
                  </a:lnTo>
                  <a:lnTo>
                    <a:pt x="759601" y="798319"/>
                  </a:lnTo>
                  <a:lnTo>
                    <a:pt x="757492" y="800409"/>
                  </a:lnTo>
                  <a:lnTo>
                    <a:pt x="754938" y="804165"/>
                  </a:lnTo>
                  <a:lnTo>
                    <a:pt x="750443" y="812297"/>
                  </a:lnTo>
                  <a:lnTo>
                    <a:pt x="750127" y="813155"/>
                  </a:lnTo>
                  <a:lnTo>
                    <a:pt x="749476" y="814663"/>
                  </a:lnTo>
                  <a:lnTo>
                    <a:pt x="747816" y="816270"/>
                  </a:lnTo>
                  <a:lnTo>
                    <a:pt x="746309" y="818003"/>
                  </a:lnTo>
                  <a:lnTo>
                    <a:pt x="745910" y="819827"/>
                  </a:lnTo>
                  <a:lnTo>
                    <a:pt x="745188" y="820658"/>
                  </a:lnTo>
                  <a:lnTo>
                    <a:pt x="742702" y="825282"/>
                  </a:lnTo>
                  <a:lnTo>
                    <a:pt x="741303" y="829221"/>
                  </a:lnTo>
                  <a:lnTo>
                    <a:pt x="740033" y="833343"/>
                  </a:lnTo>
                  <a:lnTo>
                    <a:pt x="738612" y="837953"/>
                  </a:lnTo>
                  <a:lnTo>
                    <a:pt x="735696" y="838011"/>
                  </a:lnTo>
                  <a:lnTo>
                    <a:pt x="733471" y="837992"/>
                  </a:lnTo>
                  <a:lnTo>
                    <a:pt x="729675" y="837959"/>
                  </a:lnTo>
                  <a:lnTo>
                    <a:pt x="726422" y="837932"/>
                  </a:lnTo>
                  <a:lnTo>
                    <a:pt x="722560" y="837898"/>
                  </a:lnTo>
                  <a:lnTo>
                    <a:pt x="719759" y="837874"/>
                  </a:lnTo>
                  <a:lnTo>
                    <a:pt x="716742" y="838067"/>
                  </a:lnTo>
                  <a:lnTo>
                    <a:pt x="715301" y="839296"/>
                  </a:lnTo>
                  <a:lnTo>
                    <a:pt x="713495" y="840957"/>
                  </a:lnTo>
                  <a:lnTo>
                    <a:pt x="711546" y="842748"/>
                  </a:lnTo>
                  <a:lnTo>
                    <a:pt x="712568" y="846741"/>
                  </a:lnTo>
                  <a:lnTo>
                    <a:pt x="712843" y="848317"/>
                  </a:lnTo>
                  <a:lnTo>
                    <a:pt x="712764" y="853399"/>
                  </a:lnTo>
                  <a:lnTo>
                    <a:pt x="712972" y="853954"/>
                  </a:lnTo>
                  <a:lnTo>
                    <a:pt x="713190" y="854709"/>
                  </a:lnTo>
                  <a:lnTo>
                    <a:pt x="713223" y="856022"/>
                  </a:lnTo>
                  <a:lnTo>
                    <a:pt x="713390" y="856622"/>
                  </a:lnTo>
                  <a:lnTo>
                    <a:pt x="713745" y="857107"/>
                  </a:lnTo>
                  <a:lnTo>
                    <a:pt x="714146" y="857676"/>
                  </a:lnTo>
                  <a:lnTo>
                    <a:pt x="714435" y="858449"/>
                  </a:lnTo>
                  <a:lnTo>
                    <a:pt x="714501" y="859219"/>
                  </a:lnTo>
                  <a:lnTo>
                    <a:pt x="714223" y="860561"/>
                  </a:lnTo>
                  <a:lnTo>
                    <a:pt x="713102" y="862374"/>
                  </a:lnTo>
                  <a:lnTo>
                    <a:pt x="711525" y="863964"/>
                  </a:lnTo>
                  <a:lnTo>
                    <a:pt x="708389" y="866833"/>
                  </a:lnTo>
                  <a:lnTo>
                    <a:pt x="704755" y="870157"/>
                  </a:lnTo>
                  <a:lnTo>
                    <a:pt x="701605" y="873038"/>
                  </a:lnTo>
                  <a:lnTo>
                    <a:pt x="699167" y="875268"/>
                  </a:lnTo>
                  <a:lnTo>
                    <a:pt x="694160" y="877225"/>
                  </a:lnTo>
                  <a:lnTo>
                    <a:pt x="690183" y="878779"/>
                  </a:lnTo>
                  <a:lnTo>
                    <a:pt x="687313" y="879902"/>
                  </a:lnTo>
                  <a:lnTo>
                    <a:pt x="684670" y="883025"/>
                  </a:lnTo>
                  <a:lnTo>
                    <a:pt x="681751" y="886472"/>
                  </a:lnTo>
                  <a:lnTo>
                    <a:pt x="679297" y="889371"/>
                  </a:lnTo>
                  <a:lnTo>
                    <a:pt x="676545" y="892622"/>
                  </a:lnTo>
                  <a:lnTo>
                    <a:pt x="673947" y="895691"/>
                  </a:lnTo>
                  <a:lnTo>
                    <a:pt x="671059" y="895681"/>
                  </a:lnTo>
                  <a:lnTo>
                    <a:pt x="669032" y="893381"/>
                  </a:lnTo>
                  <a:lnTo>
                    <a:pt x="667147" y="891019"/>
                  </a:lnTo>
                  <a:lnTo>
                    <a:pt x="665858" y="886796"/>
                  </a:lnTo>
                  <a:lnTo>
                    <a:pt x="665770" y="881889"/>
                  </a:lnTo>
                  <a:lnTo>
                    <a:pt x="666232" y="878675"/>
                  </a:lnTo>
                  <a:lnTo>
                    <a:pt x="666650" y="877210"/>
                  </a:lnTo>
                  <a:lnTo>
                    <a:pt x="667449" y="876280"/>
                  </a:lnTo>
                  <a:lnTo>
                    <a:pt x="669014" y="874700"/>
                  </a:lnTo>
                  <a:lnTo>
                    <a:pt x="670436" y="871502"/>
                  </a:lnTo>
                  <a:lnTo>
                    <a:pt x="671576" y="869593"/>
                  </a:lnTo>
                  <a:lnTo>
                    <a:pt x="672724" y="867623"/>
                  </a:lnTo>
                  <a:lnTo>
                    <a:pt x="673380" y="864231"/>
                  </a:lnTo>
                  <a:lnTo>
                    <a:pt x="674198" y="856020"/>
                  </a:lnTo>
                  <a:lnTo>
                    <a:pt x="674302" y="854387"/>
                  </a:lnTo>
                  <a:lnTo>
                    <a:pt x="675492" y="848756"/>
                  </a:lnTo>
                  <a:lnTo>
                    <a:pt x="676809" y="842525"/>
                  </a:lnTo>
                  <a:lnTo>
                    <a:pt x="677414" y="839664"/>
                  </a:lnTo>
                  <a:lnTo>
                    <a:pt x="676738" y="832238"/>
                  </a:lnTo>
                  <a:lnTo>
                    <a:pt x="676229" y="826532"/>
                  </a:lnTo>
                  <a:lnTo>
                    <a:pt x="675763" y="821304"/>
                  </a:lnTo>
                  <a:lnTo>
                    <a:pt x="675239" y="815415"/>
                  </a:lnTo>
                  <a:lnTo>
                    <a:pt x="674762" y="810053"/>
                  </a:lnTo>
                  <a:lnTo>
                    <a:pt x="674312" y="805002"/>
                  </a:lnTo>
                  <a:lnTo>
                    <a:pt x="673861" y="799932"/>
                  </a:lnTo>
                  <a:lnTo>
                    <a:pt x="673418" y="794961"/>
                  </a:lnTo>
                  <a:lnTo>
                    <a:pt x="673071" y="791396"/>
                  </a:lnTo>
                  <a:lnTo>
                    <a:pt x="672658" y="787172"/>
                  </a:lnTo>
                  <a:lnTo>
                    <a:pt x="670249" y="784206"/>
                  </a:lnTo>
                  <a:lnTo>
                    <a:pt x="668420" y="782130"/>
                  </a:lnTo>
                  <a:lnTo>
                    <a:pt x="665429" y="778738"/>
                  </a:lnTo>
                  <a:lnTo>
                    <a:pt x="662920" y="775893"/>
                  </a:lnTo>
                  <a:lnTo>
                    <a:pt x="660671" y="773290"/>
                  </a:lnTo>
                  <a:lnTo>
                    <a:pt x="662089" y="768044"/>
                  </a:lnTo>
                  <a:lnTo>
                    <a:pt x="661966" y="767185"/>
                  </a:lnTo>
                  <a:lnTo>
                    <a:pt x="661453" y="766152"/>
                  </a:lnTo>
                  <a:lnTo>
                    <a:pt x="660403" y="764434"/>
                  </a:lnTo>
                  <a:lnTo>
                    <a:pt x="659790" y="764259"/>
                  </a:lnTo>
                  <a:lnTo>
                    <a:pt x="658709" y="764663"/>
                  </a:lnTo>
                  <a:lnTo>
                    <a:pt x="656985" y="765732"/>
                  </a:lnTo>
                  <a:lnTo>
                    <a:pt x="656239" y="765378"/>
                  </a:lnTo>
                  <a:lnTo>
                    <a:pt x="655648" y="763542"/>
                  </a:lnTo>
                  <a:lnTo>
                    <a:pt x="654967" y="761193"/>
                  </a:lnTo>
                  <a:lnTo>
                    <a:pt x="654744" y="759358"/>
                  </a:lnTo>
                  <a:lnTo>
                    <a:pt x="654658" y="756930"/>
                  </a:lnTo>
                  <a:lnTo>
                    <a:pt x="654252" y="754744"/>
                  </a:lnTo>
                  <a:lnTo>
                    <a:pt x="654509" y="753597"/>
                  </a:lnTo>
                  <a:lnTo>
                    <a:pt x="654566" y="753026"/>
                  </a:lnTo>
                  <a:lnTo>
                    <a:pt x="654543" y="752307"/>
                  </a:lnTo>
                  <a:lnTo>
                    <a:pt x="654264" y="751848"/>
                  </a:lnTo>
                  <a:lnTo>
                    <a:pt x="653772" y="751648"/>
                  </a:lnTo>
                  <a:lnTo>
                    <a:pt x="652109" y="752565"/>
                  </a:lnTo>
                  <a:lnTo>
                    <a:pt x="651361" y="752650"/>
                  </a:lnTo>
                  <a:lnTo>
                    <a:pt x="650915" y="753167"/>
                  </a:lnTo>
                  <a:lnTo>
                    <a:pt x="650212" y="754239"/>
                  </a:lnTo>
                  <a:lnTo>
                    <a:pt x="649519" y="754372"/>
                  </a:lnTo>
                  <a:lnTo>
                    <a:pt x="648322" y="751834"/>
                  </a:lnTo>
                  <a:lnTo>
                    <a:pt x="647014" y="749055"/>
                  </a:lnTo>
                  <a:lnTo>
                    <a:pt x="646466" y="745227"/>
                  </a:lnTo>
                  <a:lnTo>
                    <a:pt x="645903" y="741295"/>
                  </a:lnTo>
                  <a:lnTo>
                    <a:pt x="643669" y="738931"/>
                  </a:lnTo>
                  <a:lnTo>
                    <a:pt x="641436" y="736566"/>
                  </a:lnTo>
                  <a:lnTo>
                    <a:pt x="639203" y="734202"/>
                  </a:lnTo>
                  <a:lnTo>
                    <a:pt x="636970" y="731838"/>
                  </a:lnTo>
                  <a:lnTo>
                    <a:pt x="634736" y="729473"/>
                  </a:lnTo>
                  <a:lnTo>
                    <a:pt x="632503" y="727108"/>
                  </a:lnTo>
                  <a:lnTo>
                    <a:pt x="630269" y="724743"/>
                  </a:lnTo>
                  <a:lnTo>
                    <a:pt x="628036" y="722379"/>
                  </a:lnTo>
                  <a:lnTo>
                    <a:pt x="627265" y="721595"/>
                  </a:lnTo>
                  <a:lnTo>
                    <a:pt x="625232" y="719532"/>
                  </a:lnTo>
                  <a:lnTo>
                    <a:pt x="622359" y="716613"/>
                  </a:lnTo>
                  <a:lnTo>
                    <a:pt x="619066" y="713266"/>
                  </a:lnTo>
                  <a:lnTo>
                    <a:pt x="615772" y="709918"/>
                  </a:lnTo>
                  <a:lnTo>
                    <a:pt x="612899" y="707000"/>
                  </a:lnTo>
                  <a:lnTo>
                    <a:pt x="610866" y="704936"/>
                  </a:lnTo>
                  <a:lnTo>
                    <a:pt x="610096" y="704153"/>
                  </a:lnTo>
                  <a:lnTo>
                    <a:pt x="608103" y="702129"/>
                  </a:lnTo>
                  <a:lnTo>
                    <a:pt x="605600" y="699833"/>
                  </a:lnTo>
                  <a:lnTo>
                    <a:pt x="602911" y="700987"/>
                  </a:lnTo>
                  <a:lnTo>
                    <a:pt x="599609" y="704187"/>
                  </a:lnTo>
                  <a:lnTo>
                    <a:pt x="597723" y="706017"/>
                  </a:lnTo>
                  <a:lnTo>
                    <a:pt x="596307" y="707388"/>
                  </a:lnTo>
                  <a:lnTo>
                    <a:pt x="595300" y="708199"/>
                  </a:lnTo>
                  <a:lnTo>
                    <a:pt x="593200" y="708900"/>
                  </a:lnTo>
                  <a:lnTo>
                    <a:pt x="592107" y="708792"/>
                  </a:lnTo>
                  <a:lnTo>
                    <a:pt x="589520" y="708336"/>
                  </a:lnTo>
                  <a:lnTo>
                    <a:pt x="588074" y="708923"/>
                  </a:lnTo>
                  <a:lnTo>
                    <a:pt x="587008" y="708336"/>
                  </a:lnTo>
                  <a:lnTo>
                    <a:pt x="586476" y="706479"/>
                  </a:lnTo>
                  <a:lnTo>
                    <a:pt x="585879" y="705298"/>
                  </a:lnTo>
                  <a:lnTo>
                    <a:pt x="583251" y="705858"/>
                  </a:lnTo>
                  <a:lnTo>
                    <a:pt x="579949" y="705461"/>
                  </a:lnTo>
                  <a:lnTo>
                    <a:pt x="578369" y="705698"/>
                  </a:lnTo>
                  <a:lnTo>
                    <a:pt x="577760" y="704916"/>
                  </a:lnTo>
                  <a:lnTo>
                    <a:pt x="577265" y="702863"/>
                  </a:lnTo>
                  <a:lnTo>
                    <a:pt x="576393" y="702609"/>
                  </a:lnTo>
                  <a:lnTo>
                    <a:pt x="574927" y="703065"/>
                  </a:lnTo>
                  <a:lnTo>
                    <a:pt x="572888" y="705698"/>
                  </a:lnTo>
                  <a:lnTo>
                    <a:pt x="570971" y="707059"/>
                  </a:lnTo>
                  <a:lnTo>
                    <a:pt x="569463" y="707066"/>
                  </a:lnTo>
                  <a:lnTo>
                    <a:pt x="567978" y="705698"/>
                  </a:lnTo>
                  <a:lnTo>
                    <a:pt x="565549" y="702951"/>
                  </a:lnTo>
                  <a:lnTo>
                    <a:pt x="563860" y="699869"/>
                  </a:lnTo>
                  <a:lnTo>
                    <a:pt x="561943" y="698790"/>
                  </a:lnTo>
                  <a:lnTo>
                    <a:pt x="560482" y="699070"/>
                  </a:lnTo>
                  <a:lnTo>
                    <a:pt x="559909" y="700615"/>
                  </a:lnTo>
                  <a:lnTo>
                    <a:pt x="559148" y="700615"/>
                  </a:lnTo>
                  <a:lnTo>
                    <a:pt x="558615" y="697977"/>
                  </a:lnTo>
                  <a:lnTo>
                    <a:pt x="558159" y="695924"/>
                  </a:lnTo>
                  <a:lnTo>
                    <a:pt x="557207" y="695046"/>
                  </a:lnTo>
                  <a:lnTo>
                    <a:pt x="555488" y="693073"/>
                  </a:lnTo>
                  <a:lnTo>
                    <a:pt x="554290" y="692011"/>
                  </a:lnTo>
                  <a:lnTo>
                    <a:pt x="552454" y="690710"/>
                  </a:lnTo>
                  <a:lnTo>
                    <a:pt x="551816" y="690472"/>
                  </a:lnTo>
                  <a:lnTo>
                    <a:pt x="550625" y="690310"/>
                  </a:lnTo>
                  <a:lnTo>
                    <a:pt x="549443" y="690206"/>
                  </a:lnTo>
                  <a:lnTo>
                    <a:pt x="548063" y="690570"/>
                  </a:lnTo>
                  <a:lnTo>
                    <a:pt x="547076" y="692203"/>
                  </a:lnTo>
                  <a:lnTo>
                    <a:pt x="545918" y="692923"/>
                  </a:lnTo>
                  <a:lnTo>
                    <a:pt x="544267" y="693262"/>
                  </a:lnTo>
                  <a:lnTo>
                    <a:pt x="543164" y="692568"/>
                  </a:lnTo>
                  <a:lnTo>
                    <a:pt x="542611" y="690844"/>
                  </a:lnTo>
                  <a:lnTo>
                    <a:pt x="540268" y="689315"/>
                  </a:lnTo>
                  <a:lnTo>
                    <a:pt x="536137" y="687983"/>
                  </a:lnTo>
                  <a:lnTo>
                    <a:pt x="533758" y="686845"/>
                  </a:lnTo>
                  <a:lnTo>
                    <a:pt x="533131" y="685905"/>
                  </a:lnTo>
                  <a:lnTo>
                    <a:pt x="532789" y="684898"/>
                  </a:lnTo>
                  <a:lnTo>
                    <a:pt x="532700" y="683275"/>
                  </a:lnTo>
                  <a:lnTo>
                    <a:pt x="531657" y="679153"/>
                  </a:lnTo>
                  <a:lnTo>
                    <a:pt x="531207" y="675718"/>
                  </a:lnTo>
                  <a:lnTo>
                    <a:pt x="531002" y="671598"/>
                  </a:lnTo>
                  <a:lnTo>
                    <a:pt x="531071" y="670239"/>
                  </a:lnTo>
                  <a:lnTo>
                    <a:pt x="530836" y="669812"/>
                  </a:lnTo>
                  <a:lnTo>
                    <a:pt x="530093" y="668915"/>
                  </a:lnTo>
                  <a:lnTo>
                    <a:pt x="527608" y="668316"/>
                  </a:lnTo>
                  <a:lnTo>
                    <a:pt x="527574" y="673239"/>
                  </a:lnTo>
                  <a:lnTo>
                    <a:pt x="527530" y="679483"/>
                  </a:lnTo>
                  <a:lnTo>
                    <a:pt x="524816" y="679442"/>
                  </a:lnTo>
                  <a:lnTo>
                    <a:pt x="519909" y="679442"/>
                  </a:lnTo>
                  <a:lnTo>
                    <a:pt x="515002" y="679442"/>
                  </a:lnTo>
                  <a:lnTo>
                    <a:pt x="510095" y="679442"/>
                  </a:lnTo>
                  <a:lnTo>
                    <a:pt x="505188" y="679442"/>
                  </a:lnTo>
                  <a:lnTo>
                    <a:pt x="500282" y="679442"/>
                  </a:lnTo>
                  <a:lnTo>
                    <a:pt x="495375" y="679442"/>
                  </a:lnTo>
                  <a:lnTo>
                    <a:pt x="490468" y="679442"/>
                  </a:lnTo>
                  <a:lnTo>
                    <a:pt x="485561" y="679442"/>
                  </a:lnTo>
                  <a:lnTo>
                    <a:pt x="480654" y="679443"/>
                  </a:lnTo>
                  <a:lnTo>
                    <a:pt x="475748" y="679443"/>
                  </a:lnTo>
                  <a:lnTo>
                    <a:pt x="470841" y="679443"/>
                  </a:lnTo>
                  <a:lnTo>
                    <a:pt x="465934" y="679443"/>
                  </a:lnTo>
                  <a:lnTo>
                    <a:pt x="461027" y="679443"/>
                  </a:lnTo>
                  <a:lnTo>
                    <a:pt x="456120" y="679443"/>
                  </a:lnTo>
                  <a:lnTo>
                    <a:pt x="451213" y="679443"/>
                  </a:lnTo>
                  <a:lnTo>
                    <a:pt x="446307" y="679443"/>
                  </a:lnTo>
                  <a:lnTo>
                    <a:pt x="441400" y="679443"/>
                  </a:lnTo>
                  <a:lnTo>
                    <a:pt x="436493" y="679443"/>
                  </a:lnTo>
                  <a:lnTo>
                    <a:pt x="431586" y="679443"/>
                  </a:lnTo>
                  <a:lnTo>
                    <a:pt x="426679" y="679443"/>
                  </a:lnTo>
                  <a:lnTo>
                    <a:pt x="421772" y="679443"/>
                  </a:lnTo>
                  <a:lnTo>
                    <a:pt x="416866" y="679443"/>
                  </a:lnTo>
                  <a:lnTo>
                    <a:pt x="411959" y="679443"/>
                  </a:lnTo>
                  <a:lnTo>
                    <a:pt x="407052" y="679443"/>
                  </a:lnTo>
                  <a:lnTo>
                    <a:pt x="402145" y="679443"/>
                  </a:lnTo>
                  <a:lnTo>
                    <a:pt x="397238" y="679443"/>
                  </a:lnTo>
                  <a:lnTo>
                    <a:pt x="392331" y="679443"/>
                  </a:lnTo>
                  <a:lnTo>
                    <a:pt x="387424" y="679443"/>
                  </a:lnTo>
                  <a:lnTo>
                    <a:pt x="382518" y="679443"/>
                  </a:lnTo>
                  <a:lnTo>
                    <a:pt x="377611" y="679443"/>
                  </a:lnTo>
                  <a:lnTo>
                    <a:pt x="372704" y="679443"/>
                  </a:lnTo>
                  <a:lnTo>
                    <a:pt x="367797" y="679443"/>
                  </a:lnTo>
                  <a:lnTo>
                    <a:pt x="362890" y="679444"/>
                  </a:lnTo>
                  <a:lnTo>
                    <a:pt x="357983" y="679444"/>
                  </a:lnTo>
                  <a:lnTo>
                    <a:pt x="353077" y="679444"/>
                  </a:lnTo>
                  <a:lnTo>
                    <a:pt x="348170" y="679444"/>
                  </a:lnTo>
                  <a:lnTo>
                    <a:pt x="343263" y="679444"/>
                  </a:lnTo>
                  <a:lnTo>
                    <a:pt x="338356" y="679444"/>
                  </a:lnTo>
                  <a:lnTo>
                    <a:pt x="333450" y="679444"/>
                  </a:lnTo>
                  <a:lnTo>
                    <a:pt x="328542" y="679444"/>
                  </a:lnTo>
                  <a:lnTo>
                    <a:pt x="323636" y="679444"/>
                  </a:lnTo>
                  <a:lnTo>
                    <a:pt x="318729" y="679444"/>
                  </a:lnTo>
                  <a:lnTo>
                    <a:pt x="313822" y="679444"/>
                  </a:lnTo>
                  <a:lnTo>
                    <a:pt x="308915" y="679444"/>
                  </a:lnTo>
                  <a:lnTo>
                    <a:pt x="304009" y="679444"/>
                  </a:lnTo>
                  <a:lnTo>
                    <a:pt x="299101" y="679444"/>
                  </a:lnTo>
                  <a:lnTo>
                    <a:pt x="294195" y="679444"/>
                  </a:lnTo>
                  <a:lnTo>
                    <a:pt x="289288" y="679444"/>
                  </a:lnTo>
                  <a:lnTo>
                    <a:pt x="284381" y="679444"/>
                  </a:lnTo>
                  <a:lnTo>
                    <a:pt x="279474" y="679444"/>
                  </a:lnTo>
                  <a:lnTo>
                    <a:pt x="274567" y="679444"/>
                  </a:lnTo>
                  <a:lnTo>
                    <a:pt x="269661" y="679444"/>
                  </a:lnTo>
                  <a:lnTo>
                    <a:pt x="264754" y="679444"/>
                  </a:lnTo>
                  <a:lnTo>
                    <a:pt x="259847" y="679444"/>
                  </a:lnTo>
                  <a:lnTo>
                    <a:pt x="254940" y="679444"/>
                  </a:lnTo>
                  <a:lnTo>
                    <a:pt x="250033" y="679444"/>
                  </a:lnTo>
                  <a:lnTo>
                    <a:pt x="245126" y="679446"/>
                  </a:lnTo>
                  <a:lnTo>
                    <a:pt x="240220" y="679446"/>
                  </a:lnTo>
                  <a:lnTo>
                    <a:pt x="235312" y="679446"/>
                  </a:lnTo>
                  <a:lnTo>
                    <a:pt x="230406" y="679446"/>
                  </a:lnTo>
                  <a:lnTo>
                    <a:pt x="225499" y="679446"/>
                  </a:lnTo>
                  <a:lnTo>
                    <a:pt x="220592" y="679446"/>
                  </a:lnTo>
                  <a:lnTo>
                    <a:pt x="215685" y="679446"/>
                  </a:lnTo>
                  <a:lnTo>
                    <a:pt x="210779" y="679446"/>
                  </a:lnTo>
                  <a:lnTo>
                    <a:pt x="209600" y="679446"/>
                  </a:lnTo>
                  <a:lnTo>
                    <a:pt x="209164" y="678400"/>
                  </a:lnTo>
                  <a:lnTo>
                    <a:pt x="208042" y="677034"/>
                  </a:lnTo>
                  <a:lnTo>
                    <a:pt x="207599" y="677035"/>
                  </a:lnTo>
                  <a:lnTo>
                    <a:pt x="207143" y="677440"/>
                  </a:lnTo>
                  <a:lnTo>
                    <a:pt x="206856" y="678101"/>
                  </a:lnTo>
                  <a:lnTo>
                    <a:pt x="206603" y="679446"/>
                  </a:lnTo>
                  <a:lnTo>
                    <a:pt x="206441" y="679897"/>
                  </a:lnTo>
                  <a:lnTo>
                    <a:pt x="206280" y="679824"/>
                  </a:lnTo>
                  <a:lnTo>
                    <a:pt x="206175" y="679446"/>
                  </a:lnTo>
                  <a:lnTo>
                    <a:pt x="205816" y="677575"/>
                  </a:lnTo>
                  <a:lnTo>
                    <a:pt x="205911" y="676739"/>
                  </a:lnTo>
                  <a:lnTo>
                    <a:pt x="206280" y="675742"/>
                  </a:lnTo>
                  <a:lnTo>
                    <a:pt x="206254" y="675380"/>
                  </a:lnTo>
                  <a:lnTo>
                    <a:pt x="205442" y="675663"/>
                  </a:lnTo>
                  <a:lnTo>
                    <a:pt x="205076" y="675413"/>
                  </a:lnTo>
                  <a:lnTo>
                    <a:pt x="204910" y="674875"/>
                  </a:lnTo>
                  <a:lnTo>
                    <a:pt x="204971" y="672753"/>
                  </a:lnTo>
                  <a:lnTo>
                    <a:pt x="204529" y="671542"/>
                  </a:lnTo>
                  <a:lnTo>
                    <a:pt x="205053" y="671033"/>
                  </a:lnTo>
                  <a:lnTo>
                    <a:pt x="206395" y="670624"/>
                  </a:lnTo>
                  <a:lnTo>
                    <a:pt x="207772" y="670574"/>
                  </a:lnTo>
                  <a:lnTo>
                    <a:pt x="208171" y="669690"/>
                  </a:lnTo>
                  <a:lnTo>
                    <a:pt x="208561" y="667452"/>
                  </a:lnTo>
                  <a:lnTo>
                    <a:pt x="207578" y="669508"/>
                  </a:lnTo>
                  <a:lnTo>
                    <a:pt x="206991" y="669720"/>
                  </a:lnTo>
                  <a:lnTo>
                    <a:pt x="205164" y="668951"/>
                  </a:lnTo>
                  <a:lnTo>
                    <a:pt x="203984" y="669076"/>
                  </a:lnTo>
                  <a:lnTo>
                    <a:pt x="203826" y="668618"/>
                  </a:lnTo>
                  <a:lnTo>
                    <a:pt x="203875" y="668160"/>
                  </a:lnTo>
                  <a:lnTo>
                    <a:pt x="204130" y="667701"/>
                  </a:lnTo>
                  <a:lnTo>
                    <a:pt x="204319" y="666149"/>
                  </a:lnTo>
                  <a:lnTo>
                    <a:pt x="204603" y="661791"/>
                  </a:lnTo>
                  <a:lnTo>
                    <a:pt x="204975" y="660201"/>
                  </a:lnTo>
                  <a:lnTo>
                    <a:pt x="205103" y="659337"/>
                  </a:lnTo>
                  <a:lnTo>
                    <a:pt x="205012" y="659137"/>
                  </a:lnTo>
                  <a:lnTo>
                    <a:pt x="203429" y="662169"/>
                  </a:lnTo>
                  <a:lnTo>
                    <a:pt x="203295" y="663132"/>
                  </a:lnTo>
                  <a:lnTo>
                    <a:pt x="203459" y="663963"/>
                  </a:lnTo>
                  <a:lnTo>
                    <a:pt x="203307" y="665671"/>
                  </a:lnTo>
                  <a:lnTo>
                    <a:pt x="202578" y="666182"/>
                  </a:lnTo>
                  <a:lnTo>
                    <a:pt x="202141" y="665904"/>
                  </a:lnTo>
                  <a:lnTo>
                    <a:pt x="201321" y="667348"/>
                  </a:lnTo>
                  <a:lnTo>
                    <a:pt x="201064" y="667499"/>
                  </a:lnTo>
                  <a:lnTo>
                    <a:pt x="197285" y="664971"/>
                  </a:lnTo>
                  <a:lnTo>
                    <a:pt x="196906" y="664621"/>
                  </a:lnTo>
                  <a:lnTo>
                    <a:pt x="196255" y="663439"/>
                  </a:lnTo>
                  <a:lnTo>
                    <a:pt x="195332" y="661425"/>
                  </a:lnTo>
                  <a:lnTo>
                    <a:pt x="195042" y="659686"/>
                  </a:lnTo>
                  <a:lnTo>
                    <a:pt x="195385" y="658220"/>
                  </a:lnTo>
                  <a:lnTo>
                    <a:pt x="195746" y="657486"/>
                  </a:lnTo>
                  <a:lnTo>
                    <a:pt x="196127" y="657486"/>
                  </a:lnTo>
                  <a:lnTo>
                    <a:pt x="196550" y="658037"/>
                  </a:lnTo>
                  <a:lnTo>
                    <a:pt x="197421" y="660427"/>
                  </a:lnTo>
                  <a:lnTo>
                    <a:pt x="197765" y="661907"/>
                  </a:lnTo>
                  <a:lnTo>
                    <a:pt x="198664" y="661701"/>
                  </a:lnTo>
                  <a:lnTo>
                    <a:pt x="200118" y="659809"/>
                  </a:lnTo>
                  <a:lnTo>
                    <a:pt x="200466" y="659109"/>
                  </a:lnTo>
                  <a:lnTo>
                    <a:pt x="199018" y="659828"/>
                  </a:lnTo>
                  <a:lnTo>
                    <a:pt x="198392" y="659782"/>
                  </a:lnTo>
                  <a:lnTo>
                    <a:pt x="197756" y="658994"/>
                  </a:lnTo>
                  <a:lnTo>
                    <a:pt x="197107" y="657467"/>
                  </a:lnTo>
                  <a:lnTo>
                    <a:pt x="196768" y="655734"/>
                  </a:lnTo>
                  <a:lnTo>
                    <a:pt x="196763" y="650247"/>
                  </a:lnTo>
                  <a:lnTo>
                    <a:pt x="196985" y="649187"/>
                  </a:lnTo>
                  <a:lnTo>
                    <a:pt x="197689" y="648399"/>
                  </a:lnTo>
                  <a:lnTo>
                    <a:pt x="198139" y="647091"/>
                  </a:lnTo>
                  <a:lnTo>
                    <a:pt x="198105" y="646536"/>
                  </a:lnTo>
                  <a:lnTo>
                    <a:pt x="197670" y="645428"/>
                  </a:lnTo>
                  <a:lnTo>
                    <a:pt x="197041" y="644560"/>
                  </a:lnTo>
                  <a:lnTo>
                    <a:pt x="196426" y="644127"/>
                  </a:lnTo>
                  <a:lnTo>
                    <a:pt x="196284" y="644255"/>
                  </a:lnTo>
                  <a:lnTo>
                    <a:pt x="197237" y="646659"/>
                  </a:lnTo>
                  <a:lnTo>
                    <a:pt x="197207" y="647561"/>
                  </a:lnTo>
                  <a:lnTo>
                    <a:pt x="196151" y="649904"/>
                  </a:lnTo>
                  <a:lnTo>
                    <a:pt x="195991" y="650591"/>
                  </a:lnTo>
                  <a:lnTo>
                    <a:pt x="195982" y="652881"/>
                  </a:lnTo>
                  <a:lnTo>
                    <a:pt x="195835" y="653367"/>
                  </a:lnTo>
                  <a:lnTo>
                    <a:pt x="194985" y="654015"/>
                  </a:lnTo>
                  <a:lnTo>
                    <a:pt x="194032" y="655817"/>
                  </a:lnTo>
                  <a:lnTo>
                    <a:pt x="192425" y="656424"/>
                  </a:lnTo>
                  <a:lnTo>
                    <a:pt x="190913" y="656247"/>
                  </a:lnTo>
                  <a:lnTo>
                    <a:pt x="190100" y="655358"/>
                  </a:lnTo>
                  <a:lnTo>
                    <a:pt x="187579" y="650941"/>
                  </a:lnTo>
                  <a:lnTo>
                    <a:pt x="186658" y="649096"/>
                  </a:lnTo>
                  <a:lnTo>
                    <a:pt x="186636" y="647539"/>
                  </a:lnTo>
                  <a:lnTo>
                    <a:pt x="184911" y="642065"/>
                  </a:lnTo>
                  <a:lnTo>
                    <a:pt x="184920" y="640888"/>
                  </a:lnTo>
                  <a:lnTo>
                    <a:pt x="184319" y="639182"/>
                  </a:lnTo>
                  <a:lnTo>
                    <a:pt x="183651" y="638941"/>
                  </a:lnTo>
                  <a:lnTo>
                    <a:pt x="183501" y="637320"/>
                  </a:lnTo>
                  <a:lnTo>
                    <a:pt x="184880" y="633811"/>
                  </a:lnTo>
                  <a:lnTo>
                    <a:pt x="185734" y="630859"/>
                  </a:lnTo>
                  <a:lnTo>
                    <a:pt x="185831" y="629932"/>
                  </a:lnTo>
                  <a:lnTo>
                    <a:pt x="185793" y="628494"/>
                  </a:lnTo>
                  <a:lnTo>
                    <a:pt x="185587" y="625294"/>
                  </a:lnTo>
                  <a:lnTo>
                    <a:pt x="185766" y="623912"/>
                  </a:lnTo>
                  <a:lnTo>
                    <a:pt x="184917" y="625738"/>
                  </a:lnTo>
                  <a:lnTo>
                    <a:pt x="184737" y="627094"/>
                  </a:lnTo>
                  <a:lnTo>
                    <a:pt x="184947" y="628462"/>
                  </a:lnTo>
                  <a:lnTo>
                    <a:pt x="184815" y="630021"/>
                  </a:lnTo>
                  <a:lnTo>
                    <a:pt x="184321" y="632199"/>
                  </a:lnTo>
                  <a:lnTo>
                    <a:pt x="183477" y="634506"/>
                  </a:lnTo>
                  <a:lnTo>
                    <a:pt x="181738" y="635616"/>
                  </a:lnTo>
                  <a:lnTo>
                    <a:pt x="178672" y="635000"/>
                  </a:lnTo>
                  <a:lnTo>
                    <a:pt x="178317" y="634701"/>
                  </a:lnTo>
                  <a:lnTo>
                    <a:pt x="178100" y="633907"/>
                  </a:lnTo>
                  <a:lnTo>
                    <a:pt x="177946" y="630513"/>
                  </a:lnTo>
                  <a:lnTo>
                    <a:pt x="177760" y="630931"/>
                  </a:lnTo>
                  <a:lnTo>
                    <a:pt x="177411" y="632740"/>
                  </a:lnTo>
                  <a:lnTo>
                    <a:pt x="177132" y="635329"/>
                  </a:lnTo>
                  <a:lnTo>
                    <a:pt x="176773" y="635914"/>
                  </a:lnTo>
                  <a:lnTo>
                    <a:pt x="176126" y="635963"/>
                  </a:lnTo>
                  <a:lnTo>
                    <a:pt x="175623" y="635549"/>
                  </a:lnTo>
                  <a:lnTo>
                    <a:pt x="175264" y="634674"/>
                  </a:lnTo>
                  <a:lnTo>
                    <a:pt x="174491" y="634601"/>
                  </a:lnTo>
                  <a:lnTo>
                    <a:pt x="173047" y="635290"/>
                  </a:lnTo>
                  <a:lnTo>
                    <a:pt x="172368" y="635013"/>
                  </a:lnTo>
                  <a:lnTo>
                    <a:pt x="171560" y="634987"/>
                  </a:lnTo>
                  <a:lnTo>
                    <a:pt x="169923" y="634228"/>
                  </a:lnTo>
                  <a:lnTo>
                    <a:pt x="167990" y="634033"/>
                  </a:lnTo>
                  <a:lnTo>
                    <a:pt x="167467" y="633447"/>
                  </a:lnTo>
                  <a:lnTo>
                    <a:pt x="167496" y="632323"/>
                  </a:lnTo>
                  <a:lnTo>
                    <a:pt x="167856" y="631755"/>
                  </a:lnTo>
                  <a:lnTo>
                    <a:pt x="169896" y="631257"/>
                  </a:lnTo>
                  <a:lnTo>
                    <a:pt x="171872" y="630061"/>
                  </a:lnTo>
                  <a:lnTo>
                    <a:pt x="173823" y="629468"/>
                  </a:lnTo>
                  <a:lnTo>
                    <a:pt x="173749" y="628861"/>
                  </a:lnTo>
                  <a:lnTo>
                    <a:pt x="172867" y="628670"/>
                  </a:lnTo>
                  <a:lnTo>
                    <a:pt x="168384" y="629989"/>
                  </a:lnTo>
                  <a:lnTo>
                    <a:pt x="166972" y="629830"/>
                  </a:lnTo>
                  <a:lnTo>
                    <a:pt x="166726" y="629615"/>
                  </a:lnTo>
                  <a:lnTo>
                    <a:pt x="166692" y="628283"/>
                  </a:lnTo>
                  <a:lnTo>
                    <a:pt x="167211" y="627018"/>
                  </a:lnTo>
                  <a:lnTo>
                    <a:pt x="168075" y="625842"/>
                  </a:lnTo>
                  <a:lnTo>
                    <a:pt x="168334" y="624948"/>
                  </a:lnTo>
                  <a:lnTo>
                    <a:pt x="167832" y="624568"/>
                  </a:lnTo>
                  <a:lnTo>
                    <a:pt x="167027" y="624815"/>
                  </a:lnTo>
                  <a:lnTo>
                    <a:pt x="166640" y="624099"/>
                  </a:lnTo>
                  <a:lnTo>
                    <a:pt x="167068" y="621309"/>
                  </a:lnTo>
                  <a:lnTo>
                    <a:pt x="166692" y="618462"/>
                  </a:lnTo>
                  <a:lnTo>
                    <a:pt x="166167" y="621162"/>
                  </a:lnTo>
                  <a:lnTo>
                    <a:pt x="165375" y="622649"/>
                  </a:lnTo>
                  <a:lnTo>
                    <a:pt x="161593" y="623283"/>
                  </a:lnTo>
                  <a:lnTo>
                    <a:pt x="160975" y="624078"/>
                  </a:lnTo>
                  <a:lnTo>
                    <a:pt x="160475" y="624056"/>
                  </a:lnTo>
                  <a:lnTo>
                    <a:pt x="158059" y="622622"/>
                  </a:lnTo>
                  <a:lnTo>
                    <a:pt x="157030" y="621750"/>
                  </a:lnTo>
                  <a:lnTo>
                    <a:pt x="156060" y="620455"/>
                  </a:lnTo>
                  <a:lnTo>
                    <a:pt x="154337" y="617555"/>
                  </a:lnTo>
                  <a:lnTo>
                    <a:pt x="152988" y="615675"/>
                  </a:lnTo>
                  <a:lnTo>
                    <a:pt x="152917" y="612203"/>
                  </a:lnTo>
                  <a:lnTo>
                    <a:pt x="153206" y="609993"/>
                  </a:lnTo>
                  <a:lnTo>
                    <a:pt x="153856" y="607515"/>
                  </a:lnTo>
                  <a:lnTo>
                    <a:pt x="156307" y="602174"/>
                  </a:lnTo>
                  <a:lnTo>
                    <a:pt x="157149" y="601160"/>
                  </a:lnTo>
                  <a:lnTo>
                    <a:pt x="157907" y="600813"/>
                  </a:lnTo>
                  <a:lnTo>
                    <a:pt x="161504" y="600346"/>
                  </a:lnTo>
                  <a:lnTo>
                    <a:pt x="164182" y="599675"/>
                  </a:lnTo>
                  <a:lnTo>
                    <a:pt x="164688" y="599356"/>
                  </a:lnTo>
                  <a:lnTo>
                    <a:pt x="160745" y="598964"/>
                  </a:lnTo>
                  <a:lnTo>
                    <a:pt x="157239" y="599239"/>
                  </a:lnTo>
                  <a:lnTo>
                    <a:pt x="156042" y="600079"/>
                  </a:lnTo>
                  <a:lnTo>
                    <a:pt x="154512" y="603507"/>
                  </a:lnTo>
                  <a:lnTo>
                    <a:pt x="154122" y="604951"/>
                  </a:lnTo>
                  <a:lnTo>
                    <a:pt x="153716" y="606003"/>
                  </a:lnTo>
                  <a:lnTo>
                    <a:pt x="153442" y="606029"/>
                  </a:lnTo>
                  <a:lnTo>
                    <a:pt x="152920" y="605657"/>
                  </a:lnTo>
                  <a:lnTo>
                    <a:pt x="152751" y="605204"/>
                  </a:lnTo>
                  <a:lnTo>
                    <a:pt x="152535" y="604080"/>
                  </a:lnTo>
                  <a:lnTo>
                    <a:pt x="151713" y="602297"/>
                  </a:lnTo>
                  <a:lnTo>
                    <a:pt x="151349" y="600249"/>
                  </a:lnTo>
                  <a:lnTo>
                    <a:pt x="151135" y="597234"/>
                  </a:lnTo>
                  <a:lnTo>
                    <a:pt x="151203" y="595888"/>
                  </a:lnTo>
                  <a:lnTo>
                    <a:pt x="151586" y="594168"/>
                  </a:lnTo>
                  <a:lnTo>
                    <a:pt x="152763" y="590793"/>
                  </a:lnTo>
                  <a:lnTo>
                    <a:pt x="151254" y="590880"/>
                  </a:lnTo>
                  <a:lnTo>
                    <a:pt x="151432" y="588037"/>
                  </a:lnTo>
                  <a:lnTo>
                    <a:pt x="151984" y="584948"/>
                  </a:lnTo>
                  <a:lnTo>
                    <a:pt x="153388" y="583119"/>
                  </a:lnTo>
                  <a:lnTo>
                    <a:pt x="154811" y="581798"/>
                  </a:lnTo>
                  <a:lnTo>
                    <a:pt x="156097" y="580068"/>
                  </a:lnTo>
                  <a:lnTo>
                    <a:pt x="158349" y="578917"/>
                  </a:lnTo>
                  <a:lnTo>
                    <a:pt x="159115" y="581289"/>
                  </a:lnTo>
                  <a:lnTo>
                    <a:pt x="161046" y="582003"/>
                  </a:lnTo>
                  <a:lnTo>
                    <a:pt x="161604" y="583071"/>
                  </a:lnTo>
                  <a:lnTo>
                    <a:pt x="162288" y="585027"/>
                  </a:lnTo>
                  <a:lnTo>
                    <a:pt x="163136" y="586895"/>
                  </a:lnTo>
                  <a:lnTo>
                    <a:pt x="164146" y="588673"/>
                  </a:lnTo>
                  <a:lnTo>
                    <a:pt x="164429" y="588799"/>
                  </a:lnTo>
                  <a:lnTo>
                    <a:pt x="163984" y="587273"/>
                  </a:lnTo>
                  <a:lnTo>
                    <a:pt x="162343" y="583930"/>
                  </a:lnTo>
                  <a:lnTo>
                    <a:pt x="162272" y="582752"/>
                  </a:lnTo>
                  <a:lnTo>
                    <a:pt x="161849" y="581474"/>
                  </a:lnTo>
                  <a:lnTo>
                    <a:pt x="159675" y="579631"/>
                  </a:lnTo>
                  <a:lnTo>
                    <a:pt x="159289" y="578924"/>
                  </a:lnTo>
                  <a:lnTo>
                    <a:pt x="158905" y="577069"/>
                  </a:lnTo>
                  <a:lnTo>
                    <a:pt x="158740" y="575870"/>
                  </a:lnTo>
                  <a:lnTo>
                    <a:pt x="158984" y="574704"/>
                  </a:lnTo>
                  <a:lnTo>
                    <a:pt x="161192" y="571152"/>
                  </a:lnTo>
                  <a:lnTo>
                    <a:pt x="161697" y="569280"/>
                  </a:lnTo>
                  <a:lnTo>
                    <a:pt x="161697" y="568400"/>
                  </a:lnTo>
                  <a:lnTo>
                    <a:pt x="161524" y="567406"/>
                  </a:lnTo>
                  <a:lnTo>
                    <a:pt x="161042" y="565695"/>
                  </a:lnTo>
                  <a:lnTo>
                    <a:pt x="160915" y="565698"/>
                  </a:lnTo>
                  <a:lnTo>
                    <a:pt x="161063" y="568295"/>
                  </a:lnTo>
                  <a:lnTo>
                    <a:pt x="160985" y="569318"/>
                  </a:lnTo>
                  <a:lnTo>
                    <a:pt x="160736" y="570448"/>
                  </a:lnTo>
                  <a:lnTo>
                    <a:pt x="160375" y="571306"/>
                  </a:lnTo>
                  <a:lnTo>
                    <a:pt x="159905" y="571893"/>
                  </a:lnTo>
                  <a:lnTo>
                    <a:pt x="155162" y="579976"/>
                  </a:lnTo>
                  <a:lnTo>
                    <a:pt x="154689" y="580451"/>
                  </a:lnTo>
                  <a:lnTo>
                    <a:pt x="152928" y="581181"/>
                  </a:lnTo>
                  <a:lnTo>
                    <a:pt x="152024" y="582042"/>
                  </a:lnTo>
                  <a:lnTo>
                    <a:pt x="151536" y="583176"/>
                  </a:lnTo>
                  <a:lnTo>
                    <a:pt x="150755" y="586134"/>
                  </a:lnTo>
                  <a:lnTo>
                    <a:pt x="149682" y="592054"/>
                  </a:lnTo>
                  <a:lnTo>
                    <a:pt x="148452" y="596844"/>
                  </a:lnTo>
                  <a:lnTo>
                    <a:pt x="147402" y="590643"/>
                  </a:lnTo>
                  <a:lnTo>
                    <a:pt x="145514" y="585897"/>
                  </a:lnTo>
                  <a:lnTo>
                    <a:pt x="149198" y="581191"/>
                  </a:lnTo>
                  <a:lnTo>
                    <a:pt x="149294" y="580472"/>
                  </a:lnTo>
                  <a:lnTo>
                    <a:pt x="148935" y="577959"/>
                  </a:lnTo>
                  <a:lnTo>
                    <a:pt x="149036" y="577197"/>
                  </a:lnTo>
                  <a:lnTo>
                    <a:pt x="149384" y="576094"/>
                  </a:lnTo>
                  <a:lnTo>
                    <a:pt x="150317" y="574483"/>
                  </a:lnTo>
                  <a:lnTo>
                    <a:pt x="150281" y="574319"/>
                  </a:lnTo>
                  <a:lnTo>
                    <a:pt x="149189" y="574897"/>
                  </a:lnTo>
                  <a:lnTo>
                    <a:pt x="147512" y="578539"/>
                  </a:lnTo>
                  <a:lnTo>
                    <a:pt x="146856" y="579711"/>
                  </a:lnTo>
                  <a:lnTo>
                    <a:pt x="146504" y="579866"/>
                  </a:lnTo>
                  <a:lnTo>
                    <a:pt x="146463" y="577724"/>
                  </a:lnTo>
                  <a:lnTo>
                    <a:pt x="147365" y="572175"/>
                  </a:lnTo>
                  <a:lnTo>
                    <a:pt x="148106" y="566781"/>
                  </a:lnTo>
                  <a:lnTo>
                    <a:pt x="148377" y="565238"/>
                  </a:lnTo>
                  <a:lnTo>
                    <a:pt x="149016" y="563682"/>
                  </a:lnTo>
                  <a:lnTo>
                    <a:pt x="148410" y="563795"/>
                  </a:lnTo>
                  <a:lnTo>
                    <a:pt x="145428" y="566191"/>
                  </a:lnTo>
                  <a:lnTo>
                    <a:pt x="144428" y="564689"/>
                  </a:lnTo>
                  <a:lnTo>
                    <a:pt x="143591" y="556887"/>
                  </a:lnTo>
                  <a:lnTo>
                    <a:pt x="142122" y="553838"/>
                  </a:lnTo>
                  <a:lnTo>
                    <a:pt x="139634" y="551348"/>
                  </a:lnTo>
                  <a:lnTo>
                    <a:pt x="137190" y="550190"/>
                  </a:lnTo>
                  <a:lnTo>
                    <a:pt x="136630" y="547974"/>
                  </a:lnTo>
                  <a:lnTo>
                    <a:pt x="136146" y="545276"/>
                  </a:lnTo>
                  <a:lnTo>
                    <a:pt x="136804" y="542099"/>
                  </a:lnTo>
                  <a:lnTo>
                    <a:pt x="137874" y="540591"/>
                  </a:lnTo>
                  <a:lnTo>
                    <a:pt x="138862" y="539910"/>
                  </a:lnTo>
                  <a:lnTo>
                    <a:pt x="139794" y="540225"/>
                  </a:lnTo>
                  <a:lnTo>
                    <a:pt x="139842" y="541388"/>
                  </a:lnTo>
                  <a:lnTo>
                    <a:pt x="139207" y="544516"/>
                  </a:lnTo>
                  <a:lnTo>
                    <a:pt x="140042" y="544809"/>
                  </a:lnTo>
                  <a:lnTo>
                    <a:pt x="143390" y="548613"/>
                  </a:lnTo>
                  <a:lnTo>
                    <a:pt x="144121" y="548919"/>
                  </a:lnTo>
                  <a:lnTo>
                    <a:pt x="145509" y="547456"/>
                  </a:lnTo>
                  <a:lnTo>
                    <a:pt x="146280" y="547514"/>
                  </a:lnTo>
                  <a:lnTo>
                    <a:pt x="148102" y="548699"/>
                  </a:lnTo>
                  <a:lnTo>
                    <a:pt x="148718" y="550127"/>
                  </a:lnTo>
                  <a:lnTo>
                    <a:pt x="150460" y="552926"/>
                  </a:lnTo>
                  <a:lnTo>
                    <a:pt x="150204" y="551297"/>
                  </a:lnTo>
                  <a:lnTo>
                    <a:pt x="148304" y="547866"/>
                  </a:lnTo>
                  <a:lnTo>
                    <a:pt x="147244" y="546765"/>
                  </a:lnTo>
                  <a:lnTo>
                    <a:pt x="145381" y="546553"/>
                  </a:lnTo>
                  <a:lnTo>
                    <a:pt x="144224" y="547129"/>
                  </a:lnTo>
                  <a:lnTo>
                    <a:pt x="143740" y="546961"/>
                  </a:lnTo>
                  <a:lnTo>
                    <a:pt x="142720" y="546089"/>
                  </a:lnTo>
                  <a:lnTo>
                    <a:pt x="141855" y="544656"/>
                  </a:lnTo>
                  <a:lnTo>
                    <a:pt x="140989" y="541516"/>
                  </a:lnTo>
                  <a:lnTo>
                    <a:pt x="140792" y="540057"/>
                  </a:lnTo>
                  <a:lnTo>
                    <a:pt x="140841" y="538974"/>
                  </a:lnTo>
                  <a:lnTo>
                    <a:pt x="141045" y="537990"/>
                  </a:lnTo>
                  <a:lnTo>
                    <a:pt x="141404" y="537108"/>
                  </a:lnTo>
                  <a:lnTo>
                    <a:pt x="142116" y="536469"/>
                  </a:lnTo>
                  <a:lnTo>
                    <a:pt x="143179" y="536072"/>
                  </a:lnTo>
                  <a:lnTo>
                    <a:pt x="143505" y="535687"/>
                  </a:lnTo>
                  <a:lnTo>
                    <a:pt x="142139" y="533892"/>
                  </a:lnTo>
                  <a:lnTo>
                    <a:pt x="141518" y="533900"/>
                  </a:lnTo>
                  <a:lnTo>
                    <a:pt x="139385" y="536524"/>
                  </a:lnTo>
                  <a:lnTo>
                    <a:pt x="138952" y="536730"/>
                  </a:lnTo>
                  <a:lnTo>
                    <a:pt x="138765" y="536221"/>
                  </a:lnTo>
                  <a:lnTo>
                    <a:pt x="138588" y="536179"/>
                  </a:lnTo>
                  <a:lnTo>
                    <a:pt x="137960" y="537479"/>
                  </a:lnTo>
                  <a:lnTo>
                    <a:pt x="137472" y="538061"/>
                  </a:lnTo>
                  <a:lnTo>
                    <a:pt x="135726" y="542085"/>
                  </a:lnTo>
                  <a:lnTo>
                    <a:pt x="135454" y="544011"/>
                  </a:lnTo>
                  <a:lnTo>
                    <a:pt x="135355" y="546888"/>
                  </a:lnTo>
                  <a:lnTo>
                    <a:pt x="135154" y="548693"/>
                  </a:lnTo>
                  <a:lnTo>
                    <a:pt x="134849" y="549426"/>
                  </a:lnTo>
                  <a:lnTo>
                    <a:pt x="132800" y="550802"/>
                  </a:lnTo>
                  <a:lnTo>
                    <a:pt x="131634" y="553613"/>
                  </a:lnTo>
                  <a:lnTo>
                    <a:pt x="130218" y="551187"/>
                  </a:lnTo>
                  <a:lnTo>
                    <a:pt x="128664" y="548847"/>
                  </a:lnTo>
                  <a:lnTo>
                    <a:pt x="127627" y="544751"/>
                  </a:lnTo>
                  <a:lnTo>
                    <a:pt x="125757" y="544034"/>
                  </a:lnTo>
                  <a:lnTo>
                    <a:pt x="123583" y="541714"/>
                  </a:lnTo>
                  <a:lnTo>
                    <a:pt x="122755" y="539652"/>
                  </a:lnTo>
                  <a:lnTo>
                    <a:pt x="123933" y="535412"/>
                  </a:lnTo>
                  <a:lnTo>
                    <a:pt x="125624" y="532210"/>
                  </a:lnTo>
                  <a:lnTo>
                    <a:pt x="125882" y="528372"/>
                  </a:lnTo>
                  <a:lnTo>
                    <a:pt x="126115" y="527548"/>
                  </a:lnTo>
                  <a:lnTo>
                    <a:pt x="129021" y="526596"/>
                  </a:lnTo>
                  <a:lnTo>
                    <a:pt x="130917" y="524690"/>
                  </a:lnTo>
                  <a:lnTo>
                    <a:pt x="128972" y="524517"/>
                  </a:lnTo>
                  <a:lnTo>
                    <a:pt x="127782" y="524805"/>
                  </a:lnTo>
                  <a:lnTo>
                    <a:pt x="125644" y="526134"/>
                  </a:lnTo>
                  <a:lnTo>
                    <a:pt x="123272" y="523505"/>
                  </a:lnTo>
                  <a:lnTo>
                    <a:pt x="122047" y="521103"/>
                  </a:lnTo>
                  <a:lnTo>
                    <a:pt x="121661" y="519054"/>
                  </a:lnTo>
                  <a:lnTo>
                    <a:pt x="122085" y="517322"/>
                  </a:lnTo>
                  <a:lnTo>
                    <a:pt x="122141" y="515557"/>
                  </a:lnTo>
                  <a:lnTo>
                    <a:pt x="122355" y="513173"/>
                  </a:lnTo>
                  <a:lnTo>
                    <a:pt x="122580" y="512130"/>
                  </a:lnTo>
                  <a:lnTo>
                    <a:pt x="123077" y="510801"/>
                  </a:lnTo>
                  <a:lnTo>
                    <a:pt x="124093" y="509916"/>
                  </a:lnTo>
                  <a:lnTo>
                    <a:pt x="124992" y="507183"/>
                  </a:lnTo>
                  <a:lnTo>
                    <a:pt x="125363" y="505277"/>
                  </a:lnTo>
                  <a:lnTo>
                    <a:pt x="127205" y="499550"/>
                  </a:lnTo>
                  <a:lnTo>
                    <a:pt x="127877" y="497080"/>
                  </a:lnTo>
                  <a:lnTo>
                    <a:pt x="129136" y="493658"/>
                  </a:lnTo>
                  <a:lnTo>
                    <a:pt x="131669" y="488277"/>
                  </a:lnTo>
                  <a:lnTo>
                    <a:pt x="130869" y="488582"/>
                  </a:lnTo>
                  <a:lnTo>
                    <a:pt x="130449" y="489042"/>
                  </a:lnTo>
                  <a:lnTo>
                    <a:pt x="130050" y="488986"/>
                  </a:lnTo>
                  <a:lnTo>
                    <a:pt x="129672" y="488412"/>
                  </a:lnTo>
                  <a:lnTo>
                    <a:pt x="129312" y="487223"/>
                  </a:lnTo>
                  <a:lnTo>
                    <a:pt x="128970" y="485411"/>
                  </a:lnTo>
                  <a:lnTo>
                    <a:pt x="128778" y="486207"/>
                  </a:lnTo>
                  <a:lnTo>
                    <a:pt x="128735" y="489606"/>
                  </a:lnTo>
                  <a:lnTo>
                    <a:pt x="128480" y="492516"/>
                  </a:lnTo>
                  <a:lnTo>
                    <a:pt x="128027" y="494539"/>
                  </a:lnTo>
                  <a:lnTo>
                    <a:pt x="126783" y="498651"/>
                  </a:lnTo>
                  <a:lnTo>
                    <a:pt x="126055" y="500253"/>
                  </a:lnTo>
                  <a:lnTo>
                    <a:pt x="125557" y="498761"/>
                  </a:lnTo>
                  <a:lnTo>
                    <a:pt x="125941" y="496190"/>
                  </a:lnTo>
                  <a:lnTo>
                    <a:pt x="126661" y="494143"/>
                  </a:lnTo>
                  <a:lnTo>
                    <a:pt x="126784" y="491342"/>
                  </a:lnTo>
                  <a:lnTo>
                    <a:pt x="126106" y="488000"/>
                  </a:lnTo>
                  <a:lnTo>
                    <a:pt x="125692" y="485312"/>
                  </a:lnTo>
                  <a:lnTo>
                    <a:pt x="125543" y="483275"/>
                  </a:lnTo>
                  <a:lnTo>
                    <a:pt x="125523" y="481415"/>
                  </a:lnTo>
                  <a:lnTo>
                    <a:pt x="125634" y="479733"/>
                  </a:lnTo>
                  <a:lnTo>
                    <a:pt x="125918" y="477901"/>
                  </a:lnTo>
                  <a:lnTo>
                    <a:pt x="126379" y="475920"/>
                  </a:lnTo>
                  <a:lnTo>
                    <a:pt x="126324" y="475699"/>
                  </a:lnTo>
                  <a:lnTo>
                    <a:pt x="126451" y="473858"/>
                  </a:lnTo>
                  <a:lnTo>
                    <a:pt x="126349" y="471968"/>
                  </a:lnTo>
                  <a:lnTo>
                    <a:pt x="125969" y="470469"/>
                  </a:lnTo>
                  <a:lnTo>
                    <a:pt x="125487" y="469167"/>
                  </a:lnTo>
                  <a:lnTo>
                    <a:pt x="124142" y="469949"/>
                  </a:lnTo>
                  <a:lnTo>
                    <a:pt x="121859" y="468776"/>
                  </a:lnTo>
                  <a:lnTo>
                    <a:pt x="121122" y="465583"/>
                  </a:lnTo>
                  <a:lnTo>
                    <a:pt x="119143" y="464605"/>
                  </a:lnTo>
                  <a:lnTo>
                    <a:pt x="118077" y="462325"/>
                  </a:lnTo>
                  <a:lnTo>
                    <a:pt x="115908" y="461208"/>
                  </a:lnTo>
                  <a:lnTo>
                    <a:pt x="114151" y="460434"/>
                  </a:lnTo>
                  <a:lnTo>
                    <a:pt x="112810" y="459122"/>
                  </a:lnTo>
                  <a:lnTo>
                    <a:pt x="111240" y="457586"/>
                  </a:lnTo>
                  <a:lnTo>
                    <a:pt x="109674" y="455945"/>
                  </a:lnTo>
                  <a:lnTo>
                    <a:pt x="108487" y="454701"/>
                  </a:lnTo>
                  <a:lnTo>
                    <a:pt x="107607" y="454782"/>
                  </a:lnTo>
                  <a:lnTo>
                    <a:pt x="105619" y="454963"/>
                  </a:lnTo>
                  <a:lnTo>
                    <a:pt x="105518" y="452161"/>
                  </a:lnTo>
                  <a:lnTo>
                    <a:pt x="104909" y="450467"/>
                  </a:lnTo>
                  <a:lnTo>
                    <a:pt x="105137" y="448969"/>
                  </a:lnTo>
                  <a:lnTo>
                    <a:pt x="104028" y="448204"/>
                  </a:lnTo>
                  <a:lnTo>
                    <a:pt x="102397" y="447079"/>
                  </a:lnTo>
                  <a:lnTo>
                    <a:pt x="102873" y="444225"/>
                  </a:lnTo>
                  <a:lnTo>
                    <a:pt x="103234" y="442062"/>
                  </a:lnTo>
                  <a:lnTo>
                    <a:pt x="101790" y="441423"/>
                  </a:lnTo>
                  <a:lnTo>
                    <a:pt x="99707" y="440500"/>
                  </a:lnTo>
                  <a:lnTo>
                    <a:pt x="100381" y="438552"/>
                  </a:lnTo>
                  <a:lnTo>
                    <a:pt x="100925" y="436981"/>
                  </a:lnTo>
                  <a:lnTo>
                    <a:pt x="100125" y="434682"/>
                  </a:lnTo>
                  <a:lnTo>
                    <a:pt x="98505" y="430829"/>
                  </a:lnTo>
                  <a:lnTo>
                    <a:pt x="97262" y="428076"/>
                  </a:lnTo>
                  <a:lnTo>
                    <a:pt x="95639" y="423785"/>
                  </a:lnTo>
                  <a:lnTo>
                    <a:pt x="94212" y="420014"/>
                  </a:lnTo>
                  <a:lnTo>
                    <a:pt x="93046" y="416933"/>
                  </a:lnTo>
                  <a:lnTo>
                    <a:pt x="92072" y="414806"/>
                  </a:lnTo>
                  <a:lnTo>
                    <a:pt x="90703" y="411001"/>
                  </a:lnTo>
                  <a:lnTo>
                    <a:pt x="88921" y="406713"/>
                  </a:lnTo>
                  <a:lnTo>
                    <a:pt x="87226" y="403338"/>
                  </a:lnTo>
                  <a:lnTo>
                    <a:pt x="87473" y="401157"/>
                  </a:lnTo>
                  <a:lnTo>
                    <a:pt x="85801" y="398421"/>
                  </a:lnTo>
                  <a:lnTo>
                    <a:pt x="84333" y="395652"/>
                  </a:lnTo>
                  <a:lnTo>
                    <a:pt x="82643" y="392465"/>
                  </a:lnTo>
                  <a:lnTo>
                    <a:pt x="80975" y="390904"/>
                  </a:lnTo>
                  <a:lnTo>
                    <a:pt x="79784" y="389792"/>
                  </a:lnTo>
                  <a:lnTo>
                    <a:pt x="78066" y="388184"/>
                  </a:lnTo>
                  <a:lnTo>
                    <a:pt x="77163" y="386749"/>
                  </a:lnTo>
                  <a:lnTo>
                    <a:pt x="76787" y="385531"/>
                  </a:lnTo>
                  <a:lnTo>
                    <a:pt x="76397" y="384672"/>
                  </a:lnTo>
                  <a:lnTo>
                    <a:pt x="76057" y="383478"/>
                  </a:lnTo>
                  <a:lnTo>
                    <a:pt x="75860" y="382087"/>
                  </a:lnTo>
                  <a:lnTo>
                    <a:pt x="75508" y="381227"/>
                  </a:lnTo>
                  <a:lnTo>
                    <a:pt x="73423" y="379160"/>
                  </a:lnTo>
                  <a:lnTo>
                    <a:pt x="72787" y="377861"/>
                  </a:lnTo>
                  <a:lnTo>
                    <a:pt x="71347" y="376362"/>
                  </a:lnTo>
                  <a:lnTo>
                    <a:pt x="70140" y="375736"/>
                  </a:lnTo>
                  <a:lnTo>
                    <a:pt x="69720" y="375231"/>
                  </a:lnTo>
                  <a:lnTo>
                    <a:pt x="68252" y="370705"/>
                  </a:lnTo>
                  <a:lnTo>
                    <a:pt x="68488" y="369091"/>
                  </a:lnTo>
                  <a:lnTo>
                    <a:pt x="68651" y="367477"/>
                  </a:lnTo>
                  <a:lnTo>
                    <a:pt x="68485" y="366650"/>
                  </a:lnTo>
                  <a:lnTo>
                    <a:pt x="66071" y="363212"/>
                  </a:lnTo>
                  <a:lnTo>
                    <a:pt x="64839" y="361785"/>
                  </a:lnTo>
                  <a:lnTo>
                    <a:pt x="63596" y="360309"/>
                  </a:lnTo>
                  <a:lnTo>
                    <a:pt x="60987" y="362215"/>
                  </a:lnTo>
                  <a:lnTo>
                    <a:pt x="58316" y="364169"/>
                  </a:lnTo>
                  <a:lnTo>
                    <a:pt x="56446" y="364886"/>
                  </a:lnTo>
                  <a:lnTo>
                    <a:pt x="53861" y="365877"/>
                  </a:lnTo>
                  <a:lnTo>
                    <a:pt x="54721" y="368002"/>
                  </a:lnTo>
                  <a:lnTo>
                    <a:pt x="54366" y="369556"/>
                  </a:lnTo>
                  <a:lnTo>
                    <a:pt x="53561" y="370273"/>
                  </a:lnTo>
                  <a:lnTo>
                    <a:pt x="52198" y="370184"/>
                  </a:lnTo>
                  <a:lnTo>
                    <a:pt x="52193" y="375477"/>
                  </a:lnTo>
                  <a:lnTo>
                    <a:pt x="50904" y="379250"/>
                  </a:lnTo>
                  <a:lnTo>
                    <a:pt x="48205" y="379315"/>
                  </a:lnTo>
                  <a:lnTo>
                    <a:pt x="46755" y="380614"/>
                  </a:lnTo>
                  <a:lnTo>
                    <a:pt x="44604" y="382538"/>
                  </a:lnTo>
                  <a:lnTo>
                    <a:pt x="42863" y="384098"/>
                  </a:lnTo>
                  <a:lnTo>
                    <a:pt x="41009" y="386612"/>
                  </a:lnTo>
                  <a:lnTo>
                    <a:pt x="40062" y="386249"/>
                  </a:lnTo>
                  <a:lnTo>
                    <a:pt x="40485" y="384009"/>
                  </a:lnTo>
                  <a:lnTo>
                    <a:pt x="39800" y="380220"/>
                  </a:lnTo>
                  <a:lnTo>
                    <a:pt x="39229" y="377063"/>
                  </a:lnTo>
                  <a:lnTo>
                    <a:pt x="38040" y="375441"/>
                  </a:lnTo>
                  <a:lnTo>
                    <a:pt x="36038" y="372710"/>
                  </a:lnTo>
                  <a:lnTo>
                    <a:pt x="34536" y="370661"/>
                  </a:lnTo>
                  <a:lnTo>
                    <a:pt x="32391" y="367735"/>
                  </a:lnTo>
                  <a:lnTo>
                    <a:pt x="30893" y="365691"/>
                  </a:lnTo>
                  <a:lnTo>
                    <a:pt x="29328" y="363555"/>
                  </a:lnTo>
                  <a:lnTo>
                    <a:pt x="27272" y="360752"/>
                  </a:lnTo>
                  <a:lnTo>
                    <a:pt x="26430" y="357116"/>
                  </a:lnTo>
                  <a:lnTo>
                    <a:pt x="24551" y="355803"/>
                  </a:lnTo>
                  <a:lnTo>
                    <a:pt x="22540" y="354399"/>
                  </a:lnTo>
                  <a:lnTo>
                    <a:pt x="20910" y="351730"/>
                  </a:lnTo>
                  <a:lnTo>
                    <a:pt x="21464" y="349097"/>
                  </a:lnTo>
                  <a:lnTo>
                    <a:pt x="22128" y="345943"/>
                  </a:lnTo>
                  <a:lnTo>
                    <a:pt x="22128" y="344044"/>
                  </a:lnTo>
                  <a:lnTo>
                    <a:pt x="20339" y="344161"/>
                  </a:lnTo>
                  <a:lnTo>
                    <a:pt x="17655" y="344340"/>
                  </a:lnTo>
                  <a:lnTo>
                    <a:pt x="15257" y="344498"/>
                  </a:lnTo>
                  <a:lnTo>
                    <a:pt x="13481" y="346728"/>
                  </a:lnTo>
                  <a:lnTo>
                    <a:pt x="11840" y="348788"/>
                  </a:lnTo>
                  <a:lnTo>
                    <a:pt x="9266" y="347182"/>
                  </a:lnTo>
                  <a:lnTo>
                    <a:pt x="6321" y="345344"/>
                  </a:lnTo>
                  <a:lnTo>
                    <a:pt x="5485" y="347748"/>
                  </a:lnTo>
                  <a:lnTo>
                    <a:pt x="2755" y="346543"/>
                  </a:lnTo>
                  <a:lnTo>
                    <a:pt x="0" y="345328"/>
                  </a:lnTo>
                  <a:lnTo>
                    <a:pt x="0" y="336694"/>
                  </a:lnTo>
                  <a:lnTo>
                    <a:pt x="0" y="328059"/>
                  </a:lnTo>
                  <a:lnTo>
                    <a:pt x="0" y="319425"/>
                  </a:lnTo>
                  <a:lnTo>
                    <a:pt x="0" y="310791"/>
                  </a:lnTo>
                  <a:lnTo>
                    <a:pt x="0" y="302156"/>
                  </a:lnTo>
                  <a:lnTo>
                    <a:pt x="0" y="293522"/>
                  </a:lnTo>
                  <a:lnTo>
                    <a:pt x="0" y="284887"/>
                  </a:lnTo>
                  <a:lnTo>
                    <a:pt x="0" y="276253"/>
                  </a:lnTo>
                  <a:lnTo>
                    <a:pt x="0" y="267619"/>
                  </a:lnTo>
                  <a:lnTo>
                    <a:pt x="0" y="258985"/>
                  </a:lnTo>
                  <a:lnTo>
                    <a:pt x="0" y="250351"/>
                  </a:lnTo>
                  <a:lnTo>
                    <a:pt x="0" y="241716"/>
                  </a:lnTo>
                  <a:lnTo>
                    <a:pt x="0" y="233082"/>
                  </a:lnTo>
                  <a:lnTo>
                    <a:pt x="0" y="224447"/>
                  </a:lnTo>
                  <a:lnTo>
                    <a:pt x="0" y="215813"/>
                  </a:lnTo>
                  <a:lnTo>
                    <a:pt x="0" y="207178"/>
                  </a:lnTo>
                  <a:lnTo>
                    <a:pt x="0" y="198544"/>
                  </a:lnTo>
                  <a:lnTo>
                    <a:pt x="0" y="189910"/>
                  </a:lnTo>
                  <a:lnTo>
                    <a:pt x="0" y="181275"/>
                  </a:lnTo>
                  <a:lnTo>
                    <a:pt x="0" y="172641"/>
                  </a:lnTo>
                  <a:lnTo>
                    <a:pt x="0" y="164007"/>
                  </a:lnTo>
                  <a:lnTo>
                    <a:pt x="0" y="155372"/>
                  </a:lnTo>
                  <a:lnTo>
                    <a:pt x="0" y="146738"/>
                  </a:lnTo>
                  <a:lnTo>
                    <a:pt x="0" y="138104"/>
                  </a:lnTo>
                  <a:lnTo>
                    <a:pt x="0" y="129469"/>
                  </a:lnTo>
                  <a:lnTo>
                    <a:pt x="0" y="120835"/>
                  </a:lnTo>
                  <a:lnTo>
                    <a:pt x="0" y="112201"/>
                  </a:lnTo>
                  <a:lnTo>
                    <a:pt x="0" y="103565"/>
                  </a:lnTo>
                  <a:lnTo>
                    <a:pt x="0" y="94932"/>
                  </a:lnTo>
                  <a:lnTo>
                    <a:pt x="0" y="86298"/>
                  </a:lnTo>
                  <a:lnTo>
                    <a:pt x="0" y="77662"/>
                  </a:lnTo>
                  <a:lnTo>
                    <a:pt x="0" y="69029"/>
                  </a:lnTo>
                  <a:lnTo>
                    <a:pt x="1635" y="69488"/>
                  </a:lnTo>
                  <a:lnTo>
                    <a:pt x="6870" y="70456"/>
                  </a:lnTo>
                  <a:lnTo>
                    <a:pt x="11802" y="69887"/>
                  </a:lnTo>
                  <a:lnTo>
                    <a:pt x="20951" y="73025"/>
                  </a:lnTo>
                  <a:lnTo>
                    <a:pt x="26609" y="78898"/>
                  </a:lnTo>
                  <a:lnTo>
                    <a:pt x="31199" y="81786"/>
                  </a:lnTo>
                  <a:lnTo>
                    <a:pt x="33071" y="83769"/>
                  </a:lnTo>
                  <a:lnTo>
                    <a:pt x="36051" y="85516"/>
                  </a:lnTo>
                  <a:lnTo>
                    <a:pt x="43065" y="89319"/>
                  </a:lnTo>
                  <a:lnTo>
                    <a:pt x="45246" y="89710"/>
                  </a:lnTo>
                  <a:lnTo>
                    <a:pt x="49309" y="91534"/>
                  </a:lnTo>
                  <a:lnTo>
                    <a:pt x="51826" y="91293"/>
                  </a:lnTo>
                  <a:lnTo>
                    <a:pt x="56156" y="91739"/>
                  </a:lnTo>
                  <a:lnTo>
                    <a:pt x="59099" y="93205"/>
                  </a:lnTo>
                  <a:lnTo>
                    <a:pt x="64905" y="97229"/>
                  </a:lnTo>
                  <a:lnTo>
                    <a:pt x="66094" y="97587"/>
                  </a:lnTo>
                  <a:lnTo>
                    <a:pt x="66412" y="97292"/>
                  </a:lnTo>
                  <a:lnTo>
                    <a:pt x="64390" y="93313"/>
                  </a:lnTo>
                  <a:lnTo>
                    <a:pt x="64072" y="92928"/>
                  </a:lnTo>
                  <a:lnTo>
                    <a:pt x="61730" y="91443"/>
                  </a:lnTo>
                  <a:lnTo>
                    <a:pt x="58988" y="90711"/>
                  </a:lnTo>
                  <a:lnTo>
                    <a:pt x="58776" y="90424"/>
                  </a:lnTo>
                  <a:lnTo>
                    <a:pt x="58266" y="89022"/>
                  </a:lnTo>
                  <a:lnTo>
                    <a:pt x="58430" y="88476"/>
                  </a:lnTo>
                  <a:lnTo>
                    <a:pt x="59028" y="88228"/>
                  </a:lnTo>
                  <a:lnTo>
                    <a:pt x="61072" y="88240"/>
                  </a:lnTo>
                  <a:lnTo>
                    <a:pt x="62283" y="88015"/>
                  </a:lnTo>
                  <a:lnTo>
                    <a:pt x="62449" y="87462"/>
                  </a:lnTo>
                  <a:lnTo>
                    <a:pt x="61578" y="87334"/>
                  </a:lnTo>
                  <a:lnTo>
                    <a:pt x="60526" y="86798"/>
                  </a:lnTo>
                  <a:lnTo>
                    <a:pt x="59294" y="85854"/>
                  </a:lnTo>
                  <a:lnTo>
                    <a:pt x="58598" y="84965"/>
                  </a:lnTo>
                  <a:lnTo>
                    <a:pt x="61115" y="79064"/>
                  </a:lnTo>
                  <a:lnTo>
                    <a:pt x="61996" y="79659"/>
                  </a:lnTo>
                  <a:lnTo>
                    <a:pt x="63324" y="78296"/>
                  </a:lnTo>
                  <a:lnTo>
                    <a:pt x="65703" y="79162"/>
                  </a:lnTo>
                  <a:lnTo>
                    <a:pt x="66138" y="78690"/>
                  </a:lnTo>
                  <a:lnTo>
                    <a:pt x="66428" y="75694"/>
                  </a:lnTo>
                  <a:lnTo>
                    <a:pt x="66782" y="74973"/>
                  </a:lnTo>
                  <a:lnTo>
                    <a:pt x="67452" y="74435"/>
                  </a:lnTo>
                  <a:lnTo>
                    <a:pt x="70766" y="73901"/>
                  </a:lnTo>
                  <a:lnTo>
                    <a:pt x="74898" y="74432"/>
                  </a:lnTo>
                  <a:lnTo>
                    <a:pt x="75323" y="74145"/>
                  </a:lnTo>
                  <a:lnTo>
                    <a:pt x="74928" y="72145"/>
                  </a:lnTo>
                  <a:lnTo>
                    <a:pt x="74880" y="71359"/>
                  </a:lnTo>
                  <a:lnTo>
                    <a:pt x="75130" y="69560"/>
                  </a:lnTo>
                  <a:lnTo>
                    <a:pt x="75385" y="68595"/>
                  </a:lnTo>
                  <a:lnTo>
                    <a:pt x="75875" y="68113"/>
                  </a:lnTo>
                  <a:lnTo>
                    <a:pt x="77795" y="68495"/>
                  </a:lnTo>
                  <a:lnTo>
                    <a:pt x="78395" y="69382"/>
                  </a:lnTo>
                  <a:lnTo>
                    <a:pt x="79038" y="70906"/>
                  </a:lnTo>
                  <a:lnTo>
                    <a:pt x="79689" y="71774"/>
                  </a:lnTo>
                  <a:lnTo>
                    <a:pt x="81732" y="72650"/>
                  </a:lnTo>
                  <a:lnTo>
                    <a:pt x="81964" y="73256"/>
                  </a:lnTo>
                  <a:lnTo>
                    <a:pt x="81185" y="75567"/>
                  </a:lnTo>
                  <a:lnTo>
                    <a:pt x="80369" y="76779"/>
                  </a:lnTo>
                  <a:lnTo>
                    <a:pt x="78681" y="79968"/>
                  </a:lnTo>
                  <a:lnTo>
                    <a:pt x="78575" y="80788"/>
                  </a:lnTo>
                  <a:lnTo>
                    <a:pt x="81179" y="79355"/>
                  </a:lnTo>
                  <a:lnTo>
                    <a:pt x="84102" y="77373"/>
                  </a:lnTo>
                  <a:lnTo>
                    <a:pt x="86612" y="76280"/>
                  </a:lnTo>
                  <a:lnTo>
                    <a:pt x="88709" y="76080"/>
                  </a:lnTo>
                  <a:lnTo>
                    <a:pt x="90211" y="75438"/>
                  </a:lnTo>
                  <a:lnTo>
                    <a:pt x="91117" y="74351"/>
                  </a:lnTo>
                  <a:lnTo>
                    <a:pt x="91763" y="73240"/>
                  </a:lnTo>
                  <a:lnTo>
                    <a:pt x="93063" y="69653"/>
                  </a:lnTo>
                  <a:lnTo>
                    <a:pt x="93926" y="69032"/>
                  </a:lnTo>
                  <a:lnTo>
                    <a:pt x="97534" y="69251"/>
                  </a:lnTo>
                  <a:lnTo>
                    <a:pt x="98391" y="69143"/>
                  </a:lnTo>
                  <a:lnTo>
                    <a:pt x="98949" y="68793"/>
                  </a:lnTo>
                  <a:lnTo>
                    <a:pt x="98847" y="68340"/>
                  </a:lnTo>
                  <a:lnTo>
                    <a:pt x="98085" y="67785"/>
                  </a:lnTo>
                  <a:lnTo>
                    <a:pt x="97056" y="67629"/>
                  </a:lnTo>
                  <a:lnTo>
                    <a:pt x="97030" y="67377"/>
                  </a:lnTo>
                  <a:lnTo>
                    <a:pt x="97411" y="66789"/>
                  </a:lnTo>
                  <a:lnTo>
                    <a:pt x="97976" y="66449"/>
                  </a:lnTo>
                  <a:lnTo>
                    <a:pt x="99753" y="66044"/>
                  </a:lnTo>
                  <a:lnTo>
                    <a:pt x="100922" y="67333"/>
                  </a:lnTo>
                  <a:lnTo>
                    <a:pt x="101716" y="67427"/>
                  </a:lnTo>
                  <a:lnTo>
                    <a:pt x="104355" y="65995"/>
                  </a:lnTo>
                  <a:lnTo>
                    <a:pt x="108409" y="62192"/>
                  </a:lnTo>
                  <a:lnTo>
                    <a:pt x="110031" y="61135"/>
                  </a:lnTo>
                  <a:lnTo>
                    <a:pt x="111434" y="60950"/>
                  </a:lnTo>
                  <a:lnTo>
                    <a:pt x="112621" y="61641"/>
                  </a:lnTo>
                  <a:lnTo>
                    <a:pt x="113535" y="61461"/>
                  </a:lnTo>
                  <a:lnTo>
                    <a:pt x="114738" y="59316"/>
                  </a:lnTo>
                  <a:lnTo>
                    <a:pt x="115213" y="58174"/>
                  </a:lnTo>
                  <a:lnTo>
                    <a:pt x="115954" y="57185"/>
                  </a:lnTo>
                  <a:lnTo>
                    <a:pt x="118955" y="54956"/>
                  </a:lnTo>
                  <a:lnTo>
                    <a:pt x="120877" y="54479"/>
                  </a:lnTo>
                  <a:lnTo>
                    <a:pt x="122051" y="54890"/>
                  </a:lnTo>
                  <a:lnTo>
                    <a:pt x="123449" y="55814"/>
                  </a:lnTo>
                  <a:lnTo>
                    <a:pt x="124600" y="56172"/>
                  </a:lnTo>
                  <a:lnTo>
                    <a:pt x="126115" y="55900"/>
                  </a:lnTo>
                  <a:lnTo>
                    <a:pt x="127246" y="56023"/>
                  </a:lnTo>
                  <a:lnTo>
                    <a:pt x="127786" y="55573"/>
                  </a:lnTo>
                  <a:lnTo>
                    <a:pt x="129719" y="53033"/>
                  </a:lnTo>
                  <a:lnTo>
                    <a:pt x="130346" y="53008"/>
                  </a:lnTo>
                  <a:lnTo>
                    <a:pt x="130951" y="53756"/>
                  </a:lnTo>
                  <a:lnTo>
                    <a:pt x="131925" y="55602"/>
                  </a:lnTo>
                  <a:lnTo>
                    <a:pt x="131928" y="56525"/>
                  </a:lnTo>
                  <a:lnTo>
                    <a:pt x="130661" y="58776"/>
                  </a:lnTo>
                  <a:lnTo>
                    <a:pt x="121333" y="65211"/>
                  </a:lnTo>
                  <a:lnTo>
                    <a:pt x="118459" y="67988"/>
                  </a:lnTo>
                  <a:lnTo>
                    <a:pt x="117037" y="69009"/>
                  </a:lnTo>
                  <a:lnTo>
                    <a:pt x="115564" y="69583"/>
                  </a:lnTo>
                  <a:lnTo>
                    <a:pt x="112712" y="70063"/>
                  </a:lnTo>
                  <a:lnTo>
                    <a:pt x="111579" y="70629"/>
                  </a:lnTo>
                  <a:lnTo>
                    <a:pt x="109662" y="71135"/>
                  </a:lnTo>
                  <a:lnTo>
                    <a:pt x="105176" y="72026"/>
                  </a:lnTo>
                  <a:lnTo>
                    <a:pt x="104313" y="72458"/>
                  </a:lnTo>
                  <a:lnTo>
                    <a:pt x="103726" y="72963"/>
                  </a:lnTo>
                  <a:lnTo>
                    <a:pt x="102115" y="76370"/>
                  </a:lnTo>
                  <a:lnTo>
                    <a:pt x="101332" y="77482"/>
                  </a:lnTo>
                  <a:lnTo>
                    <a:pt x="99790" y="79159"/>
                  </a:lnTo>
                  <a:lnTo>
                    <a:pt x="98059" y="80187"/>
                  </a:lnTo>
                  <a:lnTo>
                    <a:pt x="95694" y="80580"/>
                  </a:lnTo>
                  <a:lnTo>
                    <a:pt x="94189" y="82178"/>
                  </a:lnTo>
                  <a:lnTo>
                    <a:pt x="92457" y="85262"/>
                  </a:lnTo>
                  <a:lnTo>
                    <a:pt x="91059" y="87409"/>
                  </a:lnTo>
                  <a:lnTo>
                    <a:pt x="89462" y="89230"/>
                  </a:lnTo>
                  <a:lnTo>
                    <a:pt x="87728" y="91607"/>
                  </a:lnTo>
                  <a:lnTo>
                    <a:pt x="87275" y="92860"/>
                  </a:lnTo>
                  <a:lnTo>
                    <a:pt x="87792" y="94509"/>
                  </a:lnTo>
                  <a:lnTo>
                    <a:pt x="88079" y="95059"/>
                  </a:lnTo>
                  <a:lnTo>
                    <a:pt x="89824" y="95946"/>
                  </a:lnTo>
                  <a:lnTo>
                    <a:pt x="90500" y="95747"/>
                  </a:lnTo>
                  <a:lnTo>
                    <a:pt x="89877" y="94863"/>
                  </a:lnTo>
                  <a:lnTo>
                    <a:pt x="88412" y="93585"/>
                  </a:lnTo>
                  <a:lnTo>
                    <a:pt x="88214" y="93127"/>
                  </a:lnTo>
                  <a:lnTo>
                    <a:pt x="88590" y="92767"/>
                  </a:lnTo>
                  <a:lnTo>
                    <a:pt x="95472" y="93728"/>
                  </a:lnTo>
                  <a:lnTo>
                    <a:pt x="96949" y="92756"/>
                  </a:lnTo>
                  <a:lnTo>
                    <a:pt x="97467" y="91934"/>
                  </a:lnTo>
                  <a:lnTo>
                    <a:pt x="97357" y="91511"/>
                  </a:lnTo>
                  <a:lnTo>
                    <a:pt x="95491" y="91335"/>
                  </a:lnTo>
                  <a:lnTo>
                    <a:pt x="95091" y="90550"/>
                  </a:lnTo>
                  <a:lnTo>
                    <a:pt x="94797" y="89072"/>
                  </a:lnTo>
                  <a:lnTo>
                    <a:pt x="94734" y="87900"/>
                  </a:lnTo>
                  <a:lnTo>
                    <a:pt x="94903" y="87029"/>
                  </a:lnTo>
                  <a:lnTo>
                    <a:pt x="95323" y="85918"/>
                  </a:lnTo>
                  <a:lnTo>
                    <a:pt x="97323" y="84103"/>
                  </a:lnTo>
                  <a:lnTo>
                    <a:pt x="99476" y="83326"/>
                  </a:lnTo>
                  <a:lnTo>
                    <a:pt x="101135" y="82300"/>
                  </a:lnTo>
                  <a:lnTo>
                    <a:pt x="102050" y="81330"/>
                  </a:lnTo>
                  <a:lnTo>
                    <a:pt x="104522" y="79674"/>
                  </a:lnTo>
                  <a:lnTo>
                    <a:pt x="105514" y="78330"/>
                  </a:lnTo>
                  <a:lnTo>
                    <a:pt x="106049" y="77288"/>
                  </a:lnTo>
                  <a:lnTo>
                    <a:pt x="106116" y="76768"/>
                  </a:lnTo>
                  <a:lnTo>
                    <a:pt x="105666" y="76391"/>
                  </a:lnTo>
                  <a:lnTo>
                    <a:pt x="106032" y="75494"/>
                  </a:lnTo>
                  <a:lnTo>
                    <a:pt x="107834" y="74693"/>
                  </a:lnTo>
                  <a:lnTo>
                    <a:pt x="108627" y="74625"/>
                  </a:lnTo>
                  <a:lnTo>
                    <a:pt x="111158" y="75393"/>
                  </a:lnTo>
                  <a:lnTo>
                    <a:pt x="111618" y="75993"/>
                  </a:lnTo>
                  <a:lnTo>
                    <a:pt x="111368" y="77586"/>
                  </a:lnTo>
                  <a:lnTo>
                    <a:pt x="111723" y="77511"/>
                  </a:lnTo>
                  <a:lnTo>
                    <a:pt x="112699" y="75488"/>
                  </a:lnTo>
                  <a:lnTo>
                    <a:pt x="113244" y="74814"/>
                  </a:lnTo>
                  <a:lnTo>
                    <a:pt x="113806" y="74682"/>
                  </a:lnTo>
                  <a:lnTo>
                    <a:pt x="114375" y="74941"/>
                  </a:lnTo>
                  <a:lnTo>
                    <a:pt x="114950" y="75591"/>
                  </a:lnTo>
                  <a:lnTo>
                    <a:pt x="115263" y="77536"/>
                  </a:lnTo>
                  <a:lnTo>
                    <a:pt x="115312" y="80775"/>
                  </a:lnTo>
                  <a:lnTo>
                    <a:pt x="115443" y="82080"/>
                  </a:lnTo>
                  <a:lnTo>
                    <a:pt x="116091" y="79841"/>
                  </a:lnTo>
                  <a:lnTo>
                    <a:pt x="116543" y="78802"/>
                  </a:lnTo>
                  <a:lnTo>
                    <a:pt x="119010" y="74037"/>
                  </a:lnTo>
                  <a:lnTo>
                    <a:pt x="120675" y="71425"/>
                  </a:lnTo>
                  <a:lnTo>
                    <a:pt x="122544" y="68880"/>
                  </a:lnTo>
                  <a:lnTo>
                    <a:pt x="125259" y="66981"/>
                  </a:lnTo>
                  <a:lnTo>
                    <a:pt x="131537" y="63830"/>
                  </a:lnTo>
                  <a:lnTo>
                    <a:pt x="135073" y="62982"/>
                  </a:lnTo>
                  <a:lnTo>
                    <a:pt x="136865" y="62198"/>
                  </a:lnTo>
                  <a:lnTo>
                    <a:pt x="137742" y="61517"/>
                  </a:lnTo>
                  <a:lnTo>
                    <a:pt x="138301" y="60676"/>
                  </a:lnTo>
                  <a:lnTo>
                    <a:pt x="139284" y="59709"/>
                  </a:lnTo>
                  <a:lnTo>
                    <a:pt x="139460" y="59789"/>
                  </a:lnTo>
                  <a:lnTo>
                    <a:pt x="139078" y="61816"/>
                  </a:lnTo>
                  <a:lnTo>
                    <a:pt x="138827" y="62403"/>
                  </a:lnTo>
                  <a:lnTo>
                    <a:pt x="136529" y="63658"/>
                  </a:lnTo>
                  <a:lnTo>
                    <a:pt x="136304" y="64616"/>
                  </a:lnTo>
                  <a:lnTo>
                    <a:pt x="136553" y="66096"/>
                  </a:lnTo>
                  <a:lnTo>
                    <a:pt x="136950" y="67071"/>
                  </a:lnTo>
                  <a:lnTo>
                    <a:pt x="137496" y="67543"/>
                  </a:lnTo>
                  <a:lnTo>
                    <a:pt x="138450" y="67208"/>
                  </a:lnTo>
                  <a:lnTo>
                    <a:pt x="139812" y="66067"/>
                  </a:lnTo>
                  <a:lnTo>
                    <a:pt x="141510" y="64319"/>
                  </a:lnTo>
                  <a:lnTo>
                    <a:pt x="145179" y="59887"/>
                  </a:lnTo>
                  <a:lnTo>
                    <a:pt x="145495" y="59076"/>
                  </a:lnTo>
                  <a:lnTo>
                    <a:pt x="146423" y="55515"/>
                  </a:lnTo>
                  <a:lnTo>
                    <a:pt x="148526" y="53942"/>
                  </a:lnTo>
                  <a:lnTo>
                    <a:pt x="152334" y="52153"/>
                  </a:lnTo>
                  <a:lnTo>
                    <a:pt x="153268" y="51016"/>
                  </a:lnTo>
                  <a:lnTo>
                    <a:pt x="149928" y="50054"/>
                  </a:lnTo>
                  <a:lnTo>
                    <a:pt x="149236" y="49392"/>
                  </a:lnTo>
                  <a:lnTo>
                    <a:pt x="149127" y="48995"/>
                  </a:lnTo>
                  <a:lnTo>
                    <a:pt x="149757" y="47979"/>
                  </a:lnTo>
                  <a:lnTo>
                    <a:pt x="148231" y="46968"/>
                  </a:lnTo>
                  <a:lnTo>
                    <a:pt x="147671" y="46345"/>
                  </a:lnTo>
                  <a:lnTo>
                    <a:pt x="147695" y="44532"/>
                  </a:lnTo>
                  <a:lnTo>
                    <a:pt x="148164" y="43231"/>
                  </a:lnTo>
                  <a:lnTo>
                    <a:pt x="149163" y="41973"/>
                  </a:lnTo>
                  <a:lnTo>
                    <a:pt x="149732" y="41753"/>
                  </a:lnTo>
                  <a:lnTo>
                    <a:pt x="151222" y="42485"/>
                  </a:lnTo>
                  <a:lnTo>
                    <a:pt x="152474" y="43429"/>
                  </a:lnTo>
                  <a:lnTo>
                    <a:pt x="156800" y="47813"/>
                  </a:lnTo>
                  <a:lnTo>
                    <a:pt x="158537" y="49959"/>
                  </a:lnTo>
                  <a:lnTo>
                    <a:pt x="159543" y="51637"/>
                  </a:lnTo>
                  <a:lnTo>
                    <a:pt x="161979" y="56886"/>
                  </a:lnTo>
                  <a:lnTo>
                    <a:pt x="163053" y="59919"/>
                  </a:lnTo>
                  <a:lnTo>
                    <a:pt x="163914" y="63042"/>
                  </a:lnTo>
                  <a:lnTo>
                    <a:pt x="164763" y="65296"/>
                  </a:lnTo>
                  <a:lnTo>
                    <a:pt x="165600" y="66678"/>
                  </a:lnTo>
                  <a:lnTo>
                    <a:pt x="169763" y="72147"/>
                  </a:lnTo>
                  <a:lnTo>
                    <a:pt x="171911" y="74457"/>
                  </a:lnTo>
                  <a:lnTo>
                    <a:pt x="173711" y="75891"/>
                  </a:lnTo>
                  <a:lnTo>
                    <a:pt x="175778" y="77031"/>
                  </a:lnTo>
                  <a:lnTo>
                    <a:pt x="178112" y="77870"/>
                  </a:lnTo>
                  <a:lnTo>
                    <a:pt x="179702" y="77940"/>
                  </a:lnTo>
                  <a:lnTo>
                    <a:pt x="182175" y="75612"/>
                  </a:lnTo>
                  <a:lnTo>
                    <a:pt x="182233" y="74082"/>
                  </a:lnTo>
                  <a:lnTo>
                    <a:pt x="181143" y="71529"/>
                  </a:lnTo>
                  <a:lnTo>
                    <a:pt x="180046" y="69762"/>
                  </a:lnTo>
                  <a:lnTo>
                    <a:pt x="180177" y="68684"/>
                  </a:lnTo>
                  <a:lnTo>
                    <a:pt x="181628" y="66618"/>
                  </a:lnTo>
                  <a:lnTo>
                    <a:pt x="181531" y="65898"/>
                  </a:lnTo>
                  <a:lnTo>
                    <a:pt x="181838" y="63768"/>
                  </a:lnTo>
                  <a:lnTo>
                    <a:pt x="182841" y="64175"/>
                  </a:lnTo>
                  <a:lnTo>
                    <a:pt x="183237" y="64093"/>
                  </a:lnTo>
                  <a:lnTo>
                    <a:pt x="183796" y="63311"/>
                  </a:lnTo>
                  <a:lnTo>
                    <a:pt x="184519" y="61830"/>
                  </a:lnTo>
                  <a:lnTo>
                    <a:pt x="185429" y="60607"/>
                  </a:lnTo>
                  <a:lnTo>
                    <a:pt x="186528" y="59640"/>
                  </a:lnTo>
                  <a:lnTo>
                    <a:pt x="186824" y="59004"/>
                  </a:lnTo>
                  <a:lnTo>
                    <a:pt x="185735" y="58547"/>
                  </a:lnTo>
                  <a:lnTo>
                    <a:pt x="185074" y="58545"/>
                  </a:lnTo>
                  <a:lnTo>
                    <a:pt x="184584" y="58337"/>
                  </a:lnTo>
                  <a:lnTo>
                    <a:pt x="184264" y="57923"/>
                  </a:lnTo>
                  <a:lnTo>
                    <a:pt x="184701" y="57476"/>
                  </a:lnTo>
                  <a:lnTo>
                    <a:pt x="187087" y="56340"/>
                  </a:lnTo>
                  <a:lnTo>
                    <a:pt x="187533" y="55252"/>
                  </a:lnTo>
                  <a:lnTo>
                    <a:pt x="188297" y="54530"/>
                  </a:lnTo>
                  <a:lnTo>
                    <a:pt x="189274" y="54241"/>
                  </a:lnTo>
                  <a:lnTo>
                    <a:pt x="189878" y="54540"/>
                  </a:lnTo>
                  <a:lnTo>
                    <a:pt x="190546" y="55442"/>
                  </a:lnTo>
                  <a:lnTo>
                    <a:pt x="190581" y="56880"/>
                  </a:lnTo>
                  <a:lnTo>
                    <a:pt x="190285" y="59225"/>
                  </a:lnTo>
                  <a:lnTo>
                    <a:pt x="190230" y="61118"/>
                  </a:lnTo>
                  <a:lnTo>
                    <a:pt x="190978" y="65582"/>
                  </a:lnTo>
                  <a:lnTo>
                    <a:pt x="191641" y="66554"/>
                  </a:lnTo>
                  <a:lnTo>
                    <a:pt x="194227" y="67870"/>
                  </a:lnTo>
                  <a:lnTo>
                    <a:pt x="194068" y="68958"/>
                  </a:lnTo>
                  <a:lnTo>
                    <a:pt x="191077" y="73666"/>
                  </a:lnTo>
                  <a:lnTo>
                    <a:pt x="190438" y="74819"/>
                  </a:lnTo>
                  <a:lnTo>
                    <a:pt x="190122" y="75696"/>
                  </a:lnTo>
                  <a:lnTo>
                    <a:pt x="190229" y="76438"/>
                  </a:lnTo>
                  <a:lnTo>
                    <a:pt x="190757" y="77047"/>
                  </a:lnTo>
                  <a:lnTo>
                    <a:pt x="191771" y="77478"/>
                  </a:lnTo>
                  <a:lnTo>
                    <a:pt x="194376" y="77654"/>
                  </a:lnTo>
                  <a:lnTo>
                    <a:pt x="195090" y="77241"/>
                  </a:lnTo>
                  <a:lnTo>
                    <a:pt x="200159" y="77106"/>
                  </a:lnTo>
                  <a:lnTo>
                    <a:pt x="201088" y="76754"/>
                  </a:lnTo>
                  <a:lnTo>
                    <a:pt x="201871" y="75847"/>
                  </a:lnTo>
                  <a:lnTo>
                    <a:pt x="203009" y="73584"/>
                  </a:lnTo>
                  <a:lnTo>
                    <a:pt x="204304" y="72893"/>
                  </a:lnTo>
                  <a:lnTo>
                    <a:pt x="204710" y="72258"/>
                  </a:lnTo>
                  <a:lnTo>
                    <a:pt x="205507" y="69570"/>
                  </a:lnTo>
                  <a:lnTo>
                    <a:pt x="205899" y="66447"/>
                  </a:lnTo>
                  <a:lnTo>
                    <a:pt x="206288" y="65137"/>
                  </a:lnTo>
                  <a:lnTo>
                    <a:pt x="206873" y="64324"/>
                  </a:lnTo>
                  <a:lnTo>
                    <a:pt x="207668" y="64062"/>
                  </a:lnTo>
                  <a:lnTo>
                    <a:pt x="209639" y="64370"/>
                  </a:lnTo>
                  <a:lnTo>
                    <a:pt x="210566" y="64106"/>
                  </a:lnTo>
                  <a:lnTo>
                    <a:pt x="214218" y="64370"/>
                  </a:lnTo>
                  <a:lnTo>
                    <a:pt x="217871" y="64142"/>
                  </a:lnTo>
                  <a:lnTo>
                    <a:pt x="221648" y="64693"/>
                  </a:lnTo>
                  <a:lnTo>
                    <a:pt x="224074" y="65335"/>
                  </a:lnTo>
                  <a:lnTo>
                    <a:pt x="226316" y="66346"/>
                  </a:lnTo>
                  <a:lnTo>
                    <a:pt x="230618" y="68744"/>
                  </a:lnTo>
                  <a:lnTo>
                    <a:pt x="232319" y="70031"/>
                  </a:lnTo>
                  <a:lnTo>
                    <a:pt x="238327" y="75832"/>
                  </a:lnTo>
                  <a:lnTo>
                    <a:pt x="240083" y="77013"/>
                  </a:lnTo>
                  <a:lnTo>
                    <a:pt x="243387" y="78143"/>
                  </a:lnTo>
                  <a:lnTo>
                    <a:pt x="254713" y="80659"/>
                  </a:lnTo>
                  <a:lnTo>
                    <a:pt x="256138" y="81336"/>
                  </a:lnTo>
                  <a:lnTo>
                    <a:pt x="259121" y="83978"/>
                  </a:lnTo>
                  <a:lnTo>
                    <a:pt x="261177" y="85519"/>
                  </a:lnTo>
                  <a:lnTo>
                    <a:pt x="263614" y="86990"/>
                  </a:lnTo>
                  <a:lnTo>
                    <a:pt x="266662" y="88262"/>
                  </a:lnTo>
                  <a:lnTo>
                    <a:pt x="272635" y="90182"/>
                  </a:lnTo>
                  <a:lnTo>
                    <a:pt x="273606" y="90817"/>
                  </a:lnTo>
                  <a:lnTo>
                    <a:pt x="274702" y="91003"/>
                  </a:lnTo>
                  <a:lnTo>
                    <a:pt x="275922" y="90742"/>
                  </a:lnTo>
                  <a:lnTo>
                    <a:pt x="281397" y="91840"/>
                  </a:lnTo>
                  <a:lnTo>
                    <a:pt x="282840" y="91786"/>
                  </a:lnTo>
                  <a:lnTo>
                    <a:pt x="283881" y="91993"/>
                  </a:lnTo>
                  <a:lnTo>
                    <a:pt x="285163" y="92785"/>
                  </a:lnTo>
                  <a:lnTo>
                    <a:pt x="287041" y="93075"/>
                  </a:lnTo>
                  <a:lnTo>
                    <a:pt x="286975" y="92531"/>
                  </a:lnTo>
                  <a:lnTo>
                    <a:pt x="284830" y="89502"/>
                  </a:lnTo>
                  <a:lnTo>
                    <a:pt x="284925" y="89025"/>
                  </a:lnTo>
                  <a:lnTo>
                    <a:pt x="285807" y="88987"/>
                  </a:lnTo>
                  <a:lnTo>
                    <a:pt x="288461" y="89497"/>
                  </a:lnTo>
                  <a:lnTo>
                    <a:pt x="289069" y="88634"/>
                  </a:lnTo>
                  <a:lnTo>
                    <a:pt x="289954" y="88654"/>
                  </a:lnTo>
                  <a:lnTo>
                    <a:pt x="291970" y="89069"/>
                  </a:lnTo>
                  <a:lnTo>
                    <a:pt x="294144" y="90004"/>
                  </a:lnTo>
                  <a:lnTo>
                    <a:pt x="296474" y="91455"/>
                  </a:lnTo>
                  <a:lnTo>
                    <a:pt x="299306" y="92689"/>
                  </a:lnTo>
                  <a:lnTo>
                    <a:pt x="303605" y="95761"/>
                  </a:lnTo>
                  <a:lnTo>
                    <a:pt x="305979" y="98318"/>
                  </a:lnTo>
                  <a:lnTo>
                    <a:pt x="308231" y="101495"/>
                  </a:lnTo>
                  <a:lnTo>
                    <a:pt x="309466" y="103703"/>
                  </a:lnTo>
                  <a:lnTo>
                    <a:pt x="309683" y="104942"/>
                  </a:lnTo>
                  <a:lnTo>
                    <a:pt x="310154" y="105555"/>
                  </a:lnTo>
                  <a:lnTo>
                    <a:pt x="310878" y="105545"/>
                  </a:lnTo>
                  <a:lnTo>
                    <a:pt x="311152" y="106016"/>
                  </a:lnTo>
                  <a:lnTo>
                    <a:pt x="310503" y="108751"/>
                  </a:lnTo>
                  <a:lnTo>
                    <a:pt x="310129" y="109434"/>
                  </a:lnTo>
                  <a:lnTo>
                    <a:pt x="309638" y="109924"/>
                  </a:lnTo>
                  <a:lnTo>
                    <a:pt x="307580" y="110484"/>
                  </a:lnTo>
                  <a:lnTo>
                    <a:pt x="301935" y="109823"/>
                  </a:lnTo>
                  <a:lnTo>
                    <a:pt x="300935" y="112038"/>
                  </a:lnTo>
                  <a:lnTo>
                    <a:pt x="297772" y="113906"/>
                  </a:lnTo>
                  <a:lnTo>
                    <a:pt x="297209" y="114723"/>
                  </a:lnTo>
                  <a:lnTo>
                    <a:pt x="297085" y="115320"/>
                  </a:lnTo>
                  <a:lnTo>
                    <a:pt x="297311" y="117259"/>
                  </a:lnTo>
                  <a:lnTo>
                    <a:pt x="296911" y="117854"/>
                  </a:lnTo>
                  <a:lnTo>
                    <a:pt x="294322" y="120067"/>
                  </a:lnTo>
                  <a:lnTo>
                    <a:pt x="294234" y="120693"/>
                  </a:lnTo>
                  <a:lnTo>
                    <a:pt x="295914" y="121599"/>
                  </a:lnTo>
                  <a:lnTo>
                    <a:pt x="297701" y="123150"/>
                  </a:lnTo>
                  <a:lnTo>
                    <a:pt x="299105" y="123528"/>
                  </a:lnTo>
                  <a:lnTo>
                    <a:pt x="300883" y="123316"/>
                  </a:lnTo>
                  <a:lnTo>
                    <a:pt x="303113" y="123859"/>
                  </a:lnTo>
                  <a:lnTo>
                    <a:pt x="305800" y="125159"/>
                  </a:lnTo>
                  <a:lnTo>
                    <a:pt x="307669" y="125752"/>
                  </a:lnTo>
                  <a:lnTo>
                    <a:pt x="308720" y="125638"/>
                  </a:lnTo>
                  <a:lnTo>
                    <a:pt x="310154" y="125877"/>
                  </a:lnTo>
                  <a:lnTo>
                    <a:pt x="311971" y="126469"/>
                  </a:lnTo>
                  <a:lnTo>
                    <a:pt x="314402" y="126674"/>
                  </a:lnTo>
                  <a:lnTo>
                    <a:pt x="319776" y="126620"/>
                  </a:lnTo>
                  <a:lnTo>
                    <a:pt x="321387" y="127066"/>
                  </a:lnTo>
                  <a:lnTo>
                    <a:pt x="323637" y="127267"/>
                  </a:lnTo>
                  <a:lnTo>
                    <a:pt x="327969" y="127206"/>
                  </a:lnTo>
                  <a:lnTo>
                    <a:pt x="328750" y="127123"/>
                  </a:lnTo>
                  <a:lnTo>
                    <a:pt x="330138" y="126094"/>
                  </a:lnTo>
                  <a:lnTo>
                    <a:pt x="331034" y="125753"/>
                  </a:lnTo>
                  <a:lnTo>
                    <a:pt x="332592" y="125735"/>
                  </a:lnTo>
                  <a:lnTo>
                    <a:pt x="337085" y="124979"/>
                  </a:lnTo>
                  <a:lnTo>
                    <a:pt x="338641" y="124993"/>
                  </a:lnTo>
                  <a:lnTo>
                    <a:pt x="340080" y="124422"/>
                  </a:lnTo>
                  <a:lnTo>
                    <a:pt x="341919" y="123267"/>
                  </a:lnTo>
                  <a:lnTo>
                    <a:pt x="343054" y="123051"/>
                  </a:lnTo>
                  <a:lnTo>
                    <a:pt x="343485" y="123769"/>
                  </a:lnTo>
                  <a:lnTo>
                    <a:pt x="344260" y="124083"/>
                  </a:lnTo>
                  <a:lnTo>
                    <a:pt x="345381" y="123989"/>
                  </a:lnTo>
                  <a:lnTo>
                    <a:pt x="347512" y="122762"/>
                  </a:lnTo>
                  <a:lnTo>
                    <a:pt x="352494" y="119161"/>
                  </a:lnTo>
                  <a:lnTo>
                    <a:pt x="354285" y="119167"/>
                  </a:lnTo>
                  <a:lnTo>
                    <a:pt x="355601" y="118037"/>
                  </a:lnTo>
                  <a:lnTo>
                    <a:pt x="355923" y="118017"/>
                  </a:lnTo>
                  <a:lnTo>
                    <a:pt x="356285" y="118482"/>
                  </a:lnTo>
                  <a:lnTo>
                    <a:pt x="357505" y="121120"/>
                  </a:lnTo>
                  <a:lnTo>
                    <a:pt x="357876" y="121545"/>
                  </a:lnTo>
                  <a:lnTo>
                    <a:pt x="358715" y="121773"/>
                  </a:lnTo>
                  <a:lnTo>
                    <a:pt x="359534" y="123123"/>
                  </a:lnTo>
                  <a:lnTo>
                    <a:pt x="360387" y="125143"/>
                  </a:lnTo>
                  <a:lnTo>
                    <a:pt x="361028" y="125706"/>
                  </a:lnTo>
                  <a:lnTo>
                    <a:pt x="365701" y="125792"/>
                  </a:lnTo>
                  <a:lnTo>
                    <a:pt x="367347" y="126355"/>
                  </a:lnTo>
                  <a:lnTo>
                    <a:pt x="367845" y="126934"/>
                  </a:lnTo>
                  <a:lnTo>
                    <a:pt x="368346" y="128531"/>
                  </a:lnTo>
                  <a:lnTo>
                    <a:pt x="368654" y="131626"/>
                  </a:lnTo>
                  <a:lnTo>
                    <a:pt x="368859" y="132761"/>
                  </a:lnTo>
                  <a:lnTo>
                    <a:pt x="369537" y="134412"/>
                  </a:lnTo>
                  <a:lnTo>
                    <a:pt x="369985" y="134888"/>
                  </a:lnTo>
                  <a:lnTo>
                    <a:pt x="370409" y="134429"/>
                  </a:lnTo>
                  <a:lnTo>
                    <a:pt x="371561" y="130135"/>
                  </a:lnTo>
                  <a:lnTo>
                    <a:pt x="371962" y="129444"/>
                  </a:lnTo>
                  <a:lnTo>
                    <a:pt x="372732" y="129685"/>
                  </a:lnTo>
                  <a:lnTo>
                    <a:pt x="372967" y="129897"/>
                  </a:lnTo>
                  <a:lnTo>
                    <a:pt x="374134" y="133076"/>
                  </a:lnTo>
                  <a:lnTo>
                    <a:pt x="375797" y="135436"/>
                  </a:lnTo>
                  <a:lnTo>
                    <a:pt x="379920" y="139781"/>
                  </a:lnTo>
                  <a:lnTo>
                    <a:pt x="380590" y="141373"/>
                  </a:lnTo>
                  <a:lnTo>
                    <a:pt x="380835" y="142554"/>
                  </a:lnTo>
                  <a:lnTo>
                    <a:pt x="380602" y="143610"/>
                  </a:lnTo>
                  <a:lnTo>
                    <a:pt x="379890" y="144545"/>
                  </a:lnTo>
                  <a:lnTo>
                    <a:pt x="378773" y="145295"/>
                  </a:lnTo>
                  <a:lnTo>
                    <a:pt x="377249" y="145862"/>
                  </a:lnTo>
                  <a:lnTo>
                    <a:pt x="375828" y="145657"/>
                  </a:lnTo>
                  <a:lnTo>
                    <a:pt x="374507" y="144685"/>
                  </a:lnTo>
                  <a:lnTo>
                    <a:pt x="374082" y="144630"/>
                  </a:lnTo>
                  <a:lnTo>
                    <a:pt x="374551" y="145495"/>
                  </a:lnTo>
                  <a:lnTo>
                    <a:pt x="377280" y="149093"/>
                  </a:lnTo>
                  <a:lnTo>
                    <a:pt x="377976" y="150530"/>
                  </a:lnTo>
                  <a:lnTo>
                    <a:pt x="378623" y="151483"/>
                  </a:lnTo>
                  <a:lnTo>
                    <a:pt x="379219" y="151956"/>
                  </a:lnTo>
                  <a:lnTo>
                    <a:pt x="379770" y="152734"/>
                  </a:lnTo>
                  <a:lnTo>
                    <a:pt x="380274" y="153819"/>
                  </a:lnTo>
                  <a:lnTo>
                    <a:pt x="382541" y="156703"/>
                  </a:lnTo>
                  <a:lnTo>
                    <a:pt x="383186" y="158080"/>
                  </a:lnTo>
                  <a:lnTo>
                    <a:pt x="385771" y="162374"/>
                  </a:lnTo>
                  <a:lnTo>
                    <a:pt x="386998" y="164062"/>
                  </a:lnTo>
                  <a:lnTo>
                    <a:pt x="387945" y="165033"/>
                  </a:lnTo>
                  <a:lnTo>
                    <a:pt x="388312" y="165129"/>
                  </a:lnTo>
                  <a:lnTo>
                    <a:pt x="388098" y="164350"/>
                  </a:lnTo>
                  <a:lnTo>
                    <a:pt x="384803" y="158630"/>
                  </a:lnTo>
                  <a:lnTo>
                    <a:pt x="383124" y="155038"/>
                  </a:lnTo>
                  <a:lnTo>
                    <a:pt x="382888" y="154177"/>
                  </a:lnTo>
                  <a:lnTo>
                    <a:pt x="382780" y="152860"/>
                  </a:lnTo>
                  <a:lnTo>
                    <a:pt x="382713" y="148495"/>
                  </a:lnTo>
                  <a:lnTo>
                    <a:pt x="382954" y="147826"/>
                  </a:lnTo>
                  <a:lnTo>
                    <a:pt x="384092" y="147264"/>
                  </a:lnTo>
                  <a:lnTo>
                    <a:pt x="385553" y="149243"/>
                  </a:lnTo>
                  <a:lnTo>
                    <a:pt x="386105" y="149521"/>
                  </a:lnTo>
                  <a:lnTo>
                    <a:pt x="386478" y="149404"/>
                  </a:lnTo>
                  <a:lnTo>
                    <a:pt x="386671" y="148893"/>
                  </a:lnTo>
                  <a:lnTo>
                    <a:pt x="387510" y="149367"/>
                  </a:lnTo>
                  <a:lnTo>
                    <a:pt x="388995" y="150827"/>
                  </a:lnTo>
                  <a:lnTo>
                    <a:pt x="389497" y="150851"/>
                  </a:lnTo>
                  <a:lnTo>
                    <a:pt x="388378" y="148055"/>
                  </a:lnTo>
                  <a:lnTo>
                    <a:pt x="387577" y="146690"/>
                  </a:lnTo>
                  <a:lnTo>
                    <a:pt x="387295" y="145738"/>
                  </a:lnTo>
                  <a:lnTo>
                    <a:pt x="388040" y="144305"/>
                  </a:lnTo>
                  <a:lnTo>
                    <a:pt x="387634" y="143581"/>
                  </a:lnTo>
                  <a:lnTo>
                    <a:pt x="385747" y="141473"/>
                  </a:lnTo>
                  <a:lnTo>
                    <a:pt x="384768" y="139288"/>
                  </a:lnTo>
                  <a:lnTo>
                    <a:pt x="383887" y="135987"/>
                  </a:lnTo>
                  <a:lnTo>
                    <a:pt x="383807" y="134703"/>
                  </a:lnTo>
                  <a:lnTo>
                    <a:pt x="383952" y="133344"/>
                  </a:lnTo>
                  <a:lnTo>
                    <a:pt x="383819" y="132249"/>
                  </a:lnTo>
                  <a:lnTo>
                    <a:pt x="382632" y="130015"/>
                  </a:lnTo>
                  <a:lnTo>
                    <a:pt x="381343" y="128469"/>
                  </a:lnTo>
                  <a:lnTo>
                    <a:pt x="380319" y="126672"/>
                  </a:lnTo>
                  <a:lnTo>
                    <a:pt x="380111" y="125726"/>
                  </a:lnTo>
                  <a:lnTo>
                    <a:pt x="380269" y="123168"/>
                  </a:lnTo>
                  <a:lnTo>
                    <a:pt x="381046" y="122053"/>
                  </a:lnTo>
                  <a:lnTo>
                    <a:pt x="382517" y="120561"/>
                  </a:lnTo>
                  <a:lnTo>
                    <a:pt x="382913" y="119024"/>
                  </a:lnTo>
                  <a:lnTo>
                    <a:pt x="382236" y="117438"/>
                  </a:lnTo>
                  <a:lnTo>
                    <a:pt x="382112" y="116717"/>
                  </a:lnTo>
                  <a:lnTo>
                    <a:pt x="382540" y="116857"/>
                  </a:lnTo>
                  <a:lnTo>
                    <a:pt x="385436" y="116060"/>
                  </a:lnTo>
                  <a:lnTo>
                    <a:pt x="386164" y="116340"/>
                  </a:lnTo>
                  <a:lnTo>
                    <a:pt x="387258" y="116000"/>
                  </a:lnTo>
                  <a:lnTo>
                    <a:pt x="388719" y="115036"/>
                  </a:lnTo>
                  <a:lnTo>
                    <a:pt x="389862" y="114603"/>
                  </a:lnTo>
                  <a:lnTo>
                    <a:pt x="391371" y="114667"/>
                  </a:lnTo>
                  <a:lnTo>
                    <a:pt x="392190" y="114434"/>
                  </a:lnTo>
                  <a:lnTo>
                    <a:pt x="393190" y="114007"/>
                  </a:lnTo>
                  <a:lnTo>
                    <a:pt x="393707" y="113528"/>
                  </a:lnTo>
                  <a:lnTo>
                    <a:pt x="394624" y="111697"/>
                  </a:lnTo>
                  <a:lnTo>
                    <a:pt x="395114" y="111425"/>
                  </a:lnTo>
                  <a:lnTo>
                    <a:pt x="396651" y="111624"/>
                  </a:lnTo>
                  <a:lnTo>
                    <a:pt x="397519" y="112026"/>
                  </a:lnTo>
                  <a:lnTo>
                    <a:pt x="397924" y="111881"/>
                  </a:lnTo>
                  <a:lnTo>
                    <a:pt x="397864" y="109284"/>
                  </a:lnTo>
                  <a:lnTo>
                    <a:pt x="398153" y="108372"/>
                  </a:lnTo>
                  <a:lnTo>
                    <a:pt x="399685" y="106484"/>
                  </a:lnTo>
                  <a:lnTo>
                    <a:pt x="401286" y="106287"/>
                  </a:lnTo>
                  <a:lnTo>
                    <a:pt x="402354" y="105772"/>
                  </a:lnTo>
                  <a:lnTo>
                    <a:pt x="403577" y="104714"/>
                  </a:lnTo>
                  <a:lnTo>
                    <a:pt x="404453" y="103768"/>
                  </a:lnTo>
                  <a:lnTo>
                    <a:pt x="405324" y="102248"/>
                  </a:lnTo>
                  <a:lnTo>
                    <a:pt x="405681" y="100306"/>
                  </a:lnTo>
                  <a:lnTo>
                    <a:pt x="405404" y="99749"/>
                  </a:lnTo>
                  <a:lnTo>
                    <a:pt x="403586" y="98999"/>
                  </a:lnTo>
                  <a:lnTo>
                    <a:pt x="402494" y="99388"/>
                  </a:lnTo>
                  <a:lnTo>
                    <a:pt x="400076" y="100771"/>
                  </a:lnTo>
                  <a:lnTo>
                    <a:pt x="397535" y="102547"/>
                  </a:lnTo>
                  <a:lnTo>
                    <a:pt x="396554" y="104198"/>
                  </a:lnTo>
                  <a:lnTo>
                    <a:pt x="396285" y="106314"/>
                  </a:lnTo>
                  <a:lnTo>
                    <a:pt x="395804" y="107248"/>
                  </a:lnTo>
                  <a:lnTo>
                    <a:pt x="393825" y="106363"/>
                  </a:lnTo>
                  <a:lnTo>
                    <a:pt x="392982" y="106378"/>
                  </a:lnTo>
                  <a:lnTo>
                    <a:pt x="391922" y="106746"/>
                  </a:lnTo>
                  <a:lnTo>
                    <a:pt x="390800" y="107559"/>
                  </a:lnTo>
                  <a:lnTo>
                    <a:pt x="389616" y="108819"/>
                  </a:lnTo>
                  <a:lnTo>
                    <a:pt x="387867" y="109048"/>
                  </a:lnTo>
                  <a:lnTo>
                    <a:pt x="385555" y="108247"/>
                  </a:lnTo>
                  <a:lnTo>
                    <a:pt x="384171" y="108025"/>
                  </a:lnTo>
                  <a:lnTo>
                    <a:pt x="382765" y="109364"/>
                  </a:lnTo>
                  <a:lnTo>
                    <a:pt x="382849" y="110360"/>
                  </a:lnTo>
                  <a:lnTo>
                    <a:pt x="383500" y="111811"/>
                  </a:lnTo>
                  <a:lnTo>
                    <a:pt x="382849" y="112674"/>
                  </a:lnTo>
                  <a:lnTo>
                    <a:pt x="379477" y="112993"/>
                  </a:lnTo>
                  <a:lnTo>
                    <a:pt x="378587" y="112805"/>
                  </a:lnTo>
                  <a:lnTo>
                    <a:pt x="376786" y="113378"/>
                  </a:lnTo>
                  <a:lnTo>
                    <a:pt x="376075" y="113254"/>
                  </a:lnTo>
                  <a:lnTo>
                    <a:pt x="375556" y="112561"/>
                  </a:lnTo>
                  <a:lnTo>
                    <a:pt x="371889" y="109612"/>
                  </a:lnTo>
                  <a:lnTo>
                    <a:pt x="371526" y="109018"/>
                  </a:lnTo>
                  <a:lnTo>
                    <a:pt x="372415" y="106623"/>
                  </a:lnTo>
                  <a:lnTo>
                    <a:pt x="375811" y="100143"/>
                  </a:lnTo>
                  <a:lnTo>
                    <a:pt x="376183" y="99759"/>
                  </a:lnTo>
                  <a:lnTo>
                    <a:pt x="382479" y="98633"/>
                  </a:lnTo>
                  <a:lnTo>
                    <a:pt x="386282" y="97452"/>
                  </a:lnTo>
                  <a:lnTo>
                    <a:pt x="393247" y="93889"/>
                  </a:lnTo>
                  <a:lnTo>
                    <a:pt x="394596" y="93593"/>
                  </a:lnTo>
                  <a:lnTo>
                    <a:pt x="399075" y="91229"/>
                  </a:lnTo>
                  <a:lnTo>
                    <a:pt x="400914" y="90626"/>
                  </a:lnTo>
                  <a:lnTo>
                    <a:pt x="402626" y="91035"/>
                  </a:lnTo>
                  <a:lnTo>
                    <a:pt x="405132" y="92254"/>
                  </a:lnTo>
                  <a:lnTo>
                    <a:pt x="406425" y="93336"/>
                  </a:lnTo>
                  <a:lnTo>
                    <a:pt x="407340" y="94688"/>
                  </a:lnTo>
                  <a:lnTo>
                    <a:pt x="408102" y="96572"/>
                  </a:lnTo>
                  <a:lnTo>
                    <a:pt x="409056" y="100726"/>
                  </a:lnTo>
                  <a:lnTo>
                    <a:pt x="409382" y="104267"/>
                  </a:lnTo>
                  <a:lnTo>
                    <a:pt x="409971" y="105580"/>
                  </a:lnTo>
                  <a:lnTo>
                    <a:pt x="412071" y="108045"/>
                  </a:lnTo>
                  <a:lnTo>
                    <a:pt x="413149" y="109002"/>
                  </a:lnTo>
                  <a:lnTo>
                    <a:pt x="413813" y="109301"/>
                  </a:lnTo>
                  <a:lnTo>
                    <a:pt x="414386" y="108724"/>
                  </a:lnTo>
                  <a:lnTo>
                    <a:pt x="414777" y="108631"/>
                  </a:lnTo>
                  <a:lnTo>
                    <a:pt x="415043" y="108854"/>
                  </a:lnTo>
                  <a:lnTo>
                    <a:pt x="415328" y="110406"/>
                  </a:lnTo>
                  <a:lnTo>
                    <a:pt x="415702" y="110560"/>
                  </a:lnTo>
                  <a:lnTo>
                    <a:pt x="416966" y="110369"/>
                  </a:lnTo>
                  <a:lnTo>
                    <a:pt x="418306" y="111009"/>
                  </a:lnTo>
                  <a:lnTo>
                    <a:pt x="418499" y="111487"/>
                  </a:lnTo>
                  <a:lnTo>
                    <a:pt x="418214" y="113411"/>
                  </a:lnTo>
                  <a:lnTo>
                    <a:pt x="418594" y="114218"/>
                  </a:lnTo>
                  <a:lnTo>
                    <a:pt x="420220" y="115941"/>
                  </a:lnTo>
                  <a:lnTo>
                    <a:pt x="421786" y="116590"/>
                  </a:lnTo>
                  <a:lnTo>
                    <a:pt x="423595" y="116886"/>
                  </a:lnTo>
                  <a:lnTo>
                    <a:pt x="426955" y="116594"/>
                  </a:lnTo>
                  <a:lnTo>
                    <a:pt x="429767" y="115766"/>
                  </a:lnTo>
                  <a:lnTo>
                    <a:pt x="431874" y="114408"/>
                  </a:lnTo>
                  <a:lnTo>
                    <a:pt x="433611" y="115922"/>
                  </a:lnTo>
                  <a:lnTo>
                    <a:pt x="437080" y="119574"/>
                  </a:lnTo>
                  <a:lnTo>
                    <a:pt x="439154" y="122159"/>
                  </a:lnTo>
                  <a:lnTo>
                    <a:pt x="440875" y="123376"/>
                  </a:lnTo>
                  <a:lnTo>
                    <a:pt x="444361" y="124834"/>
                  </a:lnTo>
                  <a:lnTo>
                    <a:pt x="445152" y="125619"/>
                  </a:lnTo>
                  <a:lnTo>
                    <a:pt x="446425" y="125706"/>
                  </a:lnTo>
                  <a:lnTo>
                    <a:pt x="448180" y="125097"/>
                  </a:lnTo>
                  <a:lnTo>
                    <a:pt x="450178" y="125333"/>
                  </a:lnTo>
                  <a:lnTo>
                    <a:pt x="452419" y="126417"/>
                  </a:lnTo>
                  <a:lnTo>
                    <a:pt x="453960" y="126874"/>
                  </a:lnTo>
                  <a:lnTo>
                    <a:pt x="459237" y="124830"/>
                  </a:lnTo>
                  <a:lnTo>
                    <a:pt x="460043" y="124732"/>
                  </a:lnTo>
                  <a:lnTo>
                    <a:pt x="462008" y="123748"/>
                  </a:lnTo>
                  <a:lnTo>
                    <a:pt x="463274" y="123449"/>
                  </a:lnTo>
                  <a:lnTo>
                    <a:pt x="464765" y="123474"/>
                  </a:lnTo>
                  <a:lnTo>
                    <a:pt x="465875" y="123173"/>
                  </a:lnTo>
                  <a:lnTo>
                    <a:pt x="466606" y="122552"/>
                  </a:lnTo>
                  <a:lnTo>
                    <a:pt x="469404" y="122578"/>
                  </a:lnTo>
                  <a:lnTo>
                    <a:pt x="474468" y="123279"/>
                  </a:lnTo>
                  <a:lnTo>
                    <a:pt x="477928" y="124188"/>
                  </a:lnTo>
                  <a:lnTo>
                    <a:pt x="479985" y="125333"/>
                  </a:lnTo>
                  <a:lnTo>
                    <a:pt x="481673" y="125974"/>
                  </a:lnTo>
                  <a:lnTo>
                    <a:pt x="482993" y="126115"/>
                  </a:lnTo>
                  <a:lnTo>
                    <a:pt x="484278" y="125911"/>
                  </a:lnTo>
                  <a:lnTo>
                    <a:pt x="485530" y="125360"/>
                  </a:lnTo>
                  <a:lnTo>
                    <a:pt x="486847" y="124316"/>
                  </a:lnTo>
                  <a:lnTo>
                    <a:pt x="489660" y="123780"/>
                  </a:lnTo>
                  <a:lnTo>
                    <a:pt x="490128" y="123505"/>
                  </a:lnTo>
                  <a:lnTo>
                    <a:pt x="490070" y="122936"/>
                  </a:lnTo>
                  <a:lnTo>
                    <a:pt x="489487" y="122068"/>
                  </a:lnTo>
                  <a:lnTo>
                    <a:pt x="487891" y="120425"/>
                  </a:lnTo>
                  <a:lnTo>
                    <a:pt x="486774" y="118821"/>
                  </a:lnTo>
                  <a:lnTo>
                    <a:pt x="486560" y="117802"/>
                  </a:lnTo>
                  <a:lnTo>
                    <a:pt x="486584" y="116567"/>
                  </a:lnTo>
                  <a:lnTo>
                    <a:pt x="486932" y="115854"/>
                  </a:lnTo>
                  <a:lnTo>
                    <a:pt x="487603" y="115664"/>
                  </a:lnTo>
                  <a:lnTo>
                    <a:pt x="488658" y="116430"/>
                  </a:lnTo>
                  <a:lnTo>
                    <a:pt x="490097" y="118150"/>
                  </a:lnTo>
                  <a:lnTo>
                    <a:pt x="494151" y="124614"/>
                  </a:lnTo>
                  <a:lnTo>
                    <a:pt x="495128" y="125531"/>
                  </a:lnTo>
                  <a:lnTo>
                    <a:pt x="495668" y="126354"/>
                  </a:lnTo>
                  <a:lnTo>
                    <a:pt x="499389" y="128710"/>
                  </a:lnTo>
                  <a:lnTo>
                    <a:pt x="501144" y="129125"/>
                  </a:lnTo>
                  <a:lnTo>
                    <a:pt x="503223" y="127669"/>
                  </a:lnTo>
                  <a:lnTo>
                    <a:pt x="504141" y="126763"/>
                  </a:lnTo>
                  <a:lnTo>
                    <a:pt x="504590" y="125892"/>
                  </a:lnTo>
                  <a:lnTo>
                    <a:pt x="504570" y="125052"/>
                  </a:lnTo>
                  <a:lnTo>
                    <a:pt x="504770" y="123829"/>
                  </a:lnTo>
                  <a:lnTo>
                    <a:pt x="504560" y="123069"/>
                  </a:lnTo>
                  <a:lnTo>
                    <a:pt x="504002" y="122090"/>
                  </a:lnTo>
                  <a:lnTo>
                    <a:pt x="502511" y="120722"/>
                  </a:lnTo>
                  <a:lnTo>
                    <a:pt x="500088" y="118968"/>
                  </a:lnTo>
                  <a:lnTo>
                    <a:pt x="497873" y="118453"/>
                  </a:lnTo>
                  <a:lnTo>
                    <a:pt x="495868" y="119180"/>
                  </a:lnTo>
                  <a:lnTo>
                    <a:pt x="493599" y="120673"/>
                  </a:lnTo>
                  <a:lnTo>
                    <a:pt x="492655" y="120083"/>
                  </a:lnTo>
                  <a:lnTo>
                    <a:pt x="489826" y="115896"/>
                  </a:lnTo>
                  <a:lnTo>
                    <a:pt x="489113" y="114330"/>
                  </a:lnTo>
                  <a:lnTo>
                    <a:pt x="489114" y="113899"/>
                  </a:lnTo>
                  <a:lnTo>
                    <a:pt x="490428" y="114400"/>
                  </a:lnTo>
                  <a:lnTo>
                    <a:pt x="490488" y="113893"/>
                  </a:lnTo>
                  <a:lnTo>
                    <a:pt x="489702" y="111875"/>
                  </a:lnTo>
                  <a:lnTo>
                    <a:pt x="489218" y="111200"/>
                  </a:lnTo>
                  <a:lnTo>
                    <a:pt x="487586" y="108022"/>
                  </a:lnTo>
                  <a:lnTo>
                    <a:pt x="487385" y="107066"/>
                  </a:lnTo>
                  <a:lnTo>
                    <a:pt x="488400" y="106849"/>
                  </a:lnTo>
                  <a:lnTo>
                    <a:pt x="488861" y="106479"/>
                  </a:lnTo>
                  <a:lnTo>
                    <a:pt x="489479" y="106516"/>
                  </a:lnTo>
                  <a:lnTo>
                    <a:pt x="492356" y="108428"/>
                  </a:lnTo>
                  <a:lnTo>
                    <a:pt x="493829" y="107574"/>
                  </a:lnTo>
                  <a:lnTo>
                    <a:pt x="497239" y="106355"/>
                  </a:lnTo>
                  <a:lnTo>
                    <a:pt x="495895" y="104525"/>
                  </a:lnTo>
                  <a:lnTo>
                    <a:pt x="495574" y="102724"/>
                  </a:lnTo>
                  <a:lnTo>
                    <a:pt x="495733" y="102333"/>
                  </a:lnTo>
                  <a:lnTo>
                    <a:pt x="496844" y="102065"/>
                  </a:lnTo>
                  <a:lnTo>
                    <a:pt x="499019" y="103565"/>
                  </a:lnTo>
                  <a:lnTo>
                    <a:pt x="500072" y="103774"/>
                  </a:lnTo>
                  <a:lnTo>
                    <a:pt x="500842" y="103176"/>
                  </a:lnTo>
                  <a:lnTo>
                    <a:pt x="501657" y="103136"/>
                  </a:lnTo>
                  <a:lnTo>
                    <a:pt x="502515" y="103649"/>
                  </a:lnTo>
                  <a:lnTo>
                    <a:pt x="503319" y="104424"/>
                  </a:lnTo>
                  <a:lnTo>
                    <a:pt x="504814" y="106639"/>
                  </a:lnTo>
                  <a:lnTo>
                    <a:pt x="505553" y="107972"/>
                  </a:lnTo>
                  <a:lnTo>
                    <a:pt x="506384" y="109979"/>
                  </a:lnTo>
                  <a:lnTo>
                    <a:pt x="506647" y="110260"/>
                  </a:lnTo>
                  <a:lnTo>
                    <a:pt x="510658" y="110412"/>
                  </a:lnTo>
                  <a:lnTo>
                    <a:pt x="512931" y="108630"/>
                  </a:lnTo>
                  <a:lnTo>
                    <a:pt x="512882" y="109236"/>
                  </a:lnTo>
                  <a:lnTo>
                    <a:pt x="512361" y="110633"/>
                  </a:lnTo>
                  <a:lnTo>
                    <a:pt x="509542" y="115998"/>
                  </a:lnTo>
                  <a:lnTo>
                    <a:pt x="509577" y="116662"/>
                  </a:lnTo>
                  <a:lnTo>
                    <a:pt x="511072" y="116376"/>
                  </a:lnTo>
                  <a:lnTo>
                    <a:pt x="511773" y="115942"/>
                  </a:lnTo>
                  <a:lnTo>
                    <a:pt x="512205" y="115297"/>
                  </a:lnTo>
                  <a:lnTo>
                    <a:pt x="512580" y="113794"/>
                  </a:lnTo>
                  <a:lnTo>
                    <a:pt x="512831" y="113349"/>
                  </a:lnTo>
                  <a:lnTo>
                    <a:pt x="517017" y="110819"/>
                  </a:lnTo>
                  <a:lnTo>
                    <a:pt x="518229" y="110446"/>
                  </a:lnTo>
                  <a:lnTo>
                    <a:pt x="517472" y="113146"/>
                  </a:lnTo>
                  <a:lnTo>
                    <a:pt x="515915" y="122781"/>
                  </a:lnTo>
                  <a:lnTo>
                    <a:pt x="515599" y="126146"/>
                  </a:lnTo>
                  <a:lnTo>
                    <a:pt x="515258" y="127287"/>
                  </a:lnTo>
                  <a:lnTo>
                    <a:pt x="513613" y="130991"/>
                  </a:lnTo>
                  <a:lnTo>
                    <a:pt x="513639" y="132294"/>
                  </a:lnTo>
                  <a:lnTo>
                    <a:pt x="515438" y="135410"/>
                  </a:lnTo>
                  <a:lnTo>
                    <a:pt x="515758" y="136258"/>
                  </a:lnTo>
                  <a:lnTo>
                    <a:pt x="515939" y="138818"/>
                  </a:lnTo>
                  <a:lnTo>
                    <a:pt x="516259" y="139324"/>
                  </a:lnTo>
                  <a:lnTo>
                    <a:pt x="517742" y="139352"/>
                  </a:lnTo>
                  <a:lnTo>
                    <a:pt x="519278" y="138537"/>
                  </a:lnTo>
                  <a:lnTo>
                    <a:pt x="521110" y="137996"/>
                  </a:lnTo>
                  <a:lnTo>
                    <a:pt x="521395" y="138530"/>
                  </a:lnTo>
                  <a:lnTo>
                    <a:pt x="520390" y="141630"/>
                  </a:lnTo>
                  <a:lnTo>
                    <a:pt x="520445" y="141902"/>
                  </a:lnTo>
                  <a:lnTo>
                    <a:pt x="522186" y="141105"/>
                  </a:lnTo>
                  <a:lnTo>
                    <a:pt x="522985" y="140995"/>
                  </a:lnTo>
                  <a:lnTo>
                    <a:pt x="523311" y="141176"/>
                  </a:lnTo>
                  <a:lnTo>
                    <a:pt x="524609" y="142760"/>
                  </a:lnTo>
                  <a:lnTo>
                    <a:pt x="524739" y="143942"/>
                  </a:lnTo>
                  <a:lnTo>
                    <a:pt x="524712" y="145699"/>
                  </a:lnTo>
                  <a:lnTo>
                    <a:pt x="524574" y="146966"/>
                  </a:lnTo>
                  <a:lnTo>
                    <a:pt x="524136" y="147669"/>
                  </a:lnTo>
                  <a:lnTo>
                    <a:pt x="523615" y="147951"/>
                  </a:lnTo>
                  <a:lnTo>
                    <a:pt x="522958" y="148162"/>
                  </a:lnTo>
                  <a:lnTo>
                    <a:pt x="522368" y="148075"/>
                  </a:lnTo>
                  <a:lnTo>
                    <a:pt x="520549" y="148341"/>
                  </a:lnTo>
                  <a:lnTo>
                    <a:pt x="519477" y="148002"/>
                  </a:lnTo>
                  <a:lnTo>
                    <a:pt x="518416" y="147035"/>
                  </a:lnTo>
                  <a:lnTo>
                    <a:pt x="517662" y="146803"/>
                  </a:lnTo>
                  <a:lnTo>
                    <a:pt x="516789" y="147547"/>
                  </a:lnTo>
                  <a:lnTo>
                    <a:pt x="515406" y="147424"/>
                  </a:lnTo>
                  <a:lnTo>
                    <a:pt x="513854" y="145288"/>
                  </a:lnTo>
                  <a:lnTo>
                    <a:pt x="513235" y="145488"/>
                  </a:lnTo>
                  <a:lnTo>
                    <a:pt x="513024" y="145827"/>
                  </a:lnTo>
                  <a:lnTo>
                    <a:pt x="513051" y="146287"/>
                  </a:lnTo>
                  <a:lnTo>
                    <a:pt x="513750" y="147670"/>
                  </a:lnTo>
                  <a:lnTo>
                    <a:pt x="519207" y="154999"/>
                  </a:lnTo>
                  <a:lnTo>
                    <a:pt x="520036" y="156513"/>
                  </a:lnTo>
                  <a:lnTo>
                    <a:pt x="520332" y="158680"/>
                  </a:lnTo>
                  <a:lnTo>
                    <a:pt x="520843" y="156504"/>
                  </a:lnTo>
                  <a:lnTo>
                    <a:pt x="520510" y="155451"/>
                  </a:lnTo>
                  <a:lnTo>
                    <a:pt x="517702" y="151185"/>
                  </a:lnTo>
                  <a:lnTo>
                    <a:pt x="517365" y="149628"/>
                  </a:lnTo>
                  <a:lnTo>
                    <a:pt x="517463" y="149204"/>
                  </a:lnTo>
                  <a:lnTo>
                    <a:pt x="518205" y="148768"/>
                  </a:lnTo>
                  <a:lnTo>
                    <a:pt x="522202" y="149831"/>
                  </a:lnTo>
                  <a:lnTo>
                    <a:pt x="523752" y="149599"/>
                  </a:lnTo>
                  <a:lnTo>
                    <a:pt x="524796" y="148850"/>
                  </a:lnTo>
                  <a:lnTo>
                    <a:pt x="525320" y="147927"/>
                  </a:lnTo>
                  <a:lnTo>
                    <a:pt x="525700" y="142851"/>
                  </a:lnTo>
                  <a:lnTo>
                    <a:pt x="526417" y="139599"/>
                  </a:lnTo>
                  <a:lnTo>
                    <a:pt x="525993" y="136689"/>
                  </a:lnTo>
                  <a:lnTo>
                    <a:pt x="524912" y="132056"/>
                  </a:lnTo>
                  <a:lnTo>
                    <a:pt x="524063" y="129326"/>
                  </a:lnTo>
                  <a:lnTo>
                    <a:pt x="522103" y="126558"/>
                  </a:lnTo>
                  <a:lnTo>
                    <a:pt x="521909" y="125566"/>
                  </a:lnTo>
                  <a:lnTo>
                    <a:pt x="524093" y="117176"/>
                  </a:lnTo>
                  <a:lnTo>
                    <a:pt x="524487" y="116470"/>
                  </a:lnTo>
                  <a:lnTo>
                    <a:pt x="524975" y="116166"/>
                  </a:lnTo>
                  <a:lnTo>
                    <a:pt x="526694" y="116043"/>
                  </a:lnTo>
                  <a:lnTo>
                    <a:pt x="527946" y="115346"/>
                  </a:lnTo>
                  <a:lnTo>
                    <a:pt x="529910" y="116322"/>
                  </a:lnTo>
                  <a:lnTo>
                    <a:pt x="530994" y="116577"/>
                  </a:lnTo>
                  <a:lnTo>
                    <a:pt x="532336" y="115713"/>
                  </a:lnTo>
                  <a:lnTo>
                    <a:pt x="535318" y="112191"/>
                  </a:lnTo>
                  <a:lnTo>
                    <a:pt x="536486" y="111100"/>
                  </a:lnTo>
                  <a:lnTo>
                    <a:pt x="537971" y="109037"/>
                  </a:lnTo>
                  <a:lnTo>
                    <a:pt x="539774" y="106005"/>
                  </a:lnTo>
                  <a:lnTo>
                    <a:pt x="541735" y="103806"/>
                  </a:lnTo>
                  <a:lnTo>
                    <a:pt x="544911" y="101759"/>
                  </a:lnTo>
                  <a:lnTo>
                    <a:pt x="546853" y="100111"/>
                  </a:lnTo>
                  <a:lnTo>
                    <a:pt x="547245" y="99520"/>
                  </a:lnTo>
                  <a:lnTo>
                    <a:pt x="545440" y="99379"/>
                  </a:lnTo>
                  <a:lnTo>
                    <a:pt x="545001" y="99100"/>
                  </a:lnTo>
                  <a:lnTo>
                    <a:pt x="544630" y="97537"/>
                  </a:lnTo>
                  <a:lnTo>
                    <a:pt x="544817" y="94649"/>
                  </a:lnTo>
                  <a:lnTo>
                    <a:pt x="544784" y="93040"/>
                  </a:lnTo>
                  <a:lnTo>
                    <a:pt x="544569" y="91590"/>
                  </a:lnTo>
                  <a:lnTo>
                    <a:pt x="544174" y="90296"/>
                  </a:lnTo>
                  <a:lnTo>
                    <a:pt x="543599" y="89157"/>
                  </a:lnTo>
                  <a:lnTo>
                    <a:pt x="543074" y="88475"/>
                  </a:lnTo>
                  <a:lnTo>
                    <a:pt x="542601" y="88249"/>
                  </a:lnTo>
                  <a:lnTo>
                    <a:pt x="542276" y="88352"/>
                  </a:lnTo>
                  <a:lnTo>
                    <a:pt x="542099" y="88785"/>
                  </a:lnTo>
                  <a:lnTo>
                    <a:pt x="541616" y="91537"/>
                  </a:lnTo>
                  <a:lnTo>
                    <a:pt x="541000" y="93560"/>
                  </a:lnTo>
                  <a:lnTo>
                    <a:pt x="540156" y="94619"/>
                  </a:lnTo>
                  <a:lnTo>
                    <a:pt x="538407" y="95334"/>
                  </a:lnTo>
                  <a:lnTo>
                    <a:pt x="535399" y="95859"/>
                  </a:lnTo>
                  <a:lnTo>
                    <a:pt x="534151" y="94891"/>
                  </a:lnTo>
                  <a:lnTo>
                    <a:pt x="533993" y="94073"/>
                  </a:lnTo>
                  <a:lnTo>
                    <a:pt x="534429" y="90869"/>
                  </a:lnTo>
                  <a:lnTo>
                    <a:pt x="535430" y="89495"/>
                  </a:lnTo>
                  <a:lnTo>
                    <a:pt x="538180" y="86788"/>
                  </a:lnTo>
                  <a:lnTo>
                    <a:pt x="539941" y="84621"/>
                  </a:lnTo>
                  <a:lnTo>
                    <a:pt x="539969" y="84245"/>
                  </a:lnTo>
                  <a:lnTo>
                    <a:pt x="538350" y="84229"/>
                  </a:lnTo>
                  <a:lnTo>
                    <a:pt x="537964" y="83783"/>
                  </a:lnTo>
                  <a:lnTo>
                    <a:pt x="537624" y="81120"/>
                  </a:lnTo>
                  <a:lnTo>
                    <a:pt x="537718" y="80126"/>
                  </a:lnTo>
                  <a:lnTo>
                    <a:pt x="537972" y="78987"/>
                  </a:lnTo>
                  <a:lnTo>
                    <a:pt x="539104" y="78160"/>
                  </a:lnTo>
                  <a:lnTo>
                    <a:pt x="542579" y="77137"/>
                  </a:lnTo>
                  <a:lnTo>
                    <a:pt x="545282" y="75937"/>
                  </a:lnTo>
                  <a:lnTo>
                    <a:pt x="545361" y="76355"/>
                  </a:lnTo>
                  <a:lnTo>
                    <a:pt x="543194" y="79958"/>
                  </a:lnTo>
                  <a:lnTo>
                    <a:pt x="542969" y="80794"/>
                  </a:lnTo>
                  <a:lnTo>
                    <a:pt x="543797" y="81577"/>
                  </a:lnTo>
                  <a:lnTo>
                    <a:pt x="545881" y="79486"/>
                  </a:lnTo>
                  <a:lnTo>
                    <a:pt x="547226" y="77763"/>
                  </a:lnTo>
                  <a:lnTo>
                    <a:pt x="547452" y="77176"/>
                  </a:lnTo>
                  <a:lnTo>
                    <a:pt x="546231" y="76961"/>
                  </a:lnTo>
                  <a:lnTo>
                    <a:pt x="546164" y="76249"/>
                  </a:lnTo>
                  <a:lnTo>
                    <a:pt x="546399" y="74941"/>
                  </a:lnTo>
                  <a:lnTo>
                    <a:pt x="546286" y="74048"/>
                  </a:lnTo>
                  <a:lnTo>
                    <a:pt x="544933" y="72921"/>
                  </a:lnTo>
                  <a:lnTo>
                    <a:pt x="543269" y="73548"/>
                  </a:lnTo>
                  <a:lnTo>
                    <a:pt x="541880" y="74735"/>
                  </a:lnTo>
                  <a:lnTo>
                    <a:pt x="540727" y="75058"/>
                  </a:lnTo>
                  <a:lnTo>
                    <a:pt x="539025" y="75081"/>
                  </a:lnTo>
                  <a:lnTo>
                    <a:pt x="537787" y="74810"/>
                  </a:lnTo>
                  <a:lnTo>
                    <a:pt x="537012" y="74245"/>
                  </a:lnTo>
                  <a:lnTo>
                    <a:pt x="536079" y="72980"/>
                  </a:lnTo>
                  <a:lnTo>
                    <a:pt x="534989" y="71018"/>
                  </a:lnTo>
                  <a:lnTo>
                    <a:pt x="533609" y="69062"/>
                  </a:lnTo>
                  <a:lnTo>
                    <a:pt x="533121" y="68848"/>
                  </a:lnTo>
                  <a:lnTo>
                    <a:pt x="532701" y="69069"/>
                  </a:lnTo>
                  <a:lnTo>
                    <a:pt x="531820" y="70959"/>
                  </a:lnTo>
                  <a:lnTo>
                    <a:pt x="531438" y="71186"/>
                  </a:lnTo>
                  <a:lnTo>
                    <a:pt x="526034" y="68538"/>
                  </a:lnTo>
                  <a:lnTo>
                    <a:pt x="523742" y="67053"/>
                  </a:lnTo>
                  <a:lnTo>
                    <a:pt x="522633" y="65928"/>
                  </a:lnTo>
                  <a:lnTo>
                    <a:pt x="521254" y="65263"/>
                  </a:lnTo>
                  <a:lnTo>
                    <a:pt x="519605" y="65059"/>
                  </a:lnTo>
                  <a:lnTo>
                    <a:pt x="518291" y="64537"/>
                  </a:lnTo>
                  <a:lnTo>
                    <a:pt x="517310" y="63699"/>
                  </a:lnTo>
                  <a:lnTo>
                    <a:pt x="516517" y="62496"/>
                  </a:lnTo>
                  <a:lnTo>
                    <a:pt x="515910" y="60927"/>
                  </a:lnTo>
                  <a:lnTo>
                    <a:pt x="514787" y="58952"/>
                  </a:lnTo>
                  <a:lnTo>
                    <a:pt x="512221" y="55019"/>
                  </a:lnTo>
                  <a:lnTo>
                    <a:pt x="511542" y="52495"/>
                  </a:lnTo>
                  <a:lnTo>
                    <a:pt x="511447" y="51529"/>
                  </a:lnTo>
                  <a:lnTo>
                    <a:pt x="511608" y="49040"/>
                  </a:lnTo>
                  <a:lnTo>
                    <a:pt x="514014" y="44817"/>
                  </a:lnTo>
                  <a:lnTo>
                    <a:pt x="514461" y="43599"/>
                  </a:lnTo>
                  <a:lnTo>
                    <a:pt x="515281" y="42703"/>
                  </a:lnTo>
                  <a:lnTo>
                    <a:pt x="516474" y="42126"/>
                  </a:lnTo>
                  <a:lnTo>
                    <a:pt x="517333" y="41953"/>
                  </a:lnTo>
                  <a:lnTo>
                    <a:pt x="519284" y="42488"/>
                  </a:lnTo>
                  <a:lnTo>
                    <a:pt x="518115" y="41181"/>
                  </a:lnTo>
                  <a:lnTo>
                    <a:pt x="518023" y="40482"/>
                  </a:lnTo>
                  <a:lnTo>
                    <a:pt x="519195" y="38194"/>
                  </a:lnTo>
                  <a:lnTo>
                    <a:pt x="518964" y="38092"/>
                  </a:lnTo>
                  <a:lnTo>
                    <a:pt x="515742" y="39849"/>
                  </a:lnTo>
                  <a:lnTo>
                    <a:pt x="514918" y="39731"/>
                  </a:lnTo>
                  <a:lnTo>
                    <a:pt x="513757" y="38656"/>
                  </a:lnTo>
                  <a:lnTo>
                    <a:pt x="511570" y="34812"/>
                  </a:lnTo>
                  <a:lnTo>
                    <a:pt x="511545" y="32418"/>
                  </a:lnTo>
                  <a:lnTo>
                    <a:pt x="512233" y="29091"/>
                  </a:lnTo>
                  <a:lnTo>
                    <a:pt x="512474" y="27100"/>
                  </a:lnTo>
                  <a:lnTo>
                    <a:pt x="511848" y="25406"/>
                  </a:lnTo>
                  <a:lnTo>
                    <a:pt x="512082" y="24930"/>
                  </a:lnTo>
                  <a:lnTo>
                    <a:pt x="512761" y="24456"/>
                  </a:lnTo>
                  <a:lnTo>
                    <a:pt x="513045" y="23946"/>
                  </a:lnTo>
                  <a:lnTo>
                    <a:pt x="512748" y="22072"/>
                  </a:lnTo>
                  <a:lnTo>
                    <a:pt x="513219" y="21075"/>
                  </a:lnTo>
                  <a:lnTo>
                    <a:pt x="514764" y="19140"/>
                  </a:lnTo>
                  <a:lnTo>
                    <a:pt x="516280" y="17448"/>
                  </a:lnTo>
                  <a:lnTo>
                    <a:pt x="517173" y="16931"/>
                  </a:lnTo>
                  <a:lnTo>
                    <a:pt x="517951" y="17026"/>
                  </a:lnTo>
                  <a:lnTo>
                    <a:pt x="518761" y="17546"/>
                  </a:lnTo>
                  <a:lnTo>
                    <a:pt x="519603" y="18491"/>
                  </a:lnTo>
                  <a:lnTo>
                    <a:pt x="521047" y="19463"/>
                  </a:lnTo>
                  <a:lnTo>
                    <a:pt x="522115" y="19740"/>
                  </a:lnTo>
                  <a:lnTo>
                    <a:pt x="522902" y="19209"/>
                  </a:lnTo>
                  <a:lnTo>
                    <a:pt x="524245" y="15566"/>
                  </a:lnTo>
                  <a:lnTo>
                    <a:pt x="524720" y="14633"/>
                  </a:lnTo>
                  <a:lnTo>
                    <a:pt x="524269" y="14227"/>
                  </a:lnTo>
                  <a:lnTo>
                    <a:pt x="521636" y="14266"/>
                  </a:lnTo>
                  <a:lnTo>
                    <a:pt x="520495" y="13965"/>
                  </a:lnTo>
                  <a:lnTo>
                    <a:pt x="519839" y="13615"/>
                  </a:lnTo>
                  <a:lnTo>
                    <a:pt x="519356" y="12225"/>
                  </a:lnTo>
                  <a:lnTo>
                    <a:pt x="519754" y="11483"/>
                  </a:lnTo>
                  <a:lnTo>
                    <a:pt x="522307" y="8908"/>
                  </a:lnTo>
                  <a:lnTo>
                    <a:pt x="523507" y="6207"/>
                  </a:lnTo>
                  <a:lnTo>
                    <a:pt x="527079" y="2457"/>
                  </a:lnTo>
                  <a:lnTo>
                    <a:pt x="530696" y="694"/>
                  </a:lnTo>
                  <a:lnTo>
                    <a:pt x="532446" y="115"/>
                  </a:lnTo>
                  <a:lnTo>
                    <a:pt x="533870" y="0"/>
                  </a:lnTo>
                  <a:lnTo>
                    <a:pt x="534492" y="233"/>
                  </a:lnTo>
                  <a:lnTo>
                    <a:pt x="535252" y="2108"/>
                  </a:lnTo>
                  <a:lnTo>
                    <a:pt x="535393" y="4086"/>
                  </a:lnTo>
                  <a:lnTo>
                    <a:pt x="537355" y="6559"/>
                  </a:lnTo>
                  <a:lnTo>
                    <a:pt x="538933" y="6749"/>
                  </a:lnTo>
                  <a:lnTo>
                    <a:pt x="539914" y="6374"/>
                  </a:lnTo>
                  <a:lnTo>
                    <a:pt x="543087" y="6518"/>
                  </a:lnTo>
                  <a:lnTo>
                    <a:pt x="543823" y="7211"/>
                  </a:lnTo>
                  <a:lnTo>
                    <a:pt x="543770" y="7984"/>
                  </a:lnTo>
                  <a:lnTo>
                    <a:pt x="543416" y="9235"/>
                  </a:lnTo>
                  <a:lnTo>
                    <a:pt x="543632" y="10307"/>
                  </a:lnTo>
                  <a:lnTo>
                    <a:pt x="545784" y="12356"/>
                  </a:lnTo>
                  <a:lnTo>
                    <a:pt x="547722" y="13774"/>
                  </a:lnTo>
                  <a:lnTo>
                    <a:pt x="549461" y="15543"/>
                  </a:lnTo>
                  <a:lnTo>
                    <a:pt x="552051" y="19241"/>
                  </a:lnTo>
                  <a:lnTo>
                    <a:pt x="552612" y="20286"/>
                  </a:lnTo>
                  <a:lnTo>
                    <a:pt x="553002" y="21416"/>
                  </a:lnTo>
                  <a:lnTo>
                    <a:pt x="553675" y="25545"/>
                  </a:lnTo>
                  <a:lnTo>
                    <a:pt x="553761" y="27112"/>
                  </a:lnTo>
                  <a:lnTo>
                    <a:pt x="553514" y="31641"/>
                  </a:lnTo>
                  <a:lnTo>
                    <a:pt x="553309" y="32496"/>
                  </a:lnTo>
                  <a:lnTo>
                    <a:pt x="552625" y="33527"/>
                  </a:lnTo>
                  <a:lnTo>
                    <a:pt x="552861" y="33944"/>
                  </a:lnTo>
                  <a:lnTo>
                    <a:pt x="554908" y="35125"/>
                  </a:lnTo>
                  <a:lnTo>
                    <a:pt x="556535" y="37470"/>
                  </a:lnTo>
                  <a:lnTo>
                    <a:pt x="557389" y="38226"/>
                  </a:lnTo>
                  <a:lnTo>
                    <a:pt x="559449" y="39490"/>
                  </a:lnTo>
                  <a:lnTo>
                    <a:pt x="559825" y="39967"/>
                  </a:lnTo>
                  <a:lnTo>
                    <a:pt x="560290" y="40758"/>
                  </a:lnTo>
                  <a:lnTo>
                    <a:pt x="561451" y="44144"/>
                  </a:lnTo>
                  <a:lnTo>
                    <a:pt x="563354" y="47196"/>
                  </a:lnTo>
                  <a:lnTo>
                    <a:pt x="563491" y="47854"/>
                  </a:lnTo>
                  <a:lnTo>
                    <a:pt x="563084" y="49291"/>
                  </a:lnTo>
                  <a:lnTo>
                    <a:pt x="563374" y="49747"/>
                  </a:lnTo>
                  <a:lnTo>
                    <a:pt x="564109" y="50272"/>
                  </a:lnTo>
                  <a:lnTo>
                    <a:pt x="564768" y="49999"/>
                  </a:lnTo>
                  <a:lnTo>
                    <a:pt x="565352" y="48924"/>
                  </a:lnTo>
                  <a:lnTo>
                    <a:pt x="565986" y="48614"/>
                  </a:lnTo>
                  <a:lnTo>
                    <a:pt x="566672" y="49069"/>
                  </a:lnTo>
                  <a:lnTo>
                    <a:pt x="567192" y="49868"/>
                  </a:lnTo>
                  <a:lnTo>
                    <a:pt x="567900" y="51826"/>
                  </a:lnTo>
                  <a:lnTo>
                    <a:pt x="568936" y="53442"/>
                  </a:lnTo>
                  <a:lnTo>
                    <a:pt x="568849" y="53935"/>
                  </a:lnTo>
                  <a:lnTo>
                    <a:pt x="568337" y="54341"/>
                  </a:lnTo>
                  <a:lnTo>
                    <a:pt x="565547" y="54789"/>
                  </a:lnTo>
                  <a:lnTo>
                    <a:pt x="563977" y="54478"/>
                  </a:lnTo>
                  <a:lnTo>
                    <a:pt x="562526" y="53689"/>
                  </a:lnTo>
                  <a:lnTo>
                    <a:pt x="561518" y="52873"/>
                  </a:lnTo>
                  <a:lnTo>
                    <a:pt x="560578" y="51622"/>
                  </a:lnTo>
                  <a:lnTo>
                    <a:pt x="560231" y="51755"/>
                  </a:lnTo>
                  <a:lnTo>
                    <a:pt x="559739" y="52775"/>
                  </a:lnTo>
                  <a:lnTo>
                    <a:pt x="558687" y="54264"/>
                  </a:lnTo>
                  <a:lnTo>
                    <a:pt x="558029" y="55641"/>
                  </a:lnTo>
                  <a:lnTo>
                    <a:pt x="558790" y="56252"/>
                  </a:lnTo>
                  <a:lnTo>
                    <a:pt x="562458" y="56212"/>
                  </a:lnTo>
                  <a:lnTo>
                    <a:pt x="563255" y="56599"/>
                  </a:lnTo>
                  <a:lnTo>
                    <a:pt x="564187" y="57567"/>
                  </a:lnTo>
                  <a:lnTo>
                    <a:pt x="563125" y="59183"/>
                  </a:lnTo>
                  <a:lnTo>
                    <a:pt x="560642" y="61897"/>
                  </a:lnTo>
                  <a:lnTo>
                    <a:pt x="555278" y="67163"/>
                  </a:lnTo>
                  <a:lnTo>
                    <a:pt x="553703" y="68514"/>
                  </a:lnTo>
                  <a:lnTo>
                    <a:pt x="554085" y="68907"/>
                  </a:lnTo>
                  <a:lnTo>
                    <a:pt x="554683" y="69009"/>
                  </a:lnTo>
                  <a:lnTo>
                    <a:pt x="556522" y="68778"/>
                  </a:lnTo>
                  <a:lnTo>
                    <a:pt x="558241" y="68071"/>
                  </a:lnTo>
                  <a:lnTo>
                    <a:pt x="560333" y="68375"/>
                  </a:lnTo>
                  <a:lnTo>
                    <a:pt x="561264" y="68952"/>
                  </a:lnTo>
                  <a:lnTo>
                    <a:pt x="560947" y="69515"/>
                  </a:lnTo>
                  <a:lnTo>
                    <a:pt x="561513" y="70431"/>
                  </a:lnTo>
                  <a:lnTo>
                    <a:pt x="564932" y="72561"/>
                  </a:lnTo>
                  <a:lnTo>
                    <a:pt x="567094" y="72136"/>
                  </a:lnTo>
                  <a:lnTo>
                    <a:pt x="569301" y="70085"/>
                  </a:lnTo>
                  <a:lnTo>
                    <a:pt x="571006" y="69068"/>
                  </a:lnTo>
                  <a:lnTo>
                    <a:pt x="573105" y="69206"/>
                  </a:lnTo>
                  <a:lnTo>
                    <a:pt x="573691" y="69431"/>
                  </a:lnTo>
                  <a:lnTo>
                    <a:pt x="573467" y="69929"/>
                  </a:lnTo>
                  <a:lnTo>
                    <a:pt x="571917" y="71082"/>
                  </a:lnTo>
                  <a:lnTo>
                    <a:pt x="570515" y="72363"/>
                  </a:lnTo>
                  <a:lnTo>
                    <a:pt x="570365" y="72725"/>
                  </a:lnTo>
                  <a:lnTo>
                    <a:pt x="572112" y="72207"/>
                  </a:lnTo>
                  <a:lnTo>
                    <a:pt x="576001" y="73027"/>
                  </a:lnTo>
                  <a:lnTo>
                    <a:pt x="577893" y="73230"/>
                  </a:lnTo>
                  <a:lnTo>
                    <a:pt x="579264" y="73025"/>
                  </a:lnTo>
                  <a:lnTo>
                    <a:pt x="580549" y="73351"/>
                  </a:lnTo>
                  <a:lnTo>
                    <a:pt x="581751" y="74210"/>
                  </a:lnTo>
                  <a:lnTo>
                    <a:pt x="582153" y="74755"/>
                  </a:lnTo>
                  <a:lnTo>
                    <a:pt x="581029" y="75106"/>
                  </a:lnTo>
                  <a:lnTo>
                    <a:pt x="579967" y="75100"/>
                  </a:lnTo>
                  <a:lnTo>
                    <a:pt x="579064" y="75620"/>
                  </a:lnTo>
                  <a:lnTo>
                    <a:pt x="578321" y="76661"/>
                  </a:lnTo>
                  <a:lnTo>
                    <a:pt x="577791" y="78013"/>
                  </a:lnTo>
                  <a:lnTo>
                    <a:pt x="577474" y="79675"/>
                  </a:lnTo>
                  <a:lnTo>
                    <a:pt x="576667" y="80361"/>
                  </a:lnTo>
                  <a:lnTo>
                    <a:pt x="575370" y="80071"/>
                  </a:lnTo>
                  <a:lnTo>
                    <a:pt x="574861" y="79600"/>
                  </a:lnTo>
                  <a:lnTo>
                    <a:pt x="575141" y="78944"/>
                  </a:lnTo>
                  <a:lnTo>
                    <a:pt x="574763" y="78850"/>
                  </a:lnTo>
                  <a:lnTo>
                    <a:pt x="573726" y="79317"/>
                  </a:lnTo>
                  <a:lnTo>
                    <a:pt x="572919" y="79332"/>
                  </a:lnTo>
                  <a:lnTo>
                    <a:pt x="572698" y="79821"/>
                  </a:lnTo>
                  <a:lnTo>
                    <a:pt x="578365" y="85129"/>
                  </a:lnTo>
                  <a:lnTo>
                    <a:pt x="580177" y="89828"/>
                  </a:lnTo>
                  <a:lnTo>
                    <a:pt x="581423" y="91770"/>
                  </a:lnTo>
                  <a:lnTo>
                    <a:pt x="581546" y="92284"/>
                  </a:lnTo>
                  <a:lnTo>
                    <a:pt x="580733" y="93590"/>
                  </a:lnTo>
                  <a:lnTo>
                    <a:pt x="580692" y="94583"/>
                  </a:lnTo>
                  <a:lnTo>
                    <a:pt x="581065" y="97452"/>
                  </a:lnTo>
                  <a:lnTo>
                    <a:pt x="580891" y="99745"/>
                  </a:lnTo>
                  <a:lnTo>
                    <a:pt x="580334" y="103781"/>
                  </a:lnTo>
                  <a:lnTo>
                    <a:pt x="580855" y="105036"/>
                  </a:lnTo>
                  <a:lnTo>
                    <a:pt x="582067" y="106144"/>
                  </a:lnTo>
                  <a:lnTo>
                    <a:pt x="582792" y="107562"/>
                  </a:lnTo>
                  <a:lnTo>
                    <a:pt x="583285" y="108047"/>
                  </a:lnTo>
                  <a:lnTo>
                    <a:pt x="583653" y="109190"/>
                  </a:lnTo>
                  <a:lnTo>
                    <a:pt x="584084" y="109905"/>
                  </a:lnTo>
                  <a:lnTo>
                    <a:pt x="584579" y="110200"/>
                  </a:lnTo>
                  <a:lnTo>
                    <a:pt x="584928" y="109823"/>
                  </a:lnTo>
                  <a:lnTo>
                    <a:pt x="585131" y="108780"/>
                  </a:lnTo>
                  <a:lnTo>
                    <a:pt x="585596" y="107803"/>
                  </a:lnTo>
                  <a:lnTo>
                    <a:pt x="586874" y="106046"/>
                  </a:lnTo>
                  <a:lnTo>
                    <a:pt x="588113" y="103306"/>
                  </a:lnTo>
                  <a:lnTo>
                    <a:pt x="588322" y="102397"/>
                  </a:lnTo>
                  <a:lnTo>
                    <a:pt x="588126" y="100244"/>
                  </a:lnTo>
                  <a:lnTo>
                    <a:pt x="588268" y="99322"/>
                  </a:lnTo>
                  <a:lnTo>
                    <a:pt x="589431" y="96061"/>
                  </a:lnTo>
                  <a:lnTo>
                    <a:pt x="589803" y="93801"/>
                  </a:lnTo>
                  <a:lnTo>
                    <a:pt x="590156" y="90280"/>
                  </a:lnTo>
                  <a:lnTo>
                    <a:pt x="590772" y="87827"/>
                  </a:lnTo>
                  <a:lnTo>
                    <a:pt x="592091" y="85749"/>
                  </a:lnTo>
                  <a:lnTo>
                    <a:pt x="594394" y="81551"/>
                  </a:lnTo>
                  <a:lnTo>
                    <a:pt x="595227" y="80710"/>
                  </a:lnTo>
                  <a:lnTo>
                    <a:pt x="596159" y="80296"/>
                  </a:lnTo>
                  <a:lnTo>
                    <a:pt x="597791" y="80395"/>
                  </a:lnTo>
                  <a:lnTo>
                    <a:pt x="598978" y="81746"/>
                  </a:lnTo>
                  <a:lnTo>
                    <a:pt x="600578" y="84243"/>
                  </a:lnTo>
                  <a:lnTo>
                    <a:pt x="602612" y="86520"/>
                  </a:lnTo>
                  <a:lnTo>
                    <a:pt x="606320" y="89605"/>
                  </a:lnTo>
                  <a:lnTo>
                    <a:pt x="607379" y="90769"/>
                  </a:lnTo>
                  <a:lnTo>
                    <a:pt x="609476" y="93822"/>
                  </a:lnTo>
                  <a:lnTo>
                    <a:pt x="610362" y="96849"/>
                  </a:lnTo>
                  <a:lnTo>
                    <a:pt x="610970" y="101121"/>
                  </a:lnTo>
                  <a:lnTo>
                    <a:pt x="611494" y="103694"/>
                  </a:lnTo>
                  <a:lnTo>
                    <a:pt x="611934" y="104567"/>
                  </a:lnTo>
                  <a:lnTo>
                    <a:pt x="612135" y="105865"/>
                  </a:lnTo>
                  <a:lnTo>
                    <a:pt x="612097" y="107592"/>
                  </a:lnTo>
                  <a:lnTo>
                    <a:pt x="611932" y="108944"/>
                  </a:lnTo>
                  <a:lnTo>
                    <a:pt x="611640" y="109921"/>
                  </a:lnTo>
                  <a:lnTo>
                    <a:pt x="611187" y="110475"/>
                  </a:lnTo>
                  <a:lnTo>
                    <a:pt x="610056" y="110656"/>
                  </a:lnTo>
                  <a:lnTo>
                    <a:pt x="608673" y="110386"/>
                  </a:lnTo>
                  <a:lnTo>
                    <a:pt x="608274" y="109947"/>
                  </a:lnTo>
                  <a:lnTo>
                    <a:pt x="607546" y="107913"/>
                  </a:lnTo>
                  <a:lnTo>
                    <a:pt x="607244" y="107789"/>
                  </a:lnTo>
                  <a:lnTo>
                    <a:pt x="605959" y="109289"/>
                  </a:lnTo>
                  <a:lnTo>
                    <a:pt x="605801" y="110129"/>
                  </a:lnTo>
                  <a:lnTo>
                    <a:pt x="606273" y="112909"/>
                  </a:lnTo>
                  <a:lnTo>
                    <a:pt x="606210" y="118140"/>
                  </a:lnTo>
                  <a:lnTo>
                    <a:pt x="606340" y="119275"/>
                  </a:lnTo>
                  <a:lnTo>
                    <a:pt x="607697" y="124728"/>
                  </a:lnTo>
                  <a:lnTo>
                    <a:pt x="609984" y="128869"/>
                  </a:lnTo>
                  <a:lnTo>
                    <a:pt x="615716" y="136857"/>
                  </a:lnTo>
                  <a:lnTo>
                    <a:pt x="616042" y="137765"/>
                  </a:lnTo>
                  <a:lnTo>
                    <a:pt x="616650" y="141028"/>
                  </a:lnTo>
                  <a:lnTo>
                    <a:pt x="616949" y="141711"/>
                  </a:lnTo>
                  <a:lnTo>
                    <a:pt x="617324" y="142119"/>
                  </a:lnTo>
                  <a:lnTo>
                    <a:pt x="617774" y="142249"/>
                  </a:lnTo>
                  <a:lnTo>
                    <a:pt x="618396" y="141925"/>
                  </a:lnTo>
                  <a:lnTo>
                    <a:pt x="620502" y="139444"/>
                  </a:lnTo>
                  <a:lnTo>
                    <a:pt x="622335" y="136830"/>
                  </a:lnTo>
                  <a:lnTo>
                    <a:pt x="623614" y="135467"/>
                  </a:lnTo>
                  <a:lnTo>
                    <a:pt x="624338" y="135357"/>
                  </a:lnTo>
                  <a:lnTo>
                    <a:pt x="625119" y="134878"/>
                  </a:lnTo>
                  <a:lnTo>
                    <a:pt x="625955" y="134035"/>
                  </a:lnTo>
                  <a:lnTo>
                    <a:pt x="626514" y="133110"/>
                  </a:lnTo>
                  <a:lnTo>
                    <a:pt x="626794" y="132105"/>
                  </a:lnTo>
                  <a:lnTo>
                    <a:pt x="627173" y="128166"/>
                  </a:lnTo>
                  <a:lnTo>
                    <a:pt x="627495" y="126284"/>
                  </a:lnTo>
                  <a:lnTo>
                    <a:pt x="628387" y="123715"/>
                  </a:lnTo>
                  <a:lnTo>
                    <a:pt x="628713" y="122985"/>
                  </a:lnTo>
                  <a:lnTo>
                    <a:pt x="633146" y="116467"/>
                  </a:lnTo>
                  <a:lnTo>
                    <a:pt x="633513" y="115667"/>
                  </a:lnTo>
                  <a:lnTo>
                    <a:pt x="635397" y="108115"/>
                  </a:lnTo>
                  <a:lnTo>
                    <a:pt x="636062" y="104658"/>
                  </a:lnTo>
                  <a:lnTo>
                    <a:pt x="636158" y="102576"/>
                  </a:lnTo>
                  <a:lnTo>
                    <a:pt x="635904" y="100720"/>
                  </a:lnTo>
                  <a:lnTo>
                    <a:pt x="636031" y="99188"/>
                  </a:lnTo>
                  <a:lnTo>
                    <a:pt x="636538" y="97982"/>
                  </a:lnTo>
                  <a:lnTo>
                    <a:pt x="637074" y="97132"/>
                  </a:lnTo>
                  <a:lnTo>
                    <a:pt x="638003" y="96272"/>
                  </a:lnTo>
                  <a:lnTo>
                    <a:pt x="638517" y="95060"/>
                  </a:lnTo>
                  <a:lnTo>
                    <a:pt x="638825" y="94938"/>
                  </a:lnTo>
                  <a:lnTo>
                    <a:pt x="639584" y="94929"/>
                  </a:lnTo>
                  <a:lnTo>
                    <a:pt x="640585" y="95755"/>
                  </a:lnTo>
                  <a:lnTo>
                    <a:pt x="641310" y="95901"/>
                  </a:lnTo>
                  <a:lnTo>
                    <a:pt x="646000" y="94956"/>
                  </a:lnTo>
                  <a:lnTo>
                    <a:pt x="646001" y="94453"/>
                  </a:lnTo>
                  <a:lnTo>
                    <a:pt x="643248" y="92867"/>
                  </a:lnTo>
                  <a:lnTo>
                    <a:pt x="643275" y="92072"/>
                  </a:lnTo>
                  <a:lnTo>
                    <a:pt x="643516" y="90980"/>
                  </a:lnTo>
                  <a:lnTo>
                    <a:pt x="644380" y="89759"/>
                  </a:lnTo>
                  <a:lnTo>
                    <a:pt x="645442" y="89374"/>
                  </a:lnTo>
                  <a:lnTo>
                    <a:pt x="645681" y="88598"/>
                  </a:lnTo>
                  <a:lnTo>
                    <a:pt x="645710" y="87638"/>
                  </a:lnTo>
                  <a:lnTo>
                    <a:pt x="646061" y="86073"/>
                  </a:lnTo>
                  <a:lnTo>
                    <a:pt x="645741" y="85517"/>
                  </a:lnTo>
                  <a:lnTo>
                    <a:pt x="643169" y="83357"/>
                  </a:lnTo>
                  <a:lnTo>
                    <a:pt x="641684" y="83450"/>
                  </a:lnTo>
                  <a:lnTo>
                    <a:pt x="641305" y="83167"/>
                  </a:lnTo>
                  <a:lnTo>
                    <a:pt x="640025" y="81407"/>
                  </a:lnTo>
                  <a:lnTo>
                    <a:pt x="639556" y="78850"/>
                  </a:lnTo>
                  <a:lnTo>
                    <a:pt x="639505" y="77802"/>
                  </a:lnTo>
                  <a:lnTo>
                    <a:pt x="639684" y="76117"/>
                  </a:lnTo>
                  <a:lnTo>
                    <a:pt x="639847" y="75648"/>
                  </a:lnTo>
                  <a:lnTo>
                    <a:pt x="639767" y="74888"/>
                  </a:lnTo>
                  <a:lnTo>
                    <a:pt x="639444" y="73832"/>
                  </a:lnTo>
                  <a:lnTo>
                    <a:pt x="639418" y="72896"/>
                  </a:lnTo>
                  <a:lnTo>
                    <a:pt x="639689" y="72073"/>
                  </a:lnTo>
                  <a:lnTo>
                    <a:pt x="639526" y="71101"/>
                  </a:lnTo>
                  <a:lnTo>
                    <a:pt x="638928" y="69975"/>
                  </a:lnTo>
                  <a:lnTo>
                    <a:pt x="638694" y="69007"/>
                  </a:lnTo>
                  <a:lnTo>
                    <a:pt x="639321" y="66152"/>
                  </a:lnTo>
                  <a:lnTo>
                    <a:pt x="639342" y="65276"/>
                  </a:lnTo>
                  <a:lnTo>
                    <a:pt x="638751" y="64057"/>
                  </a:lnTo>
                  <a:lnTo>
                    <a:pt x="638321" y="63583"/>
                  </a:lnTo>
                  <a:lnTo>
                    <a:pt x="638637" y="63282"/>
                  </a:lnTo>
                  <a:lnTo>
                    <a:pt x="639698" y="63156"/>
                  </a:lnTo>
                  <a:lnTo>
                    <a:pt x="640966" y="63552"/>
                  </a:lnTo>
                  <a:lnTo>
                    <a:pt x="642441" y="64468"/>
                  </a:lnTo>
                  <a:lnTo>
                    <a:pt x="644248" y="64478"/>
                  </a:lnTo>
                  <a:lnTo>
                    <a:pt x="646386" y="63583"/>
                  </a:lnTo>
                  <a:lnTo>
                    <a:pt x="648560" y="63151"/>
                  </a:lnTo>
                  <a:lnTo>
                    <a:pt x="652315" y="63328"/>
                  </a:lnTo>
                  <a:lnTo>
                    <a:pt x="653203" y="63585"/>
                  </a:lnTo>
                  <a:lnTo>
                    <a:pt x="656937" y="66234"/>
                  </a:lnTo>
                  <a:lnTo>
                    <a:pt x="659835" y="67583"/>
                  </a:lnTo>
                  <a:lnTo>
                    <a:pt x="661143" y="67458"/>
                  </a:lnTo>
                  <a:lnTo>
                    <a:pt x="667591" y="67991"/>
                  </a:lnTo>
                  <a:lnTo>
                    <a:pt x="670419" y="67718"/>
                  </a:lnTo>
                  <a:lnTo>
                    <a:pt x="671884" y="67838"/>
                  </a:lnTo>
                  <a:lnTo>
                    <a:pt x="674694" y="69294"/>
                  </a:lnTo>
                  <a:lnTo>
                    <a:pt x="674509" y="70503"/>
                  </a:lnTo>
                  <a:lnTo>
                    <a:pt x="673295" y="72532"/>
                  </a:lnTo>
                  <a:lnTo>
                    <a:pt x="671712" y="72949"/>
                  </a:lnTo>
                  <a:lnTo>
                    <a:pt x="670313" y="73650"/>
                  </a:lnTo>
                  <a:lnTo>
                    <a:pt x="671611" y="74713"/>
                  </a:lnTo>
                  <a:lnTo>
                    <a:pt x="675434" y="76143"/>
                  </a:lnTo>
                  <a:lnTo>
                    <a:pt x="676332" y="78432"/>
                  </a:lnTo>
                  <a:lnTo>
                    <a:pt x="676604" y="79482"/>
                  </a:lnTo>
                  <a:lnTo>
                    <a:pt x="676160" y="80428"/>
                  </a:lnTo>
                  <a:lnTo>
                    <a:pt x="676381" y="80905"/>
                  </a:lnTo>
                  <a:lnTo>
                    <a:pt x="677268" y="80905"/>
                  </a:lnTo>
                  <a:lnTo>
                    <a:pt x="679555" y="80101"/>
                  </a:lnTo>
                  <a:lnTo>
                    <a:pt x="682082" y="80632"/>
                  </a:lnTo>
                  <a:lnTo>
                    <a:pt x="685763" y="82404"/>
                  </a:lnTo>
                  <a:lnTo>
                    <a:pt x="686160" y="82773"/>
                  </a:lnTo>
                  <a:lnTo>
                    <a:pt x="686807" y="84154"/>
                  </a:lnTo>
                  <a:lnTo>
                    <a:pt x="686726" y="84715"/>
                  </a:lnTo>
                  <a:lnTo>
                    <a:pt x="683472" y="88169"/>
                  </a:lnTo>
                  <a:lnTo>
                    <a:pt x="681781" y="89537"/>
                  </a:lnTo>
                  <a:lnTo>
                    <a:pt x="679556" y="90945"/>
                  </a:lnTo>
                  <a:lnTo>
                    <a:pt x="679484" y="91697"/>
                  </a:lnTo>
                  <a:lnTo>
                    <a:pt x="682603" y="91836"/>
                  </a:lnTo>
                  <a:lnTo>
                    <a:pt x="685030" y="92231"/>
                  </a:lnTo>
                  <a:lnTo>
                    <a:pt x="686124" y="92689"/>
                  </a:lnTo>
                  <a:lnTo>
                    <a:pt x="686695" y="93342"/>
                  </a:lnTo>
                  <a:lnTo>
                    <a:pt x="687475" y="94741"/>
                  </a:lnTo>
                  <a:lnTo>
                    <a:pt x="687602" y="95848"/>
                  </a:lnTo>
                  <a:lnTo>
                    <a:pt x="687526" y="97347"/>
                  </a:lnTo>
                  <a:lnTo>
                    <a:pt x="687268" y="98387"/>
                  </a:lnTo>
                  <a:lnTo>
                    <a:pt x="684445" y="101380"/>
                  </a:lnTo>
                  <a:lnTo>
                    <a:pt x="683149" y="102313"/>
                  </a:lnTo>
                  <a:lnTo>
                    <a:pt x="680940" y="103421"/>
                  </a:lnTo>
                  <a:lnTo>
                    <a:pt x="679980" y="104251"/>
                  </a:lnTo>
                  <a:lnTo>
                    <a:pt x="678925" y="104137"/>
                  </a:lnTo>
                  <a:lnTo>
                    <a:pt x="677776" y="103076"/>
                  </a:lnTo>
                  <a:lnTo>
                    <a:pt x="676581" y="102849"/>
                  </a:lnTo>
                  <a:lnTo>
                    <a:pt x="674429" y="103696"/>
                  </a:lnTo>
                  <a:lnTo>
                    <a:pt x="673260" y="103665"/>
                  </a:lnTo>
                  <a:lnTo>
                    <a:pt x="672686" y="103961"/>
                  </a:lnTo>
                  <a:lnTo>
                    <a:pt x="672640" y="104614"/>
                  </a:lnTo>
                  <a:lnTo>
                    <a:pt x="673658" y="106507"/>
                  </a:lnTo>
                  <a:lnTo>
                    <a:pt x="674247" y="107253"/>
                  </a:lnTo>
                  <a:lnTo>
                    <a:pt x="674479" y="107810"/>
                  </a:lnTo>
                  <a:lnTo>
                    <a:pt x="674044" y="108748"/>
                  </a:lnTo>
                  <a:lnTo>
                    <a:pt x="674135" y="109044"/>
                  </a:lnTo>
                  <a:lnTo>
                    <a:pt x="674483" y="109379"/>
                  </a:lnTo>
                  <a:lnTo>
                    <a:pt x="676440" y="113515"/>
                  </a:lnTo>
                  <a:lnTo>
                    <a:pt x="676853" y="113836"/>
                  </a:lnTo>
                  <a:lnTo>
                    <a:pt x="677259" y="113680"/>
                  </a:lnTo>
                  <a:lnTo>
                    <a:pt x="678106" y="112498"/>
                  </a:lnTo>
                  <a:lnTo>
                    <a:pt x="678610" y="112018"/>
                  </a:lnTo>
                  <a:lnTo>
                    <a:pt x="678856" y="112078"/>
                  </a:lnTo>
                  <a:lnTo>
                    <a:pt x="678846" y="112684"/>
                  </a:lnTo>
                  <a:lnTo>
                    <a:pt x="677942" y="116287"/>
                  </a:lnTo>
                  <a:lnTo>
                    <a:pt x="677824" y="117249"/>
                  </a:lnTo>
                  <a:lnTo>
                    <a:pt x="677844" y="118108"/>
                  </a:lnTo>
                  <a:lnTo>
                    <a:pt x="678280" y="119930"/>
                  </a:lnTo>
                  <a:lnTo>
                    <a:pt x="679271" y="121885"/>
                  </a:lnTo>
                  <a:lnTo>
                    <a:pt x="680504" y="123644"/>
                  </a:lnTo>
                  <a:lnTo>
                    <a:pt x="682353" y="126012"/>
                  </a:lnTo>
                  <a:lnTo>
                    <a:pt x="684837" y="128537"/>
                  </a:lnTo>
                  <a:lnTo>
                    <a:pt x="685763" y="129764"/>
                  </a:lnTo>
                  <a:lnTo>
                    <a:pt x="687121" y="132659"/>
                  </a:lnTo>
                  <a:lnTo>
                    <a:pt x="687399" y="133767"/>
                  </a:lnTo>
                  <a:lnTo>
                    <a:pt x="687043" y="136808"/>
                  </a:lnTo>
                  <a:lnTo>
                    <a:pt x="686052" y="141785"/>
                  </a:lnTo>
                  <a:lnTo>
                    <a:pt x="685413" y="144612"/>
                  </a:lnTo>
                  <a:lnTo>
                    <a:pt x="685127" y="145292"/>
                  </a:lnTo>
                  <a:lnTo>
                    <a:pt x="683257" y="147297"/>
                  </a:lnTo>
                  <a:lnTo>
                    <a:pt x="682195" y="147768"/>
                  </a:lnTo>
                  <a:lnTo>
                    <a:pt x="680445" y="147713"/>
                  </a:lnTo>
                  <a:lnTo>
                    <a:pt x="679857" y="148104"/>
                  </a:lnTo>
                  <a:lnTo>
                    <a:pt x="678941" y="149709"/>
                  </a:lnTo>
                  <a:lnTo>
                    <a:pt x="677697" y="152525"/>
                  </a:lnTo>
                  <a:lnTo>
                    <a:pt x="676717" y="154311"/>
                  </a:lnTo>
                  <a:lnTo>
                    <a:pt x="676002" y="155066"/>
                  </a:lnTo>
                  <a:lnTo>
                    <a:pt x="674687" y="155943"/>
                  </a:lnTo>
                  <a:lnTo>
                    <a:pt x="672628" y="158544"/>
                  </a:lnTo>
                  <a:lnTo>
                    <a:pt x="671617" y="159546"/>
                  </a:lnTo>
                  <a:lnTo>
                    <a:pt x="668080" y="160629"/>
                  </a:lnTo>
                  <a:lnTo>
                    <a:pt x="665204" y="164156"/>
                  </a:lnTo>
                  <a:lnTo>
                    <a:pt x="664058" y="165319"/>
                  </a:lnTo>
                  <a:lnTo>
                    <a:pt x="662814" y="165936"/>
                  </a:lnTo>
                  <a:lnTo>
                    <a:pt x="661472" y="166010"/>
                  </a:lnTo>
                  <a:lnTo>
                    <a:pt x="660699" y="165445"/>
                  </a:lnTo>
                  <a:lnTo>
                    <a:pt x="660261" y="163293"/>
                  </a:lnTo>
                  <a:lnTo>
                    <a:pt x="659999" y="162586"/>
                  </a:lnTo>
                  <a:lnTo>
                    <a:pt x="658985" y="161115"/>
                  </a:lnTo>
                  <a:lnTo>
                    <a:pt x="656902" y="156840"/>
                  </a:lnTo>
                  <a:lnTo>
                    <a:pt x="656006" y="155379"/>
                  </a:lnTo>
                  <a:lnTo>
                    <a:pt x="655408" y="155054"/>
                  </a:lnTo>
                  <a:lnTo>
                    <a:pt x="654206" y="155285"/>
                  </a:lnTo>
                  <a:lnTo>
                    <a:pt x="653590" y="155148"/>
                  </a:lnTo>
                  <a:lnTo>
                    <a:pt x="652251" y="153805"/>
                  </a:lnTo>
                  <a:lnTo>
                    <a:pt x="651769" y="152938"/>
                  </a:lnTo>
                  <a:lnTo>
                    <a:pt x="651828" y="152600"/>
                  </a:lnTo>
                  <a:lnTo>
                    <a:pt x="652847" y="152108"/>
                  </a:lnTo>
                  <a:lnTo>
                    <a:pt x="652412" y="151412"/>
                  </a:lnTo>
                  <a:lnTo>
                    <a:pt x="650620" y="149501"/>
                  </a:lnTo>
                  <a:lnTo>
                    <a:pt x="649877" y="148499"/>
                  </a:lnTo>
                  <a:lnTo>
                    <a:pt x="649787" y="148160"/>
                  </a:lnTo>
                  <a:lnTo>
                    <a:pt x="648014" y="146866"/>
                  </a:lnTo>
                  <a:lnTo>
                    <a:pt x="646251" y="146508"/>
                  </a:lnTo>
                  <a:lnTo>
                    <a:pt x="644015" y="148655"/>
                  </a:lnTo>
                  <a:lnTo>
                    <a:pt x="643167" y="150107"/>
                  </a:lnTo>
                  <a:lnTo>
                    <a:pt x="643195" y="150580"/>
                  </a:lnTo>
                  <a:lnTo>
                    <a:pt x="644266" y="151137"/>
                  </a:lnTo>
                  <a:lnTo>
                    <a:pt x="644729" y="150866"/>
                  </a:lnTo>
                  <a:lnTo>
                    <a:pt x="645638" y="149527"/>
                  </a:lnTo>
                  <a:lnTo>
                    <a:pt x="646117" y="149110"/>
                  </a:lnTo>
                  <a:lnTo>
                    <a:pt x="647494" y="149319"/>
                  </a:lnTo>
                  <a:lnTo>
                    <a:pt x="648635" y="150242"/>
                  </a:lnTo>
                  <a:lnTo>
                    <a:pt x="649050" y="151046"/>
                  </a:lnTo>
                  <a:lnTo>
                    <a:pt x="649200" y="151593"/>
                  </a:lnTo>
                  <a:lnTo>
                    <a:pt x="652313" y="155872"/>
                  </a:lnTo>
                  <a:lnTo>
                    <a:pt x="653417" y="156740"/>
                  </a:lnTo>
                  <a:lnTo>
                    <a:pt x="653877" y="157762"/>
                  </a:lnTo>
                  <a:lnTo>
                    <a:pt x="654226" y="159465"/>
                  </a:lnTo>
                  <a:lnTo>
                    <a:pt x="654899" y="161356"/>
                  </a:lnTo>
                  <a:lnTo>
                    <a:pt x="656396" y="164479"/>
                  </a:lnTo>
                  <a:lnTo>
                    <a:pt x="657988" y="168337"/>
                  </a:lnTo>
                  <a:lnTo>
                    <a:pt x="658314" y="169859"/>
                  </a:lnTo>
                  <a:lnTo>
                    <a:pt x="657491" y="170595"/>
                  </a:lnTo>
                  <a:lnTo>
                    <a:pt x="657076" y="170648"/>
                  </a:lnTo>
                  <a:lnTo>
                    <a:pt x="655850" y="170074"/>
                  </a:lnTo>
                  <a:lnTo>
                    <a:pt x="652611" y="168284"/>
                  </a:lnTo>
                  <a:lnTo>
                    <a:pt x="652252" y="168317"/>
                  </a:lnTo>
                  <a:lnTo>
                    <a:pt x="651399" y="169260"/>
                  </a:lnTo>
                  <a:lnTo>
                    <a:pt x="650697" y="171403"/>
                  </a:lnTo>
                  <a:lnTo>
                    <a:pt x="650478" y="171608"/>
                  </a:lnTo>
                  <a:lnTo>
                    <a:pt x="648756" y="170768"/>
                  </a:lnTo>
                  <a:lnTo>
                    <a:pt x="645530" y="168888"/>
                  </a:lnTo>
                  <a:lnTo>
                    <a:pt x="643369" y="167292"/>
                  </a:lnTo>
                  <a:lnTo>
                    <a:pt x="642272" y="165982"/>
                  </a:lnTo>
                  <a:lnTo>
                    <a:pt x="640945" y="163894"/>
                  </a:lnTo>
                  <a:lnTo>
                    <a:pt x="639386" y="161028"/>
                  </a:lnTo>
                  <a:lnTo>
                    <a:pt x="637527" y="160114"/>
                  </a:lnTo>
                  <a:lnTo>
                    <a:pt x="635364" y="161157"/>
                  </a:lnTo>
                  <a:lnTo>
                    <a:pt x="632240" y="161530"/>
                  </a:lnTo>
                  <a:lnTo>
                    <a:pt x="625681" y="161205"/>
                  </a:lnTo>
                  <a:lnTo>
                    <a:pt x="624818" y="161450"/>
                  </a:lnTo>
                  <a:lnTo>
                    <a:pt x="624485" y="161810"/>
                  </a:lnTo>
                  <a:lnTo>
                    <a:pt x="625043" y="163388"/>
                  </a:lnTo>
                  <a:lnTo>
                    <a:pt x="624910" y="163822"/>
                  </a:lnTo>
                  <a:lnTo>
                    <a:pt x="624470" y="164115"/>
                  </a:lnTo>
                  <a:lnTo>
                    <a:pt x="624371" y="164581"/>
                  </a:lnTo>
                  <a:lnTo>
                    <a:pt x="625083" y="166256"/>
                  </a:lnTo>
                  <a:lnTo>
                    <a:pt x="626238" y="167393"/>
                  </a:lnTo>
                  <a:lnTo>
                    <a:pt x="629503" y="168930"/>
                  </a:lnTo>
                  <a:lnTo>
                    <a:pt x="631666" y="170249"/>
                  </a:lnTo>
                  <a:lnTo>
                    <a:pt x="632958" y="171386"/>
                  </a:lnTo>
                  <a:lnTo>
                    <a:pt x="633379" y="172342"/>
                  </a:lnTo>
                  <a:lnTo>
                    <a:pt x="633443" y="173388"/>
                  </a:lnTo>
                  <a:lnTo>
                    <a:pt x="632827" y="175473"/>
                  </a:lnTo>
                  <a:lnTo>
                    <a:pt x="632474" y="176239"/>
                  </a:lnTo>
                  <a:lnTo>
                    <a:pt x="624890" y="186641"/>
                  </a:lnTo>
                  <a:lnTo>
                    <a:pt x="621999" y="190845"/>
                  </a:lnTo>
                  <a:lnTo>
                    <a:pt x="620526" y="193429"/>
                  </a:lnTo>
                  <a:lnTo>
                    <a:pt x="619229" y="195136"/>
                  </a:lnTo>
                  <a:lnTo>
                    <a:pt x="618106" y="195970"/>
                  </a:lnTo>
                  <a:lnTo>
                    <a:pt x="616248" y="196439"/>
                  </a:lnTo>
                  <a:lnTo>
                    <a:pt x="613656" y="196546"/>
                  </a:lnTo>
                  <a:lnTo>
                    <a:pt x="610297" y="196144"/>
                  </a:lnTo>
                  <a:lnTo>
                    <a:pt x="608559" y="194795"/>
                  </a:lnTo>
                  <a:lnTo>
                    <a:pt x="605407" y="191201"/>
                  </a:lnTo>
                  <a:lnTo>
                    <a:pt x="603200" y="189090"/>
                  </a:lnTo>
                  <a:lnTo>
                    <a:pt x="602213" y="188383"/>
                  </a:lnTo>
                  <a:lnTo>
                    <a:pt x="601390" y="186398"/>
                  </a:lnTo>
                  <a:lnTo>
                    <a:pt x="600647" y="186017"/>
                  </a:lnTo>
                  <a:lnTo>
                    <a:pt x="599063" y="185681"/>
                  </a:lnTo>
                  <a:lnTo>
                    <a:pt x="597434" y="184619"/>
                  </a:lnTo>
                  <a:lnTo>
                    <a:pt x="593606" y="181019"/>
                  </a:lnTo>
                  <a:lnTo>
                    <a:pt x="591623" y="179585"/>
                  </a:lnTo>
                  <a:lnTo>
                    <a:pt x="589819" y="178796"/>
                  </a:lnTo>
                  <a:lnTo>
                    <a:pt x="588196" y="178655"/>
                  </a:lnTo>
                  <a:lnTo>
                    <a:pt x="587580" y="178868"/>
                  </a:lnTo>
                  <a:lnTo>
                    <a:pt x="588688" y="180680"/>
                  </a:lnTo>
                  <a:lnTo>
                    <a:pt x="588205" y="180790"/>
                  </a:lnTo>
                  <a:lnTo>
                    <a:pt x="586892" y="180376"/>
                  </a:lnTo>
                  <a:lnTo>
                    <a:pt x="585594" y="180380"/>
                  </a:lnTo>
                  <a:lnTo>
                    <a:pt x="583296" y="179082"/>
                  </a:lnTo>
                  <a:lnTo>
                    <a:pt x="581029" y="179255"/>
                  </a:lnTo>
                  <a:lnTo>
                    <a:pt x="579392" y="178994"/>
                  </a:lnTo>
                  <a:lnTo>
                    <a:pt x="577433" y="178269"/>
                  </a:lnTo>
                  <a:lnTo>
                    <a:pt x="575318" y="177919"/>
                  </a:lnTo>
                  <a:lnTo>
                    <a:pt x="571912" y="177953"/>
                  </a:lnTo>
                  <a:lnTo>
                    <a:pt x="570692" y="178106"/>
                  </a:lnTo>
                  <a:lnTo>
                    <a:pt x="570511" y="178445"/>
                  </a:lnTo>
                  <a:lnTo>
                    <a:pt x="572146" y="180025"/>
                  </a:lnTo>
                  <a:lnTo>
                    <a:pt x="574954" y="181934"/>
                  </a:lnTo>
                  <a:lnTo>
                    <a:pt x="574580" y="180288"/>
                  </a:lnTo>
                  <a:lnTo>
                    <a:pt x="574680" y="179864"/>
                  </a:lnTo>
                  <a:lnTo>
                    <a:pt x="575618" y="179292"/>
                  </a:lnTo>
                  <a:lnTo>
                    <a:pt x="580067" y="180309"/>
                  </a:lnTo>
                  <a:lnTo>
                    <a:pt x="585110" y="182440"/>
                  </a:lnTo>
                  <a:lnTo>
                    <a:pt x="586388" y="182650"/>
                  </a:lnTo>
                  <a:lnTo>
                    <a:pt x="587809" y="183398"/>
                  </a:lnTo>
                  <a:lnTo>
                    <a:pt x="589375" y="184686"/>
                  </a:lnTo>
                  <a:lnTo>
                    <a:pt x="591534" y="187314"/>
                  </a:lnTo>
                  <a:lnTo>
                    <a:pt x="595661" y="193264"/>
                  </a:lnTo>
                  <a:lnTo>
                    <a:pt x="596987" y="194765"/>
                  </a:lnTo>
                  <a:lnTo>
                    <a:pt x="598742" y="196163"/>
                  </a:lnTo>
                  <a:lnTo>
                    <a:pt x="607675" y="198185"/>
                  </a:lnTo>
                  <a:lnTo>
                    <a:pt x="610762" y="198171"/>
                  </a:lnTo>
                  <a:lnTo>
                    <a:pt x="616949" y="198756"/>
                  </a:lnTo>
                  <a:lnTo>
                    <a:pt x="620217" y="199812"/>
                  </a:lnTo>
                  <a:lnTo>
                    <a:pt x="621143" y="200601"/>
                  </a:lnTo>
                  <a:lnTo>
                    <a:pt x="621429" y="203246"/>
                  </a:lnTo>
                  <a:lnTo>
                    <a:pt x="621131" y="204575"/>
                  </a:lnTo>
                  <a:lnTo>
                    <a:pt x="619355" y="208617"/>
                  </a:lnTo>
                  <a:lnTo>
                    <a:pt x="618231" y="211591"/>
                  </a:lnTo>
                  <a:lnTo>
                    <a:pt x="611275" y="224171"/>
                  </a:lnTo>
                  <a:lnTo>
                    <a:pt x="610371" y="227066"/>
                  </a:lnTo>
                  <a:lnTo>
                    <a:pt x="609980" y="228795"/>
                  </a:lnTo>
                  <a:lnTo>
                    <a:pt x="608736" y="230587"/>
                  </a:lnTo>
                  <a:lnTo>
                    <a:pt x="605591" y="233366"/>
                  </a:lnTo>
                  <a:lnTo>
                    <a:pt x="602436" y="235727"/>
                  </a:lnTo>
                  <a:lnTo>
                    <a:pt x="600541" y="236233"/>
                  </a:lnTo>
                  <a:lnTo>
                    <a:pt x="598853" y="235672"/>
                  </a:lnTo>
                  <a:lnTo>
                    <a:pt x="597757" y="234987"/>
                  </a:lnTo>
                  <a:lnTo>
                    <a:pt x="596135" y="232642"/>
                  </a:lnTo>
                  <a:lnTo>
                    <a:pt x="596033" y="232889"/>
                  </a:lnTo>
                  <a:lnTo>
                    <a:pt x="597204" y="236562"/>
                  </a:lnTo>
                  <a:lnTo>
                    <a:pt x="596930" y="236934"/>
                  </a:lnTo>
                  <a:lnTo>
                    <a:pt x="595974" y="236473"/>
                  </a:lnTo>
                  <a:lnTo>
                    <a:pt x="593800" y="234822"/>
                  </a:lnTo>
                  <a:lnTo>
                    <a:pt x="593095" y="235126"/>
                  </a:lnTo>
                  <a:lnTo>
                    <a:pt x="592679" y="235575"/>
                  </a:lnTo>
                  <a:lnTo>
                    <a:pt x="592099" y="235567"/>
                  </a:lnTo>
                  <a:lnTo>
                    <a:pt x="591357" y="235099"/>
                  </a:lnTo>
                  <a:lnTo>
                    <a:pt x="590011" y="233730"/>
                  </a:lnTo>
                  <a:lnTo>
                    <a:pt x="589653" y="233063"/>
                  </a:lnTo>
                  <a:lnTo>
                    <a:pt x="589328" y="231032"/>
                  </a:lnTo>
                  <a:lnTo>
                    <a:pt x="589107" y="230668"/>
                  </a:lnTo>
                  <a:lnTo>
                    <a:pt x="586456" y="231841"/>
                  </a:lnTo>
                  <a:lnTo>
                    <a:pt x="586014" y="232229"/>
                  </a:lnTo>
                  <a:lnTo>
                    <a:pt x="587101" y="233043"/>
                  </a:lnTo>
                  <a:lnTo>
                    <a:pt x="587470" y="233622"/>
                  </a:lnTo>
                  <a:lnTo>
                    <a:pt x="588540" y="236630"/>
                  </a:lnTo>
                  <a:lnTo>
                    <a:pt x="588596" y="237275"/>
                  </a:lnTo>
                  <a:lnTo>
                    <a:pt x="587835" y="237672"/>
                  </a:lnTo>
                  <a:lnTo>
                    <a:pt x="585303" y="236536"/>
                  </a:lnTo>
                  <a:lnTo>
                    <a:pt x="585000" y="236632"/>
                  </a:lnTo>
                  <a:lnTo>
                    <a:pt x="586249" y="239624"/>
                  </a:lnTo>
                  <a:lnTo>
                    <a:pt x="586729" y="241047"/>
                  </a:lnTo>
                  <a:lnTo>
                    <a:pt x="586781" y="241787"/>
                  </a:lnTo>
                  <a:lnTo>
                    <a:pt x="585155" y="245174"/>
                  </a:lnTo>
                  <a:lnTo>
                    <a:pt x="584112" y="246586"/>
                  </a:lnTo>
                  <a:lnTo>
                    <a:pt x="582691" y="247102"/>
                  </a:lnTo>
                  <a:lnTo>
                    <a:pt x="581800" y="246754"/>
                  </a:lnTo>
                  <a:lnTo>
                    <a:pt x="580796" y="245890"/>
                  </a:lnTo>
                  <a:lnTo>
                    <a:pt x="580072" y="246013"/>
                  </a:lnTo>
                  <a:lnTo>
                    <a:pt x="579628" y="247121"/>
                  </a:lnTo>
                  <a:lnTo>
                    <a:pt x="578801" y="247914"/>
                  </a:lnTo>
                  <a:lnTo>
                    <a:pt x="577592" y="248388"/>
                  </a:lnTo>
                  <a:lnTo>
                    <a:pt x="576053" y="248183"/>
                  </a:lnTo>
                  <a:lnTo>
                    <a:pt x="574184" y="247297"/>
                  </a:lnTo>
                  <a:lnTo>
                    <a:pt x="569227" y="244113"/>
                  </a:lnTo>
                  <a:lnTo>
                    <a:pt x="567663" y="243621"/>
                  </a:lnTo>
                  <a:lnTo>
                    <a:pt x="564771" y="243182"/>
                  </a:lnTo>
                  <a:lnTo>
                    <a:pt x="564426" y="242732"/>
                  </a:lnTo>
                  <a:lnTo>
                    <a:pt x="564451" y="242303"/>
                  </a:lnTo>
                  <a:lnTo>
                    <a:pt x="564846" y="241896"/>
                  </a:lnTo>
                  <a:lnTo>
                    <a:pt x="564737" y="241546"/>
                  </a:lnTo>
                  <a:lnTo>
                    <a:pt x="564124" y="241251"/>
                  </a:lnTo>
                  <a:lnTo>
                    <a:pt x="563487" y="241528"/>
                  </a:lnTo>
                  <a:lnTo>
                    <a:pt x="562827" y="242374"/>
                  </a:lnTo>
                  <a:lnTo>
                    <a:pt x="561673" y="242624"/>
                  </a:lnTo>
                  <a:lnTo>
                    <a:pt x="560025" y="242279"/>
                  </a:lnTo>
                  <a:lnTo>
                    <a:pt x="557589" y="241041"/>
                  </a:lnTo>
                  <a:lnTo>
                    <a:pt x="552754" y="237846"/>
                  </a:lnTo>
                  <a:lnTo>
                    <a:pt x="547466" y="235153"/>
                  </a:lnTo>
                  <a:lnTo>
                    <a:pt x="544398" y="231655"/>
                  </a:lnTo>
                  <a:lnTo>
                    <a:pt x="545544" y="234805"/>
                  </a:lnTo>
                  <a:lnTo>
                    <a:pt x="545450" y="235871"/>
                  </a:lnTo>
                  <a:lnTo>
                    <a:pt x="544864" y="236808"/>
                  </a:lnTo>
                  <a:lnTo>
                    <a:pt x="544768" y="237735"/>
                  </a:lnTo>
                  <a:lnTo>
                    <a:pt x="545969" y="239985"/>
                  </a:lnTo>
                  <a:lnTo>
                    <a:pt x="547629" y="240791"/>
                  </a:lnTo>
                  <a:lnTo>
                    <a:pt x="549302" y="240706"/>
                  </a:lnTo>
                  <a:lnTo>
                    <a:pt x="549348" y="240338"/>
                  </a:lnTo>
                  <a:lnTo>
                    <a:pt x="548650" y="239778"/>
                  </a:lnTo>
                  <a:lnTo>
                    <a:pt x="548035" y="238957"/>
                  </a:lnTo>
                  <a:lnTo>
                    <a:pt x="547741" y="237741"/>
                  </a:lnTo>
                  <a:lnTo>
                    <a:pt x="548055" y="237526"/>
                  </a:lnTo>
                  <a:lnTo>
                    <a:pt x="549529" y="238164"/>
                  </a:lnTo>
                  <a:lnTo>
                    <a:pt x="550502" y="238907"/>
                  </a:lnTo>
                  <a:lnTo>
                    <a:pt x="557829" y="243059"/>
                  </a:lnTo>
                  <a:lnTo>
                    <a:pt x="560016" y="243837"/>
                  </a:lnTo>
                  <a:lnTo>
                    <a:pt x="561658" y="244638"/>
                  </a:lnTo>
                  <a:lnTo>
                    <a:pt x="562114" y="245114"/>
                  </a:lnTo>
                  <a:lnTo>
                    <a:pt x="561560" y="246145"/>
                  </a:lnTo>
                  <a:lnTo>
                    <a:pt x="558614" y="248727"/>
                  </a:lnTo>
                  <a:lnTo>
                    <a:pt x="558567" y="249151"/>
                  </a:lnTo>
                  <a:lnTo>
                    <a:pt x="560587" y="248917"/>
                  </a:lnTo>
                  <a:lnTo>
                    <a:pt x="563038" y="246642"/>
                  </a:lnTo>
                  <a:lnTo>
                    <a:pt x="564416" y="245589"/>
                  </a:lnTo>
                  <a:lnTo>
                    <a:pt x="565739" y="244941"/>
                  </a:lnTo>
                  <a:lnTo>
                    <a:pt x="567532" y="246059"/>
                  </a:lnTo>
                  <a:lnTo>
                    <a:pt x="569796" y="248940"/>
                  </a:lnTo>
                  <a:lnTo>
                    <a:pt x="571629" y="250577"/>
                  </a:lnTo>
                  <a:lnTo>
                    <a:pt x="574241" y="251491"/>
                  </a:lnTo>
                  <a:lnTo>
                    <a:pt x="575772" y="252469"/>
                  </a:lnTo>
                  <a:lnTo>
                    <a:pt x="578344" y="255165"/>
                  </a:lnTo>
                  <a:lnTo>
                    <a:pt x="578750" y="256569"/>
                  </a:lnTo>
                  <a:lnTo>
                    <a:pt x="578987" y="262286"/>
                  </a:lnTo>
                  <a:lnTo>
                    <a:pt x="578896" y="263666"/>
                  </a:lnTo>
                  <a:lnTo>
                    <a:pt x="578562" y="265036"/>
                  </a:lnTo>
                  <a:lnTo>
                    <a:pt x="577984" y="266391"/>
                  </a:lnTo>
                  <a:lnTo>
                    <a:pt x="576910" y="267150"/>
                  </a:lnTo>
                  <a:lnTo>
                    <a:pt x="575339" y="267313"/>
                  </a:lnTo>
                  <a:lnTo>
                    <a:pt x="574105" y="267870"/>
                  </a:lnTo>
                  <a:lnTo>
                    <a:pt x="571406" y="270904"/>
                  </a:lnTo>
                  <a:lnTo>
                    <a:pt x="570261" y="271343"/>
                  </a:lnTo>
                  <a:lnTo>
                    <a:pt x="565420" y="270437"/>
                  </a:lnTo>
                  <a:lnTo>
                    <a:pt x="563525" y="269588"/>
                  </a:lnTo>
                  <a:lnTo>
                    <a:pt x="562653" y="269639"/>
                  </a:lnTo>
                  <a:lnTo>
                    <a:pt x="562169" y="270308"/>
                  </a:lnTo>
                  <a:lnTo>
                    <a:pt x="561662" y="270611"/>
                  </a:lnTo>
                  <a:lnTo>
                    <a:pt x="559762" y="270890"/>
                  </a:lnTo>
                  <a:lnTo>
                    <a:pt x="559453" y="271437"/>
                  </a:lnTo>
                  <a:lnTo>
                    <a:pt x="559572" y="272278"/>
                  </a:lnTo>
                  <a:lnTo>
                    <a:pt x="559946" y="273418"/>
                  </a:lnTo>
                  <a:lnTo>
                    <a:pt x="560407" y="274073"/>
                  </a:lnTo>
                  <a:lnTo>
                    <a:pt x="561121" y="274901"/>
                  </a:lnTo>
                  <a:lnTo>
                    <a:pt x="562203" y="275443"/>
                  </a:lnTo>
                  <a:lnTo>
                    <a:pt x="564427" y="276049"/>
                  </a:lnTo>
                  <a:lnTo>
                    <a:pt x="564658" y="277597"/>
                  </a:lnTo>
                  <a:lnTo>
                    <a:pt x="564559" y="278097"/>
                  </a:lnTo>
                  <a:lnTo>
                    <a:pt x="563829" y="279130"/>
                  </a:lnTo>
                  <a:lnTo>
                    <a:pt x="562985" y="279025"/>
                  </a:lnTo>
                  <a:lnTo>
                    <a:pt x="561534" y="277805"/>
                  </a:lnTo>
                  <a:lnTo>
                    <a:pt x="560818" y="277758"/>
                  </a:lnTo>
                  <a:lnTo>
                    <a:pt x="560190" y="278419"/>
                  </a:lnTo>
                  <a:lnTo>
                    <a:pt x="559316" y="278637"/>
                  </a:lnTo>
                  <a:lnTo>
                    <a:pt x="558196" y="278411"/>
                  </a:lnTo>
                  <a:lnTo>
                    <a:pt x="557574" y="278947"/>
                  </a:lnTo>
                  <a:lnTo>
                    <a:pt x="557449" y="280242"/>
                  </a:lnTo>
                  <a:lnTo>
                    <a:pt x="557072" y="281212"/>
                  </a:lnTo>
                  <a:lnTo>
                    <a:pt x="555778" y="282744"/>
                  </a:lnTo>
                  <a:lnTo>
                    <a:pt x="555081" y="283874"/>
                  </a:lnTo>
                  <a:lnTo>
                    <a:pt x="555104" y="284761"/>
                  </a:lnTo>
                  <a:lnTo>
                    <a:pt x="555847" y="285403"/>
                  </a:lnTo>
                  <a:lnTo>
                    <a:pt x="556699" y="286856"/>
                  </a:lnTo>
                  <a:lnTo>
                    <a:pt x="557658" y="289124"/>
                  </a:lnTo>
                  <a:lnTo>
                    <a:pt x="557843" y="290126"/>
                  </a:lnTo>
                  <a:lnTo>
                    <a:pt x="557254" y="289862"/>
                  </a:lnTo>
                  <a:lnTo>
                    <a:pt x="556461" y="288963"/>
                  </a:lnTo>
                  <a:lnTo>
                    <a:pt x="555464" y="287428"/>
                  </a:lnTo>
                  <a:lnTo>
                    <a:pt x="553955" y="286054"/>
                  </a:lnTo>
                  <a:lnTo>
                    <a:pt x="550634" y="284262"/>
                  </a:lnTo>
                  <a:lnTo>
                    <a:pt x="550048" y="284318"/>
                  </a:lnTo>
                  <a:lnTo>
                    <a:pt x="550348" y="284773"/>
                  </a:lnTo>
                  <a:lnTo>
                    <a:pt x="552552" y="286653"/>
                  </a:lnTo>
                  <a:lnTo>
                    <a:pt x="553396" y="287863"/>
                  </a:lnTo>
                  <a:lnTo>
                    <a:pt x="553499" y="288745"/>
                  </a:lnTo>
                  <a:lnTo>
                    <a:pt x="551653" y="290677"/>
                  </a:lnTo>
                  <a:lnTo>
                    <a:pt x="551603" y="291325"/>
                  </a:lnTo>
                  <a:lnTo>
                    <a:pt x="552092" y="291892"/>
                  </a:lnTo>
                  <a:lnTo>
                    <a:pt x="552224" y="292364"/>
                  </a:lnTo>
                  <a:lnTo>
                    <a:pt x="551567" y="293313"/>
                  </a:lnTo>
                  <a:lnTo>
                    <a:pt x="550484" y="294108"/>
                  </a:lnTo>
                  <a:lnTo>
                    <a:pt x="548386" y="294222"/>
                  </a:lnTo>
                  <a:lnTo>
                    <a:pt x="548195" y="294672"/>
                  </a:lnTo>
                  <a:lnTo>
                    <a:pt x="548995" y="295646"/>
                  </a:lnTo>
                  <a:lnTo>
                    <a:pt x="549265" y="296252"/>
                  </a:lnTo>
                  <a:lnTo>
                    <a:pt x="548578" y="297084"/>
                  </a:lnTo>
                  <a:lnTo>
                    <a:pt x="548130" y="297201"/>
                  </a:lnTo>
                  <a:lnTo>
                    <a:pt x="545716" y="296815"/>
                  </a:lnTo>
                  <a:lnTo>
                    <a:pt x="546350" y="298895"/>
                  </a:lnTo>
                  <a:lnTo>
                    <a:pt x="546724" y="299625"/>
                  </a:lnTo>
                  <a:lnTo>
                    <a:pt x="547464" y="300654"/>
                  </a:lnTo>
                  <a:lnTo>
                    <a:pt x="548793" y="301609"/>
                  </a:lnTo>
                  <a:lnTo>
                    <a:pt x="548821" y="301978"/>
                  </a:lnTo>
                  <a:lnTo>
                    <a:pt x="548356" y="302798"/>
                  </a:lnTo>
                  <a:lnTo>
                    <a:pt x="547571" y="303795"/>
                  </a:lnTo>
                  <a:lnTo>
                    <a:pt x="544244" y="306846"/>
                  </a:lnTo>
                  <a:lnTo>
                    <a:pt x="541907" y="310425"/>
                  </a:lnTo>
                  <a:lnTo>
                    <a:pt x="541584" y="311542"/>
                  </a:lnTo>
                  <a:lnTo>
                    <a:pt x="542178" y="313893"/>
                  </a:lnTo>
                  <a:lnTo>
                    <a:pt x="542183" y="314485"/>
                  </a:lnTo>
                  <a:lnTo>
                    <a:pt x="541571" y="315550"/>
                  </a:lnTo>
                  <a:lnTo>
                    <a:pt x="540204" y="315260"/>
                  </a:lnTo>
                  <a:lnTo>
                    <a:pt x="539943" y="315678"/>
                  </a:lnTo>
                  <a:lnTo>
                    <a:pt x="540268" y="316786"/>
                  </a:lnTo>
                  <a:lnTo>
                    <a:pt x="540328" y="318408"/>
                  </a:lnTo>
                  <a:lnTo>
                    <a:pt x="540123" y="320548"/>
                  </a:lnTo>
                  <a:lnTo>
                    <a:pt x="539130" y="323899"/>
                  </a:lnTo>
                  <a:lnTo>
                    <a:pt x="537351" y="328463"/>
                  </a:lnTo>
                  <a:lnTo>
                    <a:pt x="535987" y="332608"/>
                  </a:lnTo>
                  <a:lnTo>
                    <a:pt x="535041" y="336336"/>
                  </a:lnTo>
                  <a:lnTo>
                    <a:pt x="534356" y="338185"/>
                  </a:lnTo>
                  <a:lnTo>
                    <a:pt x="533092" y="338312"/>
                  </a:lnTo>
                  <a:lnTo>
                    <a:pt x="532137" y="339477"/>
                  </a:lnTo>
                  <a:lnTo>
                    <a:pt x="532787" y="340089"/>
                  </a:lnTo>
                  <a:lnTo>
                    <a:pt x="533185" y="340805"/>
                  </a:lnTo>
                  <a:lnTo>
                    <a:pt x="533460" y="341896"/>
                  </a:lnTo>
                  <a:lnTo>
                    <a:pt x="533188" y="345304"/>
                  </a:lnTo>
                  <a:lnTo>
                    <a:pt x="532369" y="351027"/>
                  </a:lnTo>
                  <a:lnTo>
                    <a:pt x="531860" y="355580"/>
                  </a:lnTo>
                  <a:lnTo>
                    <a:pt x="531965" y="369621"/>
                  </a:lnTo>
                  <a:lnTo>
                    <a:pt x="531832" y="375834"/>
                  </a:lnTo>
                  <a:lnTo>
                    <a:pt x="531472" y="379278"/>
                  </a:lnTo>
                  <a:lnTo>
                    <a:pt x="530888" y="381149"/>
                  </a:lnTo>
                  <a:lnTo>
                    <a:pt x="529886" y="381715"/>
                  </a:lnTo>
                  <a:lnTo>
                    <a:pt x="531161" y="382262"/>
                  </a:lnTo>
                  <a:lnTo>
                    <a:pt x="531971" y="383140"/>
                  </a:lnTo>
                  <a:lnTo>
                    <a:pt x="532344" y="384475"/>
                  </a:lnTo>
                  <a:lnTo>
                    <a:pt x="532694" y="386606"/>
                  </a:lnTo>
                  <a:lnTo>
                    <a:pt x="533154" y="387587"/>
                  </a:lnTo>
                  <a:lnTo>
                    <a:pt x="533725" y="387421"/>
                  </a:lnTo>
                  <a:lnTo>
                    <a:pt x="534238" y="387636"/>
                  </a:lnTo>
                  <a:lnTo>
                    <a:pt x="534692" y="388229"/>
                  </a:lnTo>
                  <a:lnTo>
                    <a:pt x="536079" y="391269"/>
                  </a:lnTo>
                  <a:lnTo>
                    <a:pt x="537600" y="392141"/>
                  </a:lnTo>
                  <a:lnTo>
                    <a:pt x="537672" y="393827"/>
                  </a:lnTo>
                  <a:lnTo>
                    <a:pt x="537075" y="403278"/>
                  </a:lnTo>
                  <a:lnTo>
                    <a:pt x="537080" y="404511"/>
                  </a:lnTo>
                  <a:lnTo>
                    <a:pt x="537771" y="402128"/>
                  </a:lnTo>
                  <a:lnTo>
                    <a:pt x="538499" y="394790"/>
                  </a:lnTo>
                  <a:lnTo>
                    <a:pt x="539485" y="391529"/>
                  </a:lnTo>
                  <a:lnTo>
                    <a:pt x="540261" y="390841"/>
                  </a:lnTo>
                  <a:lnTo>
                    <a:pt x="543435" y="390470"/>
                  </a:lnTo>
                  <a:lnTo>
                    <a:pt x="546816" y="391299"/>
                  </a:lnTo>
                  <a:lnTo>
                    <a:pt x="548095" y="391402"/>
                  </a:lnTo>
                  <a:lnTo>
                    <a:pt x="549211" y="390947"/>
                  </a:lnTo>
                  <a:lnTo>
                    <a:pt x="550354" y="391856"/>
                  </a:lnTo>
                  <a:lnTo>
                    <a:pt x="550632" y="392774"/>
                  </a:lnTo>
                  <a:lnTo>
                    <a:pt x="550955" y="396621"/>
                  </a:lnTo>
                  <a:lnTo>
                    <a:pt x="551258" y="398824"/>
                  </a:lnTo>
                  <a:lnTo>
                    <a:pt x="553273" y="406664"/>
                  </a:lnTo>
                  <a:lnTo>
                    <a:pt x="554232" y="411056"/>
                  </a:lnTo>
                  <a:lnTo>
                    <a:pt x="555405" y="417907"/>
                  </a:lnTo>
                  <a:lnTo>
                    <a:pt x="555845" y="419864"/>
                  </a:lnTo>
                  <a:lnTo>
                    <a:pt x="558284" y="429000"/>
                  </a:lnTo>
                  <a:lnTo>
                    <a:pt x="558747" y="431475"/>
                  </a:lnTo>
                  <a:lnTo>
                    <a:pt x="558938" y="433382"/>
                  </a:lnTo>
                  <a:lnTo>
                    <a:pt x="558858" y="434720"/>
                  </a:lnTo>
                  <a:lnTo>
                    <a:pt x="558414" y="436782"/>
                  </a:lnTo>
                  <a:lnTo>
                    <a:pt x="557607" y="439569"/>
                  </a:lnTo>
                  <a:lnTo>
                    <a:pt x="556852" y="441694"/>
                  </a:lnTo>
                  <a:lnTo>
                    <a:pt x="556149" y="443156"/>
                  </a:lnTo>
                  <a:lnTo>
                    <a:pt x="555427" y="444247"/>
                  </a:lnTo>
                  <a:lnTo>
                    <a:pt x="554685" y="444965"/>
                  </a:lnTo>
                  <a:lnTo>
                    <a:pt x="554734" y="445153"/>
                  </a:lnTo>
                  <a:lnTo>
                    <a:pt x="555573" y="444811"/>
                  </a:lnTo>
                  <a:lnTo>
                    <a:pt x="556428" y="444079"/>
                  </a:lnTo>
                  <a:lnTo>
                    <a:pt x="558047" y="442188"/>
                  </a:lnTo>
                  <a:lnTo>
                    <a:pt x="558668" y="441762"/>
                  </a:lnTo>
                  <a:lnTo>
                    <a:pt x="560428" y="441492"/>
                  </a:lnTo>
                  <a:lnTo>
                    <a:pt x="560487" y="442175"/>
                  </a:lnTo>
                  <a:lnTo>
                    <a:pt x="559637" y="443582"/>
                  </a:lnTo>
                  <a:lnTo>
                    <a:pt x="559826" y="443716"/>
                  </a:lnTo>
                  <a:lnTo>
                    <a:pt x="561054" y="442582"/>
                  </a:lnTo>
                  <a:lnTo>
                    <a:pt x="563712" y="440963"/>
                  </a:lnTo>
                  <a:lnTo>
                    <a:pt x="574147" y="435720"/>
                  </a:lnTo>
                  <a:lnTo>
                    <a:pt x="576607" y="435255"/>
                  </a:lnTo>
                  <a:lnTo>
                    <a:pt x="580121" y="436215"/>
                  </a:lnTo>
                  <a:lnTo>
                    <a:pt x="582967" y="438442"/>
                  </a:lnTo>
                  <a:lnTo>
                    <a:pt x="586070" y="441314"/>
                  </a:lnTo>
                  <a:lnTo>
                    <a:pt x="589343" y="443398"/>
                  </a:lnTo>
                  <a:lnTo>
                    <a:pt x="594504" y="445346"/>
                  </a:lnTo>
                  <a:lnTo>
                    <a:pt x="596009" y="446280"/>
                  </a:lnTo>
                  <a:lnTo>
                    <a:pt x="599036" y="447241"/>
                  </a:lnTo>
                  <a:lnTo>
                    <a:pt x="600440" y="448336"/>
                  </a:lnTo>
                  <a:lnTo>
                    <a:pt x="602127" y="450972"/>
                  </a:lnTo>
                  <a:lnTo>
                    <a:pt x="604807" y="454410"/>
                  </a:lnTo>
                  <a:lnTo>
                    <a:pt x="606829" y="456567"/>
                  </a:lnTo>
                  <a:lnTo>
                    <a:pt x="609087" y="458588"/>
                  </a:lnTo>
                  <a:lnTo>
                    <a:pt x="611354" y="462302"/>
                  </a:lnTo>
                  <a:lnTo>
                    <a:pt x="615005" y="470731"/>
                  </a:lnTo>
                  <a:lnTo>
                    <a:pt x="615908" y="471767"/>
                  </a:lnTo>
                  <a:lnTo>
                    <a:pt x="618158" y="473145"/>
                  </a:lnTo>
                  <a:lnTo>
                    <a:pt x="622387" y="474921"/>
                  </a:lnTo>
                  <a:lnTo>
                    <a:pt x="628630" y="479097"/>
                  </a:lnTo>
                  <a:lnTo>
                    <a:pt x="631372" y="480733"/>
                  </a:lnTo>
                  <a:lnTo>
                    <a:pt x="633146" y="481382"/>
                  </a:lnTo>
                  <a:lnTo>
                    <a:pt x="634918" y="482534"/>
                  </a:lnTo>
                  <a:lnTo>
                    <a:pt x="636689" y="484184"/>
                  </a:lnTo>
                  <a:lnTo>
                    <a:pt x="638039" y="485983"/>
                  </a:lnTo>
                  <a:lnTo>
                    <a:pt x="638970" y="487931"/>
                  </a:lnTo>
                  <a:lnTo>
                    <a:pt x="639789" y="489205"/>
                  </a:lnTo>
                  <a:lnTo>
                    <a:pt x="641222" y="490619"/>
                  </a:lnTo>
                  <a:lnTo>
                    <a:pt x="641967" y="491633"/>
                  </a:lnTo>
                  <a:lnTo>
                    <a:pt x="642036" y="493156"/>
                  </a:lnTo>
                  <a:lnTo>
                    <a:pt x="640310" y="499125"/>
                  </a:lnTo>
                  <a:lnTo>
                    <a:pt x="640272" y="499602"/>
                  </a:lnTo>
                  <a:lnTo>
                    <a:pt x="642018" y="495316"/>
                  </a:lnTo>
                  <a:lnTo>
                    <a:pt x="642993" y="494079"/>
                  </a:lnTo>
                  <a:lnTo>
                    <a:pt x="643774" y="493505"/>
                  </a:lnTo>
                  <a:lnTo>
                    <a:pt x="645397" y="493573"/>
                  </a:lnTo>
                  <a:lnTo>
                    <a:pt x="647862" y="494285"/>
                  </a:lnTo>
                  <a:lnTo>
                    <a:pt x="650023" y="494295"/>
                  </a:lnTo>
                  <a:lnTo>
                    <a:pt x="651881" y="493597"/>
                  </a:lnTo>
                  <a:lnTo>
                    <a:pt x="653464" y="493284"/>
                  </a:lnTo>
                  <a:lnTo>
                    <a:pt x="654771" y="493352"/>
                  </a:lnTo>
                  <a:lnTo>
                    <a:pt x="655719" y="493146"/>
                  </a:lnTo>
                  <a:lnTo>
                    <a:pt x="656309" y="492662"/>
                  </a:lnTo>
                  <a:lnTo>
                    <a:pt x="657013" y="492648"/>
                  </a:lnTo>
                  <a:lnTo>
                    <a:pt x="659808" y="494129"/>
                  </a:lnTo>
                  <a:lnTo>
                    <a:pt x="660938" y="494209"/>
                  </a:lnTo>
                  <a:lnTo>
                    <a:pt x="665025" y="495604"/>
                  </a:lnTo>
                  <a:lnTo>
                    <a:pt x="667650" y="495108"/>
                  </a:lnTo>
                  <a:lnTo>
                    <a:pt x="668102" y="495379"/>
                  </a:lnTo>
                  <a:lnTo>
                    <a:pt x="669014" y="497197"/>
                  </a:lnTo>
                  <a:lnTo>
                    <a:pt x="669786" y="497338"/>
                  </a:lnTo>
                  <a:lnTo>
                    <a:pt x="671088" y="497054"/>
                  </a:lnTo>
                  <a:lnTo>
                    <a:pt x="672355" y="497550"/>
                  </a:lnTo>
                  <a:lnTo>
                    <a:pt x="674474" y="499941"/>
                  </a:lnTo>
                  <a:lnTo>
                    <a:pt x="675453" y="502000"/>
                  </a:lnTo>
                  <a:lnTo>
                    <a:pt x="676392" y="506203"/>
                  </a:lnTo>
                  <a:lnTo>
                    <a:pt x="676475" y="507457"/>
                  </a:lnTo>
                  <a:lnTo>
                    <a:pt x="674735" y="517207"/>
                  </a:lnTo>
                  <a:lnTo>
                    <a:pt x="674189" y="520981"/>
                  </a:lnTo>
                  <a:lnTo>
                    <a:pt x="674119" y="524267"/>
                  </a:lnTo>
                  <a:lnTo>
                    <a:pt x="674464" y="526162"/>
                  </a:lnTo>
                  <a:lnTo>
                    <a:pt x="675967" y="529337"/>
                  </a:lnTo>
                  <a:lnTo>
                    <a:pt x="676239" y="530170"/>
                  </a:lnTo>
                  <a:lnTo>
                    <a:pt x="677128" y="534872"/>
                  </a:lnTo>
                  <a:lnTo>
                    <a:pt x="677372" y="536883"/>
                  </a:lnTo>
                  <a:lnTo>
                    <a:pt x="677274" y="539190"/>
                  </a:lnTo>
                  <a:lnTo>
                    <a:pt x="676806" y="542991"/>
                  </a:lnTo>
                  <a:lnTo>
                    <a:pt x="676924" y="545889"/>
                  </a:lnTo>
                  <a:lnTo>
                    <a:pt x="677318" y="550270"/>
                  </a:lnTo>
                  <a:lnTo>
                    <a:pt x="677168" y="553238"/>
                  </a:lnTo>
                  <a:lnTo>
                    <a:pt x="676477" y="554795"/>
                  </a:lnTo>
                  <a:lnTo>
                    <a:pt x="676009" y="556321"/>
                  </a:lnTo>
                  <a:lnTo>
                    <a:pt x="675644" y="559090"/>
                  </a:lnTo>
                  <a:lnTo>
                    <a:pt x="675645" y="560136"/>
                  </a:lnTo>
                  <a:lnTo>
                    <a:pt x="676003" y="562192"/>
                  </a:lnTo>
                  <a:lnTo>
                    <a:pt x="676667" y="563358"/>
                  </a:lnTo>
                  <a:lnTo>
                    <a:pt x="677758" y="564666"/>
                  </a:lnTo>
                  <a:lnTo>
                    <a:pt x="678770" y="566610"/>
                  </a:lnTo>
                  <a:lnTo>
                    <a:pt x="680619" y="571344"/>
                  </a:lnTo>
                  <a:lnTo>
                    <a:pt x="681965" y="573938"/>
                  </a:lnTo>
                  <a:lnTo>
                    <a:pt x="683610" y="577809"/>
                  </a:lnTo>
                  <a:lnTo>
                    <a:pt x="683929" y="579739"/>
                  </a:lnTo>
                  <a:lnTo>
                    <a:pt x="683471" y="581016"/>
                  </a:lnTo>
                  <a:lnTo>
                    <a:pt x="682898" y="581908"/>
                  </a:lnTo>
                  <a:lnTo>
                    <a:pt x="681574" y="583098"/>
                  </a:lnTo>
                  <a:lnTo>
                    <a:pt x="680981" y="583967"/>
                  </a:lnTo>
                  <a:lnTo>
                    <a:pt x="681134" y="584175"/>
                  </a:lnTo>
                  <a:lnTo>
                    <a:pt x="683051" y="583528"/>
                  </a:lnTo>
                  <a:lnTo>
                    <a:pt x="684184" y="583596"/>
                  </a:lnTo>
                  <a:lnTo>
                    <a:pt x="685143" y="584550"/>
                  </a:lnTo>
                  <a:lnTo>
                    <a:pt x="685927" y="586390"/>
                  </a:lnTo>
                  <a:lnTo>
                    <a:pt x="687228" y="587956"/>
                  </a:lnTo>
                  <a:lnTo>
                    <a:pt x="689044" y="589251"/>
                  </a:lnTo>
                  <a:lnTo>
                    <a:pt x="690870" y="591413"/>
                  </a:lnTo>
                  <a:lnTo>
                    <a:pt x="693897" y="596551"/>
                  </a:lnTo>
                  <a:lnTo>
                    <a:pt x="694444" y="597733"/>
                  </a:lnTo>
                  <a:lnTo>
                    <a:pt x="695249" y="600425"/>
                  </a:lnTo>
                  <a:lnTo>
                    <a:pt x="696310" y="604625"/>
                  </a:lnTo>
                  <a:lnTo>
                    <a:pt x="696865" y="607370"/>
                  </a:lnTo>
                  <a:lnTo>
                    <a:pt x="696914" y="608660"/>
                  </a:lnTo>
                  <a:lnTo>
                    <a:pt x="696314" y="609957"/>
                  </a:lnTo>
                  <a:lnTo>
                    <a:pt x="694275" y="612318"/>
                  </a:lnTo>
                  <a:lnTo>
                    <a:pt x="692220" y="616448"/>
                  </a:lnTo>
                  <a:lnTo>
                    <a:pt x="692868" y="616246"/>
                  </a:lnTo>
                  <a:lnTo>
                    <a:pt x="694222" y="614501"/>
                  </a:lnTo>
                  <a:lnTo>
                    <a:pt x="696511" y="611060"/>
                  </a:lnTo>
                  <a:lnTo>
                    <a:pt x="697781" y="610394"/>
                  </a:lnTo>
                  <a:lnTo>
                    <a:pt x="698959" y="610793"/>
                  </a:lnTo>
                  <a:lnTo>
                    <a:pt x="700824" y="611783"/>
                  </a:lnTo>
                  <a:lnTo>
                    <a:pt x="702472" y="613193"/>
                  </a:lnTo>
                  <a:lnTo>
                    <a:pt x="703901" y="615019"/>
                  </a:lnTo>
                  <a:lnTo>
                    <a:pt x="706026" y="619911"/>
                  </a:lnTo>
                  <a:lnTo>
                    <a:pt x="708275" y="623818"/>
                  </a:lnTo>
                  <a:lnTo>
                    <a:pt x="709520" y="627155"/>
                  </a:lnTo>
                  <a:lnTo>
                    <a:pt x="709143" y="625031"/>
                  </a:lnTo>
                  <a:lnTo>
                    <a:pt x="708315" y="622586"/>
                  </a:lnTo>
                  <a:lnTo>
                    <a:pt x="706203" y="618693"/>
                  </a:lnTo>
                  <a:lnTo>
                    <a:pt x="705302" y="616667"/>
                  </a:lnTo>
                  <a:lnTo>
                    <a:pt x="705107" y="615695"/>
                  </a:lnTo>
                  <a:lnTo>
                    <a:pt x="705038" y="614637"/>
                  </a:lnTo>
                  <a:lnTo>
                    <a:pt x="705201" y="612705"/>
                  </a:lnTo>
                  <a:lnTo>
                    <a:pt x="705597" y="609900"/>
                  </a:lnTo>
                  <a:lnTo>
                    <a:pt x="706125" y="607922"/>
                  </a:lnTo>
                  <a:lnTo>
                    <a:pt x="706783" y="606772"/>
                  </a:lnTo>
                  <a:lnTo>
                    <a:pt x="707224" y="605549"/>
                  </a:lnTo>
                  <a:lnTo>
                    <a:pt x="707448" y="604253"/>
                  </a:lnTo>
                  <a:lnTo>
                    <a:pt x="707798" y="603301"/>
                  </a:lnTo>
                  <a:lnTo>
                    <a:pt x="709627" y="601580"/>
                  </a:lnTo>
                  <a:lnTo>
                    <a:pt x="710107" y="601738"/>
                  </a:lnTo>
                  <a:lnTo>
                    <a:pt x="710483" y="603830"/>
                  </a:lnTo>
                  <a:lnTo>
                    <a:pt x="710922" y="604265"/>
                  </a:lnTo>
                  <a:lnTo>
                    <a:pt x="711766" y="604592"/>
                  </a:lnTo>
                  <a:lnTo>
                    <a:pt x="712478" y="605316"/>
                  </a:lnTo>
                  <a:lnTo>
                    <a:pt x="713058" y="606438"/>
                  </a:lnTo>
                  <a:lnTo>
                    <a:pt x="713466" y="607573"/>
                  </a:lnTo>
                  <a:lnTo>
                    <a:pt x="713704" y="608724"/>
                  </a:lnTo>
                  <a:lnTo>
                    <a:pt x="714250" y="612484"/>
                  </a:lnTo>
                  <a:lnTo>
                    <a:pt x="714638" y="614223"/>
                  </a:lnTo>
                  <a:lnTo>
                    <a:pt x="714704" y="612114"/>
                  </a:lnTo>
                  <a:lnTo>
                    <a:pt x="715158" y="608796"/>
                  </a:lnTo>
                  <a:lnTo>
                    <a:pt x="715510" y="607436"/>
                  </a:lnTo>
                  <a:lnTo>
                    <a:pt x="716616" y="605442"/>
                  </a:lnTo>
                  <a:lnTo>
                    <a:pt x="716557" y="604581"/>
                  </a:lnTo>
                  <a:lnTo>
                    <a:pt x="716098" y="603424"/>
                  </a:lnTo>
                  <a:lnTo>
                    <a:pt x="713780" y="598459"/>
                  </a:lnTo>
                  <a:lnTo>
                    <a:pt x="713735" y="597254"/>
                  </a:lnTo>
                  <a:lnTo>
                    <a:pt x="714354" y="596537"/>
                  </a:lnTo>
                  <a:lnTo>
                    <a:pt x="714777" y="595169"/>
                  </a:lnTo>
                  <a:lnTo>
                    <a:pt x="715006" y="593151"/>
                  </a:lnTo>
                  <a:lnTo>
                    <a:pt x="715501" y="591686"/>
                  </a:lnTo>
                  <a:lnTo>
                    <a:pt x="716953" y="589626"/>
                  </a:lnTo>
                  <a:lnTo>
                    <a:pt x="718204" y="586464"/>
                  </a:lnTo>
                  <a:lnTo>
                    <a:pt x="718848" y="584290"/>
                  </a:lnTo>
                  <a:lnTo>
                    <a:pt x="719374" y="583143"/>
                  </a:lnTo>
                  <a:lnTo>
                    <a:pt x="719875" y="582869"/>
                  </a:lnTo>
                  <a:lnTo>
                    <a:pt x="719128" y="581990"/>
                  </a:lnTo>
                  <a:lnTo>
                    <a:pt x="718978" y="581412"/>
                  </a:lnTo>
                  <a:lnTo>
                    <a:pt x="718943" y="578797"/>
                  </a:lnTo>
                  <a:lnTo>
                    <a:pt x="718621" y="576057"/>
                  </a:lnTo>
                  <a:lnTo>
                    <a:pt x="718121" y="574781"/>
                  </a:lnTo>
                  <a:lnTo>
                    <a:pt x="716703" y="572043"/>
                  </a:lnTo>
                  <a:lnTo>
                    <a:pt x="716469" y="571227"/>
                  </a:lnTo>
                  <a:lnTo>
                    <a:pt x="716220" y="568133"/>
                  </a:lnTo>
                  <a:lnTo>
                    <a:pt x="716360" y="566587"/>
                  </a:lnTo>
                  <a:lnTo>
                    <a:pt x="716727" y="565285"/>
                  </a:lnTo>
                  <a:lnTo>
                    <a:pt x="716518" y="564029"/>
                  </a:lnTo>
                  <a:lnTo>
                    <a:pt x="715203" y="561750"/>
                  </a:lnTo>
                  <a:lnTo>
                    <a:pt x="714695" y="559762"/>
                  </a:lnTo>
                  <a:lnTo>
                    <a:pt x="714133" y="554950"/>
                  </a:lnTo>
                  <a:lnTo>
                    <a:pt x="713616" y="548918"/>
                  </a:lnTo>
                  <a:lnTo>
                    <a:pt x="713028" y="544481"/>
                  </a:lnTo>
                  <a:lnTo>
                    <a:pt x="712369" y="541640"/>
                  </a:lnTo>
                  <a:lnTo>
                    <a:pt x="712222" y="539851"/>
                  </a:lnTo>
                  <a:lnTo>
                    <a:pt x="712587" y="539110"/>
                  </a:lnTo>
                  <a:lnTo>
                    <a:pt x="713060" y="536873"/>
                  </a:lnTo>
                  <a:lnTo>
                    <a:pt x="713488" y="536324"/>
                  </a:lnTo>
                  <a:lnTo>
                    <a:pt x="714149" y="536471"/>
                  </a:lnTo>
                  <a:lnTo>
                    <a:pt x="714164" y="536215"/>
                  </a:lnTo>
                  <a:lnTo>
                    <a:pt x="713156" y="535009"/>
                  </a:lnTo>
                  <a:lnTo>
                    <a:pt x="712659" y="533493"/>
                  </a:lnTo>
                  <a:lnTo>
                    <a:pt x="712681" y="532930"/>
                  </a:lnTo>
                  <a:lnTo>
                    <a:pt x="713570" y="531421"/>
                  </a:lnTo>
                  <a:lnTo>
                    <a:pt x="713410" y="530786"/>
                  </a:lnTo>
                  <a:lnTo>
                    <a:pt x="712751" y="529959"/>
                  </a:lnTo>
                  <a:lnTo>
                    <a:pt x="710741" y="528573"/>
                  </a:lnTo>
                  <a:lnTo>
                    <a:pt x="711466" y="528039"/>
                  </a:lnTo>
                  <a:lnTo>
                    <a:pt x="711927" y="526848"/>
                  </a:lnTo>
                  <a:lnTo>
                    <a:pt x="711836" y="526494"/>
                  </a:lnTo>
                  <a:lnTo>
                    <a:pt x="711039" y="526007"/>
                  </a:lnTo>
                  <a:lnTo>
                    <a:pt x="710122" y="525087"/>
                  </a:lnTo>
                  <a:lnTo>
                    <a:pt x="709426" y="523712"/>
                  </a:lnTo>
                  <a:lnTo>
                    <a:pt x="708569" y="521548"/>
                  </a:lnTo>
                  <a:lnTo>
                    <a:pt x="708047" y="519829"/>
                  </a:lnTo>
                  <a:lnTo>
                    <a:pt x="707532" y="516969"/>
                  </a:lnTo>
                  <a:lnTo>
                    <a:pt x="706643" y="513716"/>
                  </a:lnTo>
                  <a:lnTo>
                    <a:pt x="706254" y="512905"/>
                  </a:lnTo>
                  <a:lnTo>
                    <a:pt x="705809" y="512381"/>
                  </a:lnTo>
                  <a:lnTo>
                    <a:pt x="705308" y="512140"/>
                  </a:lnTo>
                  <a:lnTo>
                    <a:pt x="705326" y="511643"/>
                  </a:lnTo>
                  <a:lnTo>
                    <a:pt x="705865" y="510885"/>
                  </a:lnTo>
                  <a:lnTo>
                    <a:pt x="714569" y="505447"/>
                  </a:lnTo>
                  <a:lnTo>
                    <a:pt x="715294" y="504664"/>
                  </a:lnTo>
                  <a:lnTo>
                    <a:pt x="719565" y="501619"/>
                  </a:lnTo>
                  <a:lnTo>
                    <a:pt x="721538" y="499920"/>
                  </a:lnTo>
                  <a:lnTo>
                    <a:pt x="723549" y="497474"/>
                  </a:lnTo>
                  <a:lnTo>
                    <a:pt x="726285" y="494959"/>
                  </a:lnTo>
                  <a:lnTo>
                    <a:pt x="727618" y="493339"/>
                  </a:lnTo>
                  <a:lnTo>
                    <a:pt x="728460" y="491775"/>
                  </a:lnTo>
                  <a:lnTo>
                    <a:pt x="732801" y="485530"/>
                  </a:lnTo>
                  <a:lnTo>
                    <a:pt x="734640" y="482339"/>
                  </a:lnTo>
                  <a:lnTo>
                    <a:pt x="735705" y="479597"/>
                  </a:lnTo>
                  <a:lnTo>
                    <a:pt x="737253" y="476319"/>
                  </a:lnTo>
                  <a:lnTo>
                    <a:pt x="739281" y="472502"/>
                  </a:lnTo>
                  <a:lnTo>
                    <a:pt x="740562" y="469228"/>
                  </a:lnTo>
                  <a:lnTo>
                    <a:pt x="741097" y="466499"/>
                  </a:lnTo>
                  <a:lnTo>
                    <a:pt x="741760" y="461794"/>
                  </a:lnTo>
                  <a:lnTo>
                    <a:pt x="741951" y="457623"/>
                  </a:lnTo>
                  <a:lnTo>
                    <a:pt x="742068" y="451506"/>
                  </a:lnTo>
                  <a:lnTo>
                    <a:pt x="742000" y="446045"/>
                  </a:lnTo>
                  <a:lnTo>
                    <a:pt x="741456" y="437493"/>
                  </a:lnTo>
                  <a:lnTo>
                    <a:pt x="741127" y="434802"/>
                  </a:lnTo>
                  <a:lnTo>
                    <a:pt x="740506" y="431602"/>
                  </a:lnTo>
                  <a:lnTo>
                    <a:pt x="739000" y="425160"/>
                  </a:lnTo>
                  <a:lnTo>
                    <a:pt x="738729" y="423405"/>
                  </a:lnTo>
                  <a:lnTo>
                    <a:pt x="737796" y="420446"/>
                  </a:lnTo>
                  <a:lnTo>
                    <a:pt x="734736" y="412740"/>
                  </a:lnTo>
                  <a:lnTo>
                    <a:pt x="730911" y="407527"/>
                  </a:lnTo>
                  <a:lnTo>
                    <a:pt x="730183" y="406218"/>
                  </a:lnTo>
                  <a:lnTo>
                    <a:pt x="728668" y="404689"/>
                  </a:lnTo>
                  <a:lnTo>
                    <a:pt x="726366" y="402934"/>
                  </a:lnTo>
                  <a:lnTo>
                    <a:pt x="724876" y="401503"/>
                  </a:lnTo>
                  <a:lnTo>
                    <a:pt x="720985" y="396140"/>
                  </a:lnTo>
                  <a:lnTo>
                    <a:pt x="719704" y="395497"/>
                  </a:lnTo>
                  <a:lnTo>
                    <a:pt x="719210" y="394117"/>
                  </a:lnTo>
                  <a:lnTo>
                    <a:pt x="719104" y="393135"/>
                  </a:lnTo>
                  <a:lnTo>
                    <a:pt x="719252" y="390572"/>
                  </a:lnTo>
                  <a:lnTo>
                    <a:pt x="719478" y="388799"/>
                  </a:lnTo>
                  <a:lnTo>
                    <a:pt x="719754" y="387493"/>
                  </a:lnTo>
                  <a:lnTo>
                    <a:pt x="720078" y="386652"/>
                  </a:lnTo>
                  <a:lnTo>
                    <a:pt x="722219" y="382713"/>
                  </a:lnTo>
                  <a:lnTo>
                    <a:pt x="723418" y="379561"/>
                  </a:lnTo>
                  <a:lnTo>
                    <a:pt x="724253" y="377834"/>
                  </a:lnTo>
                  <a:lnTo>
                    <a:pt x="725174" y="376495"/>
                  </a:lnTo>
                  <a:lnTo>
                    <a:pt x="726841" y="374736"/>
                  </a:lnTo>
                  <a:lnTo>
                    <a:pt x="727786" y="372520"/>
                  </a:lnTo>
                  <a:lnTo>
                    <a:pt x="727570" y="371622"/>
                  </a:lnTo>
                  <a:lnTo>
                    <a:pt x="726820" y="370644"/>
                  </a:lnTo>
                  <a:lnTo>
                    <a:pt x="726654" y="369690"/>
                  </a:lnTo>
                  <a:lnTo>
                    <a:pt x="727920" y="367256"/>
                  </a:lnTo>
                  <a:lnTo>
                    <a:pt x="728099" y="366582"/>
                  </a:lnTo>
                  <a:lnTo>
                    <a:pt x="727938" y="364291"/>
                  </a:lnTo>
                  <a:lnTo>
                    <a:pt x="728183" y="363777"/>
                  </a:lnTo>
                  <a:lnTo>
                    <a:pt x="729746" y="363640"/>
                  </a:lnTo>
                  <a:lnTo>
                    <a:pt x="731975" y="366929"/>
                  </a:lnTo>
                  <a:lnTo>
                    <a:pt x="732523" y="366642"/>
                  </a:lnTo>
                  <a:lnTo>
                    <a:pt x="731810" y="365735"/>
                  </a:lnTo>
                  <a:lnTo>
                    <a:pt x="730955" y="363521"/>
                  </a:lnTo>
                  <a:lnTo>
                    <a:pt x="731079" y="362602"/>
                  </a:lnTo>
                  <a:lnTo>
                    <a:pt x="732724" y="360209"/>
                  </a:lnTo>
                  <a:lnTo>
                    <a:pt x="732770" y="359123"/>
                  </a:lnTo>
                  <a:lnTo>
                    <a:pt x="732301" y="357617"/>
                  </a:lnTo>
                  <a:lnTo>
                    <a:pt x="732248" y="356413"/>
                  </a:lnTo>
                  <a:lnTo>
                    <a:pt x="733212" y="353549"/>
                  </a:lnTo>
                  <a:lnTo>
                    <a:pt x="732952" y="352948"/>
                  </a:lnTo>
                  <a:lnTo>
                    <a:pt x="730243" y="352394"/>
                  </a:lnTo>
                  <a:lnTo>
                    <a:pt x="729798" y="351594"/>
                  </a:lnTo>
                  <a:lnTo>
                    <a:pt x="729956" y="351216"/>
                  </a:lnTo>
                  <a:lnTo>
                    <a:pt x="731231" y="350255"/>
                  </a:lnTo>
                  <a:lnTo>
                    <a:pt x="731328" y="349892"/>
                  </a:lnTo>
                  <a:lnTo>
                    <a:pt x="729076" y="343489"/>
                  </a:lnTo>
                  <a:lnTo>
                    <a:pt x="728698" y="341580"/>
                  </a:lnTo>
                  <a:lnTo>
                    <a:pt x="729657" y="339226"/>
                  </a:lnTo>
                  <a:lnTo>
                    <a:pt x="730745" y="338163"/>
                  </a:lnTo>
                  <a:lnTo>
                    <a:pt x="730607" y="337558"/>
                  </a:lnTo>
                  <a:lnTo>
                    <a:pt x="729181" y="337449"/>
                  </a:lnTo>
                  <a:lnTo>
                    <a:pt x="728312" y="337127"/>
                  </a:lnTo>
                  <a:lnTo>
                    <a:pt x="727439" y="335293"/>
                  </a:lnTo>
                  <a:lnTo>
                    <a:pt x="727780" y="334135"/>
                  </a:lnTo>
                  <a:lnTo>
                    <a:pt x="728091" y="333605"/>
                  </a:lnTo>
                  <a:lnTo>
                    <a:pt x="728938" y="330871"/>
                  </a:lnTo>
                  <a:lnTo>
                    <a:pt x="729756" y="330307"/>
                  </a:lnTo>
                  <a:lnTo>
                    <a:pt x="729601" y="329816"/>
                  </a:lnTo>
                  <a:lnTo>
                    <a:pt x="726511" y="330979"/>
                  </a:lnTo>
                  <a:lnTo>
                    <a:pt x="725054" y="330023"/>
                  </a:lnTo>
                  <a:lnTo>
                    <a:pt x="723623" y="330277"/>
                  </a:lnTo>
                  <a:lnTo>
                    <a:pt x="722945" y="329995"/>
                  </a:lnTo>
                  <a:lnTo>
                    <a:pt x="723195" y="329018"/>
                  </a:lnTo>
                  <a:lnTo>
                    <a:pt x="725790" y="324573"/>
                  </a:lnTo>
                  <a:lnTo>
                    <a:pt x="726987" y="322168"/>
                  </a:lnTo>
                  <a:lnTo>
                    <a:pt x="727736" y="319996"/>
                  </a:lnTo>
                  <a:lnTo>
                    <a:pt x="728132" y="318552"/>
                  </a:lnTo>
                  <a:lnTo>
                    <a:pt x="728176" y="317835"/>
                  </a:lnTo>
                  <a:lnTo>
                    <a:pt x="727914" y="313038"/>
                  </a:lnTo>
                  <a:lnTo>
                    <a:pt x="728068" y="311728"/>
                  </a:lnTo>
                  <a:lnTo>
                    <a:pt x="729073" y="310507"/>
                  </a:lnTo>
                  <a:lnTo>
                    <a:pt x="730621" y="308213"/>
                  </a:lnTo>
                  <a:lnTo>
                    <a:pt x="728503" y="306141"/>
                  </a:lnTo>
                  <a:lnTo>
                    <a:pt x="727175" y="304121"/>
                  </a:lnTo>
                  <a:lnTo>
                    <a:pt x="726299" y="303118"/>
                  </a:lnTo>
                  <a:lnTo>
                    <a:pt x="725636" y="302139"/>
                  </a:lnTo>
                  <a:lnTo>
                    <a:pt x="724786" y="300064"/>
                  </a:lnTo>
                  <a:lnTo>
                    <a:pt x="724140" y="297366"/>
                  </a:lnTo>
                  <a:lnTo>
                    <a:pt x="723454" y="291929"/>
                  </a:lnTo>
                  <a:lnTo>
                    <a:pt x="723341" y="288935"/>
                  </a:lnTo>
                  <a:lnTo>
                    <a:pt x="723497" y="286761"/>
                  </a:lnTo>
                  <a:lnTo>
                    <a:pt x="723782" y="285702"/>
                  </a:lnTo>
                  <a:lnTo>
                    <a:pt x="724248" y="284600"/>
                  </a:lnTo>
                  <a:lnTo>
                    <a:pt x="726184" y="282497"/>
                  </a:lnTo>
                  <a:lnTo>
                    <a:pt x="729590" y="279400"/>
                  </a:lnTo>
                  <a:lnTo>
                    <a:pt x="732254" y="278185"/>
                  </a:lnTo>
                  <a:lnTo>
                    <a:pt x="734178" y="278851"/>
                  </a:lnTo>
                  <a:lnTo>
                    <a:pt x="737928" y="279577"/>
                  </a:lnTo>
                  <a:lnTo>
                    <a:pt x="740955" y="281342"/>
                  </a:lnTo>
                  <a:lnTo>
                    <a:pt x="750155" y="285768"/>
                  </a:lnTo>
                  <a:lnTo>
                    <a:pt x="751782" y="287729"/>
                  </a:lnTo>
                  <a:lnTo>
                    <a:pt x="750244" y="289387"/>
                  </a:lnTo>
                  <a:lnTo>
                    <a:pt x="750467" y="289795"/>
                  </a:lnTo>
                  <a:lnTo>
                    <a:pt x="753931" y="286638"/>
                  </a:lnTo>
                  <a:lnTo>
                    <a:pt x="754847" y="286028"/>
                  </a:lnTo>
                  <a:lnTo>
                    <a:pt x="755630" y="285879"/>
                  </a:lnTo>
                  <a:lnTo>
                    <a:pt x="758244" y="287102"/>
                  </a:lnTo>
                  <a:lnTo>
                    <a:pt x="759294" y="287288"/>
                  </a:lnTo>
                  <a:lnTo>
                    <a:pt x="760620" y="288305"/>
                  </a:lnTo>
                  <a:lnTo>
                    <a:pt x="763785" y="291684"/>
                  </a:lnTo>
                  <a:lnTo>
                    <a:pt x="764011" y="291403"/>
                  </a:lnTo>
                  <a:lnTo>
                    <a:pt x="763125" y="289681"/>
                  </a:lnTo>
                  <a:lnTo>
                    <a:pt x="763633" y="288863"/>
                  </a:lnTo>
                  <a:lnTo>
                    <a:pt x="766125" y="287070"/>
                  </a:lnTo>
                  <a:lnTo>
                    <a:pt x="768700" y="285605"/>
                  </a:lnTo>
                  <a:lnTo>
                    <a:pt x="770529" y="284168"/>
                  </a:lnTo>
                  <a:lnTo>
                    <a:pt x="772470" y="282267"/>
                  </a:lnTo>
                  <a:lnTo>
                    <a:pt x="773781" y="281251"/>
                  </a:lnTo>
                  <a:lnTo>
                    <a:pt x="774458" y="281121"/>
                  </a:lnTo>
                  <a:lnTo>
                    <a:pt x="775323" y="281681"/>
                  </a:lnTo>
                  <a:lnTo>
                    <a:pt x="777643" y="284203"/>
                  </a:lnTo>
                  <a:lnTo>
                    <a:pt x="779132" y="285497"/>
                  </a:lnTo>
                  <a:lnTo>
                    <a:pt x="780326" y="286853"/>
                  </a:lnTo>
                  <a:lnTo>
                    <a:pt x="782004" y="289244"/>
                  </a:lnTo>
                  <a:lnTo>
                    <a:pt x="782660" y="289771"/>
                  </a:lnTo>
                  <a:lnTo>
                    <a:pt x="783932" y="291397"/>
                  </a:lnTo>
                  <a:lnTo>
                    <a:pt x="785623" y="291228"/>
                  </a:lnTo>
                  <a:lnTo>
                    <a:pt x="786175" y="291421"/>
                  </a:lnTo>
                  <a:lnTo>
                    <a:pt x="786361" y="291737"/>
                  </a:lnTo>
                  <a:lnTo>
                    <a:pt x="786646" y="292838"/>
                  </a:lnTo>
                  <a:lnTo>
                    <a:pt x="786795" y="293542"/>
                  </a:lnTo>
                  <a:lnTo>
                    <a:pt x="786806" y="294297"/>
                  </a:lnTo>
                  <a:lnTo>
                    <a:pt x="786416" y="296422"/>
                  </a:lnTo>
                  <a:lnTo>
                    <a:pt x="785201" y="299817"/>
                  </a:lnTo>
                  <a:lnTo>
                    <a:pt x="785710" y="299871"/>
                  </a:lnTo>
                  <a:lnTo>
                    <a:pt x="786478" y="299143"/>
                  </a:lnTo>
                  <a:lnTo>
                    <a:pt x="787476" y="297846"/>
                  </a:lnTo>
                  <a:lnTo>
                    <a:pt x="788262" y="297387"/>
                  </a:lnTo>
                  <a:lnTo>
                    <a:pt x="789929" y="298418"/>
                  </a:lnTo>
                  <a:lnTo>
                    <a:pt x="791478" y="300078"/>
                  </a:lnTo>
                  <a:lnTo>
                    <a:pt x="792027" y="300958"/>
                  </a:lnTo>
                  <a:lnTo>
                    <a:pt x="792629" y="302394"/>
                  </a:lnTo>
                  <a:lnTo>
                    <a:pt x="793143" y="303131"/>
                  </a:lnTo>
                  <a:lnTo>
                    <a:pt x="793620" y="304550"/>
                  </a:lnTo>
                  <a:lnTo>
                    <a:pt x="793586" y="305010"/>
                  </a:lnTo>
                  <a:lnTo>
                    <a:pt x="793137" y="305698"/>
                  </a:lnTo>
                  <a:lnTo>
                    <a:pt x="791237" y="306861"/>
                  </a:lnTo>
                  <a:lnTo>
                    <a:pt x="791596" y="307298"/>
                  </a:lnTo>
                  <a:lnTo>
                    <a:pt x="793815" y="306568"/>
                  </a:lnTo>
                  <a:lnTo>
                    <a:pt x="794490" y="305850"/>
                  </a:lnTo>
                  <a:lnTo>
                    <a:pt x="794975" y="304648"/>
                  </a:lnTo>
                  <a:lnTo>
                    <a:pt x="795621" y="304306"/>
                  </a:lnTo>
                  <a:lnTo>
                    <a:pt x="798243" y="306414"/>
                  </a:lnTo>
                  <a:lnTo>
                    <a:pt x="798629" y="307147"/>
                  </a:lnTo>
                  <a:lnTo>
                    <a:pt x="798460" y="307722"/>
                  </a:lnTo>
                  <a:lnTo>
                    <a:pt x="798037" y="308372"/>
                  </a:lnTo>
                  <a:lnTo>
                    <a:pt x="796891" y="309086"/>
                  </a:lnTo>
                  <a:lnTo>
                    <a:pt x="795910" y="310881"/>
                  </a:lnTo>
                  <a:lnTo>
                    <a:pt x="795756" y="311656"/>
                  </a:lnTo>
                  <a:lnTo>
                    <a:pt x="796455" y="312205"/>
                  </a:lnTo>
                  <a:lnTo>
                    <a:pt x="798162" y="312443"/>
                  </a:lnTo>
                  <a:lnTo>
                    <a:pt x="798149" y="312869"/>
                  </a:lnTo>
                  <a:lnTo>
                    <a:pt x="797163" y="313657"/>
                  </a:lnTo>
                  <a:lnTo>
                    <a:pt x="797033" y="314685"/>
                  </a:lnTo>
                  <a:lnTo>
                    <a:pt x="799242" y="318349"/>
                  </a:lnTo>
                  <a:lnTo>
                    <a:pt x="800724" y="319955"/>
                  </a:lnTo>
                  <a:lnTo>
                    <a:pt x="801579" y="320249"/>
                  </a:lnTo>
                  <a:lnTo>
                    <a:pt x="803573" y="320321"/>
                  </a:lnTo>
                  <a:lnTo>
                    <a:pt x="805186" y="320942"/>
                  </a:lnTo>
                  <a:lnTo>
                    <a:pt x="808774" y="323021"/>
                  </a:lnTo>
                  <a:lnTo>
                    <a:pt x="810873" y="323396"/>
                  </a:lnTo>
                  <a:lnTo>
                    <a:pt x="812682" y="322761"/>
                  </a:lnTo>
                  <a:lnTo>
                    <a:pt x="813883" y="322622"/>
                  </a:lnTo>
                  <a:lnTo>
                    <a:pt x="814942" y="323453"/>
                  </a:lnTo>
                  <a:lnTo>
                    <a:pt x="815279" y="324041"/>
                  </a:lnTo>
                  <a:lnTo>
                    <a:pt x="815438" y="325209"/>
                  </a:lnTo>
                  <a:lnTo>
                    <a:pt x="815418" y="326961"/>
                  </a:lnTo>
                  <a:lnTo>
                    <a:pt x="816000" y="328189"/>
                  </a:lnTo>
                  <a:lnTo>
                    <a:pt x="817184" y="328891"/>
                  </a:lnTo>
                  <a:lnTo>
                    <a:pt x="818141" y="328785"/>
                  </a:lnTo>
                  <a:lnTo>
                    <a:pt x="819393" y="327408"/>
                  </a:lnTo>
                  <a:lnTo>
                    <a:pt x="820452" y="327173"/>
                  </a:lnTo>
                  <a:lnTo>
                    <a:pt x="820807" y="326141"/>
                  </a:lnTo>
                  <a:lnTo>
                    <a:pt x="821119" y="324233"/>
                  </a:lnTo>
                  <a:lnTo>
                    <a:pt x="821428" y="323188"/>
                  </a:lnTo>
                  <a:lnTo>
                    <a:pt x="822195" y="322888"/>
                  </a:lnTo>
                  <a:lnTo>
                    <a:pt x="822813" y="323456"/>
                  </a:lnTo>
                  <a:lnTo>
                    <a:pt x="823174" y="324328"/>
                  </a:lnTo>
                  <a:lnTo>
                    <a:pt x="823836" y="326942"/>
                  </a:lnTo>
                  <a:lnTo>
                    <a:pt x="824021" y="328112"/>
                  </a:lnTo>
                  <a:lnTo>
                    <a:pt x="823947" y="329179"/>
                  </a:lnTo>
                  <a:lnTo>
                    <a:pt x="823617" y="330140"/>
                  </a:lnTo>
                  <a:lnTo>
                    <a:pt x="822966" y="331164"/>
                  </a:lnTo>
                  <a:lnTo>
                    <a:pt x="821997" y="332253"/>
                  </a:lnTo>
                  <a:lnTo>
                    <a:pt x="821234" y="333817"/>
                  </a:lnTo>
                  <a:lnTo>
                    <a:pt x="820303" y="337433"/>
                  </a:lnTo>
                  <a:lnTo>
                    <a:pt x="819959" y="339796"/>
                  </a:lnTo>
                  <a:lnTo>
                    <a:pt x="819865" y="341192"/>
                  </a:lnTo>
                  <a:lnTo>
                    <a:pt x="819906" y="342720"/>
                  </a:lnTo>
                  <a:lnTo>
                    <a:pt x="820082" y="344382"/>
                  </a:lnTo>
                  <a:lnTo>
                    <a:pt x="820451" y="345751"/>
                  </a:lnTo>
                  <a:lnTo>
                    <a:pt x="821319" y="347689"/>
                  </a:lnTo>
                  <a:lnTo>
                    <a:pt x="821369" y="348332"/>
                  </a:lnTo>
                  <a:lnTo>
                    <a:pt x="821434" y="349902"/>
                  </a:lnTo>
                  <a:lnTo>
                    <a:pt x="821357" y="350592"/>
                  </a:lnTo>
                  <a:lnTo>
                    <a:pt x="820851" y="351958"/>
                  </a:lnTo>
                  <a:lnTo>
                    <a:pt x="819448" y="353322"/>
                  </a:lnTo>
                  <a:lnTo>
                    <a:pt x="817524" y="353673"/>
                  </a:lnTo>
                  <a:lnTo>
                    <a:pt x="811235" y="353751"/>
                  </a:lnTo>
                  <a:lnTo>
                    <a:pt x="809561" y="353425"/>
                  </a:lnTo>
                  <a:lnTo>
                    <a:pt x="809965" y="354665"/>
                  </a:lnTo>
                  <a:lnTo>
                    <a:pt x="811726" y="355061"/>
                  </a:lnTo>
                  <a:lnTo>
                    <a:pt x="813335" y="355045"/>
                  </a:lnTo>
                  <a:lnTo>
                    <a:pt x="819333" y="355829"/>
                  </a:lnTo>
                  <a:lnTo>
                    <a:pt x="820159" y="356623"/>
                  </a:lnTo>
                  <a:lnTo>
                    <a:pt x="820855" y="358019"/>
                  </a:lnTo>
                  <a:lnTo>
                    <a:pt x="821352" y="359465"/>
                  </a:lnTo>
                  <a:lnTo>
                    <a:pt x="821845" y="362405"/>
                  </a:lnTo>
                  <a:lnTo>
                    <a:pt x="821937" y="363801"/>
                  </a:lnTo>
                  <a:lnTo>
                    <a:pt x="821673" y="365349"/>
                  </a:lnTo>
                  <a:lnTo>
                    <a:pt x="821053" y="367051"/>
                  </a:lnTo>
                  <a:lnTo>
                    <a:pt x="820637" y="369317"/>
                  </a:lnTo>
                  <a:lnTo>
                    <a:pt x="820424" y="372150"/>
                  </a:lnTo>
                  <a:lnTo>
                    <a:pt x="820758" y="373651"/>
                  </a:lnTo>
                  <a:lnTo>
                    <a:pt x="824002" y="373768"/>
                  </a:lnTo>
                  <a:lnTo>
                    <a:pt x="824646" y="374793"/>
                  </a:lnTo>
                  <a:lnTo>
                    <a:pt x="824572" y="375558"/>
                  </a:lnTo>
                  <a:lnTo>
                    <a:pt x="823420" y="378429"/>
                  </a:lnTo>
                  <a:lnTo>
                    <a:pt x="823314" y="379245"/>
                  </a:lnTo>
                  <a:lnTo>
                    <a:pt x="823839" y="381182"/>
                  </a:lnTo>
                  <a:lnTo>
                    <a:pt x="823768" y="381733"/>
                  </a:lnTo>
                  <a:lnTo>
                    <a:pt x="823448" y="382296"/>
                  </a:lnTo>
                  <a:lnTo>
                    <a:pt x="823142" y="383749"/>
                  </a:lnTo>
                  <a:lnTo>
                    <a:pt x="822850" y="386094"/>
                  </a:lnTo>
                  <a:lnTo>
                    <a:pt x="822487" y="387613"/>
                  </a:lnTo>
                  <a:lnTo>
                    <a:pt x="821605" y="388787"/>
                  </a:lnTo>
                  <a:lnTo>
                    <a:pt x="821143" y="389044"/>
                  </a:lnTo>
                  <a:lnTo>
                    <a:pt x="820810" y="388733"/>
                  </a:lnTo>
                  <a:lnTo>
                    <a:pt x="819939" y="385534"/>
                  </a:lnTo>
                  <a:lnTo>
                    <a:pt x="819580" y="385058"/>
                  </a:lnTo>
                  <a:lnTo>
                    <a:pt x="819241" y="385358"/>
                  </a:lnTo>
                  <a:lnTo>
                    <a:pt x="819070" y="385854"/>
                  </a:lnTo>
                  <a:lnTo>
                    <a:pt x="819069" y="386545"/>
                  </a:lnTo>
                  <a:lnTo>
                    <a:pt x="818920" y="387261"/>
                  </a:lnTo>
                  <a:lnTo>
                    <a:pt x="818621" y="388000"/>
                  </a:lnTo>
                  <a:lnTo>
                    <a:pt x="817337" y="389176"/>
                  </a:lnTo>
                  <a:lnTo>
                    <a:pt x="815256" y="389972"/>
                  </a:lnTo>
                  <a:lnTo>
                    <a:pt x="815320" y="390823"/>
                  </a:lnTo>
                  <a:lnTo>
                    <a:pt x="816717" y="391279"/>
                  </a:lnTo>
                  <a:lnTo>
                    <a:pt x="818494" y="392703"/>
                  </a:lnTo>
                  <a:lnTo>
                    <a:pt x="819515" y="392930"/>
                  </a:lnTo>
                  <a:lnTo>
                    <a:pt x="821118" y="391779"/>
                  </a:lnTo>
                  <a:lnTo>
                    <a:pt x="824211" y="388160"/>
                  </a:lnTo>
                  <a:lnTo>
                    <a:pt x="825485" y="387179"/>
                  </a:lnTo>
                  <a:lnTo>
                    <a:pt x="826608" y="386803"/>
                  </a:lnTo>
                  <a:lnTo>
                    <a:pt x="827873" y="386756"/>
                  </a:lnTo>
                  <a:lnTo>
                    <a:pt x="829278" y="387032"/>
                  </a:lnTo>
                  <a:lnTo>
                    <a:pt x="832078" y="386570"/>
                  </a:lnTo>
                  <a:lnTo>
                    <a:pt x="832779" y="386915"/>
                  </a:lnTo>
                  <a:lnTo>
                    <a:pt x="833635" y="387711"/>
                  </a:lnTo>
                  <a:lnTo>
                    <a:pt x="834648" y="388965"/>
                  </a:lnTo>
                  <a:lnTo>
                    <a:pt x="835345" y="390170"/>
                  </a:lnTo>
                  <a:lnTo>
                    <a:pt x="835727" y="391328"/>
                  </a:lnTo>
                  <a:lnTo>
                    <a:pt x="836356" y="395704"/>
                  </a:lnTo>
                  <a:lnTo>
                    <a:pt x="837201" y="396850"/>
                  </a:lnTo>
                  <a:lnTo>
                    <a:pt x="837407" y="397691"/>
                  </a:lnTo>
                  <a:lnTo>
                    <a:pt x="837473" y="398980"/>
                  </a:lnTo>
                  <a:lnTo>
                    <a:pt x="837421" y="401502"/>
                  </a:lnTo>
                  <a:lnTo>
                    <a:pt x="836491" y="406593"/>
                  </a:lnTo>
                  <a:lnTo>
                    <a:pt x="836010" y="408475"/>
                  </a:lnTo>
                  <a:lnTo>
                    <a:pt x="834725" y="411043"/>
                  </a:lnTo>
                  <a:lnTo>
                    <a:pt x="833244" y="412209"/>
                  </a:lnTo>
                  <a:lnTo>
                    <a:pt x="830610" y="413302"/>
                  </a:lnTo>
                  <a:lnTo>
                    <a:pt x="829234" y="414220"/>
                  </a:lnTo>
                  <a:lnTo>
                    <a:pt x="828197" y="415484"/>
                  </a:lnTo>
                  <a:lnTo>
                    <a:pt x="828135" y="416179"/>
                  </a:lnTo>
                  <a:lnTo>
                    <a:pt x="831126" y="414012"/>
                  </a:lnTo>
                  <a:lnTo>
                    <a:pt x="834415" y="412953"/>
                  </a:lnTo>
                  <a:lnTo>
                    <a:pt x="835353" y="411769"/>
                  </a:lnTo>
                  <a:lnTo>
                    <a:pt x="836064" y="410617"/>
                  </a:lnTo>
                  <a:lnTo>
                    <a:pt x="836786" y="408048"/>
                  </a:lnTo>
                  <a:lnTo>
                    <a:pt x="838093" y="401402"/>
                  </a:lnTo>
                  <a:lnTo>
                    <a:pt x="838835" y="399311"/>
                  </a:lnTo>
                  <a:lnTo>
                    <a:pt x="839871" y="398958"/>
                  </a:lnTo>
                  <a:lnTo>
                    <a:pt x="840330" y="399669"/>
                  </a:lnTo>
                  <a:lnTo>
                    <a:pt x="841404" y="403565"/>
                  </a:lnTo>
                  <a:lnTo>
                    <a:pt x="841398" y="404559"/>
                  </a:lnTo>
                  <a:lnTo>
                    <a:pt x="841132" y="405402"/>
                  </a:lnTo>
                  <a:lnTo>
                    <a:pt x="839378" y="409192"/>
                  </a:lnTo>
                  <a:lnTo>
                    <a:pt x="840009" y="408805"/>
                  </a:lnTo>
                  <a:lnTo>
                    <a:pt x="841772" y="405243"/>
                  </a:lnTo>
                  <a:lnTo>
                    <a:pt x="842146" y="404130"/>
                  </a:lnTo>
                  <a:lnTo>
                    <a:pt x="842354" y="402499"/>
                  </a:lnTo>
                  <a:lnTo>
                    <a:pt x="842921" y="401343"/>
                  </a:lnTo>
                  <a:lnTo>
                    <a:pt x="843139" y="401909"/>
                  </a:lnTo>
                  <a:lnTo>
                    <a:pt x="843684" y="406094"/>
                  </a:lnTo>
                  <a:lnTo>
                    <a:pt x="843701" y="409154"/>
                  </a:lnTo>
                  <a:lnTo>
                    <a:pt x="843789" y="410136"/>
                  </a:lnTo>
                  <a:lnTo>
                    <a:pt x="843592" y="413040"/>
                  </a:lnTo>
                  <a:lnTo>
                    <a:pt x="843815" y="413561"/>
                  </a:lnTo>
                  <a:lnTo>
                    <a:pt x="844345" y="411049"/>
                  </a:lnTo>
                  <a:lnTo>
                    <a:pt x="844518" y="409151"/>
                  </a:lnTo>
                  <a:lnTo>
                    <a:pt x="844758" y="407798"/>
                  </a:lnTo>
                  <a:lnTo>
                    <a:pt x="845066" y="406990"/>
                  </a:lnTo>
                  <a:lnTo>
                    <a:pt x="847225" y="404433"/>
                  </a:lnTo>
                  <a:lnTo>
                    <a:pt x="849747" y="402354"/>
                  </a:lnTo>
                  <a:lnTo>
                    <a:pt x="851397" y="400506"/>
                  </a:lnTo>
                  <a:lnTo>
                    <a:pt x="852767" y="399623"/>
                  </a:lnTo>
                  <a:lnTo>
                    <a:pt x="854818" y="398789"/>
                  </a:lnTo>
                  <a:lnTo>
                    <a:pt x="856133" y="397078"/>
                  </a:lnTo>
                  <a:lnTo>
                    <a:pt x="856711" y="394487"/>
                  </a:lnTo>
                  <a:lnTo>
                    <a:pt x="857202" y="392693"/>
                  </a:lnTo>
                  <a:lnTo>
                    <a:pt x="857605" y="391700"/>
                  </a:lnTo>
                  <a:lnTo>
                    <a:pt x="858958" y="389920"/>
                  </a:lnTo>
                  <a:lnTo>
                    <a:pt x="859693" y="389821"/>
                  </a:lnTo>
                  <a:lnTo>
                    <a:pt x="860397" y="390478"/>
                  </a:lnTo>
                  <a:lnTo>
                    <a:pt x="861193" y="391813"/>
                  </a:lnTo>
                  <a:lnTo>
                    <a:pt x="862083" y="393824"/>
                  </a:lnTo>
                  <a:lnTo>
                    <a:pt x="862615" y="395403"/>
                  </a:lnTo>
                  <a:lnTo>
                    <a:pt x="862789" y="396550"/>
                  </a:lnTo>
                  <a:lnTo>
                    <a:pt x="862933" y="400568"/>
                  </a:lnTo>
                  <a:lnTo>
                    <a:pt x="863101" y="400557"/>
                  </a:lnTo>
                  <a:lnTo>
                    <a:pt x="863920" y="397488"/>
                  </a:lnTo>
                  <a:lnTo>
                    <a:pt x="864016" y="396397"/>
                  </a:lnTo>
                  <a:lnTo>
                    <a:pt x="863958" y="395245"/>
                  </a:lnTo>
                  <a:lnTo>
                    <a:pt x="863708" y="394096"/>
                  </a:lnTo>
                  <a:lnTo>
                    <a:pt x="862884" y="391587"/>
                  </a:lnTo>
                  <a:lnTo>
                    <a:pt x="862561" y="390017"/>
                  </a:lnTo>
                  <a:lnTo>
                    <a:pt x="862633" y="389049"/>
                  </a:lnTo>
                  <a:lnTo>
                    <a:pt x="863508" y="388500"/>
                  </a:lnTo>
                  <a:lnTo>
                    <a:pt x="864799" y="388281"/>
                  </a:lnTo>
                  <a:lnTo>
                    <a:pt x="865017" y="387871"/>
                  </a:lnTo>
                  <a:lnTo>
                    <a:pt x="864068" y="386834"/>
                  </a:lnTo>
                  <a:lnTo>
                    <a:pt x="864042" y="386271"/>
                  </a:lnTo>
                  <a:lnTo>
                    <a:pt x="864954" y="384427"/>
                  </a:lnTo>
                  <a:lnTo>
                    <a:pt x="865490" y="384326"/>
                  </a:lnTo>
                  <a:lnTo>
                    <a:pt x="866540" y="384618"/>
                  </a:lnTo>
                  <a:lnTo>
                    <a:pt x="866329" y="383673"/>
                  </a:lnTo>
                  <a:lnTo>
                    <a:pt x="866340" y="383047"/>
                  </a:lnTo>
                  <a:lnTo>
                    <a:pt x="866636" y="382802"/>
                  </a:lnTo>
                  <a:lnTo>
                    <a:pt x="868377" y="383399"/>
                  </a:lnTo>
                  <a:lnTo>
                    <a:pt x="868580" y="382679"/>
                  </a:lnTo>
                  <a:lnTo>
                    <a:pt x="870077" y="382614"/>
                  </a:lnTo>
                  <a:lnTo>
                    <a:pt x="870223" y="381970"/>
                  </a:lnTo>
                  <a:lnTo>
                    <a:pt x="868929" y="381051"/>
                  </a:lnTo>
                  <a:lnTo>
                    <a:pt x="867660" y="380477"/>
                  </a:lnTo>
                  <a:lnTo>
                    <a:pt x="867274" y="379975"/>
                  </a:lnTo>
                  <a:lnTo>
                    <a:pt x="866977" y="379234"/>
                  </a:lnTo>
                  <a:lnTo>
                    <a:pt x="866581" y="377445"/>
                  </a:lnTo>
                  <a:lnTo>
                    <a:pt x="866677" y="376971"/>
                  </a:lnTo>
                  <a:lnTo>
                    <a:pt x="867033" y="376962"/>
                  </a:lnTo>
                  <a:lnTo>
                    <a:pt x="867650" y="377451"/>
                  </a:lnTo>
                  <a:lnTo>
                    <a:pt x="867985" y="376510"/>
                  </a:lnTo>
                  <a:lnTo>
                    <a:pt x="868362" y="374301"/>
                  </a:lnTo>
                  <a:lnTo>
                    <a:pt x="868736" y="373395"/>
                  </a:lnTo>
                  <a:lnTo>
                    <a:pt x="869899" y="374442"/>
                  </a:lnTo>
                  <a:lnTo>
                    <a:pt x="869950" y="373991"/>
                  </a:lnTo>
                  <a:lnTo>
                    <a:pt x="869005" y="370518"/>
                  </a:lnTo>
                  <a:lnTo>
                    <a:pt x="869170" y="369852"/>
                  </a:lnTo>
                  <a:lnTo>
                    <a:pt x="870613" y="369601"/>
                  </a:lnTo>
                  <a:lnTo>
                    <a:pt x="871486" y="370034"/>
                  </a:lnTo>
                  <a:lnTo>
                    <a:pt x="873782" y="372579"/>
                  </a:lnTo>
                  <a:lnTo>
                    <a:pt x="874197" y="372287"/>
                  </a:lnTo>
                  <a:lnTo>
                    <a:pt x="873845" y="371590"/>
                  </a:lnTo>
                  <a:lnTo>
                    <a:pt x="872670" y="370090"/>
                  </a:lnTo>
                  <a:lnTo>
                    <a:pt x="871608" y="369109"/>
                  </a:lnTo>
                  <a:lnTo>
                    <a:pt x="870661" y="368648"/>
                  </a:lnTo>
                  <a:lnTo>
                    <a:pt x="869948" y="367812"/>
                  </a:lnTo>
                  <a:lnTo>
                    <a:pt x="869168" y="365523"/>
                  </a:lnTo>
                  <a:lnTo>
                    <a:pt x="869039" y="364581"/>
                  </a:lnTo>
                  <a:lnTo>
                    <a:pt x="869103" y="363353"/>
                  </a:lnTo>
                  <a:lnTo>
                    <a:pt x="869649" y="360804"/>
                  </a:lnTo>
                  <a:lnTo>
                    <a:pt x="869963" y="360251"/>
                  </a:lnTo>
                  <a:lnTo>
                    <a:pt x="870518" y="359841"/>
                  </a:lnTo>
                  <a:lnTo>
                    <a:pt x="871314" y="359576"/>
                  </a:lnTo>
                  <a:lnTo>
                    <a:pt x="872194" y="359829"/>
                  </a:lnTo>
                  <a:lnTo>
                    <a:pt x="874010" y="361505"/>
                  </a:lnTo>
                  <a:lnTo>
                    <a:pt x="874313" y="360975"/>
                  </a:lnTo>
                  <a:lnTo>
                    <a:pt x="873333" y="360062"/>
                  </a:lnTo>
                  <a:lnTo>
                    <a:pt x="872805" y="359220"/>
                  </a:lnTo>
                  <a:lnTo>
                    <a:pt x="872549" y="358140"/>
                  </a:lnTo>
                  <a:lnTo>
                    <a:pt x="872661" y="356918"/>
                  </a:lnTo>
                  <a:lnTo>
                    <a:pt x="873430" y="354395"/>
                  </a:lnTo>
                  <a:lnTo>
                    <a:pt x="873792" y="352362"/>
                  </a:lnTo>
                  <a:lnTo>
                    <a:pt x="875428" y="346754"/>
                  </a:lnTo>
                  <a:lnTo>
                    <a:pt x="875908" y="345734"/>
                  </a:lnTo>
                  <a:lnTo>
                    <a:pt x="876421" y="345090"/>
                  </a:lnTo>
                  <a:lnTo>
                    <a:pt x="876739" y="344418"/>
                  </a:lnTo>
                  <a:lnTo>
                    <a:pt x="878022" y="344268"/>
                  </a:lnTo>
                  <a:lnTo>
                    <a:pt x="880398" y="346273"/>
                  </a:lnTo>
                  <a:lnTo>
                    <a:pt x="881124" y="347459"/>
                  </a:lnTo>
                  <a:lnTo>
                    <a:pt x="881317" y="349136"/>
                  </a:lnTo>
                  <a:lnTo>
                    <a:pt x="880072" y="351407"/>
                  </a:lnTo>
                  <a:lnTo>
                    <a:pt x="877937" y="353102"/>
                  </a:lnTo>
                  <a:lnTo>
                    <a:pt x="877302" y="353842"/>
                  </a:lnTo>
                  <a:lnTo>
                    <a:pt x="877715" y="354272"/>
                  </a:lnTo>
                  <a:lnTo>
                    <a:pt x="879710" y="352917"/>
                  </a:lnTo>
                  <a:lnTo>
                    <a:pt x="881453" y="352285"/>
                  </a:lnTo>
                  <a:lnTo>
                    <a:pt x="882883" y="352307"/>
                  </a:lnTo>
                  <a:lnTo>
                    <a:pt x="884041" y="354999"/>
                  </a:lnTo>
                  <a:lnTo>
                    <a:pt x="884202" y="358735"/>
                  </a:lnTo>
                  <a:lnTo>
                    <a:pt x="883541" y="361847"/>
                  </a:lnTo>
                  <a:lnTo>
                    <a:pt x="884411" y="360299"/>
                  </a:lnTo>
                  <a:lnTo>
                    <a:pt x="885500" y="359443"/>
                  </a:lnTo>
                  <a:lnTo>
                    <a:pt x="886390" y="361478"/>
                  </a:lnTo>
                  <a:lnTo>
                    <a:pt x="886496" y="363135"/>
                  </a:lnTo>
                  <a:lnTo>
                    <a:pt x="886964" y="364692"/>
                  </a:lnTo>
                  <a:lnTo>
                    <a:pt x="887972" y="366776"/>
                  </a:lnTo>
                  <a:lnTo>
                    <a:pt x="889020" y="368602"/>
                  </a:lnTo>
                  <a:lnTo>
                    <a:pt x="887867" y="370517"/>
                  </a:lnTo>
                  <a:lnTo>
                    <a:pt x="886482" y="371661"/>
                  </a:lnTo>
                  <a:lnTo>
                    <a:pt x="886773" y="372515"/>
                  </a:lnTo>
                  <a:lnTo>
                    <a:pt x="888667" y="373429"/>
                  </a:lnTo>
                  <a:lnTo>
                    <a:pt x="888923" y="374333"/>
                  </a:lnTo>
                  <a:lnTo>
                    <a:pt x="888724" y="375560"/>
                  </a:lnTo>
                  <a:lnTo>
                    <a:pt x="888999" y="375554"/>
                  </a:lnTo>
                  <a:lnTo>
                    <a:pt x="890317" y="373659"/>
                  </a:lnTo>
                  <a:lnTo>
                    <a:pt x="891440" y="373913"/>
                  </a:lnTo>
                  <a:lnTo>
                    <a:pt x="892876" y="378005"/>
                  </a:lnTo>
                  <a:lnTo>
                    <a:pt x="891828" y="380346"/>
                  </a:lnTo>
                  <a:lnTo>
                    <a:pt x="890225" y="381418"/>
                  </a:lnTo>
                  <a:lnTo>
                    <a:pt x="888948" y="381874"/>
                  </a:lnTo>
                  <a:lnTo>
                    <a:pt x="887175" y="381811"/>
                  </a:lnTo>
                  <a:lnTo>
                    <a:pt x="886477" y="382159"/>
                  </a:lnTo>
                  <a:lnTo>
                    <a:pt x="886824" y="382940"/>
                  </a:lnTo>
                  <a:lnTo>
                    <a:pt x="888520" y="382951"/>
                  </a:lnTo>
                  <a:lnTo>
                    <a:pt x="891118" y="382360"/>
                  </a:lnTo>
                  <a:lnTo>
                    <a:pt x="893062" y="381396"/>
                  </a:lnTo>
                  <a:lnTo>
                    <a:pt x="893907" y="381338"/>
                  </a:lnTo>
                  <a:lnTo>
                    <a:pt x="894794" y="381731"/>
                  </a:lnTo>
                  <a:lnTo>
                    <a:pt x="895092" y="382060"/>
                  </a:lnTo>
                  <a:lnTo>
                    <a:pt x="894158" y="382732"/>
                  </a:lnTo>
                  <a:lnTo>
                    <a:pt x="894087" y="382967"/>
                  </a:lnTo>
                  <a:lnTo>
                    <a:pt x="894437" y="383655"/>
                  </a:lnTo>
                  <a:lnTo>
                    <a:pt x="895163" y="385877"/>
                  </a:lnTo>
                  <a:lnTo>
                    <a:pt x="895099" y="386378"/>
                  </a:lnTo>
                  <a:lnTo>
                    <a:pt x="894406" y="387668"/>
                  </a:lnTo>
                  <a:lnTo>
                    <a:pt x="895520" y="387952"/>
                  </a:lnTo>
                  <a:lnTo>
                    <a:pt x="897074" y="387349"/>
                  </a:lnTo>
                  <a:lnTo>
                    <a:pt x="897557" y="388021"/>
                  </a:lnTo>
                  <a:lnTo>
                    <a:pt x="898504" y="390692"/>
                  </a:lnTo>
                  <a:lnTo>
                    <a:pt x="899105" y="393428"/>
                  </a:lnTo>
                  <a:lnTo>
                    <a:pt x="896475" y="397172"/>
                  </a:lnTo>
                  <a:lnTo>
                    <a:pt x="895137" y="397946"/>
                  </a:lnTo>
                  <a:lnTo>
                    <a:pt x="893166" y="399926"/>
                  </a:lnTo>
                  <a:lnTo>
                    <a:pt x="892613" y="401513"/>
                  </a:lnTo>
                  <a:lnTo>
                    <a:pt x="891473" y="403549"/>
                  </a:lnTo>
                  <a:lnTo>
                    <a:pt x="892203" y="403527"/>
                  </a:lnTo>
                  <a:lnTo>
                    <a:pt x="894241" y="400261"/>
                  </a:lnTo>
                  <a:lnTo>
                    <a:pt x="895237" y="399500"/>
                  </a:lnTo>
                  <a:lnTo>
                    <a:pt x="895979" y="399692"/>
                  </a:lnTo>
                  <a:lnTo>
                    <a:pt x="896278" y="400245"/>
                  </a:lnTo>
                  <a:lnTo>
                    <a:pt x="896133" y="401158"/>
                  </a:lnTo>
                  <a:lnTo>
                    <a:pt x="896782" y="401041"/>
                  </a:lnTo>
                  <a:lnTo>
                    <a:pt x="899524" y="399132"/>
                  </a:lnTo>
                  <a:lnTo>
                    <a:pt x="900676" y="398754"/>
                  </a:lnTo>
                  <a:lnTo>
                    <a:pt x="902166" y="398630"/>
                  </a:lnTo>
                  <a:lnTo>
                    <a:pt x="902327" y="399291"/>
                  </a:lnTo>
                  <a:lnTo>
                    <a:pt x="901401" y="403866"/>
                  </a:lnTo>
                  <a:lnTo>
                    <a:pt x="899816" y="407377"/>
                  </a:lnTo>
                  <a:lnTo>
                    <a:pt x="896930" y="409542"/>
                  </a:lnTo>
                  <a:lnTo>
                    <a:pt x="895908" y="410811"/>
                  </a:lnTo>
                  <a:lnTo>
                    <a:pt x="894643" y="412864"/>
                  </a:lnTo>
                  <a:lnTo>
                    <a:pt x="895121" y="413235"/>
                  </a:lnTo>
                  <a:lnTo>
                    <a:pt x="897873" y="410541"/>
                  </a:lnTo>
                  <a:lnTo>
                    <a:pt x="899753" y="409479"/>
                  </a:lnTo>
                  <a:lnTo>
                    <a:pt x="902393" y="408626"/>
                  </a:lnTo>
                  <a:lnTo>
                    <a:pt x="903566" y="408746"/>
                  </a:lnTo>
                  <a:lnTo>
                    <a:pt x="905644" y="414118"/>
                  </a:lnTo>
                  <a:lnTo>
                    <a:pt x="906842" y="414639"/>
                  </a:lnTo>
                  <a:lnTo>
                    <a:pt x="907810" y="414359"/>
                  </a:lnTo>
                  <a:lnTo>
                    <a:pt x="909637" y="415905"/>
                  </a:lnTo>
                  <a:lnTo>
                    <a:pt x="910323" y="417396"/>
                  </a:lnTo>
                  <a:lnTo>
                    <a:pt x="910150" y="418468"/>
                  </a:lnTo>
                  <a:lnTo>
                    <a:pt x="909532" y="419110"/>
                  </a:lnTo>
                  <a:lnTo>
                    <a:pt x="909220" y="420111"/>
                  </a:lnTo>
                  <a:lnTo>
                    <a:pt x="909952" y="423092"/>
                  </a:lnTo>
                  <a:lnTo>
                    <a:pt x="909530" y="424766"/>
                  </a:lnTo>
                  <a:lnTo>
                    <a:pt x="908195" y="426243"/>
                  </a:lnTo>
                  <a:lnTo>
                    <a:pt x="907241" y="426992"/>
                  </a:lnTo>
                  <a:lnTo>
                    <a:pt x="906243" y="427223"/>
                  </a:lnTo>
                  <a:lnTo>
                    <a:pt x="905265" y="428530"/>
                  </a:lnTo>
                  <a:lnTo>
                    <a:pt x="904821" y="428723"/>
                  </a:lnTo>
                  <a:lnTo>
                    <a:pt x="903458" y="428391"/>
                  </a:lnTo>
                  <a:lnTo>
                    <a:pt x="903925" y="429197"/>
                  </a:lnTo>
                  <a:lnTo>
                    <a:pt x="904598" y="429603"/>
                  </a:lnTo>
                  <a:lnTo>
                    <a:pt x="905672" y="429826"/>
                  </a:lnTo>
                  <a:lnTo>
                    <a:pt x="906926" y="429414"/>
                  </a:lnTo>
                  <a:lnTo>
                    <a:pt x="908147" y="429466"/>
                  </a:lnTo>
                  <a:lnTo>
                    <a:pt x="910069" y="430413"/>
                  </a:lnTo>
                  <a:lnTo>
                    <a:pt x="910875" y="431580"/>
                  </a:lnTo>
                  <a:lnTo>
                    <a:pt x="910890" y="431902"/>
                  </a:lnTo>
                  <a:lnTo>
                    <a:pt x="910475" y="432568"/>
                  </a:lnTo>
                  <a:lnTo>
                    <a:pt x="909865" y="434740"/>
                  </a:lnTo>
                  <a:lnTo>
                    <a:pt x="909421" y="435521"/>
                  </a:lnTo>
                  <a:lnTo>
                    <a:pt x="909800" y="436106"/>
                  </a:lnTo>
                  <a:lnTo>
                    <a:pt x="910763" y="437010"/>
                  </a:lnTo>
                  <a:lnTo>
                    <a:pt x="911482" y="437344"/>
                  </a:lnTo>
                  <a:lnTo>
                    <a:pt x="912426" y="437050"/>
                  </a:lnTo>
                  <a:lnTo>
                    <a:pt x="913436" y="437435"/>
                  </a:lnTo>
                  <a:lnTo>
                    <a:pt x="916829" y="442534"/>
                  </a:lnTo>
                  <a:lnTo>
                    <a:pt x="916690" y="445164"/>
                  </a:lnTo>
                  <a:lnTo>
                    <a:pt x="916176" y="447192"/>
                  </a:lnTo>
                  <a:lnTo>
                    <a:pt x="916379" y="449471"/>
                  </a:lnTo>
                  <a:lnTo>
                    <a:pt x="916392" y="452279"/>
                  </a:lnTo>
                  <a:lnTo>
                    <a:pt x="914550" y="453054"/>
                  </a:lnTo>
                  <a:lnTo>
                    <a:pt x="908442" y="451739"/>
                  </a:lnTo>
                  <a:lnTo>
                    <a:pt x="904948" y="449732"/>
                  </a:lnTo>
                  <a:lnTo>
                    <a:pt x="904768" y="449121"/>
                  </a:lnTo>
                  <a:lnTo>
                    <a:pt x="905757" y="447787"/>
                  </a:lnTo>
                  <a:lnTo>
                    <a:pt x="904880" y="447688"/>
                  </a:lnTo>
                  <a:lnTo>
                    <a:pt x="903865" y="448212"/>
                  </a:lnTo>
                  <a:lnTo>
                    <a:pt x="903439" y="448707"/>
                  </a:lnTo>
                  <a:lnTo>
                    <a:pt x="904610" y="450825"/>
                  </a:lnTo>
                  <a:lnTo>
                    <a:pt x="907820" y="452692"/>
                  </a:lnTo>
                  <a:lnTo>
                    <a:pt x="909258" y="454938"/>
                  </a:lnTo>
                  <a:lnTo>
                    <a:pt x="910831" y="455131"/>
                  </a:lnTo>
                  <a:lnTo>
                    <a:pt x="911309" y="455538"/>
                  </a:lnTo>
                  <a:lnTo>
                    <a:pt x="912179" y="456853"/>
                  </a:lnTo>
                  <a:lnTo>
                    <a:pt x="911922" y="457304"/>
                  </a:lnTo>
                  <a:lnTo>
                    <a:pt x="910319" y="457462"/>
                  </a:lnTo>
                  <a:lnTo>
                    <a:pt x="909050" y="458985"/>
                  </a:lnTo>
                  <a:lnTo>
                    <a:pt x="909847" y="459880"/>
                  </a:lnTo>
                  <a:lnTo>
                    <a:pt x="912700" y="460663"/>
                  </a:lnTo>
                  <a:lnTo>
                    <a:pt x="914747" y="460862"/>
                  </a:lnTo>
                  <a:lnTo>
                    <a:pt x="915775" y="461740"/>
                  </a:lnTo>
                  <a:lnTo>
                    <a:pt x="914930" y="462716"/>
                  </a:lnTo>
                  <a:lnTo>
                    <a:pt x="912532" y="463865"/>
                  </a:lnTo>
                  <a:lnTo>
                    <a:pt x="912463" y="465572"/>
                  </a:lnTo>
                  <a:lnTo>
                    <a:pt x="914241" y="466256"/>
                  </a:lnTo>
                  <a:lnTo>
                    <a:pt x="915823" y="465841"/>
                  </a:lnTo>
                  <a:lnTo>
                    <a:pt x="916472" y="466013"/>
                  </a:lnTo>
                  <a:lnTo>
                    <a:pt x="916936" y="470144"/>
                  </a:lnTo>
                  <a:lnTo>
                    <a:pt x="917204" y="471002"/>
                  </a:lnTo>
                  <a:lnTo>
                    <a:pt x="915503" y="471735"/>
                  </a:lnTo>
                  <a:lnTo>
                    <a:pt x="915496" y="472523"/>
                  </a:lnTo>
                  <a:lnTo>
                    <a:pt x="916627" y="473174"/>
                  </a:lnTo>
                  <a:lnTo>
                    <a:pt x="918507" y="473715"/>
                  </a:lnTo>
                  <a:lnTo>
                    <a:pt x="919128" y="474457"/>
                  </a:lnTo>
                  <a:lnTo>
                    <a:pt x="919254" y="475689"/>
                  </a:lnTo>
                  <a:lnTo>
                    <a:pt x="919641" y="476345"/>
                  </a:lnTo>
                  <a:lnTo>
                    <a:pt x="920718" y="476464"/>
                  </a:lnTo>
                  <a:lnTo>
                    <a:pt x="921904" y="474931"/>
                  </a:lnTo>
                  <a:lnTo>
                    <a:pt x="922604" y="473641"/>
                  </a:lnTo>
                  <a:lnTo>
                    <a:pt x="923624" y="474126"/>
                  </a:lnTo>
                  <a:lnTo>
                    <a:pt x="923700" y="475736"/>
                  </a:lnTo>
                  <a:lnTo>
                    <a:pt x="924916" y="477567"/>
                  </a:lnTo>
                  <a:lnTo>
                    <a:pt x="925358" y="477867"/>
                  </a:lnTo>
                  <a:lnTo>
                    <a:pt x="925708" y="480463"/>
                  </a:lnTo>
                  <a:lnTo>
                    <a:pt x="926701" y="478154"/>
                  </a:lnTo>
                  <a:lnTo>
                    <a:pt x="927429" y="478644"/>
                  </a:lnTo>
                  <a:lnTo>
                    <a:pt x="928253" y="478759"/>
                  </a:lnTo>
                  <a:lnTo>
                    <a:pt x="927972" y="480993"/>
                  </a:lnTo>
                  <a:lnTo>
                    <a:pt x="927479" y="482751"/>
                  </a:lnTo>
                  <a:lnTo>
                    <a:pt x="928127" y="483851"/>
                  </a:lnTo>
                  <a:lnTo>
                    <a:pt x="928629" y="485487"/>
                  </a:lnTo>
                  <a:lnTo>
                    <a:pt x="929963" y="487735"/>
                  </a:lnTo>
                  <a:lnTo>
                    <a:pt x="929599" y="488814"/>
                  </a:lnTo>
                  <a:lnTo>
                    <a:pt x="928024" y="491121"/>
                  </a:lnTo>
                  <a:lnTo>
                    <a:pt x="927193" y="494772"/>
                  </a:lnTo>
                  <a:lnTo>
                    <a:pt x="926998" y="496037"/>
                  </a:lnTo>
                  <a:lnTo>
                    <a:pt x="926187" y="498133"/>
                  </a:lnTo>
                  <a:lnTo>
                    <a:pt x="925075" y="500166"/>
                  </a:lnTo>
                  <a:lnTo>
                    <a:pt x="925773" y="499951"/>
                  </a:lnTo>
                  <a:lnTo>
                    <a:pt x="928256" y="496214"/>
                  </a:lnTo>
                  <a:lnTo>
                    <a:pt x="929731" y="494959"/>
                  </a:lnTo>
                  <a:lnTo>
                    <a:pt x="932979" y="494280"/>
                  </a:lnTo>
                  <a:lnTo>
                    <a:pt x="933764" y="493232"/>
                  </a:lnTo>
                  <a:lnTo>
                    <a:pt x="934953" y="492798"/>
                  </a:lnTo>
                  <a:lnTo>
                    <a:pt x="935681" y="493993"/>
                  </a:lnTo>
                  <a:lnTo>
                    <a:pt x="935756" y="496144"/>
                  </a:lnTo>
                  <a:lnTo>
                    <a:pt x="936718" y="496823"/>
                  </a:lnTo>
                  <a:lnTo>
                    <a:pt x="937728" y="496113"/>
                  </a:lnTo>
                  <a:lnTo>
                    <a:pt x="938646" y="496747"/>
                  </a:lnTo>
                  <a:lnTo>
                    <a:pt x="938094" y="498099"/>
                  </a:lnTo>
                  <a:lnTo>
                    <a:pt x="935150" y="503642"/>
                  </a:lnTo>
                  <a:lnTo>
                    <a:pt x="934290" y="505868"/>
                  </a:lnTo>
                  <a:lnTo>
                    <a:pt x="934044" y="507442"/>
                  </a:lnTo>
                  <a:lnTo>
                    <a:pt x="935055" y="505284"/>
                  </a:lnTo>
                  <a:lnTo>
                    <a:pt x="938753" y="500305"/>
                  </a:lnTo>
                  <a:lnTo>
                    <a:pt x="939149" y="499560"/>
                  </a:lnTo>
                  <a:lnTo>
                    <a:pt x="939955" y="497429"/>
                  </a:lnTo>
                  <a:lnTo>
                    <a:pt x="940698" y="496037"/>
                  </a:lnTo>
                  <a:lnTo>
                    <a:pt x="942692" y="496530"/>
                  </a:lnTo>
                  <a:lnTo>
                    <a:pt x="943719" y="497529"/>
                  </a:lnTo>
                  <a:lnTo>
                    <a:pt x="944194" y="500318"/>
                  </a:lnTo>
                  <a:lnTo>
                    <a:pt x="945000" y="503356"/>
                  </a:lnTo>
                  <a:lnTo>
                    <a:pt x="946215" y="506721"/>
                  </a:lnTo>
                  <a:lnTo>
                    <a:pt x="949441" y="508354"/>
                  </a:lnTo>
                  <a:lnTo>
                    <a:pt x="950612" y="508620"/>
                  </a:lnTo>
                  <a:lnTo>
                    <a:pt x="952629" y="507480"/>
                  </a:lnTo>
                  <a:lnTo>
                    <a:pt x="952946" y="505907"/>
                  </a:lnTo>
                  <a:lnTo>
                    <a:pt x="954520" y="505425"/>
                  </a:lnTo>
                  <a:lnTo>
                    <a:pt x="955626" y="505617"/>
                  </a:lnTo>
                  <a:lnTo>
                    <a:pt x="956007" y="508649"/>
                  </a:lnTo>
                  <a:lnTo>
                    <a:pt x="957186" y="510259"/>
                  </a:lnTo>
                  <a:lnTo>
                    <a:pt x="958359" y="511586"/>
                  </a:lnTo>
                  <a:lnTo>
                    <a:pt x="959490" y="512277"/>
                  </a:lnTo>
                  <a:lnTo>
                    <a:pt x="961143" y="512575"/>
                  </a:lnTo>
                  <a:lnTo>
                    <a:pt x="962047" y="514035"/>
                  </a:lnTo>
                  <a:lnTo>
                    <a:pt x="962047" y="514639"/>
                  </a:lnTo>
                  <a:lnTo>
                    <a:pt x="961116" y="516203"/>
                  </a:lnTo>
                  <a:lnTo>
                    <a:pt x="960220" y="518480"/>
                  </a:lnTo>
                  <a:lnTo>
                    <a:pt x="958654" y="520071"/>
                  </a:lnTo>
                  <a:lnTo>
                    <a:pt x="956470" y="520145"/>
                  </a:lnTo>
                  <a:lnTo>
                    <a:pt x="953451" y="521139"/>
                  </a:lnTo>
                  <a:lnTo>
                    <a:pt x="953330" y="522039"/>
                  </a:lnTo>
                  <a:lnTo>
                    <a:pt x="952665" y="523029"/>
                  </a:lnTo>
                  <a:lnTo>
                    <a:pt x="951061" y="524009"/>
                  </a:lnTo>
                  <a:lnTo>
                    <a:pt x="950185" y="524753"/>
                  </a:lnTo>
                  <a:lnTo>
                    <a:pt x="948767" y="528451"/>
                  </a:lnTo>
                  <a:lnTo>
                    <a:pt x="947906" y="530030"/>
                  </a:lnTo>
                  <a:lnTo>
                    <a:pt x="946914" y="530330"/>
                  </a:lnTo>
                  <a:lnTo>
                    <a:pt x="945517" y="530180"/>
                  </a:lnTo>
                  <a:lnTo>
                    <a:pt x="944604" y="530516"/>
                  </a:lnTo>
                  <a:lnTo>
                    <a:pt x="943933" y="531191"/>
                  </a:lnTo>
                  <a:lnTo>
                    <a:pt x="943540" y="532196"/>
                  </a:lnTo>
                  <a:lnTo>
                    <a:pt x="943239" y="532569"/>
                  </a:lnTo>
                  <a:lnTo>
                    <a:pt x="941367" y="533589"/>
                  </a:lnTo>
                  <a:lnTo>
                    <a:pt x="937971" y="536394"/>
                  </a:lnTo>
                  <a:lnTo>
                    <a:pt x="936174" y="536481"/>
                  </a:lnTo>
                  <a:lnTo>
                    <a:pt x="935061" y="536155"/>
                  </a:lnTo>
                  <a:lnTo>
                    <a:pt x="934214" y="536387"/>
                  </a:lnTo>
                  <a:lnTo>
                    <a:pt x="933635" y="537175"/>
                  </a:lnTo>
                  <a:lnTo>
                    <a:pt x="932014" y="538540"/>
                  </a:lnTo>
                  <a:lnTo>
                    <a:pt x="931527" y="539374"/>
                  </a:lnTo>
                  <a:lnTo>
                    <a:pt x="931241" y="540329"/>
                  </a:lnTo>
                  <a:lnTo>
                    <a:pt x="931021" y="542303"/>
                  </a:lnTo>
                  <a:lnTo>
                    <a:pt x="930828" y="543015"/>
                  </a:lnTo>
                  <a:lnTo>
                    <a:pt x="930510" y="543428"/>
                  </a:lnTo>
                  <a:lnTo>
                    <a:pt x="929147" y="543017"/>
                  </a:lnTo>
                  <a:lnTo>
                    <a:pt x="927627" y="541738"/>
                  </a:lnTo>
                  <a:lnTo>
                    <a:pt x="927925" y="543093"/>
                  </a:lnTo>
                  <a:lnTo>
                    <a:pt x="930333" y="545383"/>
                  </a:lnTo>
                  <a:lnTo>
                    <a:pt x="931023" y="546654"/>
                  </a:lnTo>
                  <a:lnTo>
                    <a:pt x="930369" y="547752"/>
                  </a:lnTo>
                  <a:lnTo>
                    <a:pt x="928837" y="549476"/>
                  </a:lnTo>
                  <a:lnTo>
                    <a:pt x="928659" y="550403"/>
                  </a:lnTo>
                  <a:lnTo>
                    <a:pt x="929287" y="550892"/>
                  </a:lnTo>
                  <a:lnTo>
                    <a:pt x="929039" y="551674"/>
                  </a:lnTo>
                  <a:lnTo>
                    <a:pt x="928199" y="552503"/>
                  </a:lnTo>
                  <a:lnTo>
                    <a:pt x="928293" y="552845"/>
                  </a:lnTo>
                  <a:lnTo>
                    <a:pt x="928386" y="553180"/>
                  </a:lnTo>
                  <a:lnTo>
                    <a:pt x="930470" y="551985"/>
                  </a:lnTo>
                  <a:lnTo>
                    <a:pt x="932326" y="549436"/>
                  </a:lnTo>
                  <a:lnTo>
                    <a:pt x="933538" y="546858"/>
                  </a:lnTo>
                  <a:lnTo>
                    <a:pt x="934145" y="546135"/>
                  </a:lnTo>
                  <a:lnTo>
                    <a:pt x="936538" y="545181"/>
                  </a:lnTo>
                  <a:lnTo>
                    <a:pt x="937953" y="544060"/>
                  </a:lnTo>
                  <a:lnTo>
                    <a:pt x="939977" y="542021"/>
                  </a:lnTo>
                  <a:lnTo>
                    <a:pt x="942196" y="539060"/>
                  </a:lnTo>
                  <a:lnTo>
                    <a:pt x="944611" y="535179"/>
                  </a:lnTo>
                  <a:lnTo>
                    <a:pt x="947690" y="532148"/>
                  </a:lnTo>
                  <a:lnTo>
                    <a:pt x="951434" y="529964"/>
                  </a:lnTo>
                  <a:lnTo>
                    <a:pt x="954180" y="528850"/>
                  </a:lnTo>
                  <a:lnTo>
                    <a:pt x="955930" y="528801"/>
                  </a:lnTo>
                  <a:lnTo>
                    <a:pt x="956019" y="528434"/>
                  </a:lnTo>
                  <a:lnTo>
                    <a:pt x="954447" y="527749"/>
                  </a:lnTo>
                  <a:lnTo>
                    <a:pt x="953151" y="527615"/>
                  </a:lnTo>
                  <a:lnTo>
                    <a:pt x="951540" y="528112"/>
                  </a:lnTo>
                  <a:lnTo>
                    <a:pt x="951041" y="526929"/>
                  </a:lnTo>
                  <a:lnTo>
                    <a:pt x="951095" y="526414"/>
                  </a:lnTo>
                  <a:lnTo>
                    <a:pt x="951626" y="525535"/>
                  </a:lnTo>
                  <a:lnTo>
                    <a:pt x="952983" y="524752"/>
                  </a:lnTo>
                  <a:lnTo>
                    <a:pt x="959625" y="525847"/>
                  </a:lnTo>
                  <a:lnTo>
                    <a:pt x="961913" y="526685"/>
                  </a:lnTo>
                  <a:lnTo>
                    <a:pt x="964413" y="533729"/>
                  </a:lnTo>
                  <a:lnTo>
                    <a:pt x="964987" y="535994"/>
                  </a:lnTo>
                  <a:lnTo>
                    <a:pt x="965148" y="537645"/>
                  </a:lnTo>
                  <a:lnTo>
                    <a:pt x="964895" y="538678"/>
                  </a:lnTo>
                  <a:lnTo>
                    <a:pt x="963894" y="539902"/>
                  </a:lnTo>
                  <a:lnTo>
                    <a:pt x="961069" y="542336"/>
                  </a:lnTo>
                  <a:lnTo>
                    <a:pt x="960670" y="542976"/>
                  </a:lnTo>
                  <a:lnTo>
                    <a:pt x="960633" y="543317"/>
                  </a:lnTo>
                  <a:lnTo>
                    <a:pt x="961866" y="543809"/>
                  </a:lnTo>
                  <a:lnTo>
                    <a:pt x="962258" y="544480"/>
                  </a:lnTo>
                  <a:lnTo>
                    <a:pt x="962884" y="547182"/>
                  </a:lnTo>
                  <a:lnTo>
                    <a:pt x="964154" y="545426"/>
                  </a:lnTo>
                  <a:lnTo>
                    <a:pt x="966562" y="541168"/>
                  </a:lnTo>
                  <a:lnTo>
                    <a:pt x="968533" y="539193"/>
                  </a:lnTo>
                  <a:lnTo>
                    <a:pt x="970193" y="538655"/>
                  </a:lnTo>
                  <a:lnTo>
                    <a:pt x="972176" y="538395"/>
                  </a:lnTo>
                  <a:lnTo>
                    <a:pt x="972858" y="538437"/>
                  </a:lnTo>
                  <a:lnTo>
                    <a:pt x="973096" y="539818"/>
                  </a:lnTo>
                  <a:lnTo>
                    <a:pt x="974136" y="542591"/>
                  </a:lnTo>
                  <a:lnTo>
                    <a:pt x="975100" y="543311"/>
                  </a:lnTo>
                  <a:lnTo>
                    <a:pt x="976942" y="543680"/>
                  </a:lnTo>
                  <a:lnTo>
                    <a:pt x="978600" y="547122"/>
                  </a:lnTo>
                  <a:lnTo>
                    <a:pt x="979231" y="549495"/>
                  </a:lnTo>
                  <a:lnTo>
                    <a:pt x="979828" y="550881"/>
                  </a:lnTo>
                  <a:lnTo>
                    <a:pt x="979782" y="551817"/>
                  </a:lnTo>
                  <a:lnTo>
                    <a:pt x="979881" y="552597"/>
                  </a:lnTo>
                  <a:lnTo>
                    <a:pt x="980317" y="553782"/>
                  </a:lnTo>
                  <a:lnTo>
                    <a:pt x="980535" y="554780"/>
                  </a:lnTo>
                  <a:lnTo>
                    <a:pt x="980417" y="557064"/>
                  </a:lnTo>
                  <a:lnTo>
                    <a:pt x="979449" y="561030"/>
                  </a:lnTo>
                  <a:lnTo>
                    <a:pt x="980167" y="564636"/>
                  </a:lnTo>
                  <a:lnTo>
                    <a:pt x="979845" y="566262"/>
                  </a:lnTo>
                  <a:lnTo>
                    <a:pt x="979677" y="568853"/>
                  </a:lnTo>
                  <a:lnTo>
                    <a:pt x="980297" y="570583"/>
                  </a:lnTo>
                  <a:lnTo>
                    <a:pt x="980479" y="571587"/>
                  </a:lnTo>
                  <a:lnTo>
                    <a:pt x="979954" y="572173"/>
                  </a:lnTo>
                  <a:lnTo>
                    <a:pt x="976288" y="573609"/>
                  </a:lnTo>
                  <a:lnTo>
                    <a:pt x="974845" y="573638"/>
                  </a:lnTo>
                  <a:lnTo>
                    <a:pt x="974471" y="574502"/>
                  </a:lnTo>
                  <a:lnTo>
                    <a:pt x="975581" y="574754"/>
                  </a:lnTo>
                  <a:lnTo>
                    <a:pt x="977604" y="574713"/>
                  </a:lnTo>
                  <a:lnTo>
                    <a:pt x="980049" y="575593"/>
                  </a:lnTo>
                  <a:lnTo>
                    <a:pt x="981127" y="576570"/>
                  </a:lnTo>
                  <a:lnTo>
                    <a:pt x="981593" y="577937"/>
                  </a:lnTo>
                  <a:lnTo>
                    <a:pt x="981475" y="579024"/>
                  </a:lnTo>
                  <a:lnTo>
                    <a:pt x="980774" y="579829"/>
                  </a:lnTo>
                  <a:lnTo>
                    <a:pt x="979399" y="579672"/>
                  </a:lnTo>
                  <a:lnTo>
                    <a:pt x="978075" y="578936"/>
                  </a:lnTo>
                  <a:lnTo>
                    <a:pt x="978156" y="579647"/>
                  </a:lnTo>
                  <a:lnTo>
                    <a:pt x="980124" y="581420"/>
                  </a:lnTo>
                  <a:lnTo>
                    <a:pt x="980701" y="582321"/>
                  </a:lnTo>
                  <a:lnTo>
                    <a:pt x="981765" y="583453"/>
                  </a:lnTo>
                  <a:lnTo>
                    <a:pt x="981975" y="584974"/>
                  </a:lnTo>
                  <a:lnTo>
                    <a:pt x="981717" y="586521"/>
                  </a:lnTo>
                  <a:lnTo>
                    <a:pt x="978008" y="592682"/>
                  </a:lnTo>
                  <a:lnTo>
                    <a:pt x="974958" y="596589"/>
                  </a:lnTo>
                  <a:lnTo>
                    <a:pt x="971896" y="600018"/>
                  </a:lnTo>
                  <a:lnTo>
                    <a:pt x="966978" y="606618"/>
                  </a:lnTo>
                  <a:lnTo>
                    <a:pt x="966491" y="606940"/>
                  </a:lnTo>
                  <a:lnTo>
                    <a:pt x="965601" y="607065"/>
                  </a:lnTo>
                  <a:lnTo>
                    <a:pt x="963258" y="606009"/>
                  </a:lnTo>
                  <a:lnTo>
                    <a:pt x="961389" y="606280"/>
                  </a:lnTo>
                  <a:lnTo>
                    <a:pt x="957845" y="607556"/>
                  </a:lnTo>
                  <a:lnTo>
                    <a:pt x="956876" y="608336"/>
                  </a:lnTo>
                  <a:lnTo>
                    <a:pt x="954933" y="610625"/>
                  </a:lnTo>
                  <a:lnTo>
                    <a:pt x="954165" y="610952"/>
                  </a:lnTo>
                  <a:lnTo>
                    <a:pt x="952081" y="611418"/>
                  </a:lnTo>
                  <a:lnTo>
                    <a:pt x="950104" y="611102"/>
                  </a:lnTo>
                  <a:lnTo>
                    <a:pt x="949320" y="611422"/>
                  </a:lnTo>
                  <a:lnTo>
                    <a:pt x="948366" y="612544"/>
                  </a:lnTo>
                  <a:lnTo>
                    <a:pt x="948119" y="613137"/>
                  </a:lnTo>
                  <a:lnTo>
                    <a:pt x="947856" y="615069"/>
                  </a:lnTo>
                  <a:lnTo>
                    <a:pt x="943053" y="623714"/>
                  </a:lnTo>
                  <a:lnTo>
                    <a:pt x="941782" y="626646"/>
                  </a:lnTo>
                  <a:lnTo>
                    <a:pt x="939335" y="629732"/>
                  </a:lnTo>
                  <a:lnTo>
                    <a:pt x="936643" y="635150"/>
                  </a:lnTo>
                  <a:lnTo>
                    <a:pt x="934302" y="637331"/>
                  </a:lnTo>
                  <a:lnTo>
                    <a:pt x="933485" y="640341"/>
                  </a:lnTo>
                  <a:lnTo>
                    <a:pt x="931255" y="642168"/>
                  </a:lnTo>
                  <a:lnTo>
                    <a:pt x="927136" y="642632"/>
                  </a:lnTo>
                  <a:lnTo>
                    <a:pt x="925178" y="643156"/>
                  </a:lnTo>
                  <a:lnTo>
                    <a:pt x="922888" y="642309"/>
                  </a:lnTo>
                  <a:lnTo>
                    <a:pt x="921172" y="643621"/>
                  </a:lnTo>
                  <a:lnTo>
                    <a:pt x="918590" y="644032"/>
                  </a:lnTo>
                  <a:lnTo>
                    <a:pt x="917335" y="643723"/>
                  </a:lnTo>
                  <a:lnTo>
                    <a:pt x="912328" y="646616"/>
                  </a:lnTo>
                  <a:lnTo>
                    <a:pt x="911056" y="643870"/>
                  </a:lnTo>
                  <a:lnTo>
                    <a:pt x="910087" y="642810"/>
                  </a:lnTo>
                  <a:lnTo>
                    <a:pt x="907260" y="642631"/>
                  </a:lnTo>
                  <a:lnTo>
                    <a:pt x="904999" y="641497"/>
                  </a:lnTo>
                  <a:lnTo>
                    <a:pt x="902936" y="641283"/>
                  </a:lnTo>
                  <a:lnTo>
                    <a:pt x="900928" y="640777"/>
                  </a:lnTo>
                  <a:lnTo>
                    <a:pt x="899607" y="640783"/>
                  </a:lnTo>
                  <a:lnTo>
                    <a:pt x="898231" y="641081"/>
                  </a:lnTo>
                  <a:lnTo>
                    <a:pt x="896092" y="641009"/>
                  </a:lnTo>
                  <a:lnTo>
                    <a:pt x="894907" y="642523"/>
                  </a:lnTo>
                  <a:lnTo>
                    <a:pt x="890902" y="642061"/>
                  </a:lnTo>
                  <a:lnTo>
                    <a:pt x="889211" y="640689"/>
                  </a:lnTo>
                  <a:lnTo>
                    <a:pt x="887826" y="640402"/>
                  </a:lnTo>
                  <a:lnTo>
                    <a:pt x="885963" y="640709"/>
                  </a:lnTo>
                  <a:lnTo>
                    <a:pt x="884184" y="641729"/>
                  </a:lnTo>
                  <a:lnTo>
                    <a:pt x="880288" y="640562"/>
                  </a:lnTo>
                  <a:lnTo>
                    <a:pt x="876158" y="641550"/>
                  </a:lnTo>
                  <a:lnTo>
                    <a:pt x="872555" y="640888"/>
                  </a:lnTo>
                  <a:lnTo>
                    <a:pt x="871546" y="640234"/>
                  </a:lnTo>
                  <a:lnTo>
                    <a:pt x="865863" y="642029"/>
                  </a:lnTo>
                  <a:lnTo>
                    <a:pt x="863642" y="640999"/>
                  </a:lnTo>
                  <a:lnTo>
                    <a:pt x="861684" y="643750"/>
                  </a:lnTo>
                  <a:lnTo>
                    <a:pt x="860342" y="643179"/>
                  </a:lnTo>
                  <a:lnTo>
                    <a:pt x="858884" y="643584"/>
                  </a:lnTo>
                  <a:lnTo>
                    <a:pt x="858398" y="643064"/>
                  </a:lnTo>
                  <a:lnTo>
                    <a:pt x="857427" y="643430"/>
                  </a:lnTo>
                  <a:lnTo>
                    <a:pt x="856799" y="644928"/>
                  </a:lnTo>
                  <a:lnTo>
                    <a:pt x="855974" y="645098"/>
                  </a:lnTo>
                  <a:lnTo>
                    <a:pt x="854603" y="647754"/>
                  </a:lnTo>
                  <a:lnTo>
                    <a:pt x="852298" y="649877"/>
                  </a:lnTo>
                  <a:lnTo>
                    <a:pt x="848924" y="661458"/>
                  </a:lnTo>
                  <a:lnTo>
                    <a:pt x="848607" y="665908"/>
                  </a:lnTo>
                  <a:lnTo>
                    <a:pt x="847340" y="668944"/>
                  </a:lnTo>
                  <a:lnTo>
                    <a:pt x="846221" y="669352"/>
                  </a:lnTo>
                  <a:lnTo>
                    <a:pt x="845300" y="669421"/>
                  </a:lnTo>
                  <a:lnTo>
                    <a:pt x="839465" y="671652"/>
                  </a:lnTo>
                  <a:lnTo>
                    <a:pt x="836868" y="673413"/>
                  </a:lnTo>
                  <a:lnTo>
                    <a:pt x="837574" y="674817"/>
                  </a:lnTo>
                  <a:lnTo>
                    <a:pt x="836723" y="675860"/>
                  </a:lnTo>
                  <a:lnTo>
                    <a:pt x="835344" y="676299"/>
                  </a:lnTo>
                  <a:lnTo>
                    <a:pt x="833854" y="677580"/>
                  </a:lnTo>
                  <a:lnTo>
                    <a:pt x="832887" y="679027"/>
                  </a:lnTo>
                  <a:lnTo>
                    <a:pt x="832413" y="681027"/>
                  </a:lnTo>
                  <a:lnTo>
                    <a:pt x="829421" y="684294"/>
                  </a:lnTo>
                  <a:lnTo>
                    <a:pt x="825949" y="691838"/>
                  </a:lnTo>
                  <a:lnTo>
                    <a:pt x="824290" y="697370"/>
                  </a:lnTo>
                  <a:lnTo>
                    <a:pt x="822274" y="701378"/>
                  </a:lnTo>
                  <a:lnTo>
                    <a:pt x="820850" y="702903"/>
                  </a:lnTo>
                  <a:lnTo>
                    <a:pt x="819837" y="703140"/>
                  </a:lnTo>
                  <a:lnTo>
                    <a:pt x="818803" y="702661"/>
                  </a:lnTo>
                  <a:lnTo>
                    <a:pt x="817085" y="700782"/>
                  </a:lnTo>
                  <a:lnTo>
                    <a:pt x="815823" y="700575"/>
                  </a:lnTo>
                  <a:lnTo>
                    <a:pt x="812681" y="697959"/>
                  </a:lnTo>
                  <a:lnTo>
                    <a:pt x="805378" y="695326"/>
                  </a:lnTo>
                  <a:lnTo>
                    <a:pt x="806479" y="696310"/>
                  </a:lnTo>
                  <a:lnTo>
                    <a:pt x="807444" y="697933"/>
                  </a:lnTo>
                  <a:lnTo>
                    <a:pt x="809374" y="698351"/>
                  </a:lnTo>
                  <a:lnTo>
                    <a:pt x="811335" y="698318"/>
                  </a:lnTo>
                  <a:lnTo>
                    <a:pt x="815424" y="701592"/>
                  </a:lnTo>
                  <a:lnTo>
                    <a:pt x="817428" y="702709"/>
                  </a:lnTo>
                  <a:lnTo>
                    <a:pt x="818644" y="703698"/>
                  </a:lnTo>
                  <a:lnTo>
                    <a:pt x="819686" y="705890"/>
                  </a:lnTo>
                  <a:lnTo>
                    <a:pt x="818940" y="710190"/>
                  </a:lnTo>
                  <a:lnTo>
                    <a:pt x="818183" y="713746"/>
                  </a:lnTo>
                  <a:lnTo>
                    <a:pt x="817161" y="716474"/>
                  </a:lnTo>
                  <a:lnTo>
                    <a:pt x="813643" y="723474"/>
                  </a:lnTo>
                  <a:lnTo>
                    <a:pt x="811941" y="725825"/>
                  </a:lnTo>
                  <a:lnTo>
                    <a:pt x="808974" y="734207"/>
                  </a:lnTo>
                  <a:lnTo>
                    <a:pt x="805903" y="738140"/>
                  </a:lnTo>
                  <a:lnTo>
                    <a:pt x="804258" y="740555"/>
                  </a:lnTo>
                  <a:lnTo>
                    <a:pt x="802507" y="744367"/>
                  </a:lnTo>
                  <a:lnTo>
                    <a:pt x="798399" y="747250"/>
                  </a:lnTo>
                  <a:lnTo>
                    <a:pt x="796874" y="747983"/>
                  </a:lnTo>
                  <a:lnTo>
                    <a:pt x="795466" y="747592"/>
                  </a:lnTo>
                  <a:lnTo>
                    <a:pt x="793753" y="749938"/>
                  </a:lnTo>
                  <a:lnTo>
                    <a:pt x="791726" y="751372"/>
                  </a:lnTo>
                  <a:lnTo>
                    <a:pt x="791127" y="753554"/>
                  </a:lnTo>
                  <a:lnTo>
                    <a:pt x="786254" y="759397"/>
                  </a:lnTo>
                  <a:lnTo>
                    <a:pt x="784383" y="760133"/>
                  </a:lnTo>
                  <a:lnTo>
                    <a:pt x="782791" y="761690"/>
                  </a:lnTo>
                  <a:lnTo>
                    <a:pt x="782320" y="764333"/>
                  </a:lnTo>
                  <a:lnTo>
                    <a:pt x="780899" y="765927"/>
                  </a:lnTo>
                  <a:lnTo>
                    <a:pt x="780505" y="767148"/>
                  </a:lnTo>
                  <a:lnTo>
                    <a:pt x="779309" y="770846"/>
                  </a:lnTo>
                  <a:lnTo>
                    <a:pt x="777088" y="775622"/>
                  </a:lnTo>
                  <a:lnTo>
                    <a:pt x="774380" y="776421"/>
                  </a:lnTo>
                  <a:lnTo>
                    <a:pt x="773391" y="778083"/>
                  </a:lnTo>
                  <a:lnTo>
                    <a:pt x="772245" y="780765"/>
                  </a:lnTo>
                  <a:lnTo>
                    <a:pt x="770629" y="782606"/>
                  </a:lnTo>
                  <a:lnTo>
                    <a:pt x="767438" y="781744"/>
                  </a:lnTo>
                  <a:lnTo>
                    <a:pt x="768214" y="782872"/>
                  </a:lnTo>
                  <a:lnTo>
                    <a:pt x="771069" y="784631"/>
                  </a:lnTo>
                  <a:lnTo>
                    <a:pt x="771366" y="787238"/>
                  </a:lnTo>
                  <a:lnTo>
                    <a:pt x="769936" y="787861"/>
                  </a:lnTo>
                  <a:lnTo>
                    <a:pt x="766941" y="79133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2081500" y="1471410"/>
              <a:ext cx="5744" cy="7745"/>
            </a:xfrm>
            <a:custGeom>
              <a:avLst/>
              <a:pathLst>
                <a:path w="5744" h="7745">
                  <a:moveTo>
                    <a:pt x="3628" y="7452"/>
                  </a:moveTo>
                  <a:lnTo>
                    <a:pt x="1770" y="7745"/>
                  </a:lnTo>
                  <a:lnTo>
                    <a:pt x="56" y="5670"/>
                  </a:lnTo>
                  <a:lnTo>
                    <a:pt x="0" y="3735"/>
                  </a:lnTo>
                  <a:lnTo>
                    <a:pt x="114" y="2669"/>
                  </a:lnTo>
                  <a:lnTo>
                    <a:pt x="326" y="1732"/>
                  </a:lnTo>
                  <a:lnTo>
                    <a:pt x="951" y="932"/>
                  </a:lnTo>
                  <a:lnTo>
                    <a:pt x="2707" y="0"/>
                  </a:lnTo>
                  <a:lnTo>
                    <a:pt x="3504" y="689"/>
                  </a:lnTo>
                  <a:lnTo>
                    <a:pt x="3796" y="1522"/>
                  </a:lnTo>
                  <a:lnTo>
                    <a:pt x="4064" y="1848"/>
                  </a:lnTo>
                  <a:lnTo>
                    <a:pt x="5197" y="2568"/>
                  </a:lnTo>
                  <a:lnTo>
                    <a:pt x="5744" y="3397"/>
                  </a:lnTo>
                  <a:lnTo>
                    <a:pt x="5686" y="4351"/>
                  </a:lnTo>
                  <a:lnTo>
                    <a:pt x="5319" y="5803"/>
                  </a:lnTo>
                  <a:lnTo>
                    <a:pt x="4914" y="6733"/>
                  </a:lnTo>
                  <a:lnTo>
                    <a:pt x="4470" y="71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1829518" y="1465978"/>
              <a:ext cx="208158" cy="144659"/>
            </a:xfrm>
            <a:custGeom>
              <a:avLst/>
              <a:pathLst>
                <a:path w="208158" h="144659">
                  <a:moveTo>
                    <a:pt x="51466" y="23040"/>
                  </a:moveTo>
                  <a:lnTo>
                    <a:pt x="52196" y="23411"/>
                  </a:lnTo>
                  <a:lnTo>
                    <a:pt x="53527" y="23103"/>
                  </a:lnTo>
                  <a:lnTo>
                    <a:pt x="55460" y="22120"/>
                  </a:lnTo>
                  <a:lnTo>
                    <a:pt x="57953" y="21310"/>
                  </a:lnTo>
                  <a:lnTo>
                    <a:pt x="61007" y="20679"/>
                  </a:lnTo>
                  <a:lnTo>
                    <a:pt x="61816" y="21447"/>
                  </a:lnTo>
                  <a:lnTo>
                    <a:pt x="62323" y="21291"/>
                  </a:lnTo>
                  <a:lnTo>
                    <a:pt x="63221" y="20040"/>
                  </a:lnTo>
                  <a:lnTo>
                    <a:pt x="63381" y="19218"/>
                  </a:lnTo>
                  <a:lnTo>
                    <a:pt x="63269" y="18290"/>
                  </a:lnTo>
                  <a:lnTo>
                    <a:pt x="63321" y="16269"/>
                  </a:lnTo>
                  <a:lnTo>
                    <a:pt x="63799" y="15052"/>
                  </a:lnTo>
                  <a:lnTo>
                    <a:pt x="65611" y="12495"/>
                  </a:lnTo>
                  <a:lnTo>
                    <a:pt x="66582" y="11572"/>
                  </a:lnTo>
                  <a:lnTo>
                    <a:pt x="68130" y="11151"/>
                  </a:lnTo>
                  <a:lnTo>
                    <a:pt x="71811" y="11424"/>
                  </a:lnTo>
                  <a:lnTo>
                    <a:pt x="75262" y="12884"/>
                  </a:lnTo>
                  <a:lnTo>
                    <a:pt x="79931" y="14320"/>
                  </a:lnTo>
                  <a:lnTo>
                    <a:pt x="86751" y="17928"/>
                  </a:lnTo>
                  <a:lnTo>
                    <a:pt x="88888" y="19470"/>
                  </a:lnTo>
                  <a:lnTo>
                    <a:pt x="89111" y="20805"/>
                  </a:lnTo>
                  <a:lnTo>
                    <a:pt x="87901" y="23655"/>
                  </a:lnTo>
                  <a:lnTo>
                    <a:pt x="84962" y="27689"/>
                  </a:lnTo>
                  <a:lnTo>
                    <a:pt x="82601" y="29145"/>
                  </a:lnTo>
                  <a:lnTo>
                    <a:pt x="81690" y="30038"/>
                  </a:lnTo>
                  <a:lnTo>
                    <a:pt x="83227" y="30654"/>
                  </a:lnTo>
                  <a:lnTo>
                    <a:pt x="84223" y="31691"/>
                  </a:lnTo>
                  <a:lnTo>
                    <a:pt x="85737" y="30191"/>
                  </a:lnTo>
                  <a:lnTo>
                    <a:pt x="86844" y="28513"/>
                  </a:lnTo>
                  <a:lnTo>
                    <a:pt x="88411" y="27120"/>
                  </a:lnTo>
                  <a:lnTo>
                    <a:pt x="88945" y="26996"/>
                  </a:lnTo>
                  <a:lnTo>
                    <a:pt x="89076" y="27291"/>
                  </a:lnTo>
                  <a:lnTo>
                    <a:pt x="88803" y="28006"/>
                  </a:lnTo>
                  <a:lnTo>
                    <a:pt x="88686" y="28707"/>
                  </a:lnTo>
                  <a:lnTo>
                    <a:pt x="88727" y="29391"/>
                  </a:lnTo>
                  <a:lnTo>
                    <a:pt x="88907" y="29808"/>
                  </a:lnTo>
                  <a:lnTo>
                    <a:pt x="89868" y="30022"/>
                  </a:lnTo>
                  <a:lnTo>
                    <a:pt x="90382" y="29765"/>
                  </a:lnTo>
                  <a:lnTo>
                    <a:pt x="92464" y="27796"/>
                  </a:lnTo>
                  <a:lnTo>
                    <a:pt x="94506" y="24785"/>
                  </a:lnTo>
                  <a:lnTo>
                    <a:pt x="97602" y="22839"/>
                  </a:lnTo>
                  <a:lnTo>
                    <a:pt x="98445" y="21845"/>
                  </a:lnTo>
                  <a:lnTo>
                    <a:pt x="101139" y="21020"/>
                  </a:lnTo>
                  <a:lnTo>
                    <a:pt x="101107" y="20436"/>
                  </a:lnTo>
                  <a:lnTo>
                    <a:pt x="101231" y="18136"/>
                  </a:lnTo>
                  <a:lnTo>
                    <a:pt x="100288" y="17156"/>
                  </a:lnTo>
                  <a:lnTo>
                    <a:pt x="97129" y="15106"/>
                  </a:lnTo>
                  <a:lnTo>
                    <a:pt x="95566" y="12650"/>
                  </a:lnTo>
                  <a:lnTo>
                    <a:pt x="95895" y="10769"/>
                  </a:lnTo>
                  <a:lnTo>
                    <a:pt x="97639" y="11043"/>
                  </a:lnTo>
                  <a:lnTo>
                    <a:pt x="102411" y="11243"/>
                  </a:lnTo>
                  <a:lnTo>
                    <a:pt x="103403" y="11495"/>
                  </a:lnTo>
                  <a:lnTo>
                    <a:pt x="107989" y="14685"/>
                  </a:lnTo>
                  <a:lnTo>
                    <a:pt x="109610" y="16671"/>
                  </a:lnTo>
                  <a:lnTo>
                    <a:pt x="110898" y="17658"/>
                  </a:lnTo>
                  <a:lnTo>
                    <a:pt x="113605" y="19096"/>
                  </a:lnTo>
                  <a:lnTo>
                    <a:pt x="114513" y="20264"/>
                  </a:lnTo>
                  <a:lnTo>
                    <a:pt x="115153" y="20739"/>
                  </a:lnTo>
                  <a:lnTo>
                    <a:pt x="115375" y="21232"/>
                  </a:lnTo>
                  <a:lnTo>
                    <a:pt x="115176" y="21743"/>
                  </a:lnTo>
                  <a:lnTo>
                    <a:pt x="115072" y="22949"/>
                  </a:lnTo>
                  <a:lnTo>
                    <a:pt x="115575" y="23337"/>
                  </a:lnTo>
                  <a:lnTo>
                    <a:pt x="117335" y="23790"/>
                  </a:lnTo>
                  <a:lnTo>
                    <a:pt x="117828" y="24276"/>
                  </a:lnTo>
                  <a:lnTo>
                    <a:pt x="118480" y="25807"/>
                  </a:lnTo>
                  <a:lnTo>
                    <a:pt x="119292" y="28386"/>
                  </a:lnTo>
                  <a:lnTo>
                    <a:pt x="119999" y="31183"/>
                  </a:lnTo>
                  <a:lnTo>
                    <a:pt x="121112" y="36460"/>
                  </a:lnTo>
                  <a:lnTo>
                    <a:pt x="123335" y="43504"/>
                  </a:lnTo>
                  <a:lnTo>
                    <a:pt x="124095" y="47913"/>
                  </a:lnTo>
                  <a:lnTo>
                    <a:pt x="124350" y="48722"/>
                  </a:lnTo>
                  <a:lnTo>
                    <a:pt x="124851" y="49279"/>
                  </a:lnTo>
                  <a:lnTo>
                    <a:pt x="126277" y="50090"/>
                  </a:lnTo>
                  <a:lnTo>
                    <a:pt x="127375" y="51237"/>
                  </a:lnTo>
                  <a:lnTo>
                    <a:pt x="128670" y="51606"/>
                  </a:lnTo>
                  <a:lnTo>
                    <a:pt x="128985" y="51502"/>
                  </a:lnTo>
                  <a:lnTo>
                    <a:pt x="129307" y="50517"/>
                  </a:lnTo>
                  <a:lnTo>
                    <a:pt x="130115" y="48949"/>
                  </a:lnTo>
                  <a:lnTo>
                    <a:pt x="134032" y="45901"/>
                  </a:lnTo>
                  <a:lnTo>
                    <a:pt x="134235" y="45428"/>
                  </a:lnTo>
                  <a:lnTo>
                    <a:pt x="133773" y="44727"/>
                  </a:lnTo>
                  <a:lnTo>
                    <a:pt x="133631" y="44250"/>
                  </a:lnTo>
                  <a:lnTo>
                    <a:pt x="133687" y="43927"/>
                  </a:lnTo>
                  <a:lnTo>
                    <a:pt x="134503" y="43672"/>
                  </a:lnTo>
                  <a:lnTo>
                    <a:pt x="131780" y="39811"/>
                  </a:lnTo>
                  <a:lnTo>
                    <a:pt x="130016" y="36148"/>
                  </a:lnTo>
                  <a:lnTo>
                    <a:pt x="128886" y="31618"/>
                  </a:lnTo>
                  <a:lnTo>
                    <a:pt x="128714" y="30293"/>
                  </a:lnTo>
                  <a:lnTo>
                    <a:pt x="128545" y="27477"/>
                  </a:lnTo>
                  <a:lnTo>
                    <a:pt x="128178" y="26737"/>
                  </a:lnTo>
                  <a:lnTo>
                    <a:pt x="127554" y="26058"/>
                  </a:lnTo>
                  <a:lnTo>
                    <a:pt x="127293" y="25183"/>
                  </a:lnTo>
                  <a:lnTo>
                    <a:pt x="127395" y="24112"/>
                  </a:lnTo>
                  <a:lnTo>
                    <a:pt x="127272" y="23193"/>
                  </a:lnTo>
                  <a:lnTo>
                    <a:pt x="126549" y="21274"/>
                  </a:lnTo>
                  <a:lnTo>
                    <a:pt x="123775" y="7885"/>
                  </a:lnTo>
                  <a:lnTo>
                    <a:pt x="123784" y="6582"/>
                  </a:lnTo>
                  <a:lnTo>
                    <a:pt x="124167" y="5602"/>
                  </a:lnTo>
                  <a:lnTo>
                    <a:pt x="125155" y="5041"/>
                  </a:lnTo>
                  <a:lnTo>
                    <a:pt x="126747" y="4902"/>
                  </a:lnTo>
                  <a:lnTo>
                    <a:pt x="127251" y="4595"/>
                  </a:lnTo>
                  <a:lnTo>
                    <a:pt x="126665" y="4123"/>
                  </a:lnTo>
                  <a:lnTo>
                    <a:pt x="125624" y="2696"/>
                  </a:lnTo>
                  <a:lnTo>
                    <a:pt x="125487" y="2037"/>
                  </a:lnTo>
                  <a:lnTo>
                    <a:pt x="126182" y="706"/>
                  </a:lnTo>
                  <a:lnTo>
                    <a:pt x="129738" y="1288"/>
                  </a:lnTo>
                  <a:lnTo>
                    <a:pt x="132313" y="2490"/>
                  </a:lnTo>
                  <a:lnTo>
                    <a:pt x="136718" y="5334"/>
                  </a:lnTo>
                  <a:lnTo>
                    <a:pt x="137168" y="5178"/>
                  </a:lnTo>
                  <a:lnTo>
                    <a:pt x="137650" y="3763"/>
                  </a:lnTo>
                  <a:lnTo>
                    <a:pt x="138591" y="2855"/>
                  </a:lnTo>
                  <a:lnTo>
                    <a:pt x="139999" y="3154"/>
                  </a:lnTo>
                  <a:lnTo>
                    <a:pt x="143984" y="5214"/>
                  </a:lnTo>
                  <a:lnTo>
                    <a:pt x="148593" y="8886"/>
                  </a:lnTo>
                  <a:lnTo>
                    <a:pt x="151688" y="10697"/>
                  </a:lnTo>
                  <a:lnTo>
                    <a:pt x="153857" y="13154"/>
                  </a:lnTo>
                  <a:lnTo>
                    <a:pt x="155333" y="15474"/>
                  </a:lnTo>
                  <a:lnTo>
                    <a:pt x="156263" y="17266"/>
                  </a:lnTo>
                  <a:lnTo>
                    <a:pt x="156303" y="17966"/>
                  </a:lnTo>
                  <a:lnTo>
                    <a:pt x="156091" y="18683"/>
                  </a:lnTo>
                  <a:lnTo>
                    <a:pt x="156310" y="19618"/>
                  </a:lnTo>
                  <a:lnTo>
                    <a:pt x="156960" y="20770"/>
                  </a:lnTo>
                  <a:lnTo>
                    <a:pt x="157321" y="21802"/>
                  </a:lnTo>
                  <a:lnTo>
                    <a:pt x="157616" y="24000"/>
                  </a:lnTo>
                  <a:lnTo>
                    <a:pt x="158199" y="26862"/>
                  </a:lnTo>
                  <a:lnTo>
                    <a:pt x="158347" y="28295"/>
                  </a:lnTo>
                  <a:lnTo>
                    <a:pt x="162441" y="41152"/>
                  </a:lnTo>
                  <a:lnTo>
                    <a:pt x="163224" y="43421"/>
                  </a:lnTo>
                  <a:lnTo>
                    <a:pt x="163722" y="44473"/>
                  </a:lnTo>
                  <a:lnTo>
                    <a:pt x="166584" y="49448"/>
                  </a:lnTo>
                  <a:lnTo>
                    <a:pt x="168107" y="53061"/>
                  </a:lnTo>
                  <a:lnTo>
                    <a:pt x="168254" y="55479"/>
                  </a:lnTo>
                  <a:lnTo>
                    <a:pt x="168459" y="56172"/>
                  </a:lnTo>
                  <a:lnTo>
                    <a:pt x="168526" y="57285"/>
                  </a:lnTo>
                  <a:lnTo>
                    <a:pt x="168454" y="58819"/>
                  </a:lnTo>
                  <a:lnTo>
                    <a:pt x="168119" y="60135"/>
                  </a:lnTo>
                  <a:lnTo>
                    <a:pt x="167522" y="61236"/>
                  </a:lnTo>
                  <a:lnTo>
                    <a:pt x="166943" y="62784"/>
                  </a:lnTo>
                  <a:lnTo>
                    <a:pt x="166068" y="66196"/>
                  </a:lnTo>
                  <a:lnTo>
                    <a:pt x="165994" y="67035"/>
                  </a:lnTo>
                  <a:lnTo>
                    <a:pt x="166624" y="68210"/>
                  </a:lnTo>
                  <a:lnTo>
                    <a:pt x="170628" y="72260"/>
                  </a:lnTo>
                  <a:lnTo>
                    <a:pt x="173084" y="77123"/>
                  </a:lnTo>
                  <a:lnTo>
                    <a:pt x="174235" y="77976"/>
                  </a:lnTo>
                  <a:lnTo>
                    <a:pt x="177329" y="81017"/>
                  </a:lnTo>
                  <a:lnTo>
                    <a:pt x="180665" y="82743"/>
                  </a:lnTo>
                  <a:lnTo>
                    <a:pt x="181787" y="83486"/>
                  </a:lnTo>
                  <a:lnTo>
                    <a:pt x="182848" y="84581"/>
                  </a:lnTo>
                  <a:lnTo>
                    <a:pt x="183168" y="84623"/>
                  </a:lnTo>
                  <a:lnTo>
                    <a:pt x="183813" y="84416"/>
                  </a:lnTo>
                  <a:lnTo>
                    <a:pt x="183997" y="84118"/>
                  </a:lnTo>
                  <a:lnTo>
                    <a:pt x="184043" y="83673"/>
                  </a:lnTo>
                  <a:lnTo>
                    <a:pt x="183104" y="81365"/>
                  </a:lnTo>
                  <a:lnTo>
                    <a:pt x="183037" y="80460"/>
                  </a:lnTo>
                  <a:lnTo>
                    <a:pt x="183486" y="80301"/>
                  </a:lnTo>
                  <a:lnTo>
                    <a:pt x="186928" y="84237"/>
                  </a:lnTo>
                  <a:lnTo>
                    <a:pt x="188785" y="85804"/>
                  </a:lnTo>
                  <a:lnTo>
                    <a:pt x="191321" y="87448"/>
                  </a:lnTo>
                  <a:lnTo>
                    <a:pt x="195682" y="91235"/>
                  </a:lnTo>
                  <a:lnTo>
                    <a:pt x="196287" y="91545"/>
                  </a:lnTo>
                  <a:lnTo>
                    <a:pt x="198646" y="91196"/>
                  </a:lnTo>
                  <a:lnTo>
                    <a:pt x="199290" y="91436"/>
                  </a:lnTo>
                  <a:lnTo>
                    <a:pt x="199694" y="91811"/>
                  </a:lnTo>
                  <a:lnTo>
                    <a:pt x="199859" y="92320"/>
                  </a:lnTo>
                  <a:lnTo>
                    <a:pt x="199956" y="94564"/>
                  </a:lnTo>
                  <a:lnTo>
                    <a:pt x="200601" y="95669"/>
                  </a:lnTo>
                  <a:lnTo>
                    <a:pt x="204320" y="95197"/>
                  </a:lnTo>
                  <a:lnTo>
                    <a:pt x="205363" y="95297"/>
                  </a:lnTo>
                  <a:lnTo>
                    <a:pt x="206028" y="95649"/>
                  </a:lnTo>
                  <a:lnTo>
                    <a:pt x="206582" y="96384"/>
                  </a:lnTo>
                  <a:lnTo>
                    <a:pt x="207380" y="98787"/>
                  </a:lnTo>
                  <a:lnTo>
                    <a:pt x="208119" y="103524"/>
                  </a:lnTo>
                  <a:lnTo>
                    <a:pt x="208158" y="105222"/>
                  </a:lnTo>
                  <a:lnTo>
                    <a:pt x="207820" y="108070"/>
                  </a:lnTo>
                  <a:lnTo>
                    <a:pt x="207276" y="109117"/>
                  </a:lnTo>
                  <a:lnTo>
                    <a:pt x="206570" y="109448"/>
                  </a:lnTo>
                  <a:lnTo>
                    <a:pt x="204585" y="109125"/>
                  </a:lnTo>
                  <a:lnTo>
                    <a:pt x="203192" y="108220"/>
                  </a:lnTo>
                  <a:lnTo>
                    <a:pt x="202468" y="107067"/>
                  </a:lnTo>
                  <a:lnTo>
                    <a:pt x="201817" y="104567"/>
                  </a:lnTo>
                  <a:lnTo>
                    <a:pt x="201505" y="104085"/>
                  </a:lnTo>
                  <a:lnTo>
                    <a:pt x="201222" y="104588"/>
                  </a:lnTo>
                  <a:lnTo>
                    <a:pt x="200570" y="106878"/>
                  </a:lnTo>
                  <a:lnTo>
                    <a:pt x="200139" y="107894"/>
                  </a:lnTo>
                  <a:lnTo>
                    <a:pt x="199619" y="108566"/>
                  </a:lnTo>
                  <a:lnTo>
                    <a:pt x="198631" y="108400"/>
                  </a:lnTo>
                  <a:lnTo>
                    <a:pt x="197173" y="107398"/>
                  </a:lnTo>
                  <a:lnTo>
                    <a:pt x="194437" y="104841"/>
                  </a:lnTo>
                  <a:lnTo>
                    <a:pt x="193469" y="104210"/>
                  </a:lnTo>
                  <a:lnTo>
                    <a:pt x="192868" y="104320"/>
                  </a:lnTo>
                  <a:lnTo>
                    <a:pt x="191559" y="105184"/>
                  </a:lnTo>
                  <a:lnTo>
                    <a:pt x="189540" y="106803"/>
                  </a:lnTo>
                  <a:lnTo>
                    <a:pt x="188707" y="107994"/>
                  </a:lnTo>
                  <a:lnTo>
                    <a:pt x="189060" y="108754"/>
                  </a:lnTo>
                  <a:lnTo>
                    <a:pt x="189294" y="109711"/>
                  </a:lnTo>
                  <a:lnTo>
                    <a:pt x="189409" y="110863"/>
                  </a:lnTo>
                  <a:lnTo>
                    <a:pt x="189340" y="111712"/>
                  </a:lnTo>
                  <a:lnTo>
                    <a:pt x="189084" y="112258"/>
                  </a:lnTo>
                  <a:lnTo>
                    <a:pt x="188417" y="112911"/>
                  </a:lnTo>
                  <a:lnTo>
                    <a:pt x="187007" y="113022"/>
                  </a:lnTo>
                  <a:lnTo>
                    <a:pt x="184980" y="112522"/>
                  </a:lnTo>
                  <a:lnTo>
                    <a:pt x="183376" y="111635"/>
                  </a:lnTo>
                  <a:lnTo>
                    <a:pt x="180567" y="109282"/>
                  </a:lnTo>
                  <a:lnTo>
                    <a:pt x="179922" y="108956"/>
                  </a:lnTo>
                  <a:lnTo>
                    <a:pt x="179053" y="109478"/>
                  </a:lnTo>
                  <a:lnTo>
                    <a:pt x="178707" y="110164"/>
                  </a:lnTo>
                  <a:lnTo>
                    <a:pt x="179246" y="111140"/>
                  </a:lnTo>
                  <a:lnTo>
                    <a:pt x="180673" y="112410"/>
                  </a:lnTo>
                  <a:lnTo>
                    <a:pt x="182417" y="114514"/>
                  </a:lnTo>
                  <a:lnTo>
                    <a:pt x="182884" y="114925"/>
                  </a:lnTo>
                  <a:lnTo>
                    <a:pt x="183335" y="114879"/>
                  </a:lnTo>
                  <a:lnTo>
                    <a:pt x="183494" y="115267"/>
                  </a:lnTo>
                  <a:lnTo>
                    <a:pt x="183690" y="116398"/>
                  </a:lnTo>
                  <a:lnTo>
                    <a:pt x="183599" y="118346"/>
                  </a:lnTo>
                  <a:lnTo>
                    <a:pt x="182760" y="122234"/>
                  </a:lnTo>
                  <a:lnTo>
                    <a:pt x="182673" y="123162"/>
                  </a:lnTo>
                  <a:lnTo>
                    <a:pt x="183017" y="122943"/>
                  </a:lnTo>
                  <a:lnTo>
                    <a:pt x="185391" y="119122"/>
                  </a:lnTo>
                  <a:lnTo>
                    <a:pt x="186618" y="118050"/>
                  </a:lnTo>
                  <a:lnTo>
                    <a:pt x="189276" y="116369"/>
                  </a:lnTo>
                  <a:lnTo>
                    <a:pt x="190423" y="115133"/>
                  </a:lnTo>
                  <a:lnTo>
                    <a:pt x="193822" y="114796"/>
                  </a:lnTo>
                  <a:lnTo>
                    <a:pt x="195036" y="115472"/>
                  </a:lnTo>
                  <a:lnTo>
                    <a:pt x="195815" y="116646"/>
                  </a:lnTo>
                  <a:lnTo>
                    <a:pt x="195846" y="117180"/>
                  </a:lnTo>
                  <a:lnTo>
                    <a:pt x="194956" y="118556"/>
                  </a:lnTo>
                  <a:lnTo>
                    <a:pt x="194795" y="119246"/>
                  </a:lnTo>
                  <a:lnTo>
                    <a:pt x="194749" y="120118"/>
                  </a:lnTo>
                  <a:lnTo>
                    <a:pt x="194828" y="120900"/>
                  </a:lnTo>
                  <a:lnTo>
                    <a:pt x="195034" y="121594"/>
                  </a:lnTo>
                  <a:lnTo>
                    <a:pt x="195646" y="122233"/>
                  </a:lnTo>
                  <a:lnTo>
                    <a:pt x="196726" y="121953"/>
                  </a:lnTo>
                  <a:lnTo>
                    <a:pt x="197028" y="122117"/>
                  </a:lnTo>
                  <a:lnTo>
                    <a:pt x="197607" y="122793"/>
                  </a:lnTo>
                  <a:lnTo>
                    <a:pt x="197990" y="123840"/>
                  </a:lnTo>
                  <a:lnTo>
                    <a:pt x="198007" y="125299"/>
                  </a:lnTo>
                  <a:lnTo>
                    <a:pt x="197209" y="128499"/>
                  </a:lnTo>
                  <a:lnTo>
                    <a:pt x="195788" y="129546"/>
                  </a:lnTo>
                  <a:lnTo>
                    <a:pt x="191436" y="131487"/>
                  </a:lnTo>
                  <a:lnTo>
                    <a:pt x="189944" y="132490"/>
                  </a:lnTo>
                  <a:lnTo>
                    <a:pt x="187068" y="133197"/>
                  </a:lnTo>
                  <a:lnTo>
                    <a:pt x="185957" y="134135"/>
                  </a:lnTo>
                  <a:lnTo>
                    <a:pt x="185264" y="134419"/>
                  </a:lnTo>
                  <a:lnTo>
                    <a:pt x="182189" y="134269"/>
                  </a:lnTo>
                  <a:lnTo>
                    <a:pt x="178668" y="134865"/>
                  </a:lnTo>
                  <a:lnTo>
                    <a:pt x="174616" y="133699"/>
                  </a:lnTo>
                  <a:lnTo>
                    <a:pt x="171774" y="133180"/>
                  </a:lnTo>
                  <a:lnTo>
                    <a:pt x="168490" y="131330"/>
                  </a:lnTo>
                  <a:lnTo>
                    <a:pt x="167253" y="131796"/>
                  </a:lnTo>
                  <a:lnTo>
                    <a:pt x="165972" y="132986"/>
                  </a:lnTo>
                  <a:lnTo>
                    <a:pt x="159822" y="131559"/>
                  </a:lnTo>
                  <a:lnTo>
                    <a:pt x="159092" y="130526"/>
                  </a:lnTo>
                  <a:lnTo>
                    <a:pt x="159333" y="129854"/>
                  </a:lnTo>
                  <a:lnTo>
                    <a:pt x="160792" y="127656"/>
                  </a:lnTo>
                  <a:lnTo>
                    <a:pt x="160884" y="127196"/>
                  </a:lnTo>
                  <a:lnTo>
                    <a:pt x="160815" y="126806"/>
                  </a:lnTo>
                  <a:lnTo>
                    <a:pt x="158021" y="126430"/>
                  </a:lnTo>
                  <a:lnTo>
                    <a:pt x="154907" y="125261"/>
                  </a:lnTo>
                  <a:lnTo>
                    <a:pt x="151777" y="124681"/>
                  </a:lnTo>
                  <a:lnTo>
                    <a:pt x="149436" y="124846"/>
                  </a:lnTo>
                  <a:lnTo>
                    <a:pt x="147911" y="124420"/>
                  </a:lnTo>
                  <a:lnTo>
                    <a:pt x="146423" y="123458"/>
                  </a:lnTo>
                  <a:lnTo>
                    <a:pt x="145606" y="122578"/>
                  </a:lnTo>
                  <a:lnTo>
                    <a:pt x="145459" y="121784"/>
                  </a:lnTo>
                  <a:lnTo>
                    <a:pt x="145439" y="120915"/>
                  </a:lnTo>
                  <a:lnTo>
                    <a:pt x="145571" y="119171"/>
                  </a:lnTo>
                  <a:lnTo>
                    <a:pt x="145374" y="117947"/>
                  </a:lnTo>
                  <a:lnTo>
                    <a:pt x="144699" y="116981"/>
                  </a:lnTo>
                  <a:lnTo>
                    <a:pt x="143320" y="116115"/>
                  </a:lnTo>
                  <a:lnTo>
                    <a:pt x="141948" y="116218"/>
                  </a:lnTo>
                  <a:lnTo>
                    <a:pt x="140787" y="117177"/>
                  </a:lnTo>
                  <a:lnTo>
                    <a:pt x="139684" y="118945"/>
                  </a:lnTo>
                  <a:lnTo>
                    <a:pt x="137639" y="123866"/>
                  </a:lnTo>
                  <a:lnTo>
                    <a:pt x="136615" y="124707"/>
                  </a:lnTo>
                  <a:lnTo>
                    <a:pt x="133958" y="128271"/>
                  </a:lnTo>
                  <a:lnTo>
                    <a:pt x="132962" y="129144"/>
                  </a:lnTo>
                  <a:lnTo>
                    <a:pt x="128089" y="130556"/>
                  </a:lnTo>
                  <a:lnTo>
                    <a:pt x="122316" y="131135"/>
                  </a:lnTo>
                  <a:lnTo>
                    <a:pt x="120158" y="132239"/>
                  </a:lnTo>
                  <a:lnTo>
                    <a:pt x="118111" y="134306"/>
                  </a:lnTo>
                  <a:lnTo>
                    <a:pt x="115631" y="136305"/>
                  </a:lnTo>
                  <a:lnTo>
                    <a:pt x="109575" y="138760"/>
                  </a:lnTo>
                  <a:lnTo>
                    <a:pt x="103977" y="140132"/>
                  </a:lnTo>
                  <a:lnTo>
                    <a:pt x="98119" y="140731"/>
                  </a:lnTo>
                  <a:lnTo>
                    <a:pt x="93740" y="141665"/>
                  </a:lnTo>
                  <a:lnTo>
                    <a:pt x="92484" y="141199"/>
                  </a:lnTo>
                  <a:lnTo>
                    <a:pt x="90524" y="141372"/>
                  </a:lnTo>
                  <a:lnTo>
                    <a:pt x="88414" y="142740"/>
                  </a:lnTo>
                  <a:lnTo>
                    <a:pt x="86030" y="143005"/>
                  </a:lnTo>
                  <a:lnTo>
                    <a:pt x="76975" y="143503"/>
                  </a:lnTo>
                  <a:lnTo>
                    <a:pt x="72817" y="144418"/>
                  </a:lnTo>
                  <a:lnTo>
                    <a:pt x="70538" y="144659"/>
                  </a:lnTo>
                  <a:lnTo>
                    <a:pt x="68751" y="144533"/>
                  </a:lnTo>
                  <a:lnTo>
                    <a:pt x="67506" y="144155"/>
                  </a:lnTo>
                  <a:lnTo>
                    <a:pt x="66313" y="142936"/>
                  </a:lnTo>
                  <a:lnTo>
                    <a:pt x="65085" y="141063"/>
                  </a:lnTo>
                  <a:lnTo>
                    <a:pt x="62591" y="136075"/>
                  </a:lnTo>
                  <a:lnTo>
                    <a:pt x="61877" y="133980"/>
                  </a:lnTo>
                  <a:lnTo>
                    <a:pt x="62157" y="130393"/>
                  </a:lnTo>
                  <a:lnTo>
                    <a:pt x="61973" y="128316"/>
                  </a:lnTo>
                  <a:lnTo>
                    <a:pt x="61143" y="123830"/>
                  </a:lnTo>
                  <a:lnTo>
                    <a:pt x="60988" y="123445"/>
                  </a:lnTo>
                  <a:lnTo>
                    <a:pt x="56623" y="121781"/>
                  </a:lnTo>
                  <a:lnTo>
                    <a:pt x="53751" y="121254"/>
                  </a:lnTo>
                  <a:lnTo>
                    <a:pt x="49423" y="121148"/>
                  </a:lnTo>
                  <a:lnTo>
                    <a:pt x="44130" y="121385"/>
                  </a:lnTo>
                  <a:lnTo>
                    <a:pt x="38847" y="120846"/>
                  </a:lnTo>
                  <a:lnTo>
                    <a:pt x="36054" y="120237"/>
                  </a:lnTo>
                  <a:lnTo>
                    <a:pt x="33283" y="119245"/>
                  </a:lnTo>
                  <a:lnTo>
                    <a:pt x="28543" y="116660"/>
                  </a:lnTo>
                  <a:lnTo>
                    <a:pt x="28274" y="116396"/>
                  </a:lnTo>
                  <a:lnTo>
                    <a:pt x="27906" y="115535"/>
                  </a:lnTo>
                  <a:lnTo>
                    <a:pt x="27438" y="114078"/>
                  </a:lnTo>
                  <a:lnTo>
                    <a:pt x="26258" y="112181"/>
                  </a:lnTo>
                  <a:lnTo>
                    <a:pt x="23027" y="107950"/>
                  </a:lnTo>
                  <a:lnTo>
                    <a:pt x="21747" y="105443"/>
                  </a:lnTo>
                  <a:lnTo>
                    <a:pt x="21540" y="104804"/>
                  </a:lnTo>
                  <a:lnTo>
                    <a:pt x="21233" y="102964"/>
                  </a:lnTo>
                  <a:lnTo>
                    <a:pt x="20826" y="99922"/>
                  </a:lnTo>
                  <a:lnTo>
                    <a:pt x="20695" y="98061"/>
                  </a:lnTo>
                  <a:lnTo>
                    <a:pt x="21071" y="96926"/>
                  </a:lnTo>
                  <a:lnTo>
                    <a:pt x="21385" y="96699"/>
                  </a:lnTo>
                  <a:lnTo>
                    <a:pt x="28079" y="94486"/>
                  </a:lnTo>
                  <a:lnTo>
                    <a:pt x="39871" y="92060"/>
                  </a:lnTo>
                  <a:lnTo>
                    <a:pt x="50651" y="90426"/>
                  </a:lnTo>
                  <a:lnTo>
                    <a:pt x="55546" y="90573"/>
                  </a:lnTo>
                  <a:lnTo>
                    <a:pt x="58428" y="91339"/>
                  </a:lnTo>
                  <a:lnTo>
                    <a:pt x="61317" y="91690"/>
                  </a:lnTo>
                  <a:lnTo>
                    <a:pt x="66551" y="91863"/>
                  </a:lnTo>
                  <a:lnTo>
                    <a:pt x="73143" y="93003"/>
                  </a:lnTo>
                  <a:lnTo>
                    <a:pt x="74468" y="92905"/>
                  </a:lnTo>
                  <a:lnTo>
                    <a:pt x="77423" y="92132"/>
                  </a:lnTo>
                  <a:lnTo>
                    <a:pt x="78302" y="91515"/>
                  </a:lnTo>
                  <a:lnTo>
                    <a:pt x="82973" y="91594"/>
                  </a:lnTo>
                  <a:lnTo>
                    <a:pt x="83880" y="91215"/>
                  </a:lnTo>
                  <a:lnTo>
                    <a:pt x="84712" y="90532"/>
                  </a:lnTo>
                  <a:lnTo>
                    <a:pt x="83639" y="89256"/>
                  </a:lnTo>
                  <a:lnTo>
                    <a:pt x="79170" y="86454"/>
                  </a:lnTo>
                  <a:lnTo>
                    <a:pt x="67301" y="81446"/>
                  </a:lnTo>
                  <a:lnTo>
                    <a:pt x="64407" y="80381"/>
                  </a:lnTo>
                  <a:lnTo>
                    <a:pt x="60261" y="79248"/>
                  </a:lnTo>
                  <a:lnTo>
                    <a:pt x="57858" y="79086"/>
                  </a:lnTo>
                  <a:lnTo>
                    <a:pt x="54796" y="79734"/>
                  </a:lnTo>
                  <a:lnTo>
                    <a:pt x="53654" y="79705"/>
                  </a:lnTo>
                  <a:lnTo>
                    <a:pt x="50648" y="80681"/>
                  </a:lnTo>
                  <a:lnTo>
                    <a:pt x="47793" y="81297"/>
                  </a:lnTo>
                  <a:lnTo>
                    <a:pt x="42378" y="81894"/>
                  </a:lnTo>
                  <a:lnTo>
                    <a:pt x="34556" y="82334"/>
                  </a:lnTo>
                  <a:lnTo>
                    <a:pt x="33461" y="82204"/>
                  </a:lnTo>
                  <a:lnTo>
                    <a:pt x="31852" y="81444"/>
                  </a:lnTo>
                  <a:lnTo>
                    <a:pt x="30685" y="81228"/>
                  </a:lnTo>
                  <a:lnTo>
                    <a:pt x="23030" y="81820"/>
                  </a:lnTo>
                  <a:lnTo>
                    <a:pt x="16188" y="81056"/>
                  </a:lnTo>
                  <a:lnTo>
                    <a:pt x="8397" y="73409"/>
                  </a:lnTo>
                  <a:lnTo>
                    <a:pt x="7103" y="71063"/>
                  </a:lnTo>
                  <a:lnTo>
                    <a:pt x="7379" y="70108"/>
                  </a:lnTo>
                  <a:lnTo>
                    <a:pt x="8339" y="69083"/>
                  </a:lnTo>
                  <a:lnTo>
                    <a:pt x="12197" y="66130"/>
                  </a:lnTo>
                  <a:lnTo>
                    <a:pt x="13576" y="65427"/>
                  </a:lnTo>
                  <a:lnTo>
                    <a:pt x="19331" y="63842"/>
                  </a:lnTo>
                  <a:lnTo>
                    <a:pt x="25070" y="61926"/>
                  </a:lnTo>
                  <a:lnTo>
                    <a:pt x="29601" y="60122"/>
                  </a:lnTo>
                  <a:lnTo>
                    <a:pt x="31825" y="59496"/>
                  </a:lnTo>
                  <a:lnTo>
                    <a:pt x="33967" y="59422"/>
                  </a:lnTo>
                  <a:lnTo>
                    <a:pt x="35699" y="58828"/>
                  </a:lnTo>
                  <a:lnTo>
                    <a:pt x="35346" y="58258"/>
                  </a:lnTo>
                  <a:lnTo>
                    <a:pt x="33930" y="57607"/>
                  </a:lnTo>
                  <a:lnTo>
                    <a:pt x="33946" y="56685"/>
                  </a:lnTo>
                  <a:lnTo>
                    <a:pt x="34679" y="56242"/>
                  </a:lnTo>
                  <a:lnTo>
                    <a:pt x="37516" y="55775"/>
                  </a:lnTo>
                  <a:lnTo>
                    <a:pt x="40529" y="56345"/>
                  </a:lnTo>
                  <a:lnTo>
                    <a:pt x="42035" y="56150"/>
                  </a:lnTo>
                  <a:lnTo>
                    <a:pt x="42468" y="55521"/>
                  </a:lnTo>
                  <a:lnTo>
                    <a:pt x="42068" y="55013"/>
                  </a:lnTo>
                  <a:lnTo>
                    <a:pt x="39208" y="53964"/>
                  </a:lnTo>
                  <a:lnTo>
                    <a:pt x="25472" y="56984"/>
                  </a:lnTo>
                  <a:lnTo>
                    <a:pt x="19064" y="57267"/>
                  </a:lnTo>
                  <a:lnTo>
                    <a:pt x="14620" y="58565"/>
                  </a:lnTo>
                  <a:lnTo>
                    <a:pt x="12176" y="58523"/>
                  </a:lnTo>
                  <a:lnTo>
                    <a:pt x="9270" y="57228"/>
                  </a:lnTo>
                  <a:lnTo>
                    <a:pt x="8882" y="56840"/>
                  </a:lnTo>
                  <a:lnTo>
                    <a:pt x="8830" y="56307"/>
                  </a:lnTo>
                  <a:lnTo>
                    <a:pt x="9729" y="54574"/>
                  </a:lnTo>
                  <a:lnTo>
                    <a:pt x="12835" y="53537"/>
                  </a:lnTo>
                  <a:lnTo>
                    <a:pt x="14401" y="50627"/>
                  </a:lnTo>
                  <a:lnTo>
                    <a:pt x="12729" y="50576"/>
                  </a:lnTo>
                  <a:lnTo>
                    <a:pt x="7160" y="51200"/>
                  </a:lnTo>
                  <a:lnTo>
                    <a:pt x="4726" y="50931"/>
                  </a:lnTo>
                  <a:lnTo>
                    <a:pt x="1442" y="49816"/>
                  </a:lnTo>
                  <a:lnTo>
                    <a:pt x="479" y="48487"/>
                  </a:lnTo>
                  <a:lnTo>
                    <a:pt x="69" y="47526"/>
                  </a:lnTo>
                  <a:lnTo>
                    <a:pt x="0" y="46381"/>
                  </a:lnTo>
                  <a:lnTo>
                    <a:pt x="110" y="43128"/>
                  </a:lnTo>
                  <a:lnTo>
                    <a:pt x="390" y="41381"/>
                  </a:lnTo>
                  <a:lnTo>
                    <a:pt x="565" y="40987"/>
                  </a:lnTo>
                  <a:lnTo>
                    <a:pt x="4648" y="35611"/>
                  </a:lnTo>
                  <a:lnTo>
                    <a:pt x="7193" y="34489"/>
                  </a:lnTo>
                  <a:lnTo>
                    <a:pt x="8979" y="32792"/>
                  </a:lnTo>
                  <a:lnTo>
                    <a:pt x="9048" y="32082"/>
                  </a:lnTo>
                  <a:lnTo>
                    <a:pt x="8606" y="31369"/>
                  </a:lnTo>
                  <a:lnTo>
                    <a:pt x="6942" y="29641"/>
                  </a:lnTo>
                  <a:lnTo>
                    <a:pt x="6273" y="28764"/>
                  </a:lnTo>
                  <a:lnTo>
                    <a:pt x="5897" y="27922"/>
                  </a:lnTo>
                  <a:lnTo>
                    <a:pt x="6181" y="26598"/>
                  </a:lnTo>
                  <a:lnTo>
                    <a:pt x="7126" y="24785"/>
                  </a:lnTo>
                  <a:lnTo>
                    <a:pt x="9904" y="21861"/>
                  </a:lnTo>
                  <a:lnTo>
                    <a:pt x="16595" y="16002"/>
                  </a:lnTo>
                  <a:lnTo>
                    <a:pt x="19993" y="13540"/>
                  </a:lnTo>
                  <a:lnTo>
                    <a:pt x="23270" y="12213"/>
                  </a:lnTo>
                  <a:lnTo>
                    <a:pt x="27855" y="9388"/>
                  </a:lnTo>
                  <a:lnTo>
                    <a:pt x="39605" y="4703"/>
                  </a:lnTo>
                  <a:lnTo>
                    <a:pt x="50123" y="0"/>
                  </a:lnTo>
                  <a:lnTo>
                    <a:pt x="53994" y="1239"/>
                  </a:lnTo>
                  <a:lnTo>
                    <a:pt x="55093" y="2212"/>
                  </a:lnTo>
                  <a:lnTo>
                    <a:pt x="55581" y="3038"/>
                  </a:lnTo>
                  <a:lnTo>
                    <a:pt x="56006" y="4194"/>
                  </a:lnTo>
                  <a:lnTo>
                    <a:pt x="56369" y="5684"/>
                  </a:lnTo>
                  <a:lnTo>
                    <a:pt x="56873" y="8913"/>
                  </a:lnTo>
                  <a:lnTo>
                    <a:pt x="56937" y="10580"/>
                  </a:lnTo>
                  <a:lnTo>
                    <a:pt x="56849" y="12250"/>
                  </a:lnTo>
                  <a:lnTo>
                    <a:pt x="56608" y="13764"/>
                  </a:lnTo>
                  <a:lnTo>
                    <a:pt x="56211" y="15119"/>
                  </a:lnTo>
                  <a:lnTo>
                    <a:pt x="55423" y="16771"/>
                  </a:lnTo>
                  <a:lnTo>
                    <a:pt x="54242" y="18722"/>
                  </a:lnTo>
                  <a:lnTo>
                    <a:pt x="51739" y="220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1968122" y="1454322"/>
              <a:ext cx="27588" cy="25182"/>
            </a:xfrm>
            <a:custGeom>
              <a:avLst/>
              <a:pathLst>
                <a:path w="27588" h="25182">
                  <a:moveTo>
                    <a:pt x="19111" y="25034"/>
                  </a:moveTo>
                  <a:lnTo>
                    <a:pt x="18531" y="25182"/>
                  </a:lnTo>
                  <a:lnTo>
                    <a:pt x="17441" y="24500"/>
                  </a:lnTo>
                  <a:lnTo>
                    <a:pt x="15842" y="22984"/>
                  </a:lnTo>
                  <a:lnTo>
                    <a:pt x="13228" y="19910"/>
                  </a:lnTo>
                  <a:lnTo>
                    <a:pt x="10111" y="16865"/>
                  </a:lnTo>
                  <a:lnTo>
                    <a:pt x="9632" y="15041"/>
                  </a:lnTo>
                  <a:lnTo>
                    <a:pt x="8856" y="13682"/>
                  </a:lnTo>
                  <a:lnTo>
                    <a:pt x="4878" y="10453"/>
                  </a:lnTo>
                  <a:lnTo>
                    <a:pt x="2293" y="9142"/>
                  </a:lnTo>
                  <a:lnTo>
                    <a:pt x="323" y="8489"/>
                  </a:lnTo>
                  <a:lnTo>
                    <a:pt x="0" y="7587"/>
                  </a:lnTo>
                  <a:lnTo>
                    <a:pt x="1365" y="4966"/>
                  </a:lnTo>
                  <a:lnTo>
                    <a:pt x="2932" y="2872"/>
                  </a:lnTo>
                  <a:lnTo>
                    <a:pt x="3863" y="2113"/>
                  </a:lnTo>
                  <a:lnTo>
                    <a:pt x="6761" y="1434"/>
                  </a:lnTo>
                  <a:lnTo>
                    <a:pt x="16541" y="40"/>
                  </a:lnTo>
                  <a:lnTo>
                    <a:pt x="18777" y="0"/>
                  </a:lnTo>
                  <a:lnTo>
                    <a:pt x="21119" y="670"/>
                  </a:lnTo>
                  <a:lnTo>
                    <a:pt x="24339" y="3542"/>
                  </a:lnTo>
                  <a:lnTo>
                    <a:pt x="25678" y="3866"/>
                  </a:lnTo>
                  <a:lnTo>
                    <a:pt x="26478" y="4513"/>
                  </a:lnTo>
                  <a:lnTo>
                    <a:pt x="27183" y="5586"/>
                  </a:lnTo>
                  <a:lnTo>
                    <a:pt x="27556" y="6678"/>
                  </a:lnTo>
                  <a:lnTo>
                    <a:pt x="27588" y="8910"/>
                  </a:lnTo>
                  <a:lnTo>
                    <a:pt x="27237" y="12210"/>
                  </a:lnTo>
                  <a:lnTo>
                    <a:pt x="26789" y="13474"/>
                  </a:lnTo>
                  <a:lnTo>
                    <a:pt x="24841" y="17714"/>
                  </a:lnTo>
                  <a:lnTo>
                    <a:pt x="22797" y="20047"/>
                  </a:lnTo>
                  <a:lnTo>
                    <a:pt x="22406" y="21558"/>
                  </a:lnTo>
                  <a:lnTo>
                    <a:pt x="21578" y="22756"/>
                  </a:lnTo>
                  <a:lnTo>
                    <a:pt x="20127" y="2422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2268355" y="1454316"/>
              <a:ext cx="54902" cy="29885"/>
            </a:xfrm>
            <a:custGeom>
              <a:avLst/>
              <a:pathLst>
                <a:path w="54902" h="29885">
                  <a:moveTo>
                    <a:pt x="15230" y="3334"/>
                  </a:moveTo>
                  <a:lnTo>
                    <a:pt x="17192" y="3722"/>
                  </a:lnTo>
                  <a:lnTo>
                    <a:pt x="29624" y="2999"/>
                  </a:lnTo>
                  <a:lnTo>
                    <a:pt x="32197" y="3536"/>
                  </a:lnTo>
                  <a:lnTo>
                    <a:pt x="40032" y="6815"/>
                  </a:lnTo>
                  <a:lnTo>
                    <a:pt x="42052" y="7912"/>
                  </a:lnTo>
                  <a:lnTo>
                    <a:pt x="43051" y="9362"/>
                  </a:lnTo>
                  <a:lnTo>
                    <a:pt x="43952" y="11650"/>
                  </a:lnTo>
                  <a:lnTo>
                    <a:pt x="44368" y="12152"/>
                  </a:lnTo>
                  <a:lnTo>
                    <a:pt x="47206" y="13513"/>
                  </a:lnTo>
                  <a:lnTo>
                    <a:pt x="48373" y="15162"/>
                  </a:lnTo>
                  <a:lnTo>
                    <a:pt x="48784" y="16015"/>
                  </a:lnTo>
                  <a:lnTo>
                    <a:pt x="49380" y="17967"/>
                  </a:lnTo>
                  <a:lnTo>
                    <a:pt x="50661" y="19074"/>
                  </a:lnTo>
                  <a:lnTo>
                    <a:pt x="52126" y="19704"/>
                  </a:lnTo>
                  <a:lnTo>
                    <a:pt x="52605" y="20280"/>
                  </a:lnTo>
                  <a:lnTo>
                    <a:pt x="52375" y="22735"/>
                  </a:lnTo>
                  <a:lnTo>
                    <a:pt x="53000" y="23878"/>
                  </a:lnTo>
                  <a:lnTo>
                    <a:pt x="54383" y="25262"/>
                  </a:lnTo>
                  <a:lnTo>
                    <a:pt x="54902" y="26184"/>
                  </a:lnTo>
                  <a:lnTo>
                    <a:pt x="53827" y="27311"/>
                  </a:lnTo>
                  <a:lnTo>
                    <a:pt x="51328" y="27973"/>
                  </a:lnTo>
                  <a:lnTo>
                    <a:pt x="44273" y="27283"/>
                  </a:lnTo>
                  <a:lnTo>
                    <a:pt x="34809" y="25722"/>
                  </a:lnTo>
                  <a:lnTo>
                    <a:pt x="29305" y="26165"/>
                  </a:lnTo>
                  <a:lnTo>
                    <a:pt x="26545" y="26878"/>
                  </a:lnTo>
                  <a:lnTo>
                    <a:pt x="19869" y="29422"/>
                  </a:lnTo>
                  <a:lnTo>
                    <a:pt x="17738" y="29833"/>
                  </a:lnTo>
                  <a:lnTo>
                    <a:pt x="15653" y="29885"/>
                  </a:lnTo>
                  <a:lnTo>
                    <a:pt x="11968" y="27806"/>
                  </a:lnTo>
                  <a:lnTo>
                    <a:pt x="10632" y="26703"/>
                  </a:lnTo>
                  <a:lnTo>
                    <a:pt x="10189" y="25851"/>
                  </a:lnTo>
                  <a:lnTo>
                    <a:pt x="9311" y="23353"/>
                  </a:lnTo>
                  <a:lnTo>
                    <a:pt x="8588" y="20362"/>
                  </a:lnTo>
                  <a:lnTo>
                    <a:pt x="8220" y="17907"/>
                  </a:lnTo>
                  <a:lnTo>
                    <a:pt x="7796" y="16035"/>
                  </a:lnTo>
                  <a:lnTo>
                    <a:pt x="6536" y="15416"/>
                  </a:lnTo>
                  <a:lnTo>
                    <a:pt x="2794" y="14672"/>
                  </a:lnTo>
                  <a:lnTo>
                    <a:pt x="1540" y="13647"/>
                  </a:lnTo>
                  <a:lnTo>
                    <a:pt x="970" y="12799"/>
                  </a:lnTo>
                  <a:lnTo>
                    <a:pt x="420" y="11425"/>
                  </a:lnTo>
                  <a:lnTo>
                    <a:pt x="435" y="9998"/>
                  </a:lnTo>
                  <a:lnTo>
                    <a:pt x="722" y="8740"/>
                  </a:lnTo>
                  <a:lnTo>
                    <a:pt x="964" y="8431"/>
                  </a:lnTo>
                  <a:lnTo>
                    <a:pt x="1437" y="8398"/>
                  </a:lnTo>
                  <a:lnTo>
                    <a:pt x="388" y="6875"/>
                  </a:lnTo>
                  <a:lnTo>
                    <a:pt x="25" y="5198"/>
                  </a:lnTo>
                  <a:lnTo>
                    <a:pt x="0" y="2859"/>
                  </a:lnTo>
                  <a:lnTo>
                    <a:pt x="136" y="1362"/>
                  </a:lnTo>
                  <a:lnTo>
                    <a:pt x="436" y="705"/>
                  </a:lnTo>
                  <a:lnTo>
                    <a:pt x="1127" y="282"/>
                  </a:lnTo>
                  <a:lnTo>
                    <a:pt x="2754" y="0"/>
                  </a:lnTo>
                  <a:lnTo>
                    <a:pt x="5160" y="56"/>
                  </a:lnTo>
                  <a:lnTo>
                    <a:pt x="8521" y="1780"/>
                  </a:lnTo>
                  <a:lnTo>
                    <a:pt x="11178" y="19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2162890" y="1451731"/>
              <a:ext cx="330574" cy="354190"/>
            </a:xfrm>
            <a:custGeom>
              <a:avLst/>
              <a:pathLst>
                <a:path w="330574" h="354190">
                  <a:moveTo>
                    <a:pt x="39539" y="84037"/>
                  </a:moveTo>
                  <a:lnTo>
                    <a:pt x="39996" y="84688"/>
                  </a:lnTo>
                  <a:lnTo>
                    <a:pt x="42624" y="83859"/>
                  </a:lnTo>
                  <a:lnTo>
                    <a:pt x="44858" y="82909"/>
                  </a:lnTo>
                  <a:lnTo>
                    <a:pt x="48341" y="80641"/>
                  </a:lnTo>
                  <a:lnTo>
                    <a:pt x="50420" y="79851"/>
                  </a:lnTo>
                  <a:lnTo>
                    <a:pt x="56738" y="79866"/>
                  </a:lnTo>
                  <a:lnTo>
                    <a:pt x="57812" y="80294"/>
                  </a:lnTo>
                  <a:lnTo>
                    <a:pt x="57338" y="81649"/>
                  </a:lnTo>
                  <a:lnTo>
                    <a:pt x="57073" y="82033"/>
                  </a:lnTo>
                  <a:lnTo>
                    <a:pt x="57281" y="82621"/>
                  </a:lnTo>
                  <a:lnTo>
                    <a:pt x="57962" y="83418"/>
                  </a:lnTo>
                  <a:lnTo>
                    <a:pt x="59322" y="84303"/>
                  </a:lnTo>
                  <a:lnTo>
                    <a:pt x="59858" y="83510"/>
                  </a:lnTo>
                  <a:lnTo>
                    <a:pt x="60251" y="81600"/>
                  </a:lnTo>
                  <a:lnTo>
                    <a:pt x="61183" y="73757"/>
                  </a:lnTo>
                  <a:lnTo>
                    <a:pt x="61578" y="71390"/>
                  </a:lnTo>
                  <a:lnTo>
                    <a:pt x="61764" y="69150"/>
                  </a:lnTo>
                  <a:lnTo>
                    <a:pt x="61743" y="67036"/>
                  </a:lnTo>
                  <a:lnTo>
                    <a:pt x="61289" y="65697"/>
                  </a:lnTo>
                  <a:lnTo>
                    <a:pt x="59669" y="64893"/>
                  </a:lnTo>
                  <a:lnTo>
                    <a:pt x="57459" y="65029"/>
                  </a:lnTo>
                  <a:lnTo>
                    <a:pt x="56323" y="64817"/>
                  </a:lnTo>
                  <a:lnTo>
                    <a:pt x="54947" y="64402"/>
                  </a:lnTo>
                  <a:lnTo>
                    <a:pt x="53928" y="63752"/>
                  </a:lnTo>
                  <a:lnTo>
                    <a:pt x="53265" y="62872"/>
                  </a:lnTo>
                  <a:lnTo>
                    <a:pt x="51943" y="60228"/>
                  </a:lnTo>
                  <a:lnTo>
                    <a:pt x="50969" y="58754"/>
                  </a:lnTo>
                  <a:lnTo>
                    <a:pt x="48470" y="56094"/>
                  </a:lnTo>
                  <a:lnTo>
                    <a:pt x="47339" y="55205"/>
                  </a:lnTo>
                  <a:lnTo>
                    <a:pt x="47909" y="54157"/>
                  </a:lnTo>
                  <a:lnTo>
                    <a:pt x="50179" y="52951"/>
                  </a:lnTo>
                  <a:lnTo>
                    <a:pt x="51549" y="51806"/>
                  </a:lnTo>
                  <a:lnTo>
                    <a:pt x="53159" y="48458"/>
                  </a:lnTo>
                  <a:lnTo>
                    <a:pt x="54126" y="47917"/>
                  </a:lnTo>
                  <a:lnTo>
                    <a:pt x="57614" y="48360"/>
                  </a:lnTo>
                  <a:lnTo>
                    <a:pt x="62335" y="50980"/>
                  </a:lnTo>
                  <a:lnTo>
                    <a:pt x="65291" y="53251"/>
                  </a:lnTo>
                  <a:lnTo>
                    <a:pt x="66072" y="53492"/>
                  </a:lnTo>
                  <a:lnTo>
                    <a:pt x="66089" y="53080"/>
                  </a:lnTo>
                  <a:lnTo>
                    <a:pt x="65339" y="52016"/>
                  </a:lnTo>
                  <a:lnTo>
                    <a:pt x="61938" y="49206"/>
                  </a:lnTo>
                  <a:lnTo>
                    <a:pt x="60390" y="47160"/>
                  </a:lnTo>
                  <a:lnTo>
                    <a:pt x="59648" y="45701"/>
                  </a:lnTo>
                  <a:lnTo>
                    <a:pt x="60004" y="45069"/>
                  </a:lnTo>
                  <a:lnTo>
                    <a:pt x="61919" y="44423"/>
                  </a:lnTo>
                  <a:lnTo>
                    <a:pt x="62168" y="43680"/>
                  </a:lnTo>
                  <a:lnTo>
                    <a:pt x="59563" y="42802"/>
                  </a:lnTo>
                  <a:lnTo>
                    <a:pt x="58242" y="42821"/>
                  </a:lnTo>
                  <a:lnTo>
                    <a:pt x="57176" y="43449"/>
                  </a:lnTo>
                  <a:lnTo>
                    <a:pt x="56030" y="43492"/>
                  </a:lnTo>
                  <a:lnTo>
                    <a:pt x="53904" y="42351"/>
                  </a:lnTo>
                  <a:lnTo>
                    <a:pt x="53326" y="41687"/>
                  </a:lnTo>
                  <a:lnTo>
                    <a:pt x="52102" y="39719"/>
                  </a:lnTo>
                  <a:lnTo>
                    <a:pt x="51458" y="38005"/>
                  </a:lnTo>
                  <a:lnTo>
                    <a:pt x="50746" y="36940"/>
                  </a:lnTo>
                  <a:lnTo>
                    <a:pt x="50489" y="36096"/>
                  </a:lnTo>
                  <a:lnTo>
                    <a:pt x="50351" y="33467"/>
                  </a:lnTo>
                  <a:lnTo>
                    <a:pt x="50412" y="31922"/>
                  </a:lnTo>
                  <a:lnTo>
                    <a:pt x="50701" y="30600"/>
                  </a:lnTo>
                  <a:lnTo>
                    <a:pt x="51217" y="29501"/>
                  </a:lnTo>
                  <a:lnTo>
                    <a:pt x="52596" y="27470"/>
                  </a:lnTo>
                  <a:lnTo>
                    <a:pt x="53369" y="26882"/>
                  </a:lnTo>
                  <a:lnTo>
                    <a:pt x="54813" y="26617"/>
                  </a:lnTo>
                  <a:lnTo>
                    <a:pt x="57950" y="27626"/>
                  </a:lnTo>
                  <a:lnTo>
                    <a:pt x="66384" y="31264"/>
                  </a:lnTo>
                  <a:lnTo>
                    <a:pt x="66181" y="30091"/>
                  </a:lnTo>
                  <a:lnTo>
                    <a:pt x="56748" y="25180"/>
                  </a:lnTo>
                  <a:lnTo>
                    <a:pt x="53412" y="23916"/>
                  </a:lnTo>
                  <a:lnTo>
                    <a:pt x="52597" y="22141"/>
                  </a:lnTo>
                  <a:lnTo>
                    <a:pt x="57618" y="15344"/>
                  </a:lnTo>
                  <a:lnTo>
                    <a:pt x="62248" y="13747"/>
                  </a:lnTo>
                  <a:lnTo>
                    <a:pt x="64550" y="11769"/>
                  </a:lnTo>
                  <a:lnTo>
                    <a:pt x="68314" y="11684"/>
                  </a:lnTo>
                  <a:lnTo>
                    <a:pt x="71848" y="12939"/>
                  </a:lnTo>
                  <a:lnTo>
                    <a:pt x="71910" y="12597"/>
                  </a:lnTo>
                  <a:lnTo>
                    <a:pt x="70316" y="10235"/>
                  </a:lnTo>
                  <a:lnTo>
                    <a:pt x="70442" y="9646"/>
                  </a:lnTo>
                  <a:lnTo>
                    <a:pt x="72447" y="8241"/>
                  </a:lnTo>
                  <a:lnTo>
                    <a:pt x="76123" y="6592"/>
                  </a:lnTo>
                  <a:lnTo>
                    <a:pt x="80610" y="5282"/>
                  </a:lnTo>
                  <a:lnTo>
                    <a:pt x="81499" y="4599"/>
                  </a:lnTo>
                  <a:lnTo>
                    <a:pt x="82649" y="4117"/>
                  </a:lnTo>
                  <a:lnTo>
                    <a:pt x="84763" y="3699"/>
                  </a:lnTo>
                  <a:lnTo>
                    <a:pt x="90020" y="3496"/>
                  </a:lnTo>
                  <a:lnTo>
                    <a:pt x="92974" y="3692"/>
                  </a:lnTo>
                  <a:lnTo>
                    <a:pt x="96895" y="4692"/>
                  </a:lnTo>
                  <a:lnTo>
                    <a:pt x="99188" y="6508"/>
                  </a:lnTo>
                  <a:lnTo>
                    <a:pt x="99902" y="7595"/>
                  </a:lnTo>
                  <a:lnTo>
                    <a:pt x="101119" y="11088"/>
                  </a:lnTo>
                  <a:lnTo>
                    <a:pt x="102116" y="15979"/>
                  </a:lnTo>
                  <a:lnTo>
                    <a:pt x="103573" y="18012"/>
                  </a:lnTo>
                  <a:lnTo>
                    <a:pt x="105913" y="19136"/>
                  </a:lnTo>
                  <a:lnTo>
                    <a:pt x="107531" y="20358"/>
                  </a:lnTo>
                  <a:lnTo>
                    <a:pt x="108425" y="21677"/>
                  </a:lnTo>
                  <a:lnTo>
                    <a:pt x="108664" y="23339"/>
                  </a:lnTo>
                  <a:lnTo>
                    <a:pt x="108245" y="25341"/>
                  </a:lnTo>
                  <a:lnTo>
                    <a:pt x="108558" y="27394"/>
                  </a:lnTo>
                  <a:lnTo>
                    <a:pt x="109605" y="29495"/>
                  </a:lnTo>
                  <a:lnTo>
                    <a:pt x="110412" y="30687"/>
                  </a:lnTo>
                  <a:lnTo>
                    <a:pt x="112179" y="32049"/>
                  </a:lnTo>
                  <a:lnTo>
                    <a:pt x="112209" y="32776"/>
                  </a:lnTo>
                  <a:lnTo>
                    <a:pt x="111657" y="33606"/>
                  </a:lnTo>
                  <a:lnTo>
                    <a:pt x="110487" y="34746"/>
                  </a:lnTo>
                  <a:lnTo>
                    <a:pt x="107601" y="38300"/>
                  </a:lnTo>
                  <a:lnTo>
                    <a:pt x="103877" y="42212"/>
                  </a:lnTo>
                  <a:lnTo>
                    <a:pt x="101223" y="45596"/>
                  </a:lnTo>
                  <a:lnTo>
                    <a:pt x="101093" y="46594"/>
                  </a:lnTo>
                  <a:lnTo>
                    <a:pt x="106615" y="41297"/>
                  </a:lnTo>
                  <a:lnTo>
                    <a:pt x="108333" y="41485"/>
                  </a:lnTo>
                  <a:lnTo>
                    <a:pt x="108411" y="42225"/>
                  </a:lnTo>
                  <a:lnTo>
                    <a:pt x="107286" y="44811"/>
                  </a:lnTo>
                  <a:lnTo>
                    <a:pt x="105916" y="47117"/>
                  </a:lnTo>
                  <a:lnTo>
                    <a:pt x="104539" y="48597"/>
                  </a:lnTo>
                  <a:lnTo>
                    <a:pt x="104790" y="49155"/>
                  </a:lnTo>
                  <a:lnTo>
                    <a:pt x="107413" y="51750"/>
                  </a:lnTo>
                  <a:lnTo>
                    <a:pt x="106932" y="52177"/>
                  </a:lnTo>
                  <a:lnTo>
                    <a:pt x="105666" y="51964"/>
                  </a:lnTo>
                  <a:lnTo>
                    <a:pt x="105146" y="52198"/>
                  </a:lnTo>
                  <a:lnTo>
                    <a:pt x="104770" y="52670"/>
                  </a:lnTo>
                  <a:lnTo>
                    <a:pt x="104536" y="53381"/>
                  </a:lnTo>
                  <a:lnTo>
                    <a:pt x="104522" y="54383"/>
                  </a:lnTo>
                  <a:lnTo>
                    <a:pt x="104725" y="55672"/>
                  </a:lnTo>
                  <a:lnTo>
                    <a:pt x="104704" y="56636"/>
                  </a:lnTo>
                  <a:lnTo>
                    <a:pt x="104462" y="57273"/>
                  </a:lnTo>
                  <a:lnTo>
                    <a:pt x="104723" y="57535"/>
                  </a:lnTo>
                  <a:lnTo>
                    <a:pt x="105491" y="57424"/>
                  </a:lnTo>
                  <a:lnTo>
                    <a:pt x="106138" y="56899"/>
                  </a:lnTo>
                  <a:lnTo>
                    <a:pt x="107252" y="55158"/>
                  </a:lnTo>
                  <a:lnTo>
                    <a:pt x="110926" y="50410"/>
                  </a:lnTo>
                  <a:lnTo>
                    <a:pt x="113276" y="48637"/>
                  </a:lnTo>
                  <a:lnTo>
                    <a:pt x="114034" y="48482"/>
                  </a:lnTo>
                  <a:lnTo>
                    <a:pt x="116195" y="49637"/>
                  </a:lnTo>
                  <a:lnTo>
                    <a:pt x="116701" y="49571"/>
                  </a:lnTo>
                  <a:lnTo>
                    <a:pt x="114324" y="45916"/>
                  </a:lnTo>
                  <a:lnTo>
                    <a:pt x="114116" y="44991"/>
                  </a:lnTo>
                  <a:lnTo>
                    <a:pt x="114599" y="43628"/>
                  </a:lnTo>
                  <a:lnTo>
                    <a:pt x="114889" y="43157"/>
                  </a:lnTo>
                  <a:lnTo>
                    <a:pt x="116213" y="42155"/>
                  </a:lnTo>
                  <a:lnTo>
                    <a:pt x="117311" y="41619"/>
                  </a:lnTo>
                  <a:lnTo>
                    <a:pt x="117926" y="41843"/>
                  </a:lnTo>
                  <a:lnTo>
                    <a:pt x="118899" y="43698"/>
                  </a:lnTo>
                  <a:lnTo>
                    <a:pt x="119354" y="44991"/>
                  </a:lnTo>
                  <a:lnTo>
                    <a:pt x="120161" y="45509"/>
                  </a:lnTo>
                  <a:lnTo>
                    <a:pt x="121959" y="44840"/>
                  </a:lnTo>
                  <a:lnTo>
                    <a:pt x="123157" y="43259"/>
                  </a:lnTo>
                  <a:lnTo>
                    <a:pt x="124641" y="44296"/>
                  </a:lnTo>
                  <a:lnTo>
                    <a:pt x="126875" y="46769"/>
                  </a:lnTo>
                  <a:lnTo>
                    <a:pt x="126671" y="49245"/>
                  </a:lnTo>
                  <a:lnTo>
                    <a:pt x="126674" y="51723"/>
                  </a:lnTo>
                  <a:lnTo>
                    <a:pt x="126788" y="53538"/>
                  </a:lnTo>
                  <a:lnTo>
                    <a:pt x="129457" y="56864"/>
                  </a:lnTo>
                  <a:lnTo>
                    <a:pt x="131315" y="58323"/>
                  </a:lnTo>
                  <a:lnTo>
                    <a:pt x="131653" y="58334"/>
                  </a:lnTo>
                  <a:lnTo>
                    <a:pt x="131609" y="57835"/>
                  </a:lnTo>
                  <a:lnTo>
                    <a:pt x="131222" y="56729"/>
                  </a:lnTo>
                  <a:lnTo>
                    <a:pt x="130202" y="55622"/>
                  </a:lnTo>
                  <a:lnTo>
                    <a:pt x="129285" y="53912"/>
                  </a:lnTo>
                  <a:lnTo>
                    <a:pt x="128458" y="51827"/>
                  </a:lnTo>
                  <a:lnTo>
                    <a:pt x="128948" y="46964"/>
                  </a:lnTo>
                  <a:lnTo>
                    <a:pt x="130339" y="44423"/>
                  </a:lnTo>
                  <a:lnTo>
                    <a:pt x="131683" y="45075"/>
                  </a:lnTo>
                  <a:lnTo>
                    <a:pt x="133451" y="46539"/>
                  </a:lnTo>
                  <a:lnTo>
                    <a:pt x="134848" y="46676"/>
                  </a:lnTo>
                  <a:lnTo>
                    <a:pt x="137047" y="46524"/>
                  </a:lnTo>
                  <a:lnTo>
                    <a:pt x="141539" y="49489"/>
                  </a:lnTo>
                  <a:lnTo>
                    <a:pt x="143950" y="49553"/>
                  </a:lnTo>
                  <a:lnTo>
                    <a:pt x="143729" y="48343"/>
                  </a:lnTo>
                  <a:lnTo>
                    <a:pt x="141902" y="47761"/>
                  </a:lnTo>
                  <a:lnTo>
                    <a:pt x="139236" y="46124"/>
                  </a:lnTo>
                  <a:lnTo>
                    <a:pt x="135081" y="44175"/>
                  </a:lnTo>
                  <a:lnTo>
                    <a:pt x="133172" y="41947"/>
                  </a:lnTo>
                  <a:lnTo>
                    <a:pt x="132813" y="40901"/>
                  </a:lnTo>
                  <a:lnTo>
                    <a:pt x="132868" y="39774"/>
                  </a:lnTo>
                  <a:lnTo>
                    <a:pt x="133106" y="38781"/>
                  </a:lnTo>
                  <a:lnTo>
                    <a:pt x="133525" y="37919"/>
                  </a:lnTo>
                  <a:lnTo>
                    <a:pt x="134355" y="37072"/>
                  </a:lnTo>
                  <a:lnTo>
                    <a:pt x="138374" y="34489"/>
                  </a:lnTo>
                  <a:lnTo>
                    <a:pt x="141226" y="33391"/>
                  </a:lnTo>
                  <a:lnTo>
                    <a:pt x="143372" y="33033"/>
                  </a:lnTo>
                  <a:lnTo>
                    <a:pt x="146955" y="33062"/>
                  </a:lnTo>
                  <a:lnTo>
                    <a:pt x="151120" y="33512"/>
                  </a:lnTo>
                  <a:lnTo>
                    <a:pt x="153370" y="34268"/>
                  </a:lnTo>
                  <a:lnTo>
                    <a:pt x="155956" y="36092"/>
                  </a:lnTo>
                  <a:lnTo>
                    <a:pt x="159230" y="37898"/>
                  </a:lnTo>
                  <a:lnTo>
                    <a:pt x="160398" y="38220"/>
                  </a:lnTo>
                  <a:lnTo>
                    <a:pt x="161762" y="38178"/>
                  </a:lnTo>
                  <a:lnTo>
                    <a:pt x="163322" y="37772"/>
                  </a:lnTo>
                  <a:lnTo>
                    <a:pt x="164805" y="37919"/>
                  </a:lnTo>
                  <a:lnTo>
                    <a:pt x="169524" y="40598"/>
                  </a:lnTo>
                  <a:lnTo>
                    <a:pt x="170772" y="41976"/>
                  </a:lnTo>
                  <a:lnTo>
                    <a:pt x="171529" y="43645"/>
                  </a:lnTo>
                  <a:lnTo>
                    <a:pt x="172088" y="45267"/>
                  </a:lnTo>
                  <a:lnTo>
                    <a:pt x="172452" y="46841"/>
                  </a:lnTo>
                  <a:lnTo>
                    <a:pt x="172304" y="48118"/>
                  </a:lnTo>
                  <a:lnTo>
                    <a:pt x="168375" y="53631"/>
                  </a:lnTo>
                  <a:lnTo>
                    <a:pt x="166664" y="54572"/>
                  </a:lnTo>
                  <a:lnTo>
                    <a:pt x="165534" y="56664"/>
                  </a:lnTo>
                  <a:lnTo>
                    <a:pt x="163849" y="60626"/>
                  </a:lnTo>
                  <a:lnTo>
                    <a:pt x="162423" y="62747"/>
                  </a:lnTo>
                  <a:lnTo>
                    <a:pt x="162291" y="63162"/>
                  </a:lnTo>
                  <a:lnTo>
                    <a:pt x="162590" y="63266"/>
                  </a:lnTo>
                  <a:lnTo>
                    <a:pt x="163450" y="62315"/>
                  </a:lnTo>
                  <a:lnTo>
                    <a:pt x="164931" y="59577"/>
                  </a:lnTo>
                  <a:lnTo>
                    <a:pt x="166007" y="57216"/>
                  </a:lnTo>
                  <a:lnTo>
                    <a:pt x="167981" y="55268"/>
                  </a:lnTo>
                  <a:lnTo>
                    <a:pt x="171211" y="52946"/>
                  </a:lnTo>
                  <a:lnTo>
                    <a:pt x="174025" y="51837"/>
                  </a:lnTo>
                  <a:lnTo>
                    <a:pt x="176421" y="51943"/>
                  </a:lnTo>
                  <a:lnTo>
                    <a:pt x="178438" y="52276"/>
                  </a:lnTo>
                  <a:lnTo>
                    <a:pt x="180075" y="52840"/>
                  </a:lnTo>
                  <a:lnTo>
                    <a:pt x="181047" y="53312"/>
                  </a:lnTo>
                  <a:lnTo>
                    <a:pt x="181353" y="53693"/>
                  </a:lnTo>
                  <a:lnTo>
                    <a:pt x="182009" y="55437"/>
                  </a:lnTo>
                  <a:lnTo>
                    <a:pt x="181972" y="56619"/>
                  </a:lnTo>
                  <a:lnTo>
                    <a:pt x="181562" y="57949"/>
                  </a:lnTo>
                  <a:lnTo>
                    <a:pt x="180785" y="59456"/>
                  </a:lnTo>
                  <a:lnTo>
                    <a:pt x="177266" y="61122"/>
                  </a:lnTo>
                  <a:lnTo>
                    <a:pt x="175338" y="62431"/>
                  </a:lnTo>
                  <a:lnTo>
                    <a:pt x="174142" y="62917"/>
                  </a:lnTo>
                  <a:lnTo>
                    <a:pt x="170554" y="63402"/>
                  </a:lnTo>
                  <a:lnTo>
                    <a:pt x="170712" y="63920"/>
                  </a:lnTo>
                  <a:lnTo>
                    <a:pt x="173377" y="64632"/>
                  </a:lnTo>
                  <a:lnTo>
                    <a:pt x="176354" y="64393"/>
                  </a:lnTo>
                  <a:lnTo>
                    <a:pt x="176278" y="65240"/>
                  </a:lnTo>
                  <a:lnTo>
                    <a:pt x="174879" y="67486"/>
                  </a:lnTo>
                  <a:lnTo>
                    <a:pt x="174426" y="69441"/>
                  </a:lnTo>
                  <a:lnTo>
                    <a:pt x="174815" y="71041"/>
                  </a:lnTo>
                  <a:lnTo>
                    <a:pt x="174743" y="72342"/>
                  </a:lnTo>
                  <a:lnTo>
                    <a:pt x="173701" y="75076"/>
                  </a:lnTo>
                  <a:lnTo>
                    <a:pt x="172503" y="77544"/>
                  </a:lnTo>
                  <a:lnTo>
                    <a:pt x="172954" y="77911"/>
                  </a:lnTo>
                  <a:lnTo>
                    <a:pt x="175685" y="74364"/>
                  </a:lnTo>
                  <a:lnTo>
                    <a:pt x="176417" y="70484"/>
                  </a:lnTo>
                  <a:lnTo>
                    <a:pt x="177519" y="67074"/>
                  </a:lnTo>
                  <a:lnTo>
                    <a:pt x="178802" y="65196"/>
                  </a:lnTo>
                  <a:lnTo>
                    <a:pt x="179768" y="64484"/>
                  </a:lnTo>
                  <a:lnTo>
                    <a:pt x="182818" y="64197"/>
                  </a:lnTo>
                  <a:lnTo>
                    <a:pt x="184509" y="62206"/>
                  </a:lnTo>
                  <a:lnTo>
                    <a:pt x="185953" y="61572"/>
                  </a:lnTo>
                  <a:lnTo>
                    <a:pt x="186558" y="61561"/>
                  </a:lnTo>
                  <a:lnTo>
                    <a:pt x="187788" y="62302"/>
                  </a:lnTo>
                  <a:lnTo>
                    <a:pt x="187715" y="63084"/>
                  </a:lnTo>
                  <a:lnTo>
                    <a:pt x="185930" y="66645"/>
                  </a:lnTo>
                  <a:lnTo>
                    <a:pt x="182148" y="72414"/>
                  </a:lnTo>
                  <a:lnTo>
                    <a:pt x="183690" y="71754"/>
                  </a:lnTo>
                  <a:lnTo>
                    <a:pt x="184735" y="70383"/>
                  </a:lnTo>
                  <a:lnTo>
                    <a:pt x="186134" y="69016"/>
                  </a:lnTo>
                  <a:lnTo>
                    <a:pt x="187723" y="66993"/>
                  </a:lnTo>
                  <a:lnTo>
                    <a:pt x="188772" y="68827"/>
                  </a:lnTo>
                  <a:lnTo>
                    <a:pt x="190384" y="70194"/>
                  </a:lnTo>
                  <a:lnTo>
                    <a:pt x="191349" y="73321"/>
                  </a:lnTo>
                  <a:lnTo>
                    <a:pt x="192907" y="74827"/>
                  </a:lnTo>
                  <a:lnTo>
                    <a:pt x="193848" y="75998"/>
                  </a:lnTo>
                  <a:lnTo>
                    <a:pt x="193715" y="74018"/>
                  </a:lnTo>
                  <a:lnTo>
                    <a:pt x="192354" y="70046"/>
                  </a:lnTo>
                  <a:lnTo>
                    <a:pt x="192725" y="68459"/>
                  </a:lnTo>
                  <a:lnTo>
                    <a:pt x="193777" y="67664"/>
                  </a:lnTo>
                  <a:lnTo>
                    <a:pt x="197055" y="64328"/>
                  </a:lnTo>
                  <a:lnTo>
                    <a:pt x="199344" y="65440"/>
                  </a:lnTo>
                  <a:lnTo>
                    <a:pt x="200753" y="66426"/>
                  </a:lnTo>
                  <a:lnTo>
                    <a:pt x="201459" y="66165"/>
                  </a:lnTo>
                  <a:lnTo>
                    <a:pt x="203239" y="66302"/>
                  </a:lnTo>
                  <a:lnTo>
                    <a:pt x="206094" y="66840"/>
                  </a:lnTo>
                  <a:lnTo>
                    <a:pt x="208871" y="67772"/>
                  </a:lnTo>
                  <a:lnTo>
                    <a:pt x="211570" y="69101"/>
                  </a:lnTo>
                  <a:lnTo>
                    <a:pt x="213650" y="70653"/>
                  </a:lnTo>
                  <a:lnTo>
                    <a:pt x="215111" y="72434"/>
                  </a:lnTo>
                  <a:lnTo>
                    <a:pt x="215996" y="73664"/>
                  </a:lnTo>
                  <a:lnTo>
                    <a:pt x="216303" y="74346"/>
                  </a:lnTo>
                  <a:lnTo>
                    <a:pt x="216796" y="76120"/>
                  </a:lnTo>
                  <a:lnTo>
                    <a:pt x="216418" y="77299"/>
                  </a:lnTo>
                  <a:lnTo>
                    <a:pt x="214379" y="80016"/>
                  </a:lnTo>
                  <a:lnTo>
                    <a:pt x="213246" y="81249"/>
                  </a:lnTo>
                  <a:lnTo>
                    <a:pt x="212118" y="81804"/>
                  </a:lnTo>
                  <a:lnTo>
                    <a:pt x="209090" y="81260"/>
                  </a:lnTo>
                  <a:lnTo>
                    <a:pt x="208149" y="81570"/>
                  </a:lnTo>
                  <a:lnTo>
                    <a:pt x="207160" y="82425"/>
                  </a:lnTo>
                  <a:lnTo>
                    <a:pt x="204009" y="86164"/>
                  </a:lnTo>
                  <a:lnTo>
                    <a:pt x="202266" y="87781"/>
                  </a:lnTo>
                  <a:lnTo>
                    <a:pt x="200552" y="88811"/>
                  </a:lnTo>
                  <a:lnTo>
                    <a:pt x="200153" y="89357"/>
                  </a:lnTo>
                  <a:lnTo>
                    <a:pt x="203838" y="89305"/>
                  </a:lnTo>
                  <a:lnTo>
                    <a:pt x="204858" y="88192"/>
                  </a:lnTo>
                  <a:lnTo>
                    <a:pt x="205708" y="86109"/>
                  </a:lnTo>
                  <a:lnTo>
                    <a:pt x="207329" y="83959"/>
                  </a:lnTo>
                  <a:lnTo>
                    <a:pt x="210398" y="82971"/>
                  </a:lnTo>
                  <a:lnTo>
                    <a:pt x="214675" y="85090"/>
                  </a:lnTo>
                  <a:lnTo>
                    <a:pt x="216799" y="85005"/>
                  </a:lnTo>
                  <a:lnTo>
                    <a:pt x="218421" y="82878"/>
                  </a:lnTo>
                  <a:lnTo>
                    <a:pt x="220231" y="81430"/>
                  </a:lnTo>
                  <a:lnTo>
                    <a:pt x="220944" y="81143"/>
                  </a:lnTo>
                  <a:lnTo>
                    <a:pt x="221331" y="81303"/>
                  </a:lnTo>
                  <a:lnTo>
                    <a:pt x="222710" y="82813"/>
                  </a:lnTo>
                  <a:lnTo>
                    <a:pt x="223126" y="84161"/>
                  </a:lnTo>
                  <a:lnTo>
                    <a:pt x="223096" y="87239"/>
                  </a:lnTo>
                  <a:lnTo>
                    <a:pt x="222910" y="88171"/>
                  </a:lnTo>
                  <a:lnTo>
                    <a:pt x="221685" y="90495"/>
                  </a:lnTo>
                  <a:lnTo>
                    <a:pt x="218692" y="93985"/>
                  </a:lnTo>
                  <a:lnTo>
                    <a:pt x="216735" y="95295"/>
                  </a:lnTo>
                  <a:lnTo>
                    <a:pt x="214564" y="95999"/>
                  </a:lnTo>
                  <a:lnTo>
                    <a:pt x="212200" y="97184"/>
                  </a:lnTo>
                  <a:lnTo>
                    <a:pt x="211365" y="98139"/>
                  </a:lnTo>
                  <a:lnTo>
                    <a:pt x="210549" y="99494"/>
                  </a:lnTo>
                  <a:lnTo>
                    <a:pt x="209735" y="100400"/>
                  </a:lnTo>
                  <a:lnTo>
                    <a:pt x="208698" y="101153"/>
                  </a:lnTo>
                  <a:lnTo>
                    <a:pt x="210054" y="102257"/>
                  </a:lnTo>
                  <a:lnTo>
                    <a:pt x="210573" y="102227"/>
                  </a:lnTo>
                  <a:lnTo>
                    <a:pt x="211075" y="101566"/>
                  </a:lnTo>
                  <a:lnTo>
                    <a:pt x="212441" y="98963"/>
                  </a:lnTo>
                  <a:lnTo>
                    <a:pt x="213457" y="97829"/>
                  </a:lnTo>
                  <a:lnTo>
                    <a:pt x="214033" y="97591"/>
                  </a:lnTo>
                  <a:lnTo>
                    <a:pt x="214626" y="97699"/>
                  </a:lnTo>
                  <a:lnTo>
                    <a:pt x="215204" y="98210"/>
                  </a:lnTo>
                  <a:lnTo>
                    <a:pt x="215768" y="99122"/>
                  </a:lnTo>
                  <a:lnTo>
                    <a:pt x="215725" y="101341"/>
                  </a:lnTo>
                  <a:lnTo>
                    <a:pt x="214001" y="110129"/>
                  </a:lnTo>
                  <a:lnTo>
                    <a:pt x="214280" y="110103"/>
                  </a:lnTo>
                  <a:lnTo>
                    <a:pt x="215340" y="107719"/>
                  </a:lnTo>
                  <a:lnTo>
                    <a:pt x="218422" y="98568"/>
                  </a:lnTo>
                  <a:lnTo>
                    <a:pt x="219175" y="96735"/>
                  </a:lnTo>
                  <a:lnTo>
                    <a:pt x="220663" y="94887"/>
                  </a:lnTo>
                  <a:lnTo>
                    <a:pt x="223995" y="92089"/>
                  </a:lnTo>
                  <a:lnTo>
                    <a:pt x="226569" y="90625"/>
                  </a:lnTo>
                  <a:lnTo>
                    <a:pt x="229476" y="89393"/>
                  </a:lnTo>
                  <a:lnTo>
                    <a:pt x="231028" y="88935"/>
                  </a:lnTo>
                  <a:lnTo>
                    <a:pt x="232802" y="89244"/>
                  </a:lnTo>
                  <a:lnTo>
                    <a:pt x="233955" y="90683"/>
                  </a:lnTo>
                  <a:lnTo>
                    <a:pt x="235513" y="90941"/>
                  </a:lnTo>
                  <a:lnTo>
                    <a:pt x="237409" y="90583"/>
                  </a:lnTo>
                  <a:lnTo>
                    <a:pt x="238632" y="90755"/>
                  </a:lnTo>
                  <a:lnTo>
                    <a:pt x="240017" y="91325"/>
                  </a:lnTo>
                  <a:lnTo>
                    <a:pt x="241202" y="92391"/>
                  </a:lnTo>
                  <a:lnTo>
                    <a:pt x="243216" y="93601"/>
                  </a:lnTo>
                  <a:lnTo>
                    <a:pt x="247762" y="95872"/>
                  </a:lnTo>
                  <a:lnTo>
                    <a:pt x="248326" y="96350"/>
                  </a:lnTo>
                  <a:lnTo>
                    <a:pt x="248854" y="97210"/>
                  </a:lnTo>
                  <a:lnTo>
                    <a:pt x="249344" y="98454"/>
                  </a:lnTo>
                  <a:lnTo>
                    <a:pt x="249283" y="99684"/>
                  </a:lnTo>
                  <a:lnTo>
                    <a:pt x="248672" y="100904"/>
                  </a:lnTo>
                  <a:lnTo>
                    <a:pt x="247913" y="101646"/>
                  </a:lnTo>
                  <a:lnTo>
                    <a:pt x="247007" y="101918"/>
                  </a:lnTo>
                  <a:lnTo>
                    <a:pt x="246069" y="102582"/>
                  </a:lnTo>
                  <a:lnTo>
                    <a:pt x="244333" y="104319"/>
                  </a:lnTo>
                  <a:lnTo>
                    <a:pt x="243766" y="104613"/>
                  </a:lnTo>
                  <a:lnTo>
                    <a:pt x="241045" y="105360"/>
                  </a:lnTo>
                  <a:lnTo>
                    <a:pt x="238521" y="105725"/>
                  </a:lnTo>
                  <a:lnTo>
                    <a:pt x="236945" y="106425"/>
                  </a:lnTo>
                  <a:lnTo>
                    <a:pt x="233915" y="108311"/>
                  </a:lnTo>
                  <a:lnTo>
                    <a:pt x="229744" y="111811"/>
                  </a:lnTo>
                  <a:lnTo>
                    <a:pt x="229786" y="112645"/>
                  </a:lnTo>
                  <a:lnTo>
                    <a:pt x="231451" y="113046"/>
                  </a:lnTo>
                  <a:lnTo>
                    <a:pt x="232800" y="112518"/>
                  </a:lnTo>
                  <a:lnTo>
                    <a:pt x="234656" y="110100"/>
                  </a:lnTo>
                  <a:lnTo>
                    <a:pt x="236400" y="109175"/>
                  </a:lnTo>
                  <a:lnTo>
                    <a:pt x="239126" y="108435"/>
                  </a:lnTo>
                  <a:lnTo>
                    <a:pt x="242896" y="107789"/>
                  </a:lnTo>
                  <a:lnTo>
                    <a:pt x="244511" y="107890"/>
                  </a:lnTo>
                  <a:lnTo>
                    <a:pt x="244802" y="108020"/>
                  </a:lnTo>
                  <a:lnTo>
                    <a:pt x="245013" y="108591"/>
                  </a:lnTo>
                  <a:lnTo>
                    <a:pt x="245143" y="109601"/>
                  </a:lnTo>
                  <a:lnTo>
                    <a:pt x="244526" y="110920"/>
                  </a:lnTo>
                  <a:lnTo>
                    <a:pt x="243810" y="111543"/>
                  </a:lnTo>
                  <a:lnTo>
                    <a:pt x="241863" y="114527"/>
                  </a:lnTo>
                  <a:lnTo>
                    <a:pt x="243144" y="115301"/>
                  </a:lnTo>
                  <a:lnTo>
                    <a:pt x="244904" y="115636"/>
                  </a:lnTo>
                  <a:lnTo>
                    <a:pt x="245909" y="114837"/>
                  </a:lnTo>
                  <a:lnTo>
                    <a:pt x="246817" y="113004"/>
                  </a:lnTo>
                  <a:lnTo>
                    <a:pt x="247835" y="111989"/>
                  </a:lnTo>
                  <a:lnTo>
                    <a:pt x="248964" y="111788"/>
                  </a:lnTo>
                  <a:lnTo>
                    <a:pt x="249956" y="111322"/>
                  </a:lnTo>
                  <a:lnTo>
                    <a:pt x="250812" y="110589"/>
                  </a:lnTo>
                  <a:lnTo>
                    <a:pt x="251045" y="110110"/>
                  </a:lnTo>
                  <a:lnTo>
                    <a:pt x="249800" y="109159"/>
                  </a:lnTo>
                  <a:lnTo>
                    <a:pt x="249701" y="108581"/>
                  </a:lnTo>
                  <a:lnTo>
                    <a:pt x="250209" y="107160"/>
                  </a:lnTo>
                  <a:lnTo>
                    <a:pt x="251125" y="105587"/>
                  </a:lnTo>
                  <a:lnTo>
                    <a:pt x="252078" y="104609"/>
                  </a:lnTo>
                  <a:lnTo>
                    <a:pt x="252787" y="104531"/>
                  </a:lnTo>
                  <a:lnTo>
                    <a:pt x="255132" y="105578"/>
                  </a:lnTo>
                  <a:lnTo>
                    <a:pt x="256735" y="107409"/>
                  </a:lnTo>
                  <a:lnTo>
                    <a:pt x="260790" y="112888"/>
                  </a:lnTo>
                  <a:lnTo>
                    <a:pt x="261311" y="113951"/>
                  </a:lnTo>
                  <a:lnTo>
                    <a:pt x="262720" y="118021"/>
                  </a:lnTo>
                  <a:lnTo>
                    <a:pt x="262988" y="119830"/>
                  </a:lnTo>
                  <a:lnTo>
                    <a:pt x="262756" y="121090"/>
                  </a:lnTo>
                  <a:lnTo>
                    <a:pt x="262424" y="121862"/>
                  </a:lnTo>
                  <a:lnTo>
                    <a:pt x="261991" y="122140"/>
                  </a:lnTo>
                  <a:lnTo>
                    <a:pt x="261100" y="122149"/>
                  </a:lnTo>
                  <a:lnTo>
                    <a:pt x="255697" y="120483"/>
                  </a:lnTo>
                  <a:lnTo>
                    <a:pt x="253232" y="120699"/>
                  </a:lnTo>
                  <a:lnTo>
                    <a:pt x="252155" y="121165"/>
                  </a:lnTo>
                  <a:lnTo>
                    <a:pt x="251287" y="121865"/>
                  </a:lnTo>
                  <a:lnTo>
                    <a:pt x="250612" y="122746"/>
                  </a:lnTo>
                  <a:lnTo>
                    <a:pt x="250132" y="123813"/>
                  </a:lnTo>
                  <a:lnTo>
                    <a:pt x="249185" y="124413"/>
                  </a:lnTo>
                  <a:lnTo>
                    <a:pt x="245757" y="124435"/>
                  </a:lnTo>
                  <a:lnTo>
                    <a:pt x="243833" y="125029"/>
                  </a:lnTo>
                  <a:lnTo>
                    <a:pt x="240526" y="126477"/>
                  </a:lnTo>
                  <a:lnTo>
                    <a:pt x="239339" y="127278"/>
                  </a:lnTo>
                  <a:lnTo>
                    <a:pt x="239073" y="128327"/>
                  </a:lnTo>
                  <a:lnTo>
                    <a:pt x="241097" y="128144"/>
                  </a:lnTo>
                  <a:lnTo>
                    <a:pt x="244430" y="126782"/>
                  </a:lnTo>
                  <a:lnTo>
                    <a:pt x="247563" y="126395"/>
                  </a:lnTo>
                  <a:lnTo>
                    <a:pt x="252797" y="129392"/>
                  </a:lnTo>
                  <a:lnTo>
                    <a:pt x="254523" y="129858"/>
                  </a:lnTo>
                  <a:lnTo>
                    <a:pt x="255482" y="129427"/>
                  </a:lnTo>
                  <a:lnTo>
                    <a:pt x="256637" y="129293"/>
                  </a:lnTo>
                  <a:lnTo>
                    <a:pt x="260821" y="129492"/>
                  </a:lnTo>
                  <a:lnTo>
                    <a:pt x="262248" y="129858"/>
                  </a:lnTo>
                  <a:lnTo>
                    <a:pt x="264369" y="131008"/>
                  </a:lnTo>
                  <a:lnTo>
                    <a:pt x="267612" y="133506"/>
                  </a:lnTo>
                  <a:lnTo>
                    <a:pt x="268234" y="134239"/>
                  </a:lnTo>
                  <a:lnTo>
                    <a:pt x="268597" y="135011"/>
                  </a:lnTo>
                  <a:lnTo>
                    <a:pt x="268700" y="135817"/>
                  </a:lnTo>
                  <a:lnTo>
                    <a:pt x="268666" y="137808"/>
                  </a:lnTo>
                  <a:lnTo>
                    <a:pt x="268342" y="138483"/>
                  </a:lnTo>
                  <a:lnTo>
                    <a:pt x="267243" y="138941"/>
                  </a:lnTo>
                  <a:lnTo>
                    <a:pt x="262581" y="138411"/>
                  </a:lnTo>
                  <a:lnTo>
                    <a:pt x="261158" y="137996"/>
                  </a:lnTo>
                  <a:lnTo>
                    <a:pt x="259407" y="138519"/>
                  </a:lnTo>
                  <a:lnTo>
                    <a:pt x="257987" y="138336"/>
                  </a:lnTo>
                  <a:lnTo>
                    <a:pt x="256171" y="137537"/>
                  </a:lnTo>
                  <a:lnTo>
                    <a:pt x="254175" y="136121"/>
                  </a:lnTo>
                  <a:lnTo>
                    <a:pt x="251186" y="137465"/>
                  </a:lnTo>
                  <a:lnTo>
                    <a:pt x="248791" y="136592"/>
                  </a:lnTo>
                  <a:lnTo>
                    <a:pt x="246344" y="137367"/>
                  </a:lnTo>
                  <a:lnTo>
                    <a:pt x="241491" y="140558"/>
                  </a:lnTo>
                  <a:lnTo>
                    <a:pt x="242034" y="141109"/>
                  </a:lnTo>
                  <a:lnTo>
                    <a:pt x="248685" y="138369"/>
                  </a:lnTo>
                  <a:lnTo>
                    <a:pt x="249969" y="138537"/>
                  </a:lnTo>
                  <a:lnTo>
                    <a:pt x="252071" y="139535"/>
                  </a:lnTo>
                  <a:lnTo>
                    <a:pt x="255393" y="141505"/>
                  </a:lnTo>
                  <a:lnTo>
                    <a:pt x="256324" y="142311"/>
                  </a:lnTo>
                  <a:lnTo>
                    <a:pt x="256332" y="145409"/>
                  </a:lnTo>
                  <a:lnTo>
                    <a:pt x="255825" y="147492"/>
                  </a:lnTo>
                  <a:lnTo>
                    <a:pt x="254811" y="149837"/>
                  </a:lnTo>
                  <a:lnTo>
                    <a:pt x="253287" y="149521"/>
                  </a:lnTo>
                  <a:lnTo>
                    <a:pt x="249736" y="148062"/>
                  </a:lnTo>
                  <a:lnTo>
                    <a:pt x="248284" y="147862"/>
                  </a:lnTo>
                  <a:lnTo>
                    <a:pt x="247221" y="148100"/>
                  </a:lnTo>
                  <a:lnTo>
                    <a:pt x="245794" y="149029"/>
                  </a:lnTo>
                  <a:lnTo>
                    <a:pt x="245120" y="149062"/>
                  </a:lnTo>
                  <a:lnTo>
                    <a:pt x="239440" y="147212"/>
                  </a:lnTo>
                  <a:lnTo>
                    <a:pt x="238163" y="147124"/>
                  </a:lnTo>
                  <a:lnTo>
                    <a:pt x="238015" y="147313"/>
                  </a:lnTo>
                  <a:lnTo>
                    <a:pt x="238287" y="147680"/>
                  </a:lnTo>
                  <a:lnTo>
                    <a:pt x="243438" y="150547"/>
                  </a:lnTo>
                  <a:lnTo>
                    <a:pt x="247245" y="150860"/>
                  </a:lnTo>
                  <a:lnTo>
                    <a:pt x="249632" y="151356"/>
                  </a:lnTo>
                  <a:lnTo>
                    <a:pt x="251045" y="152231"/>
                  </a:lnTo>
                  <a:lnTo>
                    <a:pt x="251712" y="152878"/>
                  </a:lnTo>
                  <a:lnTo>
                    <a:pt x="251760" y="154797"/>
                  </a:lnTo>
                  <a:lnTo>
                    <a:pt x="253030" y="156729"/>
                  </a:lnTo>
                  <a:lnTo>
                    <a:pt x="254175" y="157514"/>
                  </a:lnTo>
                  <a:lnTo>
                    <a:pt x="254905" y="157550"/>
                  </a:lnTo>
                  <a:lnTo>
                    <a:pt x="256160" y="156839"/>
                  </a:lnTo>
                  <a:lnTo>
                    <a:pt x="257426" y="156729"/>
                  </a:lnTo>
                  <a:lnTo>
                    <a:pt x="258450" y="157224"/>
                  </a:lnTo>
                  <a:lnTo>
                    <a:pt x="259733" y="158291"/>
                  </a:lnTo>
                  <a:lnTo>
                    <a:pt x="261284" y="158589"/>
                  </a:lnTo>
                  <a:lnTo>
                    <a:pt x="262645" y="159237"/>
                  </a:lnTo>
                  <a:lnTo>
                    <a:pt x="263695" y="159367"/>
                  </a:lnTo>
                  <a:lnTo>
                    <a:pt x="266653" y="159067"/>
                  </a:lnTo>
                  <a:lnTo>
                    <a:pt x="267936" y="159476"/>
                  </a:lnTo>
                  <a:lnTo>
                    <a:pt x="268267" y="159833"/>
                  </a:lnTo>
                  <a:lnTo>
                    <a:pt x="267709" y="160455"/>
                  </a:lnTo>
                  <a:lnTo>
                    <a:pt x="265006" y="161947"/>
                  </a:lnTo>
                  <a:lnTo>
                    <a:pt x="264596" y="163368"/>
                  </a:lnTo>
                  <a:lnTo>
                    <a:pt x="266121" y="165216"/>
                  </a:lnTo>
                  <a:lnTo>
                    <a:pt x="266920" y="166631"/>
                  </a:lnTo>
                  <a:lnTo>
                    <a:pt x="266882" y="167687"/>
                  </a:lnTo>
                  <a:lnTo>
                    <a:pt x="266067" y="170093"/>
                  </a:lnTo>
                  <a:lnTo>
                    <a:pt x="265860" y="171061"/>
                  </a:lnTo>
                  <a:lnTo>
                    <a:pt x="266128" y="171139"/>
                  </a:lnTo>
                  <a:lnTo>
                    <a:pt x="268093" y="169191"/>
                  </a:lnTo>
                  <a:lnTo>
                    <a:pt x="268400" y="169441"/>
                  </a:lnTo>
                  <a:lnTo>
                    <a:pt x="268605" y="172139"/>
                  </a:lnTo>
                  <a:lnTo>
                    <a:pt x="268857" y="171986"/>
                  </a:lnTo>
                  <a:lnTo>
                    <a:pt x="269515" y="169752"/>
                  </a:lnTo>
                  <a:lnTo>
                    <a:pt x="269222" y="166779"/>
                  </a:lnTo>
                  <a:lnTo>
                    <a:pt x="270375" y="165606"/>
                  </a:lnTo>
                  <a:lnTo>
                    <a:pt x="274039" y="164717"/>
                  </a:lnTo>
                  <a:lnTo>
                    <a:pt x="273418" y="169377"/>
                  </a:lnTo>
                  <a:lnTo>
                    <a:pt x="273322" y="171798"/>
                  </a:lnTo>
                  <a:lnTo>
                    <a:pt x="271720" y="175831"/>
                  </a:lnTo>
                  <a:lnTo>
                    <a:pt x="270384" y="177131"/>
                  </a:lnTo>
                  <a:lnTo>
                    <a:pt x="270424" y="177401"/>
                  </a:lnTo>
                  <a:lnTo>
                    <a:pt x="271374" y="177913"/>
                  </a:lnTo>
                  <a:lnTo>
                    <a:pt x="271967" y="177969"/>
                  </a:lnTo>
                  <a:lnTo>
                    <a:pt x="272536" y="177339"/>
                  </a:lnTo>
                  <a:lnTo>
                    <a:pt x="273891" y="174222"/>
                  </a:lnTo>
                  <a:lnTo>
                    <a:pt x="276646" y="170977"/>
                  </a:lnTo>
                  <a:lnTo>
                    <a:pt x="277146" y="170907"/>
                  </a:lnTo>
                  <a:lnTo>
                    <a:pt x="277127" y="172081"/>
                  </a:lnTo>
                  <a:lnTo>
                    <a:pt x="276772" y="174261"/>
                  </a:lnTo>
                  <a:lnTo>
                    <a:pt x="278044" y="175283"/>
                  </a:lnTo>
                  <a:lnTo>
                    <a:pt x="279257" y="174271"/>
                  </a:lnTo>
                  <a:lnTo>
                    <a:pt x="279916" y="173397"/>
                  </a:lnTo>
                  <a:lnTo>
                    <a:pt x="281439" y="173525"/>
                  </a:lnTo>
                  <a:lnTo>
                    <a:pt x="282132" y="173941"/>
                  </a:lnTo>
                  <a:lnTo>
                    <a:pt x="282339" y="174903"/>
                  </a:lnTo>
                  <a:lnTo>
                    <a:pt x="281638" y="178931"/>
                  </a:lnTo>
                  <a:lnTo>
                    <a:pt x="281767" y="179929"/>
                  </a:lnTo>
                  <a:lnTo>
                    <a:pt x="283373" y="182611"/>
                  </a:lnTo>
                  <a:lnTo>
                    <a:pt x="283536" y="182451"/>
                  </a:lnTo>
                  <a:lnTo>
                    <a:pt x="283233" y="181156"/>
                  </a:lnTo>
                  <a:lnTo>
                    <a:pt x="282902" y="177958"/>
                  </a:lnTo>
                  <a:lnTo>
                    <a:pt x="283211" y="176571"/>
                  </a:lnTo>
                  <a:lnTo>
                    <a:pt x="284535" y="174791"/>
                  </a:lnTo>
                  <a:lnTo>
                    <a:pt x="287250" y="172228"/>
                  </a:lnTo>
                  <a:lnTo>
                    <a:pt x="288257" y="171720"/>
                  </a:lnTo>
                  <a:lnTo>
                    <a:pt x="288885" y="172068"/>
                  </a:lnTo>
                  <a:lnTo>
                    <a:pt x="289885" y="173299"/>
                  </a:lnTo>
                  <a:lnTo>
                    <a:pt x="289573" y="174033"/>
                  </a:lnTo>
                  <a:lnTo>
                    <a:pt x="288493" y="174802"/>
                  </a:lnTo>
                  <a:lnTo>
                    <a:pt x="287691" y="176193"/>
                  </a:lnTo>
                  <a:lnTo>
                    <a:pt x="287169" y="178209"/>
                  </a:lnTo>
                  <a:lnTo>
                    <a:pt x="287748" y="179281"/>
                  </a:lnTo>
                  <a:lnTo>
                    <a:pt x="289949" y="179377"/>
                  </a:lnTo>
                  <a:lnTo>
                    <a:pt x="292159" y="177724"/>
                  </a:lnTo>
                  <a:lnTo>
                    <a:pt x="293428" y="178538"/>
                  </a:lnTo>
                  <a:lnTo>
                    <a:pt x="294937" y="180688"/>
                  </a:lnTo>
                  <a:lnTo>
                    <a:pt x="297701" y="184143"/>
                  </a:lnTo>
                  <a:lnTo>
                    <a:pt x="299275" y="183201"/>
                  </a:lnTo>
                  <a:lnTo>
                    <a:pt x="301223" y="185825"/>
                  </a:lnTo>
                  <a:lnTo>
                    <a:pt x="298607" y="187907"/>
                  </a:lnTo>
                  <a:lnTo>
                    <a:pt x="299407" y="192289"/>
                  </a:lnTo>
                  <a:lnTo>
                    <a:pt x="296009" y="192108"/>
                  </a:lnTo>
                  <a:lnTo>
                    <a:pt x="294098" y="192451"/>
                  </a:lnTo>
                  <a:lnTo>
                    <a:pt x="292819" y="192057"/>
                  </a:lnTo>
                  <a:lnTo>
                    <a:pt x="291444" y="192194"/>
                  </a:lnTo>
                  <a:lnTo>
                    <a:pt x="292718" y="193228"/>
                  </a:lnTo>
                  <a:lnTo>
                    <a:pt x="295173" y="193655"/>
                  </a:lnTo>
                  <a:lnTo>
                    <a:pt x="295397" y="194983"/>
                  </a:lnTo>
                  <a:lnTo>
                    <a:pt x="297324" y="194950"/>
                  </a:lnTo>
                  <a:lnTo>
                    <a:pt x="298771" y="194694"/>
                  </a:lnTo>
                  <a:lnTo>
                    <a:pt x="301384" y="194748"/>
                  </a:lnTo>
                  <a:lnTo>
                    <a:pt x="301523" y="193224"/>
                  </a:lnTo>
                  <a:lnTo>
                    <a:pt x="303222" y="192354"/>
                  </a:lnTo>
                  <a:lnTo>
                    <a:pt x="304199" y="191396"/>
                  </a:lnTo>
                  <a:lnTo>
                    <a:pt x="305010" y="191963"/>
                  </a:lnTo>
                  <a:lnTo>
                    <a:pt x="307373" y="192614"/>
                  </a:lnTo>
                  <a:lnTo>
                    <a:pt x="310545" y="195608"/>
                  </a:lnTo>
                  <a:lnTo>
                    <a:pt x="309147" y="197400"/>
                  </a:lnTo>
                  <a:lnTo>
                    <a:pt x="308767" y="199094"/>
                  </a:lnTo>
                  <a:lnTo>
                    <a:pt x="308296" y="200528"/>
                  </a:lnTo>
                  <a:lnTo>
                    <a:pt x="308033" y="201823"/>
                  </a:lnTo>
                  <a:lnTo>
                    <a:pt x="307477" y="202715"/>
                  </a:lnTo>
                  <a:lnTo>
                    <a:pt x="302933" y="207801"/>
                  </a:lnTo>
                  <a:lnTo>
                    <a:pt x="303685" y="207847"/>
                  </a:lnTo>
                  <a:lnTo>
                    <a:pt x="305608" y="206618"/>
                  </a:lnTo>
                  <a:lnTo>
                    <a:pt x="309353" y="204788"/>
                  </a:lnTo>
                  <a:lnTo>
                    <a:pt x="311441" y="204051"/>
                  </a:lnTo>
                  <a:lnTo>
                    <a:pt x="312925" y="204540"/>
                  </a:lnTo>
                  <a:lnTo>
                    <a:pt x="313675" y="204562"/>
                  </a:lnTo>
                  <a:lnTo>
                    <a:pt x="314339" y="203908"/>
                  </a:lnTo>
                  <a:lnTo>
                    <a:pt x="315577" y="204661"/>
                  </a:lnTo>
                  <a:lnTo>
                    <a:pt x="318145" y="205348"/>
                  </a:lnTo>
                  <a:lnTo>
                    <a:pt x="321093" y="201171"/>
                  </a:lnTo>
                  <a:lnTo>
                    <a:pt x="322877" y="201989"/>
                  </a:lnTo>
                  <a:lnTo>
                    <a:pt x="324539" y="204569"/>
                  </a:lnTo>
                  <a:lnTo>
                    <a:pt x="328100" y="209098"/>
                  </a:lnTo>
                  <a:lnTo>
                    <a:pt x="329956" y="211736"/>
                  </a:lnTo>
                  <a:lnTo>
                    <a:pt x="330574" y="212932"/>
                  </a:lnTo>
                  <a:lnTo>
                    <a:pt x="330488" y="214110"/>
                  </a:lnTo>
                  <a:lnTo>
                    <a:pt x="328809" y="215359"/>
                  </a:lnTo>
                  <a:lnTo>
                    <a:pt x="327949" y="215610"/>
                  </a:lnTo>
                  <a:lnTo>
                    <a:pt x="325690" y="213255"/>
                  </a:lnTo>
                  <a:lnTo>
                    <a:pt x="323614" y="212063"/>
                  </a:lnTo>
                  <a:lnTo>
                    <a:pt x="322351" y="212191"/>
                  </a:lnTo>
                  <a:lnTo>
                    <a:pt x="321096" y="213099"/>
                  </a:lnTo>
                  <a:lnTo>
                    <a:pt x="321487" y="213605"/>
                  </a:lnTo>
                  <a:lnTo>
                    <a:pt x="326513" y="217234"/>
                  </a:lnTo>
                  <a:lnTo>
                    <a:pt x="327390" y="219912"/>
                  </a:lnTo>
                  <a:lnTo>
                    <a:pt x="327454" y="221082"/>
                  </a:lnTo>
                  <a:lnTo>
                    <a:pt x="324095" y="222857"/>
                  </a:lnTo>
                  <a:lnTo>
                    <a:pt x="323018" y="222961"/>
                  </a:lnTo>
                  <a:lnTo>
                    <a:pt x="320692" y="222114"/>
                  </a:lnTo>
                  <a:lnTo>
                    <a:pt x="319329" y="220533"/>
                  </a:lnTo>
                  <a:lnTo>
                    <a:pt x="318205" y="219961"/>
                  </a:lnTo>
                  <a:lnTo>
                    <a:pt x="316648" y="219773"/>
                  </a:lnTo>
                  <a:lnTo>
                    <a:pt x="316150" y="220079"/>
                  </a:lnTo>
                  <a:lnTo>
                    <a:pt x="317847" y="222766"/>
                  </a:lnTo>
                  <a:lnTo>
                    <a:pt x="317684" y="223574"/>
                  </a:lnTo>
                  <a:lnTo>
                    <a:pt x="316807" y="224096"/>
                  </a:lnTo>
                  <a:lnTo>
                    <a:pt x="316375" y="225393"/>
                  </a:lnTo>
                  <a:lnTo>
                    <a:pt x="319729" y="227729"/>
                  </a:lnTo>
                  <a:lnTo>
                    <a:pt x="322240" y="230105"/>
                  </a:lnTo>
                  <a:lnTo>
                    <a:pt x="322612" y="231058"/>
                  </a:lnTo>
                  <a:lnTo>
                    <a:pt x="320919" y="231765"/>
                  </a:lnTo>
                  <a:lnTo>
                    <a:pt x="319703" y="231928"/>
                  </a:lnTo>
                  <a:lnTo>
                    <a:pt x="317132" y="231585"/>
                  </a:lnTo>
                  <a:lnTo>
                    <a:pt x="315722" y="231084"/>
                  </a:lnTo>
                  <a:lnTo>
                    <a:pt x="315333" y="231621"/>
                  </a:lnTo>
                  <a:lnTo>
                    <a:pt x="316791" y="232868"/>
                  </a:lnTo>
                  <a:lnTo>
                    <a:pt x="317355" y="233711"/>
                  </a:lnTo>
                  <a:lnTo>
                    <a:pt x="317793" y="234886"/>
                  </a:lnTo>
                  <a:lnTo>
                    <a:pt x="318048" y="235992"/>
                  </a:lnTo>
                  <a:lnTo>
                    <a:pt x="318119" y="237027"/>
                  </a:lnTo>
                  <a:lnTo>
                    <a:pt x="316926" y="237878"/>
                  </a:lnTo>
                  <a:lnTo>
                    <a:pt x="315492" y="240267"/>
                  </a:lnTo>
                  <a:lnTo>
                    <a:pt x="314933" y="242741"/>
                  </a:lnTo>
                  <a:lnTo>
                    <a:pt x="313634" y="242976"/>
                  </a:lnTo>
                  <a:lnTo>
                    <a:pt x="313110" y="242511"/>
                  </a:lnTo>
                  <a:lnTo>
                    <a:pt x="311365" y="243260"/>
                  </a:lnTo>
                  <a:lnTo>
                    <a:pt x="309063" y="242227"/>
                  </a:lnTo>
                  <a:lnTo>
                    <a:pt x="308237" y="241097"/>
                  </a:lnTo>
                  <a:lnTo>
                    <a:pt x="305728" y="236444"/>
                  </a:lnTo>
                  <a:lnTo>
                    <a:pt x="305663" y="236966"/>
                  </a:lnTo>
                  <a:lnTo>
                    <a:pt x="306291" y="239317"/>
                  </a:lnTo>
                  <a:lnTo>
                    <a:pt x="306163" y="240712"/>
                  </a:lnTo>
                  <a:lnTo>
                    <a:pt x="303504" y="241725"/>
                  </a:lnTo>
                  <a:lnTo>
                    <a:pt x="303515" y="242119"/>
                  </a:lnTo>
                  <a:lnTo>
                    <a:pt x="305147" y="242856"/>
                  </a:lnTo>
                  <a:lnTo>
                    <a:pt x="307124" y="243426"/>
                  </a:lnTo>
                  <a:lnTo>
                    <a:pt x="306815" y="245599"/>
                  </a:lnTo>
                  <a:lnTo>
                    <a:pt x="306825" y="254862"/>
                  </a:lnTo>
                  <a:lnTo>
                    <a:pt x="306383" y="258150"/>
                  </a:lnTo>
                  <a:lnTo>
                    <a:pt x="305416" y="261022"/>
                  </a:lnTo>
                  <a:lnTo>
                    <a:pt x="304026" y="263775"/>
                  </a:lnTo>
                  <a:lnTo>
                    <a:pt x="302524" y="261972"/>
                  </a:lnTo>
                  <a:lnTo>
                    <a:pt x="301923" y="260132"/>
                  </a:lnTo>
                  <a:lnTo>
                    <a:pt x="301419" y="259188"/>
                  </a:lnTo>
                  <a:lnTo>
                    <a:pt x="300700" y="258421"/>
                  </a:lnTo>
                  <a:lnTo>
                    <a:pt x="299772" y="258060"/>
                  </a:lnTo>
                  <a:lnTo>
                    <a:pt x="298792" y="258047"/>
                  </a:lnTo>
                  <a:lnTo>
                    <a:pt x="297751" y="259695"/>
                  </a:lnTo>
                  <a:lnTo>
                    <a:pt x="296617" y="258273"/>
                  </a:lnTo>
                  <a:lnTo>
                    <a:pt x="295521" y="256555"/>
                  </a:lnTo>
                  <a:lnTo>
                    <a:pt x="295934" y="252060"/>
                  </a:lnTo>
                  <a:lnTo>
                    <a:pt x="296396" y="249807"/>
                  </a:lnTo>
                  <a:lnTo>
                    <a:pt x="296211" y="249825"/>
                  </a:lnTo>
                  <a:lnTo>
                    <a:pt x="295587" y="250890"/>
                  </a:lnTo>
                  <a:lnTo>
                    <a:pt x="294092" y="254182"/>
                  </a:lnTo>
                  <a:lnTo>
                    <a:pt x="293111" y="258205"/>
                  </a:lnTo>
                  <a:lnTo>
                    <a:pt x="291842" y="256658"/>
                  </a:lnTo>
                  <a:lnTo>
                    <a:pt x="290698" y="254733"/>
                  </a:lnTo>
                  <a:lnTo>
                    <a:pt x="289753" y="252798"/>
                  </a:lnTo>
                  <a:lnTo>
                    <a:pt x="288225" y="250566"/>
                  </a:lnTo>
                  <a:lnTo>
                    <a:pt x="286742" y="247946"/>
                  </a:lnTo>
                  <a:lnTo>
                    <a:pt x="285969" y="244861"/>
                  </a:lnTo>
                  <a:lnTo>
                    <a:pt x="285609" y="244226"/>
                  </a:lnTo>
                  <a:lnTo>
                    <a:pt x="284745" y="241655"/>
                  </a:lnTo>
                  <a:lnTo>
                    <a:pt x="284406" y="240921"/>
                  </a:lnTo>
                  <a:lnTo>
                    <a:pt x="284108" y="240677"/>
                  </a:lnTo>
                  <a:lnTo>
                    <a:pt x="283369" y="239074"/>
                  </a:lnTo>
                  <a:lnTo>
                    <a:pt x="283639" y="237359"/>
                  </a:lnTo>
                  <a:lnTo>
                    <a:pt x="284804" y="235332"/>
                  </a:lnTo>
                  <a:lnTo>
                    <a:pt x="285864" y="233876"/>
                  </a:lnTo>
                  <a:lnTo>
                    <a:pt x="287620" y="232440"/>
                  </a:lnTo>
                  <a:lnTo>
                    <a:pt x="289674" y="231631"/>
                  </a:lnTo>
                  <a:lnTo>
                    <a:pt x="290609" y="229780"/>
                  </a:lnTo>
                  <a:lnTo>
                    <a:pt x="291754" y="226406"/>
                  </a:lnTo>
                  <a:lnTo>
                    <a:pt x="293009" y="224059"/>
                  </a:lnTo>
                  <a:lnTo>
                    <a:pt x="294374" y="222730"/>
                  </a:lnTo>
                  <a:lnTo>
                    <a:pt x="293694" y="222483"/>
                  </a:lnTo>
                  <a:lnTo>
                    <a:pt x="291959" y="223620"/>
                  </a:lnTo>
                  <a:lnTo>
                    <a:pt x="290740" y="225278"/>
                  </a:lnTo>
                  <a:lnTo>
                    <a:pt x="289288" y="228041"/>
                  </a:lnTo>
                  <a:lnTo>
                    <a:pt x="287939" y="229804"/>
                  </a:lnTo>
                  <a:lnTo>
                    <a:pt x="284477" y="231851"/>
                  </a:lnTo>
                  <a:lnTo>
                    <a:pt x="283209" y="232261"/>
                  </a:lnTo>
                  <a:lnTo>
                    <a:pt x="281734" y="232479"/>
                  </a:lnTo>
                  <a:lnTo>
                    <a:pt x="278488" y="232192"/>
                  </a:lnTo>
                  <a:lnTo>
                    <a:pt x="277737" y="231504"/>
                  </a:lnTo>
                  <a:lnTo>
                    <a:pt x="278127" y="229547"/>
                  </a:lnTo>
                  <a:lnTo>
                    <a:pt x="280438" y="226051"/>
                  </a:lnTo>
                  <a:lnTo>
                    <a:pt x="280069" y="225805"/>
                  </a:lnTo>
                  <a:lnTo>
                    <a:pt x="279256" y="227042"/>
                  </a:lnTo>
                  <a:lnTo>
                    <a:pt x="278141" y="227898"/>
                  </a:lnTo>
                  <a:lnTo>
                    <a:pt x="277173" y="228335"/>
                  </a:lnTo>
                  <a:lnTo>
                    <a:pt x="275750" y="228179"/>
                  </a:lnTo>
                  <a:lnTo>
                    <a:pt x="274082" y="226002"/>
                  </a:lnTo>
                  <a:lnTo>
                    <a:pt x="273291" y="225331"/>
                  </a:lnTo>
                  <a:lnTo>
                    <a:pt x="271659" y="224581"/>
                  </a:lnTo>
                  <a:lnTo>
                    <a:pt x="270994" y="223835"/>
                  </a:lnTo>
                  <a:lnTo>
                    <a:pt x="268286" y="218495"/>
                  </a:lnTo>
                  <a:lnTo>
                    <a:pt x="267739" y="217075"/>
                  </a:lnTo>
                  <a:lnTo>
                    <a:pt x="267421" y="215682"/>
                  </a:lnTo>
                  <a:lnTo>
                    <a:pt x="266553" y="214510"/>
                  </a:lnTo>
                  <a:lnTo>
                    <a:pt x="265132" y="213559"/>
                  </a:lnTo>
                  <a:lnTo>
                    <a:pt x="264805" y="213715"/>
                  </a:lnTo>
                  <a:lnTo>
                    <a:pt x="265315" y="214907"/>
                  </a:lnTo>
                  <a:lnTo>
                    <a:pt x="265332" y="215933"/>
                  </a:lnTo>
                  <a:lnTo>
                    <a:pt x="264090" y="216573"/>
                  </a:lnTo>
                  <a:lnTo>
                    <a:pt x="262792" y="216351"/>
                  </a:lnTo>
                  <a:lnTo>
                    <a:pt x="261438" y="215266"/>
                  </a:lnTo>
                  <a:lnTo>
                    <a:pt x="261319" y="216725"/>
                  </a:lnTo>
                  <a:lnTo>
                    <a:pt x="262768" y="219313"/>
                  </a:lnTo>
                  <a:lnTo>
                    <a:pt x="262791" y="222594"/>
                  </a:lnTo>
                  <a:lnTo>
                    <a:pt x="262381" y="222933"/>
                  </a:lnTo>
                  <a:lnTo>
                    <a:pt x="261393" y="223125"/>
                  </a:lnTo>
                  <a:lnTo>
                    <a:pt x="260730" y="222720"/>
                  </a:lnTo>
                  <a:lnTo>
                    <a:pt x="258533" y="220268"/>
                  </a:lnTo>
                  <a:lnTo>
                    <a:pt x="256450" y="218561"/>
                  </a:lnTo>
                  <a:lnTo>
                    <a:pt x="254981" y="217618"/>
                  </a:lnTo>
                  <a:lnTo>
                    <a:pt x="254809" y="218289"/>
                  </a:lnTo>
                  <a:lnTo>
                    <a:pt x="255762" y="221247"/>
                  </a:lnTo>
                  <a:lnTo>
                    <a:pt x="256868" y="224164"/>
                  </a:lnTo>
                  <a:lnTo>
                    <a:pt x="258677" y="226569"/>
                  </a:lnTo>
                  <a:lnTo>
                    <a:pt x="261560" y="229433"/>
                  </a:lnTo>
                  <a:lnTo>
                    <a:pt x="262867" y="231084"/>
                  </a:lnTo>
                  <a:lnTo>
                    <a:pt x="261837" y="233414"/>
                  </a:lnTo>
                  <a:lnTo>
                    <a:pt x="260942" y="234177"/>
                  </a:lnTo>
                  <a:lnTo>
                    <a:pt x="260386" y="234414"/>
                  </a:lnTo>
                  <a:lnTo>
                    <a:pt x="258636" y="234417"/>
                  </a:lnTo>
                  <a:lnTo>
                    <a:pt x="255446" y="233130"/>
                  </a:lnTo>
                  <a:lnTo>
                    <a:pt x="253948" y="231693"/>
                  </a:lnTo>
                  <a:lnTo>
                    <a:pt x="251772" y="228264"/>
                  </a:lnTo>
                  <a:lnTo>
                    <a:pt x="248174" y="224735"/>
                  </a:lnTo>
                  <a:lnTo>
                    <a:pt x="247393" y="224754"/>
                  </a:lnTo>
                  <a:lnTo>
                    <a:pt x="244848" y="226190"/>
                  </a:lnTo>
                  <a:lnTo>
                    <a:pt x="245248" y="226421"/>
                  </a:lnTo>
                  <a:lnTo>
                    <a:pt x="246888" y="226525"/>
                  </a:lnTo>
                  <a:lnTo>
                    <a:pt x="248092" y="226983"/>
                  </a:lnTo>
                  <a:lnTo>
                    <a:pt x="250967" y="229771"/>
                  </a:lnTo>
                  <a:lnTo>
                    <a:pt x="251184" y="230949"/>
                  </a:lnTo>
                  <a:lnTo>
                    <a:pt x="250467" y="232261"/>
                  </a:lnTo>
                  <a:lnTo>
                    <a:pt x="250511" y="233914"/>
                  </a:lnTo>
                  <a:lnTo>
                    <a:pt x="251318" y="235913"/>
                  </a:lnTo>
                  <a:lnTo>
                    <a:pt x="252143" y="237190"/>
                  </a:lnTo>
                  <a:lnTo>
                    <a:pt x="253834" y="238091"/>
                  </a:lnTo>
                  <a:lnTo>
                    <a:pt x="254684" y="238210"/>
                  </a:lnTo>
                  <a:lnTo>
                    <a:pt x="255004" y="238789"/>
                  </a:lnTo>
                  <a:lnTo>
                    <a:pt x="253992" y="243238"/>
                  </a:lnTo>
                  <a:lnTo>
                    <a:pt x="253906" y="244455"/>
                  </a:lnTo>
                  <a:lnTo>
                    <a:pt x="254194" y="244958"/>
                  </a:lnTo>
                  <a:lnTo>
                    <a:pt x="254548" y="245000"/>
                  </a:lnTo>
                  <a:lnTo>
                    <a:pt x="256722" y="243172"/>
                  </a:lnTo>
                  <a:lnTo>
                    <a:pt x="257632" y="242726"/>
                  </a:lnTo>
                  <a:lnTo>
                    <a:pt x="258420" y="242634"/>
                  </a:lnTo>
                  <a:lnTo>
                    <a:pt x="259334" y="243146"/>
                  </a:lnTo>
                  <a:lnTo>
                    <a:pt x="260375" y="244264"/>
                  </a:lnTo>
                  <a:lnTo>
                    <a:pt x="260989" y="245417"/>
                  </a:lnTo>
                  <a:lnTo>
                    <a:pt x="261173" y="246604"/>
                  </a:lnTo>
                  <a:lnTo>
                    <a:pt x="261483" y="247381"/>
                  </a:lnTo>
                  <a:lnTo>
                    <a:pt x="263617" y="248637"/>
                  </a:lnTo>
                  <a:lnTo>
                    <a:pt x="263422" y="249224"/>
                  </a:lnTo>
                  <a:lnTo>
                    <a:pt x="261222" y="251112"/>
                  </a:lnTo>
                  <a:lnTo>
                    <a:pt x="261102" y="251409"/>
                  </a:lnTo>
                  <a:lnTo>
                    <a:pt x="261542" y="251546"/>
                  </a:lnTo>
                  <a:lnTo>
                    <a:pt x="262931" y="252673"/>
                  </a:lnTo>
                  <a:lnTo>
                    <a:pt x="264209" y="254437"/>
                  </a:lnTo>
                  <a:lnTo>
                    <a:pt x="264991" y="256538"/>
                  </a:lnTo>
                  <a:lnTo>
                    <a:pt x="265148" y="257571"/>
                  </a:lnTo>
                  <a:lnTo>
                    <a:pt x="265140" y="258552"/>
                  </a:lnTo>
                  <a:lnTo>
                    <a:pt x="265316" y="259141"/>
                  </a:lnTo>
                  <a:lnTo>
                    <a:pt x="265993" y="259246"/>
                  </a:lnTo>
                  <a:lnTo>
                    <a:pt x="266269" y="258873"/>
                  </a:lnTo>
                  <a:lnTo>
                    <a:pt x="266579" y="258943"/>
                  </a:lnTo>
                  <a:lnTo>
                    <a:pt x="266921" y="259458"/>
                  </a:lnTo>
                  <a:lnTo>
                    <a:pt x="267281" y="261069"/>
                  </a:lnTo>
                  <a:lnTo>
                    <a:pt x="268050" y="265785"/>
                  </a:lnTo>
                  <a:lnTo>
                    <a:pt x="268457" y="267111"/>
                  </a:lnTo>
                  <a:lnTo>
                    <a:pt x="268690" y="267156"/>
                  </a:lnTo>
                  <a:lnTo>
                    <a:pt x="268811" y="262423"/>
                  </a:lnTo>
                  <a:lnTo>
                    <a:pt x="269170" y="261640"/>
                  </a:lnTo>
                  <a:lnTo>
                    <a:pt x="270524" y="262478"/>
                  </a:lnTo>
                  <a:lnTo>
                    <a:pt x="272510" y="264321"/>
                  </a:lnTo>
                  <a:lnTo>
                    <a:pt x="273908" y="265961"/>
                  </a:lnTo>
                  <a:lnTo>
                    <a:pt x="274069" y="266729"/>
                  </a:lnTo>
                  <a:lnTo>
                    <a:pt x="273013" y="268218"/>
                  </a:lnTo>
                  <a:lnTo>
                    <a:pt x="273236" y="268880"/>
                  </a:lnTo>
                  <a:lnTo>
                    <a:pt x="274013" y="269853"/>
                  </a:lnTo>
                  <a:lnTo>
                    <a:pt x="274728" y="269483"/>
                  </a:lnTo>
                  <a:lnTo>
                    <a:pt x="275246" y="267820"/>
                  </a:lnTo>
                  <a:lnTo>
                    <a:pt x="276136" y="266183"/>
                  </a:lnTo>
                  <a:lnTo>
                    <a:pt x="277190" y="265026"/>
                  </a:lnTo>
                  <a:lnTo>
                    <a:pt x="279152" y="265977"/>
                  </a:lnTo>
                  <a:lnTo>
                    <a:pt x="280778" y="268424"/>
                  </a:lnTo>
                  <a:lnTo>
                    <a:pt x="281025" y="269264"/>
                  </a:lnTo>
                  <a:lnTo>
                    <a:pt x="282085" y="270323"/>
                  </a:lnTo>
                  <a:lnTo>
                    <a:pt x="283020" y="269734"/>
                  </a:lnTo>
                  <a:lnTo>
                    <a:pt x="284829" y="272538"/>
                  </a:lnTo>
                  <a:lnTo>
                    <a:pt x="283971" y="273809"/>
                  </a:lnTo>
                  <a:lnTo>
                    <a:pt x="282090" y="275657"/>
                  </a:lnTo>
                  <a:lnTo>
                    <a:pt x="281899" y="276283"/>
                  </a:lnTo>
                  <a:lnTo>
                    <a:pt x="282352" y="276140"/>
                  </a:lnTo>
                  <a:lnTo>
                    <a:pt x="285935" y="276138"/>
                  </a:lnTo>
                  <a:lnTo>
                    <a:pt x="286903" y="276881"/>
                  </a:lnTo>
                  <a:lnTo>
                    <a:pt x="287132" y="278296"/>
                  </a:lnTo>
                  <a:lnTo>
                    <a:pt x="285540" y="282238"/>
                  </a:lnTo>
                  <a:lnTo>
                    <a:pt x="284080" y="281889"/>
                  </a:lnTo>
                  <a:lnTo>
                    <a:pt x="282151" y="281793"/>
                  </a:lnTo>
                  <a:lnTo>
                    <a:pt x="281159" y="282005"/>
                  </a:lnTo>
                  <a:lnTo>
                    <a:pt x="281313" y="282516"/>
                  </a:lnTo>
                  <a:lnTo>
                    <a:pt x="283988" y="284334"/>
                  </a:lnTo>
                  <a:lnTo>
                    <a:pt x="284746" y="285832"/>
                  </a:lnTo>
                  <a:lnTo>
                    <a:pt x="285772" y="287363"/>
                  </a:lnTo>
                  <a:lnTo>
                    <a:pt x="286269" y="288624"/>
                  </a:lnTo>
                  <a:lnTo>
                    <a:pt x="286257" y="289204"/>
                  </a:lnTo>
                  <a:lnTo>
                    <a:pt x="285835" y="290077"/>
                  </a:lnTo>
                  <a:lnTo>
                    <a:pt x="286036" y="290367"/>
                  </a:lnTo>
                  <a:lnTo>
                    <a:pt x="287869" y="290938"/>
                  </a:lnTo>
                  <a:lnTo>
                    <a:pt x="289006" y="290426"/>
                  </a:lnTo>
                  <a:lnTo>
                    <a:pt x="290433" y="290231"/>
                  </a:lnTo>
                  <a:lnTo>
                    <a:pt x="291691" y="290372"/>
                  </a:lnTo>
                  <a:lnTo>
                    <a:pt x="291792" y="290916"/>
                  </a:lnTo>
                  <a:lnTo>
                    <a:pt x="291602" y="292353"/>
                  </a:lnTo>
                  <a:lnTo>
                    <a:pt x="290314" y="293682"/>
                  </a:lnTo>
                  <a:lnTo>
                    <a:pt x="290659" y="293994"/>
                  </a:lnTo>
                  <a:lnTo>
                    <a:pt x="292172" y="293612"/>
                  </a:lnTo>
                  <a:lnTo>
                    <a:pt x="292867" y="294232"/>
                  </a:lnTo>
                  <a:lnTo>
                    <a:pt x="293762" y="297395"/>
                  </a:lnTo>
                  <a:lnTo>
                    <a:pt x="294770" y="299876"/>
                  </a:lnTo>
                  <a:lnTo>
                    <a:pt x="293950" y="300446"/>
                  </a:lnTo>
                  <a:lnTo>
                    <a:pt x="293036" y="300664"/>
                  </a:lnTo>
                  <a:lnTo>
                    <a:pt x="293166" y="303830"/>
                  </a:lnTo>
                  <a:lnTo>
                    <a:pt x="293761" y="307073"/>
                  </a:lnTo>
                  <a:lnTo>
                    <a:pt x="293767" y="310182"/>
                  </a:lnTo>
                  <a:lnTo>
                    <a:pt x="293580" y="312948"/>
                  </a:lnTo>
                  <a:lnTo>
                    <a:pt x="292745" y="313563"/>
                  </a:lnTo>
                  <a:lnTo>
                    <a:pt x="291850" y="313498"/>
                  </a:lnTo>
                  <a:lnTo>
                    <a:pt x="291494" y="312804"/>
                  </a:lnTo>
                  <a:lnTo>
                    <a:pt x="289300" y="304534"/>
                  </a:lnTo>
                  <a:lnTo>
                    <a:pt x="288759" y="303040"/>
                  </a:lnTo>
                  <a:lnTo>
                    <a:pt x="288110" y="301737"/>
                  </a:lnTo>
                  <a:lnTo>
                    <a:pt x="285783" y="298165"/>
                  </a:lnTo>
                  <a:lnTo>
                    <a:pt x="285874" y="298739"/>
                  </a:lnTo>
                  <a:lnTo>
                    <a:pt x="286451" y="300387"/>
                  </a:lnTo>
                  <a:lnTo>
                    <a:pt x="286962" y="302843"/>
                  </a:lnTo>
                  <a:lnTo>
                    <a:pt x="287630" y="307743"/>
                  </a:lnTo>
                  <a:lnTo>
                    <a:pt x="287936" y="310897"/>
                  </a:lnTo>
                  <a:lnTo>
                    <a:pt x="287799" y="312096"/>
                  </a:lnTo>
                  <a:lnTo>
                    <a:pt x="287323" y="312390"/>
                  </a:lnTo>
                  <a:lnTo>
                    <a:pt x="287198" y="312963"/>
                  </a:lnTo>
                  <a:lnTo>
                    <a:pt x="287423" y="313815"/>
                  </a:lnTo>
                  <a:lnTo>
                    <a:pt x="289201" y="317036"/>
                  </a:lnTo>
                  <a:lnTo>
                    <a:pt x="290060" y="318975"/>
                  </a:lnTo>
                  <a:lnTo>
                    <a:pt x="290668" y="320991"/>
                  </a:lnTo>
                  <a:lnTo>
                    <a:pt x="291235" y="322350"/>
                  </a:lnTo>
                  <a:lnTo>
                    <a:pt x="291761" y="323054"/>
                  </a:lnTo>
                  <a:lnTo>
                    <a:pt x="291632" y="323632"/>
                  </a:lnTo>
                  <a:lnTo>
                    <a:pt x="290847" y="324083"/>
                  </a:lnTo>
                  <a:lnTo>
                    <a:pt x="289502" y="324298"/>
                  </a:lnTo>
                  <a:lnTo>
                    <a:pt x="288874" y="324023"/>
                  </a:lnTo>
                  <a:lnTo>
                    <a:pt x="286461" y="322156"/>
                  </a:lnTo>
                  <a:lnTo>
                    <a:pt x="286118" y="322739"/>
                  </a:lnTo>
                  <a:lnTo>
                    <a:pt x="287455" y="329570"/>
                  </a:lnTo>
                  <a:lnTo>
                    <a:pt x="287413" y="331204"/>
                  </a:lnTo>
                  <a:lnTo>
                    <a:pt x="286742" y="331786"/>
                  </a:lnTo>
                  <a:lnTo>
                    <a:pt x="285916" y="331106"/>
                  </a:lnTo>
                  <a:lnTo>
                    <a:pt x="284932" y="329167"/>
                  </a:lnTo>
                  <a:lnTo>
                    <a:pt x="283428" y="327007"/>
                  </a:lnTo>
                  <a:lnTo>
                    <a:pt x="281404" y="324622"/>
                  </a:lnTo>
                  <a:lnTo>
                    <a:pt x="279471" y="322758"/>
                  </a:lnTo>
                  <a:lnTo>
                    <a:pt x="279016" y="322808"/>
                  </a:lnTo>
                  <a:lnTo>
                    <a:pt x="278719" y="323361"/>
                  </a:lnTo>
                  <a:lnTo>
                    <a:pt x="278397" y="323451"/>
                  </a:lnTo>
                  <a:lnTo>
                    <a:pt x="278047" y="323078"/>
                  </a:lnTo>
                  <a:lnTo>
                    <a:pt x="277401" y="321679"/>
                  </a:lnTo>
                  <a:lnTo>
                    <a:pt x="276726" y="320728"/>
                  </a:lnTo>
                  <a:lnTo>
                    <a:pt x="273905" y="317581"/>
                  </a:lnTo>
                  <a:lnTo>
                    <a:pt x="273615" y="317549"/>
                  </a:lnTo>
                  <a:lnTo>
                    <a:pt x="273881" y="318493"/>
                  </a:lnTo>
                  <a:lnTo>
                    <a:pt x="274169" y="320564"/>
                  </a:lnTo>
                  <a:lnTo>
                    <a:pt x="273851" y="321015"/>
                  </a:lnTo>
                  <a:lnTo>
                    <a:pt x="273114" y="320846"/>
                  </a:lnTo>
                  <a:lnTo>
                    <a:pt x="271713" y="319945"/>
                  </a:lnTo>
                  <a:lnTo>
                    <a:pt x="270770" y="317874"/>
                  </a:lnTo>
                  <a:lnTo>
                    <a:pt x="269572" y="314280"/>
                  </a:lnTo>
                  <a:lnTo>
                    <a:pt x="268945" y="312925"/>
                  </a:lnTo>
                  <a:lnTo>
                    <a:pt x="268890" y="313807"/>
                  </a:lnTo>
                  <a:lnTo>
                    <a:pt x="269223" y="317231"/>
                  </a:lnTo>
                  <a:lnTo>
                    <a:pt x="269159" y="318380"/>
                  </a:lnTo>
                  <a:lnTo>
                    <a:pt x="268457" y="318694"/>
                  </a:lnTo>
                  <a:lnTo>
                    <a:pt x="268160" y="318379"/>
                  </a:lnTo>
                  <a:lnTo>
                    <a:pt x="267869" y="317466"/>
                  </a:lnTo>
                  <a:lnTo>
                    <a:pt x="267584" y="315954"/>
                  </a:lnTo>
                  <a:lnTo>
                    <a:pt x="266915" y="314805"/>
                  </a:lnTo>
                  <a:lnTo>
                    <a:pt x="265858" y="314020"/>
                  </a:lnTo>
                  <a:lnTo>
                    <a:pt x="265266" y="313197"/>
                  </a:lnTo>
                  <a:lnTo>
                    <a:pt x="264973" y="311732"/>
                  </a:lnTo>
                  <a:lnTo>
                    <a:pt x="264769" y="311396"/>
                  </a:lnTo>
                  <a:lnTo>
                    <a:pt x="262906" y="311735"/>
                  </a:lnTo>
                  <a:lnTo>
                    <a:pt x="261972" y="310680"/>
                  </a:lnTo>
                  <a:lnTo>
                    <a:pt x="259278" y="306522"/>
                  </a:lnTo>
                  <a:lnTo>
                    <a:pt x="256813" y="302016"/>
                  </a:lnTo>
                  <a:lnTo>
                    <a:pt x="255259" y="299634"/>
                  </a:lnTo>
                  <a:lnTo>
                    <a:pt x="254695" y="299067"/>
                  </a:lnTo>
                  <a:lnTo>
                    <a:pt x="255522" y="301984"/>
                  </a:lnTo>
                  <a:lnTo>
                    <a:pt x="256430" y="306291"/>
                  </a:lnTo>
                  <a:lnTo>
                    <a:pt x="256660" y="308256"/>
                  </a:lnTo>
                  <a:lnTo>
                    <a:pt x="256243" y="308346"/>
                  </a:lnTo>
                  <a:lnTo>
                    <a:pt x="255332" y="307474"/>
                  </a:lnTo>
                  <a:lnTo>
                    <a:pt x="250664" y="301924"/>
                  </a:lnTo>
                  <a:lnTo>
                    <a:pt x="247785" y="299311"/>
                  </a:lnTo>
                  <a:lnTo>
                    <a:pt x="246184" y="298849"/>
                  </a:lnTo>
                  <a:lnTo>
                    <a:pt x="243582" y="298531"/>
                  </a:lnTo>
                  <a:lnTo>
                    <a:pt x="242982" y="299969"/>
                  </a:lnTo>
                  <a:lnTo>
                    <a:pt x="244384" y="303163"/>
                  </a:lnTo>
                  <a:lnTo>
                    <a:pt x="245750" y="305570"/>
                  </a:lnTo>
                  <a:lnTo>
                    <a:pt x="247078" y="307187"/>
                  </a:lnTo>
                  <a:lnTo>
                    <a:pt x="249164" y="310341"/>
                  </a:lnTo>
                  <a:lnTo>
                    <a:pt x="251072" y="314404"/>
                  </a:lnTo>
                  <a:lnTo>
                    <a:pt x="251841" y="315656"/>
                  </a:lnTo>
                  <a:lnTo>
                    <a:pt x="254441" y="317389"/>
                  </a:lnTo>
                  <a:lnTo>
                    <a:pt x="255798" y="317850"/>
                  </a:lnTo>
                  <a:lnTo>
                    <a:pt x="257196" y="317984"/>
                  </a:lnTo>
                  <a:lnTo>
                    <a:pt x="257323" y="318601"/>
                  </a:lnTo>
                  <a:lnTo>
                    <a:pt x="256646" y="319753"/>
                  </a:lnTo>
                  <a:lnTo>
                    <a:pt x="256494" y="320465"/>
                  </a:lnTo>
                  <a:lnTo>
                    <a:pt x="259587" y="322278"/>
                  </a:lnTo>
                  <a:lnTo>
                    <a:pt x="260755" y="323285"/>
                  </a:lnTo>
                  <a:lnTo>
                    <a:pt x="261885" y="324957"/>
                  </a:lnTo>
                  <a:lnTo>
                    <a:pt x="262527" y="325372"/>
                  </a:lnTo>
                  <a:lnTo>
                    <a:pt x="265210" y="329588"/>
                  </a:lnTo>
                  <a:lnTo>
                    <a:pt x="265878" y="330261"/>
                  </a:lnTo>
                  <a:lnTo>
                    <a:pt x="268266" y="331628"/>
                  </a:lnTo>
                  <a:lnTo>
                    <a:pt x="269062" y="332507"/>
                  </a:lnTo>
                  <a:lnTo>
                    <a:pt x="270378" y="335228"/>
                  </a:lnTo>
                  <a:lnTo>
                    <a:pt x="271204" y="336612"/>
                  </a:lnTo>
                  <a:lnTo>
                    <a:pt x="272371" y="339899"/>
                  </a:lnTo>
                  <a:lnTo>
                    <a:pt x="273246" y="341353"/>
                  </a:lnTo>
                  <a:lnTo>
                    <a:pt x="275389" y="343017"/>
                  </a:lnTo>
                  <a:lnTo>
                    <a:pt x="276303" y="343493"/>
                  </a:lnTo>
                  <a:lnTo>
                    <a:pt x="276711" y="344125"/>
                  </a:lnTo>
                  <a:lnTo>
                    <a:pt x="276433" y="345620"/>
                  </a:lnTo>
                  <a:lnTo>
                    <a:pt x="276173" y="346243"/>
                  </a:lnTo>
                  <a:lnTo>
                    <a:pt x="274951" y="347272"/>
                  </a:lnTo>
                  <a:lnTo>
                    <a:pt x="275143" y="348704"/>
                  </a:lnTo>
                  <a:lnTo>
                    <a:pt x="275833" y="351258"/>
                  </a:lnTo>
                  <a:lnTo>
                    <a:pt x="275805" y="352842"/>
                  </a:lnTo>
                  <a:lnTo>
                    <a:pt x="275057" y="353457"/>
                  </a:lnTo>
                  <a:lnTo>
                    <a:pt x="273529" y="354190"/>
                  </a:lnTo>
                  <a:lnTo>
                    <a:pt x="272757" y="354131"/>
                  </a:lnTo>
                  <a:lnTo>
                    <a:pt x="271598" y="353526"/>
                  </a:lnTo>
                  <a:lnTo>
                    <a:pt x="270138" y="352496"/>
                  </a:lnTo>
                  <a:lnTo>
                    <a:pt x="267241" y="349925"/>
                  </a:lnTo>
                  <a:lnTo>
                    <a:pt x="262891" y="348144"/>
                  </a:lnTo>
                  <a:lnTo>
                    <a:pt x="261269" y="347194"/>
                  </a:lnTo>
                  <a:lnTo>
                    <a:pt x="260728" y="346335"/>
                  </a:lnTo>
                  <a:lnTo>
                    <a:pt x="259910" y="345827"/>
                  </a:lnTo>
                  <a:lnTo>
                    <a:pt x="249110" y="343349"/>
                  </a:lnTo>
                  <a:lnTo>
                    <a:pt x="247300" y="342744"/>
                  </a:lnTo>
                  <a:lnTo>
                    <a:pt x="246175" y="341985"/>
                  </a:lnTo>
                  <a:lnTo>
                    <a:pt x="245131" y="340871"/>
                  </a:lnTo>
                  <a:lnTo>
                    <a:pt x="241011" y="338325"/>
                  </a:lnTo>
                  <a:lnTo>
                    <a:pt x="240513" y="337769"/>
                  </a:lnTo>
                  <a:lnTo>
                    <a:pt x="237747" y="333399"/>
                  </a:lnTo>
                  <a:lnTo>
                    <a:pt x="235685" y="328295"/>
                  </a:lnTo>
                  <a:lnTo>
                    <a:pt x="234999" y="327612"/>
                  </a:lnTo>
                  <a:lnTo>
                    <a:pt x="232758" y="326939"/>
                  </a:lnTo>
                  <a:lnTo>
                    <a:pt x="230887" y="327362"/>
                  </a:lnTo>
                  <a:lnTo>
                    <a:pt x="229634" y="327922"/>
                  </a:lnTo>
                  <a:lnTo>
                    <a:pt x="227733" y="327740"/>
                  </a:lnTo>
                  <a:lnTo>
                    <a:pt x="226491" y="326909"/>
                  </a:lnTo>
                  <a:lnTo>
                    <a:pt x="223876" y="324614"/>
                  </a:lnTo>
                  <a:lnTo>
                    <a:pt x="221228" y="323393"/>
                  </a:lnTo>
                  <a:lnTo>
                    <a:pt x="218918" y="321390"/>
                  </a:lnTo>
                  <a:lnTo>
                    <a:pt x="217726" y="320682"/>
                  </a:lnTo>
                  <a:lnTo>
                    <a:pt x="217836" y="320167"/>
                  </a:lnTo>
                  <a:lnTo>
                    <a:pt x="219564" y="317182"/>
                  </a:lnTo>
                  <a:lnTo>
                    <a:pt x="219027" y="317223"/>
                  </a:lnTo>
                  <a:lnTo>
                    <a:pt x="216023" y="319491"/>
                  </a:lnTo>
                  <a:lnTo>
                    <a:pt x="214946" y="318794"/>
                  </a:lnTo>
                  <a:lnTo>
                    <a:pt x="213174" y="317013"/>
                  </a:lnTo>
                  <a:lnTo>
                    <a:pt x="211841" y="315216"/>
                  </a:lnTo>
                  <a:lnTo>
                    <a:pt x="209098" y="310250"/>
                  </a:lnTo>
                  <a:lnTo>
                    <a:pt x="207524" y="308451"/>
                  </a:lnTo>
                  <a:lnTo>
                    <a:pt x="207745" y="308046"/>
                  </a:lnTo>
                  <a:lnTo>
                    <a:pt x="209515" y="307881"/>
                  </a:lnTo>
                  <a:lnTo>
                    <a:pt x="210927" y="308035"/>
                  </a:lnTo>
                  <a:lnTo>
                    <a:pt x="211874" y="307626"/>
                  </a:lnTo>
                  <a:lnTo>
                    <a:pt x="213696" y="305611"/>
                  </a:lnTo>
                  <a:lnTo>
                    <a:pt x="214484" y="304348"/>
                  </a:lnTo>
                  <a:lnTo>
                    <a:pt x="214560" y="303600"/>
                  </a:lnTo>
                  <a:lnTo>
                    <a:pt x="213034" y="303415"/>
                  </a:lnTo>
                  <a:lnTo>
                    <a:pt x="212706" y="303053"/>
                  </a:lnTo>
                  <a:lnTo>
                    <a:pt x="212433" y="302228"/>
                  </a:lnTo>
                  <a:lnTo>
                    <a:pt x="211730" y="301169"/>
                  </a:lnTo>
                  <a:lnTo>
                    <a:pt x="210596" y="299882"/>
                  </a:lnTo>
                  <a:lnTo>
                    <a:pt x="209304" y="299327"/>
                  </a:lnTo>
                  <a:lnTo>
                    <a:pt x="204869" y="299801"/>
                  </a:lnTo>
                  <a:lnTo>
                    <a:pt x="204096" y="299237"/>
                  </a:lnTo>
                  <a:lnTo>
                    <a:pt x="204111" y="298380"/>
                  </a:lnTo>
                  <a:lnTo>
                    <a:pt x="204978" y="295965"/>
                  </a:lnTo>
                  <a:lnTo>
                    <a:pt x="205450" y="294991"/>
                  </a:lnTo>
                  <a:lnTo>
                    <a:pt x="205600" y="294453"/>
                  </a:lnTo>
                  <a:lnTo>
                    <a:pt x="205429" y="294349"/>
                  </a:lnTo>
                  <a:lnTo>
                    <a:pt x="204828" y="294409"/>
                  </a:lnTo>
                  <a:lnTo>
                    <a:pt x="202256" y="296574"/>
                  </a:lnTo>
                  <a:lnTo>
                    <a:pt x="201699" y="296415"/>
                  </a:lnTo>
                  <a:lnTo>
                    <a:pt x="200689" y="294131"/>
                  </a:lnTo>
                  <a:lnTo>
                    <a:pt x="200077" y="291522"/>
                  </a:lnTo>
                  <a:lnTo>
                    <a:pt x="199631" y="290608"/>
                  </a:lnTo>
                  <a:lnTo>
                    <a:pt x="199038" y="290299"/>
                  </a:lnTo>
                  <a:lnTo>
                    <a:pt x="196926" y="287736"/>
                  </a:lnTo>
                  <a:lnTo>
                    <a:pt x="193920" y="282870"/>
                  </a:lnTo>
                  <a:lnTo>
                    <a:pt x="192816" y="281345"/>
                  </a:lnTo>
                  <a:lnTo>
                    <a:pt x="191587" y="279983"/>
                  </a:lnTo>
                  <a:lnTo>
                    <a:pt x="190696" y="279401"/>
                  </a:lnTo>
                  <a:lnTo>
                    <a:pt x="190821" y="278686"/>
                  </a:lnTo>
                  <a:lnTo>
                    <a:pt x="192725" y="274644"/>
                  </a:lnTo>
                  <a:lnTo>
                    <a:pt x="192804" y="273986"/>
                  </a:lnTo>
                  <a:lnTo>
                    <a:pt x="191173" y="274233"/>
                  </a:lnTo>
                  <a:lnTo>
                    <a:pt x="188711" y="273395"/>
                  </a:lnTo>
                  <a:lnTo>
                    <a:pt x="187544" y="274407"/>
                  </a:lnTo>
                  <a:lnTo>
                    <a:pt x="186803" y="274468"/>
                  </a:lnTo>
                  <a:lnTo>
                    <a:pt x="185939" y="273903"/>
                  </a:lnTo>
                  <a:lnTo>
                    <a:pt x="185450" y="274116"/>
                  </a:lnTo>
                  <a:lnTo>
                    <a:pt x="184989" y="277435"/>
                  </a:lnTo>
                  <a:lnTo>
                    <a:pt x="184636" y="278264"/>
                  </a:lnTo>
                  <a:lnTo>
                    <a:pt x="184124" y="278710"/>
                  </a:lnTo>
                  <a:lnTo>
                    <a:pt x="183673" y="278651"/>
                  </a:lnTo>
                  <a:lnTo>
                    <a:pt x="183282" y="278088"/>
                  </a:lnTo>
                  <a:lnTo>
                    <a:pt x="183292" y="277313"/>
                  </a:lnTo>
                  <a:lnTo>
                    <a:pt x="182917" y="273239"/>
                  </a:lnTo>
                  <a:lnTo>
                    <a:pt x="182058" y="272639"/>
                  </a:lnTo>
                  <a:lnTo>
                    <a:pt x="179633" y="272480"/>
                  </a:lnTo>
                  <a:lnTo>
                    <a:pt x="179110" y="272149"/>
                  </a:lnTo>
                  <a:lnTo>
                    <a:pt x="178521" y="271396"/>
                  </a:lnTo>
                  <a:lnTo>
                    <a:pt x="178017" y="270003"/>
                  </a:lnTo>
                  <a:lnTo>
                    <a:pt x="177599" y="267968"/>
                  </a:lnTo>
                  <a:lnTo>
                    <a:pt x="177119" y="266853"/>
                  </a:lnTo>
                  <a:lnTo>
                    <a:pt x="176577" y="266654"/>
                  </a:lnTo>
                  <a:lnTo>
                    <a:pt x="176142" y="266817"/>
                  </a:lnTo>
                  <a:lnTo>
                    <a:pt x="175813" y="267344"/>
                  </a:lnTo>
                  <a:lnTo>
                    <a:pt x="175057" y="267671"/>
                  </a:lnTo>
                  <a:lnTo>
                    <a:pt x="173874" y="267797"/>
                  </a:lnTo>
                  <a:lnTo>
                    <a:pt x="173838" y="268579"/>
                  </a:lnTo>
                  <a:lnTo>
                    <a:pt x="174947" y="270016"/>
                  </a:lnTo>
                  <a:lnTo>
                    <a:pt x="176020" y="272070"/>
                  </a:lnTo>
                  <a:lnTo>
                    <a:pt x="177053" y="274738"/>
                  </a:lnTo>
                  <a:lnTo>
                    <a:pt x="176423" y="276526"/>
                  </a:lnTo>
                  <a:lnTo>
                    <a:pt x="174131" y="277438"/>
                  </a:lnTo>
                  <a:lnTo>
                    <a:pt x="172135" y="277704"/>
                  </a:lnTo>
                  <a:lnTo>
                    <a:pt x="170436" y="277329"/>
                  </a:lnTo>
                  <a:lnTo>
                    <a:pt x="169131" y="276708"/>
                  </a:lnTo>
                  <a:lnTo>
                    <a:pt x="167297" y="275220"/>
                  </a:lnTo>
                  <a:lnTo>
                    <a:pt x="164682" y="275705"/>
                  </a:lnTo>
                  <a:lnTo>
                    <a:pt x="164087" y="279618"/>
                  </a:lnTo>
                  <a:lnTo>
                    <a:pt x="163529" y="279833"/>
                  </a:lnTo>
                  <a:lnTo>
                    <a:pt x="161036" y="279732"/>
                  </a:lnTo>
                  <a:lnTo>
                    <a:pt x="160044" y="280079"/>
                  </a:lnTo>
                  <a:lnTo>
                    <a:pt x="156720" y="282241"/>
                  </a:lnTo>
                  <a:lnTo>
                    <a:pt x="155709" y="282542"/>
                  </a:lnTo>
                  <a:lnTo>
                    <a:pt x="154940" y="282287"/>
                  </a:lnTo>
                  <a:lnTo>
                    <a:pt x="154192" y="282809"/>
                  </a:lnTo>
                  <a:lnTo>
                    <a:pt x="153072" y="284047"/>
                  </a:lnTo>
                  <a:lnTo>
                    <a:pt x="151550" y="284177"/>
                  </a:lnTo>
                  <a:lnTo>
                    <a:pt x="149623" y="283196"/>
                  </a:lnTo>
                  <a:lnTo>
                    <a:pt x="147988" y="282776"/>
                  </a:lnTo>
                  <a:lnTo>
                    <a:pt x="146643" y="282914"/>
                  </a:lnTo>
                  <a:lnTo>
                    <a:pt x="145258" y="282337"/>
                  </a:lnTo>
                  <a:lnTo>
                    <a:pt x="143832" y="281042"/>
                  </a:lnTo>
                  <a:lnTo>
                    <a:pt x="142670" y="280459"/>
                  </a:lnTo>
                  <a:lnTo>
                    <a:pt x="141142" y="280557"/>
                  </a:lnTo>
                  <a:lnTo>
                    <a:pt x="140789" y="280352"/>
                  </a:lnTo>
                  <a:lnTo>
                    <a:pt x="138560" y="277575"/>
                  </a:lnTo>
                  <a:lnTo>
                    <a:pt x="137866" y="276446"/>
                  </a:lnTo>
                  <a:lnTo>
                    <a:pt x="136377" y="272946"/>
                  </a:lnTo>
                  <a:lnTo>
                    <a:pt x="136113" y="271560"/>
                  </a:lnTo>
                  <a:lnTo>
                    <a:pt x="136074" y="270079"/>
                  </a:lnTo>
                  <a:lnTo>
                    <a:pt x="136203" y="268984"/>
                  </a:lnTo>
                  <a:lnTo>
                    <a:pt x="136722" y="267332"/>
                  </a:lnTo>
                  <a:lnTo>
                    <a:pt x="137286" y="263445"/>
                  </a:lnTo>
                  <a:lnTo>
                    <a:pt x="137750" y="262155"/>
                  </a:lnTo>
                  <a:lnTo>
                    <a:pt x="138449" y="260982"/>
                  </a:lnTo>
                  <a:lnTo>
                    <a:pt x="139811" y="259495"/>
                  </a:lnTo>
                  <a:lnTo>
                    <a:pt x="144745" y="256876"/>
                  </a:lnTo>
                  <a:lnTo>
                    <a:pt x="145741" y="255843"/>
                  </a:lnTo>
                  <a:lnTo>
                    <a:pt x="145707" y="255156"/>
                  </a:lnTo>
                  <a:lnTo>
                    <a:pt x="144583" y="251953"/>
                  </a:lnTo>
                  <a:lnTo>
                    <a:pt x="144596" y="251133"/>
                  </a:lnTo>
                  <a:lnTo>
                    <a:pt x="144972" y="250654"/>
                  </a:lnTo>
                  <a:lnTo>
                    <a:pt x="145774" y="248783"/>
                  </a:lnTo>
                  <a:lnTo>
                    <a:pt x="146134" y="248261"/>
                  </a:lnTo>
                  <a:lnTo>
                    <a:pt x="147004" y="247972"/>
                  </a:lnTo>
                  <a:lnTo>
                    <a:pt x="148811" y="248919"/>
                  </a:lnTo>
                  <a:lnTo>
                    <a:pt x="150371" y="249298"/>
                  </a:lnTo>
                  <a:lnTo>
                    <a:pt x="152439" y="249421"/>
                  </a:lnTo>
                  <a:lnTo>
                    <a:pt x="155859" y="250725"/>
                  </a:lnTo>
                  <a:lnTo>
                    <a:pt x="160631" y="253215"/>
                  </a:lnTo>
                  <a:lnTo>
                    <a:pt x="163378" y="254941"/>
                  </a:lnTo>
                  <a:lnTo>
                    <a:pt x="165452" y="257489"/>
                  </a:lnTo>
                  <a:lnTo>
                    <a:pt x="166927" y="259995"/>
                  </a:lnTo>
                  <a:lnTo>
                    <a:pt x="167138" y="261263"/>
                  </a:lnTo>
                  <a:lnTo>
                    <a:pt x="166455" y="263216"/>
                  </a:lnTo>
                  <a:lnTo>
                    <a:pt x="166111" y="263787"/>
                  </a:lnTo>
                  <a:lnTo>
                    <a:pt x="166131" y="264456"/>
                  </a:lnTo>
                  <a:lnTo>
                    <a:pt x="166515" y="265219"/>
                  </a:lnTo>
                  <a:lnTo>
                    <a:pt x="167708" y="266331"/>
                  </a:lnTo>
                  <a:lnTo>
                    <a:pt x="167995" y="265909"/>
                  </a:lnTo>
                  <a:lnTo>
                    <a:pt x="167903" y="264582"/>
                  </a:lnTo>
                  <a:lnTo>
                    <a:pt x="168150" y="263467"/>
                  </a:lnTo>
                  <a:lnTo>
                    <a:pt x="168735" y="262565"/>
                  </a:lnTo>
                  <a:lnTo>
                    <a:pt x="168800" y="261392"/>
                  </a:lnTo>
                  <a:lnTo>
                    <a:pt x="168345" y="259949"/>
                  </a:lnTo>
                  <a:lnTo>
                    <a:pt x="167780" y="258704"/>
                  </a:lnTo>
                  <a:lnTo>
                    <a:pt x="167102" y="257656"/>
                  </a:lnTo>
                  <a:lnTo>
                    <a:pt x="164015" y="254055"/>
                  </a:lnTo>
                  <a:lnTo>
                    <a:pt x="163719" y="252859"/>
                  </a:lnTo>
                  <a:lnTo>
                    <a:pt x="164756" y="252321"/>
                  </a:lnTo>
                  <a:lnTo>
                    <a:pt x="169266" y="253530"/>
                  </a:lnTo>
                  <a:lnTo>
                    <a:pt x="170996" y="253260"/>
                  </a:lnTo>
                  <a:lnTo>
                    <a:pt x="171653" y="251856"/>
                  </a:lnTo>
                  <a:lnTo>
                    <a:pt x="172361" y="250895"/>
                  </a:lnTo>
                  <a:lnTo>
                    <a:pt x="173120" y="250379"/>
                  </a:lnTo>
                  <a:lnTo>
                    <a:pt x="174638" y="250154"/>
                  </a:lnTo>
                  <a:lnTo>
                    <a:pt x="176760" y="250807"/>
                  </a:lnTo>
                  <a:lnTo>
                    <a:pt x="177802" y="250904"/>
                  </a:lnTo>
                  <a:lnTo>
                    <a:pt x="178725" y="250667"/>
                  </a:lnTo>
                  <a:lnTo>
                    <a:pt x="179922" y="249903"/>
                  </a:lnTo>
                  <a:lnTo>
                    <a:pt x="181693" y="247352"/>
                  </a:lnTo>
                  <a:lnTo>
                    <a:pt x="182825" y="246773"/>
                  </a:lnTo>
                  <a:lnTo>
                    <a:pt x="184538" y="246374"/>
                  </a:lnTo>
                  <a:lnTo>
                    <a:pt x="185823" y="246318"/>
                  </a:lnTo>
                  <a:lnTo>
                    <a:pt x="188154" y="247339"/>
                  </a:lnTo>
                  <a:lnTo>
                    <a:pt x="189588" y="247311"/>
                  </a:lnTo>
                  <a:lnTo>
                    <a:pt x="189473" y="245607"/>
                  </a:lnTo>
                  <a:lnTo>
                    <a:pt x="188522" y="242348"/>
                  </a:lnTo>
                  <a:lnTo>
                    <a:pt x="187340" y="238995"/>
                  </a:lnTo>
                  <a:lnTo>
                    <a:pt x="186420" y="237858"/>
                  </a:lnTo>
                  <a:lnTo>
                    <a:pt x="184037" y="235734"/>
                  </a:lnTo>
                  <a:lnTo>
                    <a:pt x="181240" y="231724"/>
                  </a:lnTo>
                  <a:lnTo>
                    <a:pt x="179803" y="229236"/>
                  </a:lnTo>
                  <a:lnTo>
                    <a:pt x="179425" y="227993"/>
                  </a:lnTo>
                  <a:lnTo>
                    <a:pt x="179626" y="227164"/>
                  </a:lnTo>
                  <a:lnTo>
                    <a:pt x="180104" y="225950"/>
                  </a:lnTo>
                  <a:lnTo>
                    <a:pt x="185181" y="221521"/>
                  </a:lnTo>
                  <a:lnTo>
                    <a:pt x="189203" y="217122"/>
                  </a:lnTo>
                  <a:lnTo>
                    <a:pt x="190967" y="214869"/>
                  </a:lnTo>
                  <a:lnTo>
                    <a:pt x="191814" y="213299"/>
                  </a:lnTo>
                  <a:lnTo>
                    <a:pt x="192695" y="212157"/>
                  </a:lnTo>
                  <a:lnTo>
                    <a:pt x="193612" y="211441"/>
                  </a:lnTo>
                  <a:lnTo>
                    <a:pt x="195544" y="210584"/>
                  </a:lnTo>
                  <a:lnTo>
                    <a:pt x="196095" y="209485"/>
                  </a:lnTo>
                  <a:lnTo>
                    <a:pt x="196216" y="207619"/>
                  </a:lnTo>
                  <a:lnTo>
                    <a:pt x="196539" y="206002"/>
                  </a:lnTo>
                  <a:lnTo>
                    <a:pt x="198357" y="201647"/>
                  </a:lnTo>
                  <a:lnTo>
                    <a:pt x="199750" y="200470"/>
                  </a:lnTo>
                  <a:lnTo>
                    <a:pt x="201851" y="199653"/>
                  </a:lnTo>
                  <a:lnTo>
                    <a:pt x="203235" y="198610"/>
                  </a:lnTo>
                  <a:lnTo>
                    <a:pt x="204902" y="195038"/>
                  </a:lnTo>
                  <a:lnTo>
                    <a:pt x="204740" y="194148"/>
                  </a:lnTo>
                  <a:lnTo>
                    <a:pt x="203970" y="193472"/>
                  </a:lnTo>
                  <a:lnTo>
                    <a:pt x="203374" y="192449"/>
                  </a:lnTo>
                  <a:lnTo>
                    <a:pt x="200801" y="183090"/>
                  </a:lnTo>
                  <a:lnTo>
                    <a:pt x="199088" y="178569"/>
                  </a:lnTo>
                  <a:lnTo>
                    <a:pt x="197032" y="174635"/>
                  </a:lnTo>
                  <a:lnTo>
                    <a:pt x="195197" y="169842"/>
                  </a:lnTo>
                  <a:lnTo>
                    <a:pt x="192149" y="165121"/>
                  </a:lnTo>
                  <a:lnTo>
                    <a:pt x="192112" y="163873"/>
                  </a:lnTo>
                  <a:lnTo>
                    <a:pt x="192653" y="162454"/>
                  </a:lnTo>
                  <a:lnTo>
                    <a:pt x="192395" y="162134"/>
                  </a:lnTo>
                  <a:lnTo>
                    <a:pt x="189250" y="164205"/>
                  </a:lnTo>
                  <a:lnTo>
                    <a:pt x="188510" y="164300"/>
                  </a:lnTo>
                  <a:lnTo>
                    <a:pt x="187302" y="163400"/>
                  </a:lnTo>
                  <a:lnTo>
                    <a:pt x="186484" y="162278"/>
                  </a:lnTo>
                  <a:lnTo>
                    <a:pt x="185807" y="160315"/>
                  </a:lnTo>
                  <a:lnTo>
                    <a:pt x="185876" y="159288"/>
                  </a:lnTo>
                  <a:lnTo>
                    <a:pt x="186324" y="158315"/>
                  </a:lnTo>
                  <a:lnTo>
                    <a:pt x="186921" y="155923"/>
                  </a:lnTo>
                  <a:lnTo>
                    <a:pt x="186943" y="154704"/>
                  </a:lnTo>
                  <a:lnTo>
                    <a:pt x="186738" y="153541"/>
                  </a:lnTo>
                  <a:lnTo>
                    <a:pt x="186465" y="152733"/>
                  </a:lnTo>
                  <a:lnTo>
                    <a:pt x="186127" y="152278"/>
                  </a:lnTo>
                  <a:lnTo>
                    <a:pt x="185165" y="151994"/>
                  </a:lnTo>
                  <a:lnTo>
                    <a:pt x="183578" y="151877"/>
                  </a:lnTo>
                  <a:lnTo>
                    <a:pt x="183061" y="152291"/>
                  </a:lnTo>
                  <a:lnTo>
                    <a:pt x="184809" y="155901"/>
                  </a:lnTo>
                  <a:lnTo>
                    <a:pt x="184542" y="156791"/>
                  </a:lnTo>
                  <a:lnTo>
                    <a:pt x="182315" y="157181"/>
                  </a:lnTo>
                  <a:lnTo>
                    <a:pt x="181310" y="157011"/>
                  </a:lnTo>
                  <a:lnTo>
                    <a:pt x="180391" y="156572"/>
                  </a:lnTo>
                  <a:lnTo>
                    <a:pt x="179557" y="155866"/>
                  </a:lnTo>
                  <a:lnTo>
                    <a:pt x="176962" y="152096"/>
                  </a:lnTo>
                  <a:lnTo>
                    <a:pt x="176411" y="150677"/>
                  </a:lnTo>
                  <a:lnTo>
                    <a:pt x="176587" y="149651"/>
                  </a:lnTo>
                  <a:lnTo>
                    <a:pt x="176363" y="149117"/>
                  </a:lnTo>
                  <a:lnTo>
                    <a:pt x="175833" y="149460"/>
                  </a:lnTo>
                  <a:lnTo>
                    <a:pt x="175116" y="149485"/>
                  </a:lnTo>
                  <a:lnTo>
                    <a:pt x="174142" y="149123"/>
                  </a:lnTo>
                  <a:lnTo>
                    <a:pt x="173941" y="148680"/>
                  </a:lnTo>
                  <a:lnTo>
                    <a:pt x="175760" y="146643"/>
                  </a:lnTo>
                  <a:lnTo>
                    <a:pt x="175865" y="146014"/>
                  </a:lnTo>
                  <a:lnTo>
                    <a:pt x="175026" y="145341"/>
                  </a:lnTo>
                  <a:lnTo>
                    <a:pt x="173772" y="145205"/>
                  </a:lnTo>
                  <a:lnTo>
                    <a:pt x="173440" y="144604"/>
                  </a:lnTo>
                  <a:lnTo>
                    <a:pt x="173862" y="143960"/>
                  </a:lnTo>
                  <a:lnTo>
                    <a:pt x="175565" y="142844"/>
                  </a:lnTo>
                  <a:lnTo>
                    <a:pt x="176171" y="142109"/>
                  </a:lnTo>
                  <a:lnTo>
                    <a:pt x="175149" y="141555"/>
                  </a:lnTo>
                  <a:lnTo>
                    <a:pt x="174580" y="141509"/>
                  </a:lnTo>
                  <a:lnTo>
                    <a:pt x="173435" y="142727"/>
                  </a:lnTo>
                  <a:lnTo>
                    <a:pt x="171711" y="145210"/>
                  </a:lnTo>
                  <a:lnTo>
                    <a:pt x="170456" y="146132"/>
                  </a:lnTo>
                  <a:lnTo>
                    <a:pt x="168736" y="144982"/>
                  </a:lnTo>
                  <a:lnTo>
                    <a:pt x="167651" y="144598"/>
                  </a:lnTo>
                  <a:lnTo>
                    <a:pt x="166896" y="144851"/>
                  </a:lnTo>
                  <a:lnTo>
                    <a:pt x="165740" y="146771"/>
                  </a:lnTo>
                  <a:lnTo>
                    <a:pt x="163218" y="148176"/>
                  </a:lnTo>
                  <a:lnTo>
                    <a:pt x="158701" y="151490"/>
                  </a:lnTo>
                  <a:lnTo>
                    <a:pt x="156760" y="152545"/>
                  </a:lnTo>
                  <a:lnTo>
                    <a:pt x="154669" y="152356"/>
                  </a:lnTo>
                  <a:lnTo>
                    <a:pt x="154274" y="151687"/>
                  </a:lnTo>
                  <a:lnTo>
                    <a:pt x="154310" y="150550"/>
                  </a:lnTo>
                  <a:lnTo>
                    <a:pt x="154455" y="149613"/>
                  </a:lnTo>
                  <a:lnTo>
                    <a:pt x="154708" y="148882"/>
                  </a:lnTo>
                  <a:lnTo>
                    <a:pt x="154790" y="147984"/>
                  </a:lnTo>
                  <a:lnTo>
                    <a:pt x="154639" y="144209"/>
                  </a:lnTo>
                  <a:lnTo>
                    <a:pt x="154990" y="143174"/>
                  </a:lnTo>
                  <a:lnTo>
                    <a:pt x="155704" y="142555"/>
                  </a:lnTo>
                  <a:lnTo>
                    <a:pt x="157019" y="141904"/>
                  </a:lnTo>
                  <a:lnTo>
                    <a:pt x="160376" y="142681"/>
                  </a:lnTo>
                  <a:lnTo>
                    <a:pt x="161935" y="142544"/>
                  </a:lnTo>
                  <a:lnTo>
                    <a:pt x="163030" y="141672"/>
                  </a:lnTo>
                  <a:lnTo>
                    <a:pt x="164125" y="140412"/>
                  </a:lnTo>
                  <a:lnTo>
                    <a:pt x="165223" y="138760"/>
                  </a:lnTo>
                  <a:lnTo>
                    <a:pt x="165456" y="137173"/>
                  </a:lnTo>
                  <a:lnTo>
                    <a:pt x="164290" y="134602"/>
                  </a:lnTo>
                  <a:lnTo>
                    <a:pt x="163852" y="134038"/>
                  </a:lnTo>
                  <a:lnTo>
                    <a:pt x="160867" y="132037"/>
                  </a:lnTo>
                  <a:lnTo>
                    <a:pt x="159218" y="131310"/>
                  </a:lnTo>
                  <a:lnTo>
                    <a:pt x="157763" y="130995"/>
                  </a:lnTo>
                  <a:lnTo>
                    <a:pt x="156707" y="130419"/>
                  </a:lnTo>
                  <a:lnTo>
                    <a:pt x="156052" y="129583"/>
                  </a:lnTo>
                  <a:lnTo>
                    <a:pt x="155414" y="128189"/>
                  </a:lnTo>
                  <a:lnTo>
                    <a:pt x="155361" y="127241"/>
                  </a:lnTo>
                  <a:lnTo>
                    <a:pt x="155463" y="125993"/>
                  </a:lnTo>
                  <a:lnTo>
                    <a:pt x="156071" y="125135"/>
                  </a:lnTo>
                  <a:lnTo>
                    <a:pt x="158743" y="124144"/>
                  </a:lnTo>
                  <a:lnTo>
                    <a:pt x="158708" y="123889"/>
                  </a:lnTo>
                  <a:lnTo>
                    <a:pt x="156525" y="123159"/>
                  </a:lnTo>
                  <a:lnTo>
                    <a:pt x="155495" y="123244"/>
                  </a:lnTo>
                  <a:lnTo>
                    <a:pt x="154612" y="124062"/>
                  </a:lnTo>
                  <a:lnTo>
                    <a:pt x="153502" y="125983"/>
                  </a:lnTo>
                  <a:lnTo>
                    <a:pt x="152859" y="126525"/>
                  </a:lnTo>
                  <a:lnTo>
                    <a:pt x="150866" y="125394"/>
                  </a:lnTo>
                  <a:lnTo>
                    <a:pt x="149668" y="125227"/>
                  </a:lnTo>
                  <a:lnTo>
                    <a:pt x="148859" y="124687"/>
                  </a:lnTo>
                  <a:lnTo>
                    <a:pt x="148412" y="124166"/>
                  </a:lnTo>
                  <a:lnTo>
                    <a:pt x="148685" y="123634"/>
                  </a:lnTo>
                  <a:lnTo>
                    <a:pt x="149679" y="123093"/>
                  </a:lnTo>
                  <a:lnTo>
                    <a:pt x="151406" y="121435"/>
                  </a:lnTo>
                  <a:lnTo>
                    <a:pt x="151522" y="120542"/>
                  </a:lnTo>
                  <a:lnTo>
                    <a:pt x="150329" y="119080"/>
                  </a:lnTo>
                  <a:lnTo>
                    <a:pt x="149710" y="118747"/>
                  </a:lnTo>
                  <a:lnTo>
                    <a:pt x="147219" y="118202"/>
                  </a:lnTo>
                  <a:lnTo>
                    <a:pt x="144206" y="118744"/>
                  </a:lnTo>
                  <a:lnTo>
                    <a:pt x="143085" y="118467"/>
                  </a:lnTo>
                  <a:lnTo>
                    <a:pt x="142583" y="116847"/>
                  </a:lnTo>
                  <a:lnTo>
                    <a:pt x="142265" y="114918"/>
                  </a:lnTo>
                  <a:lnTo>
                    <a:pt x="142129" y="112678"/>
                  </a:lnTo>
                  <a:lnTo>
                    <a:pt x="141586" y="108858"/>
                  </a:lnTo>
                  <a:lnTo>
                    <a:pt x="140987" y="106857"/>
                  </a:lnTo>
                  <a:lnTo>
                    <a:pt x="140198" y="106604"/>
                  </a:lnTo>
                  <a:lnTo>
                    <a:pt x="136582" y="107430"/>
                  </a:lnTo>
                  <a:lnTo>
                    <a:pt x="135723" y="107440"/>
                  </a:lnTo>
                  <a:lnTo>
                    <a:pt x="135132" y="107134"/>
                  </a:lnTo>
                  <a:lnTo>
                    <a:pt x="132739" y="104580"/>
                  </a:lnTo>
                  <a:lnTo>
                    <a:pt x="131771" y="103675"/>
                  </a:lnTo>
                  <a:lnTo>
                    <a:pt x="131235" y="103462"/>
                  </a:lnTo>
                  <a:lnTo>
                    <a:pt x="129494" y="100746"/>
                  </a:lnTo>
                  <a:lnTo>
                    <a:pt x="128825" y="100218"/>
                  </a:lnTo>
                  <a:lnTo>
                    <a:pt x="128030" y="98878"/>
                  </a:lnTo>
                  <a:lnTo>
                    <a:pt x="127111" y="96726"/>
                  </a:lnTo>
                  <a:lnTo>
                    <a:pt x="126114" y="96070"/>
                  </a:lnTo>
                  <a:lnTo>
                    <a:pt x="125039" y="96907"/>
                  </a:lnTo>
                  <a:lnTo>
                    <a:pt x="123965" y="98105"/>
                  </a:lnTo>
                  <a:lnTo>
                    <a:pt x="122889" y="99666"/>
                  </a:lnTo>
                  <a:lnTo>
                    <a:pt x="122306" y="100984"/>
                  </a:lnTo>
                  <a:lnTo>
                    <a:pt x="122215" y="102064"/>
                  </a:lnTo>
                  <a:lnTo>
                    <a:pt x="122880" y="102903"/>
                  </a:lnTo>
                  <a:lnTo>
                    <a:pt x="126676" y="104296"/>
                  </a:lnTo>
                  <a:lnTo>
                    <a:pt x="127639" y="105226"/>
                  </a:lnTo>
                  <a:lnTo>
                    <a:pt x="128457" y="106757"/>
                  </a:lnTo>
                  <a:lnTo>
                    <a:pt x="129067" y="108629"/>
                  </a:lnTo>
                  <a:lnTo>
                    <a:pt x="129469" y="110843"/>
                  </a:lnTo>
                  <a:lnTo>
                    <a:pt x="129435" y="112497"/>
                  </a:lnTo>
                  <a:lnTo>
                    <a:pt x="128963" y="113596"/>
                  </a:lnTo>
                  <a:lnTo>
                    <a:pt x="128148" y="114570"/>
                  </a:lnTo>
                  <a:lnTo>
                    <a:pt x="125809" y="116111"/>
                  </a:lnTo>
                  <a:lnTo>
                    <a:pt x="123387" y="117013"/>
                  </a:lnTo>
                  <a:lnTo>
                    <a:pt x="120947" y="117226"/>
                  </a:lnTo>
                  <a:lnTo>
                    <a:pt x="119790" y="117015"/>
                  </a:lnTo>
                  <a:lnTo>
                    <a:pt x="113504" y="114023"/>
                  </a:lnTo>
                  <a:lnTo>
                    <a:pt x="112373" y="114000"/>
                  </a:lnTo>
                  <a:lnTo>
                    <a:pt x="110919" y="113596"/>
                  </a:lnTo>
                  <a:lnTo>
                    <a:pt x="107656" y="112365"/>
                  </a:lnTo>
                  <a:lnTo>
                    <a:pt x="105867" y="112231"/>
                  </a:lnTo>
                  <a:lnTo>
                    <a:pt x="102731" y="111211"/>
                  </a:lnTo>
                  <a:lnTo>
                    <a:pt x="97422" y="110618"/>
                  </a:lnTo>
                  <a:lnTo>
                    <a:pt x="96359" y="111108"/>
                  </a:lnTo>
                  <a:lnTo>
                    <a:pt x="97771" y="112485"/>
                  </a:lnTo>
                  <a:lnTo>
                    <a:pt x="99009" y="113178"/>
                  </a:lnTo>
                  <a:lnTo>
                    <a:pt x="100070" y="113185"/>
                  </a:lnTo>
                  <a:lnTo>
                    <a:pt x="101597" y="114413"/>
                  </a:lnTo>
                  <a:lnTo>
                    <a:pt x="103589" y="116860"/>
                  </a:lnTo>
                  <a:lnTo>
                    <a:pt x="104727" y="118320"/>
                  </a:lnTo>
                  <a:lnTo>
                    <a:pt x="105670" y="120061"/>
                  </a:lnTo>
                  <a:lnTo>
                    <a:pt x="105700" y="120660"/>
                  </a:lnTo>
                  <a:lnTo>
                    <a:pt x="104763" y="121856"/>
                  </a:lnTo>
                  <a:lnTo>
                    <a:pt x="97363" y="115597"/>
                  </a:lnTo>
                  <a:lnTo>
                    <a:pt x="92840" y="117783"/>
                  </a:lnTo>
                  <a:lnTo>
                    <a:pt x="90758" y="118597"/>
                  </a:lnTo>
                  <a:lnTo>
                    <a:pt x="88972" y="118724"/>
                  </a:lnTo>
                  <a:lnTo>
                    <a:pt x="86741" y="117865"/>
                  </a:lnTo>
                  <a:lnTo>
                    <a:pt x="81705" y="114846"/>
                  </a:lnTo>
                  <a:lnTo>
                    <a:pt x="79797" y="113789"/>
                  </a:lnTo>
                  <a:lnTo>
                    <a:pt x="79120" y="113636"/>
                  </a:lnTo>
                  <a:lnTo>
                    <a:pt x="74738" y="114945"/>
                  </a:lnTo>
                  <a:lnTo>
                    <a:pt x="70959" y="115006"/>
                  </a:lnTo>
                  <a:lnTo>
                    <a:pt x="63332" y="113750"/>
                  </a:lnTo>
                  <a:lnTo>
                    <a:pt x="60533" y="112911"/>
                  </a:lnTo>
                  <a:lnTo>
                    <a:pt x="59795" y="112033"/>
                  </a:lnTo>
                  <a:lnTo>
                    <a:pt x="58876" y="111593"/>
                  </a:lnTo>
                  <a:lnTo>
                    <a:pt x="57224" y="111593"/>
                  </a:lnTo>
                  <a:lnTo>
                    <a:pt x="52854" y="110614"/>
                  </a:lnTo>
                  <a:lnTo>
                    <a:pt x="48853" y="112821"/>
                  </a:lnTo>
                  <a:lnTo>
                    <a:pt x="44041" y="110798"/>
                  </a:lnTo>
                  <a:lnTo>
                    <a:pt x="42616" y="109608"/>
                  </a:lnTo>
                  <a:lnTo>
                    <a:pt x="42162" y="108791"/>
                  </a:lnTo>
                  <a:lnTo>
                    <a:pt x="40762" y="105378"/>
                  </a:lnTo>
                  <a:lnTo>
                    <a:pt x="40570" y="103551"/>
                  </a:lnTo>
                  <a:lnTo>
                    <a:pt x="40966" y="101901"/>
                  </a:lnTo>
                  <a:lnTo>
                    <a:pt x="41362" y="100770"/>
                  </a:lnTo>
                  <a:lnTo>
                    <a:pt x="41754" y="100155"/>
                  </a:lnTo>
                  <a:lnTo>
                    <a:pt x="39137" y="102048"/>
                  </a:lnTo>
                  <a:lnTo>
                    <a:pt x="38218" y="102359"/>
                  </a:lnTo>
                  <a:lnTo>
                    <a:pt x="37008" y="102431"/>
                  </a:lnTo>
                  <a:lnTo>
                    <a:pt x="33404" y="101732"/>
                  </a:lnTo>
                  <a:lnTo>
                    <a:pt x="32835" y="102090"/>
                  </a:lnTo>
                  <a:lnTo>
                    <a:pt x="33021" y="102752"/>
                  </a:lnTo>
                  <a:lnTo>
                    <a:pt x="33962" y="103716"/>
                  </a:lnTo>
                  <a:lnTo>
                    <a:pt x="34085" y="104299"/>
                  </a:lnTo>
                  <a:lnTo>
                    <a:pt x="32076" y="104753"/>
                  </a:lnTo>
                  <a:lnTo>
                    <a:pt x="29031" y="104281"/>
                  </a:lnTo>
                  <a:lnTo>
                    <a:pt x="27704" y="104486"/>
                  </a:lnTo>
                  <a:lnTo>
                    <a:pt x="27101" y="104750"/>
                  </a:lnTo>
                  <a:lnTo>
                    <a:pt x="25729" y="106274"/>
                  </a:lnTo>
                  <a:lnTo>
                    <a:pt x="25168" y="106619"/>
                  </a:lnTo>
                  <a:lnTo>
                    <a:pt x="24449" y="106461"/>
                  </a:lnTo>
                  <a:lnTo>
                    <a:pt x="21253" y="103013"/>
                  </a:lnTo>
                  <a:lnTo>
                    <a:pt x="18678" y="100830"/>
                  </a:lnTo>
                  <a:lnTo>
                    <a:pt x="15676" y="99992"/>
                  </a:lnTo>
                  <a:lnTo>
                    <a:pt x="14298" y="99293"/>
                  </a:lnTo>
                  <a:lnTo>
                    <a:pt x="13542" y="98454"/>
                  </a:lnTo>
                  <a:lnTo>
                    <a:pt x="9400" y="91456"/>
                  </a:lnTo>
                  <a:lnTo>
                    <a:pt x="8834" y="89950"/>
                  </a:lnTo>
                  <a:lnTo>
                    <a:pt x="7522" y="84470"/>
                  </a:lnTo>
                  <a:lnTo>
                    <a:pt x="7082" y="83301"/>
                  </a:lnTo>
                  <a:lnTo>
                    <a:pt x="6551" y="82532"/>
                  </a:lnTo>
                  <a:lnTo>
                    <a:pt x="7591" y="82370"/>
                  </a:lnTo>
                  <a:lnTo>
                    <a:pt x="11508" y="83037"/>
                  </a:lnTo>
                  <a:lnTo>
                    <a:pt x="15300" y="83008"/>
                  </a:lnTo>
                  <a:lnTo>
                    <a:pt x="17360" y="83453"/>
                  </a:lnTo>
                  <a:lnTo>
                    <a:pt x="19749" y="84819"/>
                  </a:lnTo>
                  <a:lnTo>
                    <a:pt x="22862" y="85794"/>
                  </a:lnTo>
                  <a:lnTo>
                    <a:pt x="25090" y="85999"/>
                  </a:lnTo>
                  <a:lnTo>
                    <a:pt x="28663" y="85638"/>
                  </a:lnTo>
                  <a:lnTo>
                    <a:pt x="32724" y="84724"/>
                  </a:lnTo>
                  <a:lnTo>
                    <a:pt x="33202" y="84012"/>
                  </a:lnTo>
                  <a:lnTo>
                    <a:pt x="30572" y="82795"/>
                  </a:lnTo>
                  <a:lnTo>
                    <a:pt x="28227" y="81177"/>
                  </a:lnTo>
                  <a:lnTo>
                    <a:pt x="26065" y="79081"/>
                  </a:lnTo>
                  <a:lnTo>
                    <a:pt x="24773" y="78193"/>
                  </a:lnTo>
                  <a:lnTo>
                    <a:pt x="22608" y="77641"/>
                  </a:lnTo>
                  <a:lnTo>
                    <a:pt x="16522" y="77256"/>
                  </a:lnTo>
                  <a:lnTo>
                    <a:pt x="10884" y="75847"/>
                  </a:lnTo>
                  <a:lnTo>
                    <a:pt x="6991" y="73949"/>
                  </a:lnTo>
                  <a:lnTo>
                    <a:pt x="3819" y="71842"/>
                  </a:lnTo>
                  <a:lnTo>
                    <a:pt x="2529" y="70695"/>
                  </a:lnTo>
                  <a:lnTo>
                    <a:pt x="2065" y="69809"/>
                  </a:lnTo>
                  <a:lnTo>
                    <a:pt x="1572" y="67048"/>
                  </a:lnTo>
                  <a:lnTo>
                    <a:pt x="1053" y="62409"/>
                  </a:lnTo>
                  <a:lnTo>
                    <a:pt x="550" y="59297"/>
                  </a:lnTo>
                  <a:lnTo>
                    <a:pt x="65" y="57708"/>
                  </a:lnTo>
                  <a:lnTo>
                    <a:pt x="0" y="56320"/>
                  </a:lnTo>
                  <a:lnTo>
                    <a:pt x="1078" y="53358"/>
                  </a:lnTo>
                  <a:lnTo>
                    <a:pt x="4158" y="50139"/>
                  </a:lnTo>
                  <a:lnTo>
                    <a:pt x="4233" y="49634"/>
                  </a:lnTo>
                  <a:lnTo>
                    <a:pt x="3620" y="49484"/>
                  </a:lnTo>
                  <a:lnTo>
                    <a:pt x="2328" y="48666"/>
                  </a:lnTo>
                  <a:lnTo>
                    <a:pt x="1916" y="47468"/>
                  </a:lnTo>
                  <a:lnTo>
                    <a:pt x="1750" y="45568"/>
                  </a:lnTo>
                  <a:lnTo>
                    <a:pt x="1739" y="43957"/>
                  </a:lnTo>
                  <a:lnTo>
                    <a:pt x="1883" y="42635"/>
                  </a:lnTo>
                  <a:lnTo>
                    <a:pt x="2397" y="40986"/>
                  </a:lnTo>
                  <a:lnTo>
                    <a:pt x="3724" y="38021"/>
                  </a:lnTo>
                  <a:lnTo>
                    <a:pt x="5624" y="34423"/>
                  </a:lnTo>
                  <a:lnTo>
                    <a:pt x="7681" y="31045"/>
                  </a:lnTo>
                  <a:lnTo>
                    <a:pt x="8033" y="29940"/>
                  </a:lnTo>
                  <a:lnTo>
                    <a:pt x="8214" y="26943"/>
                  </a:lnTo>
                  <a:lnTo>
                    <a:pt x="8487" y="24757"/>
                  </a:lnTo>
                  <a:lnTo>
                    <a:pt x="8768" y="23219"/>
                  </a:lnTo>
                  <a:lnTo>
                    <a:pt x="9204" y="22065"/>
                  </a:lnTo>
                  <a:lnTo>
                    <a:pt x="10477" y="19875"/>
                  </a:lnTo>
                  <a:lnTo>
                    <a:pt x="12064" y="17797"/>
                  </a:lnTo>
                  <a:lnTo>
                    <a:pt x="14549" y="16027"/>
                  </a:lnTo>
                  <a:lnTo>
                    <a:pt x="14760" y="15371"/>
                  </a:lnTo>
                  <a:lnTo>
                    <a:pt x="14794" y="14464"/>
                  </a:lnTo>
                  <a:lnTo>
                    <a:pt x="14937" y="13787"/>
                  </a:lnTo>
                  <a:lnTo>
                    <a:pt x="15190" y="13341"/>
                  </a:lnTo>
                  <a:lnTo>
                    <a:pt x="21349" y="7667"/>
                  </a:lnTo>
                  <a:lnTo>
                    <a:pt x="24152" y="5361"/>
                  </a:lnTo>
                  <a:lnTo>
                    <a:pt x="26530" y="3897"/>
                  </a:lnTo>
                  <a:lnTo>
                    <a:pt x="29378" y="2818"/>
                  </a:lnTo>
                  <a:lnTo>
                    <a:pt x="37475" y="614"/>
                  </a:lnTo>
                  <a:lnTo>
                    <a:pt x="41645" y="0"/>
                  </a:lnTo>
                  <a:lnTo>
                    <a:pt x="46888" y="137"/>
                  </a:lnTo>
                  <a:lnTo>
                    <a:pt x="56558" y="1378"/>
                  </a:lnTo>
                  <a:lnTo>
                    <a:pt x="57722" y="2251"/>
                  </a:lnTo>
                  <a:lnTo>
                    <a:pt x="58019" y="2691"/>
                  </a:lnTo>
                  <a:lnTo>
                    <a:pt x="58442" y="3934"/>
                  </a:lnTo>
                  <a:lnTo>
                    <a:pt x="58123" y="4728"/>
                  </a:lnTo>
                  <a:lnTo>
                    <a:pt x="55479" y="7423"/>
                  </a:lnTo>
                  <a:lnTo>
                    <a:pt x="52149" y="9665"/>
                  </a:lnTo>
                  <a:lnTo>
                    <a:pt x="49983" y="11621"/>
                  </a:lnTo>
                  <a:lnTo>
                    <a:pt x="46316" y="16022"/>
                  </a:lnTo>
                  <a:lnTo>
                    <a:pt x="45327" y="17567"/>
                  </a:lnTo>
                  <a:lnTo>
                    <a:pt x="40782" y="26432"/>
                  </a:lnTo>
                  <a:lnTo>
                    <a:pt x="39709" y="27901"/>
                  </a:lnTo>
                  <a:lnTo>
                    <a:pt x="39079" y="29075"/>
                  </a:lnTo>
                  <a:lnTo>
                    <a:pt x="38637" y="32274"/>
                  </a:lnTo>
                  <a:lnTo>
                    <a:pt x="38769" y="33413"/>
                  </a:lnTo>
                  <a:lnTo>
                    <a:pt x="39479" y="35271"/>
                  </a:lnTo>
                  <a:lnTo>
                    <a:pt x="41945" y="39304"/>
                  </a:lnTo>
                  <a:lnTo>
                    <a:pt x="42610" y="41189"/>
                  </a:lnTo>
                  <a:lnTo>
                    <a:pt x="42593" y="42924"/>
                  </a:lnTo>
                  <a:lnTo>
                    <a:pt x="42316" y="47057"/>
                  </a:lnTo>
                  <a:lnTo>
                    <a:pt x="42283" y="49154"/>
                  </a:lnTo>
                  <a:lnTo>
                    <a:pt x="42393" y="51167"/>
                  </a:lnTo>
                  <a:lnTo>
                    <a:pt x="42902" y="54045"/>
                  </a:lnTo>
                  <a:lnTo>
                    <a:pt x="43808" y="57788"/>
                  </a:lnTo>
                  <a:lnTo>
                    <a:pt x="45906" y="61575"/>
                  </a:lnTo>
                  <a:lnTo>
                    <a:pt x="49198" y="65404"/>
                  </a:lnTo>
                  <a:lnTo>
                    <a:pt x="51648" y="67944"/>
                  </a:lnTo>
                  <a:lnTo>
                    <a:pt x="54064" y="69814"/>
                  </a:lnTo>
                  <a:lnTo>
                    <a:pt x="56924" y="72581"/>
                  </a:lnTo>
                  <a:lnTo>
                    <a:pt x="57561" y="73918"/>
                  </a:lnTo>
                  <a:lnTo>
                    <a:pt x="56246" y="75390"/>
                  </a:lnTo>
                  <a:lnTo>
                    <a:pt x="53165" y="77655"/>
                  </a:lnTo>
                  <a:lnTo>
                    <a:pt x="49115" y="78625"/>
                  </a:lnTo>
                  <a:lnTo>
                    <a:pt x="46950" y="79550"/>
                  </a:lnTo>
                  <a:lnTo>
                    <a:pt x="44257" y="81522"/>
                  </a:lnTo>
                  <a:lnTo>
                    <a:pt x="40876" y="830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2016870" y="1449039"/>
              <a:ext cx="72196" cy="78121"/>
            </a:xfrm>
            <a:custGeom>
              <a:avLst/>
              <a:pathLst>
                <a:path w="72196" h="78121">
                  <a:moveTo>
                    <a:pt x="31207" y="0"/>
                  </a:moveTo>
                  <a:lnTo>
                    <a:pt x="40919" y="6332"/>
                  </a:lnTo>
                  <a:lnTo>
                    <a:pt x="42280" y="5810"/>
                  </a:lnTo>
                  <a:lnTo>
                    <a:pt x="45216" y="5476"/>
                  </a:lnTo>
                  <a:lnTo>
                    <a:pt x="48268" y="4544"/>
                  </a:lnTo>
                  <a:lnTo>
                    <a:pt x="52497" y="3772"/>
                  </a:lnTo>
                  <a:lnTo>
                    <a:pt x="55076" y="2367"/>
                  </a:lnTo>
                  <a:lnTo>
                    <a:pt x="56176" y="1966"/>
                  </a:lnTo>
                  <a:lnTo>
                    <a:pt x="58043" y="1718"/>
                  </a:lnTo>
                  <a:lnTo>
                    <a:pt x="59057" y="1724"/>
                  </a:lnTo>
                  <a:lnTo>
                    <a:pt x="61989" y="2483"/>
                  </a:lnTo>
                  <a:lnTo>
                    <a:pt x="63166" y="3016"/>
                  </a:lnTo>
                  <a:lnTo>
                    <a:pt x="63791" y="3576"/>
                  </a:lnTo>
                  <a:lnTo>
                    <a:pt x="64467" y="4596"/>
                  </a:lnTo>
                  <a:lnTo>
                    <a:pt x="65623" y="7084"/>
                  </a:lnTo>
                  <a:lnTo>
                    <a:pt x="65792" y="8007"/>
                  </a:lnTo>
                  <a:lnTo>
                    <a:pt x="65733" y="8255"/>
                  </a:lnTo>
                  <a:lnTo>
                    <a:pt x="64664" y="9785"/>
                  </a:lnTo>
                  <a:lnTo>
                    <a:pt x="63953" y="10451"/>
                  </a:lnTo>
                  <a:lnTo>
                    <a:pt x="62482" y="11084"/>
                  </a:lnTo>
                  <a:lnTo>
                    <a:pt x="61210" y="11278"/>
                  </a:lnTo>
                  <a:lnTo>
                    <a:pt x="60116" y="12389"/>
                  </a:lnTo>
                  <a:lnTo>
                    <a:pt x="58883" y="12093"/>
                  </a:lnTo>
                  <a:lnTo>
                    <a:pt x="58550" y="13107"/>
                  </a:lnTo>
                  <a:lnTo>
                    <a:pt x="58680" y="13726"/>
                  </a:lnTo>
                  <a:lnTo>
                    <a:pt x="59011" y="14028"/>
                  </a:lnTo>
                  <a:lnTo>
                    <a:pt x="59632" y="13956"/>
                  </a:lnTo>
                  <a:lnTo>
                    <a:pt x="60343" y="13523"/>
                  </a:lnTo>
                  <a:lnTo>
                    <a:pt x="61722" y="13738"/>
                  </a:lnTo>
                  <a:lnTo>
                    <a:pt x="62449" y="14403"/>
                  </a:lnTo>
                  <a:lnTo>
                    <a:pt x="63102" y="15501"/>
                  </a:lnTo>
                  <a:lnTo>
                    <a:pt x="62617" y="16520"/>
                  </a:lnTo>
                  <a:lnTo>
                    <a:pt x="60182" y="17926"/>
                  </a:lnTo>
                  <a:lnTo>
                    <a:pt x="56594" y="19519"/>
                  </a:lnTo>
                  <a:lnTo>
                    <a:pt x="52221" y="24529"/>
                  </a:lnTo>
                  <a:lnTo>
                    <a:pt x="49922" y="26630"/>
                  </a:lnTo>
                  <a:lnTo>
                    <a:pt x="49448" y="27285"/>
                  </a:lnTo>
                  <a:lnTo>
                    <a:pt x="49216" y="27943"/>
                  </a:lnTo>
                  <a:lnTo>
                    <a:pt x="49286" y="29189"/>
                  </a:lnTo>
                  <a:lnTo>
                    <a:pt x="49391" y="29693"/>
                  </a:lnTo>
                  <a:lnTo>
                    <a:pt x="50025" y="29896"/>
                  </a:lnTo>
                  <a:lnTo>
                    <a:pt x="52164" y="28155"/>
                  </a:lnTo>
                  <a:lnTo>
                    <a:pt x="53542" y="27344"/>
                  </a:lnTo>
                  <a:lnTo>
                    <a:pt x="54942" y="26898"/>
                  </a:lnTo>
                  <a:lnTo>
                    <a:pt x="57412" y="26866"/>
                  </a:lnTo>
                  <a:lnTo>
                    <a:pt x="58430" y="27133"/>
                  </a:lnTo>
                  <a:lnTo>
                    <a:pt x="60279" y="28178"/>
                  </a:lnTo>
                  <a:lnTo>
                    <a:pt x="61969" y="29786"/>
                  </a:lnTo>
                  <a:lnTo>
                    <a:pt x="62348" y="30372"/>
                  </a:lnTo>
                  <a:lnTo>
                    <a:pt x="62186" y="30959"/>
                  </a:lnTo>
                  <a:lnTo>
                    <a:pt x="61483" y="31551"/>
                  </a:lnTo>
                  <a:lnTo>
                    <a:pt x="61406" y="31940"/>
                  </a:lnTo>
                  <a:lnTo>
                    <a:pt x="63018" y="32753"/>
                  </a:lnTo>
                  <a:lnTo>
                    <a:pt x="64797" y="34958"/>
                  </a:lnTo>
                  <a:lnTo>
                    <a:pt x="64914" y="36295"/>
                  </a:lnTo>
                  <a:lnTo>
                    <a:pt x="64136" y="37620"/>
                  </a:lnTo>
                  <a:lnTo>
                    <a:pt x="63924" y="38506"/>
                  </a:lnTo>
                  <a:lnTo>
                    <a:pt x="64278" y="38954"/>
                  </a:lnTo>
                  <a:lnTo>
                    <a:pt x="65157" y="38681"/>
                  </a:lnTo>
                  <a:lnTo>
                    <a:pt x="67260" y="37198"/>
                  </a:lnTo>
                  <a:lnTo>
                    <a:pt x="69536" y="36425"/>
                  </a:lnTo>
                  <a:lnTo>
                    <a:pt x="70447" y="36512"/>
                  </a:lnTo>
                  <a:lnTo>
                    <a:pt x="71022" y="36852"/>
                  </a:lnTo>
                  <a:lnTo>
                    <a:pt x="71631" y="38886"/>
                  </a:lnTo>
                  <a:lnTo>
                    <a:pt x="72133" y="41175"/>
                  </a:lnTo>
                  <a:lnTo>
                    <a:pt x="72196" y="43099"/>
                  </a:lnTo>
                  <a:lnTo>
                    <a:pt x="71819" y="44663"/>
                  </a:lnTo>
                  <a:lnTo>
                    <a:pt x="71278" y="45883"/>
                  </a:lnTo>
                  <a:lnTo>
                    <a:pt x="69915" y="47392"/>
                  </a:lnTo>
                  <a:lnTo>
                    <a:pt x="68681" y="47966"/>
                  </a:lnTo>
                  <a:lnTo>
                    <a:pt x="68038" y="47972"/>
                  </a:lnTo>
                  <a:lnTo>
                    <a:pt x="68102" y="48227"/>
                  </a:lnTo>
                  <a:lnTo>
                    <a:pt x="69565" y="49484"/>
                  </a:lnTo>
                  <a:lnTo>
                    <a:pt x="70177" y="50488"/>
                  </a:lnTo>
                  <a:lnTo>
                    <a:pt x="70438" y="51456"/>
                  </a:lnTo>
                  <a:lnTo>
                    <a:pt x="70349" y="52391"/>
                  </a:lnTo>
                  <a:lnTo>
                    <a:pt x="70148" y="53187"/>
                  </a:lnTo>
                  <a:lnTo>
                    <a:pt x="68442" y="56141"/>
                  </a:lnTo>
                  <a:lnTo>
                    <a:pt x="68534" y="56563"/>
                  </a:lnTo>
                  <a:lnTo>
                    <a:pt x="69006" y="56756"/>
                  </a:lnTo>
                  <a:lnTo>
                    <a:pt x="70076" y="58457"/>
                  </a:lnTo>
                  <a:lnTo>
                    <a:pt x="70201" y="62409"/>
                  </a:lnTo>
                  <a:lnTo>
                    <a:pt x="66369" y="63648"/>
                  </a:lnTo>
                  <a:lnTo>
                    <a:pt x="65469" y="64569"/>
                  </a:lnTo>
                  <a:lnTo>
                    <a:pt x="64410" y="66043"/>
                  </a:lnTo>
                  <a:lnTo>
                    <a:pt x="63196" y="67147"/>
                  </a:lnTo>
                  <a:lnTo>
                    <a:pt x="60445" y="68307"/>
                  </a:lnTo>
                  <a:lnTo>
                    <a:pt x="59052" y="68441"/>
                  </a:lnTo>
                  <a:lnTo>
                    <a:pt x="52158" y="67473"/>
                  </a:lnTo>
                  <a:lnTo>
                    <a:pt x="51460" y="66910"/>
                  </a:lnTo>
                  <a:lnTo>
                    <a:pt x="50978" y="65905"/>
                  </a:lnTo>
                  <a:lnTo>
                    <a:pt x="50711" y="64457"/>
                  </a:lnTo>
                  <a:lnTo>
                    <a:pt x="50638" y="63318"/>
                  </a:lnTo>
                  <a:lnTo>
                    <a:pt x="50761" y="62489"/>
                  </a:lnTo>
                  <a:lnTo>
                    <a:pt x="50725" y="62003"/>
                  </a:lnTo>
                  <a:lnTo>
                    <a:pt x="50531" y="61862"/>
                  </a:lnTo>
                  <a:lnTo>
                    <a:pt x="49765" y="62692"/>
                  </a:lnTo>
                  <a:lnTo>
                    <a:pt x="48964" y="64201"/>
                  </a:lnTo>
                  <a:lnTo>
                    <a:pt x="49402" y="65876"/>
                  </a:lnTo>
                  <a:lnTo>
                    <a:pt x="51581" y="70532"/>
                  </a:lnTo>
                  <a:lnTo>
                    <a:pt x="51997" y="72533"/>
                  </a:lnTo>
                  <a:lnTo>
                    <a:pt x="52057" y="73383"/>
                  </a:lnTo>
                  <a:lnTo>
                    <a:pt x="51959" y="74020"/>
                  </a:lnTo>
                  <a:lnTo>
                    <a:pt x="49500" y="76740"/>
                  </a:lnTo>
                  <a:lnTo>
                    <a:pt x="48077" y="77662"/>
                  </a:lnTo>
                  <a:lnTo>
                    <a:pt x="46616" y="78121"/>
                  </a:lnTo>
                  <a:lnTo>
                    <a:pt x="45224" y="77779"/>
                  </a:lnTo>
                  <a:lnTo>
                    <a:pt x="43902" y="76636"/>
                  </a:lnTo>
                  <a:lnTo>
                    <a:pt x="42895" y="76130"/>
                  </a:lnTo>
                  <a:lnTo>
                    <a:pt x="40813" y="76198"/>
                  </a:lnTo>
                  <a:lnTo>
                    <a:pt x="40163" y="75609"/>
                  </a:lnTo>
                  <a:lnTo>
                    <a:pt x="39558" y="74513"/>
                  </a:lnTo>
                  <a:lnTo>
                    <a:pt x="38091" y="70584"/>
                  </a:lnTo>
                  <a:lnTo>
                    <a:pt x="36045" y="67795"/>
                  </a:lnTo>
                  <a:lnTo>
                    <a:pt x="34281" y="64672"/>
                  </a:lnTo>
                  <a:lnTo>
                    <a:pt x="29800" y="60113"/>
                  </a:lnTo>
                  <a:lnTo>
                    <a:pt x="27481" y="57385"/>
                  </a:lnTo>
                  <a:lnTo>
                    <a:pt x="24387" y="52997"/>
                  </a:lnTo>
                  <a:lnTo>
                    <a:pt x="23094" y="52004"/>
                  </a:lnTo>
                  <a:lnTo>
                    <a:pt x="22020" y="51606"/>
                  </a:lnTo>
                  <a:lnTo>
                    <a:pt x="19909" y="51292"/>
                  </a:lnTo>
                  <a:lnTo>
                    <a:pt x="19419" y="50745"/>
                  </a:lnTo>
                  <a:lnTo>
                    <a:pt x="18649" y="49253"/>
                  </a:lnTo>
                  <a:lnTo>
                    <a:pt x="17321" y="48132"/>
                  </a:lnTo>
                  <a:lnTo>
                    <a:pt x="16836" y="47991"/>
                  </a:lnTo>
                  <a:lnTo>
                    <a:pt x="16053" y="48255"/>
                  </a:lnTo>
                  <a:lnTo>
                    <a:pt x="13986" y="49288"/>
                  </a:lnTo>
                  <a:lnTo>
                    <a:pt x="11389" y="48194"/>
                  </a:lnTo>
                  <a:lnTo>
                    <a:pt x="10807" y="47425"/>
                  </a:lnTo>
                  <a:lnTo>
                    <a:pt x="10463" y="46121"/>
                  </a:lnTo>
                  <a:lnTo>
                    <a:pt x="10135" y="45405"/>
                  </a:lnTo>
                  <a:lnTo>
                    <a:pt x="9256" y="44762"/>
                  </a:lnTo>
                  <a:lnTo>
                    <a:pt x="8515" y="43134"/>
                  </a:lnTo>
                  <a:lnTo>
                    <a:pt x="3583" y="39925"/>
                  </a:lnTo>
                  <a:lnTo>
                    <a:pt x="651" y="36240"/>
                  </a:lnTo>
                  <a:lnTo>
                    <a:pt x="56" y="34908"/>
                  </a:lnTo>
                  <a:lnTo>
                    <a:pt x="0" y="34364"/>
                  </a:lnTo>
                  <a:lnTo>
                    <a:pt x="301" y="32594"/>
                  </a:lnTo>
                  <a:lnTo>
                    <a:pt x="980" y="30586"/>
                  </a:lnTo>
                  <a:lnTo>
                    <a:pt x="1871" y="28592"/>
                  </a:lnTo>
                  <a:lnTo>
                    <a:pt x="2415" y="27775"/>
                  </a:lnTo>
                  <a:lnTo>
                    <a:pt x="4344" y="26055"/>
                  </a:lnTo>
                  <a:lnTo>
                    <a:pt x="5865" y="25666"/>
                  </a:lnTo>
                  <a:lnTo>
                    <a:pt x="7987" y="25884"/>
                  </a:lnTo>
                  <a:lnTo>
                    <a:pt x="9105" y="26266"/>
                  </a:lnTo>
                  <a:lnTo>
                    <a:pt x="10107" y="27417"/>
                  </a:lnTo>
                  <a:lnTo>
                    <a:pt x="10536" y="28745"/>
                  </a:lnTo>
                  <a:lnTo>
                    <a:pt x="11037" y="29639"/>
                  </a:lnTo>
                  <a:lnTo>
                    <a:pt x="12611" y="30618"/>
                  </a:lnTo>
                  <a:lnTo>
                    <a:pt x="13465" y="31405"/>
                  </a:lnTo>
                  <a:lnTo>
                    <a:pt x="14719" y="33238"/>
                  </a:lnTo>
                  <a:lnTo>
                    <a:pt x="15686" y="35447"/>
                  </a:lnTo>
                  <a:lnTo>
                    <a:pt x="16577" y="36174"/>
                  </a:lnTo>
                  <a:lnTo>
                    <a:pt x="18712" y="36422"/>
                  </a:lnTo>
                  <a:lnTo>
                    <a:pt x="20917" y="36048"/>
                  </a:lnTo>
                  <a:lnTo>
                    <a:pt x="25650" y="34659"/>
                  </a:lnTo>
                  <a:lnTo>
                    <a:pt x="25843" y="34486"/>
                  </a:lnTo>
                  <a:lnTo>
                    <a:pt x="26135" y="33657"/>
                  </a:lnTo>
                  <a:lnTo>
                    <a:pt x="26675" y="28629"/>
                  </a:lnTo>
                  <a:lnTo>
                    <a:pt x="26999" y="28608"/>
                  </a:lnTo>
                  <a:lnTo>
                    <a:pt x="28606" y="30936"/>
                  </a:lnTo>
                  <a:lnTo>
                    <a:pt x="29061" y="31192"/>
                  </a:lnTo>
                  <a:lnTo>
                    <a:pt x="29754" y="30707"/>
                  </a:lnTo>
                  <a:lnTo>
                    <a:pt x="30165" y="29576"/>
                  </a:lnTo>
                  <a:lnTo>
                    <a:pt x="30115" y="29039"/>
                  </a:lnTo>
                  <a:lnTo>
                    <a:pt x="29106" y="26315"/>
                  </a:lnTo>
                  <a:lnTo>
                    <a:pt x="28511" y="25131"/>
                  </a:lnTo>
                  <a:lnTo>
                    <a:pt x="27976" y="24395"/>
                  </a:lnTo>
                  <a:lnTo>
                    <a:pt x="27381" y="24154"/>
                  </a:lnTo>
                  <a:lnTo>
                    <a:pt x="26094" y="24387"/>
                  </a:lnTo>
                  <a:lnTo>
                    <a:pt x="25113" y="23864"/>
                  </a:lnTo>
                  <a:lnTo>
                    <a:pt x="24897" y="23112"/>
                  </a:lnTo>
                  <a:lnTo>
                    <a:pt x="25056" y="22103"/>
                  </a:lnTo>
                  <a:lnTo>
                    <a:pt x="25598" y="21037"/>
                  </a:lnTo>
                  <a:lnTo>
                    <a:pt x="26179" y="20427"/>
                  </a:lnTo>
                  <a:lnTo>
                    <a:pt x="27308" y="20114"/>
                  </a:lnTo>
                  <a:lnTo>
                    <a:pt x="28629" y="20424"/>
                  </a:lnTo>
                  <a:lnTo>
                    <a:pt x="30458" y="21712"/>
                  </a:lnTo>
                  <a:lnTo>
                    <a:pt x="31615" y="21998"/>
                  </a:lnTo>
                  <a:lnTo>
                    <a:pt x="33241" y="21630"/>
                  </a:lnTo>
                  <a:lnTo>
                    <a:pt x="31161" y="20873"/>
                  </a:lnTo>
                  <a:lnTo>
                    <a:pt x="28260" y="17896"/>
                  </a:lnTo>
                  <a:lnTo>
                    <a:pt x="27015" y="17341"/>
                  </a:lnTo>
                  <a:lnTo>
                    <a:pt x="25498" y="18618"/>
                  </a:lnTo>
                  <a:lnTo>
                    <a:pt x="24473" y="19098"/>
                  </a:lnTo>
                  <a:lnTo>
                    <a:pt x="22536" y="19721"/>
                  </a:lnTo>
                  <a:lnTo>
                    <a:pt x="20994" y="19814"/>
                  </a:lnTo>
                  <a:lnTo>
                    <a:pt x="14532" y="15215"/>
                  </a:lnTo>
                  <a:lnTo>
                    <a:pt x="14173" y="14775"/>
                  </a:lnTo>
                  <a:lnTo>
                    <a:pt x="13700" y="13578"/>
                  </a:lnTo>
                  <a:lnTo>
                    <a:pt x="13754" y="13027"/>
                  </a:lnTo>
                  <a:lnTo>
                    <a:pt x="14392" y="12175"/>
                  </a:lnTo>
                  <a:lnTo>
                    <a:pt x="16002" y="11049"/>
                  </a:lnTo>
                  <a:lnTo>
                    <a:pt x="18398" y="10343"/>
                  </a:lnTo>
                  <a:lnTo>
                    <a:pt x="19999" y="10228"/>
                  </a:lnTo>
                  <a:lnTo>
                    <a:pt x="21399" y="11069"/>
                  </a:lnTo>
                  <a:lnTo>
                    <a:pt x="23440" y="13344"/>
                  </a:lnTo>
                  <a:lnTo>
                    <a:pt x="25225" y="14673"/>
                  </a:lnTo>
                  <a:lnTo>
                    <a:pt x="25372" y="14195"/>
                  </a:lnTo>
                  <a:lnTo>
                    <a:pt x="25056" y="12888"/>
                  </a:lnTo>
                  <a:lnTo>
                    <a:pt x="24242" y="10947"/>
                  </a:lnTo>
                  <a:lnTo>
                    <a:pt x="23657" y="10416"/>
                  </a:lnTo>
                  <a:lnTo>
                    <a:pt x="22221" y="9838"/>
                  </a:lnTo>
                  <a:lnTo>
                    <a:pt x="20891" y="8505"/>
                  </a:lnTo>
                  <a:lnTo>
                    <a:pt x="20266" y="7519"/>
                  </a:lnTo>
                  <a:lnTo>
                    <a:pt x="19933" y="6462"/>
                  </a:lnTo>
                  <a:lnTo>
                    <a:pt x="19892" y="5335"/>
                  </a:lnTo>
                  <a:lnTo>
                    <a:pt x="20146" y="4564"/>
                  </a:lnTo>
                  <a:lnTo>
                    <a:pt x="20697" y="4152"/>
                  </a:lnTo>
                  <a:lnTo>
                    <a:pt x="25663" y="3025"/>
                  </a:lnTo>
                  <a:lnTo>
                    <a:pt x="29130" y="4273"/>
                  </a:lnTo>
                  <a:lnTo>
                    <a:pt x="31331" y="4453"/>
                  </a:lnTo>
                  <a:lnTo>
                    <a:pt x="32243" y="2921"/>
                  </a:lnTo>
                  <a:lnTo>
                    <a:pt x="31925" y="2622"/>
                  </a:lnTo>
                  <a:lnTo>
                    <a:pt x="30767" y="3016"/>
                  </a:lnTo>
                  <a:lnTo>
                    <a:pt x="29459" y="3008"/>
                  </a:lnTo>
                  <a:lnTo>
                    <a:pt x="28642" y="2168"/>
                  </a:lnTo>
                  <a:lnTo>
                    <a:pt x="28616" y="1677"/>
                  </a:lnTo>
                  <a:lnTo>
                    <a:pt x="29635" y="5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2054809" y="1444053"/>
              <a:ext cx="20229" cy="8941"/>
            </a:xfrm>
            <a:custGeom>
              <a:avLst/>
              <a:pathLst>
                <a:path w="20229" h="8941">
                  <a:moveTo>
                    <a:pt x="13195" y="7273"/>
                  </a:moveTo>
                  <a:lnTo>
                    <a:pt x="9882" y="7896"/>
                  </a:lnTo>
                  <a:lnTo>
                    <a:pt x="8354" y="7628"/>
                  </a:lnTo>
                  <a:lnTo>
                    <a:pt x="7544" y="8444"/>
                  </a:lnTo>
                  <a:lnTo>
                    <a:pt x="6909" y="8791"/>
                  </a:lnTo>
                  <a:lnTo>
                    <a:pt x="5098" y="8941"/>
                  </a:lnTo>
                  <a:lnTo>
                    <a:pt x="1368" y="7466"/>
                  </a:lnTo>
                  <a:lnTo>
                    <a:pt x="366" y="6954"/>
                  </a:lnTo>
                  <a:lnTo>
                    <a:pt x="0" y="6478"/>
                  </a:lnTo>
                  <a:lnTo>
                    <a:pt x="151" y="6020"/>
                  </a:lnTo>
                  <a:lnTo>
                    <a:pt x="821" y="5582"/>
                  </a:lnTo>
                  <a:lnTo>
                    <a:pt x="3683" y="4915"/>
                  </a:lnTo>
                  <a:lnTo>
                    <a:pt x="4744" y="4423"/>
                  </a:lnTo>
                  <a:lnTo>
                    <a:pt x="5181" y="3736"/>
                  </a:lnTo>
                  <a:lnTo>
                    <a:pt x="5897" y="3184"/>
                  </a:lnTo>
                  <a:lnTo>
                    <a:pt x="6891" y="2767"/>
                  </a:lnTo>
                  <a:lnTo>
                    <a:pt x="9575" y="2367"/>
                  </a:lnTo>
                  <a:lnTo>
                    <a:pt x="15604" y="294"/>
                  </a:lnTo>
                  <a:lnTo>
                    <a:pt x="18603" y="0"/>
                  </a:lnTo>
                  <a:lnTo>
                    <a:pt x="19779" y="175"/>
                  </a:lnTo>
                  <a:lnTo>
                    <a:pt x="20134" y="724"/>
                  </a:lnTo>
                  <a:lnTo>
                    <a:pt x="20229" y="1271"/>
                  </a:lnTo>
                  <a:lnTo>
                    <a:pt x="20066" y="1820"/>
                  </a:lnTo>
                  <a:lnTo>
                    <a:pt x="19129" y="3224"/>
                  </a:lnTo>
                  <a:lnTo>
                    <a:pt x="17905" y="4319"/>
                  </a:lnTo>
                  <a:lnTo>
                    <a:pt x="14615" y="66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2098183" y="1442159"/>
              <a:ext cx="60916" cy="64355"/>
            </a:xfrm>
            <a:custGeom>
              <a:avLst/>
              <a:pathLst>
                <a:path w="60916" h="64355">
                  <a:moveTo>
                    <a:pt x="28507" y="525"/>
                  </a:moveTo>
                  <a:lnTo>
                    <a:pt x="33027" y="1921"/>
                  </a:lnTo>
                  <a:lnTo>
                    <a:pt x="35228" y="2837"/>
                  </a:lnTo>
                  <a:lnTo>
                    <a:pt x="36309" y="3448"/>
                  </a:lnTo>
                  <a:lnTo>
                    <a:pt x="38369" y="5507"/>
                  </a:lnTo>
                  <a:lnTo>
                    <a:pt x="39418" y="6098"/>
                  </a:lnTo>
                  <a:lnTo>
                    <a:pt x="43429" y="4904"/>
                  </a:lnTo>
                  <a:lnTo>
                    <a:pt x="46234" y="4461"/>
                  </a:lnTo>
                  <a:lnTo>
                    <a:pt x="52476" y="5007"/>
                  </a:lnTo>
                  <a:lnTo>
                    <a:pt x="57776" y="6709"/>
                  </a:lnTo>
                  <a:lnTo>
                    <a:pt x="59726" y="7988"/>
                  </a:lnTo>
                  <a:lnTo>
                    <a:pt x="60916" y="9163"/>
                  </a:lnTo>
                  <a:lnTo>
                    <a:pt x="60608" y="10460"/>
                  </a:lnTo>
                  <a:lnTo>
                    <a:pt x="59632" y="12555"/>
                  </a:lnTo>
                  <a:lnTo>
                    <a:pt x="58488" y="14547"/>
                  </a:lnTo>
                  <a:lnTo>
                    <a:pt x="56198" y="17674"/>
                  </a:lnTo>
                  <a:lnTo>
                    <a:pt x="54252" y="19238"/>
                  </a:lnTo>
                  <a:lnTo>
                    <a:pt x="53771" y="19988"/>
                  </a:lnTo>
                  <a:lnTo>
                    <a:pt x="53466" y="21028"/>
                  </a:lnTo>
                  <a:lnTo>
                    <a:pt x="52711" y="22552"/>
                  </a:lnTo>
                  <a:lnTo>
                    <a:pt x="50620" y="25848"/>
                  </a:lnTo>
                  <a:lnTo>
                    <a:pt x="50062" y="26412"/>
                  </a:lnTo>
                  <a:lnTo>
                    <a:pt x="47117" y="27855"/>
                  </a:lnTo>
                  <a:lnTo>
                    <a:pt x="48126" y="28501"/>
                  </a:lnTo>
                  <a:lnTo>
                    <a:pt x="48587" y="29072"/>
                  </a:lnTo>
                  <a:lnTo>
                    <a:pt x="48200" y="30535"/>
                  </a:lnTo>
                  <a:lnTo>
                    <a:pt x="46342" y="34066"/>
                  </a:lnTo>
                  <a:lnTo>
                    <a:pt x="44417" y="37331"/>
                  </a:lnTo>
                  <a:lnTo>
                    <a:pt x="43070" y="39283"/>
                  </a:lnTo>
                  <a:lnTo>
                    <a:pt x="40624" y="42105"/>
                  </a:lnTo>
                  <a:lnTo>
                    <a:pt x="39278" y="42903"/>
                  </a:lnTo>
                  <a:lnTo>
                    <a:pt x="37470" y="43150"/>
                  </a:lnTo>
                  <a:lnTo>
                    <a:pt x="26553" y="40686"/>
                  </a:lnTo>
                  <a:lnTo>
                    <a:pt x="23814" y="40725"/>
                  </a:lnTo>
                  <a:lnTo>
                    <a:pt x="16533" y="42013"/>
                  </a:lnTo>
                  <a:lnTo>
                    <a:pt x="17219" y="42642"/>
                  </a:lnTo>
                  <a:lnTo>
                    <a:pt x="19885" y="43596"/>
                  </a:lnTo>
                  <a:lnTo>
                    <a:pt x="21605" y="44635"/>
                  </a:lnTo>
                  <a:lnTo>
                    <a:pt x="23887" y="47872"/>
                  </a:lnTo>
                  <a:lnTo>
                    <a:pt x="24184" y="48680"/>
                  </a:lnTo>
                  <a:lnTo>
                    <a:pt x="24328" y="49621"/>
                  </a:lnTo>
                  <a:lnTo>
                    <a:pt x="24240" y="51466"/>
                  </a:lnTo>
                  <a:lnTo>
                    <a:pt x="24084" y="51935"/>
                  </a:lnTo>
                  <a:lnTo>
                    <a:pt x="20454" y="56914"/>
                  </a:lnTo>
                  <a:lnTo>
                    <a:pt x="19281" y="60539"/>
                  </a:lnTo>
                  <a:lnTo>
                    <a:pt x="18533" y="63530"/>
                  </a:lnTo>
                  <a:lnTo>
                    <a:pt x="17310" y="64355"/>
                  </a:lnTo>
                  <a:lnTo>
                    <a:pt x="13243" y="63091"/>
                  </a:lnTo>
                  <a:lnTo>
                    <a:pt x="11931" y="63129"/>
                  </a:lnTo>
                  <a:lnTo>
                    <a:pt x="7366" y="64002"/>
                  </a:lnTo>
                  <a:lnTo>
                    <a:pt x="5236" y="63569"/>
                  </a:lnTo>
                  <a:lnTo>
                    <a:pt x="5537" y="59060"/>
                  </a:lnTo>
                  <a:lnTo>
                    <a:pt x="5239" y="54192"/>
                  </a:lnTo>
                  <a:lnTo>
                    <a:pt x="4568" y="49547"/>
                  </a:lnTo>
                  <a:lnTo>
                    <a:pt x="1155" y="41286"/>
                  </a:lnTo>
                  <a:lnTo>
                    <a:pt x="778" y="39820"/>
                  </a:lnTo>
                  <a:lnTo>
                    <a:pt x="527" y="38244"/>
                  </a:lnTo>
                  <a:lnTo>
                    <a:pt x="400" y="36556"/>
                  </a:lnTo>
                  <a:lnTo>
                    <a:pt x="411" y="34858"/>
                  </a:lnTo>
                  <a:lnTo>
                    <a:pt x="649" y="31424"/>
                  </a:lnTo>
                  <a:lnTo>
                    <a:pt x="675" y="29684"/>
                  </a:lnTo>
                  <a:lnTo>
                    <a:pt x="505" y="25146"/>
                  </a:lnTo>
                  <a:lnTo>
                    <a:pt x="43" y="18358"/>
                  </a:lnTo>
                  <a:lnTo>
                    <a:pt x="0" y="15963"/>
                  </a:lnTo>
                  <a:lnTo>
                    <a:pt x="31" y="15009"/>
                  </a:lnTo>
                  <a:lnTo>
                    <a:pt x="173" y="14281"/>
                  </a:lnTo>
                  <a:lnTo>
                    <a:pt x="904" y="13314"/>
                  </a:lnTo>
                  <a:lnTo>
                    <a:pt x="2308" y="12620"/>
                  </a:lnTo>
                  <a:lnTo>
                    <a:pt x="3015" y="12517"/>
                  </a:lnTo>
                  <a:lnTo>
                    <a:pt x="7501" y="14568"/>
                  </a:lnTo>
                  <a:lnTo>
                    <a:pt x="9564" y="15253"/>
                  </a:lnTo>
                  <a:lnTo>
                    <a:pt x="10937" y="15223"/>
                  </a:lnTo>
                  <a:lnTo>
                    <a:pt x="11012" y="14990"/>
                  </a:lnTo>
                  <a:lnTo>
                    <a:pt x="9791" y="14558"/>
                  </a:lnTo>
                  <a:lnTo>
                    <a:pt x="8643" y="13673"/>
                  </a:lnTo>
                  <a:lnTo>
                    <a:pt x="6772" y="11041"/>
                  </a:lnTo>
                  <a:lnTo>
                    <a:pt x="5913" y="8791"/>
                  </a:lnTo>
                  <a:lnTo>
                    <a:pt x="5742" y="8048"/>
                  </a:lnTo>
                  <a:lnTo>
                    <a:pt x="5701" y="7268"/>
                  </a:lnTo>
                  <a:lnTo>
                    <a:pt x="5791" y="6455"/>
                  </a:lnTo>
                  <a:lnTo>
                    <a:pt x="6062" y="5723"/>
                  </a:lnTo>
                  <a:lnTo>
                    <a:pt x="6998" y="4576"/>
                  </a:lnTo>
                  <a:lnTo>
                    <a:pt x="7761" y="4058"/>
                  </a:lnTo>
                  <a:lnTo>
                    <a:pt x="10576" y="2741"/>
                  </a:lnTo>
                  <a:lnTo>
                    <a:pt x="13411" y="1939"/>
                  </a:lnTo>
                  <a:lnTo>
                    <a:pt x="19669" y="1393"/>
                  </a:lnTo>
                  <a:lnTo>
                    <a:pt x="21443" y="1784"/>
                  </a:lnTo>
                  <a:lnTo>
                    <a:pt x="24152" y="343"/>
                  </a:lnTo>
                  <a:lnTo>
                    <a:pt x="2575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1750670" y="1431333"/>
              <a:ext cx="120287" cy="102154"/>
            </a:xfrm>
            <a:custGeom>
              <a:avLst/>
              <a:pathLst>
                <a:path w="120287" h="102154">
                  <a:moveTo>
                    <a:pt x="70391" y="12903"/>
                  </a:moveTo>
                  <a:lnTo>
                    <a:pt x="73354" y="10161"/>
                  </a:lnTo>
                  <a:lnTo>
                    <a:pt x="75152" y="10013"/>
                  </a:lnTo>
                  <a:lnTo>
                    <a:pt x="76406" y="10256"/>
                  </a:lnTo>
                  <a:lnTo>
                    <a:pt x="76803" y="10606"/>
                  </a:lnTo>
                  <a:lnTo>
                    <a:pt x="77054" y="11147"/>
                  </a:lnTo>
                  <a:lnTo>
                    <a:pt x="77179" y="12337"/>
                  </a:lnTo>
                  <a:lnTo>
                    <a:pt x="77258" y="15283"/>
                  </a:lnTo>
                  <a:lnTo>
                    <a:pt x="77418" y="15648"/>
                  </a:lnTo>
                  <a:lnTo>
                    <a:pt x="77826" y="15481"/>
                  </a:lnTo>
                  <a:lnTo>
                    <a:pt x="78480" y="14785"/>
                  </a:lnTo>
                  <a:lnTo>
                    <a:pt x="81720" y="10431"/>
                  </a:lnTo>
                  <a:lnTo>
                    <a:pt x="83088" y="9236"/>
                  </a:lnTo>
                  <a:lnTo>
                    <a:pt x="84023" y="8879"/>
                  </a:lnTo>
                  <a:lnTo>
                    <a:pt x="87986" y="8225"/>
                  </a:lnTo>
                  <a:lnTo>
                    <a:pt x="90677" y="8245"/>
                  </a:lnTo>
                  <a:lnTo>
                    <a:pt x="93650" y="8651"/>
                  </a:lnTo>
                  <a:lnTo>
                    <a:pt x="95867" y="9260"/>
                  </a:lnTo>
                  <a:lnTo>
                    <a:pt x="99504" y="11050"/>
                  </a:lnTo>
                  <a:lnTo>
                    <a:pt x="102363" y="13110"/>
                  </a:lnTo>
                  <a:lnTo>
                    <a:pt x="104987" y="15305"/>
                  </a:lnTo>
                  <a:lnTo>
                    <a:pt x="113786" y="23555"/>
                  </a:lnTo>
                  <a:lnTo>
                    <a:pt x="117508" y="25990"/>
                  </a:lnTo>
                  <a:lnTo>
                    <a:pt x="118931" y="27373"/>
                  </a:lnTo>
                  <a:lnTo>
                    <a:pt x="119564" y="28380"/>
                  </a:lnTo>
                  <a:lnTo>
                    <a:pt x="120118" y="29644"/>
                  </a:lnTo>
                  <a:lnTo>
                    <a:pt x="120287" y="30824"/>
                  </a:lnTo>
                  <a:lnTo>
                    <a:pt x="120072" y="31922"/>
                  </a:lnTo>
                  <a:lnTo>
                    <a:pt x="119665" y="32688"/>
                  </a:lnTo>
                  <a:lnTo>
                    <a:pt x="118772" y="33342"/>
                  </a:lnTo>
                  <a:lnTo>
                    <a:pt x="113389" y="36105"/>
                  </a:lnTo>
                  <a:lnTo>
                    <a:pt x="110554" y="36951"/>
                  </a:lnTo>
                  <a:lnTo>
                    <a:pt x="107747" y="38173"/>
                  </a:lnTo>
                  <a:lnTo>
                    <a:pt x="101039" y="42486"/>
                  </a:lnTo>
                  <a:lnTo>
                    <a:pt x="96447" y="44541"/>
                  </a:lnTo>
                  <a:lnTo>
                    <a:pt x="90477" y="48546"/>
                  </a:lnTo>
                  <a:lnTo>
                    <a:pt x="79218" y="54990"/>
                  </a:lnTo>
                  <a:lnTo>
                    <a:pt x="77878" y="56284"/>
                  </a:lnTo>
                  <a:lnTo>
                    <a:pt x="77262" y="57214"/>
                  </a:lnTo>
                  <a:lnTo>
                    <a:pt x="74083" y="64556"/>
                  </a:lnTo>
                  <a:lnTo>
                    <a:pt x="72874" y="66261"/>
                  </a:lnTo>
                  <a:lnTo>
                    <a:pt x="69944" y="68000"/>
                  </a:lnTo>
                  <a:lnTo>
                    <a:pt x="66235" y="68434"/>
                  </a:lnTo>
                  <a:lnTo>
                    <a:pt x="65198" y="68922"/>
                  </a:lnTo>
                  <a:lnTo>
                    <a:pt x="65030" y="71460"/>
                  </a:lnTo>
                  <a:lnTo>
                    <a:pt x="63700" y="75676"/>
                  </a:lnTo>
                  <a:lnTo>
                    <a:pt x="63053" y="78514"/>
                  </a:lnTo>
                  <a:lnTo>
                    <a:pt x="62168" y="86114"/>
                  </a:lnTo>
                  <a:lnTo>
                    <a:pt x="61963" y="86875"/>
                  </a:lnTo>
                  <a:lnTo>
                    <a:pt x="61287" y="88283"/>
                  </a:lnTo>
                  <a:lnTo>
                    <a:pt x="60140" y="89809"/>
                  </a:lnTo>
                  <a:lnTo>
                    <a:pt x="56562" y="91568"/>
                  </a:lnTo>
                  <a:lnTo>
                    <a:pt x="53920" y="92492"/>
                  </a:lnTo>
                  <a:lnTo>
                    <a:pt x="50326" y="93259"/>
                  </a:lnTo>
                  <a:lnTo>
                    <a:pt x="49467" y="92734"/>
                  </a:lnTo>
                  <a:lnTo>
                    <a:pt x="48600" y="91528"/>
                  </a:lnTo>
                  <a:lnTo>
                    <a:pt x="47696" y="91422"/>
                  </a:lnTo>
                  <a:lnTo>
                    <a:pt x="47136" y="91611"/>
                  </a:lnTo>
                  <a:lnTo>
                    <a:pt x="42449" y="96896"/>
                  </a:lnTo>
                  <a:lnTo>
                    <a:pt x="37928" y="99035"/>
                  </a:lnTo>
                  <a:lnTo>
                    <a:pt x="35968" y="100967"/>
                  </a:lnTo>
                  <a:lnTo>
                    <a:pt x="34585" y="101874"/>
                  </a:lnTo>
                  <a:lnTo>
                    <a:pt x="33474" y="102154"/>
                  </a:lnTo>
                  <a:lnTo>
                    <a:pt x="31643" y="101982"/>
                  </a:lnTo>
                  <a:lnTo>
                    <a:pt x="30320" y="101107"/>
                  </a:lnTo>
                  <a:lnTo>
                    <a:pt x="29121" y="99755"/>
                  </a:lnTo>
                  <a:lnTo>
                    <a:pt x="28217" y="98287"/>
                  </a:lnTo>
                  <a:lnTo>
                    <a:pt x="25894" y="92249"/>
                  </a:lnTo>
                  <a:lnTo>
                    <a:pt x="24897" y="90183"/>
                  </a:lnTo>
                  <a:lnTo>
                    <a:pt x="24048" y="89151"/>
                  </a:lnTo>
                  <a:lnTo>
                    <a:pt x="21773" y="85474"/>
                  </a:lnTo>
                  <a:lnTo>
                    <a:pt x="21146" y="84737"/>
                  </a:lnTo>
                  <a:lnTo>
                    <a:pt x="12490" y="80076"/>
                  </a:lnTo>
                  <a:lnTo>
                    <a:pt x="8276" y="77462"/>
                  </a:lnTo>
                  <a:lnTo>
                    <a:pt x="7257" y="76541"/>
                  </a:lnTo>
                  <a:lnTo>
                    <a:pt x="6313" y="76001"/>
                  </a:lnTo>
                  <a:lnTo>
                    <a:pt x="902" y="76362"/>
                  </a:lnTo>
                  <a:lnTo>
                    <a:pt x="186" y="76221"/>
                  </a:lnTo>
                  <a:lnTo>
                    <a:pt x="0" y="75835"/>
                  </a:lnTo>
                  <a:lnTo>
                    <a:pt x="640" y="74466"/>
                  </a:lnTo>
                  <a:lnTo>
                    <a:pt x="892" y="73602"/>
                  </a:lnTo>
                  <a:lnTo>
                    <a:pt x="975" y="72755"/>
                  </a:lnTo>
                  <a:lnTo>
                    <a:pt x="882" y="71389"/>
                  </a:lnTo>
                  <a:lnTo>
                    <a:pt x="951" y="71142"/>
                  </a:lnTo>
                  <a:lnTo>
                    <a:pt x="3009" y="69796"/>
                  </a:lnTo>
                  <a:lnTo>
                    <a:pt x="2675" y="69516"/>
                  </a:lnTo>
                  <a:lnTo>
                    <a:pt x="2434" y="68991"/>
                  </a:lnTo>
                  <a:lnTo>
                    <a:pt x="2284" y="68216"/>
                  </a:lnTo>
                  <a:lnTo>
                    <a:pt x="2508" y="67675"/>
                  </a:lnTo>
                  <a:lnTo>
                    <a:pt x="3105" y="67366"/>
                  </a:lnTo>
                  <a:lnTo>
                    <a:pt x="3831" y="66112"/>
                  </a:lnTo>
                  <a:lnTo>
                    <a:pt x="4686" y="63915"/>
                  </a:lnTo>
                  <a:lnTo>
                    <a:pt x="5322" y="62681"/>
                  </a:lnTo>
                  <a:lnTo>
                    <a:pt x="6206" y="61887"/>
                  </a:lnTo>
                  <a:lnTo>
                    <a:pt x="7790" y="59763"/>
                  </a:lnTo>
                  <a:lnTo>
                    <a:pt x="8919" y="58906"/>
                  </a:lnTo>
                  <a:lnTo>
                    <a:pt x="9876" y="57831"/>
                  </a:lnTo>
                  <a:lnTo>
                    <a:pt x="9904" y="57346"/>
                  </a:lnTo>
                  <a:lnTo>
                    <a:pt x="9514" y="56973"/>
                  </a:lnTo>
                  <a:lnTo>
                    <a:pt x="9380" y="56153"/>
                  </a:lnTo>
                  <a:lnTo>
                    <a:pt x="9558" y="53592"/>
                  </a:lnTo>
                  <a:lnTo>
                    <a:pt x="9550" y="52273"/>
                  </a:lnTo>
                  <a:lnTo>
                    <a:pt x="9723" y="51172"/>
                  </a:lnTo>
                  <a:lnTo>
                    <a:pt x="10076" y="50286"/>
                  </a:lnTo>
                  <a:lnTo>
                    <a:pt x="10523" y="49699"/>
                  </a:lnTo>
                  <a:lnTo>
                    <a:pt x="14531" y="47845"/>
                  </a:lnTo>
                  <a:lnTo>
                    <a:pt x="14734" y="47307"/>
                  </a:lnTo>
                  <a:lnTo>
                    <a:pt x="14781" y="46689"/>
                  </a:lnTo>
                  <a:lnTo>
                    <a:pt x="14673" y="45990"/>
                  </a:lnTo>
                  <a:lnTo>
                    <a:pt x="14465" y="45499"/>
                  </a:lnTo>
                  <a:lnTo>
                    <a:pt x="13832" y="45096"/>
                  </a:lnTo>
                  <a:lnTo>
                    <a:pt x="12761" y="44985"/>
                  </a:lnTo>
                  <a:lnTo>
                    <a:pt x="11832" y="43919"/>
                  </a:lnTo>
                  <a:lnTo>
                    <a:pt x="11610" y="43402"/>
                  </a:lnTo>
                  <a:lnTo>
                    <a:pt x="11982" y="41942"/>
                  </a:lnTo>
                  <a:lnTo>
                    <a:pt x="13791" y="39615"/>
                  </a:lnTo>
                  <a:lnTo>
                    <a:pt x="14400" y="38467"/>
                  </a:lnTo>
                  <a:lnTo>
                    <a:pt x="16353" y="33284"/>
                  </a:lnTo>
                  <a:lnTo>
                    <a:pt x="19922" y="30072"/>
                  </a:lnTo>
                  <a:lnTo>
                    <a:pt x="20888" y="26619"/>
                  </a:lnTo>
                  <a:lnTo>
                    <a:pt x="23568" y="22958"/>
                  </a:lnTo>
                  <a:lnTo>
                    <a:pt x="23562" y="22451"/>
                  </a:lnTo>
                  <a:lnTo>
                    <a:pt x="22696" y="21202"/>
                  </a:lnTo>
                  <a:lnTo>
                    <a:pt x="20222" y="20336"/>
                  </a:lnTo>
                  <a:lnTo>
                    <a:pt x="19032" y="19003"/>
                  </a:lnTo>
                  <a:lnTo>
                    <a:pt x="18235" y="17488"/>
                  </a:lnTo>
                  <a:lnTo>
                    <a:pt x="14614" y="8775"/>
                  </a:lnTo>
                  <a:lnTo>
                    <a:pt x="13996" y="8128"/>
                  </a:lnTo>
                  <a:lnTo>
                    <a:pt x="13812" y="7114"/>
                  </a:lnTo>
                  <a:lnTo>
                    <a:pt x="13073" y="6445"/>
                  </a:lnTo>
                  <a:lnTo>
                    <a:pt x="13223" y="5818"/>
                  </a:lnTo>
                  <a:lnTo>
                    <a:pt x="27354" y="3220"/>
                  </a:lnTo>
                  <a:lnTo>
                    <a:pt x="37080" y="2391"/>
                  </a:lnTo>
                  <a:lnTo>
                    <a:pt x="47153" y="132"/>
                  </a:lnTo>
                  <a:lnTo>
                    <a:pt x="49958" y="0"/>
                  </a:lnTo>
                  <a:lnTo>
                    <a:pt x="52132" y="447"/>
                  </a:lnTo>
                  <a:lnTo>
                    <a:pt x="54278" y="1621"/>
                  </a:lnTo>
                  <a:lnTo>
                    <a:pt x="57122" y="3674"/>
                  </a:lnTo>
                  <a:lnTo>
                    <a:pt x="60887" y="5678"/>
                  </a:lnTo>
                  <a:lnTo>
                    <a:pt x="67917" y="8610"/>
                  </a:lnTo>
                  <a:lnTo>
                    <a:pt x="72301" y="9228"/>
                  </a:lnTo>
                  <a:lnTo>
                    <a:pt x="70543" y="11566"/>
                  </a:lnTo>
                  <a:lnTo>
                    <a:pt x="70295" y="122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2073993" y="1428926"/>
              <a:ext cx="5278" cy="4754"/>
            </a:xfrm>
            <a:custGeom>
              <a:avLst/>
              <a:pathLst>
                <a:path w="5278" h="4754">
                  <a:moveTo>
                    <a:pt x="4539" y="2962"/>
                  </a:moveTo>
                  <a:lnTo>
                    <a:pt x="1080" y="4754"/>
                  </a:lnTo>
                  <a:lnTo>
                    <a:pt x="327" y="4058"/>
                  </a:lnTo>
                  <a:lnTo>
                    <a:pt x="0" y="3428"/>
                  </a:lnTo>
                  <a:lnTo>
                    <a:pt x="2689" y="711"/>
                  </a:lnTo>
                  <a:lnTo>
                    <a:pt x="3837" y="0"/>
                  </a:lnTo>
                  <a:lnTo>
                    <a:pt x="4969" y="844"/>
                  </a:lnTo>
                  <a:lnTo>
                    <a:pt x="5278" y="1483"/>
                  </a:lnTo>
                  <a:lnTo>
                    <a:pt x="5134" y="19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2095849" y="1428621"/>
              <a:ext cx="6631" cy="4034"/>
            </a:xfrm>
            <a:custGeom>
              <a:avLst/>
              <a:pathLst>
                <a:path w="6631" h="4034">
                  <a:moveTo>
                    <a:pt x="6261" y="3885"/>
                  </a:moveTo>
                  <a:lnTo>
                    <a:pt x="5734" y="4034"/>
                  </a:lnTo>
                  <a:lnTo>
                    <a:pt x="4709" y="3865"/>
                  </a:lnTo>
                  <a:lnTo>
                    <a:pt x="846" y="2546"/>
                  </a:lnTo>
                  <a:lnTo>
                    <a:pt x="188" y="2005"/>
                  </a:lnTo>
                  <a:lnTo>
                    <a:pt x="0" y="1608"/>
                  </a:lnTo>
                  <a:lnTo>
                    <a:pt x="878" y="1129"/>
                  </a:lnTo>
                  <a:lnTo>
                    <a:pt x="1209" y="618"/>
                  </a:lnTo>
                  <a:lnTo>
                    <a:pt x="2189" y="0"/>
                  </a:lnTo>
                  <a:lnTo>
                    <a:pt x="3918" y="4"/>
                  </a:lnTo>
                  <a:lnTo>
                    <a:pt x="5733" y="1513"/>
                  </a:lnTo>
                  <a:lnTo>
                    <a:pt x="6586" y="2876"/>
                  </a:lnTo>
                  <a:lnTo>
                    <a:pt x="6631" y="34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1991855" y="1405187"/>
              <a:ext cx="14330" cy="11789"/>
            </a:xfrm>
            <a:custGeom>
              <a:avLst/>
              <a:pathLst>
                <a:path w="14330" h="11789">
                  <a:moveTo>
                    <a:pt x="8832" y="11630"/>
                  </a:moveTo>
                  <a:lnTo>
                    <a:pt x="6659" y="11789"/>
                  </a:lnTo>
                  <a:lnTo>
                    <a:pt x="2912" y="10893"/>
                  </a:lnTo>
                  <a:lnTo>
                    <a:pt x="682" y="9166"/>
                  </a:lnTo>
                  <a:lnTo>
                    <a:pt x="0" y="8337"/>
                  </a:lnTo>
                  <a:lnTo>
                    <a:pt x="66" y="7961"/>
                  </a:lnTo>
                  <a:lnTo>
                    <a:pt x="452" y="7590"/>
                  </a:lnTo>
                  <a:lnTo>
                    <a:pt x="990" y="6468"/>
                  </a:lnTo>
                  <a:lnTo>
                    <a:pt x="2267" y="3227"/>
                  </a:lnTo>
                  <a:lnTo>
                    <a:pt x="2745" y="2368"/>
                  </a:lnTo>
                  <a:lnTo>
                    <a:pt x="4755" y="499"/>
                  </a:lnTo>
                  <a:lnTo>
                    <a:pt x="6228" y="0"/>
                  </a:lnTo>
                  <a:lnTo>
                    <a:pt x="9353" y="160"/>
                  </a:lnTo>
                  <a:lnTo>
                    <a:pt x="11167" y="1125"/>
                  </a:lnTo>
                  <a:lnTo>
                    <a:pt x="11925" y="1747"/>
                  </a:lnTo>
                  <a:lnTo>
                    <a:pt x="12466" y="2494"/>
                  </a:lnTo>
                  <a:lnTo>
                    <a:pt x="12998" y="4162"/>
                  </a:lnTo>
                  <a:lnTo>
                    <a:pt x="13129" y="5244"/>
                  </a:lnTo>
                  <a:lnTo>
                    <a:pt x="14041" y="6478"/>
                  </a:lnTo>
                  <a:lnTo>
                    <a:pt x="14314" y="7191"/>
                  </a:lnTo>
                  <a:lnTo>
                    <a:pt x="14330" y="7889"/>
                  </a:lnTo>
                  <a:lnTo>
                    <a:pt x="14076" y="8594"/>
                  </a:lnTo>
                  <a:lnTo>
                    <a:pt x="13552" y="9306"/>
                  </a:lnTo>
                  <a:lnTo>
                    <a:pt x="12353" y="103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2087231" y="1399275"/>
              <a:ext cx="36090" cy="29351"/>
            </a:xfrm>
            <a:custGeom>
              <a:avLst/>
              <a:pathLst>
                <a:path w="36090" h="29351">
                  <a:moveTo>
                    <a:pt x="35180" y="17791"/>
                  </a:moveTo>
                  <a:lnTo>
                    <a:pt x="35920" y="20036"/>
                  </a:lnTo>
                  <a:lnTo>
                    <a:pt x="36054" y="20941"/>
                  </a:lnTo>
                  <a:lnTo>
                    <a:pt x="36090" y="22857"/>
                  </a:lnTo>
                  <a:lnTo>
                    <a:pt x="35775" y="25354"/>
                  </a:lnTo>
                  <a:lnTo>
                    <a:pt x="35564" y="25812"/>
                  </a:lnTo>
                  <a:lnTo>
                    <a:pt x="35260" y="26024"/>
                  </a:lnTo>
                  <a:lnTo>
                    <a:pt x="35114" y="26667"/>
                  </a:lnTo>
                  <a:lnTo>
                    <a:pt x="35127" y="27745"/>
                  </a:lnTo>
                  <a:lnTo>
                    <a:pt x="34829" y="28401"/>
                  </a:lnTo>
                  <a:lnTo>
                    <a:pt x="34218" y="28637"/>
                  </a:lnTo>
                  <a:lnTo>
                    <a:pt x="30093" y="29130"/>
                  </a:lnTo>
                  <a:lnTo>
                    <a:pt x="27545" y="29035"/>
                  </a:lnTo>
                  <a:lnTo>
                    <a:pt x="23765" y="29351"/>
                  </a:lnTo>
                  <a:lnTo>
                    <a:pt x="21892" y="29189"/>
                  </a:lnTo>
                  <a:lnTo>
                    <a:pt x="20665" y="28660"/>
                  </a:lnTo>
                  <a:lnTo>
                    <a:pt x="18883" y="27482"/>
                  </a:lnTo>
                  <a:lnTo>
                    <a:pt x="15116" y="24701"/>
                  </a:lnTo>
                  <a:lnTo>
                    <a:pt x="13215" y="24604"/>
                  </a:lnTo>
                  <a:lnTo>
                    <a:pt x="8449" y="23627"/>
                  </a:lnTo>
                  <a:lnTo>
                    <a:pt x="5815" y="20610"/>
                  </a:lnTo>
                  <a:lnTo>
                    <a:pt x="4808" y="20071"/>
                  </a:lnTo>
                  <a:lnTo>
                    <a:pt x="3791" y="20971"/>
                  </a:lnTo>
                  <a:lnTo>
                    <a:pt x="3514" y="20768"/>
                  </a:lnTo>
                  <a:lnTo>
                    <a:pt x="3234" y="20161"/>
                  </a:lnTo>
                  <a:lnTo>
                    <a:pt x="2951" y="19150"/>
                  </a:lnTo>
                  <a:lnTo>
                    <a:pt x="2454" y="18632"/>
                  </a:lnTo>
                  <a:lnTo>
                    <a:pt x="457" y="18901"/>
                  </a:lnTo>
                  <a:lnTo>
                    <a:pt x="97" y="18561"/>
                  </a:lnTo>
                  <a:lnTo>
                    <a:pt x="0" y="17677"/>
                  </a:lnTo>
                  <a:lnTo>
                    <a:pt x="30" y="16906"/>
                  </a:lnTo>
                  <a:lnTo>
                    <a:pt x="389" y="15699"/>
                  </a:lnTo>
                  <a:lnTo>
                    <a:pt x="2494" y="12370"/>
                  </a:lnTo>
                  <a:lnTo>
                    <a:pt x="3535" y="12136"/>
                  </a:lnTo>
                  <a:lnTo>
                    <a:pt x="4824" y="11522"/>
                  </a:lnTo>
                  <a:lnTo>
                    <a:pt x="5537" y="9724"/>
                  </a:lnTo>
                  <a:lnTo>
                    <a:pt x="5462" y="8029"/>
                  </a:lnTo>
                  <a:lnTo>
                    <a:pt x="7422" y="5503"/>
                  </a:lnTo>
                  <a:lnTo>
                    <a:pt x="8590" y="4757"/>
                  </a:lnTo>
                  <a:lnTo>
                    <a:pt x="10688" y="2995"/>
                  </a:lnTo>
                  <a:lnTo>
                    <a:pt x="17838" y="242"/>
                  </a:lnTo>
                  <a:lnTo>
                    <a:pt x="19810" y="0"/>
                  </a:lnTo>
                  <a:lnTo>
                    <a:pt x="22451" y="206"/>
                  </a:lnTo>
                  <a:lnTo>
                    <a:pt x="24999" y="1083"/>
                  </a:lnTo>
                  <a:lnTo>
                    <a:pt x="26962" y="2539"/>
                  </a:lnTo>
                  <a:lnTo>
                    <a:pt x="30962" y="6132"/>
                  </a:lnTo>
                  <a:lnTo>
                    <a:pt x="32783" y="8303"/>
                  </a:lnTo>
                  <a:lnTo>
                    <a:pt x="33750" y="10533"/>
                  </a:lnTo>
                  <a:lnTo>
                    <a:pt x="34620" y="11813"/>
                  </a:lnTo>
                  <a:lnTo>
                    <a:pt x="35698" y="14572"/>
                  </a:lnTo>
                  <a:lnTo>
                    <a:pt x="35305" y="15651"/>
                  </a:lnTo>
                  <a:lnTo>
                    <a:pt x="35074" y="171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2082386" y="1398548"/>
              <a:ext cx="12207" cy="8436"/>
            </a:xfrm>
            <a:custGeom>
              <a:avLst/>
              <a:pathLst>
                <a:path w="12207" h="8436">
                  <a:moveTo>
                    <a:pt x="10841" y="4270"/>
                  </a:moveTo>
                  <a:lnTo>
                    <a:pt x="9945" y="5241"/>
                  </a:lnTo>
                  <a:lnTo>
                    <a:pt x="9022" y="5313"/>
                  </a:lnTo>
                  <a:lnTo>
                    <a:pt x="7781" y="4393"/>
                  </a:lnTo>
                  <a:lnTo>
                    <a:pt x="6433" y="4739"/>
                  </a:lnTo>
                  <a:lnTo>
                    <a:pt x="4588" y="6599"/>
                  </a:lnTo>
                  <a:lnTo>
                    <a:pt x="3931" y="7696"/>
                  </a:lnTo>
                  <a:lnTo>
                    <a:pt x="3427" y="8092"/>
                  </a:lnTo>
                  <a:lnTo>
                    <a:pt x="1881" y="8436"/>
                  </a:lnTo>
                  <a:lnTo>
                    <a:pt x="1214" y="8124"/>
                  </a:lnTo>
                  <a:lnTo>
                    <a:pt x="587" y="7150"/>
                  </a:lnTo>
                  <a:lnTo>
                    <a:pt x="0" y="5513"/>
                  </a:lnTo>
                  <a:lnTo>
                    <a:pt x="435" y="4279"/>
                  </a:lnTo>
                  <a:lnTo>
                    <a:pt x="1893" y="3448"/>
                  </a:lnTo>
                  <a:lnTo>
                    <a:pt x="5728" y="2097"/>
                  </a:lnTo>
                  <a:lnTo>
                    <a:pt x="6823" y="1427"/>
                  </a:lnTo>
                  <a:lnTo>
                    <a:pt x="6944" y="706"/>
                  </a:lnTo>
                  <a:lnTo>
                    <a:pt x="7173" y="230"/>
                  </a:lnTo>
                  <a:lnTo>
                    <a:pt x="7512" y="0"/>
                  </a:lnTo>
                  <a:lnTo>
                    <a:pt x="10072" y="1214"/>
                  </a:lnTo>
                  <a:lnTo>
                    <a:pt x="11287" y="2034"/>
                  </a:lnTo>
                  <a:lnTo>
                    <a:pt x="12207" y="2963"/>
                  </a:lnTo>
                  <a:lnTo>
                    <a:pt x="12107" y="33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1803658" y="1390189"/>
              <a:ext cx="4168" cy="5817"/>
            </a:xfrm>
            <a:custGeom>
              <a:avLst/>
              <a:pathLst>
                <a:path w="4168" h="5817">
                  <a:moveTo>
                    <a:pt x="1895" y="5680"/>
                  </a:moveTo>
                  <a:lnTo>
                    <a:pt x="996" y="5817"/>
                  </a:lnTo>
                  <a:lnTo>
                    <a:pt x="0" y="5485"/>
                  </a:lnTo>
                  <a:lnTo>
                    <a:pt x="228" y="4727"/>
                  </a:lnTo>
                  <a:lnTo>
                    <a:pt x="2469" y="2659"/>
                  </a:lnTo>
                  <a:lnTo>
                    <a:pt x="2594" y="2067"/>
                  </a:lnTo>
                  <a:lnTo>
                    <a:pt x="2564" y="1585"/>
                  </a:lnTo>
                  <a:lnTo>
                    <a:pt x="2285" y="1020"/>
                  </a:lnTo>
                  <a:lnTo>
                    <a:pt x="2852" y="297"/>
                  </a:lnTo>
                  <a:lnTo>
                    <a:pt x="3762" y="0"/>
                  </a:lnTo>
                  <a:lnTo>
                    <a:pt x="4063" y="281"/>
                  </a:lnTo>
                  <a:lnTo>
                    <a:pt x="4168" y="910"/>
                  </a:lnTo>
                  <a:lnTo>
                    <a:pt x="3959" y="2747"/>
                  </a:lnTo>
                  <a:lnTo>
                    <a:pt x="3678" y="3635"/>
                  </a:lnTo>
                  <a:lnTo>
                    <a:pt x="3291" y="4394"/>
                  </a:lnTo>
                  <a:lnTo>
                    <a:pt x="2696" y="50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2106777" y="1388448"/>
              <a:ext cx="6961" cy="7315"/>
            </a:xfrm>
            <a:custGeom>
              <a:avLst/>
              <a:pathLst>
                <a:path w="6961" h="7315">
                  <a:moveTo>
                    <a:pt x="4311" y="7302"/>
                  </a:moveTo>
                  <a:lnTo>
                    <a:pt x="3186" y="7315"/>
                  </a:lnTo>
                  <a:lnTo>
                    <a:pt x="1723" y="6700"/>
                  </a:lnTo>
                  <a:lnTo>
                    <a:pt x="1310" y="6058"/>
                  </a:lnTo>
                  <a:lnTo>
                    <a:pt x="995" y="5178"/>
                  </a:lnTo>
                  <a:lnTo>
                    <a:pt x="777" y="4061"/>
                  </a:lnTo>
                  <a:lnTo>
                    <a:pt x="473" y="3168"/>
                  </a:lnTo>
                  <a:lnTo>
                    <a:pt x="82" y="2499"/>
                  </a:lnTo>
                  <a:lnTo>
                    <a:pt x="0" y="1940"/>
                  </a:lnTo>
                  <a:lnTo>
                    <a:pt x="228" y="1491"/>
                  </a:lnTo>
                  <a:lnTo>
                    <a:pt x="706" y="1240"/>
                  </a:lnTo>
                  <a:lnTo>
                    <a:pt x="1799" y="1158"/>
                  </a:lnTo>
                  <a:lnTo>
                    <a:pt x="4181" y="0"/>
                  </a:lnTo>
                  <a:lnTo>
                    <a:pt x="4632" y="125"/>
                  </a:lnTo>
                  <a:lnTo>
                    <a:pt x="4947" y="738"/>
                  </a:lnTo>
                  <a:lnTo>
                    <a:pt x="5269" y="2344"/>
                  </a:lnTo>
                  <a:lnTo>
                    <a:pt x="5609" y="3296"/>
                  </a:lnTo>
                  <a:lnTo>
                    <a:pt x="6548" y="5037"/>
                  </a:lnTo>
                  <a:lnTo>
                    <a:pt x="6961" y="6156"/>
                  </a:lnTo>
                  <a:lnTo>
                    <a:pt x="6872" y="6504"/>
                  </a:lnTo>
                  <a:lnTo>
                    <a:pt x="6578" y="68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1824905" y="1384942"/>
              <a:ext cx="21813" cy="17719"/>
            </a:xfrm>
            <a:custGeom>
              <a:avLst/>
              <a:pathLst>
                <a:path w="21813" h="17719">
                  <a:moveTo>
                    <a:pt x="12272" y="15820"/>
                  </a:moveTo>
                  <a:lnTo>
                    <a:pt x="8984" y="17719"/>
                  </a:lnTo>
                  <a:lnTo>
                    <a:pt x="6645" y="17521"/>
                  </a:lnTo>
                  <a:lnTo>
                    <a:pt x="3543" y="16126"/>
                  </a:lnTo>
                  <a:lnTo>
                    <a:pt x="1018" y="15653"/>
                  </a:lnTo>
                  <a:lnTo>
                    <a:pt x="130" y="15190"/>
                  </a:lnTo>
                  <a:lnTo>
                    <a:pt x="0" y="14708"/>
                  </a:lnTo>
                  <a:lnTo>
                    <a:pt x="856" y="13372"/>
                  </a:lnTo>
                  <a:lnTo>
                    <a:pt x="1930" y="12305"/>
                  </a:lnTo>
                  <a:lnTo>
                    <a:pt x="4500" y="10209"/>
                  </a:lnTo>
                  <a:lnTo>
                    <a:pt x="8844" y="6171"/>
                  </a:lnTo>
                  <a:lnTo>
                    <a:pt x="11687" y="4642"/>
                  </a:lnTo>
                  <a:lnTo>
                    <a:pt x="14476" y="3563"/>
                  </a:lnTo>
                  <a:lnTo>
                    <a:pt x="17322" y="1152"/>
                  </a:lnTo>
                  <a:lnTo>
                    <a:pt x="18897" y="78"/>
                  </a:lnTo>
                  <a:lnTo>
                    <a:pt x="20264" y="0"/>
                  </a:lnTo>
                  <a:lnTo>
                    <a:pt x="21657" y="463"/>
                  </a:lnTo>
                  <a:lnTo>
                    <a:pt x="21813" y="1119"/>
                  </a:lnTo>
                  <a:lnTo>
                    <a:pt x="20348" y="4406"/>
                  </a:lnTo>
                  <a:lnTo>
                    <a:pt x="19317" y="5730"/>
                  </a:lnTo>
                  <a:lnTo>
                    <a:pt x="17305" y="9149"/>
                  </a:lnTo>
                  <a:lnTo>
                    <a:pt x="13442" y="148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2281728" y="1384031"/>
              <a:ext cx="9822" cy="9463"/>
            </a:xfrm>
            <a:custGeom>
              <a:avLst/>
              <a:pathLst>
                <a:path w="9822" h="9463">
                  <a:moveTo>
                    <a:pt x="7315" y="6501"/>
                  </a:moveTo>
                  <a:lnTo>
                    <a:pt x="7445" y="8241"/>
                  </a:lnTo>
                  <a:lnTo>
                    <a:pt x="6609" y="8161"/>
                  </a:lnTo>
                  <a:lnTo>
                    <a:pt x="3947" y="9300"/>
                  </a:lnTo>
                  <a:lnTo>
                    <a:pt x="1774" y="9463"/>
                  </a:lnTo>
                  <a:lnTo>
                    <a:pt x="690" y="8952"/>
                  </a:lnTo>
                  <a:lnTo>
                    <a:pt x="0" y="7760"/>
                  </a:lnTo>
                  <a:lnTo>
                    <a:pt x="1696" y="5541"/>
                  </a:lnTo>
                  <a:lnTo>
                    <a:pt x="3647" y="3990"/>
                  </a:lnTo>
                  <a:lnTo>
                    <a:pt x="5988" y="1581"/>
                  </a:lnTo>
                  <a:lnTo>
                    <a:pt x="7933" y="0"/>
                  </a:lnTo>
                  <a:lnTo>
                    <a:pt x="8894" y="331"/>
                  </a:lnTo>
                  <a:lnTo>
                    <a:pt x="9822" y="1170"/>
                  </a:lnTo>
                  <a:lnTo>
                    <a:pt x="8657" y="3559"/>
                  </a:lnTo>
                  <a:lnTo>
                    <a:pt x="7389" y="47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1997394" y="1379139"/>
              <a:ext cx="27596" cy="16194"/>
            </a:xfrm>
            <a:custGeom>
              <a:avLst/>
              <a:pathLst>
                <a:path w="27596" h="16194">
                  <a:moveTo>
                    <a:pt x="25072" y="8763"/>
                  </a:moveTo>
                  <a:lnTo>
                    <a:pt x="27483" y="10577"/>
                  </a:lnTo>
                  <a:lnTo>
                    <a:pt x="27596" y="10994"/>
                  </a:lnTo>
                  <a:lnTo>
                    <a:pt x="27142" y="11339"/>
                  </a:lnTo>
                  <a:lnTo>
                    <a:pt x="24028" y="12301"/>
                  </a:lnTo>
                  <a:lnTo>
                    <a:pt x="22816" y="13069"/>
                  </a:lnTo>
                  <a:lnTo>
                    <a:pt x="21804" y="14865"/>
                  </a:lnTo>
                  <a:lnTo>
                    <a:pt x="21019" y="15697"/>
                  </a:lnTo>
                  <a:lnTo>
                    <a:pt x="16830" y="16194"/>
                  </a:lnTo>
                  <a:lnTo>
                    <a:pt x="12558" y="16171"/>
                  </a:lnTo>
                  <a:lnTo>
                    <a:pt x="13364" y="14435"/>
                  </a:lnTo>
                  <a:lnTo>
                    <a:pt x="15703" y="11601"/>
                  </a:lnTo>
                  <a:lnTo>
                    <a:pt x="13861" y="10430"/>
                  </a:lnTo>
                  <a:lnTo>
                    <a:pt x="7322" y="12383"/>
                  </a:lnTo>
                  <a:lnTo>
                    <a:pt x="4842" y="11180"/>
                  </a:lnTo>
                  <a:lnTo>
                    <a:pt x="6965" y="8110"/>
                  </a:lnTo>
                  <a:lnTo>
                    <a:pt x="4851" y="7828"/>
                  </a:lnTo>
                  <a:lnTo>
                    <a:pt x="1882" y="7815"/>
                  </a:lnTo>
                  <a:lnTo>
                    <a:pt x="0" y="5997"/>
                  </a:lnTo>
                  <a:lnTo>
                    <a:pt x="637" y="3816"/>
                  </a:lnTo>
                  <a:lnTo>
                    <a:pt x="4534" y="2614"/>
                  </a:lnTo>
                  <a:lnTo>
                    <a:pt x="9604" y="1574"/>
                  </a:lnTo>
                  <a:lnTo>
                    <a:pt x="15050" y="0"/>
                  </a:lnTo>
                  <a:lnTo>
                    <a:pt x="19310" y="131"/>
                  </a:lnTo>
                  <a:lnTo>
                    <a:pt x="20967" y="881"/>
                  </a:lnTo>
                  <a:lnTo>
                    <a:pt x="21519" y="3399"/>
                  </a:lnTo>
                  <a:lnTo>
                    <a:pt x="22049" y="6394"/>
                  </a:lnTo>
                  <a:lnTo>
                    <a:pt x="22790" y="66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1995128" y="1368659"/>
              <a:ext cx="18061" cy="10042"/>
            </a:xfrm>
            <a:custGeom>
              <a:avLst/>
              <a:pathLst>
                <a:path w="18061" h="10042">
                  <a:moveTo>
                    <a:pt x="6676" y="2452"/>
                  </a:moveTo>
                  <a:lnTo>
                    <a:pt x="7244" y="2615"/>
                  </a:lnTo>
                  <a:lnTo>
                    <a:pt x="8998" y="2027"/>
                  </a:lnTo>
                  <a:lnTo>
                    <a:pt x="10130" y="1921"/>
                  </a:lnTo>
                  <a:lnTo>
                    <a:pt x="11391" y="3034"/>
                  </a:lnTo>
                  <a:lnTo>
                    <a:pt x="11719" y="3760"/>
                  </a:lnTo>
                  <a:lnTo>
                    <a:pt x="16259" y="5574"/>
                  </a:lnTo>
                  <a:lnTo>
                    <a:pt x="17857" y="6390"/>
                  </a:lnTo>
                  <a:lnTo>
                    <a:pt x="18061" y="6932"/>
                  </a:lnTo>
                  <a:lnTo>
                    <a:pt x="17493" y="7710"/>
                  </a:lnTo>
                  <a:lnTo>
                    <a:pt x="16151" y="8724"/>
                  </a:lnTo>
                  <a:lnTo>
                    <a:pt x="14864" y="9413"/>
                  </a:lnTo>
                  <a:lnTo>
                    <a:pt x="13013" y="9959"/>
                  </a:lnTo>
                  <a:lnTo>
                    <a:pt x="3824" y="10042"/>
                  </a:lnTo>
                  <a:lnTo>
                    <a:pt x="2825" y="9795"/>
                  </a:lnTo>
                  <a:lnTo>
                    <a:pt x="2248" y="8893"/>
                  </a:lnTo>
                  <a:lnTo>
                    <a:pt x="1111" y="5530"/>
                  </a:lnTo>
                  <a:lnTo>
                    <a:pt x="304" y="3721"/>
                  </a:lnTo>
                  <a:lnTo>
                    <a:pt x="0" y="2464"/>
                  </a:lnTo>
                  <a:lnTo>
                    <a:pt x="199" y="1761"/>
                  </a:lnTo>
                  <a:lnTo>
                    <a:pt x="1181" y="1056"/>
                  </a:lnTo>
                  <a:lnTo>
                    <a:pt x="4579" y="0"/>
                  </a:lnTo>
                  <a:lnTo>
                    <a:pt x="6082" y="0"/>
                  </a:lnTo>
                  <a:lnTo>
                    <a:pt x="7026" y="269"/>
                  </a:lnTo>
                  <a:lnTo>
                    <a:pt x="7410" y="808"/>
                  </a:lnTo>
                  <a:lnTo>
                    <a:pt x="7294" y="15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2015906" y="1367840"/>
              <a:ext cx="62850" cy="50531"/>
            </a:xfrm>
            <a:custGeom>
              <a:avLst/>
              <a:pathLst>
                <a:path w="62850" h="50531">
                  <a:moveTo>
                    <a:pt x="58651" y="6717"/>
                  </a:moveTo>
                  <a:lnTo>
                    <a:pt x="58780" y="8037"/>
                  </a:lnTo>
                  <a:lnTo>
                    <a:pt x="58641" y="9055"/>
                  </a:lnTo>
                  <a:lnTo>
                    <a:pt x="58235" y="9772"/>
                  </a:lnTo>
                  <a:lnTo>
                    <a:pt x="58216" y="10596"/>
                  </a:lnTo>
                  <a:lnTo>
                    <a:pt x="58583" y="11528"/>
                  </a:lnTo>
                  <a:lnTo>
                    <a:pt x="60122" y="13877"/>
                  </a:lnTo>
                  <a:lnTo>
                    <a:pt x="60611" y="15138"/>
                  </a:lnTo>
                  <a:lnTo>
                    <a:pt x="60684" y="16403"/>
                  </a:lnTo>
                  <a:lnTo>
                    <a:pt x="60606" y="17269"/>
                  </a:lnTo>
                  <a:lnTo>
                    <a:pt x="59658" y="18946"/>
                  </a:lnTo>
                  <a:lnTo>
                    <a:pt x="59237" y="21118"/>
                  </a:lnTo>
                  <a:lnTo>
                    <a:pt x="59213" y="22269"/>
                  </a:lnTo>
                  <a:lnTo>
                    <a:pt x="59778" y="24067"/>
                  </a:lnTo>
                  <a:lnTo>
                    <a:pt x="59794" y="24903"/>
                  </a:lnTo>
                  <a:lnTo>
                    <a:pt x="58728" y="26335"/>
                  </a:lnTo>
                  <a:lnTo>
                    <a:pt x="56469" y="27584"/>
                  </a:lnTo>
                  <a:lnTo>
                    <a:pt x="56789" y="28241"/>
                  </a:lnTo>
                  <a:lnTo>
                    <a:pt x="61659" y="29823"/>
                  </a:lnTo>
                  <a:lnTo>
                    <a:pt x="62028" y="30179"/>
                  </a:lnTo>
                  <a:lnTo>
                    <a:pt x="62004" y="33737"/>
                  </a:lnTo>
                  <a:lnTo>
                    <a:pt x="62850" y="37646"/>
                  </a:lnTo>
                  <a:lnTo>
                    <a:pt x="62535" y="37722"/>
                  </a:lnTo>
                  <a:lnTo>
                    <a:pt x="61364" y="36499"/>
                  </a:lnTo>
                  <a:lnTo>
                    <a:pt x="59199" y="35047"/>
                  </a:lnTo>
                  <a:lnTo>
                    <a:pt x="56611" y="37755"/>
                  </a:lnTo>
                  <a:lnTo>
                    <a:pt x="56904" y="42359"/>
                  </a:lnTo>
                  <a:lnTo>
                    <a:pt x="58606" y="44413"/>
                  </a:lnTo>
                  <a:lnTo>
                    <a:pt x="59123" y="45584"/>
                  </a:lnTo>
                  <a:lnTo>
                    <a:pt x="58958" y="46290"/>
                  </a:lnTo>
                  <a:lnTo>
                    <a:pt x="57518" y="46604"/>
                  </a:lnTo>
                  <a:lnTo>
                    <a:pt x="57019" y="46451"/>
                  </a:lnTo>
                  <a:lnTo>
                    <a:pt x="55545" y="45522"/>
                  </a:lnTo>
                  <a:lnTo>
                    <a:pt x="54688" y="44117"/>
                  </a:lnTo>
                  <a:lnTo>
                    <a:pt x="54418" y="44166"/>
                  </a:lnTo>
                  <a:lnTo>
                    <a:pt x="54154" y="44844"/>
                  </a:lnTo>
                  <a:lnTo>
                    <a:pt x="54326" y="45531"/>
                  </a:lnTo>
                  <a:lnTo>
                    <a:pt x="55325" y="46780"/>
                  </a:lnTo>
                  <a:lnTo>
                    <a:pt x="55747" y="48273"/>
                  </a:lnTo>
                  <a:lnTo>
                    <a:pt x="55304" y="48698"/>
                  </a:lnTo>
                  <a:lnTo>
                    <a:pt x="53818" y="49084"/>
                  </a:lnTo>
                  <a:lnTo>
                    <a:pt x="51813" y="49100"/>
                  </a:lnTo>
                  <a:lnTo>
                    <a:pt x="48665" y="49775"/>
                  </a:lnTo>
                  <a:lnTo>
                    <a:pt x="47113" y="49879"/>
                  </a:lnTo>
                  <a:lnTo>
                    <a:pt x="45602" y="49514"/>
                  </a:lnTo>
                  <a:lnTo>
                    <a:pt x="43586" y="49428"/>
                  </a:lnTo>
                  <a:lnTo>
                    <a:pt x="41908" y="49586"/>
                  </a:lnTo>
                  <a:lnTo>
                    <a:pt x="40883" y="49289"/>
                  </a:lnTo>
                  <a:lnTo>
                    <a:pt x="39948" y="48591"/>
                  </a:lnTo>
                  <a:lnTo>
                    <a:pt x="38861" y="48758"/>
                  </a:lnTo>
                  <a:lnTo>
                    <a:pt x="36487" y="50531"/>
                  </a:lnTo>
                  <a:lnTo>
                    <a:pt x="32808" y="49967"/>
                  </a:lnTo>
                  <a:lnTo>
                    <a:pt x="29496" y="49823"/>
                  </a:lnTo>
                  <a:lnTo>
                    <a:pt x="28830" y="49232"/>
                  </a:lnTo>
                  <a:lnTo>
                    <a:pt x="28089" y="48079"/>
                  </a:lnTo>
                  <a:lnTo>
                    <a:pt x="26629" y="44483"/>
                  </a:lnTo>
                  <a:lnTo>
                    <a:pt x="26906" y="43577"/>
                  </a:lnTo>
                  <a:lnTo>
                    <a:pt x="30444" y="43088"/>
                  </a:lnTo>
                  <a:lnTo>
                    <a:pt x="30517" y="42778"/>
                  </a:lnTo>
                  <a:lnTo>
                    <a:pt x="28003" y="41495"/>
                  </a:lnTo>
                  <a:lnTo>
                    <a:pt x="25117" y="40553"/>
                  </a:lnTo>
                  <a:lnTo>
                    <a:pt x="23779" y="39811"/>
                  </a:lnTo>
                  <a:lnTo>
                    <a:pt x="24089" y="38399"/>
                  </a:lnTo>
                  <a:lnTo>
                    <a:pt x="24001" y="38044"/>
                  </a:lnTo>
                  <a:lnTo>
                    <a:pt x="28975" y="36429"/>
                  </a:lnTo>
                  <a:lnTo>
                    <a:pt x="32593" y="33252"/>
                  </a:lnTo>
                  <a:lnTo>
                    <a:pt x="34838" y="31959"/>
                  </a:lnTo>
                  <a:lnTo>
                    <a:pt x="35001" y="31335"/>
                  </a:lnTo>
                  <a:lnTo>
                    <a:pt x="36898" y="30685"/>
                  </a:lnTo>
                  <a:lnTo>
                    <a:pt x="41291" y="30294"/>
                  </a:lnTo>
                  <a:lnTo>
                    <a:pt x="41462" y="29414"/>
                  </a:lnTo>
                  <a:lnTo>
                    <a:pt x="33170" y="29921"/>
                  </a:lnTo>
                  <a:lnTo>
                    <a:pt x="21816" y="31718"/>
                  </a:lnTo>
                  <a:lnTo>
                    <a:pt x="18305" y="32604"/>
                  </a:lnTo>
                  <a:lnTo>
                    <a:pt x="15376" y="32088"/>
                  </a:lnTo>
                  <a:lnTo>
                    <a:pt x="2947" y="34874"/>
                  </a:lnTo>
                  <a:lnTo>
                    <a:pt x="2417" y="34873"/>
                  </a:lnTo>
                  <a:lnTo>
                    <a:pt x="1117" y="33988"/>
                  </a:lnTo>
                  <a:lnTo>
                    <a:pt x="0" y="32332"/>
                  </a:lnTo>
                  <a:lnTo>
                    <a:pt x="801" y="31177"/>
                  </a:lnTo>
                  <a:lnTo>
                    <a:pt x="4451" y="28987"/>
                  </a:lnTo>
                  <a:lnTo>
                    <a:pt x="6277" y="27070"/>
                  </a:lnTo>
                  <a:lnTo>
                    <a:pt x="6063" y="26034"/>
                  </a:lnTo>
                  <a:lnTo>
                    <a:pt x="7512" y="24194"/>
                  </a:lnTo>
                  <a:lnTo>
                    <a:pt x="9835" y="23934"/>
                  </a:lnTo>
                  <a:lnTo>
                    <a:pt x="13784" y="25447"/>
                  </a:lnTo>
                  <a:lnTo>
                    <a:pt x="15838" y="26946"/>
                  </a:lnTo>
                  <a:lnTo>
                    <a:pt x="17677" y="27647"/>
                  </a:lnTo>
                  <a:lnTo>
                    <a:pt x="19311" y="27509"/>
                  </a:lnTo>
                  <a:lnTo>
                    <a:pt x="20998" y="26458"/>
                  </a:lnTo>
                  <a:lnTo>
                    <a:pt x="20571" y="26341"/>
                  </a:lnTo>
                  <a:lnTo>
                    <a:pt x="17707" y="26895"/>
                  </a:lnTo>
                  <a:lnTo>
                    <a:pt x="17371" y="26734"/>
                  </a:lnTo>
                  <a:lnTo>
                    <a:pt x="15910" y="25057"/>
                  </a:lnTo>
                  <a:lnTo>
                    <a:pt x="15273" y="23991"/>
                  </a:lnTo>
                  <a:lnTo>
                    <a:pt x="14863" y="22923"/>
                  </a:lnTo>
                  <a:lnTo>
                    <a:pt x="14841" y="22168"/>
                  </a:lnTo>
                  <a:lnTo>
                    <a:pt x="15721" y="20739"/>
                  </a:lnTo>
                  <a:lnTo>
                    <a:pt x="12436" y="20268"/>
                  </a:lnTo>
                  <a:lnTo>
                    <a:pt x="11210" y="19280"/>
                  </a:lnTo>
                  <a:lnTo>
                    <a:pt x="10649" y="18047"/>
                  </a:lnTo>
                  <a:lnTo>
                    <a:pt x="10773" y="17510"/>
                  </a:lnTo>
                  <a:lnTo>
                    <a:pt x="11808" y="16067"/>
                  </a:lnTo>
                  <a:lnTo>
                    <a:pt x="14598" y="14081"/>
                  </a:lnTo>
                  <a:lnTo>
                    <a:pt x="14275" y="13533"/>
                  </a:lnTo>
                  <a:lnTo>
                    <a:pt x="10215" y="13576"/>
                  </a:lnTo>
                  <a:lnTo>
                    <a:pt x="9322" y="13318"/>
                  </a:lnTo>
                  <a:lnTo>
                    <a:pt x="7592" y="12085"/>
                  </a:lnTo>
                  <a:lnTo>
                    <a:pt x="7972" y="10715"/>
                  </a:lnTo>
                  <a:lnTo>
                    <a:pt x="9589" y="8711"/>
                  </a:lnTo>
                  <a:lnTo>
                    <a:pt x="10806" y="7529"/>
                  </a:lnTo>
                  <a:lnTo>
                    <a:pt x="11622" y="7167"/>
                  </a:lnTo>
                  <a:lnTo>
                    <a:pt x="12892" y="7175"/>
                  </a:lnTo>
                  <a:lnTo>
                    <a:pt x="15907" y="7947"/>
                  </a:lnTo>
                  <a:lnTo>
                    <a:pt x="16775" y="8372"/>
                  </a:lnTo>
                  <a:lnTo>
                    <a:pt x="19085" y="10303"/>
                  </a:lnTo>
                  <a:lnTo>
                    <a:pt x="19674" y="11405"/>
                  </a:lnTo>
                  <a:lnTo>
                    <a:pt x="19601" y="12467"/>
                  </a:lnTo>
                  <a:lnTo>
                    <a:pt x="20043" y="13246"/>
                  </a:lnTo>
                  <a:lnTo>
                    <a:pt x="21835" y="14383"/>
                  </a:lnTo>
                  <a:lnTo>
                    <a:pt x="29539" y="20276"/>
                  </a:lnTo>
                  <a:lnTo>
                    <a:pt x="30977" y="21671"/>
                  </a:lnTo>
                  <a:lnTo>
                    <a:pt x="31962" y="22288"/>
                  </a:lnTo>
                  <a:lnTo>
                    <a:pt x="33741" y="22741"/>
                  </a:lnTo>
                  <a:lnTo>
                    <a:pt x="34784" y="22647"/>
                  </a:lnTo>
                  <a:lnTo>
                    <a:pt x="35631" y="22232"/>
                  </a:lnTo>
                  <a:lnTo>
                    <a:pt x="35773" y="21692"/>
                  </a:lnTo>
                  <a:lnTo>
                    <a:pt x="32443" y="19630"/>
                  </a:lnTo>
                  <a:lnTo>
                    <a:pt x="31607" y="18534"/>
                  </a:lnTo>
                  <a:lnTo>
                    <a:pt x="30895" y="17038"/>
                  </a:lnTo>
                  <a:lnTo>
                    <a:pt x="31206" y="16556"/>
                  </a:lnTo>
                  <a:lnTo>
                    <a:pt x="32173" y="16389"/>
                  </a:lnTo>
                  <a:lnTo>
                    <a:pt x="34608" y="16583"/>
                  </a:lnTo>
                  <a:lnTo>
                    <a:pt x="37475" y="16179"/>
                  </a:lnTo>
                  <a:lnTo>
                    <a:pt x="34297" y="15550"/>
                  </a:lnTo>
                  <a:lnTo>
                    <a:pt x="32221" y="14715"/>
                  </a:lnTo>
                  <a:lnTo>
                    <a:pt x="30090" y="14675"/>
                  </a:lnTo>
                  <a:lnTo>
                    <a:pt x="27427" y="13336"/>
                  </a:lnTo>
                  <a:lnTo>
                    <a:pt x="27425" y="12917"/>
                  </a:lnTo>
                  <a:lnTo>
                    <a:pt x="28078" y="12490"/>
                  </a:lnTo>
                  <a:lnTo>
                    <a:pt x="31702" y="11896"/>
                  </a:lnTo>
                  <a:lnTo>
                    <a:pt x="32388" y="11640"/>
                  </a:lnTo>
                  <a:lnTo>
                    <a:pt x="32450" y="11269"/>
                  </a:lnTo>
                  <a:lnTo>
                    <a:pt x="31251" y="10373"/>
                  </a:lnTo>
                  <a:lnTo>
                    <a:pt x="30183" y="9886"/>
                  </a:lnTo>
                  <a:lnTo>
                    <a:pt x="24705" y="8802"/>
                  </a:lnTo>
                  <a:lnTo>
                    <a:pt x="22758" y="7589"/>
                  </a:lnTo>
                  <a:lnTo>
                    <a:pt x="22140" y="7010"/>
                  </a:lnTo>
                  <a:lnTo>
                    <a:pt x="21942" y="6452"/>
                  </a:lnTo>
                  <a:lnTo>
                    <a:pt x="22645" y="5022"/>
                  </a:lnTo>
                  <a:lnTo>
                    <a:pt x="25591" y="3227"/>
                  </a:lnTo>
                  <a:lnTo>
                    <a:pt x="27729" y="2371"/>
                  </a:lnTo>
                  <a:lnTo>
                    <a:pt x="31403" y="1745"/>
                  </a:lnTo>
                  <a:lnTo>
                    <a:pt x="34333" y="1820"/>
                  </a:lnTo>
                  <a:lnTo>
                    <a:pt x="36002" y="2060"/>
                  </a:lnTo>
                  <a:lnTo>
                    <a:pt x="39910" y="5099"/>
                  </a:lnTo>
                  <a:lnTo>
                    <a:pt x="41749" y="7097"/>
                  </a:lnTo>
                  <a:lnTo>
                    <a:pt x="44963" y="6745"/>
                  </a:lnTo>
                  <a:lnTo>
                    <a:pt x="44035" y="4647"/>
                  </a:lnTo>
                  <a:lnTo>
                    <a:pt x="43430" y="2343"/>
                  </a:lnTo>
                  <a:lnTo>
                    <a:pt x="44382" y="1497"/>
                  </a:lnTo>
                  <a:lnTo>
                    <a:pt x="47029" y="0"/>
                  </a:lnTo>
                  <a:lnTo>
                    <a:pt x="49138" y="782"/>
                  </a:lnTo>
                  <a:lnTo>
                    <a:pt x="51888" y="2810"/>
                  </a:lnTo>
                  <a:lnTo>
                    <a:pt x="52492" y="3501"/>
                  </a:lnTo>
                  <a:lnTo>
                    <a:pt x="55585" y="4755"/>
                  </a:lnTo>
                  <a:lnTo>
                    <a:pt x="57415" y="5172"/>
                  </a:lnTo>
                  <a:lnTo>
                    <a:pt x="58364" y="58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2029536" y="1366107"/>
              <a:ext cx="15466" cy="5244"/>
            </a:xfrm>
            <a:custGeom>
              <a:avLst/>
              <a:pathLst>
                <a:path w="15466" h="5244">
                  <a:moveTo>
                    <a:pt x="4453" y="5116"/>
                  </a:moveTo>
                  <a:lnTo>
                    <a:pt x="1471" y="5244"/>
                  </a:lnTo>
                  <a:lnTo>
                    <a:pt x="93" y="4889"/>
                  </a:lnTo>
                  <a:lnTo>
                    <a:pt x="0" y="4370"/>
                  </a:lnTo>
                  <a:lnTo>
                    <a:pt x="1192" y="3686"/>
                  </a:lnTo>
                  <a:lnTo>
                    <a:pt x="5156" y="2572"/>
                  </a:lnTo>
                  <a:lnTo>
                    <a:pt x="7490" y="541"/>
                  </a:lnTo>
                  <a:lnTo>
                    <a:pt x="8361" y="289"/>
                  </a:lnTo>
                  <a:lnTo>
                    <a:pt x="11410" y="0"/>
                  </a:lnTo>
                  <a:lnTo>
                    <a:pt x="13186" y="63"/>
                  </a:lnTo>
                  <a:lnTo>
                    <a:pt x="15466" y="542"/>
                  </a:lnTo>
                  <a:lnTo>
                    <a:pt x="9971" y="30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1845557" y="1364078"/>
              <a:ext cx="139468" cy="71486"/>
            </a:xfrm>
            <a:custGeom>
              <a:avLst/>
              <a:pathLst>
                <a:path w="139468" h="71486">
                  <a:moveTo>
                    <a:pt x="107113" y="22575"/>
                  </a:moveTo>
                  <a:lnTo>
                    <a:pt x="108564" y="22659"/>
                  </a:lnTo>
                  <a:lnTo>
                    <a:pt x="110262" y="22336"/>
                  </a:lnTo>
                  <a:lnTo>
                    <a:pt x="112178" y="22558"/>
                  </a:lnTo>
                  <a:lnTo>
                    <a:pt x="113046" y="23220"/>
                  </a:lnTo>
                  <a:lnTo>
                    <a:pt x="113660" y="24399"/>
                  </a:lnTo>
                  <a:lnTo>
                    <a:pt x="113685" y="25031"/>
                  </a:lnTo>
                  <a:lnTo>
                    <a:pt x="113564" y="25575"/>
                  </a:lnTo>
                  <a:lnTo>
                    <a:pt x="113295" y="26028"/>
                  </a:lnTo>
                  <a:lnTo>
                    <a:pt x="110819" y="29003"/>
                  </a:lnTo>
                  <a:lnTo>
                    <a:pt x="110240" y="30032"/>
                  </a:lnTo>
                  <a:lnTo>
                    <a:pt x="111041" y="30283"/>
                  </a:lnTo>
                  <a:lnTo>
                    <a:pt x="111427" y="30110"/>
                  </a:lnTo>
                  <a:lnTo>
                    <a:pt x="113901" y="27881"/>
                  </a:lnTo>
                  <a:lnTo>
                    <a:pt x="115761" y="27184"/>
                  </a:lnTo>
                  <a:lnTo>
                    <a:pt x="117173" y="27024"/>
                  </a:lnTo>
                  <a:lnTo>
                    <a:pt x="119498" y="27468"/>
                  </a:lnTo>
                  <a:lnTo>
                    <a:pt x="120424" y="27852"/>
                  </a:lnTo>
                  <a:lnTo>
                    <a:pt x="121061" y="28306"/>
                  </a:lnTo>
                  <a:lnTo>
                    <a:pt x="121406" y="28831"/>
                  </a:lnTo>
                  <a:lnTo>
                    <a:pt x="122320" y="30968"/>
                  </a:lnTo>
                  <a:lnTo>
                    <a:pt x="122981" y="33730"/>
                  </a:lnTo>
                  <a:lnTo>
                    <a:pt x="123088" y="33446"/>
                  </a:lnTo>
                  <a:lnTo>
                    <a:pt x="123105" y="31898"/>
                  </a:lnTo>
                  <a:lnTo>
                    <a:pt x="123232" y="30693"/>
                  </a:lnTo>
                  <a:lnTo>
                    <a:pt x="125518" y="29879"/>
                  </a:lnTo>
                  <a:lnTo>
                    <a:pt x="125576" y="29611"/>
                  </a:lnTo>
                  <a:lnTo>
                    <a:pt x="124755" y="28944"/>
                  </a:lnTo>
                  <a:lnTo>
                    <a:pt x="124057" y="28034"/>
                  </a:lnTo>
                  <a:lnTo>
                    <a:pt x="123573" y="26330"/>
                  </a:lnTo>
                  <a:lnTo>
                    <a:pt x="123762" y="25695"/>
                  </a:lnTo>
                  <a:lnTo>
                    <a:pt x="124240" y="25012"/>
                  </a:lnTo>
                  <a:lnTo>
                    <a:pt x="125703" y="23562"/>
                  </a:lnTo>
                  <a:lnTo>
                    <a:pt x="127411" y="22696"/>
                  </a:lnTo>
                  <a:lnTo>
                    <a:pt x="128930" y="22487"/>
                  </a:lnTo>
                  <a:lnTo>
                    <a:pt x="134589" y="23998"/>
                  </a:lnTo>
                  <a:lnTo>
                    <a:pt x="136816" y="25239"/>
                  </a:lnTo>
                  <a:lnTo>
                    <a:pt x="137721" y="25878"/>
                  </a:lnTo>
                  <a:lnTo>
                    <a:pt x="138046" y="26334"/>
                  </a:lnTo>
                  <a:lnTo>
                    <a:pt x="138520" y="27790"/>
                  </a:lnTo>
                  <a:lnTo>
                    <a:pt x="139468" y="31779"/>
                  </a:lnTo>
                  <a:lnTo>
                    <a:pt x="139462" y="33062"/>
                  </a:lnTo>
                  <a:lnTo>
                    <a:pt x="139024" y="35127"/>
                  </a:lnTo>
                  <a:lnTo>
                    <a:pt x="137195" y="38998"/>
                  </a:lnTo>
                  <a:lnTo>
                    <a:pt x="136916" y="41624"/>
                  </a:lnTo>
                  <a:lnTo>
                    <a:pt x="135075" y="48152"/>
                  </a:lnTo>
                  <a:lnTo>
                    <a:pt x="133817" y="49927"/>
                  </a:lnTo>
                  <a:lnTo>
                    <a:pt x="132428" y="51169"/>
                  </a:lnTo>
                  <a:lnTo>
                    <a:pt x="126725" y="53357"/>
                  </a:lnTo>
                  <a:lnTo>
                    <a:pt x="122433" y="55583"/>
                  </a:lnTo>
                  <a:lnTo>
                    <a:pt x="121346" y="55935"/>
                  </a:lnTo>
                  <a:lnTo>
                    <a:pt x="120221" y="55965"/>
                  </a:lnTo>
                  <a:lnTo>
                    <a:pt x="116670" y="55227"/>
                  </a:lnTo>
                  <a:lnTo>
                    <a:pt x="112549" y="53811"/>
                  </a:lnTo>
                  <a:lnTo>
                    <a:pt x="110206" y="54212"/>
                  </a:lnTo>
                  <a:lnTo>
                    <a:pt x="107870" y="55234"/>
                  </a:lnTo>
                  <a:lnTo>
                    <a:pt x="106399" y="55508"/>
                  </a:lnTo>
                  <a:lnTo>
                    <a:pt x="105014" y="55372"/>
                  </a:lnTo>
                  <a:lnTo>
                    <a:pt x="103640" y="55007"/>
                  </a:lnTo>
                  <a:lnTo>
                    <a:pt x="101832" y="54051"/>
                  </a:lnTo>
                  <a:lnTo>
                    <a:pt x="102764" y="53614"/>
                  </a:lnTo>
                  <a:lnTo>
                    <a:pt x="103190" y="53124"/>
                  </a:lnTo>
                  <a:lnTo>
                    <a:pt x="102813" y="52621"/>
                  </a:lnTo>
                  <a:lnTo>
                    <a:pt x="100911" y="51895"/>
                  </a:lnTo>
                  <a:lnTo>
                    <a:pt x="98941" y="53508"/>
                  </a:lnTo>
                  <a:lnTo>
                    <a:pt x="93180" y="57277"/>
                  </a:lnTo>
                  <a:lnTo>
                    <a:pt x="85439" y="58541"/>
                  </a:lnTo>
                  <a:lnTo>
                    <a:pt x="83011" y="59310"/>
                  </a:lnTo>
                  <a:lnTo>
                    <a:pt x="81208" y="60302"/>
                  </a:lnTo>
                  <a:lnTo>
                    <a:pt x="80272" y="61120"/>
                  </a:lnTo>
                  <a:lnTo>
                    <a:pt x="78839" y="63041"/>
                  </a:lnTo>
                  <a:lnTo>
                    <a:pt x="76634" y="64488"/>
                  </a:lnTo>
                  <a:lnTo>
                    <a:pt x="72645" y="66071"/>
                  </a:lnTo>
                  <a:lnTo>
                    <a:pt x="67568" y="68529"/>
                  </a:lnTo>
                  <a:lnTo>
                    <a:pt x="58469" y="71044"/>
                  </a:lnTo>
                  <a:lnTo>
                    <a:pt x="52743" y="71486"/>
                  </a:lnTo>
                  <a:lnTo>
                    <a:pt x="47022" y="70653"/>
                  </a:lnTo>
                  <a:lnTo>
                    <a:pt x="45209" y="69975"/>
                  </a:lnTo>
                  <a:lnTo>
                    <a:pt x="43308" y="68913"/>
                  </a:lnTo>
                  <a:lnTo>
                    <a:pt x="39419" y="66408"/>
                  </a:lnTo>
                  <a:lnTo>
                    <a:pt x="38342" y="65504"/>
                  </a:lnTo>
                  <a:lnTo>
                    <a:pt x="37092" y="63539"/>
                  </a:lnTo>
                  <a:lnTo>
                    <a:pt x="37831" y="62231"/>
                  </a:lnTo>
                  <a:lnTo>
                    <a:pt x="39905" y="60724"/>
                  </a:lnTo>
                  <a:lnTo>
                    <a:pt x="43007" y="59351"/>
                  </a:lnTo>
                  <a:lnTo>
                    <a:pt x="49205" y="57498"/>
                  </a:lnTo>
                  <a:lnTo>
                    <a:pt x="54825" y="54534"/>
                  </a:lnTo>
                  <a:lnTo>
                    <a:pt x="56815" y="53977"/>
                  </a:lnTo>
                  <a:lnTo>
                    <a:pt x="62227" y="53524"/>
                  </a:lnTo>
                  <a:lnTo>
                    <a:pt x="64955" y="53801"/>
                  </a:lnTo>
                  <a:lnTo>
                    <a:pt x="66929" y="53645"/>
                  </a:lnTo>
                  <a:lnTo>
                    <a:pt x="68231" y="53238"/>
                  </a:lnTo>
                  <a:lnTo>
                    <a:pt x="70162" y="52169"/>
                  </a:lnTo>
                  <a:lnTo>
                    <a:pt x="72985" y="50038"/>
                  </a:lnTo>
                  <a:lnTo>
                    <a:pt x="75046" y="48044"/>
                  </a:lnTo>
                  <a:lnTo>
                    <a:pt x="75568" y="47112"/>
                  </a:lnTo>
                  <a:lnTo>
                    <a:pt x="74878" y="46239"/>
                  </a:lnTo>
                  <a:lnTo>
                    <a:pt x="73868" y="46117"/>
                  </a:lnTo>
                  <a:lnTo>
                    <a:pt x="70500" y="48165"/>
                  </a:lnTo>
                  <a:lnTo>
                    <a:pt x="68809" y="48855"/>
                  </a:lnTo>
                  <a:lnTo>
                    <a:pt x="66968" y="48903"/>
                  </a:lnTo>
                  <a:lnTo>
                    <a:pt x="64440" y="49604"/>
                  </a:lnTo>
                  <a:lnTo>
                    <a:pt x="61981" y="49885"/>
                  </a:lnTo>
                  <a:lnTo>
                    <a:pt x="61505" y="49862"/>
                  </a:lnTo>
                  <a:lnTo>
                    <a:pt x="58944" y="47903"/>
                  </a:lnTo>
                  <a:lnTo>
                    <a:pt x="57575" y="47558"/>
                  </a:lnTo>
                  <a:lnTo>
                    <a:pt x="56938" y="47764"/>
                  </a:lnTo>
                  <a:lnTo>
                    <a:pt x="56354" y="48282"/>
                  </a:lnTo>
                  <a:lnTo>
                    <a:pt x="55244" y="49729"/>
                  </a:lnTo>
                  <a:lnTo>
                    <a:pt x="54603" y="50249"/>
                  </a:lnTo>
                  <a:lnTo>
                    <a:pt x="53497" y="50627"/>
                  </a:lnTo>
                  <a:lnTo>
                    <a:pt x="49029" y="51057"/>
                  </a:lnTo>
                  <a:lnTo>
                    <a:pt x="44747" y="51785"/>
                  </a:lnTo>
                  <a:lnTo>
                    <a:pt x="43793" y="51335"/>
                  </a:lnTo>
                  <a:lnTo>
                    <a:pt x="43214" y="50497"/>
                  </a:lnTo>
                  <a:lnTo>
                    <a:pt x="43094" y="49986"/>
                  </a:lnTo>
                  <a:lnTo>
                    <a:pt x="43030" y="48265"/>
                  </a:lnTo>
                  <a:lnTo>
                    <a:pt x="42741" y="47580"/>
                  </a:lnTo>
                  <a:lnTo>
                    <a:pt x="43118" y="46148"/>
                  </a:lnTo>
                  <a:lnTo>
                    <a:pt x="43606" y="45056"/>
                  </a:lnTo>
                  <a:lnTo>
                    <a:pt x="44205" y="44306"/>
                  </a:lnTo>
                  <a:lnTo>
                    <a:pt x="47149" y="42091"/>
                  </a:lnTo>
                  <a:lnTo>
                    <a:pt x="47562" y="41517"/>
                  </a:lnTo>
                  <a:lnTo>
                    <a:pt x="46160" y="41635"/>
                  </a:lnTo>
                  <a:lnTo>
                    <a:pt x="42828" y="42719"/>
                  </a:lnTo>
                  <a:lnTo>
                    <a:pt x="42392" y="42342"/>
                  </a:lnTo>
                  <a:lnTo>
                    <a:pt x="41612" y="41104"/>
                  </a:lnTo>
                  <a:lnTo>
                    <a:pt x="41240" y="40980"/>
                  </a:lnTo>
                  <a:lnTo>
                    <a:pt x="40815" y="41494"/>
                  </a:lnTo>
                  <a:lnTo>
                    <a:pt x="40568" y="42218"/>
                  </a:lnTo>
                  <a:lnTo>
                    <a:pt x="39995" y="45207"/>
                  </a:lnTo>
                  <a:lnTo>
                    <a:pt x="39491" y="46736"/>
                  </a:lnTo>
                  <a:lnTo>
                    <a:pt x="38150" y="46427"/>
                  </a:lnTo>
                  <a:lnTo>
                    <a:pt x="36493" y="45505"/>
                  </a:lnTo>
                  <a:lnTo>
                    <a:pt x="35873" y="45379"/>
                  </a:lnTo>
                  <a:lnTo>
                    <a:pt x="35517" y="45672"/>
                  </a:lnTo>
                  <a:lnTo>
                    <a:pt x="35630" y="46189"/>
                  </a:lnTo>
                  <a:lnTo>
                    <a:pt x="37312" y="48751"/>
                  </a:lnTo>
                  <a:lnTo>
                    <a:pt x="37332" y="49647"/>
                  </a:lnTo>
                  <a:lnTo>
                    <a:pt x="36231" y="51215"/>
                  </a:lnTo>
                  <a:lnTo>
                    <a:pt x="31542" y="53820"/>
                  </a:lnTo>
                  <a:lnTo>
                    <a:pt x="29690" y="54517"/>
                  </a:lnTo>
                  <a:lnTo>
                    <a:pt x="29035" y="54247"/>
                  </a:lnTo>
                  <a:lnTo>
                    <a:pt x="28445" y="53533"/>
                  </a:lnTo>
                  <a:lnTo>
                    <a:pt x="27921" y="52370"/>
                  </a:lnTo>
                  <a:lnTo>
                    <a:pt x="26703" y="50811"/>
                  </a:lnTo>
                  <a:lnTo>
                    <a:pt x="25979" y="50462"/>
                  </a:lnTo>
                  <a:lnTo>
                    <a:pt x="25166" y="50415"/>
                  </a:lnTo>
                  <a:lnTo>
                    <a:pt x="24420" y="50736"/>
                  </a:lnTo>
                  <a:lnTo>
                    <a:pt x="23738" y="51428"/>
                  </a:lnTo>
                  <a:lnTo>
                    <a:pt x="23315" y="52162"/>
                  </a:lnTo>
                  <a:lnTo>
                    <a:pt x="22913" y="53530"/>
                  </a:lnTo>
                  <a:lnTo>
                    <a:pt x="22060" y="54576"/>
                  </a:lnTo>
                  <a:lnTo>
                    <a:pt x="21534" y="54755"/>
                  </a:lnTo>
                  <a:lnTo>
                    <a:pt x="16772" y="52585"/>
                  </a:lnTo>
                  <a:lnTo>
                    <a:pt x="12935" y="48737"/>
                  </a:lnTo>
                  <a:lnTo>
                    <a:pt x="8735" y="49336"/>
                  </a:lnTo>
                  <a:lnTo>
                    <a:pt x="6850" y="49200"/>
                  </a:lnTo>
                  <a:lnTo>
                    <a:pt x="1129" y="47789"/>
                  </a:lnTo>
                  <a:lnTo>
                    <a:pt x="401" y="46917"/>
                  </a:lnTo>
                  <a:lnTo>
                    <a:pt x="0" y="45785"/>
                  </a:lnTo>
                  <a:lnTo>
                    <a:pt x="38" y="45169"/>
                  </a:lnTo>
                  <a:lnTo>
                    <a:pt x="276" y="44532"/>
                  </a:lnTo>
                  <a:lnTo>
                    <a:pt x="1000" y="43270"/>
                  </a:lnTo>
                  <a:lnTo>
                    <a:pt x="2443" y="41358"/>
                  </a:lnTo>
                  <a:lnTo>
                    <a:pt x="3044" y="40742"/>
                  </a:lnTo>
                  <a:lnTo>
                    <a:pt x="3941" y="40234"/>
                  </a:lnTo>
                  <a:lnTo>
                    <a:pt x="5131" y="39836"/>
                  </a:lnTo>
                  <a:lnTo>
                    <a:pt x="8162" y="39614"/>
                  </a:lnTo>
                  <a:lnTo>
                    <a:pt x="15965" y="39541"/>
                  </a:lnTo>
                  <a:lnTo>
                    <a:pt x="17526" y="39246"/>
                  </a:lnTo>
                  <a:lnTo>
                    <a:pt x="26062" y="35549"/>
                  </a:lnTo>
                  <a:lnTo>
                    <a:pt x="27037" y="34943"/>
                  </a:lnTo>
                  <a:lnTo>
                    <a:pt x="28289" y="33763"/>
                  </a:lnTo>
                  <a:lnTo>
                    <a:pt x="28572" y="33276"/>
                  </a:lnTo>
                  <a:lnTo>
                    <a:pt x="28519" y="32957"/>
                  </a:lnTo>
                  <a:lnTo>
                    <a:pt x="18018" y="35885"/>
                  </a:lnTo>
                  <a:lnTo>
                    <a:pt x="13515" y="36516"/>
                  </a:lnTo>
                  <a:lnTo>
                    <a:pt x="6615" y="36038"/>
                  </a:lnTo>
                  <a:lnTo>
                    <a:pt x="5318" y="35577"/>
                  </a:lnTo>
                  <a:lnTo>
                    <a:pt x="5022" y="34757"/>
                  </a:lnTo>
                  <a:lnTo>
                    <a:pt x="6462" y="32584"/>
                  </a:lnTo>
                  <a:lnTo>
                    <a:pt x="7220" y="31776"/>
                  </a:lnTo>
                  <a:lnTo>
                    <a:pt x="9182" y="31013"/>
                  </a:lnTo>
                  <a:lnTo>
                    <a:pt x="13929" y="29931"/>
                  </a:lnTo>
                  <a:lnTo>
                    <a:pt x="20277" y="28974"/>
                  </a:lnTo>
                  <a:lnTo>
                    <a:pt x="24434" y="28953"/>
                  </a:lnTo>
                  <a:lnTo>
                    <a:pt x="27922" y="28194"/>
                  </a:lnTo>
                  <a:lnTo>
                    <a:pt x="30019" y="27327"/>
                  </a:lnTo>
                  <a:lnTo>
                    <a:pt x="22991" y="27371"/>
                  </a:lnTo>
                  <a:lnTo>
                    <a:pt x="14525" y="27778"/>
                  </a:lnTo>
                  <a:lnTo>
                    <a:pt x="13301" y="27495"/>
                  </a:lnTo>
                  <a:lnTo>
                    <a:pt x="10884" y="26353"/>
                  </a:lnTo>
                  <a:lnTo>
                    <a:pt x="10766" y="25517"/>
                  </a:lnTo>
                  <a:lnTo>
                    <a:pt x="11733" y="24513"/>
                  </a:lnTo>
                  <a:lnTo>
                    <a:pt x="12088" y="23766"/>
                  </a:lnTo>
                  <a:lnTo>
                    <a:pt x="11396" y="22085"/>
                  </a:lnTo>
                  <a:lnTo>
                    <a:pt x="11609" y="21433"/>
                  </a:lnTo>
                  <a:lnTo>
                    <a:pt x="13186" y="20032"/>
                  </a:lnTo>
                  <a:lnTo>
                    <a:pt x="15998" y="18518"/>
                  </a:lnTo>
                  <a:lnTo>
                    <a:pt x="17733" y="18303"/>
                  </a:lnTo>
                  <a:lnTo>
                    <a:pt x="21080" y="18820"/>
                  </a:lnTo>
                  <a:lnTo>
                    <a:pt x="30619" y="19355"/>
                  </a:lnTo>
                  <a:lnTo>
                    <a:pt x="32469" y="19163"/>
                  </a:lnTo>
                  <a:lnTo>
                    <a:pt x="31300" y="18505"/>
                  </a:lnTo>
                  <a:lnTo>
                    <a:pt x="29639" y="18015"/>
                  </a:lnTo>
                  <a:lnTo>
                    <a:pt x="22275" y="17176"/>
                  </a:lnTo>
                  <a:lnTo>
                    <a:pt x="20751" y="16801"/>
                  </a:lnTo>
                  <a:lnTo>
                    <a:pt x="20460" y="16285"/>
                  </a:lnTo>
                  <a:lnTo>
                    <a:pt x="20350" y="15523"/>
                  </a:lnTo>
                  <a:lnTo>
                    <a:pt x="20421" y="14517"/>
                  </a:lnTo>
                  <a:lnTo>
                    <a:pt x="20953" y="13487"/>
                  </a:lnTo>
                  <a:lnTo>
                    <a:pt x="23239" y="11336"/>
                  </a:lnTo>
                  <a:lnTo>
                    <a:pt x="29939" y="9564"/>
                  </a:lnTo>
                  <a:lnTo>
                    <a:pt x="32605" y="9320"/>
                  </a:lnTo>
                  <a:lnTo>
                    <a:pt x="35275" y="9437"/>
                  </a:lnTo>
                  <a:lnTo>
                    <a:pt x="37989" y="10233"/>
                  </a:lnTo>
                  <a:lnTo>
                    <a:pt x="39198" y="10923"/>
                  </a:lnTo>
                  <a:lnTo>
                    <a:pt x="39804" y="11774"/>
                  </a:lnTo>
                  <a:lnTo>
                    <a:pt x="40097" y="12567"/>
                  </a:lnTo>
                  <a:lnTo>
                    <a:pt x="40132" y="13937"/>
                  </a:lnTo>
                  <a:lnTo>
                    <a:pt x="40262" y="14477"/>
                  </a:lnTo>
                  <a:lnTo>
                    <a:pt x="40752" y="15377"/>
                  </a:lnTo>
                  <a:lnTo>
                    <a:pt x="42312" y="17492"/>
                  </a:lnTo>
                  <a:lnTo>
                    <a:pt x="43461" y="18152"/>
                  </a:lnTo>
                  <a:lnTo>
                    <a:pt x="48760" y="16922"/>
                  </a:lnTo>
                  <a:lnTo>
                    <a:pt x="50966" y="16647"/>
                  </a:lnTo>
                  <a:lnTo>
                    <a:pt x="53185" y="17034"/>
                  </a:lnTo>
                  <a:lnTo>
                    <a:pt x="56418" y="18303"/>
                  </a:lnTo>
                  <a:lnTo>
                    <a:pt x="60603" y="22140"/>
                  </a:lnTo>
                  <a:lnTo>
                    <a:pt x="65997" y="26057"/>
                  </a:lnTo>
                  <a:lnTo>
                    <a:pt x="65969" y="26901"/>
                  </a:lnTo>
                  <a:lnTo>
                    <a:pt x="63903" y="28211"/>
                  </a:lnTo>
                  <a:lnTo>
                    <a:pt x="63515" y="28772"/>
                  </a:lnTo>
                  <a:lnTo>
                    <a:pt x="63793" y="29162"/>
                  </a:lnTo>
                  <a:lnTo>
                    <a:pt x="65857" y="29419"/>
                  </a:lnTo>
                  <a:lnTo>
                    <a:pt x="67790" y="29225"/>
                  </a:lnTo>
                  <a:lnTo>
                    <a:pt x="69634" y="29520"/>
                  </a:lnTo>
                  <a:lnTo>
                    <a:pt x="70047" y="29857"/>
                  </a:lnTo>
                  <a:lnTo>
                    <a:pt x="70724" y="31291"/>
                  </a:lnTo>
                  <a:lnTo>
                    <a:pt x="71664" y="33824"/>
                  </a:lnTo>
                  <a:lnTo>
                    <a:pt x="72781" y="35714"/>
                  </a:lnTo>
                  <a:lnTo>
                    <a:pt x="74075" y="36963"/>
                  </a:lnTo>
                  <a:lnTo>
                    <a:pt x="75347" y="37604"/>
                  </a:lnTo>
                  <a:lnTo>
                    <a:pt x="77224" y="37651"/>
                  </a:lnTo>
                  <a:lnTo>
                    <a:pt x="79112" y="37279"/>
                  </a:lnTo>
                  <a:lnTo>
                    <a:pt x="82175" y="37403"/>
                  </a:lnTo>
                  <a:lnTo>
                    <a:pt x="97976" y="38846"/>
                  </a:lnTo>
                  <a:lnTo>
                    <a:pt x="98912" y="38595"/>
                  </a:lnTo>
                  <a:lnTo>
                    <a:pt x="99578" y="37803"/>
                  </a:lnTo>
                  <a:lnTo>
                    <a:pt x="99976" y="36468"/>
                  </a:lnTo>
                  <a:lnTo>
                    <a:pt x="100126" y="35372"/>
                  </a:lnTo>
                  <a:lnTo>
                    <a:pt x="99911" y="33874"/>
                  </a:lnTo>
                  <a:lnTo>
                    <a:pt x="99605" y="33159"/>
                  </a:lnTo>
                  <a:lnTo>
                    <a:pt x="89809" y="28311"/>
                  </a:lnTo>
                  <a:lnTo>
                    <a:pt x="88952" y="26360"/>
                  </a:lnTo>
                  <a:lnTo>
                    <a:pt x="93738" y="23636"/>
                  </a:lnTo>
                  <a:lnTo>
                    <a:pt x="94082" y="23007"/>
                  </a:lnTo>
                  <a:lnTo>
                    <a:pt x="94176" y="22141"/>
                  </a:lnTo>
                  <a:lnTo>
                    <a:pt x="94017" y="21039"/>
                  </a:lnTo>
                  <a:lnTo>
                    <a:pt x="93368" y="19988"/>
                  </a:lnTo>
                  <a:lnTo>
                    <a:pt x="90797" y="17986"/>
                  </a:lnTo>
                  <a:lnTo>
                    <a:pt x="88523" y="17684"/>
                  </a:lnTo>
                  <a:lnTo>
                    <a:pt x="85151" y="15710"/>
                  </a:lnTo>
                  <a:lnTo>
                    <a:pt x="84619" y="15211"/>
                  </a:lnTo>
                  <a:lnTo>
                    <a:pt x="84184" y="14425"/>
                  </a:lnTo>
                  <a:lnTo>
                    <a:pt x="83843" y="13349"/>
                  </a:lnTo>
                  <a:lnTo>
                    <a:pt x="83900" y="12520"/>
                  </a:lnTo>
                  <a:lnTo>
                    <a:pt x="84354" y="11942"/>
                  </a:lnTo>
                  <a:lnTo>
                    <a:pt x="87674" y="9939"/>
                  </a:lnTo>
                  <a:lnTo>
                    <a:pt x="89017" y="8828"/>
                  </a:lnTo>
                  <a:lnTo>
                    <a:pt x="93158" y="3826"/>
                  </a:lnTo>
                  <a:lnTo>
                    <a:pt x="95074" y="1807"/>
                  </a:lnTo>
                  <a:lnTo>
                    <a:pt x="96443" y="861"/>
                  </a:lnTo>
                  <a:lnTo>
                    <a:pt x="97839" y="274"/>
                  </a:lnTo>
                  <a:lnTo>
                    <a:pt x="100907" y="0"/>
                  </a:lnTo>
                  <a:lnTo>
                    <a:pt x="104104" y="1864"/>
                  </a:lnTo>
                  <a:lnTo>
                    <a:pt x="104812" y="1978"/>
                  </a:lnTo>
                  <a:lnTo>
                    <a:pt x="105104" y="2468"/>
                  </a:lnTo>
                  <a:lnTo>
                    <a:pt x="104980" y="3335"/>
                  </a:lnTo>
                  <a:lnTo>
                    <a:pt x="104581" y="4162"/>
                  </a:lnTo>
                  <a:lnTo>
                    <a:pt x="103437" y="5655"/>
                  </a:lnTo>
                  <a:lnTo>
                    <a:pt x="103169" y="6282"/>
                  </a:lnTo>
                  <a:lnTo>
                    <a:pt x="103255" y="6926"/>
                  </a:lnTo>
                  <a:lnTo>
                    <a:pt x="104039" y="8416"/>
                  </a:lnTo>
                  <a:lnTo>
                    <a:pt x="104279" y="9397"/>
                  </a:lnTo>
                  <a:lnTo>
                    <a:pt x="104453" y="11050"/>
                  </a:lnTo>
                  <a:lnTo>
                    <a:pt x="104580" y="11294"/>
                  </a:lnTo>
                  <a:lnTo>
                    <a:pt x="106502" y="12691"/>
                  </a:lnTo>
                  <a:lnTo>
                    <a:pt x="108250" y="14510"/>
                  </a:lnTo>
                  <a:lnTo>
                    <a:pt x="109060" y="17365"/>
                  </a:lnTo>
                  <a:lnTo>
                    <a:pt x="108430" y="18352"/>
                  </a:lnTo>
                  <a:lnTo>
                    <a:pt x="106959" y="19711"/>
                  </a:lnTo>
                  <a:lnTo>
                    <a:pt x="106083" y="20844"/>
                  </a:lnTo>
                  <a:lnTo>
                    <a:pt x="105804" y="21750"/>
                  </a:lnTo>
                  <a:lnTo>
                    <a:pt x="106026" y="222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2156707" y="1363611"/>
              <a:ext cx="9989" cy="10324"/>
            </a:xfrm>
            <a:custGeom>
              <a:avLst/>
              <a:pathLst>
                <a:path w="9989" h="10324">
                  <a:moveTo>
                    <a:pt x="9621" y="9737"/>
                  </a:moveTo>
                  <a:lnTo>
                    <a:pt x="9082" y="10138"/>
                  </a:lnTo>
                  <a:lnTo>
                    <a:pt x="7346" y="9931"/>
                  </a:lnTo>
                  <a:lnTo>
                    <a:pt x="6771" y="10324"/>
                  </a:lnTo>
                  <a:lnTo>
                    <a:pt x="5848" y="10101"/>
                  </a:lnTo>
                  <a:lnTo>
                    <a:pt x="4579" y="9260"/>
                  </a:lnTo>
                  <a:lnTo>
                    <a:pt x="3095" y="7608"/>
                  </a:lnTo>
                  <a:lnTo>
                    <a:pt x="1398" y="5146"/>
                  </a:lnTo>
                  <a:lnTo>
                    <a:pt x="71" y="3025"/>
                  </a:lnTo>
                  <a:lnTo>
                    <a:pt x="0" y="2442"/>
                  </a:lnTo>
                  <a:lnTo>
                    <a:pt x="433" y="1451"/>
                  </a:lnTo>
                  <a:lnTo>
                    <a:pt x="1760" y="792"/>
                  </a:lnTo>
                  <a:lnTo>
                    <a:pt x="4904" y="0"/>
                  </a:lnTo>
                  <a:lnTo>
                    <a:pt x="7062" y="21"/>
                  </a:lnTo>
                  <a:lnTo>
                    <a:pt x="9067" y="1623"/>
                  </a:lnTo>
                  <a:lnTo>
                    <a:pt x="9634" y="2173"/>
                  </a:lnTo>
                  <a:lnTo>
                    <a:pt x="9978" y="2830"/>
                  </a:lnTo>
                  <a:lnTo>
                    <a:pt x="9989" y="3461"/>
                  </a:lnTo>
                  <a:lnTo>
                    <a:pt x="9826" y="4012"/>
                  </a:lnTo>
                  <a:lnTo>
                    <a:pt x="8918" y="5240"/>
                  </a:lnTo>
                  <a:lnTo>
                    <a:pt x="8520" y="6097"/>
                  </a:lnTo>
                  <a:lnTo>
                    <a:pt x="8522" y="6937"/>
                  </a:lnTo>
                  <a:lnTo>
                    <a:pt x="8719" y="8151"/>
                  </a:lnTo>
                  <a:lnTo>
                    <a:pt x="9086" y="8954"/>
                  </a:lnTo>
                  <a:lnTo>
                    <a:pt x="9622" y="93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1877374" y="1361900"/>
              <a:ext cx="15508" cy="5446"/>
            </a:xfrm>
            <a:custGeom>
              <a:avLst/>
              <a:pathLst>
                <a:path w="15508" h="5446">
                  <a:moveTo>
                    <a:pt x="14667" y="4479"/>
                  </a:moveTo>
                  <a:lnTo>
                    <a:pt x="12921" y="5446"/>
                  </a:lnTo>
                  <a:lnTo>
                    <a:pt x="964" y="4018"/>
                  </a:lnTo>
                  <a:lnTo>
                    <a:pt x="310" y="3569"/>
                  </a:lnTo>
                  <a:lnTo>
                    <a:pt x="0" y="2960"/>
                  </a:lnTo>
                  <a:lnTo>
                    <a:pt x="2165" y="1295"/>
                  </a:lnTo>
                  <a:lnTo>
                    <a:pt x="4780" y="576"/>
                  </a:lnTo>
                  <a:lnTo>
                    <a:pt x="10859" y="0"/>
                  </a:lnTo>
                  <a:lnTo>
                    <a:pt x="12978" y="647"/>
                  </a:lnTo>
                  <a:lnTo>
                    <a:pt x="14383" y="1405"/>
                  </a:lnTo>
                  <a:lnTo>
                    <a:pt x="15176" y="2063"/>
                  </a:lnTo>
                  <a:lnTo>
                    <a:pt x="15508" y="3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2083798" y="1356837"/>
              <a:ext cx="201351" cy="76705"/>
            </a:xfrm>
            <a:custGeom>
              <a:avLst/>
              <a:pathLst>
                <a:path w="201351" h="76705">
                  <a:moveTo>
                    <a:pt x="29955" y="4543"/>
                  </a:moveTo>
                  <a:lnTo>
                    <a:pt x="32107" y="4800"/>
                  </a:lnTo>
                  <a:lnTo>
                    <a:pt x="33948" y="4406"/>
                  </a:lnTo>
                  <a:lnTo>
                    <a:pt x="35526" y="4493"/>
                  </a:lnTo>
                  <a:lnTo>
                    <a:pt x="37856" y="5684"/>
                  </a:lnTo>
                  <a:lnTo>
                    <a:pt x="40016" y="7505"/>
                  </a:lnTo>
                  <a:lnTo>
                    <a:pt x="41675" y="8329"/>
                  </a:lnTo>
                  <a:lnTo>
                    <a:pt x="42211" y="8745"/>
                  </a:lnTo>
                  <a:lnTo>
                    <a:pt x="42420" y="9205"/>
                  </a:lnTo>
                  <a:lnTo>
                    <a:pt x="42680" y="10584"/>
                  </a:lnTo>
                  <a:lnTo>
                    <a:pt x="42671" y="11223"/>
                  </a:lnTo>
                  <a:lnTo>
                    <a:pt x="42550" y="11734"/>
                  </a:lnTo>
                  <a:lnTo>
                    <a:pt x="41824" y="12994"/>
                  </a:lnTo>
                  <a:lnTo>
                    <a:pt x="41213" y="14553"/>
                  </a:lnTo>
                  <a:lnTo>
                    <a:pt x="39952" y="15929"/>
                  </a:lnTo>
                  <a:lnTo>
                    <a:pt x="39281" y="16966"/>
                  </a:lnTo>
                  <a:lnTo>
                    <a:pt x="38706" y="18276"/>
                  </a:lnTo>
                  <a:lnTo>
                    <a:pt x="40003" y="17495"/>
                  </a:lnTo>
                  <a:lnTo>
                    <a:pt x="44911" y="13172"/>
                  </a:lnTo>
                  <a:lnTo>
                    <a:pt x="48123" y="13688"/>
                  </a:lnTo>
                  <a:lnTo>
                    <a:pt x="52948" y="13303"/>
                  </a:lnTo>
                  <a:lnTo>
                    <a:pt x="58789" y="11536"/>
                  </a:lnTo>
                  <a:lnTo>
                    <a:pt x="61563" y="11261"/>
                  </a:lnTo>
                  <a:lnTo>
                    <a:pt x="64364" y="11389"/>
                  </a:lnTo>
                  <a:lnTo>
                    <a:pt x="66444" y="11946"/>
                  </a:lnTo>
                  <a:lnTo>
                    <a:pt x="70884" y="14327"/>
                  </a:lnTo>
                  <a:lnTo>
                    <a:pt x="72422" y="15461"/>
                  </a:lnTo>
                  <a:lnTo>
                    <a:pt x="72999" y="16264"/>
                  </a:lnTo>
                  <a:lnTo>
                    <a:pt x="73137" y="16856"/>
                  </a:lnTo>
                  <a:lnTo>
                    <a:pt x="72228" y="17774"/>
                  </a:lnTo>
                  <a:lnTo>
                    <a:pt x="69438" y="17216"/>
                  </a:lnTo>
                  <a:lnTo>
                    <a:pt x="64847" y="16723"/>
                  </a:lnTo>
                  <a:lnTo>
                    <a:pt x="64007" y="16417"/>
                  </a:lnTo>
                  <a:lnTo>
                    <a:pt x="63293" y="16442"/>
                  </a:lnTo>
                  <a:lnTo>
                    <a:pt x="62773" y="16774"/>
                  </a:lnTo>
                  <a:lnTo>
                    <a:pt x="63097" y="18035"/>
                  </a:lnTo>
                  <a:lnTo>
                    <a:pt x="64032" y="18312"/>
                  </a:lnTo>
                  <a:lnTo>
                    <a:pt x="69545" y="18583"/>
                  </a:lnTo>
                  <a:lnTo>
                    <a:pt x="87616" y="22593"/>
                  </a:lnTo>
                  <a:lnTo>
                    <a:pt x="88369" y="23876"/>
                  </a:lnTo>
                  <a:lnTo>
                    <a:pt x="88168" y="24443"/>
                  </a:lnTo>
                  <a:lnTo>
                    <a:pt x="87529" y="25072"/>
                  </a:lnTo>
                  <a:lnTo>
                    <a:pt x="86211" y="25916"/>
                  </a:lnTo>
                  <a:lnTo>
                    <a:pt x="75791" y="26836"/>
                  </a:lnTo>
                  <a:lnTo>
                    <a:pt x="69861" y="26021"/>
                  </a:lnTo>
                  <a:lnTo>
                    <a:pt x="64877" y="24709"/>
                  </a:lnTo>
                  <a:lnTo>
                    <a:pt x="63186" y="25002"/>
                  </a:lnTo>
                  <a:lnTo>
                    <a:pt x="64658" y="26780"/>
                  </a:lnTo>
                  <a:lnTo>
                    <a:pt x="67646" y="27322"/>
                  </a:lnTo>
                  <a:lnTo>
                    <a:pt x="70148" y="28374"/>
                  </a:lnTo>
                  <a:lnTo>
                    <a:pt x="71187" y="29254"/>
                  </a:lnTo>
                  <a:lnTo>
                    <a:pt x="76489" y="29925"/>
                  </a:lnTo>
                  <a:lnTo>
                    <a:pt x="77356" y="30611"/>
                  </a:lnTo>
                  <a:lnTo>
                    <a:pt x="79005" y="32365"/>
                  </a:lnTo>
                  <a:lnTo>
                    <a:pt x="80388" y="32501"/>
                  </a:lnTo>
                  <a:lnTo>
                    <a:pt x="81759" y="33726"/>
                  </a:lnTo>
                  <a:lnTo>
                    <a:pt x="82888" y="35831"/>
                  </a:lnTo>
                  <a:lnTo>
                    <a:pt x="83409" y="36112"/>
                  </a:lnTo>
                  <a:lnTo>
                    <a:pt x="85007" y="35733"/>
                  </a:lnTo>
                  <a:lnTo>
                    <a:pt x="87696" y="37561"/>
                  </a:lnTo>
                  <a:lnTo>
                    <a:pt x="88532" y="38538"/>
                  </a:lnTo>
                  <a:lnTo>
                    <a:pt x="88536" y="39269"/>
                  </a:lnTo>
                  <a:lnTo>
                    <a:pt x="87937" y="40415"/>
                  </a:lnTo>
                  <a:lnTo>
                    <a:pt x="86733" y="41971"/>
                  </a:lnTo>
                  <a:lnTo>
                    <a:pt x="83692" y="43805"/>
                  </a:lnTo>
                  <a:lnTo>
                    <a:pt x="83455" y="44358"/>
                  </a:lnTo>
                  <a:lnTo>
                    <a:pt x="87008" y="44141"/>
                  </a:lnTo>
                  <a:lnTo>
                    <a:pt x="87663" y="44385"/>
                  </a:lnTo>
                  <a:lnTo>
                    <a:pt x="91849" y="47640"/>
                  </a:lnTo>
                  <a:lnTo>
                    <a:pt x="92399" y="47700"/>
                  </a:lnTo>
                  <a:lnTo>
                    <a:pt x="92744" y="47359"/>
                  </a:lnTo>
                  <a:lnTo>
                    <a:pt x="93144" y="46206"/>
                  </a:lnTo>
                  <a:lnTo>
                    <a:pt x="92966" y="45140"/>
                  </a:lnTo>
                  <a:lnTo>
                    <a:pt x="92455" y="43661"/>
                  </a:lnTo>
                  <a:lnTo>
                    <a:pt x="92592" y="42589"/>
                  </a:lnTo>
                  <a:lnTo>
                    <a:pt x="93377" y="41922"/>
                  </a:lnTo>
                  <a:lnTo>
                    <a:pt x="94171" y="41592"/>
                  </a:lnTo>
                  <a:lnTo>
                    <a:pt x="94976" y="41598"/>
                  </a:lnTo>
                  <a:lnTo>
                    <a:pt x="95850" y="41992"/>
                  </a:lnTo>
                  <a:lnTo>
                    <a:pt x="100081" y="45925"/>
                  </a:lnTo>
                  <a:lnTo>
                    <a:pt x="105508" y="44045"/>
                  </a:lnTo>
                  <a:lnTo>
                    <a:pt x="106499" y="44889"/>
                  </a:lnTo>
                  <a:lnTo>
                    <a:pt x="107319" y="46467"/>
                  </a:lnTo>
                  <a:lnTo>
                    <a:pt x="107702" y="46727"/>
                  </a:lnTo>
                  <a:lnTo>
                    <a:pt x="109710" y="43582"/>
                  </a:lnTo>
                  <a:lnTo>
                    <a:pt x="110949" y="42801"/>
                  </a:lnTo>
                  <a:lnTo>
                    <a:pt x="116042" y="46535"/>
                  </a:lnTo>
                  <a:lnTo>
                    <a:pt x="119146" y="47362"/>
                  </a:lnTo>
                  <a:lnTo>
                    <a:pt x="120391" y="48163"/>
                  </a:lnTo>
                  <a:lnTo>
                    <a:pt x="122695" y="49047"/>
                  </a:lnTo>
                  <a:lnTo>
                    <a:pt x="125973" y="49382"/>
                  </a:lnTo>
                  <a:lnTo>
                    <a:pt x="126513" y="47995"/>
                  </a:lnTo>
                  <a:lnTo>
                    <a:pt x="124623" y="46213"/>
                  </a:lnTo>
                  <a:lnTo>
                    <a:pt x="125725" y="45431"/>
                  </a:lnTo>
                  <a:lnTo>
                    <a:pt x="130233" y="43922"/>
                  </a:lnTo>
                  <a:lnTo>
                    <a:pt x="132638" y="44134"/>
                  </a:lnTo>
                  <a:lnTo>
                    <a:pt x="137075" y="41997"/>
                  </a:lnTo>
                  <a:lnTo>
                    <a:pt x="139797" y="41709"/>
                  </a:lnTo>
                  <a:lnTo>
                    <a:pt x="141469" y="41745"/>
                  </a:lnTo>
                  <a:lnTo>
                    <a:pt x="146962" y="38519"/>
                  </a:lnTo>
                  <a:lnTo>
                    <a:pt x="148266" y="38008"/>
                  </a:lnTo>
                  <a:lnTo>
                    <a:pt x="149213" y="36855"/>
                  </a:lnTo>
                  <a:lnTo>
                    <a:pt x="151370" y="37036"/>
                  </a:lnTo>
                  <a:lnTo>
                    <a:pt x="157210" y="38868"/>
                  </a:lnTo>
                  <a:lnTo>
                    <a:pt x="158863" y="38702"/>
                  </a:lnTo>
                  <a:lnTo>
                    <a:pt x="165077" y="36875"/>
                  </a:lnTo>
                  <a:lnTo>
                    <a:pt x="167374" y="36429"/>
                  </a:lnTo>
                  <a:lnTo>
                    <a:pt x="169678" y="36497"/>
                  </a:lnTo>
                  <a:lnTo>
                    <a:pt x="175505" y="37565"/>
                  </a:lnTo>
                  <a:lnTo>
                    <a:pt x="179864" y="38715"/>
                  </a:lnTo>
                  <a:lnTo>
                    <a:pt x="181219" y="39319"/>
                  </a:lnTo>
                  <a:lnTo>
                    <a:pt x="180737" y="40831"/>
                  </a:lnTo>
                  <a:lnTo>
                    <a:pt x="180958" y="41279"/>
                  </a:lnTo>
                  <a:lnTo>
                    <a:pt x="181523" y="41606"/>
                  </a:lnTo>
                  <a:lnTo>
                    <a:pt x="182946" y="42051"/>
                  </a:lnTo>
                  <a:lnTo>
                    <a:pt x="188389" y="42080"/>
                  </a:lnTo>
                  <a:lnTo>
                    <a:pt x="190757" y="42465"/>
                  </a:lnTo>
                  <a:lnTo>
                    <a:pt x="192640" y="43882"/>
                  </a:lnTo>
                  <a:lnTo>
                    <a:pt x="193091" y="44446"/>
                  </a:lnTo>
                  <a:lnTo>
                    <a:pt x="193016" y="45035"/>
                  </a:lnTo>
                  <a:lnTo>
                    <a:pt x="191164" y="46564"/>
                  </a:lnTo>
                  <a:lnTo>
                    <a:pt x="191465" y="46887"/>
                  </a:lnTo>
                  <a:lnTo>
                    <a:pt x="193316" y="47242"/>
                  </a:lnTo>
                  <a:lnTo>
                    <a:pt x="197481" y="47418"/>
                  </a:lnTo>
                  <a:lnTo>
                    <a:pt x="198373" y="47771"/>
                  </a:lnTo>
                  <a:lnTo>
                    <a:pt x="199230" y="49682"/>
                  </a:lnTo>
                  <a:lnTo>
                    <a:pt x="200127" y="52326"/>
                  </a:lnTo>
                  <a:lnTo>
                    <a:pt x="200112" y="53377"/>
                  </a:lnTo>
                  <a:lnTo>
                    <a:pt x="198670" y="55165"/>
                  </a:lnTo>
                  <a:lnTo>
                    <a:pt x="194726" y="57549"/>
                  </a:lnTo>
                  <a:lnTo>
                    <a:pt x="190348" y="59531"/>
                  </a:lnTo>
                  <a:lnTo>
                    <a:pt x="190067" y="60044"/>
                  </a:lnTo>
                  <a:lnTo>
                    <a:pt x="191463" y="60991"/>
                  </a:lnTo>
                  <a:lnTo>
                    <a:pt x="192906" y="61406"/>
                  </a:lnTo>
                  <a:lnTo>
                    <a:pt x="194044" y="61322"/>
                  </a:lnTo>
                  <a:lnTo>
                    <a:pt x="197535" y="60421"/>
                  </a:lnTo>
                  <a:lnTo>
                    <a:pt x="198329" y="60438"/>
                  </a:lnTo>
                  <a:lnTo>
                    <a:pt x="199931" y="61359"/>
                  </a:lnTo>
                  <a:lnTo>
                    <a:pt x="200672" y="62272"/>
                  </a:lnTo>
                  <a:lnTo>
                    <a:pt x="201351" y="63488"/>
                  </a:lnTo>
                  <a:lnTo>
                    <a:pt x="200125" y="64596"/>
                  </a:lnTo>
                  <a:lnTo>
                    <a:pt x="195102" y="65970"/>
                  </a:lnTo>
                  <a:lnTo>
                    <a:pt x="192133" y="64162"/>
                  </a:lnTo>
                  <a:lnTo>
                    <a:pt x="191134" y="63764"/>
                  </a:lnTo>
                  <a:lnTo>
                    <a:pt x="190461" y="63921"/>
                  </a:lnTo>
                  <a:lnTo>
                    <a:pt x="190843" y="64713"/>
                  </a:lnTo>
                  <a:lnTo>
                    <a:pt x="192279" y="66146"/>
                  </a:lnTo>
                  <a:lnTo>
                    <a:pt x="192749" y="67091"/>
                  </a:lnTo>
                  <a:lnTo>
                    <a:pt x="192250" y="67550"/>
                  </a:lnTo>
                  <a:lnTo>
                    <a:pt x="192015" y="68457"/>
                  </a:lnTo>
                  <a:lnTo>
                    <a:pt x="192043" y="69812"/>
                  </a:lnTo>
                  <a:lnTo>
                    <a:pt x="191924" y="71188"/>
                  </a:lnTo>
                  <a:lnTo>
                    <a:pt x="191439" y="73333"/>
                  </a:lnTo>
                  <a:lnTo>
                    <a:pt x="191267" y="73418"/>
                  </a:lnTo>
                  <a:lnTo>
                    <a:pt x="180351" y="73859"/>
                  </a:lnTo>
                  <a:lnTo>
                    <a:pt x="179036" y="74247"/>
                  </a:lnTo>
                  <a:lnTo>
                    <a:pt x="175967" y="75760"/>
                  </a:lnTo>
                  <a:lnTo>
                    <a:pt x="173646" y="76520"/>
                  </a:lnTo>
                  <a:lnTo>
                    <a:pt x="172135" y="76635"/>
                  </a:lnTo>
                  <a:lnTo>
                    <a:pt x="170658" y="76358"/>
                  </a:lnTo>
                  <a:lnTo>
                    <a:pt x="166674" y="74789"/>
                  </a:lnTo>
                  <a:lnTo>
                    <a:pt x="164019" y="75084"/>
                  </a:lnTo>
                  <a:lnTo>
                    <a:pt x="162979" y="74934"/>
                  </a:lnTo>
                  <a:lnTo>
                    <a:pt x="160732" y="73891"/>
                  </a:lnTo>
                  <a:lnTo>
                    <a:pt x="160187" y="73363"/>
                  </a:lnTo>
                  <a:lnTo>
                    <a:pt x="159275" y="71994"/>
                  </a:lnTo>
                  <a:lnTo>
                    <a:pt x="158592" y="70122"/>
                  </a:lnTo>
                  <a:lnTo>
                    <a:pt x="158646" y="68969"/>
                  </a:lnTo>
                  <a:lnTo>
                    <a:pt x="158934" y="67307"/>
                  </a:lnTo>
                  <a:lnTo>
                    <a:pt x="158757" y="66475"/>
                  </a:lnTo>
                  <a:lnTo>
                    <a:pt x="158117" y="66469"/>
                  </a:lnTo>
                  <a:lnTo>
                    <a:pt x="157403" y="66124"/>
                  </a:lnTo>
                  <a:lnTo>
                    <a:pt x="155254" y="64458"/>
                  </a:lnTo>
                  <a:lnTo>
                    <a:pt x="153930" y="63966"/>
                  </a:lnTo>
                  <a:lnTo>
                    <a:pt x="153683" y="64237"/>
                  </a:lnTo>
                  <a:lnTo>
                    <a:pt x="154072" y="65540"/>
                  </a:lnTo>
                  <a:lnTo>
                    <a:pt x="154331" y="65955"/>
                  </a:lnTo>
                  <a:lnTo>
                    <a:pt x="155747" y="66908"/>
                  </a:lnTo>
                  <a:lnTo>
                    <a:pt x="156011" y="68010"/>
                  </a:lnTo>
                  <a:lnTo>
                    <a:pt x="155408" y="70800"/>
                  </a:lnTo>
                  <a:lnTo>
                    <a:pt x="155195" y="71249"/>
                  </a:lnTo>
                  <a:lnTo>
                    <a:pt x="153818" y="73297"/>
                  </a:lnTo>
                  <a:lnTo>
                    <a:pt x="152782" y="73881"/>
                  </a:lnTo>
                  <a:lnTo>
                    <a:pt x="149949" y="73926"/>
                  </a:lnTo>
                  <a:lnTo>
                    <a:pt x="145609" y="75380"/>
                  </a:lnTo>
                  <a:lnTo>
                    <a:pt x="143533" y="75589"/>
                  </a:lnTo>
                  <a:lnTo>
                    <a:pt x="140754" y="75250"/>
                  </a:lnTo>
                  <a:lnTo>
                    <a:pt x="139014" y="74588"/>
                  </a:lnTo>
                  <a:lnTo>
                    <a:pt x="137886" y="73829"/>
                  </a:lnTo>
                  <a:lnTo>
                    <a:pt x="136790" y="72750"/>
                  </a:lnTo>
                  <a:lnTo>
                    <a:pt x="136215" y="72669"/>
                  </a:lnTo>
                  <a:lnTo>
                    <a:pt x="135924" y="75011"/>
                  </a:lnTo>
                  <a:lnTo>
                    <a:pt x="135387" y="75314"/>
                  </a:lnTo>
                  <a:lnTo>
                    <a:pt x="134456" y="75278"/>
                  </a:lnTo>
                  <a:lnTo>
                    <a:pt x="133018" y="74549"/>
                  </a:lnTo>
                  <a:lnTo>
                    <a:pt x="131832" y="72857"/>
                  </a:lnTo>
                  <a:lnTo>
                    <a:pt x="131463" y="72864"/>
                  </a:lnTo>
                  <a:lnTo>
                    <a:pt x="131299" y="73849"/>
                  </a:lnTo>
                  <a:lnTo>
                    <a:pt x="131033" y="74496"/>
                  </a:lnTo>
                  <a:lnTo>
                    <a:pt x="130668" y="74801"/>
                  </a:lnTo>
                  <a:lnTo>
                    <a:pt x="127624" y="75859"/>
                  </a:lnTo>
                  <a:lnTo>
                    <a:pt x="125925" y="75865"/>
                  </a:lnTo>
                  <a:lnTo>
                    <a:pt x="124150" y="74654"/>
                  </a:lnTo>
                  <a:lnTo>
                    <a:pt x="122987" y="74777"/>
                  </a:lnTo>
                  <a:lnTo>
                    <a:pt x="121495" y="75430"/>
                  </a:lnTo>
                  <a:lnTo>
                    <a:pt x="117872" y="74191"/>
                  </a:lnTo>
                  <a:lnTo>
                    <a:pt x="117005" y="74143"/>
                  </a:lnTo>
                  <a:lnTo>
                    <a:pt x="117749" y="76150"/>
                  </a:lnTo>
                  <a:lnTo>
                    <a:pt x="116551" y="76461"/>
                  </a:lnTo>
                  <a:lnTo>
                    <a:pt x="113967" y="76410"/>
                  </a:lnTo>
                  <a:lnTo>
                    <a:pt x="109720" y="75764"/>
                  </a:lnTo>
                  <a:lnTo>
                    <a:pt x="107087" y="76705"/>
                  </a:lnTo>
                  <a:lnTo>
                    <a:pt x="102331" y="76143"/>
                  </a:lnTo>
                  <a:lnTo>
                    <a:pt x="97530" y="76002"/>
                  </a:lnTo>
                  <a:lnTo>
                    <a:pt x="96636" y="75542"/>
                  </a:lnTo>
                  <a:lnTo>
                    <a:pt x="96004" y="74604"/>
                  </a:lnTo>
                  <a:lnTo>
                    <a:pt x="95978" y="73768"/>
                  </a:lnTo>
                  <a:lnTo>
                    <a:pt x="96211" y="72614"/>
                  </a:lnTo>
                  <a:lnTo>
                    <a:pt x="96913" y="70897"/>
                  </a:lnTo>
                  <a:lnTo>
                    <a:pt x="98086" y="68615"/>
                  </a:lnTo>
                  <a:lnTo>
                    <a:pt x="98491" y="67411"/>
                  </a:lnTo>
                  <a:lnTo>
                    <a:pt x="97433" y="66854"/>
                  </a:lnTo>
                  <a:lnTo>
                    <a:pt x="96780" y="66110"/>
                  </a:lnTo>
                  <a:lnTo>
                    <a:pt x="96242" y="66026"/>
                  </a:lnTo>
                  <a:lnTo>
                    <a:pt x="94549" y="66905"/>
                  </a:lnTo>
                  <a:lnTo>
                    <a:pt x="93447" y="69470"/>
                  </a:lnTo>
                  <a:lnTo>
                    <a:pt x="92604" y="70215"/>
                  </a:lnTo>
                  <a:lnTo>
                    <a:pt x="92232" y="69591"/>
                  </a:lnTo>
                  <a:lnTo>
                    <a:pt x="91951" y="68033"/>
                  </a:lnTo>
                  <a:lnTo>
                    <a:pt x="91579" y="67274"/>
                  </a:lnTo>
                  <a:lnTo>
                    <a:pt x="91116" y="67316"/>
                  </a:lnTo>
                  <a:lnTo>
                    <a:pt x="90664" y="67732"/>
                  </a:lnTo>
                  <a:lnTo>
                    <a:pt x="90224" y="68522"/>
                  </a:lnTo>
                  <a:lnTo>
                    <a:pt x="89563" y="68808"/>
                  </a:lnTo>
                  <a:lnTo>
                    <a:pt x="88681" y="68593"/>
                  </a:lnTo>
                  <a:lnTo>
                    <a:pt x="88368" y="68980"/>
                  </a:lnTo>
                  <a:lnTo>
                    <a:pt x="88625" y="69971"/>
                  </a:lnTo>
                  <a:lnTo>
                    <a:pt x="88714" y="70899"/>
                  </a:lnTo>
                  <a:lnTo>
                    <a:pt x="88637" y="71764"/>
                  </a:lnTo>
                  <a:lnTo>
                    <a:pt x="87877" y="72602"/>
                  </a:lnTo>
                  <a:lnTo>
                    <a:pt x="85711" y="73822"/>
                  </a:lnTo>
                  <a:lnTo>
                    <a:pt x="84461" y="74211"/>
                  </a:lnTo>
                  <a:lnTo>
                    <a:pt x="81173" y="74393"/>
                  </a:lnTo>
                  <a:lnTo>
                    <a:pt x="79206" y="74030"/>
                  </a:lnTo>
                  <a:lnTo>
                    <a:pt x="75221" y="72565"/>
                  </a:lnTo>
                  <a:lnTo>
                    <a:pt x="73015" y="72497"/>
                  </a:lnTo>
                  <a:lnTo>
                    <a:pt x="70359" y="70040"/>
                  </a:lnTo>
                  <a:lnTo>
                    <a:pt x="68256" y="69473"/>
                  </a:lnTo>
                  <a:lnTo>
                    <a:pt x="68363" y="68584"/>
                  </a:lnTo>
                  <a:lnTo>
                    <a:pt x="69282" y="66932"/>
                  </a:lnTo>
                  <a:lnTo>
                    <a:pt x="69252" y="66439"/>
                  </a:lnTo>
                  <a:lnTo>
                    <a:pt x="66379" y="68847"/>
                  </a:lnTo>
                  <a:lnTo>
                    <a:pt x="65990" y="69616"/>
                  </a:lnTo>
                  <a:lnTo>
                    <a:pt x="66325" y="71401"/>
                  </a:lnTo>
                  <a:lnTo>
                    <a:pt x="65944" y="71529"/>
                  </a:lnTo>
                  <a:lnTo>
                    <a:pt x="63968" y="70887"/>
                  </a:lnTo>
                  <a:lnTo>
                    <a:pt x="62024" y="71376"/>
                  </a:lnTo>
                  <a:lnTo>
                    <a:pt x="61555" y="71232"/>
                  </a:lnTo>
                  <a:lnTo>
                    <a:pt x="60212" y="69943"/>
                  </a:lnTo>
                  <a:lnTo>
                    <a:pt x="57850" y="68633"/>
                  </a:lnTo>
                  <a:lnTo>
                    <a:pt x="56808" y="67165"/>
                  </a:lnTo>
                  <a:lnTo>
                    <a:pt x="55186" y="62579"/>
                  </a:lnTo>
                  <a:lnTo>
                    <a:pt x="54362" y="59545"/>
                  </a:lnTo>
                  <a:lnTo>
                    <a:pt x="54464" y="58926"/>
                  </a:lnTo>
                  <a:lnTo>
                    <a:pt x="55670" y="58070"/>
                  </a:lnTo>
                  <a:lnTo>
                    <a:pt x="55488" y="57404"/>
                  </a:lnTo>
                  <a:lnTo>
                    <a:pt x="53986" y="55698"/>
                  </a:lnTo>
                  <a:lnTo>
                    <a:pt x="52367" y="54264"/>
                  </a:lnTo>
                  <a:lnTo>
                    <a:pt x="51886" y="53273"/>
                  </a:lnTo>
                  <a:lnTo>
                    <a:pt x="51667" y="52270"/>
                  </a:lnTo>
                  <a:lnTo>
                    <a:pt x="51451" y="50819"/>
                  </a:lnTo>
                  <a:lnTo>
                    <a:pt x="51441" y="49745"/>
                  </a:lnTo>
                  <a:lnTo>
                    <a:pt x="51635" y="49050"/>
                  </a:lnTo>
                  <a:lnTo>
                    <a:pt x="52561" y="46887"/>
                  </a:lnTo>
                  <a:lnTo>
                    <a:pt x="55095" y="43010"/>
                  </a:lnTo>
                  <a:lnTo>
                    <a:pt x="55437" y="42306"/>
                  </a:lnTo>
                  <a:lnTo>
                    <a:pt x="55574" y="41613"/>
                  </a:lnTo>
                  <a:lnTo>
                    <a:pt x="55225" y="39563"/>
                  </a:lnTo>
                  <a:lnTo>
                    <a:pt x="54734" y="37509"/>
                  </a:lnTo>
                  <a:lnTo>
                    <a:pt x="54236" y="36040"/>
                  </a:lnTo>
                  <a:lnTo>
                    <a:pt x="52838" y="34013"/>
                  </a:lnTo>
                  <a:lnTo>
                    <a:pt x="50914" y="31905"/>
                  </a:lnTo>
                  <a:lnTo>
                    <a:pt x="48208" y="28123"/>
                  </a:lnTo>
                  <a:lnTo>
                    <a:pt x="46201" y="25183"/>
                  </a:lnTo>
                  <a:lnTo>
                    <a:pt x="43802" y="21045"/>
                  </a:lnTo>
                  <a:lnTo>
                    <a:pt x="42645" y="20690"/>
                  </a:lnTo>
                  <a:lnTo>
                    <a:pt x="41307" y="20879"/>
                  </a:lnTo>
                  <a:lnTo>
                    <a:pt x="38414" y="22303"/>
                  </a:lnTo>
                  <a:lnTo>
                    <a:pt x="37442" y="22979"/>
                  </a:lnTo>
                  <a:lnTo>
                    <a:pt x="37203" y="23434"/>
                  </a:lnTo>
                  <a:lnTo>
                    <a:pt x="35049" y="23536"/>
                  </a:lnTo>
                  <a:lnTo>
                    <a:pt x="28947" y="23163"/>
                  </a:lnTo>
                  <a:lnTo>
                    <a:pt x="26613" y="22724"/>
                  </a:lnTo>
                  <a:lnTo>
                    <a:pt x="24872" y="22840"/>
                  </a:lnTo>
                  <a:lnTo>
                    <a:pt x="21880" y="23890"/>
                  </a:lnTo>
                  <a:lnTo>
                    <a:pt x="18690" y="23692"/>
                  </a:lnTo>
                  <a:lnTo>
                    <a:pt x="16693" y="20778"/>
                  </a:lnTo>
                  <a:lnTo>
                    <a:pt x="12156" y="19208"/>
                  </a:lnTo>
                  <a:lnTo>
                    <a:pt x="10802" y="18326"/>
                  </a:lnTo>
                  <a:lnTo>
                    <a:pt x="9877" y="17123"/>
                  </a:lnTo>
                  <a:lnTo>
                    <a:pt x="10183" y="16337"/>
                  </a:lnTo>
                  <a:lnTo>
                    <a:pt x="12763" y="15631"/>
                  </a:lnTo>
                  <a:lnTo>
                    <a:pt x="13836" y="14856"/>
                  </a:lnTo>
                  <a:lnTo>
                    <a:pt x="14350" y="14229"/>
                  </a:lnTo>
                  <a:lnTo>
                    <a:pt x="11793" y="14768"/>
                  </a:lnTo>
                  <a:lnTo>
                    <a:pt x="10664" y="14673"/>
                  </a:lnTo>
                  <a:lnTo>
                    <a:pt x="2972" y="10734"/>
                  </a:lnTo>
                  <a:lnTo>
                    <a:pt x="602" y="10040"/>
                  </a:lnTo>
                  <a:lnTo>
                    <a:pt x="198" y="9688"/>
                  </a:lnTo>
                  <a:lnTo>
                    <a:pt x="0" y="9225"/>
                  </a:lnTo>
                  <a:lnTo>
                    <a:pt x="5" y="8649"/>
                  </a:lnTo>
                  <a:lnTo>
                    <a:pt x="229" y="7784"/>
                  </a:lnTo>
                  <a:lnTo>
                    <a:pt x="2515" y="8877"/>
                  </a:lnTo>
                  <a:lnTo>
                    <a:pt x="3541" y="8958"/>
                  </a:lnTo>
                  <a:lnTo>
                    <a:pt x="5142" y="8632"/>
                  </a:lnTo>
                  <a:lnTo>
                    <a:pt x="5712" y="7948"/>
                  </a:lnTo>
                  <a:lnTo>
                    <a:pt x="5348" y="7550"/>
                  </a:lnTo>
                  <a:lnTo>
                    <a:pt x="2726" y="6236"/>
                  </a:lnTo>
                  <a:lnTo>
                    <a:pt x="1459" y="5239"/>
                  </a:lnTo>
                  <a:lnTo>
                    <a:pt x="972" y="4513"/>
                  </a:lnTo>
                  <a:lnTo>
                    <a:pt x="1474" y="3485"/>
                  </a:lnTo>
                  <a:lnTo>
                    <a:pt x="1607" y="2790"/>
                  </a:lnTo>
                  <a:lnTo>
                    <a:pt x="2449" y="2399"/>
                  </a:lnTo>
                  <a:lnTo>
                    <a:pt x="4003" y="2313"/>
                  </a:lnTo>
                  <a:lnTo>
                    <a:pt x="5992" y="1820"/>
                  </a:lnTo>
                  <a:lnTo>
                    <a:pt x="9629" y="477"/>
                  </a:lnTo>
                  <a:lnTo>
                    <a:pt x="12066" y="0"/>
                  </a:lnTo>
                  <a:lnTo>
                    <a:pt x="14497" y="72"/>
                  </a:lnTo>
                  <a:lnTo>
                    <a:pt x="20387" y="1444"/>
                  </a:lnTo>
                  <a:lnTo>
                    <a:pt x="26260" y="31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1784533" y="1342612"/>
              <a:ext cx="85534" cy="50908"/>
            </a:xfrm>
            <a:custGeom>
              <a:avLst/>
              <a:pathLst>
                <a:path w="85534" h="50908">
                  <a:moveTo>
                    <a:pt x="84601" y="5446"/>
                  </a:moveTo>
                  <a:lnTo>
                    <a:pt x="85472" y="6597"/>
                  </a:lnTo>
                  <a:lnTo>
                    <a:pt x="85534" y="7061"/>
                  </a:lnTo>
                  <a:lnTo>
                    <a:pt x="85115" y="7548"/>
                  </a:lnTo>
                  <a:lnTo>
                    <a:pt x="83765" y="8323"/>
                  </a:lnTo>
                  <a:lnTo>
                    <a:pt x="76978" y="10914"/>
                  </a:lnTo>
                  <a:lnTo>
                    <a:pt x="75649" y="12131"/>
                  </a:lnTo>
                  <a:lnTo>
                    <a:pt x="76149" y="13177"/>
                  </a:lnTo>
                  <a:lnTo>
                    <a:pt x="78596" y="15295"/>
                  </a:lnTo>
                  <a:lnTo>
                    <a:pt x="81085" y="17090"/>
                  </a:lnTo>
                  <a:lnTo>
                    <a:pt x="81623" y="17980"/>
                  </a:lnTo>
                  <a:lnTo>
                    <a:pt x="80440" y="18886"/>
                  </a:lnTo>
                  <a:lnTo>
                    <a:pt x="78174" y="18598"/>
                  </a:lnTo>
                  <a:lnTo>
                    <a:pt x="77328" y="18676"/>
                  </a:lnTo>
                  <a:lnTo>
                    <a:pt x="76529" y="19094"/>
                  </a:lnTo>
                  <a:lnTo>
                    <a:pt x="76744" y="19894"/>
                  </a:lnTo>
                  <a:lnTo>
                    <a:pt x="79251" y="22548"/>
                  </a:lnTo>
                  <a:lnTo>
                    <a:pt x="80075" y="23975"/>
                  </a:lnTo>
                  <a:lnTo>
                    <a:pt x="80055" y="24712"/>
                  </a:lnTo>
                  <a:lnTo>
                    <a:pt x="79612" y="25432"/>
                  </a:lnTo>
                  <a:lnTo>
                    <a:pt x="78560" y="26419"/>
                  </a:lnTo>
                  <a:lnTo>
                    <a:pt x="76900" y="27673"/>
                  </a:lnTo>
                  <a:lnTo>
                    <a:pt x="74056" y="28676"/>
                  </a:lnTo>
                  <a:lnTo>
                    <a:pt x="67938" y="30022"/>
                  </a:lnTo>
                  <a:lnTo>
                    <a:pt x="67736" y="31071"/>
                  </a:lnTo>
                  <a:lnTo>
                    <a:pt x="67776" y="31869"/>
                  </a:lnTo>
                  <a:lnTo>
                    <a:pt x="67628" y="33806"/>
                  </a:lnTo>
                  <a:lnTo>
                    <a:pt x="67417" y="34705"/>
                  </a:lnTo>
                  <a:lnTo>
                    <a:pt x="66689" y="36217"/>
                  </a:lnTo>
                  <a:lnTo>
                    <a:pt x="66158" y="36924"/>
                  </a:lnTo>
                  <a:lnTo>
                    <a:pt x="65241" y="37411"/>
                  </a:lnTo>
                  <a:lnTo>
                    <a:pt x="63937" y="37676"/>
                  </a:lnTo>
                  <a:lnTo>
                    <a:pt x="62263" y="37672"/>
                  </a:lnTo>
                  <a:lnTo>
                    <a:pt x="59500" y="36370"/>
                  </a:lnTo>
                  <a:lnTo>
                    <a:pt x="58246" y="35541"/>
                  </a:lnTo>
                  <a:lnTo>
                    <a:pt x="56502" y="33739"/>
                  </a:lnTo>
                  <a:lnTo>
                    <a:pt x="56188" y="32535"/>
                  </a:lnTo>
                  <a:lnTo>
                    <a:pt x="56359" y="31053"/>
                  </a:lnTo>
                  <a:lnTo>
                    <a:pt x="56819" y="28768"/>
                  </a:lnTo>
                  <a:lnTo>
                    <a:pt x="57577" y="26432"/>
                  </a:lnTo>
                  <a:lnTo>
                    <a:pt x="58635" y="24043"/>
                  </a:lnTo>
                  <a:lnTo>
                    <a:pt x="58947" y="22555"/>
                  </a:lnTo>
                  <a:lnTo>
                    <a:pt x="58516" y="21969"/>
                  </a:lnTo>
                  <a:lnTo>
                    <a:pt x="57793" y="21940"/>
                  </a:lnTo>
                  <a:lnTo>
                    <a:pt x="55542" y="22907"/>
                  </a:lnTo>
                  <a:lnTo>
                    <a:pt x="54087" y="23258"/>
                  </a:lnTo>
                  <a:lnTo>
                    <a:pt x="52962" y="23962"/>
                  </a:lnTo>
                  <a:lnTo>
                    <a:pt x="52164" y="25017"/>
                  </a:lnTo>
                  <a:lnTo>
                    <a:pt x="51713" y="26159"/>
                  </a:lnTo>
                  <a:lnTo>
                    <a:pt x="51461" y="28355"/>
                  </a:lnTo>
                  <a:lnTo>
                    <a:pt x="51033" y="29556"/>
                  </a:lnTo>
                  <a:lnTo>
                    <a:pt x="49819" y="30211"/>
                  </a:lnTo>
                  <a:lnTo>
                    <a:pt x="48002" y="30199"/>
                  </a:lnTo>
                  <a:lnTo>
                    <a:pt x="47313" y="30572"/>
                  </a:lnTo>
                  <a:lnTo>
                    <a:pt x="46976" y="31374"/>
                  </a:lnTo>
                  <a:lnTo>
                    <a:pt x="47220" y="32026"/>
                  </a:lnTo>
                  <a:lnTo>
                    <a:pt x="49011" y="33392"/>
                  </a:lnTo>
                  <a:lnTo>
                    <a:pt x="49234" y="34919"/>
                  </a:lnTo>
                  <a:lnTo>
                    <a:pt x="49017" y="35841"/>
                  </a:lnTo>
                  <a:lnTo>
                    <a:pt x="47081" y="37542"/>
                  </a:lnTo>
                  <a:lnTo>
                    <a:pt x="46626" y="38112"/>
                  </a:lnTo>
                  <a:lnTo>
                    <a:pt x="45425" y="40775"/>
                  </a:lnTo>
                  <a:lnTo>
                    <a:pt x="44983" y="41449"/>
                  </a:lnTo>
                  <a:lnTo>
                    <a:pt x="43984" y="42064"/>
                  </a:lnTo>
                  <a:lnTo>
                    <a:pt x="42977" y="41991"/>
                  </a:lnTo>
                  <a:lnTo>
                    <a:pt x="42044" y="41018"/>
                  </a:lnTo>
                  <a:lnTo>
                    <a:pt x="40679" y="39176"/>
                  </a:lnTo>
                  <a:lnTo>
                    <a:pt x="39760" y="37592"/>
                  </a:lnTo>
                  <a:lnTo>
                    <a:pt x="39288" y="36265"/>
                  </a:lnTo>
                  <a:lnTo>
                    <a:pt x="38886" y="35675"/>
                  </a:lnTo>
                  <a:lnTo>
                    <a:pt x="38234" y="36082"/>
                  </a:lnTo>
                  <a:lnTo>
                    <a:pt x="37445" y="37460"/>
                  </a:lnTo>
                  <a:lnTo>
                    <a:pt x="37424" y="38529"/>
                  </a:lnTo>
                  <a:lnTo>
                    <a:pt x="37596" y="40119"/>
                  </a:lnTo>
                  <a:lnTo>
                    <a:pt x="37552" y="41100"/>
                  </a:lnTo>
                  <a:lnTo>
                    <a:pt x="36401" y="42251"/>
                  </a:lnTo>
                  <a:lnTo>
                    <a:pt x="36567" y="42776"/>
                  </a:lnTo>
                  <a:lnTo>
                    <a:pt x="38587" y="44192"/>
                  </a:lnTo>
                  <a:lnTo>
                    <a:pt x="38846" y="44827"/>
                  </a:lnTo>
                  <a:lnTo>
                    <a:pt x="38858" y="45812"/>
                  </a:lnTo>
                  <a:lnTo>
                    <a:pt x="38724" y="46256"/>
                  </a:lnTo>
                  <a:lnTo>
                    <a:pt x="37916" y="46186"/>
                  </a:lnTo>
                  <a:lnTo>
                    <a:pt x="37235" y="47326"/>
                  </a:lnTo>
                  <a:lnTo>
                    <a:pt x="36457" y="48229"/>
                  </a:lnTo>
                  <a:lnTo>
                    <a:pt x="34407" y="49901"/>
                  </a:lnTo>
                  <a:lnTo>
                    <a:pt x="31557" y="50104"/>
                  </a:lnTo>
                  <a:lnTo>
                    <a:pt x="29200" y="50908"/>
                  </a:lnTo>
                  <a:lnTo>
                    <a:pt x="28699" y="50882"/>
                  </a:lnTo>
                  <a:lnTo>
                    <a:pt x="28131" y="49566"/>
                  </a:lnTo>
                  <a:lnTo>
                    <a:pt x="27492" y="46961"/>
                  </a:lnTo>
                  <a:lnTo>
                    <a:pt x="26923" y="45480"/>
                  </a:lnTo>
                  <a:lnTo>
                    <a:pt x="26072" y="44724"/>
                  </a:lnTo>
                  <a:lnTo>
                    <a:pt x="25019" y="41768"/>
                  </a:lnTo>
                  <a:lnTo>
                    <a:pt x="24525" y="40816"/>
                  </a:lnTo>
                  <a:lnTo>
                    <a:pt x="24044" y="40432"/>
                  </a:lnTo>
                  <a:lnTo>
                    <a:pt x="23641" y="40332"/>
                  </a:lnTo>
                  <a:lnTo>
                    <a:pt x="23046" y="40901"/>
                  </a:lnTo>
                  <a:lnTo>
                    <a:pt x="21675" y="45131"/>
                  </a:lnTo>
                  <a:lnTo>
                    <a:pt x="19440" y="46212"/>
                  </a:lnTo>
                  <a:lnTo>
                    <a:pt x="18212" y="46409"/>
                  </a:lnTo>
                  <a:lnTo>
                    <a:pt x="16972" y="46288"/>
                  </a:lnTo>
                  <a:lnTo>
                    <a:pt x="13904" y="45130"/>
                  </a:lnTo>
                  <a:lnTo>
                    <a:pt x="11445" y="44702"/>
                  </a:lnTo>
                  <a:lnTo>
                    <a:pt x="9728" y="45191"/>
                  </a:lnTo>
                  <a:lnTo>
                    <a:pt x="6905" y="46917"/>
                  </a:lnTo>
                  <a:lnTo>
                    <a:pt x="5780" y="47378"/>
                  </a:lnTo>
                  <a:lnTo>
                    <a:pt x="4254" y="47180"/>
                  </a:lnTo>
                  <a:lnTo>
                    <a:pt x="3586" y="46528"/>
                  </a:lnTo>
                  <a:lnTo>
                    <a:pt x="3018" y="45461"/>
                  </a:lnTo>
                  <a:lnTo>
                    <a:pt x="2955" y="44814"/>
                  </a:lnTo>
                  <a:lnTo>
                    <a:pt x="3399" y="44587"/>
                  </a:lnTo>
                  <a:lnTo>
                    <a:pt x="4103" y="43351"/>
                  </a:lnTo>
                  <a:lnTo>
                    <a:pt x="4080" y="42854"/>
                  </a:lnTo>
                  <a:lnTo>
                    <a:pt x="3384" y="42141"/>
                  </a:lnTo>
                  <a:lnTo>
                    <a:pt x="3375" y="41585"/>
                  </a:lnTo>
                  <a:lnTo>
                    <a:pt x="3623" y="41209"/>
                  </a:lnTo>
                  <a:lnTo>
                    <a:pt x="3568" y="40941"/>
                  </a:lnTo>
                  <a:lnTo>
                    <a:pt x="3208" y="40781"/>
                  </a:lnTo>
                  <a:lnTo>
                    <a:pt x="2510" y="40931"/>
                  </a:lnTo>
                  <a:lnTo>
                    <a:pt x="0" y="41749"/>
                  </a:lnTo>
                  <a:lnTo>
                    <a:pt x="282" y="40860"/>
                  </a:lnTo>
                  <a:lnTo>
                    <a:pt x="1481" y="39002"/>
                  </a:lnTo>
                  <a:lnTo>
                    <a:pt x="4412" y="35294"/>
                  </a:lnTo>
                  <a:lnTo>
                    <a:pt x="5520" y="34203"/>
                  </a:lnTo>
                  <a:lnTo>
                    <a:pt x="6184" y="33874"/>
                  </a:lnTo>
                  <a:lnTo>
                    <a:pt x="14833" y="32685"/>
                  </a:lnTo>
                  <a:lnTo>
                    <a:pt x="15439" y="32330"/>
                  </a:lnTo>
                  <a:lnTo>
                    <a:pt x="19550" y="27345"/>
                  </a:lnTo>
                  <a:lnTo>
                    <a:pt x="20723" y="26205"/>
                  </a:lnTo>
                  <a:lnTo>
                    <a:pt x="21924" y="25298"/>
                  </a:lnTo>
                  <a:lnTo>
                    <a:pt x="27819" y="22291"/>
                  </a:lnTo>
                  <a:lnTo>
                    <a:pt x="28369" y="21604"/>
                  </a:lnTo>
                  <a:lnTo>
                    <a:pt x="29289" y="19522"/>
                  </a:lnTo>
                  <a:lnTo>
                    <a:pt x="29826" y="19000"/>
                  </a:lnTo>
                  <a:lnTo>
                    <a:pt x="31099" y="18209"/>
                  </a:lnTo>
                  <a:lnTo>
                    <a:pt x="35348" y="13998"/>
                  </a:lnTo>
                  <a:lnTo>
                    <a:pt x="39218" y="10953"/>
                  </a:lnTo>
                  <a:lnTo>
                    <a:pt x="41185" y="9069"/>
                  </a:lnTo>
                  <a:lnTo>
                    <a:pt x="43875" y="7166"/>
                  </a:lnTo>
                  <a:lnTo>
                    <a:pt x="46984" y="6350"/>
                  </a:lnTo>
                  <a:lnTo>
                    <a:pt x="56361" y="4917"/>
                  </a:lnTo>
                  <a:lnTo>
                    <a:pt x="63112" y="6802"/>
                  </a:lnTo>
                  <a:lnTo>
                    <a:pt x="64717" y="6921"/>
                  </a:lnTo>
                  <a:lnTo>
                    <a:pt x="65503" y="6387"/>
                  </a:lnTo>
                  <a:lnTo>
                    <a:pt x="66215" y="5518"/>
                  </a:lnTo>
                  <a:lnTo>
                    <a:pt x="67223" y="5883"/>
                  </a:lnTo>
                  <a:lnTo>
                    <a:pt x="69729" y="6147"/>
                  </a:lnTo>
                  <a:lnTo>
                    <a:pt x="70285" y="5939"/>
                  </a:lnTo>
                  <a:lnTo>
                    <a:pt x="71340" y="4954"/>
                  </a:lnTo>
                  <a:lnTo>
                    <a:pt x="70619" y="4413"/>
                  </a:lnTo>
                  <a:lnTo>
                    <a:pt x="67586" y="3419"/>
                  </a:lnTo>
                  <a:lnTo>
                    <a:pt x="67403" y="2914"/>
                  </a:lnTo>
                  <a:lnTo>
                    <a:pt x="67472" y="2437"/>
                  </a:lnTo>
                  <a:lnTo>
                    <a:pt x="68537" y="1292"/>
                  </a:lnTo>
                  <a:lnTo>
                    <a:pt x="69824" y="554"/>
                  </a:lnTo>
                  <a:lnTo>
                    <a:pt x="73553" y="0"/>
                  </a:lnTo>
                  <a:lnTo>
                    <a:pt x="75264" y="141"/>
                  </a:lnTo>
                  <a:lnTo>
                    <a:pt x="77033" y="933"/>
                  </a:lnTo>
                  <a:lnTo>
                    <a:pt x="79345" y="25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2149542" y="1339439"/>
              <a:ext cx="17156" cy="13137"/>
            </a:xfrm>
            <a:custGeom>
              <a:avLst/>
              <a:pathLst>
                <a:path w="17156" h="13137">
                  <a:moveTo>
                    <a:pt x="15556" y="11445"/>
                  </a:moveTo>
                  <a:lnTo>
                    <a:pt x="12547" y="13137"/>
                  </a:lnTo>
                  <a:lnTo>
                    <a:pt x="11010" y="13076"/>
                  </a:lnTo>
                  <a:lnTo>
                    <a:pt x="2207" y="9618"/>
                  </a:lnTo>
                  <a:lnTo>
                    <a:pt x="434" y="7909"/>
                  </a:lnTo>
                  <a:lnTo>
                    <a:pt x="97" y="6758"/>
                  </a:lnTo>
                  <a:lnTo>
                    <a:pt x="0" y="5124"/>
                  </a:lnTo>
                  <a:lnTo>
                    <a:pt x="27" y="2889"/>
                  </a:lnTo>
                  <a:lnTo>
                    <a:pt x="409" y="1386"/>
                  </a:lnTo>
                  <a:lnTo>
                    <a:pt x="873" y="864"/>
                  </a:lnTo>
                  <a:lnTo>
                    <a:pt x="1910" y="327"/>
                  </a:lnTo>
                  <a:lnTo>
                    <a:pt x="3941" y="0"/>
                  </a:lnTo>
                  <a:lnTo>
                    <a:pt x="5871" y="187"/>
                  </a:lnTo>
                  <a:lnTo>
                    <a:pt x="8772" y="786"/>
                  </a:lnTo>
                  <a:lnTo>
                    <a:pt x="11659" y="1781"/>
                  </a:lnTo>
                  <a:lnTo>
                    <a:pt x="15490" y="4833"/>
                  </a:lnTo>
                  <a:lnTo>
                    <a:pt x="16865" y="6289"/>
                  </a:lnTo>
                  <a:lnTo>
                    <a:pt x="17156" y="8180"/>
                  </a:lnTo>
                  <a:lnTo>
                    <a:pt x="17152" y="9338"/>
                  </a:lnTo>
                  <a:lnTo>
                    <a:pt x="16951" y="10182"/>
                  </a:lnTo>
                  <a:lnTo>
                    <a:pt x="16552" y="107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1978290" y="1336502"/>
              <a:ext cx="18555" cy="18628"/>
            </a:xfrm>
            <a:custGeom>
              <a:avLst/>
              <a:pathLst>
                <a:path w="18555" h="18628">
                  <a:moveTo>
                    <a:pt x="17353" y="18103"/>
                  </a:moveTo>
                  <a:lnTo>
                    <a:pt x="15590" y="18628"/>
                  </a:lnTo>
                  <a:lnTo>
                    <a:pt x="12089" y="17427"/>
                  </a:lnTo>
                  <a:lnTo>
                    <a:pt x="9793" y="16911"/>
                  </a:lnTo>
                  <a:lnTo>
                    <a:pt x="7896" y="14778"/>
                  </a:lnTo>
                  <a:lnTo>
                    <a:pt x="5866" y="11871"/>
                  </a:lnTo>
                  <a:lnTo>
                    <a:pt x="4269" y="8658"/>
                  </a:lnTo>
                  <a:lnTo>
                    <a:pt x="3669" y="6766"/>
                  </a:lnTo>
                  <a:lnTo>
                    <a:pt x="2508" y="5642"/>
                  </a:lnTo>
                  <a:lnTo>
                    <a:pt x="2105" y="3778"/>
                  </a:lnTo>
                  <a:lnTo>
                    <a:pt x="0" y="857"/>
                  </a:lnTo>
                  <a:lnTo>
                    <a:pt x="351" y="430"/>
                  </a:lnTo>
                  <a:lnTo>
                    <a:pt x="2337" y="0"/>
                  </a:lnTo>
                  <a:lnTo>
                    <a:pt x="5503" y="543"/>
                  </a:lnTo>
                  <a:lnTo>
                    <a:pt x="7019" y="1579"/>
                  </a:lnTo>
                  <a:lnTo>
                    <a:pt x="8935" y="3318"/>
                  </a:lnTo>
                  <a:lnTo>
                    <a:pt x="11418" y="6090"/>
                  </a:lnTo>
                  <a:lnTo>
                    <a:pt x="12185" y="7318"/>
                  </a:lnTo>
                  <a:lnTo>
                    <a:pt x="12334" y="9004"/>
                  </a:lnTo>
                  <a:lnTo>
                    <a:pt x="12782" y="9919"/>
                  </a:lnTo>
                  <a:lnTo>
                    <a:pt x="14913" y="10081"/>
                  </a:lnTo>
                  <a:lnTo>
                    <a:pt x="17536" y="12311"/>
                  </a:lnTo>
                  <a:lnTo>
                    <a:pt x="18013" y="13174"/>
                  </a:lnTo>
                  <a:lnTo>
                    <a:pt x="18555" y="14930"/>
                  </a:lnTo>
                  <a:lnTo>
                    <a:pt x="18517" y="15767"/>
                  </a:lnTo>
                  <a:lnTo>
                    <a:pt x="18099" y="174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2090948" y="1335391"/>
              <a:ext cx="36226" cy="10039"/>
            </a:xfrm>
            <a:custGeom>
              <a:avLst/>
              <a:pathLst>
                <a:path w="36226" h="10039">
                  <a:moveTo>
                    <a:pt x="9117" y="0"/>
                  </a:moveTo>
                  <a:lnTo>
                    <a:pt x="12009" y="1128"/>
                  </a:lnTo>
                  <a:lnTo>
                    <a:pt x="15152" y="529"/>
                  </a:lnTo>
                  <a:lnTo>
                    <a:pt x="18525" y="466"/>
                  </a:lnTo>
                  <a:lnTo>
                    <a:pt x="26029" y="947"/>
                  </a:lnTo>
                  <a:lnTo>
                    <a:pt x="30999" y="627"/>
                  </a:lnTo>
                  <a:lnTo>
                    <a:pt x="32286" y="818"/>
                  </a:lnTo>
                  <a:lnTo>
                    <a:pt x="34243" y="1542"/>
                  </a:lnTo>
                  <a:lnTo>
                    <a:pt x="35282" y="2416"/>
                  </a:lnTo>
                  <a:lnTo>
                    <a:pt x="36226" y="3895"/>
                  </a:lnTo>
                  <a:lnTo>
                    <a:pt x="33804" y="4795"/>
                  </a:lnTo>
                  <a:lnTo>
                    <a:pt x="31728" y="9384"/>
                  </a:lnTo>
                  <a:lnTo>
                    <a:pt x="31447" y="9613"/>
                  </a:lnTo>
                  <a:lnTo>
                    <a:pt x="29189" y="9675"/>
                  </a:lnTo>
                  <a:lnTo>
                    <a:pt x="28084" y="10039"/>
                  </a:lnTo>
                  <a:lnTo>
                    <a:pt x="21492" y="9389"/>
                  </a:lnTo>
                  <a:lnTo>
                    <a:pt x="3332" y="9097"/>
                  </a:lnTo>
                  <a:lnTo>
                    <a:pt x="2537" y="8525"/>
                  </a:lnTo>
                  <a:lnTo>
                    <a:pt x="146" y="5834"/>
                  </a:lnTo>
                  <a:lnTo>
                    <a:pt x="0" y="4770"/>
                  </a:lnTo>
                  <a:lnTo>
                    <a:pt x="431" y="3529"/>
                  </a:lnTo>
                  <a:lnTo>
                    <a:pt x="944" y="2702"/>
                  </a:lnTo>
                  <a:lnTo>
                    <a:pt x="1537" y="2294"/>
                  </a:lnTo>
                  <a:lnTo>
                    <a:pt x="6820" y="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2019616" y="1332211"/>
              <a:ext cx="16951" cy="6272"/>
            </a:xfrm>
            <a:custGeom>
              <a:avLst/>
              <a:pathLst>
                <a:path w="16951" h="6272">
                  <a:moveTo>
                    <a:pt x="8993" y="5999"/>
                  </a:moveTo>
                  <a:lnTo>
                    <a:pt x="7411" y="6272"/>
                  </a:lnTo>
                  <a:lnTo>
                    <a:pt x="4548" y="6129"/>
                  </a:lnTo>
                  <a:lnTo>
                    <a:pt x="1118" y="5067"/>
                  </a:lnTo>
                  <a:lnTo>
                    <a:pt x="193" y="3825"/>
                  </a:lnTo>
                  <a:lnTo>
                    <a:pt x="0" y="1859"/>
                  </a:lnTo>
                  <a:lnTo>
                    <a:pt x="40" y="771"/>
                  </a:lnTo>
                  <a:lnTo>
                    <a:pt x="314" y="561"/>
                  </a:lnTo>
                  <a:lnTo>
                    <a:pt x="2438" y="303"/>
                  </a:lnTo>
                  <a:lnTo>
                    <a:pt x="6412" y="0"/>
                  </a:lnTo>
                  <a:lnTo>
                    <a:pt x="9616" y="222"/>
                  </a:lnTo>
                  <a:lnTo>
                    <a:pt x="13269" y="1343"/>
                  </a:lnTo>
                  <a:lnTo>
                    <a:pt x="14751" y="2063"/>
                  </a:lnTo>
                  <a:lnTo>
                    <a:pt x="15506" y="2571"/>
                  </a:lnTo>
                  <a:lnTo>
                    <a:pt x="16442" y="3598"/>
                  </a:lnTo>
                  <a:lnTo>
                    <a:pt x="16749" y="4052"/>
                  </a:lnTo>
                  <a:lnTo>
                    <a:pt x="16951" y="4860"/>
                  </a:lnTo>
                  <a:lnTo>
                    <a:pt x="12398" y="5039"/>
                  </a:lnTo>
                  <a:lnTo>
                    <a:pt x="10247" y="53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1875141" y="1326953"/>
              <a:ext cx="16242" cy="10544"/>
            </a:xfrm>
            <a:custGeom>
              <a:avLst/>
              <a:pathLst>
                <a:path w="16242" h="10544">
                  <a:moveTo>
                    <a:pt x="13773" y="9541"/>
                  </a:moveTo>
                  <a:lnTo>
                    <a:pt x="10627" y="10544"/>
                  </a:lnTo>
                  <a:lnTo>
                    <a:pt x="8540" y="10520"/>
                  </a:lnTo>
                  <a:lnTo>
                    <a:pt x="4844" y="9107"/>
                  </a:lnTo>
                  <a:lnTo>
                    <a:pt x="563" y="4790"/>
                  </a:lnTo>
                  <a:lnTo>
                    <a:pt x="0" y="3250"/>
                  </a:lnTo>
                  <a:lnTo>
                    <a:pt x="1598" y="2973"/>
                  </a:lnTo>
                  <a:lnTo>
                    <a:pt x="2760" y="2500"/>
                  </a:lnTo>
                  <a:lnTo>
                    <a:pt x="3485" y="1832"/>
                  </a:lnTo>
                  <a:lnTo>
                    <a:pt x="4861" y="1099"/>
                  </a:lnTo>
                  <a:lnTo>
                    <a:pt x="8043" y="0"/>
                  </a:lnTo>
                  <a:lnTo>
                    <a:pt x="8429" y="424"/>
                  </a:lnTo>
                  <a:lnTo>
                    <a:pt x="8360" y="1324"/>
                  </a:lnTo>
                  <a:lnTo>
                    <a:pt x="8625" y="2164"/>
                  </a:lnTo>
                  <a:lnTo>
                    <a:pt x="9763" y="2343"/>
                  </a:lnTo>
                  <a:lnTo>
                    <a:pt x="10842" y="2943"/>
                  </a:lnTo>
                  <a:lnTo>
                    <a:pt x="13022" y="4785"/>
                  </a:lnTo>
                  <a:lnTo>
                    <a:pt x="14515" y="5140"/>
                  </a:lnTo>
                  <a:lnTo>
                    <a:pt x="15052" y="5544"/>
                  </a:lnTo>
                  <a:lnTo>
                    <a:pt x="15336" y="6163"/>
                  </a:lnTo>
                  <a:lnTo>
                    <a:pt x="16242" y="7242"/>
                  </a:lnTo>
                  <a:lnTo>
                    <a:pt x="16225" y="7802"/>
                  </a:lnTo>
                  <a:lnTo>
                    <a:pt x="15000" y="89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1895233" y="1326194"/>
              <a:ext cx="42170" cy="22441"/>
            </a:xfrm>
            <a:custGeom>
              <a:avLst/>
              <a:pathLst>
                <a:path w="42170" h="22441">
                  <a:moveTo>
                    <a:pt x="32514" y="0"/>
                  </a:moveTo>
                  <a:lnTo>
                    <a:pt x="41734" y="708"/>
                  </a:lnTo>
                  <a:lnTo>
                    <a:pt x="42133" y="840"/>
                  </a:lnTo>
                  <a:lnTo>
                    <a:pt x="42170" y="1370"/>
                  </a:lnTo>
                  <a:lnTo>
                    <a:pt x="41475" y="3070"/>
                  </a:lnTo>
                  <a:lnTo>
                    <a:pt x="40412" y="4308"/>
                  </a:lnTo>
                  <a:lnTo>
                    <a:pt x="35490" y="5861"/>
                  </a:lnTo>
                  <a:lnTo>
                    <a:pt x="29142" y="7268"/>
                  </a:lnTo>
                  <a:lnTo>
                    <a:pt x="27824" y="7951"/>
                  </a:lnTo>
                  <a:lnTo>
                    <a:pt x="27928" y="8358"/>
                  </a:lnTo>
                  <a:lnTo>
                    <a:pt x="28445" y="8865"/>
                  </a:lnTo>
                  <a:lnTo>
                    <a:pt x="29507" y="9508"/>
                  </a:lnTo>
                  <a:lnTo>
                    <a:pt x="34423" y="9362"/>
                  </a:lnTo>
                  <a:lnTo>
                    <a:pt x="35608" y="9639"/>
                  </a:lnTo>
                  <a:lnTo>
                    <a:pt x="36028" y="10054"/>
                  </a:lnTo>
                  <a:lnTo>
                    <a:pt x="36280" y="10662"/>
                  </a:lnTo>
                  <a:lnTo>
                    <a:pt x="36433" y="11454"/>
                  </a:lnTo>
                  <a:lnTo>
                    <a:pt x="36440" y="14139"/>
                  </a:lnTo>
                  <a:lnTo>
                    <a:pt x="36181" y="15693"/>
                  </a:lnTo>
                  <a:lnTo>
                    <a:pt x="35501" y="17100"/>
                  </a:lnTo>
                  <a:lnTo>
                    <a:pt x="33510" y="18101"/>
                  </a:lnTo>
                  <a:lnTo>
                    <a:pt x="29927" y="19423"/>
                  </a:lnTo>
                  <a:lnTo>
                    <a:pt x="27497" y="20011"/>
                  </a:lnTo>
                  <a:lnTo>
                    <a:pt x="25582" y="19799"/>
                  </a:lnTo>
                  <a:lnTo>
                    <a:pt x="23674" y="19936"/>
                  </a:lnTo>
                  <a:lnTo>
                    <a:pt x="15322" y="22428"/>
                  </a:lnTo>
                  <a:lnTo>
                    <a:pt x="12738" y="22441"/>
                  </a:lnTo>
                  <a:lnTo>
                    <a:pt x="10481" y="21839"/>
                  </a:lnTo>
                  <a:lnTo>
                    <a:pt x="7361" y="19488"/>
                  </a:lnTo>
                  <a:lnTo>
                    <a:pt x="4117" y="18564"/>
                  </a:lnTo>
                  <a:lnTo>
                    <a:pt x="2732" y="17507"/>
                  </a:lnTo>
                  <a:lnTo>
                    <a:pt x="1370" y="16929"/>
                  </a:lnTo>
                  <a:lnTo>
                    <a:pt x="993" y="16085"/>
                  </a:lnTo>
                  <a:lnTo>
                    <a:pt x="861" y="15455"/>
                  </a:lnTo>
                  <a:lnTo>
                    <a:pt x="1091" y="14876"/>
                  </a:lnTo>
                  <a:lnTo>
                    <a:pt x="1680" y="14351"/>
                  </a:lnTo>
                  <a:lnTo>
                    <a:pt x="1873" y="13905"/>
                  </a:lnTo>
                  <a:lnTo>
                    <a:pt x="1331" y="12610"/>
                  </a:lnTo>
                  <a:lnTo>
                    <a:pt x="1081" y="11373"/>
                  </a:lnTo>
                  <a:lnTo>
                    <a:pt x="139" y="9597"/>
                  </a:lnTo>
                  <a:lnTo>
                    <a:pt x="0" y="8574"/>
                  </a:lnTo>
                  <a:lnTo>
                    <a:pt x="5" y="7906"/>
                  </a:lnTo>
                  <a:lnTo>
                    <a:pt x="162" y="7185"/>
                  </a:lnTo>
                  <a:lnTo>
                    <a:pt x="785" y="5900"/>
                  </a:lnTo>
                  <a:lnTo>
                    <a:pt x="1109" y="5639"/>
                  </a:lnTo>
                  <a:lnTo>
                    <a:pt x="3012" y="5439"/>
                  </a:lnTo>
                  <a:lnTo>
                    <a:pt x="5511" y="4775"/>
                  </a:lnTo>
                  <a:lnTo>
                    <a:pt x="11264" y="2849"/>
                  </a:lnTo>
                  <a:lnTo>
                    <a:pt x="23900" y="445"/>
                  </a:lnTo>
                  <a:lnTo>
                    <a:pt x="27736" y="667"/>
                  </a:lnTo>
                  <a:lnTo>
                    <a:pt x="29415" y="1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2010427" y="1321230"/>
              <a:ext cx="5584" cy="4280"/>
            </a:xfrm>
            <a:custGeom>
              <a:avLst/>
              <a:pathLst>
                <a:path w="5584" h="4280">
                  <a:moveTo>
                    <a:pt x="3109" y="3687"/>
                  </a:moveTo>
                  <a:lnTo>
                    <a:pt x="1788" y="4280"/>
                  </a:lnTo>
                  <a:lnTo>
                    <a:pt x="245" y="3933"/>
                  </a:lnTo>
                  <a:lnTo>
                    <a:pt x="29" y="3563"/>
                  </a:lnTo>
                  <a:lnTo>
                    <a:pt x="0" y="3116"/>
                  </a:lnTo>
                  <a:lnTo>
                    <a:pt x="155" y="2592"/>
                  </a:lnTo>
                  <a:lnTo>
                    <a:pt x="1877" y="750"/>
                  </a:lnTo>
                  <a:lnTo>
                    <a:pt x="3455" y="118"/>
                  </a:lnTo>
                  <a:lnTo>
                    <a:pt x="4393" y="0"/>
                  </a:lnTo>
                  <a:lnTo>
                    <a:pt x="5156" y="626"/>
                  </a:lnTo>
                  <a:lnTo>
                    <a:pt x="5584" y="15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1895128" y="1306852"/>
              <a:ext cx="45532" cy="14275"/>
            </a:xfrm>
            <a:custGeom>
              <a:avLst/>
              <a:pathLst>
                <a:path w="45532" h="14275">
                  <a:moveTo>
                    <a:pt x="40009" y="3174"/>
                  </a:moveTo>
                  <a:lnTo>
                    <a:pt x="42022" y="4896"/>
                  </a:lnTo>
                  <a:lnTo>
                    <a:pt x="42714" y="4862"/>
                  </a:lnTo>
                  <a:lnTo>
                    <a:pt x="43597" y="5181"/>
                  </a:lnTo>
                  <a:lnTo>
                    <a:pt x="44021" y="5632"/>
                  </a:lnTo>
                  <a:lnTo>
                    <a:pt x="45230" y="7828"/>
                  </a:lnTo>
                  <a:lnTo>
                    <a:pt x="45461" y="8918"/>
                  </a:lnTo>
                  <a:lnTo>
                    <a:pt x="45532" y="10323"/>
                  </a:lnTo>
                  <a:lnTo>
                    <a:pt x="45347" y="11499"/>
                  </a:lnTo>
                  <a:lnTo>
                    <a:pt x="44905" y="12444"/>
                  </a:lnTo>
                  <a:lnTo>
                    <a:pt x="43824" y="13043"/>
                  </a:lnTo>
                  <a:lnTo>
                    <a:pt x="41242" y="13416"/>
                  </a:lnTo>
                  <a:lnTo>
                    <a:pt x="37639" y="12853"/>
                  </a:lnTo>
                  <a:lnTo>
                    <a:pt x="34514" y="13581"/>
                  </a:lnTo>
                  <a:lnTo>
                    <a:pt x="33076" y="13676"/>
                  </a:lnTo>
                  <a:lnTo>
                    <a:pt x="29201" y="13210"/>
                  </a:lnTo>
                  <a:lnTo>
                    <a:pt x="28224" y="12868"/>
                  </a:lnTo>
                  <a:lnTo>
                    <a:pt x="26075" y="11529"/>
                  </a:lnTo>
                  <a:lnTo>
                    <a:pt x="24436" y="10978"/>
                  </a:lnTo>
                  <a:lnTo>
                    <a:pt x="23747" y="11272"/>
                  </a:lnTo>
                  <a:lnTo>
                    <a:pt x="22925" y="12447"/>
                  </a:lnTo>
                  <a:lnTo>
                    <a:pt x="21376" y="13901"/>
                  </a:lnTo>
                  <a:lnTo>
                    <a:pt x="20427" y="14275"/>
                  </a:lnTo>
                  <a:lnTo>
                    <a:pt x="17640" y="14031"/>
                  </a:lnTo>
                  <a:lnTo>
                    <a:pt x="13364" y="11575"/>
                  </a:lnTo>
                  <a:lnTo>
                    <a:pt x="8455" y="12301"/>
                  </a:lnTo>
                  <a:lnTo>
                    <a:pt x="3368" y="13737"/>
                  </a:lnTo>
                  <a:lnTo>
                    <a:pt x="1381" y="14006"/>
                  </a:lnTo>
                  <a:lnTo>
                    <a:pt x="800" y="13590"/>
                  </a:lnTo>
                  <a:lnTo>
                    <a:pt x="0" y="12512"/>
                  </a:lnTo>
                  <a:lnTo>
                    <a:pt x="125" y="11968"/>
                  </a:lnTo>
                  <a:lnTo>
                    <a:pt x="1641" y="10324"/>
                  </a:lnTo>
                  <a:lnTo>
                    <a:pt x="5025" y="8597"/>
                  </a:lnTo>
                  <a:lnTo>
                    <a:pt x="7500" y="7623"/>
                  </a:lnTo>
                  <a:lnTo>
                    <a:pt x="12412" y="6205"/>
                  </a:lnTo>
                  <a:lnTo>
                    <a:pt x="18226" y="5410"/>
                  </a:lnTo>
                  <a:lnTo>
                    <a:pt x="20400" y="4567"/>
                  </a:lnTo>
                  <a:lnTo>
                    <a:pt x="21775" y="3361"/>
                  </a:lnTo>
                  <a:lnTo>
                    <a:pt x="25560" y="1460"/>
                  </a:lnTo>
                  <a:lnTo>
                    <a:pt x="27791" y="672"/>
                  </a:lnTo>
                  <a:lnTo>
                    <a:pt x="30778" y="0"/>
                  </a:lnTo>
                  <a:lnTo>
                    <a:pt x="33198" y="34"/>
                  </a:lnTo>
                  <a:lnTo>
                    <a:pt x="36274" y="1577"/>
                  </a:lnTo>
                  <a:lnTo>
                    <a:pt x="38571" y="23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2067193" y="1305451"/>
              <a:ext cx="39744" cy="29526"/>
            </a:xfrm>
            <a:custGeom>
              <a:avLst/>
              <a:pathLst>
                <a:path w="39744" h="29526">
                  <a:moveTo>
                    <a:pt x="24585" y="8094"/>
                  </a:moveTo>
                  <a:lnTo>
                    <a:pt x="27301" y="8867"/>
                  </a:lnTo>
                  <a:lnTo>
                    <a:pt x="31988" y="8528"/>
                  </a:lnTo>
                  <a:lnTo>
                    <a:pt x="33694" y="9091"/>
                  </a:lnTo>
                  <a:lnTo>
                    <a:pt x="38087" y="11079"/>
                  </a:lnTo>
                  <a:lnTo>
                    <a:pt x="39420" y="12254"/>
                  </a:lnTo>
                  <a:lnTo>
                    <a:pt x="39738" y="13141"/>
                  </a:lnTo>
                  <a:lnTo>
                    <a:pt x="39744" y="13592"/>
                  </a:lnTo>
                  <a:lnTo>
                    <a:pt x="38286" y="14556"/>
                  </a:lnTo>
                  <a:lnTo>
                    <a:pt x="35363" y="16032"/>
                  </a:lnTo>
                  <a:lnTo>
                    <a:pt x="34657" y="17143"/>
                  </a:lnTo>
                  <a:lnTo>
                    <a:pt x="37264" y="18531"/>
                  </a:lnTo>
                  <a:lnTo>
                    <a:pt x="38586" y="19766"/>
                  </a:lnTo>
                  <a:lnTo>
                    <a:pt x="39182" y="20649"/>
                  </a:lnTo>
                  <a:lnTo>
                    <a:pt x="39202" y="21558"/>
                  </a:lnTo>
                  <a:lnTo>
                    <a:pt x="37445" y="24011"/>
                  </a:lnTo>
                  <a:lnTo>
                    <a:pt x="36154" y="24734"/>
                  </a:lnTo>
                  <a:lnTo>
                    <a:pt x="34182" y="24656"/>
                  </a:lnTo>
                  <a:lnTo>
                    <a:pt x="33249" y="24880"/>
                  </a:lnTo>
                  <a:lnTo>
                    <a:pt x="30726" y="26025"/>
                  </a:lnTo>
                  <a:lnTo>
                    <a:pt x="26805" y="27121"/>
                  </a:lnTo>
                  <a:lnTo>
                    <a:pt x="21450" y="27571"/>
                  </a:lnTo>
                  <a:lnTo>
                    <a:pt x="19998" y="28246"/>
                  </a:lnTo>
                  <a:lnTo>
                    <a:pt x="17340" y="29351"/>
                  </a:lnTo>
                  <a:lnTo>
                    <a:pt x="15549" y="29526"/>
                  </a:lnTo>
                  <a:lnTo>
                    <a:pt x="14964" y="28892"/>
                  </a:lnTo>
                  <a:lnTo>
                    <a:pt x="14695" y="27957"/>
                  </a:lnTo>
                  <a:lnTo>
                    <a:pt x="14832" y="27311"/>
                  </a:lnTo>
                  <a:lnTo>
                    <a:pt x="15210" y="26509"/>
                  </a:lnTo>
                  <a:lnTo>
                    <a:pt x="14356" y="25758"/>
                  </a:lnTo>
                  <a:lnTo>
                    <a:pt x="10520" y="24317"/>
                  </a:lnTo>
                  <a:lnTo>
                    <a:pt x="8285" y="22308"/>
                  </a:lnTo>
                  <a:lnTo>
                    <a:pt x="7968" y="21677"/>
                  </a:lnTo>
                  <a:lnTo>
                    <a:pt x="7856" y="21115"/>
                  </a:lnTo>
                  <a:lnTo>
                    <a:pt x="12822" y="20743"/>
                  </a:lnTo>
                  <a:lnTo>
                    <a:pt x="14959" y="20338"/>
                  </a:lnTo>
                  <a:lnTo>
                    <a:pt x="15909" y="19686"/>
                  </a:lnTo>
                  <a:lnTo>
                    <a:pt x="16066" y="19306"/>
                  </a:lnTo>
                  <a:lnTo>
                    <a:pt x="15115" y="19141"/>
                  </a:lnTo>
                  <a:lnTo>
                    <a:pt x="11712" y="17788"/>
                  </a:lnTo>
                  <a:lnTo>
                    <a:pt x="6004" y="16979"/>
                  </a:lnTo>
                  <a:lnTo>
                    <a:pt x="5732" y="16041"/>
                  </a:lnTo>
                  <a:lnTo>
                    <a:pt x="3352" y="14162"/>
                  </a:lnTo>
                  <a:lnTo>
                    <a:pt x="3124" y="12378"/>
                  </a:lnTo>
                  <a:lnTo>
                    <a:pt x="2606" y="11884"/>
                  </a:lnTo>
                  <a:lnTo>
                    <a:pt x="988" y="11109"/>
                  </a:lnTo>
                  <a:lnTo>
                    <a:pt x="749" y="10854"/>
                  </a:lnTo>
                  <a:lnTo>
                    <a:pt x="270" y="9703"/>
                  </a:lnTo>
                  <a:lnTo>
                    <a:pt x="196" y="9074"/>
                  </a:lnTo>
                  <a:lnTo>
                    <a:pt x="289" y="8502"/>
                  </a:lnTo>
                  <a:lnTo>
                    <a:pt x="3227" y="7295"/>
                  </a:lnTo>
                  <a:lnTo>
                    <a:pt x="2817" y="6458"/>
                  </a:lnTo>
                  <a:lnTo>
                    <a:pt x="586" y="3334"/>
                  </a:lnTo>
                  <a:lnTo>
                    <a:pt x="0" y="1595"/>
                  </a:lnTo>
                  <a:lnTo>
                    <a:pt x="94" y="936"/>
                  </a:lnTo>
                  <a:lnTo>
                    <a:pt x="1481" y="20"/>
                  </a:lnTo>
                  <a:lnTo>
                    <a:pt x="3428" y="0"/>
                  </a:lnTo>
                  <a:lnTo>
                    <a:pt x="8572" y="278"/>
                  </a:lnTo>
                  <a:lnTo>
                    <a:pt x="11030" y="659"/>
                  </a:lnTo>
                  <a:lnTo>
                    <a:pt x="13481" y="1405"/>
                  </a:lnTo>
                  <a:lnTo>
                    <a:pt x="16169" y="2510"/>
                  </a:lnTo>
                  <a:lnTo>
                    <a:pt x="20182" y="3490"/>
                  </a:lnTo>
                  <a:lnTo>
                    <a:pt x="21468" y="4138"/>
                  </a:lnTo>
                  <a:lnTo>
                    <a:pt x="23885" y="6201"/>
                  </a:lnTo>
                  <a:lnTo>
                    <a:pt x="24146" y="6856"/>
                  </a:lnTo>
                  <a:lnTo>
                    <a:pt x="23986" y="75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1983882" y="1289293"/>
              <a:ext cx="75729" cy="46044"/>
            </a:xfrm>
            <a:custGeom>
              <a:avLst/>
              <a:pathLst>
                <a:path w="75729" h="46044">
                  <a:moveTo>
                    <a:pt x="24790" y="1076"/>
                  </a:moveTo>
                  <a:lnTo>
                    <a:pt x="27487" y="1676"/>
                  </a:lnTo>
                  <a:lnTo>
                    <a:pt x="30678" y="3573"/>
                  </a:lnTo>
                  <a:lnTo>
                    <a:pt x="33694" y="7595"/>
                  </a:lnTo>
                  <a:lnTo>
                    <a:pt x="33847" y="8110"/>
                  </a:lnTo>
                  <a:lnTo>
                    <a:pt x="33863" y="8778"/>
                  </a:lnTo>
                  <a:lnTo>
                    <a:pt x="33741" y="9600"/>
                  </a:lnTo>
                  <a:lnTo>
                    <a:pt x="33342" y="10668"/>
                  </a:lnTo>
                  <a:lnTo>
                    <a:pt x="32794" y="11308"/>
                  </a:lnTo>
                  <a:lnTo>
                    <a:pt x="34346" y="12087"/>
                  </a:lnTo>
                  <a:lnTo>
                    <a:pt x="34517" y="12467"/>
                  </a:lnTo>
                  <a:lnTo>
                    <a:pt x="34379" y="13330"/>
                  </a:lnTo>
                  <a:lnTo>
                    <a:pt x="34570" y="13966"/>
                  </a:lnTo>
                  <a:lnTo>
                    <a:pt x="35509" y="13337"/>
                  </a:lnTo>
                  <a:lnTo>
                    <a:pt x="36312" y="12376"/>
                  </a:lnTo>
                  <a:lnTo>
                    <a:pt x="36513" y="11759"/>
                  </a:lnTo>
                  <a:lnTo>
                    <a:pt x="36676" y="10098"/>
                  </a:lnTo>
                  <a:lnTo>
                    <a:pt x="39030" y="9268"/>
                  </a:lnTo>
                  <a:lnTo>
                    <a:pt x="41504" y="8062"/>
                  </a:lnTo>
                  <a:lnTo>
                    <a:pt x="42666" y="7791"/>
                  </a:lnTo>
                  <a:lnTo>
                    <a:pt x="44611" y="8071"/>
                  </a:lnTo>
                  <a:lnTo>
                    <a:pt x="49267" y="10929"/>
                  </a:lnTo>
                  <a:lnTo>
                    <a:pt x="51045" y="11203"/>
                  </a:lnTo>
                  <a:lnTo>
                    <a:pt x="51690" y="11539"/>
                  </a:lnTo>
                  <a:lnTo>
                    <a:pt x="52281" y="12204"/>
                  </a:lnTo>
                  <a:lnTo>
                    <a:pt x="52321" y="12923"/>
                  </a:lnTo>
                  <a:lnTo>
                    <a:pt x="51375" y="14589"/>
                  </a:lnTo>
                  <a:lnTo>
                    <a:pt x="51011" y="15604"/>
                  </a:lnTo>
                  <a:lnTo>
                    <a:pt x="51234" y="16263"/>
                  </a:lnTo>
                  <a:lnTo>
                    <a:pt x="53664" y="16817"/>
                  </a:lnTo>
                  <a:lnTo>
                    <a:pt x="59205" y="15712"/>
                  </a:lnTo>
                  <a:lnTo>
                    <a:pt x="64047" y="18421"/>
                  </a:lnTo>
                  <a:lnTo>
                    <a:pt x="66727" y="21642"/>
                  </a:lnTo>
                  <a:lnTo>
                    <a:pt x="68711" y="22723"/>
                  </a:lnTo>
                  <a:lnTo>
                    <a:pt x="69025" y="23307"/>
                  </a:lnTo>
                  <a:lnTo>
                    <a:pt x="68462" y="23857"/>
                  </a:lnTo>
                  <a:lnTo>
                    <a:pt x="67897" y="25369"/>
                  </a:lnTo>
                  <a:lnTo>
                    <a:pt x="66307" y="26496"/>
                  </a:lnTo>
                  <a:lnTo>
                    <a:pt x="65968" y="27002"/>
                  </a:lnTo>
                  <a:lnTo>
                    <a:pt x="66816" y="28340"/>
                  </a:lnTo>
                  <a:lnTo>
                    <a:pt x="66879" y="29179"/>
                  </a:lnTo>
                  <a:lnTo>
                    <a:pt x="66769" y="30345"/>
                  </a:lnTo>
                  <a:lnTo>
                    <a:pt x="67078" y="30999"/>
                  </a:lnTo>
                  <a:lnTo>
                    <a:pt x="69252" y="31697"/>
                  </a:lnTo>
                  <a:lnTo>
                    <a:pt x="74211" y="36478"/>
                  </a:lnTo>
                  <a:lnTo>
                    <a:pt x="75113" y="37813"/>
                  </a:lnTo>
                  <a:lnTo>
                    <a:pt x="75672" y="39480"/>
                  </a:lnTo>
                  <a:lnTo>
                    <a:pt x="75729" y="40044"/>
                  </a:lnTo>
                  <a:lnTo>
                    <a:pt x="75020" y="40967"/>
                  </a:lnTo>
                  <a:lnTo>
                    <a:pt x="74247" y="43582"/>
                  </a:lnTo>
                  <a:lnTo>
                    <a:pt x="73810" y="44179"/>
                  </a:lnTo>
                  <a:lnTo>
                    <a:pt x="71797" y="44689"/>
                  </a:lnTo>
                  <a:lnTo>
                    <a:pt x="68139" y="45150"/>
                  </a:lnTo>
                  <a:lnTo>
                    <a:pt x="64724" y="46044"/>
                  </a:lnTo>
                  <a:lnTo>
                    <a:pt x="61056" y="44894"/>
                  </a:lnTo>
                  <a:lnTo>
                    <a:pt x="57472" y="43149"/>
                  </a:lnTo>
                  <a:lnTo>
                    <a:pt x="56388" y="42000"/>
                  </a:lnTo>
                  <a:lnTo>
                    <a:pt x="55494" y="40611"/>
                  </a:lnTo>
                  <a:lnTo>
                    <a:pt x="55261" y="40068"/>
                  </a:lnTo>
                  <a:lnTo>
                    <a:pt x="54900" y="37835"/>
                  </a:lnTo>
                  <a:lnTo>
                    <a:pt x="54709" y="37359"/>
                  </a:lnTo>
                  <a:lnTo>
                    <a:pt x="53196" y="36103"/>
                  </a:lnTo>
                  <a:lnTo>
                    <a:pt x="51855" y="34223"/>
                  </a:lnTo>
                  <a:lnTo>
                    <a:pt x="49279" y="34060"/>
                  </a:lnTo>
                  <a:lnTo>
                    <a:pt x="43163" y="32147"/>
                  </a:lnTo>
                  <a:lnTo>
                    <a:pt x="40545" y="31691"/>
                  </a:lnTo>
                  <a:lnTo>
                    <a:pt x="37927" y="31825"/>
                  </a:lnTo>
                  <a:lnTo>
                    <a:pt x="34215" y="32596"/>
                  </a:lnTo>
                  <a:lnTo>
                    <a:pt x="33517" y="32390"/>
                  </a:lnTo>
                  <a:lnTo>
                    <a:pt x="32884" y="31818"/>
                  </a:lnTo>
                  <a:lnTo>
                    <a:pt x="32315" y="30883"/>
                  </a:lnTo>
                  <a:lnTo>
                    <a:pt x="32174" y="30195"/>
                  </a:lnTo>
                  <a:lnTo>
                    <a:pt x="32784" y="28987"/>
                  </a:lnTo>
                  <a:lnTo>
                    <a:pt x="21899" y="30508"/>
                  </a:lnTo>
                  <a:lnTo>
                    <a:pt x="18799" y="32268"/>
                  </a:lnTo>
                  <a:lnTo>
                    <a:pt x="14453" y="31988"/>
                  </a:lnTo>
                  <a:lnTo>
                    <a:pt x="12285" y="31245"/>
                  </a:lnTo>
                  <a:lnTo>
                    <a:pt x="9397" y="29560"/>
                  </a:lnTo>
                  <a:lnTo>
                    <a:pt x="8065" y="28094"/>
                  </a:lnTo>
                  <a:lnTo>
                    <a:pt x="6844" y="26122"/>
                  </a:lnTo>
                  <a:lnTo>
                    <a:pt x="6727" y="24630"/>
                  </a:lnTo>
                  <a:lnTo>
                    <a:pt x="7716" y="23621"/>
                  </a:lnTo>
                  <a:lnTo>
                    <a:pt x="8746" y="23023"/>
                  </a:lnTo>
                  <a:lnTo>
                    <a:pt x="9817" y="22831"/>
                  </a:lnTo>
                  <a:lnTo>
                    <a:pt x="15722" y="24002"/>
                  </a:lnTo>
                  <a:lnTo>
                    <a:pt x="20896" y="24600"/>
                  </a:lnTo>
                  <a:lnTo>
                    <a:pt x="23127" y="23999"/>
                  </a:lnTo>
                  <a:lnTo>
                    <a:pt x="24139" y="22401"/>
                  </a:lnTo>
                  <a:lnTo>
                    <a:pt x="22926" y="21542"/>
                  </a:lnTo>
                  <a:lnTo>
                    <a:pt x="17944" y="21190"/>
                  </a:lnTo>
                  <a:lnTo>
                    <a:pt x="19007" y="20349"/>
                  </a:lnTo>
                  <a:lnTo>
                    <a:pt x="23217" y="19483"/>
                  </a:lnTo>
                  <a:lnTo>
                    <a:pt x="25416" y="18194"/>
                  </a:lnTo>
                  <a:lnTo>
                    <a:pt x="24992" y="17742"/>
                  </a:lnTo>
                  <a:lnTo>
                    <a:pt x="23727" y="17224"/>
                  </a:lnTo>
                  <a:lnTo>
                    <a:pt x="18084" y="17375"/>
                  </a:lnTo>
                  <a:lnTo>
                    <a:pt x="16055" y="16865"/>
                  </a:lnTo>
                  <a:lnTo>
                    <a:pt x="15945" y="16442"/>
                  </a:lnTo>
                  <a:lnTo>
                    <a:pt x="16401" y="15899"/>
                  </a:lnTo>
                  <a:lnTo>
                    <a:pt x="19615" y="13278"/>
                  </a:lnTo>
                  <a:lnTo>
                    <a:pt x="19483" y="12802"/>
                  </a:lnTo>
                  <a:lnTo>
                    <a:pt x="18101" y="11943"/>
                  </a:lnTo>
                  <a:lnTo>
                    <a:pt x="16887" y="10828"/>
                  </a:lnTo>
                  <a:lnTo>
                    <a:pt x="16436" y="10701"/>
                  </a:lnTo>
                  <a:lnTo>
                    <a:pt x="13641" y="11698"/>
                  </a:lnTo>
                  <a:lnTo>
                    <a:pt x="9714" y="15546"/>
                  </a:lnTo>
                  <a:lnTo>
                    <a:pt x="8777" y="16103"/>
                  </a:lnTo>
                  <a:lnTo>
                    <a:pt x="7879" y="16071"/>
                  </a:lnTo>
                  <a:lnTo>
                    <a:pt x="7019" y="15451"/>
                  </a:lnTo>
                  <a:lnTo>
                    <a:pt x="7027" y="14643"/>
                  </a:lnTo>
                  <a:lnTo>
                    <a:pt x="7903" y="13647"/>
                  </a:lnTo>
                  <a:lnTo>
                    <a:pt x="9723" y="10665"/>
                  </a:lnTo>
                  <a:lnTo>
                    <a:pt x="9590" y="9601"/>
                  </a:lnTo>
                  <a:lnTo>
                    <a:pt x="7811" y="8892"/>
                  </a:lnTo>
                  <a:lnTo>
                    <a:pt x="3123" y="9421"/>
                  </a:lnTo>
                  <a:lnTo>
                    <a:pt x="512" y="9441"/>
                  </a:lnTo>
                  <a:lnTo>
                    <a:pt x="108" y="8600"/>
                  </a:lnTo>
                  <a:lnTo>
                    <a:pt x="0" y="7027"/>
                  </a:lnTo>
                  <a:lnTo>
                    <a:pt x="105" y="5550"/>
                  </a:lnTo>
                  <a:lnTo>
                    <a:pt x="755" y="3237"/>
                  </a:lnTo>
                  <a:lnTo>
                    <a:pt x="1662" y="1471"/>
                  </a:lnTo>
                  <a:lnTo>
                    <a:pt x="2215" y="841"/>
                  </a:lnTo>
                  <a:lnTo>
                    <a:pt x="8433" y="1213"/>
                  </a:lnTo>
                  <a:lnTo>
                    <a:pt x="18592" y="115"/>
                  </a:lnTo>
                  <a:lnTo>
                    <a:pt x="2156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2046649" y="1265888"/>
              <a:ext cx="15617" cy="12411"/>
            </a:xfrm>
            <a:custGeom>
              <a:avLst/>
              <a:pathLst>
                <a:path w="15617" h="12411">
                  <a:moveTo>
                    <a:pt x="15356" y="4816"/>
                  </a:moveTo>
                  <a:lnTo>
                    <a:pt x="15617" y="8664"/>
                  </a:lnTo>
                  <a:lnTo>
                    <a:pt x="15377" y="10599"/>
                  </a:lnTo>
                  <a:lnTo>
                    <a:pt x="14792" y="12027"/>
                  </a:lnTo>
                  <a:lnTo>
                    <a:pt x="14279" y="12363"/>
                  </a:lnTo>
                  <a:lnTo>
                    <a:pt x="13588" y="12411"/>
                  </a:lnTo>
                  <a:lnTo>
                    <a:pt x="10444" y="11294"/>
                  </a:lnTo>
                  <a:lnTo>
                    <a:pt x="9485" y="10638"/>
                  </a:lnTo>
                  <a:lnTo>
                    <a:pt x="9433" y="10082"/>
                  </a:lnTo>
                  <a:lnTo>
                    <a:pt x="9126" y="8999"/>
                  </a:lnTo>
                  <a:lnTo>
                    <a:pt x="7024" y="7592"/>
                  </a:lnTo>
                  <a:lnTo>
                    <a:pt x="3090" y="7818"/>
                  </a:lnTo>
                  <a:lnTo>
                    <a:pt x="1451" y="7684"/>
                  </a:lnTo>
                  <a:lnTo>
                    <a:pt x="796" y="7264"/>
                  </a:lnTo>
                  <a:lnTo>
                    <a:pt x="386" y="6661"/>
                  </a:lnTo>
                  <a:lnTo>
                    <a:pt x="0" y="4220"/>
                  </a:lnTo>
                  <a:lnTo>
                    <a:pt x="65" y="3359"/>
                  </a:lnTo>
                  <a:lnTo>
                    <a:pt x="546" y="1861"/>
                  </a:lnTo>
                  <a:lnTo>
                    <a:pt x="837" y="1499"/>
                  </a:lnTo>
                  <a:lnTo>
                    <a:pt x="3719" y="117"/>
                  </a:lnTo>
                  <a:lnTo>
                    <a:pt x="4543" y="0"/>
                  </a:lnTo>
                  <a:lnTo>
                    <a:pt x="8069" y="522"/>
                  </a:lnTo>
                  <a:lnTo>
                    <a:pt x="11195" y="587"/>
                  </a:lnTo>
                  <a:lnTo>
                    <a:pt x="12767" y="974"/>
                  </a:lnTo>
                  <a:lnTo>
                    <a:pt x="14170" y="1841"/>
                  </a:lnTo>
                  <a:lnTo>
                    <a:pt x="14993" y="31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2085233" y="1229830"/>
              <a:ext cx="135002" cy="94986"/>
            </a:xfrm>
            <a:custGeom>
              <a:avLst/>
              <a:pathLst>
                <a:path w="135002" h="94986">
                  <a:moveTo>
                    <a:pt x="56247" y="6841"/>
                  </a:moveTo>
                  <a:lnTo>
                    <a:pt x="57750" y="9310"/>
                  </a:lnTo>
                  <a:lnTo>
                    <a:pt x="63303" y="15197"/>
                  </a:lnTo>
                  <a:lnTo>
                    <a:pt x="65818" y="17337"/>
                  </a:lnTo>
                  <a:lnTo>
                    <a:pt x="70087" y="19995"/>
                  </a:lnTo>
                  <a:lnTo>
                    <a:pt x="70619" y="20952"/>
                  </a:lnTo>
                  <a:lnTo>
                    <a:pt x="70668" y="21355"/>
                  </a:lnTo>
                  <a:lnTo>
                    <a:pt x="70546" y="22773"/>
                  </a:lnTo>
                  <a:lnTo>
                    <a:pt x="71764" y="23298"/>
                  </a:lnTo>
                  <a:lnTo>
                    <a:pt x="75442" y="24116"/>
                  </a:lnTo>
                  <a:lnTo>
                    <a:pt x="79536" y="25588"/>
                  </a:lnTo>
                  <a:lnTo>
                    <a:pt x="80273" y="25504"/>
                  </a:lnTo>
                  <a:lnTo>
                    <a:pt x="81700" y="24633"/>
                  </a:lnTo>
                  <a:lnTo>
                    <a:pt x="83415" y="24395"/>
                  </a:lnTo>
                  <a:lnTo>
                    <a:pt x="85668" y="24604"/>
                  </a:lnTo>
                  <a:lnTo>
                    <a:pt x="86743" y="25227"/>
                  </a:lnTo>
                  <a:lnTo>
                    <a:pt x="87534" y="26143"/>
                  </a:lnTo>
                  <a:lnTo>
                    <a:pt x="87863" y="26800"/>
                  </a:lnTo>
                  <a:lnTo>
                    <a:pt x="87910" y="27308"/>
                  </a:lnTo>
                  <a:lnTo>
                    <a:pt x="87102" y="28292"/>
                  </a:lnTo>
                  <a:lnTo>
                    <a:pt x="87192" y="28673"/>
                  </a:lnTo>
                  <a:lnTo>
                    <a:pt x="87674" y="29132"/>
                  </a:lnTo>
                  <a:lnTo>
                    <a:pt x="87760" y="29668"/>
                  </a:lnTo>
                  <a:lnTo>
                    <a:pt x="86949" y="31769"/>
                  </a:lnTo>
                  <a:lnTo>
                    <a:pt x="87172" y="32539"/>
                  </a:lnTo>
                  <a:lnTo>
                    <a:pt x="89233" y="34451"/>
                  </a:lnTo>
                  <a:lnTo>
                    <a:pt x="91096" y="35405"/>
                  </a:lnTo>
                  <a:lnTo>
                    <a:pt x="94776" y="36441"/>
                  </a:lnTo>
                  <a:lnTo>
                    <a:pt x="97173" y="36366"/>
                  </a:lnTo>
                  <a:lnTo>
                    <a:pt x="98662" y="37022"/>
                  </a:lnTo>
                  <a:lnTo>
                    <a:pt x="98697" y="36617"/>
                  </a:lnTo>
                  <a:lnTo>
                    <a:pt x="98024" y="35396"/>
                  </a:lnTo>
                  <a:lnTo>
                    <a:pt x="96581" y="33662"/>
                  </a:lnTo>
                  <a:lnTo>
                    <a:pt x="93914" y="32770"/>
                  </a:lnTo>
                  <a:lnTo>
                    <a:pt x="93526" y="31754"/>
                  </a:lnTo>
                  <a:lnTo>
                    <a:pt x="93328" y="30025"/>
                  </a:lnTo>
                  <a:lnTo>
                    <a:pt x="93555" y="28885"/>
                  </a:lnTo>
                  <a:lnTo>
                    <a:pt x="94923" y="27964"/>
                  </a:lnTo>
                  <a:lnTo>
                    <a:pt x="96079" y="27667"/>
                  </a:lnTo>
                  <a:lnTo>
                    <a:pt x="99521" y="27625"/>
                  </a:lnTo>
                  <a:lnTo>
                    <a:pt x="101423" y="28035"/>
                  </a:lnTo>
                  <a:lnTo>
                    <a:pt x="104703" y="29320"/>
                  </a:lnTo>
                  <a:lnTo>
                    <a:pt x="105042" y="30020"/>
                  </a:lnTo>
                  <a:lnTo>
                    <a:pt x="105217" y="31404"/>
                  </a:lnTo>
                  <a:lnTo>
                    <a:pt x="105354" y="34186"/>
                  </a:lnTo>
                  <a:lnTo>
                    <a:pt x="105272" y="34784"/>
                  </a:lnTo>
                  <a:lnTo>
                    <a:pt x="102468" y="36360"/>
                  </a:lnTo>
                  <a:lnTo>
                    <a:pt x="101857" y="37429"/>
                  </a:lnTo>
                  <a:lnTo>
                    <a:pt x="102566" y="37731"/>
                  </a:lnTo>
                  <a:lnTo>
                    <a:pt x="104975" y="37969"/>
                  </a:lnTo>
                  <a:lnTo>
                    <a:pt x="108690" y="38941"/>
                  </a:lnTo>
                  <a:lnTo>
                    <a:pt x="110145" y="39039"/>
                  </a:lnTo>
                  <a:lnTo>
                    <a:pt x="111594" y="41293"/>
                  </a:lnTo>
                  <a:lnTo>
                    <a:pt x="112733" y="43441"/>
                  </a:lnTo>
                  <a:lnTo>
                    <a:pt x="111901" y="46066"/>
                  </a:lnTo>
                  <a:lnTo>
                    <a:pt x="110811" y="50285"/>
                  </a:lnTo>
                  <a:lnTo>
                    <a:pt x="109936" y="51252"/>
                  </a:lnTo>
                  <a:lnTo>
                    <a:pt x="109074" y="52722"/>
                  </a:lnTo>
                  <a:lnTo>
                    <a:pt x="109676" y="52989"/>
                  </a:lnTo>
                  <a:lnTo>
                    <a:pt x="113331" y="52403"/>
                  </a:lnTo>
                  <a:lnTo>
                    <a:pt x="114070" y="52204"/>
                  </a:lnTo>
                  <a:lnTo>
                    <a:pt x="116512" y="50770"/>
                  </a:lnTo>
                  <a:lnTo>
                    <a:pt x="120101" y="51103"/>
                  </a:lnTo>
                  <a:lnTo>
                    <a:pt x="121306" y="51474"/>
                  </a:lnTo>
                  <a:lnTo>
                    <a:pt x="121902" y="51976"/>
                  </a:lnTo>
                  <a:lnTo>
                    <a:pt x="122994" y="53577"/>
                  </a:lnTo>
                  <a:lnTo>
                    <a:pt x="123898" y="55698"/>
                  </a:lnTo>
                  <a:lnTo>
                    <a:pt x="124566" y="55505"/>
                  </a:lnTo>
                  <a:lnTo>
                    <a:pt x="126236" y="52932"/>
                  </a:lnTo>
                  <a:lnTo>
                    <a:pt x="126845" y="52298"/>
                  </a:lnTo>
                  <a:lnTo>
                    <a:pt x="127677" y="51684"/>
                  </a:lnTo>
                  <a:lnTo>
                    <a:pt x="128031" y="51798"/>
                  </a:lnTo>
                  <a:lnTo>
                    <a:pt x="129717" y="54195"/>
                  </a:lnTo>
                  <a:lnTo>
                    <a:pt x="133466" y="58422"/>
                  </a:lnTo>
                  <a:lnTo>
                    <a:pt x="134753" y="60168"/>
                  </a:lnTo>
                  <a:lnTo>
                    <a:pt x="135002" y="61457"/>
                  </a:lnTo>
                  <a:lnTo>
                    <a:pt x="133400" y="62958"/>
                  </a:lnTo>
                  <a:lnTo>
                    <a:pt x="132151" y="63709"/>
                  </a:lnTo>
                  <a:lnTo>
                    <a:pt x="122924" y="66910"/>
                  </a:lnTo>
                  <a:lnTo>
                    <a:pt x="118794" y="68723"/>
                  </a:lnTo>
                  <a:lnTo>
                    <a:pt x="116735" y="70122"/>
                  </a:lnTo>
                  <a:lnTo>
                    <a:pt x="115684" y="70590"/>
                  </a:lnTo>
                  <a:lnTo>
                    <a:pt x="113466" y="70373"/>
                  </a:lnTo>
                  <a:lnTo>
                    <a:pt x="112963" y="70607"/>
                  </a:lnTo>
                  <a:lnTo>
                    <a:pt x="112281" y="72859"/>
                  </a:lnTo>
                  <a:lnTo>
                    <a:pt x="111546" y="73822"/>
                  </a:lnTo>
                  <a:lnTo>
                    <a:pt x="109635" y="75377"/>
                  </a:lnTo>
                  <a:lnTo>
                    <a:pt x="106961" y="78193"/>
                  </a:lnTo>
                  <a:lnTo>
                    <a:pt x="105366" y="79430"/>
                  </a:lnTo>
                  <a:lnTo>
                    <a:pt x="102557" y="78528"/>
                  </a:lnTo>
                  <a:lnTo>
                    <a:pt x="101857" y="77212"/>
                  </a:lnTo>
                  <a:lnTo>
                    <a:pt x="101466" y="74250"/>
                  </a:lnTo>
                  <a:lnTo>
                    <a:pt x="101414" y="73024"/>
                  </a:lnTo>
                  <a:lnTo>
                    <a:pt x="101501" y="72376"/>
                  </a:lnTo>
                  <a:lnTo>
                    <a:pt x="101853" y="71326"/>
                  </a:lnTo>
                  <a:lnTo>
                    <a:pt x="103071" y="68792"/>
                  </a:lnTo>
                  <a:lnTo>
                    <a:pt x="102926" y="68526"/>
                  </a:lnTo>
                  <a:lnTo>
                    <a:pt x="102362" y="68737"/>
                  </a:lnTo>
                  <a:lnTo>
                    <a:pt x="100500" y="70004"/>
                  </a:lnTo>
                  <a:lnTo>
                    <a:pt x="99765" y="70669"/>
                  </a:lnTo>
                  <a:lnTo>
                    <a:pt x="99077" y="71831"/>
                  </a:lnTo>
                  <a:lnTo>
                    <a:pt x="98773" y="73783"/>
                  </a:lnTo>
                  <a:lnTo>
                    <a:pt x="99045" y="77385"/>
                  </a:lnTo>
                  <a:lnTo>
                    <a:pt x="98779" y="78837"/>
                  </a:lnTo>
                  <a:lnTo>
                    <a:pt x="98042" y="79558"/>
                  </a:lnTo>
                  <a:lnTo>
                    <a:pt x="98340" y="80118"/>
                  </a:lnTo>
                  <a:lnTo>
                    <a:pt x="100537" y="80889"/>
                  </a:lnTo>
                  <a:lnTo>
                    <a:pt x="100927" y="81226"/>
                  </a:lnTo>
                  <a:lnTo>
                    <a:pt x="101170" y="81841"/>
                  </a:lnTo>
                  <a:lnTo>
                    <a:pt x="101266" y="82727"/>
                  </a:lnTo>
                  <a:lnTo>
                    <a:pt x="101160" y="83545"/>
                  </a:lnTo>
                  <a:lnTo>
                    <a:pt x="100499" y="84804"/>
                  </a:lnTo>
                  <a:lnTo>
                    <a:pt x="99264" y="85317"/>
                  </a:lnTo>
                  <a:lnTo>
                    <a:pt x="97688" y="84742"/>
                  </a:lnTo>
                  <a:lnTo>
                    <a:pt x="94280" y="81629"/>
                  </a:lnTo>
                  <a:lnTo>
                    <a:pt x="92800" y="81800"/>
                  </a:lnTo>
                  <a:lnTo>
                    <a:pt x="92428" y="82157"/>
                  </a:lnTo>
                  <a:lnTo>
                    <a:pt x="92746" y="83268"/>
                  </a:lnTo>
                  <a:lnTo>
                    <a:pt x="93792" y="85759"/>
                  </a:lnTo>
                  <a:lnTo>
                    <a:pt x="93983" y="87831"/>
                  </a:lnTo>
                  <a:lnTo>
                    <a:pt x="93501" y="89553"/>
                  </a:lnTo>
                  <a:lnTo>
                    <a:pt x="92527" y="92272"/>
                  </a:lnTo>
                  <a:lnTo>
                    <a:pt x="91859" y="93728"/>
                  </a:lnTo>
                  <a:lnTo>
                    <a:pt x="91498" y="93922"/>
                  </a:lnTo>
                  <a:lnTo>
                    <a:pt x="89804" y="93965"/>
                  </a:lnTo>
                  <a:lnTo>
                    <a:pt x="88353" y="93232"/>
                  </a:lnTo>
                  <a:lnTo>
                    <a:pt x="84045" y="88475"/>
                  </a:lnTo>
                  <a:lnTo>
                    <a:pt x="81913" y="86446"/>
                  </a:lnTo>
                  <a:lnTo>
                    <a:pt x="78795" y="82481"/>
                  </a:lnTo>
                  <a:lnTo>
                    <a:pt x="78000" y="81665"/>
                  </a:lnTo>
                  <a:lnTo>
                    <a:pt x="77519" y="81483"/>
                  </a:lnTo>
                  <a:lnTo>
                    <a:pt x="77068" y="83187"/>
                  </a:lnTo>
                  <a:lnTo>
                    <a:pt x="77935" y="84764"/>
                  </a:lnTo>
                  <a:lnTo>
                    <a:pt x="80740" y="88475"/>
                  </a:lnTo>
                  <a:lnTo>
                    <a:pt x="82415" y="91173"/>
                  </a:lnTo>
                  <a:lnTo>
                    <a:pt x="83622" y="93408"/>
                  </a:lnTo>
                  <a:lnTo>
                    <a:pt x="83817" y="94334"/>
                  </a:lnTo>
                  <a:lnTo>
                    <a:pt x="83405" y="94698"/>
                  </a:lnTo>
                  <a:lnTo>
                    <a:pt x="82786" y="94491"/>
                  </a:lnTo>
                  <a:lnTo>
                    <a:pt x="81961" y="93711"/>
                  </a:lnTo>
                  <a:lnTo>
                    <a:pt x="79407" y="92394"/>
                  </a:lnTo>
                  <a:lnTo>
                    <a:pt x="78347" y="91659"/>
                  </a:lnTo>
                  <a:lnTo>
                    <a:pt x="77654" y="90808"/>
                  </a:lnTo>
                  <a:lnTo>
                    <a:pt x="76380" y="90163"/>
                  </a:lnTo>
                  <a:lnTo>
                    <a:pt x="74526" y="89722"/>
                  </a:lnTo>
                  <a:lnTo>
                    <a:pt x="72664" y="89636"/>
                  </a:lnTo>
                  <a:lnTo>
                    <a:pt x="70793" y="89908"/>
                  </a:lnTo>
                  <a:lnTo>
                    <a:pt x="70439" y="90322"/>
                  </a:lnTo>
                  <a:lnTo>
                    <a:pt x="72547" y="91479"/>
                  </a:lnTo>
                  <a:lnTo>
                    <a:pt x="73281" y="92125"/>
                  </a:lnTo>
                  <a:lnTo>
                    <a:pt x="73827" y="92951"/>
                  </a:lnTo>
                  <a:lnTo>
                    <a:pt x="74186" y="93955"/>
                  </a:lnTo>
                  <a:lnTo>
                    <a:pt x="73493" y="94590"/>
                  </a:lnTo>
                  <a:lnTo>
                    <a:pt x="70876" y="94986"/>
                  </a:lnTo>
                  <a:lnTo>
                    <a:pt x="67381" y="94734"/>
                  </a:lnTo>
                  <a:lnTo>
                    <a:pt x="61724" y="93860"/>
                  </a:lnTo>
                  <a:lnTo>
                    <a:pt x="56091" y="92415"/>
                  </a:lnTo>
                  <a:lnTo>
                    <a:pt x="50888" y="90169"/>
                  </a:lnTo>
                  <a:lnTo>
                    <a:pt x="47125" y="87916"/>
                  </a:lnTo>
                  <a:lnTo>
                    <a:pt x="45636" y="86716"/>
                  </a:lnTo>
                  <a:lnTo>
                    <a:pt x="45169" y="85818"/>
                  </a:lnTo>
                  <a:lnTo>
                    <a:pt x="46580" y="85034"/>
                  </a:lnTo>
                  <a:lnTo>
                    <a:pt x="51515" y="84025"/>
                  </a:lnTo>
                  <a:lnTo>
                    <a:pt x="56462" y="83379"/>
                  </a:lnTo>
                  <a:lnTo>
                    <a:pt x="55679" y="82816"/>
                  </a:lnTo>
                  <a:lnTo>
                    <a:pt x="46696" y="81536"/>
                  </a:lnTo>
                  <a:lnTo>
                    <a:pt x="43739" y="81303"/>
                  </a:lnTo>
                  <a:lnTo>
                    <a:pt x="42163" y="81639"/>
                  </a:lnTo>
                  <a:lnTo>
                    <a:pt x="40354" y="81440"/>
                  </a:lnTo>
                  <a:lnTo>
                    <a:pt x="38940" y="80424"/>
                  </a:lnTo>
                  <a:lnTo>
                    <a:pt x="37069" y="78499"/>
                  </a:lnTo>
                  <a:lnTo>
                    <a:pt x="36121" y="77225"/>
                  </a:lnTo>
                  <a:lnTo>
                    <a:pt x="36249" y="76728"/>
                  </a:lnTo>
                  <a:lnTo>
                    <a:pt x="36961" y="76445"/>
                  </a:lnTo>
                  <a:lnTo>
                    <a:pt x="41025" y="76686"/>
                  </a:lnTo>
                  <a:lnTo>
                    <a:pt x="41583" y="76495"/>
                  </a:lnTo>
                  <a:lnTo>
                    <a:pt x="39550" y="75537"/>
                  </a:lnTo>
                  <a:lnTo>
                    <a:pt x="33039" y="73641"/>
                  </a:lnTo>
                  <a:lnTo>
                    <a:pt x="30595" y="71966"/>
                  </a:lnTo>
                  <a:lnTo>
                    <a:pt x="30146" y="71312"/>
                  </a:lnTo>
                  <a:lnTo>
                    <a:pt x="29961" y="70669"/>
                  </a:lnTo>
                  <a:lnTo>
                    <a:pt x="30041" y="70037"/>
                  </a:lnTo>
                  <a:lnTo>
                    <a:pt x="32487" y="68760"/>
                  </a:lnTo>
                  <a:lnTo>
                    <a:pt x="40040" y="65743"/>
                  </a:lnTo>
                  <a:lnTo>
                    <a:pt x="42634" y="65274"/>
                  </a:lnTo>
                  <a:lnTo>
                    <a:pt x="45245" y="65244"/>
                  </a:lnTo>
                  <a:lnTo>
                    <a:pt x="47063" y="64375"/>
                  </a:lnTo>
                  <a:lnTo>
                    <a:pt x="48633" y="61514"/>
                  </a:lnTo>
                  <a:lnTo>
                    <a:pt x="56454" y="60486"/>
                  </a:lnTo>
                  <a:lnTo>
                    <a:pt x="62484" y="59201"/>
                  </a:lnTo>
                  <a:lnTo>
                    <a:pt x="62987" y="58852"/>
                  </a:lnTo>
                  <a:lnTo>
                    <a:pt x="58468" y="59087"/>
                  </a:lnTo>
                  <a:lnTo>
                    <a:pt x="52077" y="58831"/>
                  </a:lnTo>
                  <a:lnTo>
                    <a:pt x="49354" y="56886"/>
                  </a:lnTo>
                  <a:lnTo>
                    <a:pt x="47511" y="56555"/>
                  </a:lnTo>
                  <a:lnTo>
                    <a:pt x="45472" y="56571"/>
                  </a:lnTo>
                  <a:lnTo>
                    <a:pt x="43098" y="57182"/>
                  </a:lnTo>
                  <a:lnTo>
                    <a:pt x="39039" y="58986"/>
                  </a:lnTo>
                  <a:lnTo>
                    <a:pt x="37088" y="59406"/>
                  </a:lnTo>
                  <a:lnTo>
                    <a:pt x="32683" y="61275"/>
                  </a:lnTo>
                  <a:lnTo>
                    <a:pt x="31456" y="61142"/>
                  </a:lnTo>
                  <a:lnTo>
                    <a:pt x="30840" y="60920"/>
                  </a:lnTo>
                  <a:lnTo>
                    <a:pt x="30655" y="60555"/>
                  </a:lnTo>
                  <a:lnTo>
                    <a:pt x="31451" y="59315"/>
                  </a:lnTo>
                  <a:lnTo>
                    <a:pt x="32608" y="58469"/>
                  </a:lnTo>
                  <a:lnTo>
                    <a:pt x="32371" y="58178"/>
                  </a:lnTo>
                  <a:lnTo>
                    <a:pt x="30645" y="57999"/>
                  </a:lnTo>
                  <a:lnTo>
                    <a:pt x="28644" y="58033"/>
                  </a:lnTo>
                  <a:lnTo>
                    <a:pt x="27255" y="58326"/>
                  </a:lnTo>
                  <a:lnTo>
                    <a:pt x="22178" y="59965"/>
                  </a:lnTo>
                  <a:lnTo>
                    <a:pt x="19903" y="61191"/>
                  </a:lnTo>
                  <a:lnTo>
                    <a:pt x="19219" y="61299"/>
                  </a:lnTo>
                  <a:lnTo>
                    <a:pt x="16763" y="59383"/>
                  </a:lnTo>
                  <a:lnTo>
                    <a:pt x="12845" y="58330"/>
                  </a:lnTo>
                  <a:lnTo>
                    <a:pt x="11971" y="57508"/>
                  </a:lnTo>
                  <a:lnTo>
                    <a:pt x="12777" y="54283"/>
                  </a:lnTo>
                  <a:lnTo>
                    <a:pt x="13922" y="53620"/>
                  </a:lnTo>
                  <a:lnTo>
                    <a:pt x="16927" y="53080"/>
                  </a:lnTo>
                  <a:lnTo>
                    <a:pt x="25934" y="50152"/>
                  </a:lnTo>
                  <a:lnTo>
                    <a:pt x="26442" y="49589"/>
                  </a:lnTo>
                  <a:lnTo>
                    <a:pt x="27290" y="48108"/>
                  </a:lnTo>
                  <a:lnTo>
                    <a:pt x="25230" y="48423"/>
                  </a:lnTo>
                  <a:lnTo>
                    <a:pt x="20716" y="49855"/>
                  </a:lnTo>
                  <a:lnTo>
                    <a:pt x="16988" y="50568"/>
                  </a:lnTo>
                  <a:lnTo>
                    <a:pt x="14048" y="50563"/>
                  </a:lnTo>
                  <a:lnTo>
                    <a:pt x="11897" y="50358"/>
                  </a:lnTo>
                  <a:lnTo>
                    <a:pt x="10538" y="49956"/>
                  </a:lnTo>
                  <a:lnTo>
                    <a:pt x="8902" y="49042"/>
                  </a:lnTo>
                  <a:lnTo>
                    <a:pt x="3573" y="44822"/>
                  </a:lnTo>
                  <a:lnTo>
                    <a:pt x="2119" y="42779"/>
                  </a:lnTo>
                  <a:lnTo>
                    <a:pt x="1916" y="40976"/>
                  </a:lnTo>
                  <a:lnTo>
                    <a:pt x="1542" y="39602"/>
                  </a:lnTo>
                  <a:lnTo>
                    <a:pt x="0" y="36304"/>
                  </a:lnTo>
                  <a:lnTo>
                    <a:pt x="11407" y="38354"/>
                  </a:lnTo>
                  <a:lnTo>
                    <a:pt x="15874" y="38742"/>
                  </a:lnTo>
                  <a:lnTo>
                    <a:pt x="24481" y="38876"/>
                  </a:lnTo>
                  <a:lnTo>
                    <a:pt x="24885" y="38676"/>
                  </a:lnTo>
                  <a:lnTo>
                    <a:pt x="25011" y="38141"/>
                  </a:lnTo>
                  <a:lnTo>
                    <a:pt x="24863" y="37274"/>
                  </a:lnTo>
                  <a:lnTo>
                    <a:pt x="24929" y="36605"/>
                  </a:lnTo>
                  <a:lnTo>
                    <a:pt x="25209" y="36138"/>
                  </a:lnTo>
                  <a:lnTo>
                    <a:pt x="28411" y="34949"/>
                  </a:lnTo>
                  <a:lnTo>
                    <a:pt x="28892" y="34558"/>
                  </a:lnTo>
                  <a:lnTo>
                    <a:pt x="25123" y="34362"/>
                  </a:lnTo>
                  <a:lnTo>
                    <a:pt x="18192" y="36346"/>
                  </a:lnTo>
                  <a:lnTo>
                    <a:pt x="15744" y="36327"/>
                  </a:lnTo>
                  <a:lnTo>
                    <a:pt x="12969" y="33492"/>
                  </a:lnTo>
                  <a:lnTo>
                    <a:pt x="10003" y="33990"/>
                  </a:lnTo>
                  <a:lnTo>
                    <a:pt x="8602" y="33765"/>
                  </a:lnTo>
                  <a:lnTo>
                    <a:pt x="6423" y="33050"/>
                  </a:lnTo>
                  <a:lnTo>
                    <a:pt x="5350" y="32427"/>
                  </a:lnTo>
                  <a:lnTo>
                    <a:pt x="4658" y="31656"/>
                  </a:lnTo>
                  <a:lnTo>
                    <a:pt x="4363" y="31007"/>
                  </a:lnTo>
                  <a:lnTo>
                    <a:pt x="4463" y="30481"/>
                  </a:lnTo>
                  <a:lnTo>
                    <a:pt x="5050" y="29892"/>
                  </a:lnTo>
                  <a:lnTo>
                    <a:pt x="7607" y="29075"/>
                  </a:lnTo>
                  <a:lnTo>
                    <a:pt x="8761" y="28997"/>
                  </a:lnTo>
                  <a:lnTo>
                    <a:pt x="11805" y="29523"/>
                  </a:lnTo>
                  <a:lnTo>
                    <a:pt x="14087" y="29484"/>
                  </a:lnTo>
                  <a:lnTo>
                    <a:pt x="13335" y="28608"/>
                  </a:lnTo>
                  <a:lnTo>
                    <a:pt x="10036" y="26403"/>
                  </a:lnTo>
                  <a:lnTo>
                    <a:pt x="7151" y="23962"/>
                  </a:lnTo>
                  <a:lnTo>
                    <a:pt x="7370" y="19886"/>
                  </a:lnTo>
                  <a:lnTo>
                    <a:pt x="9739" y="19022"/>
                  </a:lnTo>
                  <a:lnTo>
                    <a:pt x="12194" y="18880"/>
                  </a:lnTo>
                  <a:lnTo>
                    <a:pt x="14591" y="19910"/>
                  </a:lnTo>
                  <a:lnTo>
                    <a:pt x="17807" y="20052"/>
                  </a:lnTo>
                  <a:lnTo>
                    <a:pt x="20110" y="21215"/>
                  </a:lnTo>
                  <a:lnTo>
                    <a:pt x="21642" y="23447"/>
                  </a:lnTo>
                  <a:lnTo>
                    <a:pt x="23462" y="23404"/>
                  </a:lnTo>
                  <a:lnTo>
                    <a:pt x="26328" y="23826"/>
                  </a:lnTo>
                  <a:lnTo>
                    <a:pt x="32744" y="23793"/>
                  </a:lnTo>
                  <a:lnTo>
                    <a:pt x="31584" y="22995"/>
                  </a:lnTo>
                  <a:lnTo>
                    <a:pt x="29588" y="22300"/>
                  </a:lnTo>
                  <a:lnTo>
                    <a:pt x="25052" y="21386"/>
                  </a:lnTo>
                  <a:lnTo>
                    <a:pt x="22840" y="18117"/>
                  </a:lnTo>
                  <a:lnTo>
                    <a:pt x="18152" y="16432"/>
                  </a:lnTo>
                  <a:lnTo>
                    <a:pt x="14482" y="15550"/>
                  </a:lnTo>
                  <a:lnTo>
                    <a:pt x="14545" y="14809"/>
                  </a:lnTo>
                  <a:lnTo>
                    <a:pt x="17301" y="10744"/>
                  </a:lnTo>
                  <a:lnTo>
                    <a:pt x="20630" y="9300"/>
                  </a:lnTo>
                  <a:lnTo>
                    <a:pt x="25936" y="9845"/>
                  </a:lnTo>
                  <a:lnTo>
                    <a:pt x="29425" y="9078"/>
                  </a:lnTo>
                  <a:lnTo>
                    <a:pt x="33917" y="7644"/>
                  </a:lnTo>
                  <a:lnTo>
                    <a:pt x="38315" y="8307"/>
                  </a:lnTo>
                  <a:lnTo>
                    <a:pt x="39451" y="8245"/>
                  </a:lnTo>
                  <a:lnTo>
                    <a:pt x="40123" y="7804"/>
                  </a:lnTo>
                  <a:lnTo>
                    <a:pt x="40710" y="6960"/>
                  </a:lnTo>
                  <a:lnTo>
                    <a:pt x="40713" y="6183"/>
                  </a:lnTo>
                  <a:lnTo>
                    <a:pt x="40132" y="5471"/>
                  </a:lnTo>
                  <a:lnTo>
                    <a:pt x="38744" y="4589"/>
                  </a:lnTo>
                  <a:lnTo>
                    <a:pt x="33129" y="4465"/>
                  </a:lnTo>
                  <a:lnTo>
                    <a:pt x="30644" y="4119"/>
                  </a:lnTo>
                  <a:lnTo>
                    <a:pt x="29677" y="3648"/>
                  </a:lnTo>
                  <a:lnTo>
                    <a:pt x="29398" y="2939"/>
                  </a:lnTo>
                  <a:lnTo>
                    <a:pt x="29250" y="2207"/>
                  </a:lnTo>
                  <a:lnTo>
                    <a:pt x="29233" y="1455"/>
                  </a:lnTo>
                  <a:lnTo>
                    <a:pt x="29381" y="993"/>
                  </a:lnTo>
                  <a:lnTo>
                    <a:pt x="29850" y="742"/>
                  </a:lnTo>
                  <a:lnTo>
                    <a:pt x="31227" y="445"/>
                  </a:lnTo>
                  <a:lnTo>
                    <a:pt x="36461" y="408"/>
                  </a:lnTo>
                  <a:lnTo>
                    <a:pt x="39593" y="0"/>
                  </a:lnTo>
                  <a:lnTo>
                    <a:pt x="43023" y="535"/>
                  </a:lnTo>
                  <a:lnTo>
                    <a:pt x="50182" y="2545"/>
                  </a:lnTo>
                  <a:lnTo>
                    <a:pt x="52493" y="3569"/>
                  </a:lnTo>
                  <a:lnTo>
                    <a:pt x="54955" y="5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2143800" y="1178068"/>
              <a:ext cx="350729" cy="205145"/>
            </a:xfrm>
            <a:custGeom>
              <a:avLst/>
              <a:pathLst>
                <a:path w="350729" h="205145">
                  <a:moveTo>
                    <a:pt x="255423" y="2934"/>
                  </a:moveTo>
                  <a:lnTo>
                    <a:pt x="264810" y="3467"/>
                  </a:lnTo>
                  <a:lnTo>
                    <a:pt x="267850" y="3275"/>
                  </a:lnTo>
                  <a:lnTo>
                    <a:pt x="271327" y="4578"/>
                  </a:lnTo>
                  <a:lnTo>
                    <a:pt x="273425" y="4730"/>
                  </a:lnTo>
                  <a:lnTo>
                    <a:pt x="276879" y="4482"/>
                  </a:lnTo>
                  <a:lnTo>
                    <a:pt x="279397" y="4793"/>
                  </a:lnTo>
                  <a:lnTo>
                    <a:pt x="288765" y="5084"/>
                  </a:lnTo>
                  <a:lnTo>
                    <a:pt x="290711" y="5592"/>
                  </a:lnTo>
                  <a:lnTo>
                    <a:pt x="290685" y="6204"/>
                  </a:lnTo>
                  <a:lnTo>
                    <a:pt x="288664" y="7531"/>
                  </a:lnTo>
                  <a:lnTo>
                    <a:pt x="285949" y="8811"/>
                  </a:lnTo>
                  <a:lnTo>
                    <a:pt x="268442" y="12981"/>
                  </a:lnTo>
                  <a:lnTo>
                    <a:pt x="267156" y="13673"/>
                  </a:lnTo>
                  <a:lnTo>
                    <a:pt x="270568" y="13893"/>
                  </a:lnTo>
                  <a:lnTo>
                    <a:pt x="275597" y="13700"/>
                  </a:lnTo>
                  <a:lnTo>
                    <a:pt x="279496" y="13237"/>
                  </a:lnTo>
                  <a:lnTo>
                    <a:pt x="284092" y="11821"/>
                  </a:lnTo>
                  <a:lnTo>
                    <a:pt x="285611" y="11738"/>
                  </a:lnTo>
                  <a:lnTo>
                    <a:pt x="288532" y="11051"/>
                  </a:lnTo>
                  <a:lnTo>
                    <a:pt x="294187" y="9130"/>
                  </a:lnTo>
                  <a:lnTo>
                    <a:pt x="298710" y="8087"/>
                  </a:lnTo>
                  <a:lnTo>
                    <a:pt x="300757" y="8544"/>
                  </a:lnTo>
                  <a:lnTo>
                    <a:pt x="302478" y="9270"/>
                  </a:lnTo>
                  <a:lnTo>
                    <a:pt x="303640" y="9352"/>
                  </a:lnTo>
                  <a:lnTo>
                    <a:pt x="304244" y="8794"/>
                  </a:lnTo>
                  <a:lnTo>
                    <a:pt x="305213" y="7268"/>
                  </a:lnTo>
                  <a:lnTo>
                    <a:pt x="305779" y="6713"/>
                  </a:lnTo>
                  <a:lnTo>
                    <a:pt x="307267" y="6317"/>
                  </a:lnTo>
                  <a:lnTo>
                    <a:pt x="308176" y="6361"/>
                  </a:lnTo>
                  <a:lnTo>
                    <a:pt x="309651" y="7081"/>
                  </a:lnTo>
                  <a:lnTo>
                    <a:pt x="311285" y="8791"/>
                  </a:lnTo>
                  <a:lnTo>
                    <a:pt x="312790" y="9978"/>
                  </a:lnTo>
                  <a:lnTo>
                    <a:pt x="313602" y="9998"/>
                  </a:lnTo>
                  <a:lnTo>
                    <a:pt x="317045" y="8655"/>
                  </a:lnTo>
                  <a:lnTo>
                    <a:pt x="318778" y="8480"/>
                  </a:lnTo>
                  <a:lnTo>
                    <a:pt x="322721" y="8968"/>
                  </a:lnTo>
                  <a:lnTo>
                    <a:pt x="324358" y="9560"/>
                  </a:lnTo>
                  <a:lnTo>
                    <a:pt x="324654" y="10190"/>
                  </a:lnTo>
                  <a:lnTo>
                    <a:pt x="323606" y="10855"/>
                  </a:lnTo>
                  <a:lnTo>
                    <a:pt x="322956" y="11429"/>
                  </a:lnTo>
                  <a:lnTo>
                    <a:pt x="322703" y="11911"/>
                  </a:lnTo>
                  <a:lnTo>
                    <a:pt x="323277" y="12471"/>
                  </a:lnTo>
                  <a:lnTo>
                    <a:pt x="325663" y="13670"/>
                  </a:lnTo>
                  <a:lnTo>
                    <a:pt x="329115" y="16277"/>
                  </a:lnTo>
                  <a:lnTo>
                    <a:pt x="329096" y="17236"/>
                  </a:lnTo>
                  <a:lnTo>
                    <a:pt x="327211" y="19185"/>
                  </a:lnTo>
                  <a:lnTo>
                    <a:pt x="327258" y="19677"/>
                  </a:lnTo>
                  <a:lnTo>
                    <a:pt x="336137" y="17627"/>
                  </a:lnTo>
                  <a:lnTo>
                    <a:pt x="345091" y="18541"/>
                  </a:lnTo>
                  <a:lnTo>
                    <a:pt x="347624" y="19167"/>
                  </a:lnTo>
                  <a:lnTo>
                    <a:pt x="348597" y="19922"/>
                  </a:lnTo>
                  <a:lnTo>
                    <a:pt x="349633" y="21167"/>
                  </a:lnTo>
                  <a:lnTo>
                    <a:pt x="350729" y="22901"/>
                  </a:lnTo>
                  <a:lnTo>
                    <a:pt x="349966" y="24711"/>
                  </a:lnTo>
                  <a:lnTo>
                    <a:pt x="346032" y="27530"/>
                  </a:lnTo>
                  <a:lnTo>
                    <a:pt x="341966" y="29722"/>
                  </a:lnTo>
                  <a:lnTo>
                    <a:pt x="339572" y="31697"/>
                  </a:lnTo>
                  <a:lnTo>
                    <a:pt x="335892" y="32779"/>
                  </a:lnTo>
                  <a:lnTo>
                    <a:pt x="323282" y="37545"/>
                  </a:lnTo>
                  <a:lnTo>
                    <a:pt x="317117" y="39077"/>
                  </a:lnTo>
                  <a:lnTo>
                    <a:pt x="313575" y="40585"/>
                  </a:lnTo>
                  <a:lnTo>
                    <a:pt x="311984" y="40847"/>
                  </a:lnTo>
                  <a:lnTo>
                    <a:pt x="304479" y="40559"/>
                  </a:lnTo>
                  <a:lnTo>
                    <a:pt x="302488" y="41390"/>
                  </a:lnTo>
                  <a:lnTo>
                    <a:pt x="301380" y="42788"/>
                  </a:lnTo>
                  <a:lnTo>
                    <a:pt x="299014" y="43453"/>
                  </a:lnTo>
                  <a:lnTo>
                    <a:pt x="295519" y="43929"/>
                  </a:lnTo>
                  <a:lnTo>
                    <a:pt x="288373" y="44315"/>
                  </a:lnTo>
                  <a:lnTo>
                    <a:pt x="286769" y="45891"/>
                  </a:lnTo>
                  <a:lnTo>
                    <a:pt x="286360" y="46962"/>
                  </a:lnTo>
                  <a:lnTo>
                    <a:pt x="285664" y="47793"/>
                  </a:lnTo>
                  <a:lnTo>
                    <a:pt x="285054" y="48194"/>
                  </a:lnTo>
                  <a:lnTo>
                    <a:pt x="264634" y="53862"/>
                  </a:lnTo>
                  <a:lnTo>
                    <a:pt x="264258" y="54809"/>
                  </a:lnTo>
                  <a:lnTo>
                    <a:pt x="266313" y="55201"/>
                  </a:lnTo>
                  <a:lnTo>
                    <a:pt x="268902" y="54809"/>
                  </a:lnTo>
                  <a:lnTo>
                    <a:pt x="298615" y="47924"/>
                  </a:lnTo>
                  <a:lnTo>
                    <a:pt x="304320" y="47468"/>
                  </a:lnTo>
                  <a:lnTo>
                    <a:pt x="309612" y="47965"/>
                  </a:lnTo>
                  <a:lnTo>
                    <a:pt x="309006" y="49568"/>
                  </a:lnTo>
                  <a:lnTo>
                    <a:pt x="301512" y="54114"/>
                  </a:lnTo>
                  <a:lnTo>
                    <a:pt x="291973" y="58210"/>
                  </a:lnTo>
                  <a:lnTo>
                    <a:pt x="287209" y="61320"/>
                  </a:lnTo>
                  <a:lnTo>
                    <a:pt x="275154" y="66682"/>
                  </a:lnTo>
                  <a:lnTo>
                    <a:pt x="265302" y="72022"/>
                  </a:lnTo>
                  <a:lnTo>
                    <a:pt x="261517" y="74736"/>
                  </a:lnTo>
                  <a:lnTo>
                    <a:pt x="256445" y="79583"/>
                  </a:lnTo>
                  <a:lnTo>
                    <a:pt x="254712" y="80753"/>
                  </a:lnTo>
                  <a:lnTo>
                    <a:pt x="252605" y="81235"/>
                  </a:lnTo>
                  <a:lnTo>
                    <a:pt x="250125" y="81033"/>
                  </a:lnTo>
                  <a:lnTo>
                    <a:pt x="247890" y="80327"/>
                  </a:lnTo>
                  <a:lnTo>
                    <a:pt x="244908" y="78515"/>
                  </a:lnTo>
                  <a:lnTo>
                    <a:pt x="242191" y="76489"/>
                  </a:lnTo>
                  <a:lnTo>
                    <a:pt x="241341" y="76133"/>
                  </a:lnTo>
                  <a:lnTo>
                    <a:pt x="241856" y="77139"/>
                  </a:lnTo>
                  <a:lnTo>
                    <a:pt x="247092" y="83871"/>
                  </a:lnTo>
                  <a:lnTo>
                    <a:pt x="246493" y="85175"/>
                  </a:lnTo>
                  <a:lnTo>
                    <a:pt x="236879" y="86550"/>
                  </a:lnTo>
                  <a:lnTo>
                    <a:pt x="232624" y="87767"/>
                  </a:lnTo>
                  <a:lnTo>
                    <a:pt x="230428" y="88061"/>
                  </a:lnTo>
                  <a:lnTo>
                    <a:pt x="228874" y="87842"/>
                  </a:lnTo>
                  <a:lnTo>
                    <a:pt x="227358" y="87966"/>
                  </a:lnTo>
                  <a:lnTo>
                    <a:pt x="225881" y="88436"/>
                  </a:lnTo>
                  <a:lnTo>
                    <a:pt x="225800" y="88958"/>
                  </a:lnTo>
                  <a:lnTo>
                    <a:pt x="227116" y="89531"/>
                  </a:lnTo>
                  <a:lnTo>
                    <a:pt x="230943" y="89978"/>
                  </a:lnTo>
                  <a:lnTo>
                    <a:pt x="239448" y="88463"/>
                  </a:lnTo>
                  <a:lnTo>
                    <a:pt x="240812" y="88572"/>
                  </a:lnTo>
                  <a:lnTo>
                    <a:pt x="243000" y="89309"/>
                  </a:lnTo>
                  <a:lnTo>
                    <a:pt x="243107" y="89980"/>
                  </a:lnTo>
                  <a:lnTo>
                    <a:pt x="240824" y="92129"/>
                  </a:lnTo>
                  <a:lnTo>
                    <a:pt x="233938" y="94699"/>
                  </a:lnTo>
                  <a:lnTo>
                    <a:pt x="234838" y="94845"/>
                  </a:lnTo>
                  <a:lnTo>
                    <a:pt x="236809" y="95755"/>
                  </a:lnTo>
                  <a:lnTo>
                    <a:pt x="236765" y="96575"/>
                  </a:lnTo>
                  <a:lnTo>
                    <a:pt x="234597" y="98503"/>
                  </a:lnTo>
                  <a:lnTo>
                    <a:pt x="233570" y="99117"/>
                  </a:lnTo>
                  <a:lnTo>
                    <a:pt x="226933" y="100911"/>
                  </a:lnTo>
                  <a:lnTo>
                    <a:pt x="224045" y="101332"/>
                  </a:lnTo>
                  <a:lnTo>
                    <a:pt x="221502" y="101108"/>
                  </a:lnTo>
                  <a:lnTo>
                    <a:pt x="209860" y="97187"/>
                  </a:lnTo>
                  <a:lnTo>
                    <a:pt x="205752" y="96620"/>
                  </a:lnTo>
                  <a:lnTo>
                    <a:pt x="201849" y="95630"/>
                  </a:lnTo>
                  <a:lnTo>
                    <a:pt x="198969" y="95799"/>
                  </a:lnTo>
                  <a:lnTo>
                    <a:pt x="195911" y="96949"/>
                  </a:lnTo>
                  <a:lnTo>
                    <a:pt x="197286" y="97527"/>
                  </a:lnTo>
                  <a:lnTo>
                    <a:pt x="202922" y="98631"/>
                  </a:lnTo>
                  <a:lnTo>
                    <a:pt x="207628" y="98844"/>
                  </a:lnTo>
                  <a:lnTo>
                    <a:pt x="209580" y="99274"/>
                  </a:lnTo>
                  <a:lnTo>
                    <a:pt x="210346" y="99992"/>
                  </a:lnTo>
                  <a:lnTo>
                    <a:pt x="212377" y="102597"/>
                  </a:lnTo>
                  <a:lnTo>
                    <a:pt x="212703" y="103998"/>
                  </a:lnTo>
                  <a:lnTo>
                    <a:pt x="212254" y="105301"/>
                  </a:lnTo>
                  <a:lnTo>
                    <a:pt x="211639" y="106214"/>
                  </a:lnTo>
                  <a:lnTo>
                    <a:pt x="210857" y="106734"/>
                  </a:lnTo>
                  <a:lnTo>
                    <a:pt x="209654" y="106995"/>
                  </a:lnTo>
                  <a:lnTo>
                    <a:pt x="205051" y="106810"/>
                  </a:lnTo>
                  <a:lnTo>
                    <a:pt x="203332" y="107132"/>
                  </a:lnTo>
                  <a:lnTo>
                    <a:pt x="201338" y="107894"/>
                  </a:lnTo>
                  <a:lnTo>
                    <a:pt x="198837" y="108224"/>
                  </a:lnTo>
                  <a:lnTo>
                    <a:pt x="194326" y="108073"/>
                  </a:lnTo>
                  <a:lnTo>
                    <a:pt x="189015" y="109185"/>
                  </a:lnTo>
                  <a:lnTo>
                    <a:pt x="186208" y="109389"/>
                  </a:lnTo>
                  <a:lnTo>
                    <a:pt x="183096" y="108887"/>
                  </a:lnTo>
                  <a:lnTo>
                    <a:pt x="179723" y="107644"/>
                  </a:lnTo>
                  <a:lnTo>
                    <a:pt x="176165" y="107017"/>
                  </a:lnTo>
                  <a:lnTo>
                    <a:pt x="170149" y="106489"/>
                  </a:lnTo>
                  <a:lnTo>
                    <a:pt x="170653" y="107200"/>
                  </a:lnTo>
                  <a:lnTo>
                    <a:pt x="172772" y="107500"/>
                  </a:lnTo>
                  <a:lnTo>
                    <a:pt x="177090" y="109404"/>
                  </a:lnTo>
                  <a:lnTo>
                    <a:pt x="179154" y="111990"/>
                  </a:lnTo>
                  <a:lnTo>
                    <a:pt x="181097" y="112427"/>
                  </a:lnTo>
                  <a:lnTo>
                    <a:pt x="185065" y="114548"/>
                  </a:lnTo>
                  <a:lnTo>
                    <a:pt x="187931" y="114880"/>
                  </a:lnTo>
                  <a:lnTo>
                    <a:pt x="190924" y="115602"/>
                  </a:lnTo>
                  <a:lnTo>
                    <a:pt x="195140" y="114672"/>
                  </a:lnTo>
                  <a:lnTo>
                    <a:pt x="197971" y="114845"/>
                  </a:lnTo>
                  <a:lnTo>
                    <a:pt x="197383" y="120068"/>
                  </a:lnTo>
                  <a:lnTo>
                    <a:pt x="196133" y="120576"/>
                  </a:lnTo>
                  <a:lnTo>
                    <a:pt x="189318" y="120576"/>
                  </a:lnTo>
                  <a:lnTo>
                    <a:pt x="186078" y="119818"/>
                  </a:lnTo>
                  <a:lnTo>
                    <a:pt x="184648" y="119034"/>
                  </a:lnTo>
                  <a:lnTo>
                    <a:pt x="181508" y="118147"/>
                  </a:lnTo>
                  <a:lnTo>
                    <a:pt x="178680" y="118660"/>
                  </a:lnTo>
                  <a:lnTo>
                    <a:pt x="176116" y="118549"/>
                  </a:lnTo>
                  <a:lnTo>
                    <a:pt x="174377" y="119070"/>
                  </a:lnTo>
                  <a:lnTo>
                    <a:pt x="171619" y="119051"/>
                  </a:lnTo>
                  <a:lnTo>
                    <a:pt x="164404" y="119934"/>
                  </a:lnTo>
                  <a:lnTo>
                    <a:pt x="160593" y="119944"/>
                  </a:lnTo>
                  <a:lnTo>
                    <a:pt x="157779" y="119375"/>
                  </a:lnTo>
                  <a:lnTo>
                    <a:pt x="154509" y="119198"/>
                  </a:lnTo>
                  <a:lnTo>
                    <a:pt x="150783" y="119411"/>
                  </a:lnTo>
                  <a:lnTo>
                    <a:pt x="151044" y="120014"/>
                  </a:lnTo>
                  <a:lnTo>
                    <a:pt x="152623" y="120197"/>
                  </a:lnTo>
                  <a:lnTo>
                    <a:pt x="154922" y="121179"/>
                  </a:lnTo>
                  <a:lnTo>
                    <a:pt x="157053" y="122693"/>
                  </a:lnTo>
                  <a:lnTo>
                    <a:pt x="158826" y="123329"/>
                  </a:lnTo>
                  <a:lnTo>
                    <a:pt x="160949" y="122970"/>
                  </a:lnTo>
                  <a:lnTo>
                    <a:pt x="163111" y="122263"/>
                  </a:lnTo>
                  <a:lnTo>
                    <a:pt x="171001" y="121099"/>
                  </a:lnTo>
                  <a:lnTo>
                    <a:pt x="174461" y="120911"/>
                  </a:lnTo>
                  <a:lnTo>
                    <a:pt x="177548" y="121425"/>
                  </a:lnTo>
                  <a:lnTo>
                    <a:pt x="179603" y="122065"/>
                  </a:lnTo>
                  <a:lnTo>
                    <a:pt x="181037" y="122837"/>
                  </a:lnTo>
                  <a:lnTo>
                    <a:pt x="182851" y="124885"/>
                  </a:lnTo>
                  <a:lnTo>
                    <a:pt x="187399" y="125134"/>
                  </a:lnTo>
                  <a:lnTo>
                    <a:pt x="190867" y="125814"/>
                  </a:lnTo>
                  <a:lnTo>
                    <a:pt x="196392" y="128786"/>
                  </a:lnTo>
                  <a:lnTo>
                    <a:pt x="197912" y="129011"/>
                  </a:lnTo>
                  <a:lnTo>
                    <a:pt x="198525" y="129779"/>
                  </a:lnTo>
                  <a:lnTo>
                    <a:pt x="197352" y="131695"/>
                  </a:lnTo>
                  <a:lnTo>
                    <a:pt x="197219" y="132846"/>
                  </a:lnTo>
                  <a:lnTo>
                    <a:pt x="193398" y="135077"/>
                  </a:lnTo>
                  <a:lnTo>
                    <a:pt x="187437" y="135726"/>
                  </a:lnTo>
                  <a:lnTo>
                    <a:pt x="180886" y="135520"/>
                  </a:lnTo>
                  <a:lnTo>
                    <a:pt x="176195" y="135778"/>
                  </a:lnTo>
                  <a:lnTo>
                    <a:pt x="175704" y="136061"/>
                  </a:lnTo>
                  <a:lnTo>
                    <a:pt x="178922" y="136646"/>
                  </a:lnTo>
                  <a:lnTo>
                    <a:pt x="186381" y="139252"/>
                  </a:lnTo>
                  <a:lnTo>
                    <a:pt x="189271" y="140665"/>
                  </a:lnTo>
                  <a:lnTo>
                    <a:pt x="189775" y="141491"/>
                  </a:lnTo>
                  <a:lnTo>
                    <a:pt x="185664" y="144643"/>
                  </a:lnTo>
                  <a:lnTo>
                    <a:pt x="182035" y="150886"/>
                  </a:lnTo>
                  <a:lnTo>
                    <a:pt x="180842" y="151379"/>
                  </a:lnTo>
                  <a:lnTo>
                    <a:pt x="179601" y="151551"/>
                  </a:lnTo>
                  <a:lnTo>
                    <a:pt x="176401" y="151441"/>
                  </a:lnTo>
                  <a:lnTo>
                    <a:pt x="172344" y="153011"/>
                  </a:lnTo>
                  <a:lnTo>
                    <a:pt x="169284" y="153326"/>
                  </a:lnTo>
                  <a:lnTo>
                    <a:pt x="163738" y="152737"/>
                  </a:lnTo>
                  <a:lnTo>
                    <a:pt x="157332" y="152770"/>
                  </a:lnTo>
                  <a:lnTo>
                    <a:pt x="156828" y="153784"/>
                  </a:lnTo>
                  <a:lnTo>
                    <a:pt x="156509" y="155724"/>
                  </a:lnTo>
                  <a:lnTo>
                    <a:pt x="156544" y="158641"/>
                  </a:lnTo>
                  <a:lnTo>
                    <a:pt x="156934" y="162538"/>
                  </a:lnTo>
                  <a:lnTo>
                    <a:pt x="156600" y="165388"/>
                  </a:lnTo>
                  <a:lnTo>
                    <a:pt x="155544" y="167188"/>
                  </a:lnTo>
                  <a:lnTo>
                    <a:pt x="154211" y="168518"/>
                  </a:lnTo>
                  <a:lnTo>
                    <a:pt x="151801" y="169810"/>
                  </a:lnTo>
                  <a:lnTo>
                    <a:pt x="149323" y="170615"/>
                  </a:lnTo>
                  <a:lnTo>
                    <a:pt x="147470" y="170899"/>
                  </a:lnTo>
                  <a:lnTo>
                    <a:pt x="144385" y="170944"/>
                  </a:lnTo>
                  <a:lnTo>
                    <a:pt x="135538" y="171873"/>
                  </a:lnTo>
                  <a:lnTo>
                    <a:pt x="131219" y="171817"/>
                  </a:lnTo>
                  <a:lnTo>
                    <a:pt x="127866" y="171423"/>
                  </a:lnTo>
                  <a:lnTo>
                    <a:pt x="124396" y="170129"/>
                  </a:lnTo>
                  <a:lnTo>
                    <a:pt x="118616" y="166478"/>
                  </a:lnTo>
                  <a:lnTo>
                    <a:pt x="116977" y="165668"/>
                  </a:lnTo>
                  <a:lnTo>
                    <a:pt x="115368" y="165198"/>
                  </a:lnTo>
                  <a:lnTo>
                    <a:pt x="115429" y="165985"/>
                  </a:lnTo>
                  <a:lnTo>
                    <a:pt x="117158" y="168025"/>
                  </a:lnTo>
                  <a:lnTo>
                    <a:pt x="118601" y="169342"/>
                  </a:lnTo>
                  <a:lnTo>
                    <a:pt x="119756" y="169934"/>
                  </a:lnTo>
                  <a:lnTo>
                    <a:pt x="119484" y="170558"/>
                  </a:lnTo>
                  <a:lnTo>
                    <a:pt x="116934" y="171540"/>
                  </a:lnTo>
                  <a:lnTo>
                    <a:pt x="114122" y="171980"/>
                  </a:lnTo>
                  <a:lnTo>
                    <a:pt x="110791" y="171963"/>
                  </a:lnTo>
                  <a:lnTo>
                    <a:pt x="110685" y="172343"/>
                  </a:lnTo>
                  <a:lnTo>
                    <a:pt x="111815" y="173401"/>
                  </a:lnTo>
                  <a:lnTo>
                    <a:pt x="113283" y="174398"/>
                  </a:lnTo>
                  <a:lnTo>
                    <a:pt x="114248" y="174697"/>
                  </a:lnTo>
                  <a:lnTo>
                    <a:pt x="116802" y="174388"/>
                  </a:lnTo>
                  <a:lnTo>
                    <a:pt x="119760" y="173128"/>
                  </a:lnTo>
                  <a:lnTo>
                    <a:pt x="121604" y="172757"/>
                  </a:lnTo>
                  <a:lnTo>
                    <a:pt x="125275" y="173058"/>
                  </a:lnTo>
                  <a:lnTo>
                    <a:pt x="126721" y="173506"/>
                  </a:lnTo>
                  <a:lnTo>
                    <a:pt x="131305" y="176265"/>
                  </a:lnTo>
                  <a:lnTo>
                    <a:pt x="131944" y="176393"/>
                  </a:lnTo>
                  <a:lnTo>
                    <a:pt x="135338" y="175004"/>
                  </a:lnTo>
                  <a:lnTo>
                    <a:pt x="140246" y="174930"/>
                  </a:lnTo>
                  <a:lnTo>
                    <a:pt x="142046" y="176044"/>
                  </a:lnTo>
                  <a:lnTo>
                    <a:pt x="142734" y="178209"/>
                  </a:lnTo>
                  <a:lnTo>
                    <a:pt x="142817" y="179963"/>
                  </a:lnTo>
                  <a:lnTo>
                    <a:pt x="142298" y="181305"/>
                  </a:lnTo>
                  <a:lnTo>
                    <a:pt x="143428" y="182615"/>
                  </a:lnTo>
                  <a:lnTo>
                    <a:pt x="146208" y="183890"/>
                  </a:lnTo>
                  <a:lnTo>
                    <a:pt x="148365" y="184165"/>
                  </a:lnTo>
                  <a:lnTo>
                    <a:pt x="149898" y="183443"/>
                  </a:lnTo>
                  <a:lnTo>
                    <a:pt x="152230" y="181693"/>
                  </a:lnTo>
                  <a:lnTo>
                    <a:pt x="153219" y="181279"/>
                  </a:lnTo>
                  <a:lnTo>
                    <a:pt x="154153" y="181375"/>
                  </a:lnTo>
                  <a:lnTo>
                    <a:pt x="155577" y="182648"/>
                  </a:lnTo>
                  <a:lnTo>
                    <a:pt x="157491" y="185099"/>
                  </a:lnTo>
                  <a:lnTo>
                    <a:pt x="157669" y="187965"/>
                  </a:lnTo>
                  <a:lnTo>
                    <a:pt x="156111" y="191243"/>
                  </a:lnTo>
                  <a:lnTo>
                    <a:pt x="154205" y="193394"/>
                  </a:lnTo>
                  <a:lnTo>
                    <a:pt x="146725" y="196942"/>
                  </a:lnTo>
                  <a:lnTo>
                    <a:pt x="144464" y="198337"/>
                  </a:lnTo>
                  <a:lnTo>
                    <a:pt x="142679" y="199790"/>
                  </a:lnTo>
                  <a:lnTo>
                    <a:pt x="140088" y="201099"/>
                  </a:lnTo>
                  <a:lnTo>
                    <a:pt x="134995" y="202849"/>
                  </a:lnTo>
                  <a:lnTo>
                    <a:pt x="132311" y="203177"/>
                  </a:lnTo>
                  <a:lnTo>
                    <a:pt x="126517" y="205059"/>
                  </a:lnTo>
                  <a:lnTo>
                    <a:pt x="125258" y="205145"/>
                  </a:lnTo>
                  <a:lnTo>
                    <a:pt x="123379" y="204839"/>
                  </a:lnTo>
                  <a:lnTo>
                    <a:pt x="122991" y="203921"/>
                  </a:lnTo>
                  <a:lnTo>
                    <a:pt x="123468" y="202291"/>
                  </a:lnTo>
                  <a:lnTo>
                    <a:pt x="124089" y="200773"/>
                  </a:lnTo>
                  <a:lnTo>
                    <a:pt x="124854" y="199366"/>
                  </a:lnTo>
                  <a:lnTo>
                    <a:pt x="124882" y="198199"/>
                  </a:lnTo>
                  <a:lnTo>
                    <a:pt x="123246" y="196384"/>
                  </a:lnTo>
                  <a:lnTo>
                    <a:pt x="122097" y="195544"/>
                  </a:lnTo>
                  <a:lnTo>
                    <a:pt x="120988" y="195123"/>
                  </a:lnTo>
                  <a:lnTo>
                    <a:pt x="118755" y="195367"/>
                  </a:lnTo>
                  <a:lnTo>
                    <a:pt x="117492" y="195864"/>
                  </a:lnTo>
                  <a:lnTo>
                    <a:pt x="116140" y="195960"/>
                  </a:lnTo>
                  <a:lnTo>
                    <a:pt x="114697" y="195648"/>
                  </a:lnTo>
                  <a:lnTo>
                    <a:pt x="113482" y="194883"/>
                  </a:lnTo>
                  <a:lnTo>
                    <a:pt x="111051" y="191676"/>
                  </a:lnTo>
                  <a:lnTo>
                    <a:pt x="110136" y="191268"/>
                  </a:lnTo>
                  <a:lnTo>
                    <a:pt x="108937" y="191368"/>
                  </a:lnTo>
                  <a:lnTo>
                    <a:pt x="107864" y="190908"/>
                  </a:lnTo>
                  <a:lnTo>
                    <a:pt x="106917" y="189888"/>
                  </a:lnTo>
                  <a:lnTo>
                    <a:pt x="105347" y="188901"/>
                  </a:lnTo>
                  <a:lnTo>
                    <a:pt x="105766" y="189654"/>
                  </a:lnTo>
                  <a:lnTo>
                    <a:pt x="107336" y="191480"/>
                  </a:lnTo>
                  <a:lnTo>
                    <a:pt x="108430" y="193292"/>
                  </a:lnTo>
                  <a:lnTo>
                    <a:pt x="109047" y="195093"/>
                  </a:lnTo>
                  <a:lnTo>
                    <a:pt x="108761" y="196509"/>
                  </a:lnTo>
                  <a:lnTo>
                    <a:pt x="95460" y="197294"/>
                  </a:lnTo>
                  <a:lnTo>
                    <a:pt x="89744" y="196884"/>
                  </a:lnTo>
                  <a:lnTo>
                    <a:pt x="88586" y="195646"/>
                  </a:lnTo>
                  <a:lnTo>
                    <a:pt x="85853" y="190318"/>
                  </a:lnTo>
                  <a:lnTo>
                    <a:pt x="85260" y="199738"/>
                  </a:lnTo>
                  <a:lnTo>
                    <a:pt x="75295" y="201274"/>
                  </a:lnTo>
                  <a:lnTo>
                    <a:pt x="72966" y="201014"/>
                  </a:lnTo>
                  <a:lnTo>
                    <a:pt x="69088" y="199961"/>
                  </a:lnTo>
                  <a:lnTo>
                    <a:pt x="64079" y="197423"/>
                  </a:lnTo>
                  <a:lnTo>
                    <a:pt x="62004" y="195740"/>
                  </a:lnTo>
                  <a:lnTo>
                    <a:pt x="61191" y="194062"/>
                  </a:lnTo>
                  <a:lnTo>
                    <a:pt x="60585" y="193146"/>
                  </a:lnTo>
                  <a:lnTo>
                    <a:pt x="60191" y="192992"/>
                  </a:lnTo>
                  <a:lnTo>
                    <a:pt x="58946" y="195012"/>
                  </a:lnTo>
                  <a:lnTo>
                    <a:pt x="57584" y="199145"/>
                  </a:lnTo>
                  <a:lnTo>
                    <a:pt x="54161" y="198078"/>
                  </a:lnTo>
                  <a:lnTo>
                    <a:pt x="49828" y="197035"/>
                  </a:lnTo>
                  <a:lnTo>
                    <a:pt x="48268" y="192963"/>
                  </a:lnTo>
                  <a:lnTo>
                    <a:pt x="48178" y="198859"/>
                  </a:lnTo>
                  <a:lnTo>
                    <a:pt x="41195" y="198078"/>
                  </a:lnTo>
                  <a:lnTo>
                    <a:pt x="37839" y="198298"/>
                  </a:lnTo>
                  <a:lnTo>
                    <a:pt x="36853" y="193133"/>
                  </a:lnTo>
                  <a:lnTo>
                    <a:pt x="36690" y="187437"/>
                  </a:lnTo>
                  <a:lnTo>
                    <a:pt x="35329" y="191041"/>
                  </a:lnTo>
                  <a:lnTo>
                    <a:pt x="35922" y="194104"/>
                  </a:lnTo>
                  <a:lnTo>
                    <a:pt x="36115" y="197837"/>
                  </a:lnTo>
                  <a:lnTo>
                    <a:pt x="33147" y="196775"/>
                  </a:lnTo>
                  <a:lnTo>
                    <a:pt x="26634" y="196254"/>
                  </a:lnTo>
                  <a:lnTo>
                    <a:pt x="24328" y="195737"/>
                  </a:lnTo>
                  <a:lnTo>
                    <a:pt x="24624" y="190781"/>
                  </a:lnTo>
                  <a:lnTo>
                    <a:pt x="25137" y="185843"/>
                  </a:lnTo>
                  <a:lnTo>
                    <a:pt x="33525" y="180921"/>
                  </a:lnTo>
                  <a:lnTo>
                    <a:pt x="35995" y="178591"/>
                  </a:lnTo>
                  <a:lnTo>
                    <a:pt x="37814" y="177653"/>
                  </a:lnTo>
                  <a:lnTo>
                    <a:pt x="40694" y="177060"/>
                  </a:lnTo>
                  <a:lnTo>
                    <a:pt x="44371" y="176692"/>
                  </a:lnTo>
                  <a:lnTo>
                    <a:pt x="46879" y="176976"/>
                  </a:lnTo>
                  <a:lnTo>
                    <a:pt x="49742" y="176699"/>
                  </a:lnTo>
                  <a:lnTo>
                    <a:pt x="53162" y="175823"/>
                  </a:lnTo>
                  <a:lnTo>
                    <a:pt x="55605" y="175571"/>
                  </a:lnTo>
                  <a:lnTo>
                    <a:pt x="56065" y="175261"/>
                  </a:lnTo>
                  <a:lnTo>
                    <a:pt x="55357" y="174806"/>
                  </a:lnTo>
                  <a:lnTo>
                    <a:pt x="52743" y="171632"/>
                  </a:lnTo>
                  <a:lnTo>
                    <a:pt x="51805" y="170911"/>
                  </a:lnTo>
                  <a:lnTo>
                    <a:pt x="50850" y="170589"/>
                  </a:lnTo>
                  <a:lnTo>
                    <a:pt x="48959" y="170448"/>
                  </a:lnTo>
                  <a:lnTo>
                    <a:pt x="47124" y="169058"/>
                  </a:lnTo>
                  <a:lnTo>
                    <a:pt x="46062" y="167830"/>
                  </a:lnTo>
                  <a:lnTo>
                    <a:pt x="44926" y="166162"/>
                  </a:lnTo>
                  <a:lnTo>
                    <a:pt x="43110" y="163001"/>
                  </a:lnTo>
                  <a:lnTo>
                    <a:pt x="41307" y="159473"/>
                  </a:lnTo>
                  <a:lnTo>
                    <a:pt x="42201" y="157537"/>
                  </a:lnTo>
                  <a:lnTo>
                    <a:pt x="45191" y="156015"/>
                  </a:lnTo>
                  <a:lnTo>
                    <a:pt x="48187" y="154960"/>
                  </a:lnTo>
                  <a:lnTo>
                    <a:pt x="51188" y="154373"/>
                  </a:lnTo>
                  <a:lnTo>
                    <a:pt x="53697" y="154360"/>
                  </a:lnTo>
                  <a:lnTo>
                    <a:pt x="56723" y="155203"/>
                  </a:lnTo>
                  <a:lnTo>
                    <a:pt x="60981" y="156832"/>
                  </a:lnTo>
                  <a:lnTo>
                    <a:pt x="63421" y="158677"/>
                  </a:lnTo>
                  <a:lnTo>
                    <a:pt x="66487" y="162584"/>
                  </a:lnTo>
                  <a:lnTo>
                    <a:pt x="68506" y="165695"/>
                  </a:lnTo>
                  <a:lnTo>
                    <a:pt x="70148" y="167099"/>
                  </a:lnTo>
                  <a:lnTo>
                    <a:pt x="77486" y="169645"/>
                  </a:lnTo>
                  <a:lnTo>
                    <a:pt x="79928" y="170056"/>
                  </a:lnTo>
                  <a:lnTo>
                    <a:pt x="82824" y="169852"/>
                  </a:lnTo>
                  <a:lnTo>
                    <a:pt x="88732" y="169185"/>
                  </a:lnTo>
                  <a:lnTo>
                    <a:pt x="91636" y="168485"/>
                  </a:lnTo>
                  <a:lnTo>
                    <a:pt x="92939" y="167657"/>
                  </a:lnTo>
                  <a:lnTo>
                    <a:pt x="93609" y="166465"/>
                  </a:lnTo>
                  <a:lnTo>
                    <a:pt x="94443" y="165548"/>
                  </a:lnTo>
                  <a:lnTo>
                    <a:pt x="97056" y="163444"/>
                  </a:lnTo>
                  <a:lnTo>
                    <a:pt x="101056" y="159074"/>
                  </a:lnTo>
                  <a:lnTo>
                    <a:pt x="103270" y="155623"/>
                  </a:lnTo>
                  <a:lnTo>
                    <a:pt x="103795" y="154461"/>
                  </a:lnTo>
                  <a:lnTo>
                    <a:pt x="104237" y="153057"/>
                  </a:lnTo>
                  <a:lnTo>
                    <a:pt x="104594" y="151408"/>
                  </a:lnTo>
                  <a:lnTo>
                    <a:pt x="103348" y="152287"/>
                  </a:lnTo>
                  <a:lnTo>
                    <a:pt x="96441" y="160817"/>
                  </a:lnTo>
                  <a:lnTo>
                    <a:pt x="95008" y="162366"/>
                  </a:lnTo>
                  <a:lnTo>
                    <a:pt x="90967" y="164986"/>
                  </a:lnTo>
                  <a:lnTo>
                    <a:pt x="89255" y="165409"/>
                  </a:lnTo>
                  <a:lnTo>
                    <a:pt x="86497" y="165279"/>
                  </a:lnTo>
                  <a:lnTo>
                    <a:pt x="82837" y="164119"/>
                  </a:lnTo>
                  <a:lnTo>
                    <a:pt x="78525" y="165965"/>
                  </a:lnTo>
                  <a:lnTo>
                    <a:pt x="75909" y="165496"/>
                  </a:lnTo>
                  <a:lnTo>
                    <a:pt x="73590" y="164206"/>
                  </a:lnTo>
                  <a:lnTo>
                    <a:pt x="73559" y="158153"/>
                  </a:lnTo>
                  <a:lnTo>
                    <a:pt x="70619" y="153313"/>
                  </a:lnTo>
                  <a:lnTo>
                    <a:pt x="73867" y="150863"/>
                  </a:lnTo>
                  <a:lnTo>
                    <a:pt x="76558" y="149343"/>
                  </a:lnTo>
                  <a:lnTo>
                    <a:pt x="81346" y="145393"/>
                  </a:lnTo>
                  <a:lnTo>
                    <a:pt x="82396" y="145353"/>
                  </a:lnTo>
                  <a:lnTo>
                    <a:pt x="85865" y="145974"/>
                  </a:lnTo>
                  <a:lnTo>
                    <a:pt x="83962" y="145078"/>
                  </a:lnTo>
                  <a:lnTo>
                    <a:pt x="82099" y="143748"/>
                  </a:lnTo>
                  <a:lnTo>
                    <a:pt x="77952" y="144093"/>
                  </a:lnTo>
                  <a:lnTo>
                    <a:pt x="79415" y="135586"/>
                  </a:lnTo>
                  <a:lnTo>
                    <a:pt x="76640" y="141945"/>
                  </a:lnTo>
                  <a:lnTo>
                    <a:pt x="73811" y="145280"/>
                  </a:lnTo>
                  <a:lnTo>
                    <a:pt x="72099" y="146967"/>
                  </a:lnTo>
                  <a:lnTo>
                    <a:pt x="70177" y="147938"/>
                  </a:lnTo>
                  <a:lnTo>
                    <a:pt x="62906" y="148776"/>
                  </a:lnTo>
                  <a:lnTo>
                    <a:pt x="64692" y="145651"/>
                  </a:lnTo>
                  <a:lnTo>
                    <a:pt x="66332" y="141044"/>
                  </a:lnTo>
                  <a:lnTo>
                    <a:pt x="64596" y="142766"/>
                  </a:lnTo>
                  <a:lnTo>
                    <a:pt x="60498" y="145354"/>
                  </a:lnTo>
                  <a:lnTo>
                    <a:pt x="57430" y="146713"/>
                  </a:lnTo>
                  <a:lnTo>
                    <a:pt x="54903" y="147429"/>
                  </a:lnTo>
                  <a:lnTo>
                    <a:pt x="49999" y="147256"/>
                  </a:lnTo>
                  <a:lnTo>
                    <a:pt x="47555" y="145957"/>
                  </a:lnTo>
                  <a:lnTo>
                    <a:pt x="48252" y="142771"/>
                  </a:lnTo>
                  <a:lnTo>
                    <a:pt x="48250" y="138848"/>
                  </a:lnTo>
                  <a:lnTo>
                    <a:pt x="49747" y="137030"/>
                  </a:lnTo>
                  <a:lnTo>
                    <a:pt x="52013" y="134699"/>
                  </a:lnTo>
                  <a:lnTo>
                    <a:pt x="54446" y="131558"/>
                  </a:lnTo>
                  <a:lnTo>
                    <a:pt x="56115" y="128294"/>
                  </a:lnTo>
                  <a:lnTo>
                    <a:pt x="62628" y="126838"/>
                  </a:lnTo>
                  <a:lnTo>
                    <a:pt x="68968" y="126245"/>
                  </a:lnTo>
                  <a:lnTo>
                    <a:pt x="74277" y="124522"/>
                  </a:lnTo>
                  <a:lnTo>
                    <a:pt x="76877" y="124219"/>
                  </a:lnTo>
                  <a:lnTo>
                    <a:pt x="79369" y="125037"/>
                  </a:lnTo>
                  <a:lnTo>
                    <a:pt x="89488" y="126379"/>
                  </a:lnTo>
                  <a:lnTo>
                    <a:pt x="93641" y="127404"/>
                  </a:lnTo>
                  <a:lnTo>
                    <a:pt x="95463" y="128147"/>
                  </a:lnTo>
                  <a:lnTo>
                    <a:pt x="96813" y="128414"/>
                  </a:lnTo>
                  <a:lnTo>
                    <a:pt x="98240" y="127304"/>
                  </a:lnTo>
                  <a:lnTo>
                    <a:pt x="100054" y="126232"/>
                  </a:lnTo>
                  <a:lnTo>
                    <a:pt x="106360" y="126342"/>
                  </a:lnTo>
                  <a:lnTo>
                    <a:pt x="108099" y="126146"/>
                  </a:lnTo>
                  <a:lnTo>
                    <a:pt x="109706" y="125642"/>
                  </a:lnTo>
                  <a:lnTo>
                    <a:pt x="111662" y="124626"/>
                  </a:lnTo>
                  <a:lnTo>
                    <a:pt x="113967" y="123094"/>
                  </a:lnTo>
                  <a:lnTo>
                    <a:pt x="114320" y="122342"/>
                  </a:lnTo>
                  <a:lnTo>
                    <a:pt x="112721" y="122370"/>
                  </a:lnTo>
                  <a:lnTo>
                    <a:pt x="111119" y="122754"/>
                  </a:lnTo>
                  <a:lnTo>
                    <a:pt x="108712" y="123870"/>
                  </a:lnTo>
                  <a:lnTo>
                    <a:pt x="106395" y="124473"/>
                  </a:lnTo>
                  <a:lnTo>
                    <a:pt x="104032" y="124359"/>
                  </a:lnTo>
                  <a:lnTo>
                    <a:pt x="99263" y="123414"/>
                  </a:lnTo>
                  <a:lnTo>
                    <a:pt x="90976" y="123244"/>
                  </a:lnTo>
                  <a:lnTo>
                    <a:pt x="86751" y="122814"/>
                  </a:lnTo>
                  <a:lnTo>
                    <a:pt x="84791" y="122357"/>
                  </a:lnTo>
                  <a:lnTo>
                    <a:pt x="83687" y="121728"/>
                  </a:lnTo>
                  <a:lnTo>
                    <a:pt x="82722" y="120783"/>
                  </a:lnTo>
                  <a:lnTo>
                    <a:pt x="81894" y="119520"/>
                  </a:lnTo>
                  <a:lnTo>
                    <a:pt x="82326" y="118634"/>
                  </a:lnTo>
                  <a:lnTo>
                    <a:pt x="84014" y="118124"/>
                  </a:lnTo>
                  <a:lnTo>
                    <a:pt x="85475" y="118017"/>
                  </a:lnTo>
                  <a:lnTo>
                    <a:pt x="87818" y="118711"/>
                  </a:lnTo>
                  <a:lnTo>
                    <a:pt x="90447" y="119888"/>
                  </a:lnTo>
                  <a:lnTo>
                    <a:pt x="93309" y="120041"/>
                  </a:lnTo>
                  <a:lnTo>
                    <a:pt x="92318" y="118966"/>
                  </a:lnTo>
                  <a:lnTo>
                    <a:pt x="88680" y="116806"/>
                  </a:lnTo>
                  <a:lnTo>
                    <a:pt x="86157" y="114975"/>
                  </a:lnTo>
                  <a:lnTo>
                    <a:pt x="84043" y="112724"/>
                  </a:lnTo>
                  <a:lnTo>
                    <a:pt x="82416" y="110498"/>
                  </a:lnTo>
                  <a:lnTo>
                    <a:pt x="78803" y="107008"/>
                  </a:lnTo>
                  <a:lnTo>
                    <a:pt x="75887" y="103538"/>
                  </a:lnTo>
                  <a:lnTo>
                    <a:pt x="73830" y="102003"/>
                  </a:lnTo>
                  <a:lnTo>
                    <a:pt x="71662" y="101242"/>
                  </a:lnTo>
                  <a:lnTo>
                    <a:pt x="65050" y="100295"/>
                  </a:lnTo>
                  <a:lnTo>
                    <a:pt x="63725" y="99677"/>
                  </a:lnTo>
                  <a:lnTo>
                    <a:pt x="60570" y="96651"/>
                  </a:lnTo>
                  <a:lnTo>
                    <a:pt x="59723" y="91541"/>
                  </a:lnTo>
                  <a:lnTo>
                    <a:pt x="58341" y="88427"/>
                  </a:lnTo>
                  <a:lnTo>
                    <a:pt x="59675" y="84446"/>
                  </a:lnTo>
                  <a:lnTo>
                    <a:pt x="61877" y="82642"/>
                  </a:lnTo>
                  <a:lnTo>
                    <a:pt x="75083" y="84047"/>
                  </a:lnTo>
                  <a:lnTo>
                    <a:pt x="80655" y="83836"/>
                  </a:lnTo>
                  <a:lnTo>
                    <a:pt x="87778" y="84337"/>
                  </a:lnTo>
                  <a:lnTo>
                    <a:pt x="91609" y="85312"/>
                  </a:lnTo>
                  <a:lnTo>
                    <a:pt x="95981" y="87735"/>
                  </a:lnTo>
                  <a:lnTo>
                    <a:pt x="99887" y="90465"/>
                  </a:lnTo>
                  <a:lnTo>
                    <a:pt x="103648" y="92291"/>
                  </a:lnTo>
                  <a:lnTo>
                    <a:pt x="107106" y="94789"/>
                  </a:lnTo>
                  <a:lnTo>
                    <a:pt x="110883" y="98497"/>
                  </a:lnTo>
                  <a:lnTo>
                    <a:pt x="113105" y="100276"/>
                  </a:lnTo>
                  <a:lnTo>
                    <a:pt x="115031" y="101362"/>
                  </a:lnTo>
                  <a:lnTo>
                    <a:pt x="117624" y="102297"/>
                  </a:lnTo>
                  <a:lnTo>
                    <a:pt x="122514" y="103478"/>
                  </a:lnTo>
                  <a:lnTo>
                    <a:pt x="126775" y="103867"/>
                  </a:lnTo>
                  <a:lnTo>
                    <a:pt x="128984" y="103712"/>
                  </a:lnTo>
                  <a:lnTo>
                    <a:pt x="131347" y="102857"/>
                  </a:lnTo>
                  <a:lnTo>
                    <a:pt x="133028" y="101844"/>
                  </a:lnTo>
                  <a:lnTo>
                    <a:pt x="131153" y="101564"/>
                  </a:lnTo>
                  <a:lnTo>
                    <a:pt x="126244" y="101683"/>
                  </a:lnTo>
                  <a:lnTo>
                    <a:pt x="122836" y="101146"/>
                  </a:lnTo>
                  <a:lnTo>
                    <a:pt x="120892" y="99954"/>
                  </a:lnTo>
                  <a:lnTo>
                    <a:pt x="118825" y="98348"/>
                  </a:lnTo>
                  <a:lnTo>
                    <a:pt x="115539" y="95321"/>
                  </a:lnTo>
                  <a:lnTo>
                    <a:pt x="113053" y="93343"/>
                  </a:lnTo>
                  <a:lnTo>
                    <a:pt x="107620" y="90117"/>
                  </a:lnTo>
                  <a:lnTo>
                    <a:pt x="103604" y="86909"/>
                  </a:lnTo>
                  <a:lnTo>
                    <a:pt x="100384" y="83866"/>
                  </a:lnTo>
                  <a:lnTo>
                    <a:pt x="100086" y="82545"/>
                  </a:lnTo>
                  <a:lnTo>
                    <a:pt x="102413" y="81624"/>
                  </a:lnTo>
                  <a:lnTo>
                    <a:pt x="105275" y="80981"/>
                  </a:lnTo>
                  <a:lnTo>
                    <a:pt x="123187" y="78920"/>
                  </a:lnTo>
                  <a:lnTo>
                    <a:pt x="133873" y="76459"/>
                  </a:lnTo>
                  <a:lnTo>
                    <a:pt x="138208" y="73602"/>
                  </a:lnTo>
                  <a:lnTo>
                    <a:pt x="138726" y="72934"/>
                  </a:lnTo>
                  <a:lnTo>
                    <a:pt x="153033" y="68900"/>
                  </a:lnTo>
                  <a:lnTo>
                    <a:pt x="163149" y="67411"/>
                  </a:lnTo>
                  <a:lnTo>
                    <a:pt x="167038" y="67170"/>
                  </a:lnTo>
                  <a:lnTo>
                    <a:pt x="170562" y="66524"/>
                  </a:lnTo>
                  <a:lnTo>
                    <a:pt x="170707" y="66128"/>
                  </a:lnTo>
                  <a:lnTo>
                    <a:pt x="167621" y="65589"/>
                  </a:lnTo>
                  <a:lnTo>
                    <a:pt x="164503" y="65323"/>
                  </a:lnTo>
                  <a:lnTo>
                    <a:pt x="157433" y="65341"/>
                  </a:lnTo>
                  <a:lnTo>
                    <a:pt x="151136" y="64850"/>
                  </a:lnTo>
                  <a:lnTo>
                    <a:pt x="149235" y="63957"/>
                  </a:lnTo>
                  <a:lnTo>
                    <a:pt x="149629" y="62497"/>
                  </a:lnTo>
                  <a:lnTo>
                    <a:pt x="150235" y="61244"/>
                  </a:lnTo>
                  <a:lnTo>
                    <a:pt x="152137" y="59149"/>
                  </a:lnTo>
                  <a:lnTo>
                    <a:pt x="154176" y="57575"/>
                  </a:lnTo>
                  <a:lnTo>
                    <a:pt x="162816" y="53041"/>
                  </a:lnTo>
                  <a:lnTo>
                    <a:pt x="168631" y="51132"/>
                  </a:lnTo>
                  <a:lnTo>
                    <a:pt x="170307" y="49814"/>
                  </a:lnTo>
                  <a:lnTo>
                    <a:pt x="157795" y="52753"/>
                  </a:lnTo>
                  <a:lnTo>
                    <a:pt x="153424" y="54877"/>
                  </a:lnTo>
                  <a:lnTo>
                    <a:pt x="149031" y="58066"/>
                  </a:lnTo>
                  <a:lnTo>
                    <a:pt x="146757" y="59005"/>
                  </a:lnTo>
                  <a:lnTo>
                    <a:pt x="145135" y="58757"/>
                  </a:lnTo>
                  <a:lnTo>
                    <a:pt x="143686" y="59054"/>
                  </a:lnTo>
                  <a:lnTo>
                    <a:pt x="142411" y="59897"/>
                  </a:lnTo>
                  <a:lnTo>
                    <a:pt x="141341" y="61439"/>
                  </a:lnTo>
                  <a:lnTo>
                    <a:pt x="140476" y="63681"/>
                  </a:lnTo>
                  <a:lnTo>
                    <a:pt x="139692" y="65208"/>
                  </a:lnTo>
                  <a:lnTo>
                    <a:pt x="138987" y="66022"/>
                  </a:lnTo>
                  <a:lnTo>
                    <a:pt x="137207" y="67199"/>
                  </a:lnTo>
                  <a:lnTo>
                    <a:pt x="132924" y="69505"/>
                  </a:lnTo>
                  <a:lnTo>
                    <a:pt x="122872" y="72726"/>
                  </a:lnTo>
                  <a:lnTo>
                    <a:pt x="119489" y="73545"/>
                  </a:lnTo>
                  <a:lnTo>
                    <a:pt x="116592" y="73674"/>
                  </a:lnTo>
                  <a:lnTo>
                    <a:pt x="107207" y="75491"/>
                  </a:lnTo>
                  <a:lnTo>
                    <a:pt x="104390" y="75563"/>
                  </a:lnTo>
                  <a:lnTo>
                    <a:pt x="101268" y="75012"/>
                  </a:lnTo>
                  <a:lnTo>
                    <a:pt x="102603" y="73442"/>
                  </a:lnTo>
                  <a:lnTo>
                    <a:pt x="107569" y="70546"/>
                  </a:lnTo>
                  <a:lnTo>
                    <a:pt x="108886" y="69256"/>
                  </a:lnTo>
                  <a:lnTo>
                    <a:pt x="105708" y="69538"/>
                  </a:lnTo>
                  <a:lnTo>
                    <a:pt x="102468" y="70329"/>
                  </a:lnTo>
                  <a:lnTo>
                    <a:pt x="95317" y="70981"/>
                  </a:lnTo>
                  <a:lnTo>
                    <a:pt x="92489" y="72159"/>
                  </a:lnTo>
                  <a:lnTo>
                    <a:pt x="89748" y="74296"/>
                  </a:lnTo>
                  <a:lnTo>
                    <a:pt x="87551" y="75641"/>
                  </a:lnTo>
                  <a:lnTo>
                    <a:pt x="85899" y="76186"/>
                  </a:lnTo>
                  <a:lnTo>
                    <a:pt x="83620" y="76512"/>
                  </a:lnTo>
                  <a:lnTo>
                    <a:pt x="75242" y="76678"/>
                  </a:lnTo>
                  <a:lnTo>
                    <a:pt x="73382" y="76535"/>
                  </a:lnTo>
                  <a:lnTo>
                    <a:pt x="68563" y="74905"/>
                  </a:lnTo>
                  <a:lnTo>
                    <a:pt x="64294" y="75468"/>
                  </a:lnTo>
                  <a:lnTo>
                    <a:pt x="62531" y="75360"/>
                  </a:lnTo>
                  <a:lnTo>
                    <a:pt x="59295" y="74208"/>
                  </a:lnTo>
                  <a:lnTo>
                    <a:pt x="58330" y="73461"/>
                  </a:lnTo>
                  <a:lnTo>
                    <a:pt x="58472" y="72457"/>
                  </a:lnTo>
                  <a:lnTo>
                    <a:pt x="60343" y="70565"/>
                  </a:lnTo>
                  <a:lnTo>
                    <a:pt x="62511" y="68747"/>
                  </a:lnTo>
                  <a:lnTo>
                    <a:pt x="69563" y="64756"/>
                  </a:lnTo>
                  <a:lnTo>
                    <a:pt x="74086" y="62886"/>
                  </a:lnTo>
                  <a:lnTo>
                    <a:pt x="80604" y="61276"/>
                  </a:lnTo>
                  <a:lnTo>
                    <a:pt x="95918" y="59476"/>
                  </a:lnTo>
                  <a:lnTo>
                    <a:pt x="96613" y="58157"/>
                  </a:lnTo>
                  <a:lnTo>
                    <a:pt x="81116" y="59630"/>
                  </a:lnTo>
                  <a:lnTo>
                    <a:pt x="67934" y="61493"/>
                  </a:lnTo>
                  <a:lnTo>
                    <a:pt x="65794" y="62177"/>
                  </a:lnTo>
                  <a:lnTo>
                    <a:pt x="62726" y="64003"/>
                  </a:lnTo>
                  <a:lnTo>
                    <a:pt x="52980" y="70617"/>
                  </a:lnTo>
                  <a:lnTo>
                    <a:pt x="50108" y="72287"/>
                  </a:lnTo>
                  <a:lnTo>
                    <a:pt x="45714" y="72686"/>
                  </a:lnTo>
                  <a:lnTo>
                    <a:pt x="42354" y="72121"/>
                  </a:lnTo>
                  <a:lnTo>
                    <a:pt x="39727" y="71281"/>
                  </a:lnTo>
                  <a:lnTo>
                    <a:pt x="35202" y="69323"/>
                  </a:lnTo>
                  <a:lnTo>
                    <a:pt x="31792" y="68272"/>
                  </a:lnTo>
                  <a:lnTo>
                    <a:pt x="30178" y="67566"/>
                  </a:lnTo>
                  <a:lnTo>
                    <a:pt x="29224" y="66853"/>
                  </a:lnTo>
                  <a:lnTo>
                    <a:pt x="28451" y="66017"/>
                  </a:lnTo>
                  <a:lnTo>
                    <a:pt x="27858" y="65061"/>
                  </a:lnTo>
                  <a:lnTo>
                    <a:pt x="28967" y="64263"/>
                  </a:lnTo>
                  <a:lnTo>
                    <a:pt x="37642" y="62536"/>
                  </a:lnTo>
                  <a:lnTo>
                    <a:pt x="49431" y="62872"/>
                  </a:lnTo>
                  <a:lnTo>
                    <a:pt x="54721" y="62516"/>
                  </a:lnTo>
                  <a:lnTo>
                    <a:pt x="59926" y="61472"/>
                  </a:lnTo>
                  <a:lnTo>
                    <a:pt x="67604" y="58877"/>
                  </a:lnTo>
                  <a:lnTo>
                    <a:pt x="75962" y="55234"/>
                  </a:lnTo>
                  <a:lnTo>
                    <a:pt x="77597" y="54071"/>
                  </a:lnTo>
                  <a:lnTo>
                    <a:pt x="74546" y="53816"/>
                  </a:lnTo>
                  <a:lnTo>
                    <a:pt x="72288" y="54098"/>
                  </a:lnTo>
                  <a:lnTo>
                    <a:pt x="66850" y="55401"/>
                  </a:lnTo>
                  <a:lnTo>
                    <a:pt x="58246" y="58904"/>
                  </a:lnTo>
                  <a:lnTo>
                    <a:pt x="50738" y="60141"/>
                  </a:lnTo>
                  <a:lnTo>
                    <a:pt x="32191" y="60800"/>
                  </a:lnTo>
                  <a:lnTo>
                    <a:pt x="26303" y="61780"/>
                  </a:lnTo>
                  <a:lnTo>
                    <a:pt x="23718" y="61569"/>
                  </a:lnTo>
                  <a:lnTo>
                    <a:pt x="21770" y="60613"/>
                  </a:lnTo>
                  <a:lnTo>
                    <a:pt x="19599" y="58844"/>
                  </a:lnTo>
                  <a:lnTo>
                    <a:pt x="19986" y="57427"/>
                  </a:lnTo>
                  <a:lnTo>
                    <a:pt x="24405" y="55837"/>
                  </a:lnTo>
                  <a:lnTo>
                    <a:pt x="27867" y="55465"/>
                  </a:lnTo>
                  <a:lnTo>
                    <a:pt x="28486" y="55138"/>
                  </a:lnTo>
                  <a:lnTo>
                    <a:pt x="23572" y="53603"/>
                  </a:lnTo>
                  <a:lnTo>
                    <a:pt x="23135" y="52818"/>
                  </a:lnTo>
                  <a:lnTo>
                    <a:pt x="25974" y="51080"/>
                  </a:lnTo>
                  <a:lnTo>
                    <a:pt x="32128" y="48519"/>
                  </a:lnTo>
                  <a:lnTo>
                    <a:pt x="35239" y="47712"/>
                  </a:lnTo>
                  <a:lnTo>
                    <a:pt x="40940" y="47199"/>
                  </a:lnTo>
                  <a:lnTo>
                    <a:pt x="46807" y="47479"/>
                  </a:lnTo>
                  <a:lnTo>
                    <a:pt x="47034" y="46991"/>
                  </a:lnTo>
                  <a:lnTo>
                    <a:pt x="41230" y="46021"/>
                  </a:lnTo>
                  <a:lnTo>
                    <a:pt x="36883" y="45844"/>
                  </a:lnTo>
                  <a:lnTo>
                    <a:pt x="31137" y="46528"/>
                  </a:lnTo>
                  <a:lnTo>
                    <a:pt x="15887" y="50676"/>
                  </a:lnTo>
                  <a:lnTo>
                    <a:pt x="14589" y="50550"/>
                  </a:lnTo>
                  <a:lnTo>
                    <a:pt x="12371" y="49836"/>
                  </a:lnTo>
                  <a:lnTo>
                    <a:pt x="13007" y="48812"/>
                  </a:lnTo>
                  <a:lnTo>
                    <a:pt x="21161" y="44454"/>
                  </a:lnTo>
                  <a:lnTo>
                    <a:pt x="21432" y="43769"/>
                  </a:lnTo>
                  <a:lnTo>
                    <a:pt x="15573" y="43867"/>
                  </a:lnTo>
                  <a:lnTo>
                    <a:pt x="13852" y="43661"/>
                  </a:lnTo>
                  <a:lnTo>
                    <a:pt x="12172" y="43144"/>
                  </a:lnTo>
                  <a:lnTo>
                    <a:pt x="9785" y="43603"/>
                  </a:lnTo>
                  <a:lnTo>
                    <a:pt x="6690" y="45036"/>
                  </a:lnTo>
                  <a:lnTo>
                    <a:pt x="4507" y="45649"/>
                  </a:lnTo>
                  <a:lnTo>
                    <a:pt x="3237" y="45443"/>
                  </a:lnTo>
                  <a:lnTo>
                    <a:pt x="0" y="43745"/>
                  </a:lnTo>
                  <a:lnTo>
                    <a:pt x="420" y="42322"/>
                  </a:lnTo>
                  <a:lnTo>
                    <a:pt x="2995" y="40537"/>
                  </a:lnTo>
                  <a:lnTo>
                    <a:pt x="5346" y="39252"/>
                  </a:lnTo>
                  <a:lnTo>
                    <a:pt x="8540" y="38079"/>
                  </a:lnTo>
                  <a:lnTo>
                    <a:pt x="13739" y="36607"/>
                  </a:lnTo>
                  <a:lnTo>
                    <a:pt x="17504" y="36110"/>
                  </a:lnTo>
                  <a:lnTo>
                    <a:pt x="23599" y="36096"/>
                  </a:lnTo>
                  <a:lnTo>
                    <a:pt x="26503" y="35440"/>
                  </a:lnTo>
                  <a:lnTo>
                    <a:pt x="29089" y="34297"/>
                  </a:lnTo>
                  <a:lnTo>
                    <a:pt x="32324" y="32447"/>
                  </a:lnTo>
                  <a:lnTo>
                    <a:pt x="35873" y="31175"/>
                  </a:lnTo>
                  <a:lnTo>
                    <a:pt x="41669" y="30129"/>
                  </a:lnTo>
                  <a:lnTo>
                    <a:pt x="46552" y="30466"/>
                  </a:lnTo>
                  <a:lnTo>
                    <a:pt x="49250" y="31378"/>
                  </a:lnTo>
                  <a:lnTo>
                    <a:pt x="51394" y="32977"/>
                  </a:lnTo>
                  <a:lnTo>
                    <a:pt x="53695" y="34199"/>
                  </a:lnTo>
                  <a:lnTo>
                    <a:pt x="53913" y="33212"/>
                  </a:lnTo>
                  <a:lnTo>
                    <a:pt x="55814" y="31994"/>
                  </a:lnTo>
                  <a:lnTo>
                    <a:pt x="58199" y="31472"/>
                  </a:lnTo>
                  <a:lnTo>
                    <a:pt x="61068" y="31646"/>
                  </a:lnTo>
                  <a:lnTo>
                    <a:pt x="63590" y="32225"/>
                  </a:lnTo>
                  <a:lnTo>
                    <a:pt x="66853" y="33698"/>
                  </a:lnTo>
                  <a:lnTo>
                    <a:pt x="69490" y="34360"/>
                  </a:lnTo>
                  <a:lnTo>
                    <a:pt x="70729" y="34320"/>
                  </a:lnTo>
                  <a:lnTo>
                    <a:pt x="72281" y="33505"/>
                  </a:lnTo>
                  <a:lnTo>
                    <a:pt x="76405" y="33487"/>
                  </a:lnTo>
                  <a:lnTo>
                    <a:pt x="76319" y="33141"/>
                  </a:lnTo>
                  <a:lnTo>
                    <a:pt x="74973" y="32289"/>
                  </a:lnTo>
                  <a:lnTo>
                    <a:pt x="73346" y="31680"/>
                  </a:lnTo>
                  <a:lnTo>
                    <a:pt x="58731" y="27448"/>
                  </a:lnTo>
                  <a:lnTo>
                    <a:pt x="58328" y="26522"/>
                  </a:lnTo>
                  <a:lnTo>
                    <a:pt x="63253" y="25653"/>
                  </a:lnTo>
                  <a:lnTo>
                    <a:pt x="66333" y="24615"/>
                  </a:lnTo>
                  <a:lnTo>
                    <a:pt x="67778" y="24363"/>
                  </a:lnTo>
                  <a:lnTo>
                    <a:pt x="71387" y="22155"/>
                  </a:lnTo>
                  <a:lnTo>
                    <a:pt x="73744" y="21006"/>
                  </a:lnTo>
                  <a:lnTo>
                    <a:pt x="78108" y="19700"/>
                  </a:lnTo>
                  <a:lnTo>
                    <a:pt x="79858" y="20056"/>
                  </a:lnTo>
                  <a:lnTo>
                    <a:pt x="82060" y="21209"/>
                  </a:lnTo>
                  <a:lnTo>
                    <a:pt x="84192" y="21930"/>
                  </a:lnTo>
                  <a:lnTo>
                    <a:pt x="90458" y="22617"/>
                  </a:lnTo>
                  <a:lnTo>
                    <a:pt x="93139" y="23333"/>
                  </a:lnTo>
                  <a:lnTo>
                    <a:pt x="97915" y="27448"/>
                  </a:lnTo>
                  <a:lnTo>
                    <a:pt x="99820" y="28792"/>
                  </a:lnTo>
                  <a:lnTo>
                    <a:pt x="102535" y="30175"/>
                  </a:lnTo>
                  <a:lnTo>
                    <a:pt x="104152" y="30695"/>
                  </a:lnTo>
                  <a:lnTo>
                    <a:pt x="107348" y="31029"/>
                  </a:lnTo>
                  <a:lnTo>
                    <a:pt x="107676" y="30247"/>
                  </a:lnTo>
                  <a:lnTo>
                    <a:pt x="103883" y="28302"/>
                  </a:lnTo>
                  <a:lnTo>
                    <a:pt x="102843" y="27175"/>
                  </a:lnTo>
                  <a:lnTo>
                    <a:pt x="103290" y="26221"/>
                  </a:lnTo>
                  <a:lnTo>
                    <a:pt x="104098" y="25718"/>
                  </a:lnTo>
                  <a:lnTo>
                    <a:pt x="105266" y="25673"/>
                  </a:lnTo>
                  <a:lnTo>
                    <a:pt x="108262" y="26524"/>
                  </a:lnTo>
                  <a:lnTo>
                    <a:pt x="116226" y="29417"/>
                  </a:lnTo>
                  <a:lnTo>
                    <a:pt x="128132" y="32844"/>
                  </a:lnTo>
                  <a:lnTo>
                    <a:pt x="132696" y="33640"/>
                  </a:lnTo>
                  <a:lnTo>
                    <a:pt x="135512" y="34864"/>
                  </a:lnTo>
                  <a:lnTo>
                    <a:pt x="138079" y="36351"/>
                  </a:lnTo>
                  <a:lnTo>
                    <a:pt x="140610" y="37379"/>
                  </a:lnTo>
                  <a:lnTo>
                    <a:pt x="141079" y="37281"/>
                  </a:lnTo>
                  <a:lnTo>
                    <a:pt x="138724" y="34979"/>
                  </a:lnTo>
                  <a:lnTo>
                    <a:pt x="132967" y="32141"/>
                  </a:lnTo>
                  <a:lnTo>
                    <a:pt x="117564" y="27295"/>
                  </a:lnTo>
                  <a:lnTo>
                    <a:pt x="111472" y="24757"/>
                  </a:lnTo>
                  <a:lnTo>
                    <a:pt x="108525" y="23041"/>
                  </a:lnTo>
                  <a:lnTo>
                    <a:pt x="106294" y="21307"/>
                  </a:lnTo>
                  <a:lnTo>
                    <a:pt x="106250" y="20359"/>
                  </a:lnTo>
                  <a:lnTo>
                    <a:pt x="108350" y="19249"/>
                  </a:lnTo>
                  <a:lnTo>
                    <a:pt x="111177" y="18371"/>
                  </a:lnTo>
                  <a:lnTo>
                    <a:pt x="114692" y="18020"/>
                  </a:lnTo>
                  <a:lnTo>
                    <a:pt x="115114" y="17654"/>
                  </a:lnTo>
                  <a:lnTo>
                    <a:pt x="111921" y="16337"/>
                  </a:lnTo>
                  <a:lnTo>
                    <a:pt x="110035" y="15198"/>
                  </a:lnTo>
                  <a:lnTo>
                    <a:pt x="110100" y="14403"/>
                  </a:lnTo>
                  <a:lnTo>
                    <a:pt x="113915" y="13796"/>
                  </a:lnTo>
                  <a:lnTo>
                    <a:pt x="116281" y="13979"/>
                  </a:lnTo>
                  <a:lnTo>
                    <a:pt x="120779" y="15413"/>
                  </a:lnTo>
                  <a:lnTo>
                    <a:pt x="124535" y="16091"/>
                  </a:lnTo>
                  <a:lnTo>
                    <a:pt x="125143" y="15653"/>
                  </a:lnTo>
                  <a:lnTo>
                    <a:pt x="121265" y="11835"/>
                  </a:lnTo>
                  <a:lnTo>
                    <a:pt x="120903" y="10975"/>
                  </a:lnTo>
                  <a:lnTo>
                    <a:pt x="121478" y="10471"/>
                  </a:lnTo>
                  <a:lnTo>
                    <a:pt x="122836" y="9959"/>
                  </a:lnTo>
                  <a:lnTo>
                    <a:pt x="126898" y="10253"/>
                  </a:lnTo>
                  <a:lnTo>
                    <a:pt x="133589" y="12112"/>
                  </a:lnTo>
                  <a:lnTo>
                    <a:pt x="145565" y="13044"/>
                  </a:lnTo>
                  <a:lnTo>
                    <a:pt x="148860" y="12904"/>
                  </a:lnTo>
                  <a:lnTo>
                    <a:pt x="148365" y="12475"/>
                  </a:lnTo>
                  <a:lnTo>
                    <a:pt x="143584" y="11327"/>
                  </a:lnTo>
                  <a:lnTo>
                    <a:pt x="138581" y="9785"/>
                  </a:lnTo>
                  <a:lnTo>
                    <a:pt x="136373" y="8853"/>
                  </a:lnTo>
                  <a:lnTo>
                    <a:pt x="134756" y="7597"/>
                  </a:lnTo>
                  <a:lnTo>
                    <a:pt x="132836" y="6556"/>
                  </a:lnTo>
                  <a:lnTo>
                    <a:pt x="132678" y="6056"/>
                  </a:lnTo>
                  <a:lnTo>
                    <a:pt x="135769" y="5247"/>
                  </a:lnTo>
                  <a:lnTo>
                    <a:pt x="143891" y="5404"/>
                  </a:lnTo>
                  <a:lnTo>
                    <a:pt x="151436" y="6648"/>
                  </a:lnTo>
                  <a:lnTo>
                    <a:pt x="157838" y="6198"/>
                  </a:lnTo>
                  <a:lnTo>
                    <a:pt x="161872" y="6508"/>
                  </a:lnTo>
                  <a:lnTo>
                    <a:pt x="163466" y="6883"/>
                  </a:lnTo>
                  <a:lnTo>
                    <a:pt x="166385" y="8241"/>
                  </a:lnTo>
                  <a:lnTo>
                    <a:pt x="175648" y="13155"/>
                  </a:lnTo>
                  <a:lnTo>
                    <a:pt x="176631" y="13937"/>
                  </a:lnTo>
                  <a:lnTo>
                    <a:pt x="177684" y="15129"/>
                  </a:lnTo>
                  <a:lnTo>
                    <a:pt x="178807" y="16732"/>
                  </a:lnTo>
                  <a:lnTo>
                    <a:pt x="180385" y="17166"/>
                  </a:lnTo>
                  <a:lnTo>
                    <a:pt x="183435" y="16065"/>
                  </a:lnTo>
                  <a:lnTo>
                    <a:pt x="185492" y="14998"/>
                  </a:lnTo>
                  <a:lnTo>
                    <a:pt x="184603" y="13964"/>
                  </a:lnTo>
                  <a:lnTo>
                    <a:pt x="179492" y="11597"/>
                  </a:lnTo>
                  <a:lnTo>
                    <a:pt x="178332" y="10584"/>
                  </a:lnTo>
                  <a:lnTo>
                    <a:pt x="175775" y="8873"/>
                  </a:lnTo>
                  <a:lnTo>
                    <a:pt x="170038" y="5811"/>
                  </a:lnTo>
                  <a:lnTo>
                    <a:pt x="168511" y="4390"/>
                  </a:lnTo>
                  <a:lnTo>
                    <a:pt x="167547" y="3178"/>
                  </a:lnTo>
                  <a:lnTo>
                    <a:pt x="183428" y="2037"/>
                  </a:lnTo>
                  <a:lnTo>
                    <a:pt x="198743" y="3042"/>
                  </a:lnTo>
                  <a:lnTo>
                    <a:pt x="201233" y="3755"/>
                  </a:lnTo>
                  <a:lnTo>
                    <a:pt x="202866" y="4749"/>
                  </a:lnTo>
                  <a:lnTo>
                    <a:pt x="204470" y="6261"/>
                  </a:lnTo>
                  <a:lnTo>
                    <a:pt x="206925" y="7808"/>
                  </a:lnTo>
                  <a:lnTo>
                    <a:pt x="211887" y="10180"/>
                  </a:lnTo>
                  <a:lnTo>
                    <a:pt x="218945" y="11656"/>
                  </a:lnTo>
                  <a:lnTo>
                    <a:pt x="217596" y="10650"/>
                  </a:lnTo>
                  <a:lnTo>
                    <a:pt x="212317" y="8033"/>
                  </a:lnTo>
                  <a:lnTo>
                    <a:pt x="209932" y="6242"/>
                  </a:lnTo>
                  <a:lnTo>
                    <a:pt x="209945" y="5030"/>
                  </a:lnTo>
                  <a:lnTo>
                    <a:pt x="210370" y="4106"/>
                  </a:lnTo>
                  <a:lnTo>
                    <a:pt x="211206" y="3467"/>
                  </a:lnTo>
                  <a:lnTo>
                    <a:pt x="217184" y="1031"/>
                  </a:lnTo>
                  <a:lnTo>
                    <a:pt x="225728" y="297"/>
                  </a:lnTo>
                  <a:lnTo>
                    <a:pt x="226718" y="434"/>
                  </a:lnTo>
                  <a:lnTo>
                    <a:pt x="233361" y="4174"/>
                  </a:lnTo>
                  <a:lnTo>
                    <a:pt x="236514" y="5705"/>
                  </a:lnTo>
                  <a:lnTo>
                    <a:pt x="238719" y="6319"/>
                  </a:lnTo>
                  <a:lnTo>
                    <a:pt x="238804" y="6052"/>
                  </a:lnTo>
                  <a:lnTo>
                    <a:pt x="235751" y="4329"/>
                  </a:lnTo>
                  <a:lnTo>
                    <a:pt x="233402" y="3393"/>
                  </a:lnTo>
                  <a:lnTo>
                    <a:pt x="233159" y="2806"/>
                  </a:lnTo>
                  <a:lnTo>
                    <a:pt x="237057" y="988"/>
                  </a:lnTo>
                  <a:lnTo>
                    <a:pt x="239523" y="530"/>
                  </a:lnTo>
                  <a:lnTo>
                    <a:pt x="249887" y="0"/>
                  </a:lnTo>
                  <a:lnTo>
                    <a:pt x="251064" y="191"/>
                  </a:lnTo>
                  <a:lnTo>
                    <a:pt x="252049" y="696"/>
                  </a:lnTo>
                  <a:lnTo>
                    <a:pt x="254497" y="26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3267609" y="2222346"/>
              <a:ext cx="51608" cy="57490"/>
            </a:xfrm>
            <a:custGeom>
              <a:avLst/>
              <a:pathLst>
                <a:path w="51608" h="57490">
                  <a:moveTo>
                    <a:pt x="40899" y="7429"/>
                  </a:moveTo>
                  <a:lnTo>
                    <a:pt x="41249" y="7815"/>
                  </a:lnTo>
                  <a:lnTo>
                    <a:pt x="42071" y="9118"/>
                  </a:lnTo>
                  <a:lnTo>
                    <a:pt x="41878" y="11342"/>
                  </a:lnTo>
                  <a:lnTo>
                    <a:pt x="40940" y="14918"/>
                  </a:lnTo>
                  <a:lnTo>
                    <a:pt x="40442" y="17817"/>
                  </a:lnTo>
                  <a:lnTo>
                    <a:pt x="40387" y="20038"/>
                  </a:lnTo>
                  <a:lnTo>
                    <a:pt x="40481" y="21079"/>
                  </a:lnTo>
                  <a:lnTo>
                    <a:pt x="40650" y="21065"/>
                  </a:lnTo>
                  <a:lnTo>
                    <a:pt x="41547" y="21223"/>
                  </a:lnTo>
                  <a:lnTo>
                    <a:pt x="42003" y="21221"/>
                  </a:lnTo>
                  <a:lnTo>
                    <a:pt x="43442" y="21822"/>
                  </a:lnTo>
                  <a:lnTo>
                    <a:pt x="44597" y="22701"/>
                  </a:lnTo>
                  <a:lnTo>
                    <a:pt x="44819" y="23629"/>
                  </a:lnTo>
                  <a:lnTo>
                    <a:pt x="44970" y="24760"/>
                  </a:lnTo>
                  <a:lnTo>
                    <a:pt x="46341" y="26306"/>
                  </a:lnTo>
                  <a:lnTo>
                    <a:pt x="47913" y="27306"/>
                  </a:lnTo>
                  <a:lnTo>
                    <a:pt x="48446" y="26986"/>
                  </a:lnTo>
                  <a:lnTo>
                    <a:pt x="50398" y="23369"/>
                  </a:lnTo>
                  <a:lnTo>
                    <a:pt x="51152" y="23971"/>
                  </a:lnTo>
                  <a:lnTo>
                    <a:pt x="51608" y="25891"/>
                  </a:lnTo>
                  <a:lnTo>
                    <a:pt x="51588" y="26910"/>
                  </a:lnTo>
                  <a:lnTo>
                    <a:pt x="51050" y="30753"/>
                  </a:lnTo>
                  <a:lnTo>
                    <a:pt x="50956" y="32817"/>
                  </a:lnTo>
                  <a:lnTo>
                    <a:pt x="51421" y="34181"/>
                  </a:lnTo>
                  <a:lnTo>
                    <a:pt x="51469" y="35245"/>
                  </a:lnTo>
                  <a:lnTo>
                    <a:pt x="51333" y="36214"/>
                  </a:lnTo>
                  <a:lnTo>
                    <a:pt x="50555" y="36302"/>
                  </a:lnTo>
                  <a:lnTo>
                    <a:pt x="49510" y="35777"/>
                  </a:lnTo>
                  <a:lnTo>
                    <a:pt x="48627" y="34115"/>
                  </a:lnTo>
                  <a:lnTo>
                    <a:pt x="47959" y="34314"/>
                  </a:lnTo>
                  <a:lnTo>
                    <a:pt x="47378" y="34741"/>
                  </a:lnTo>
                  <a:lnTo>
                    <a:pt x="47081" y="36311"/>
                  </a:lnTo>
                  <a:lnTo>
                    <a:pt x="46817" y="38190"/>
                  </a:lnTo>
                  <a:lnTo>
                    <a:pt x="46902" y="39233"/>
                  </a:lnTo>
                  <a:lnTo>
                    <a:pt x="47320" y="40035"/>
                  </a:lnTo>
                  <a:lnTo>
                    <a:pt x="47639" y="41746"/>
                  </a:lnTo>
                  <a:lnTo>
                    <a:pt x="47871" y="43958"/>
                  </a:lnTo>
                  <a:lnTo>
                    <a:pt x="48048" y="44977"/>
                  </a:lnTo>
                  <a:lnTo>
                    <a:pt x="47853" y="45428"/>
                  </a:lnTo>
                  <a:lnTo>
                    <a:pt x="47304" y="45731"/>
                  </a:lnTo>
                  <a:lnTo>
                    <a:pt x="46849" y="45433"/>
                  </a:lnTo>
                  <a:lnTo>
                    <a:pt x="46051" y="42785"/>
                  </a:lnTo>
                  <a:lnTo>
                    <a:pt x="45678" y="41776"/>
                  </a:lnTo>
                  <a:lnTo>
                    <a:pt x="45047" y="41600"/>
                  </a:lnTo>
                  <a:lnTo>
                    <a:pt x="43935" y="42243"/>
                  </a:lnTo>
                  <a:lnTo>
                    <a:pt x="42228" y="43724"/>
                  </a:lnTo>
                  <a:lnTo>
                    <a:pt x="41539" y="43719"/>
                  </a:lnTo>
                  <a:lnTo>
                    <a:pt x="40953" y="43420"/>
                  </a:lnTo>
                  <a:lnTo>
                    <a:pt x="40405" y="42162"/>
                  </a:lnTo>
                  <a:lnTo>
                    <a:pt x="39939" y="39738"/>
                  </a:lnTo>
                  <a:lnTo>
                    <a:pt x="39790" y="38216"/>
                  </a:lnTo>
                  <a:lnTo>
                    <a:pt x="39464" y="38265"/>
                  </a:lnTo>
                  <a:lnTo>
                    <a:pt x="38372" y="37825"/>
                  </a:lnTo>
                  <a:lnTo>
                    <a:pt x="37863" y="38426"/>
                  </a:lnTo>
                  <a:lnTo>
                    <a:pt x="37858" y="40907"/>
                  </a:lnTo>
                  <a:lnTo>
                    <a:pt x="37758" y="43994"/>
                  </a:lnTo>
                  <a:lnTo>
                    <a:pt x="37210" y="45990"/>
                  </a:lnTo>
                  <a:lnTo>
                    <a:pt x="35686" y="49441"/>
                  </a:lnTo>
                  <a:lnTo>
                    <a:pt x="35126" y="50947"/>
                  </a:lnTo>
                  <a:lnTo>
                    <a:pt x="34904" y="52028"/>
                  </a:lnTo>
                  <a:lnTo>
                    <a:pt x="34856" y="52967"/>
                  </a:lnTo>
                  <a:lnTo>
                    <a:pt x="35089" y="54592"/>
                  </a:lnTo>
                  <a:lnTo>
                    <a:pt x="35406" y="56144"/>
                  </a:lnTo>
                  <a:lnTo>
                    <a:pt x="35142" y="57027"/>
                  </a:lnTo>
                  <a:lnTo>
                    <a:pt x="34336" y="57490"/>
                  </a:lnTo>
                  <a:lnTo>
                    <a:pt x="33767" y="56547"/>
                  </a:lnTo>
                  <a:lnTo>
                    <a:pt x="33547" y="54870"/>
                  </a:lnTo>
                  <a:lnTo>
                    <a:pt x="32314" y="52580"/>
                  </a:lnTo>
                  <a:lnTo>
                    <a:pt x="32875" y="50664"/>
                  </a:lnTo>
                  <a:lnTo>
                    <a:pt x="32781" y="50188"/>
                  </a:lnTo>
                  <a:lnTo>
                    <a:pt x="30745" y="49194"/>
                  </a:lnTo>
                  <a:lnTo>
                    <a:pt x="29868" y="47745"/>
                  </a:lnTo>
                  <a:lnTo>
                    <a:pt x="28636" y="45202"/>
                  </a:lnTo>
                  <a:lnTo>
                    <a:pt x="28407" y="44110"/>
                  </a:lnTo>
                  <a:lnTo>
                    <a:pt x="28458" y="40566"/>
                  </a:lnTo>
                  <a:lnTo>
                    <a:pt x="28388" y="39706"/>
                  </a:lnTo>
                  <a:lnTo>
                    <a:pt x="28223" y="39288"/>
                  </a:lnTo>
                  <a:lnTo>
                    <a:pt x="27627" y="39315"/>
                  </a:lnTo>
                  <a:lnTo>
                    <a:pt x="26796" y="40547"/>
                  </a:lnTo>
                  <a:lnTo>
                    <a:pt x="26030" y="42385"/>
                  </a:lnTo>
                  <a:lnTo>
                    <a:pt x="24462" y="44459"/>
                  </a:lnTo>
                  <a:lnTo>
                    <a:pt x="24299" y="44903"/>
                  </a:lnTo>
                  <a:lnTo>
                    <a:pt x="24825" y="46925"/>
                  </a:lnTo>
                  <a:lnTo>
                    <a:pt x="24801" y="47712"/>
                  </a:lnTo>
                  <a:lnTo>
                    <a:pt x="23525" y="50934"/>
                  </a:lnTo>
                  <a:lnTo>
                    <a:pt x="23282" y="51998"/>
                  </a:lnTo>
                  <a:lnTo>
                    <a:pt x="21661" y="54020"/>
                  </a:lnTo>
                  <a:lnTo>
                    <a:pt x="20920" y="54778"/>
                  </a:lnTo>
                  <a:lnTo>
                    <a:pt x="18672" y="53289"/>
                  </a:lnTo>
                  <a:lnTo>
                    <a:pt x="18051" y="53113"/>
                  </a:lnTo>
                  <a:lnTo>
                    <a:pt x="17049" y="54110"/>
                  </a:lnTo>
                  <a:lnTo>
                    <a:pt x="15626" y="55058"/>
                  </a:lnTo>
                  <a:lnTo>
                    <a:pt x="13337" y="56001"/>
                  </a:lnTo>
                  <a:lnTo>
                    <a:pt x="12494" y="55310"/>
                  </a:lnTo>
                  <a:lnTo>
                    <a:pt x="12095" y="54661"/>
                  </a:lnTo>
                  <a:lnTo>
                    <a:pt x="11898" y="53684"/>
                  </a:lnTo>
                  <a:lnTo>
                    <a:pt x="11320" y="51961"/>
                  </a:lnTo>
                  <a:lnTo>
                    <a:pt x="10670" y="50938"/>
                  </a:lnTo>
                  <a:lnTo>
                    <a:pt x="10219" y="49826"/>
                  </a:lnTo>
                  <a:lnTo>
                    <a:pt x="9616" y="48607"/>
                  </a:lnTo>
                  <a:lnTo>
                    <a:pt x="9230" y="47588"/>
                  </a:lnTo>
                  <a:lnTo>
                    <a:pt x="9744" y="44336"/>
                  </a:lnTo>
                  <a:lnTo>
                    <a:pt x="9369" y="43190"/>
                  </a:lnTo>
                  <a:lnTo>
                    <a:pt x="9176" y="41559"/>
                  </a:lnTo>
                  <a:lnTo>
                    <a:pt x="9276" y="40452"/>
                  </a:lnTo>
                  <a:lnTo>
                    <a:pt x="9069" y="40182"/>
                  </a:lnTo>
                  <a:lnTo>
                    <a:pt x="6999" y="39545"/>
                  </a:lnTo>
                  <a:lnTo>
                    <a:pt x="5280" y="39746"/>
                  </a:lnTo>
                  <a:lnTo>
                    <a:pt x="4049" y="40834"/>
                  </a:lnTo>
                  <a:lnTo>
                    <a:pt x="3045" y="42639"/>
                  </a:lnTo>
                  <a:lnTo>
                    <a:pt x="2925" y="43029"/>
                  </a:lnTo>
                  <a:lnTo>
                    <a:pt x="2987" y="43353"/>
                  </a:lnTo>
                  <a:lnTo>
                    <a:pt x="3486" y="45014"/>
                  </a:lnTo>
                  <a:lnTo>
                    <a:pt x="2639" y="46763"/>
                  </a:lnTo>
                  <a:lnTo>
                    <a:pt x="1341" y="48123"/>
                  </a:lnTo>
                  <a:lnTo>
                    <a:pt x="421" y="48262"/>
                  </a:lnTo>
                  <a:lnTo>
                    <a:pt x="16" y="47999"/>
                  </a:lnTo>
                  <a:lnTo>
                    <a:pt x="0" y="46124"/>
                  </a:lnTo>
                  <a:lnTo>
                    <a:pt x="760" y="45433"/>
                  </a:lnTo>
                  <a:lnTo>
                    <a:pt x="1448" y="44212"/>
                  </a:lnTo>
                  <a:lnTo>
                    <a:pt x="1679" y="42491"/>
                  </a:lnTo>
                  <a:lnTo>
                    <a:pt x="1763" y="41280"/>
                  </a:lnTo>
                  <a:lnTo>
                    <a:pt x="1038" y="39816"/>
                  </a:lnTo>
                  <a:lnTo>
                    <a:pt x="1127" y="38918"/>
                  </a:lnTo>
                  <a:lnTo>
                    <a:pt x="1576" y="37219"/>
                  </a:lnTo>
                  <a:lnTo>
                    <a:pt x="1837" y="35714"/>
                  </a:lnTo>
                  <a:lnTo>
                    <a:pt x="2194" y="34412"/>
                  </a:lnTo>
                  <a:lnTo>
                    <a:pt x="3626" y="32284"/>
                  </a:lnTo>
                  <a:lnTo>
                    <a:pt x="5065" y="30146"/>
                  </a:lnTo>
                  <a:lnTo>
                    <a:pt x="5282" y="27875"/>
                  </a:lnTo>
                  <a:lnTo>
                    <a:pt x="5392" y="25109"/>
                  </a:lnTo>
                  <a:lnTo>
                    <a:pt x="5595" y="24445"/>
                  </a:lnTo>
                  <a:lnTo>
                    <a:pt x="7535" y="22790"/>
                  </a:lnTo>
                  <a:lnTo>
                    <a:pt x="8019" y="22135"/>
                  </a:lnTo>
                  <a:lnTo>
                    <a:pt x="8263" y="21198"/>
                  </a:lnTo>
                  <a:lnTo>
                    <a:pt x="9789" y="18097"/>
                  </a:lnTo>
                  <a:lnTo>
                    <a:pt x="11301" y="15024"/>
                  </a:lnTo>
                  <a:lnTo>
                    <a:pt x="11605" y="13993"/>
                  </a:lnTo>
                  <a:lnTo>
                    <a:pt x="11859" y="13389"/>
                  </a:lnTo>
                  <a:lnTo>
                    <a:pt x="11859" y="12888"/>
                  </a:lnTo>
                  <a:lnTo>
                    <a:pt x="11669" y="12502"/>
                  </a:lnTo>
                  <a:lnTo>
                    <a:pt x="10949" y="12245"/>
                  </a:lnTo>
                  <a:lnTo>
                    <a:pt x="10706" y="11269"/>
                  </a:lnTo>
                  <a:lnTo>
                    <a:pt x="11488" y="9526"/>
                  </a:lnTo>
                  <a:lnTo>
                    <a:pt x="12467" y="8459"/>
                  </a:lnTo>
                  <a:lnTo>
                    <a:pt x="13418" y="8444"/>
                  </a:lnTo>
                  <a:lnTo>
                    <a:pt x="13800" y="8935"/>
                  </a:lnTo>
                  <a:lnTo>
                    <a:pt x="13780" y="9512"/>
                  </a:lnTo>
                  <a:lnTo>
                    <a:pt x="14190" y="10132"/>
                  </a:lnTo>
                  <a:lnTo>
                    <a:pt x="14911" y="10337"/>
                  </a:lnTo>
                  <a:lnTo>
                    <a:pt x="15802" y="10121"/>
                  </a:lnTo>
                  <a:lnTo>
                    <a:pt x="16686" y="9469"/>
                  </a:lnTo>
                  <a:lnTo>
                    <a:pt x="17231" y="7918"/>
                  </a:lnTo>
                  <a:lnTo>
                    <a:pt x="17548" y="6745"/>
                  </a:lnTo>
                  <a:lnTo>
                    <a:pt x="18937" y="5404"/>
                  </a:lnTo>
                  <a:lnTo>
                    <a:pt x="19886" y="6080"/>
                  </a:lnTo>
                  <a:lnTo>
                    <a:pt x="22521" y="6257"/>
                  </a:lnTo>
                  <a:lnTo>
                    <a:pt x="24440" y="5893"/>
                  </a:lnTo>
                  <a:lnTo>
                    <a:pt x="25642" y="4984"/>
                  </a:lnTo>
                  <a:lnTo>
                    <a:pt x="27133" y="4984"/>
                  </a:lnTo>
                  <a:lnTo>
                    <a:pt x="28134" y="5497"/>
                  </a:lnTo>
                  <a:lnTo>
                    <a:pt x="28310" y="5422"/>
                  </a:lnTo>
                  <a:lnTo>
                    <a:pt x="28585" y="5302"/>
                  </a:lnTo>
                  <a:lnTo>
                    <a:pt x="28857" y="4814"/>
                  </a:lnTo>
                  <a:lnTo>
                    <a:pt x="29799" y="4479"/>
                  </a:lnTo>
                  <a:lnTo>
                    <a:pt x="29926" y="4073"/>
                  </a:lnTo>
                  <a:lnTo>
                    <a:pt x="29887" y="3656"/>
                  </a:lnTo>
                  <a:lnTo>
                    <a:pt x="29717" y="3442"/>
                  </a:lnTo>
                  <a:lnTo>
                    <a:pt x="28560" y="3659"/>
                  </a:lnTo>
                  <a:lnTo>
                    <a:pt x="28117" y="3337"/>
                  </a:lnTo>
                  <a:lnTo>
                    <a:pt x="28003" y="2595"/>
                  </a:lnTo>
                  <a:lnTo>
                    <a:pt x="28375" y="1308"/>
                  </a:lnTo>
                  <a:lnTo>
                    <a:pt x="29228" y="258"/>
                  </a:lnTo>
                  <a:lnTo>
                    <a:pt x="29951" y="0"/>
                  </a:lnTo>
                  <a:lnTo>
                    <a:pt x="30471" y="281"/>
                  </a:lnTo>
                  <a:lnTo>
                    <a:pt x="31742" y="2233"/>
                  </a:lnTo>
                  <a:lnTo>
                    <a:pt x="32047" y="2292"/>
                  </a:lnTo>
                  <a:lnTo>
                    <a:pt x="32223" y="1942"/>
                  </a:lnTo>
                  <a:lnTo>
                    <a:pt x="32487" y="1745"/>
                  </a:lnTo>
                  <a:lnTo>
                    <a:pt x="32926" y="2128"/>
                  </a:lnTo>
                  <a:lnTo>
                    <a:pt x="33419" y="3337"/>
                  </a:lnTo>
                  <a:lnTo>
                    <a:pt x="33501" y="3523"/>
                  </a:lnTo>
                  <a:lnTo>
                    <a:pt x="36336" y="3100"/>
                  </a:lnTo>
                  <a:lnTo>
                    <a:pt x="36973" y="3100"/>
                  </a:lnTo>
                  <a:lnTo>
                    <a:pt x="38897" y="52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2418087" y="5283383"/>
              <a:ext cx="3911" cy="2233"/>
            </a:xfrm>
            <a:custGeom>
              <a:avLst/>
              <a:pathLst>
                <a:path w="3911" h="2233">
                  <a:moveTo>
                    <a:pt x="3159" y="2172"/>
                  </a:moveTo>
                  <a:lnTo>
                    <a:pt x="2742" y="2233"/>
                  </a:lnTo>
                  <a:lnTo>
                    <a:pt x="1728" y="1685"/>
                  </a:lnTo>
                  <a:lnTo>
                    <a:pt x="209" y="1439"/>
                  </a:lnTo>
                  <a:lnTo>
                    <a:pt x="37" y="1214"/>
                  </a:lnTo>
                  <a:lnTo>
                    <a:pt x="0" y="781"/>
                  </a:lnTo>
                  <a:lnTo>
                    <a:pt x="179" y="337"/>
                  </a:lnTo>
                  <a:lnTo>
                    <a:pt x="1008" y="0"/>
                  </a:lnTo>
                  <a:lnTo>
                    <a:pt x="3508" y="291"/>
                  </a:lnTo>
                  <a:lnTo>
                    <a:pt x="3825" y="493"/>
                  </a:lnTo>
                  <a:lnTo>
                    <a:pt x="3911" y="833"/>
                  </a:lnTo>
                  <a:lnTo>
                    <a:pt x="3503" y="18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421381" y="5276558"/>
              <a:ext cx="3464" cy="5898"/>
            </a:xfrm>
            <a:custGeom>
              <a:avLst/>
              <a:pathLst>
                <a:path w="3464" h="5898">
                  <a:moveTo>
                    <a:pt x="3160" y="5664"/>
                  </a:moveTo>
                  <a:lnTo>
                    <a:pt x="2741" y="5898"/>
                  </a:lnTo>
                  <a:lnTo>
                    <a:pt x="2430" y="5344"/>
                  </a:lnTo>
                  <a:lnTo>
                    <a:pt x="1957" y="4951"/>
                  </a:lnTo>
                  <a:lnTo>
                    <a:pt x="40" y="4126"/>
                  </a:lnTo>
                  <a:lnTo>
                    <a:pt x="0" y="3624"/>
                  </a:lnTo>
                  <a:lnTo>
                    <a:pt x="199" y="2911"/>
                  </a:lnTo>
                  <a:lnTo>
                    <a:pt x="583" y="2270"/>
                  </a:lnTo>
                  <a:lnTo>
                    <a:pt x="1319" y="1639"/>
                  </a:lnTo>
                  <a:lnTo>
                    <a:pt x="1911" y="0"/>
                  </a:lnTo>
                  <a:lnTo>
                    <a:pt x="2179" y="124"/>
                  </a:lnTo>
                  <a:lnTo>
                    <a:pt x="2449" y="796"/>
                  </a:lnTo>
                  <a:lnTo>
                    <a:pt x="2911" y="3058"/>
                  </a:lnTo>
                  <a:lnTo>
                    <a:pt x="3464" y="4686"/>
                  </a:lnTo>
                  <a:lnTo>
                    <a:pt x="3408" y="52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2432047" y="5264159"/>
              <a:ext cx="2311" cy="3171"/>
            </a:xfrm>
            <a:custGeom>
              <a:avLst/>
              <a:pathLst>
                <a:path w="2311" h="3171">
                  <a:moveTo>
                    <a:pt x="1893" y="1878"/>
                  </a:moveTo>
                  <a:lnTo>
                    <a:pt x="977" y="3171"/>
                  </a:lnTo>
                  <a:lnTo>
                    <a:pt x="293" y="3084"/>
                  </a:lnTo>
                  <a:lnTo>
                    <a:pt x="74" y="2617"/>
                  </a:lnTo>
                  <a:lnTo>
                    <a:pt x="0" y="2034"/>
                  </a:lnTo>
                  <a:lnTo>
                    <a:pt x="136" y="1405"/>
                  </a:lnTo>
                  <a:lnTo>
                    <a:pt x="424" y="831"/>
                  </a:lnTo>
                  <a:lnTo>
                    <a:pt x="1093" y="115"/>
                  </a:lnTo>
                  <a:lnTo>
                    <a:pt x="1305" y="0"/>
                  </a:lnTo>
                  <a:lnTo>
                    <a:pt x="2311" y="7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2412889" y="5257181"/>
              <a:ext cx="14056" cy="10731"/>
            </a:xfrm>
            <a:custGeom>
              <a:avLst/>
              <a:pathLst>
                <a:path w="14056" h="10731">
                  <a:moveTo>
                    <a:pt x="14056" y="6631"/>
                  </a:moveTo>
                  <a:lnTo>
                    <a:pt x="13716" y="7762"/>
                  </a:lnTo>
                  <a:lnTo>
                    <a:pt x="12990" y="9254"/>
                  </a:lnTo>
                  <a:lnTo>
                    <a:pt x="12013" y="10414"/>
                  </a:lnTo>
                  <a:lnTo>
                    <a:pt x="11066" y="10731"/>
                  </a:lnTo>
                  <a:lnTo>
                    <a:pt x="10381" y="10131"/>
                  </a:lnTo>
                  <a:lnTo>
                    <a:pt x="10034" y="9075"/>
                  </a:lnTo>
                  <a:lnTo>
                    <a:pt x="9875" y="8030"/>
                  </a:lnTo>
                  <a:lnTo>
                    <a:pt x="9642" y="7456"/>
                  </a:lnTo>
                  <a:lnTo>
                    <a:pt x="9282" y="7329"/>
                  </a:lnTo>
                  <a:lnTo>
                    <a:pt x="8816" y="7361"/>
                  </a:lnTo>
                  <a:lnTo>
                    <a:pt x="8241" y="7759"/>
                  </a:lnTo>
                  <a:lnTo>
                    <a:pt x="7018" y="9265"/>
                  </a:lnTo>
                  <a:lnTo>
                    <a:pt x="6495" y="9664"/>
                  </a:lnTo>
                  <a:lnTo>
                    <a:pt x="6140" y="9756"/>
                  </a:lnTo>
                  <a:lnTo>
                    <a:pt x="2662" y="8619"/>
                  </a:lnTo>
                  <a:lnTo>
                    <a:pt x="2323" y="8198"/>
                  </a:lnTo>
                  <a:lnTo>
                    <a:pt x="1913" y="7188"/>
                  </a:lnTo>
                  <a:lnTo>
                    <a:pt x="1462" y="4192"/>
                  </a:lnTo>
                  <a:lnTo>
                    <a:pt x="0" y="1514"/>
                  </a:lnTo>
                  <a:lnTo>
                    <a:pt x="2237" y="0"/>
                  </a:lnTo>
                  <a:lnTo>
                    <a:pt x="4916" y="8"/>
                  </a:lnTo>
                  <a:lnTo>
                    <a:pt x="10090" y="1168"/>
                  </a:lnTo>
                  <a:lnTo>
                    <a:pt x="12153" y="1425"/>
                  </a:lnTo>
                  <a:lnTo>
                    <a:pt x="13741" y="3964"/>
                  </a:lnTo>
                  <a:lnTo>
                    <a:pt x="13992" y="54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2393480" y="5255782"/>
              <a:ext cx="22353" cy="22710"/>
            </a:xfrm>
            <a:custGeom>
              <a:avLst/>
              <a:pathLst>
                <a:path w="22353" h="22710">
                  <a:moveTo>
                    <a:pt x="3279" y="1093"/>
                  </a:moveTo>
                  <a:lnTo>
                    <a:pt x="12511" y="4011"/>
                  </a:lnTo>
                  <a:lnTo>
                    <a:pt x="15357" y="2242"/>
                  </a:lnTo>
                  <a:lnTo>
                    <a:pt x="17607" y="2294"/>
                  </a:lnTo>
                  <a:lnTo>
                    <a:pt x="18276" y="4726"/>
                  </a:lnTo>
                  <a:lnTo>
                    <a:pt x="15994" y="7277"/>
                  </a:lnTo>
                  <a:lnTo>
                    <a:pt x="15820" y="8082"/>
                  </a:lnTo>
                  <a:lnTo>
                    <a:pt x="16139" y="8737"/>
                  </a:lnTo>
                  <a:lnTo>
                    <a:pt x="18484" y="9147"/>
                  </a:lnTo>
                  <a:lnTo>
                    <a:pt x="19079" y="9969"/>
                  </a:lnTo>
                  <a:lnTo>
                    <a:pt x="19624" y="11026"/>
                  </a:lnTo>
                  <a:lnTo>
                    <a:pt x="19163" y="12593"/>
                  </a:lnTo>
                  <a:lnTo>
                    <a:pt x="19119" y="13317"/>
                  </a:lnTo>
                  <a:lnTo>
                    <a:pt x="19363" y="14024"/>
                  </a:lnTo>
                  <a:lnTo>
                    <a:pt x="21121" y="16396"/>
                  </a:lnTo>
                  <a:lnTo>
                    <a:pt x="21843" y="17619"/>
                  </a:lnTo>
                  <a:lnTo>
                    <a:pt x="22206" y="18791"/>
                  </a:lnTo>
                  <a:lnTo>
                    <a:pt x="22353" y="20845"/>
                  </a:lnTo>
                  <a:lnTo>
                    <a:pt x="22321" y="22490"/>
                  </a:lnTo>
                  <a:lnTo>
                    <a:pt x="21926" y="22710"/>
                  </a:lnTo>
                  <a:lnTo>
                    <a:pt x="21070" y="22210"/>
                  </a:lnTo>
                  <a:lnTo>
                    <a:pt x="20235" y="21261"/>
                  </a:lnTo>
                  <a:lnTo>
                    <a:pt x="19501" y="18892"/>
                  </a:lnTo>
                  <a:lnTo>
                    <a:pt x="18987" y="18416"/>
                  </a:lnTo>
                  <a:lnTo>
                    <a:pt x="17507" y="17937"/>
                  </a:lnTo>
                  <a:lnTo>
                    <a:pt x="16039" y="16782"/>
                  </a:lnTo>
                  <a:lnTo>
                    <a:pt x="14896" y="16849"/>
                  </a:lnTo>
                  <a:lnTo>
                    <a:pt x="13843" y="16358"/>
                  </a:lnTo>
                  <a:lnTo>
                    <a:pt x="12899" y="16788"/>
                  </a:lnTo>
                  <a:lnTo>
                    <a:pt x="12564" y="16009"/>
                  </a:lnTo>
                  <a:lnTo>
                    <a:pt x="12160" y="14436"/>
                  </a:lnTo>
                  <a:lnTo>
                    <a:pt x="12151" y="13750"/>
                  </a:lnTo>
                  <a:lnTo>
                    <a:pt x="12647" y="11265"/>
                  </a:lnTo>
                  <a:lnTo>
                    <a:pt x="12634" y="10613"/>
                  </a:lnTo>
                  <a:lnTo>
                    <a:pt x="12375" y="10535"/>
                  </a:lnTo>
                  <a:lnTo>
                    <a:pt x="11275" y="11043"/>
                  </a:lnTo>
                  <a:lnTo>
                    <a:pt x="10830" y="10705"/>
                  </a:lnTo>
                  <a:lnTo>
                    <a:pt x="9634" y="8905"/>
                  </a:lnTo>
                  <a:lnTo>
                    <a:pt x="9153" y="8564"/>
                  </a:lnTo>
                  <a:lnTo>
                    <a:pt x="7951" y="8385"/>
                  </a:lnTo>
                  <a:lnTo>
                    <a:pt x="7271" y="11580"/>
                  </a:lnTo>
                  <a:lnTo>
                    <a:pt x="7235" y="12370"/>
                  </a:lnTo>
                  <a:lnTo>
                    <a:pt x="7928" y="14399"/>
                  </a:lnTo>
                  <a:lnTo>
                    <a:pt x="9288" y="17515"/>
                  </a:lnTo>
                  <a:lnTo>
                    <a:pt x="8598" y="17573"/>
                  </a:lnTo>
                  <a:lnTo>
                    <a:pt x="6630" y="16612"/>
                  </a:lnTo>
                  <a:lnTo>
                    <a:pt x="6125" y="16015"/>
                  </a:lnTo>
                  <a:lnTo>
                    <a:pt x="5515" y="14445"/>
                  </a:lnTo>
                  <a:lnTo>
                    <a:pt x="4346" y="13530"/>
                  </a:lnTo>
                  <a:lnTo>
                    <a:pt x="3936" y="12968"/>
                  </a:lnTo>
                  <a:lnTo>
                    <a:pt x="3817" y="12304"/>
                  </a:lnTo>
                  <a:lnTo>
                    <a:pt x="3804" y="10252"/>
                  </a:lnTo>
                  <a:lnTo>
                    <a:pt x="3546" y="9955"/>
                  </a:lnTo>
                  <a:lnTo>
                    <a:pt x="1886" y="10474"/>
                  </a:lnTo>
                  <a:lnTo>
                    <a:pt x="1545" y="9981"/>
                  </a:lnTo>
                  <a:lnTo>
                    <a:pt x="1406" y="9118"/>
                  </a:lnTo>
                  <a:lnTo>
                    <a:pt x="1164" y="8631"/>
                  </a:lnTo>
                  <a:lnTo>
                    <a:pt x="94" y="7843"/>
                  </a:lnTo>
                  <a:lnTo>
                    <a:pt x="0" y="7349"/>
                  </a:lnTo>
                  <a:lnTo>
                    <a:pt x="477" y="6766"/>
                  </a:lnTo>
                  <a:lnTo>
                    <a:pt x="772" y="5292"/>
                  </a:lnTo>
                  <a:lnTo>
                    <a:pt x="11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2376802" y="5254379"/>
              <a:ext cx="13282" cy="10119"/>
            </a:xfrm>
            <a:custGeom>
              <a:avLst/>
              <a:pathLst>
                <a:path w="13282" h="10119">
                  <a:moveTo>
                    <a:pt x="5128" y="986"/>
                  </a:moveTo>
                  <a:lnTo>
                    <a:pt x="5662" y="2859"/>
                  </a:lnTo>
                  <a:lnTo>
                    <a:pt x="5860" y="3203"/>
                  </a:lnTo>
                  <a:lnTo>
                    <a:pt x="7277" y="3933"/>
                  </a:lnTo>
                  <a:lnTo>
                    <a:pt x="7916" y="3491"/>
                  </a:lnTo>
                  <a:lnTo>
                    <a:pt x="9458" y="3280"/>
                  </a:lnTo>
                  <a:lnTo>
                    <a:pt x="10385" y="2562"/>
                  </a:lnTo>
                  <a:lnTo>
                    <a:pt x="11734" y="2196"/>
                  </a:lnTo>
                  <a:lnTo>
                    <a:pt x="13282" y="6836"/>
                  </a:lnTo>
                  <a:lnTo>
                    <a:pt x="13111" y="8250"/>
                  </a:lnTo>
                  <a:lnTo>
                    <a:pt x="11888" y="9782"/>
                  </a:lnTo>
                  <a:lnTo>
                    <a:pt x="11066" y="10119"/>
                  </a:lnTo>
                  <a:lnTo>
                    <a:pt x="10285" y="9655"/>
                  </a:lnTo>
                  <a:lnTo>
                    <a:pt x="10339" y="8876"/>
                  </a:lnTo>
                  <a:lnTo>
                    <a:pt x="10197" y="8195"/>
                  </a:lnTo>
                  <a:lnTo>
                    <a:pt x="9663" y="7312"/>
                  </a:lnTo>
                  <a:lnTo>
                    <a:pt x="9163" y="7395"/>
                  </a:lnTo>
                  <a:lnTo>
                    <a:pt x="8357" y="8048"/>
                  </a:lnTo>
                  <a:lnTo>
                    <a:pt x="7972" y="7967"/>
                  </a:lnTo>
                  <a:lnTo>
                    <a:pt x="7154" y="7248"/>
                  </a:lnTo>
                  <a:lnTo>
                    <a:pt x="5723" y="6717"/>
                  </a:lnTo>
                  <a:lnTo>
                    <a:pt x="5439" y="6059"/>
                  </a:lnTo>
                  <a:lnTo>
                    <a:pt x="5407" y="5090"/>
                  </a:lnTo>
                  <a:lnTo>
                    <a:pt x="5138" y="4605"/>
                  </a:lnTo>
                  <a:lnTo>
                    <a:pt x="3646" y="3050"/>
                  </a:lnTo>
                  <a:lnTo>
                    <a:pt x="2691" y="1725"/>
                  </a:lnTo>
                  <a:lnTo>
                    <a:pt x="1882" y="1546"/>
                  </a:lnTo>
                  <a:lnTo>
                    <a:pt x="1586" y="1705"/>
                  </a:lnTo>
                  <a:lnTo>
                    <a:pt x="1287" y="2340"/>
                  </a:lnTo>
                  <a:lnTo>
                    <a:pt x="559" y="2946"/>
                  </a:lnTo>
                  <a:lnTo>
                    <a:pt x="351" y="2845"/>
                  </a:lnTo>
                  <a:lnTo>
                    <a:pt x="118" y="2340"/>
                  </a:lnTo>
                  <a:lnTo>
                    <a:pt x="0" y="1615"/>
                  </a:lnTo>
                  <a:lnTo>
                    <a:pt x="306" y="141"/>
                  </a:lnTo>
                  <a:lnTo>
                    <a:pt x="724" y="0"/>
                  </a:lnTo>
                  <a:lnTo>
                    <a:pt x="2763" y="291"/>
                  </a:lnTo>
                  <a:lnTo>
                    <a:pt x="4011" y="9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2367903" y="5226316"/>
              <a:ext cx="13873" cy="14454"/>
            </a:xfrm>
            <a:custGeom>
              <a:avLst/>
              <a:pathLst>
                <a:path w="13873" h="14454">
                  <a:moveTo>
                    <a:pt x="9436" y="4371"/>
                  </a:moveTo>
                  <a:lnTo>
                    <a:pt x="11987" y="6729"/>
                  </a:lnTo>
                  <a:lnTo>
                    <a:pt x="13677" y="6706"/>
                  </a:lnTo>
                  <a:lnTo>
                    <a:pt x="13666" y="8180"/>
                  </a:lnTo>
                  <a:lnTo>
                    <a:pt x="13873" y="10691"/>
                  </a:lnTo>
                  <a:lnTo>
                    <a:pt x="13607" y="11709"/>
                  </a:lnTo>
                  <a:lnTo>
                    <a:pt x="12975" y="12748"/>
                  </a:lnTo>
                  <a:lnTo>
                    <a:pt x="12577" y="14226"/>
                  </a:lnTo>
                  <a:lnTo>
                    <a:pt x="12281" y="14454"/>
                  </a:lnTo>
                  <a:lnTo>
                    <a:pt x="10424" y="12668"/>
                  </a:lnTo>
                  <a:lnTo>
                    <a:pt x="8483" y="10232"/>
                  </a:lnTo>
                  <a:lnTo>
                    <a:pt x="7507" y="10659"/>
                  </a:lnTo>
                  <a:lnTo>
                    <a:pt x="6212" y="10062"/>
                  </a:lnTo>
                  <a:lnTo>
                    <a:pt x="5169" y="10192"/>
                  </a:lnTo>
                  <a:lnTo>
                    <a:pt x="4521" y="11571"/>
                  </a:lnTo>
                  <a:lnTo>
                    <a:pt x="3014" y="12292"/>
                  </a:lnTo>
                  <a:lnTo>
                    <a:pt x="2739" y="9525"/>
                  </a:lnTo>
                  <a:lnTo>
                    <a:pt x="1368" y="6911"/>
                  </a:lnTo>
                  <a:lnTo>
                    <a:pt x="0" y="4813"/>
                  </a:lnTo>
                  <a:lnTo>
                    <a:pt x="741" y="1595"/>
                  </a:lnTo>
                  <a:lnTo>
                    <a:pt x="1628" y="1076"/>
                  </a:lnTo>
                  <a:lnTo>
                    <a:pt x="2462" y="0"/>
                  </a:lnTo>
                  <a:lnTo>
                    <a:pt x="5815" y="1137"/>
                  </a:lnTo>
                  <a:lnTo>
                    <a:pt x="7552" y="21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2349088" y="5211824"/>
              <a:ext cx="18873" cy="21633"/>
            </a:xfrm>
            <a:custGeom>
              <a:avLst/>
              <a:pathLst>
                <a:path w="18873" h="21633">
                  <a:moveTo>
                    <a:pt x="10612" y="2576"/>
                  </a:moveTo>
                  <a:lnTo>
                    <a:pt x="10923" y="4974"/>
                  </a:lnTo>
                  <a:lnTo>
                    <a:pt x="11084" y="5433"/>
                  </a:lnTo>
                  <a:lnTo>
                    <a:pt x="11923" y="5049"/>
                  </a:lnTo>
                  <a:lnTo>
                    <a:pt x="13348" y="4830"/>
                  </a:lnTo>
                  <a:lnTo>
                    <a:pt x="15687" y="5722"/>
                  </a:lnTo>
                  <a:lnTo>
                    <a:pt x="15952" y="6039"/>
                  </a:lnTo>
                  <a:lnTo>
                    <a:pt x="16946" y="8659"/>
                  </a:lnTo>
                  <a:lnTo>
                    <a:pt x="17708" y="9779"/>
                  </a:lnTo>
                  <a:lnTo>
                    <a:pt x="18873" y="12203"/>
                  </a:lnTo>
                  <a:lnTo>
                    <a:pt x="17713" y="13819"/>
                  </a:lnTo>
                  <a:lnTo>
                    <a:pt x="17026" y="16145"/>
                  </a:lnTo>
                  <a:lnTo>
                    <a:pt x="16989" y="17325"/>
                  </a:lnTo>
                  <a:lnTo>
                    <a:pt x="16536" y="18006"/>
                  </a:lnTo>
                  <a:lnTo>
                    <a:pt x="15823" y="18713"/>
                  </a:lnTo>
                  <a:lnTo>
                    <a:pt x="14759" y="20072"/>
                  </a:lnTo>
                  <a:lnTo>
                    <a:pt x="13451" y="20225"/>
                  </a:lnTo>
                  <a:lnTo>
                    <a:pt x="12162" y="20941"/>
                  </a:lnTo>
                  <a:lnTo>
                    <a:pt x="11566" y="21590"/>
                  </a:lnTo>
                  <a:lnTo>
                    <a:pt x="11214" y="21633"/>
                  </a:lnTo>
                  <a:lnTo>
                    <a:pt x="10796" y="21281"/>
                  </a:lnTo>
                  <a:lnTo>
                    <a:pt x="10349" y="20615"/>
                  </a:lnTo>
                  <a:lnTo>
                    <a:pt x="10206" y="19841"/>
                  </a:lnTo>
                  <a:lnTo>
                    <a:pt x="11090" y="19123"/>
                  </a:lnTo>
                  <a:lnTo>
                    <a:pt x="12241" y="16557"/>
                  </a:lnTo>
                  <a:lnTo>
                    <a:pt x="12448" y="13900"/>
                  </a:lnTo>
                  <a:lnTo>
                    <a:pt x="11205" y="13418"/>
                  </a:lnTo>
                  <a:lnTo>
                    <a:pt x="10464" y="13781"/>
                  </a:lnTo>
                  <a:lnTo>
                    <a:pt x="9911" y="13773"/>
                  </a:lnTo>
                  <a:lnTo>
                    <a:pt x="9275" y="12953"/>
                  </a:lnTo>
                  <a:lnTo>
                    <a:pt x="8889" y="14209"/>
                  </a:lnTo>
                  <a:lnTo>
                    <a:pt x="8745" y="15409"/>
                  </a:lnTo>
                  <a:lnTo>
                    <a:pt x="8914" y="17244"/>
                  </a:lnTo>
                  <a:lnTo>
                    <a:pt x="8800" y="17836"/>
                  </a:lnTo>
                  <a:lnTo>
                    <a:pt x="8348" y="18171"/>
                  </a:lnTo>
                  <a:lnTo>
                    <a:pt x="7305" y="17475"/>
                  </a:lnTo>
                  <a:lnTo>
                    <a:pt x="6222" y="16237"/>
                  </a:lnTo>
                  <a:lnTo>
                    <a:pt x="6137" y="15519"/>
                  </a:lnTo>
                  <a:lnTo>
                    <a:pt x="6359" y="13043"/>
                  </a:lnTo>
                  <a:lnTo>
                    <a:pt x="6335" y="11750"/>
                  </a:lnTo>
                  <a:lnTo>
                    <a:pt x="6111" y="9892"/>
                  </a:lnTo>
                  <a:lnTo>
                    <a:pt x="5991" y="9698"/>
                  </a:lnTo>
                  <a:lnTo>
                    <a:pt x="5585" y="9739"/>
                  </a:lnTo>
                  <a:lnTo>
                    <a:pt x="4309" y="10096"/>
                  </a:lnTo>
                  <a:lnTo>
                    <a:pt x="3036" y="7713"/>
                  </a:lnTo>
                  <a:lnTo>
                    <a:pt x="2347" y="5197"/>
                  </a:lnTo>
                  <a:lnTo>
                    <a:pt x="0" y="4472"/>
                  </a:lnTo>
                  <a:lnTo>
                    <a:pt x="1829" y="958"/>
                  </a:lnTo>
                  <a:lnTo>
                    <a:pt x="4584" y="461"/>
                  </a:lnTo>
                  <a:lnTo>
                    <a:pt x="5519" y="2239"/>
                  </a:lnTo>
                  <a:lnTo>
                    <a:pt x="8586" y="3471"/>
                  </a:lnTo>
                  <a:lnTo>
                    <a:pt x="8402" y="1584"/>
                  </a:lnTo>
                  <a:lnTo>
                    <a:pt x="8453" y="909"/>
                  </a:lnTo>
                  <a:lnTo>
                    <a:pt x="8874" y="69"/>
                  </a:lnTo>
                  <a:lnTo>
                    <a:pt x="9112" y="0"/>
                  </a:lnTo>
                  <a:lnTo>
                    <a:pt x="9475" y="594"/>
                  </a:lnTo>
                  <a:lnTo>
                    <a:pt x="10063" y="845"/>
                  </a:lnTo>
                  <a:lnTo>
                    <a:pt x="10336" y="14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2339115" y="5192306"/>
              <a:ext cx="18145" cy="18453"/>
            </a:xfrm>
            <a:custGeom>
              <a:avLst/>
              <a:pathLst>
                <a:path w="18145" h="18453">
                  <a:moveTo>
                    <a:pt x="3754" y="5569"/>
                  </a:moveTo>
                  <a:lnTo>
                    <a:pt x="3943" y="5837"/>
                  </a:lnTo>
                  <a:lnTo>
                    <a:pt x="4396" y="5774"/>
                  </a:lnTo>
                  <a:lnTo>
                    <a:pt x="5033" y="6253"/>
                  </a:lnTo>
                  <a:lnTo>
                    <a:pt x="7434" y="6838"/>
                  </a:lnTo>
                  <a:lnTo>
                    <a:pt x="9584" y="8224"/>
                  </a:lnTo>
                  <a:lnTo>
                    <a:pt x="10705" y="9519"/>
                  </a:lnTo>
                  <a:lnTo>
                    <a:pt x="12175" y="9926"/>
                  </a:lnTo>
                  <a:lnTo>
                    <a:pt x="13381" y="11577"/>
                  </a:lnTo>
                  <a:lnTo>
                    <a:pt x="13895" y="12001"/>
                  </a:lnTo>
                  <a:lnTo>
                    <a:pt x="14516" y="12128"/>
                  </a:lnTo>
                  <a:lnTo>
                    <a:pt x="16130" y="15181"/>
                  </a:lnTo>
                  <a:lnTo>
                    <a:pt x="16220" y="15530"/>
                  </a:lnTo>
                  <a:lnTo>
                    <a:pt x="18052" y="17937"/>
                  </a:lnTo>
                  <a:lnTo>
                    <a:pt x="18145" y="18320"/>
                  </a:lnTo>
                  <a:lnTo>
                    <a:pt x="17104" y="18453"/>
                  </a:lnTo>
                  <a:lnTo>
                    <a:pt x="14990" y="17334"/>
                  </a:lnTo>
                  <a:lnTo>
                    <a:pt x="13936" y="17273"/>
                  </a:lnTo>
                  <a:lnTo>
                    <a:pt x="13173" y="16930"/>
                  </a:lnTo>
                  <a:lnTo>
                    <a:pt x="12994" y="16733"/>
                  </a:lnTo>
                  <a:lnTo>
                    <a:pt x="12843" y="15337"/>
                  </a:lnTo>
                  <a:lnTo>
                    <a:pt x="12600" y="14650"/>
                  </a:lnTo>
                  <a:lnTo>
                    <a:pt x="10570" y="11430"/>
                  </a:lnTo>
                  <a:lnTo>
                    <a:pt x="9725" y="10726"/>
                  </a:lnTo>
                  <a:lnTo>
                    <a:pt x="8262" y="10102"/>
                  </a:lnTo>
                  <a:lnTo>
                    <a:pt x="6599" y="10538"/>
                  </a:lnTo>
                  <a:lnTo>
                    <a:pt x="5473" y="10122"/>
                  </a:lnTo>
                  <a:lnTo>
                    <a:pt x="5084" y="10272"/>
                  </a:lnTo>
                  <a:lnTo>
                    <a:pt x="3424" y="7713"/>
                  </a:lnTo>
                  <a:lnTo>
                    <a:pt x="1768" y="5554"/>
                  </a:lnTo>
                  <a:lnTo>
                    <a:pt x="1059" y="2980"/>
                  </a:lnTo>
                  <a:lnTo>
                    <a:pt x="5" y="1012"/>
                  </a:lnTo>
                  <a:lnTo>
                    <a:pt x="0" y="438"/>
                  </a:lnTo>
                  <a:lnTo>
                    <a:pt x="483" y="0"/>
                  </a:lnTo>
                  <a:lnTo>
                    <a:pt x="1616" y="1105"/>
                  </a:lnTo>
                  <a:lnTo>
                    <a:pt x="2732" y="3006"/>
                  </a:lnTo>
                  <a:lnTo>
                    <a:pt x="3334" y="37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2371157" y="5184988"/>
              <a:ext cx="37951" cy="71616"/>
            </a:xfrm>
            <a:custGeom>
              <a:avLst/>
              <a:pathLst>
                <a:path w="37951" h="71616">
                  <a:moveTo>
                    <a:pt x="37951" y="4917"/>
                  </a:moveTo>
                  <a:lnTo>
                    <a:pt x="37931" y="13689"/>
                  </a:lnTo>
                  <a:lnTo>
                    <a:pt x="37910" y="22329"/>
                  </a:lnTo>
                  <a:lnTo>
                    <a:pt x="37892" y="30411"/>
                  </a:lnTo>
                  <a:lnTo>
                    <a:pt x="37873" y="38491"/>
                  </a:lnTo>
                  <a:lnTo>
                    <a:pt x="37855" y="46294"/>
                  </a:lnTo>
                  <a:lnTo>
                    <a:pt x="37837" y="54304"/>
                  </a:lnTo>
                  <a:lnTo>
                    <a:pt x="37748" y="63282"/>
                  </a:lnTo>
                  <a:lnTo>
                    <a:pt x="37683" y="69953"/>
                  </a:lnTo>
                  <a:lnTo>
                    <a:pt x="35949" y="69953"/>
                  </a:lnTo>
                  <a:lnTo>
                    <a:pt x="35492" y="70637"/>
                  </a:lnTo>
                  <a:lnTo>
                    <a:pt x="32753" y="71616"/>
                  </a:lnTo>
                  <a:lnTo>
                    <a:pt x="28096" y="70109"/>
                  </a:lnTo>
                  <a:lnTo>
                    <a:pt x="26930" y="68747"/>
                  </a:lnTo>
                  <a:lnTo>
                    <a:pt x="25367" y="65772"/>
                  </a:lnTo>
                  <a:lnTo>
                    <a:pt x="24810" y="66572"/>
                  </a:lnTo>
                  <a:lnTo>
                    <a:pt x="23341" y="67833"/>
                  </a:lnTo>
                  <a:lnTo>
                    <a:pt x="21833" y="68828"/>
                  </a:lnTo>
                  <a:lnTo>
                    <a:pt x="20595" y="68938"/>
                  </a:lnTo>
                  <a:lnTo>
                    <a:pt x="19447" y="67706"/>
                  </a:lnTo>
                  <a:lnTo>
                    <a:pt x="19202" y="67079"/>
                  </a:lnTo>
                  <a:lnTo>
                    <a:pt x="18942" y="66944"/>
                  </a:lnTo>
                  <a:lnTo>
                    <a:pt x="16463" y="68652"/>
                  </a:lnTo>
                  <a:lnTo>
                    <a:pt x="13724" y="66909"/>
                  </a:lnTo>
                  <a:lnTo>
                    <a:pt x="11542" y="65839"/>
                  </a:lnTo>
                  <a:lnTo>
                    <a:pt x="8038" y="65241"/>
                  </a:lnTo>
                  <a:lnTo>
                    <a:pt x="5602" y="63039"/>
                  </a:lnTo>
                  <a:lnTo>
                    <a:pt x="1106" y="63233"/>
                  </a:lnTo>
                  <a:lnTo>
                    <a:pt x="301" y="62506"/>
                  </a:lnTo>
                  <a:lnTo>
                    <a:pt x="0" y="60353"/>
                  </a:lnTo>
                  <a:lnTo>
                    <a:pt x="238" y="59352"/>
                  </a:lnTo>
                  <a:lnTo>
                    <a:pt x="1200" y="58748"/>
                  </a:lnTo>
                  <a:lnTo>
                    <a:pt x="1468" y="57554"/>
                  </a:lnTo>
                  <a:lnTo>
                    <a:pt x="2438" y="57840"/>
                  </a:lnTo>
                  <a:lnTo>
                    <a:pt x="3699" y="59421"/>
                  </a:lnTo>
                  <a:lnTo>
                    <a:pt x="4085" y="59366"/>
                  </a:lnTo>
                  <a:lnTo>
                    <a:pt x="4917" y="57877"/>
                  </a:lnTo>
                  <a:lnTo>
                    <a:pt x="6149" y="56555"/>
                  </a:lnTo>
                  <a:lnTo>
                    <a:pt x="6588" y="56414"/>
                  </a:lnTo>
                  <a:lnTo>
                    <a:pt x="8848" y="58044"/>
                  </a:lnTo>
                  <a:lnTo>
                    <a:pt x="9756" y="57857"/>
                  </a:lnTo>
                  <a:lnTo>
                    <a:pt x="11062" y="57127"/>
                  </a:lnTo>
                  <a:lnTo>
                    <a:pt x="11295" y="56492"/>
                  </a:lnTo>
                  <a:lnTo>
                    <a:pt x="11502" y="55369"/>
                  </a:lnTo>
                  <a:lnTo>
                    <a:pt x="11847" y="54714"/>
                  </a:lnTo>
                  <a:lnTo>
                    <a:pt x="13009" y="54400"/>
                  </a:lnTo>
                  <a:lnTo>
                    <a:pt x="14142" y="55038"/>
                  </a:lnTo>
                  <a:lnTo>
                    <a:pt x="14272" y="56985"/>
                  </a:lnTo>
                  <a:lnTo>
                    <a:pt x="14115" y="59075"/>
                  </a:lnTo>
                  <a:lnTo>
                    <a:pt x="15590" y="59634"/>
                  </a:lnTo>
                  <a:lnTo>
                    <a:pt x="17375" y="59571"/>
                  </a:lnTo>
                  <a:lnTo>
                    <a:pt x="18605" y="60347"/>
                  </a:lnTo>
                  <a:lnTo>
                    <a:pt x="18758" y="59077"/>
                  </a:lnTo>
                  <a:lnTo>
                    <a:pt x="16795" y="55759"/>
                  </a:lnTo>
                  <a:lnTo>
                    <a:pt x="15970" y="53696"/>
                  </a:lnTo>
                  <a:lnTo>
                    <a:pt x="14863" y="52481"/>
                  </a:lnTo>
                  <a:lnTo>
                    <a:pt x="13439" y="51860"/>
                  </a:lnTo>
                  <a:lnTo>
                    <a:pt x="12252" y="47994"/>
                  </a:lnTo>
                  <a:lnTo>
                    <a:pt x="12325" y="44606"/>
                  </a:lnTo>
                  <a:lnTo>
                    <a:pt x="12198" y="41308"/>
                  </a:lnTo>
                  <a:lnTo>
                    <a:pt x="14767" y="39495"/>
                  </a:lnTo>
                  <a:lnTo>
                    <a:pt x="14179" y="36676"/>
                  </a:lnTo>
                  <a:lnTo>
                    <a:pt x="15063" y="34538"/>
                  </a:lnTo>
                  <a:lnTo>
                    <a:pt x="16070" y="33718"/>
                  </a:lnTo>
                  <a:lnTo>
                    <a:pt x="17084" y="41582"/>
                  </a:lnTo>
                  <a:lnTo>
                    <a:pt x="17814" y="44337"/>
                  </a:lnTo>
                  <a:lnTo>
                    <a:pt x="16884" y="44897"/>
                  </a:lnTo>
                  <a:lnTo>
                    <a:pt x="14936" y="44895"/>
                  </a:lnTo>
                  <a:lnTo>
                    <a:pt x="16024" y="48753"/>
                  </a:lnTo>
                  <a:lnTo>
                    <a:pt x="17811" y="50068"/>
                  </a:lnTo>
                  <a:lnTo>
                    <a:pt x="19352" y="52928"/>
                  </a:lnTo>
                  <a:lnTo>
                    <a:pt x="19383" y="55003"/>
                  </a:lnTo>
                  <a:lnTo>
                    <a:pt x="20239" y="55938"/>
                  </a:lnTo>
                  <a:lnTo>
                    <a:pt x="22298" y="55998"/>
                  </a:lnTo>
                  <a:lnTo>
                    <a:pt x="23715" y="55589"/>
                  </a:lnTo>
                  <a:lnTo>
                    <a:pt x="24381" y="54209"/>
                  </a:lnTo>
                  <a:lnTo>
                    <a:pt x="25155" y="53768"/>
                  </a:lnTo>
                  <a:lnTo>
                    <a:pt x="26538" y="55488"/>
                  </a:lnTo>
                  <a:lnTo>
                    <a:pt x="28867" y="56760"/>
                  </a:lnTo>
                  <a:lnTo>
                    <a:pt x="29494" y="57661"/>
                  </a:lnTo>
                  <a:lnTo>
                    <a:pt x="29951" y="59155"/>
                  </a:lnTo>
                  <a:lnTo>
                    <a:pt x="29981" y="60766"/>
                  </a:lnTo>
                  <a:lnTo>
                    <a:pt x="30101" y="61617"/>
                  </a:lnTo>
                  <a:lnTo>
                    <a:pt x="30779" y="61201"/>
                  </a:lnTo>
                  <a:lnTo>
                    <a:pt x="31745" y="59011"/>
                  </a:lnTo>
                  <a:lnTo>
                    <a:pt x="32220" y="58252"/>
                  </a:lnTo>
                  <a:lnTo>
                    <a:pt x="32803" y="57880"/>
                  </a:lnTo>
                  <a:lnTo>
                    <a:pt x="33172" y="57389"/>
                  </a:lnTo>
                  <a:lnTo>
                    <a:pt x="33182" y="56749"/>
                  </a:lnTo>
                  <a:lnTo>
                    <a:pt x="31440" y="55202"/>
                  </a:lnTo>
                  <a:lnTo>
                    <a:pt x="22321" y="47953"/>
                  </a:lnTo>
                  <a:lnTo>
                    <a:pt x="21199" y="45059"/>
                  </a:lnTo>
                  <a:lnTo>
                    <a:pt x="20445" y="41423"/>
                  </a:lnTo>
                  <a:lnTo>
                    <a:pt x="20471" y="37672"/>
                  </a:lnTo>
                  <a:lnTo>
                    <a:pt x="21135" y="36509"/>
                  </a:lnTo>
                  <a:lnTo>
                    <a:pt x="22763" y="35026"/>
                  </a:lnTo>
                  <a:lnTo>
                    <a:pt x="25754" y="32936"/>
                  </a:lnTo>
                  <a:lnTo>
                    <a:pt x="29205" y="29938"/>
                  </a:lnTo>
                  <a:lnTo>
                    <a:pt x="29636" y="29364"/>
                  </a:lnTo>
                  <a:lnTo>
                    <a:pt x="29596" y="27482"/>
                  </a:lnTo>
                  <a:lnTo>
                    <a:pt x="29163" y="26216"/>
                  </a:lnTo>
                  <a:lnTo>
                    <a:pt x="27794" y="25286"/>
                  </a:lnTo>
                  <a:lnTo>
                    <a:pt x="26361" y="25053"/>
                  </a:lnTo>
                  <a:lnTo>
                    <a:pt x="24996" y="25145"/>
                  </a:lnTo>
                  <a:lnTo>
                    <a:pt x="23633" y="25537"/>
                  </a:lnTo>
                  <a:lnTo>
                    <a:pt x="21144" y="27537"/>
                  </a:lnTo>
                  <a:lnTo>
                    <a:pt x="19735" y="27413"/>
                  </a:lnTo>
                  <a:lnTo>
                    <a:pt x="18394" y="26340"/>
                  </a:lnTo>
                  <a:lnTo>
                    <a:pt x="17400" y="24187"/>
                  </a:lnTo>
                  <a:lnTo>
                    <a:pt x="16887" y="21276"/>
                  </a:lnTo>
                  <a:lnTo>
                    <a:pt x="16891" y="19417"/>
                  </a:lnTo>
                  <a:lnTo>
                    <a:pt x="17082" y="17709"/>
                  </a:lnTo>
                  <a:lnTo>
                    <a:pt x="17688" y="15963"/>
                  </a:lnTo>
                  <a:lnTo>
                    <a:pt x="18501" y="15201"/>
                  </a:lnTo>
                  <a:lnTo>
                    <a:pt x="19234" y="15302"/>
                  </a:lnTo>
                  <a:lnTo>
                    <a:pt x="19923" y="14892"/>
                  </a:lnTo>
                  <a:lnTo>
                    <a:pt x="20332" y="14292"/>
                  </a:lnTo>
                  <a:lnTo>
                    <a:pt x="20681" y="13490"/>
                  </a:lnTo>
                  <a:lnTo>
                    <a:pt x="20578" y="12797"/>
                  </a:lnTo>
                  <a:lnTo>
                    <a:pt x="20311" y="12197"/>
                  </a:lnTo>
                  <a:lnTo>
                    <a:pt x="19201" y="10962"/>
                  </a:lnTo>
                  <a:lnTo>
                    <a:pt x="18762" y="9773"/>
                  </a:lnTo>
                  <a:lnTo>
                    <a:pt x="17809" y="7851"/>
                  </a:lnTo>
                  <a:lnTo>
                    <a:pt x="18330" y="7315"/>
                  </a:lnTo>
                  <a:lnTo>
                    <a:pt x="20002" y="7015"/>
                  </a:lnTo>
                  <a:lnTo>
                    <a:pt x="21169" y="8342"/>
                  </a:lnTo>
                  <a:lnTo>
                    <a:pt x="22258" y="9900"/>
                  </a:lnTo>
                  <a:lnTo>
                    <a:pt x="22927" y="9894"/>
                  </a:lnTo>
                  <a:lnTo>
                    <a:pt x="23528" y="9242"/>
                  </a:lnTo>
                  <a:lnTo>
                    <a:pt x="24905" y="7243"/>
                  </a:lnTo>
                  <a:lnTo>
                    <a:pt x="26059" y="4729"/>
                  </a:lnTo>
                  <a:lnTo>
                    <a:pt x="27111" y="1864"/>
                  </a:lnTo>
                  <a:lnTo>
                    <a:pt x="27957" y="152"/>
                  </a:lnTo>
                  <a:lnTo>
                    <a:pt x="28927" y="0"/>
                  </a:lnTo>
                  <a:lnTo>
                    <a:pt x="31770" y="5358"/>
                  </a:lnTo>
                  <a:lnTo>
                    <a:pt x="32772" y="5557"/>
                  </a:lnTo>
                  <a:lnTo>
                    <a:pt x="36111" y="2674"/>
                  </a:lnTo>
                  <a:lnTo>
                    <a:pt x="36482" y="2830"/>
                  </a:lnTo>
                  <a:lnTo>
                    <a:pt x="37614" y="42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2341838" y="5162491"/>
              <a:ext cx="4142" cy="6417"/>
            </a:xfrm>
            <a:custGeom>
              <a:avLst/>
              <a:pathLst>
                <a:path w="4142" h="6417">
                  <a:moveTo>
                    <a:pt x="3834" y="6091"/>
                  </a:moveTo>
                  <a:lnTo>
                    <a:pt x="3490" y="6417"/>
                  </a:lnTo>
                  <a:lnTo>
                    <a:pt x="2212" y="5728"/>
                  </a:lnTo>
                  <a:lnTo>
                    <a:pt x="1573" y="5113"/>
                  </a:lnTo>
                  <a:lnTo>
                    <a:pt x="595" y="3552"/>
                  </a:lnTo>
                  <a:lnTo>
                    <a:pt x="440" y="1942"/>
                  </a:lnTo>
                  <a:lnTo>
                    <a:pt x="0" y="23"/>
                  </a:lnTo>
                  <a:lnTo>
                    <a:pt x="283" y="0"/>
                  </a:lnTo>
                  <a:lnTo>
                    <a:pt x="1303" y="761"/>
                  </a:lnTo>
                  <a:lnTo>
                    <a:pt x="1722" y="1338"/>
                  </a:lnTo>
                  <a:lnTo>
                    <a:pt x="2282" y="2562"/>
                  </a:lnTo>
                  <a:lnTo>
                    <a:pt x="3935" y="4314"/>
                  </a:lnTo>
                  <a:lnTo>
                    <a:pt x="4142" y="4833"/>
                  </a:lnTo>
                  <a:lnTo>
                    <a:pt x="4102" y="55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2334588" y="5159692"/>
              <a:ext cx="6600" cy="19178"/>
            </a:xfrm>
            <a:custGeom>
              <a:avLst/>
              <a:pathLst>
                <a:path w="6600" h="19178">
                  <a:moveTo>
                    <a:pt x="3250" y="0"/>
                  </a:moveTo>
                  <a:lnTo>
                    <a:pt x="3742" y="5748"/>
                  </a:lnTo>
                  <a:lnTo>
                    <a:pt x="4095" y="6550"/>
                  </a:lnTo>
                  <a:lnTo>
                    <a:pt x="5269" y="6974"/>
                  </a:lnTo>
                  <a:lnTo>
                    <a:pt x="6542" y="9897"/>
                  </a:lnTo>
                  <a:lnTo>
                    <a:pt x="6600" y="10691"/>
                  </a:lnTo>
                  <a:lnTo>
                    <a:pt x="5056" y="15657"/>
                  </a:lnTo>
                  <a:lnTo>
                    <a:pt x="4728" y="19178"/>
                  </a:lnTo>
                  <a:lnTo>
                    <a:pt x="2918" y="18926"/>
                  </a:lnTo>
                  <a:lnTo>
                    <a:pt x="2159" y="15426"/>
                  </a:lnTo>
                  <a:lnTo>
                    <a:pt x="1015" y="12047"/>
                  </a:lnTo>
                  <a:lnTo>
                    <a:pt x="629" y="8088"/>
                  </a:lnTo>
                  <a:lnTo>
                    <a:pt x="0" y="4689"/>
                  </a:lnTo>
                  <a:lnTo>
                    <a:pt x="1119" y="2764"/>
                  </a:lnTo>
                  <a:lnTo>
                    <a:pt x="2188" y="3194"/>
                  </a:lnTo>
                  <a:lnTo>
                    <a:pt x="2252" y="5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2332348" y="5147192"/>
              <a:ext cx="8532" cy="12359"/>
            </a:xfrm>
            <a:custGeom>
              <a:avLst/>
              <a:pathLst>
                <a:path w="8532" h="12359">
                  <a:moveTo>
                    <a:pt x="8532" y="2066"/>
                  </a:moveTo>
                  <a:lnTo>
                    <a:pt x="8506" y="4541"/>
                  </a:lnTo>
                  <a:lnTo>
                    <a:pt x="8141" y="5329"/>
                  </a:lnTo>
                  <a:lnTo>
                    <a:pt x="7821" y="5572"/>
                  </a:lnTo>
                  <a:lnTo>
                    <a:pt x="7012" y="4819"/>
                  </a:lnTo>
                  <a:lnTo>
                    <a:pt x="6549" y="4735"/>
                  </a:lnTo>
                  <a:lnTo>
                    <a:pt x="5784" y="6045"/>
                  </a:lnTo>
                  <a:lnTo>
                    <a:pt x="5141" y="6709"/>
                  </a:lnTo>
                  <a:lnTo>
                    <a:pt x="4181" y="6535"/>
                  </a:lnTo>
                  <a:lnTo>
                    <a:pt x="2907" y="5650"/>
                  </a:lnTo>
                  <a:lnTo>
                    <a:pt x="1769" y="9372"/>
                  </a:lnTo>
                  <a:lnTo>
                    <a:pt x="1238" y="10624"/>
                  </a:lnTo>
                  <a:lnTo>
                    <a:pt x="125" y="12359"/>
                  </a:lnTo>
                  <a:lnTo>
                    <a:pt x="0" y="10321"/>
                  </a:lnTo>
                  <a:lnTo>
                    <a:pt x="708" y="7280"/>
                  </a:lnTo>
                  <a:lnTo>
                    <a:pt x="1036" y="5205"/>
                  </a:lnTo>
                  <a:lnTo>
                    <a:pt x="1684" y="2118"/>
                  </a:lnTo>
                  <a:lnTo>
                    <a:pt x="2988" y="3280"/>
                  </a:lnTo>
                  <a:lnTo>
                    <a:pt x="4817" y="2138"/>
                  </a:lnTo>
                  <a:lnTo>
                    <a:pt x="6483" y="14"/>
                  </a:lnTo>
                  <a:lnTo>
                    <a:pt x="7923" y="0"/>
                  </a:lnTo>
                  <a:lnTo>
                    <a:pt x="8395" y="11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2330307" y="5125722"/>
              <a:ext cx="4166" cy="8622"/>
            </a:xfrm>
            <a:custGeom>
              <a:avLst/>
              <a:pathLst>
                <a:path w="4166" h="8622">
                  <a:moveTo>
                    <a:pt x="2018" y="5892"/>
                  </a:moveTo>
                  <a:lnTo>
                    <a:pt x="1690" y="8622"/>
                  </a:lnTo>
                  <a:lnTo>
                    <a:pt x="759" y="8385"/>
                  </a:lnTo>
                  <a:lnTo>
                    <a:pt x="447" y="7698"/>
                  </a:lnTo>
                  <a:lnTo>
                    <a:pt x="284" y="5967"/>
                  </a:lnTo>
                  <a:lnTo>
                    <a:pt x="0" y="5130"/>
                  </a:lnTo>
                  <a:lnTo>
                    <a:pt x="399" y="3396"/>
                  </a:lnTo>
                  <a:lnTo>
                    <a:pt x="663" y="1471"/>
                  </a:lnTo>
                  <a:lnTo>
                    <a:pt x="572" y="0"/>
                  </a:lnTo>
                  <a:lnTo>
                    <a:pt x="1998" y="101"/>
                  </a:lnTo>
                  <a:lnTo>
                    <a:pt x="3696" y="479"/>
                  </a:lnTo>
                  <a:lnTo>
                    <a:pt x="4166" y="883"/>
                  </a:lnTo>
                  <a:lnTo>
                    <a:pt x="3647" y="2181"/>
                  </a:lnTo>
                  <a:lnTo>
                    <a:pt x="3152" y="2957"/>
                  </a:lnTo>
                  <a:lnTo>
                    <a:pt x="2129" y="34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2330633" y="5111871"/>
              <a:ext cx="7026" cy="10769"/>
            </a:xfrm>
            <a:custGeom>
              <a:avLst/>
              <a:pathLst>
                <a:path w="7026" h="10769">
                  <a:moveTo>
                    <a:pt x="4538" y="8400"/>
                  </a:moveTo>
                  <a:lnTo>
                    <a:pt x="2286" y="10769"/>
                  </a:lnTo>
                  <a:lnTo>
                    <a:pt x="1625" y="9788"/>
                  </a:lnTo>
                  <a:lnTo>
                    <a:pt x="0" y="9796"/>
                  </a:lnTo>
                  <a:lnTo>
                    <a:pt x="425" y="7234"/>
                  </a:lnTo>
                  <a:lnTo>
                    <a:pt x="590" y="5344"/>
                  </a:lnTo>
                  <a:lnTo>
                    <a:pt x="833" y="4614"/>
                  </a:lnTo>
                  <a:lnTo>
                    <a:pt x="923" y="2980"/>
                  </a:lnTo>
                  <a:lnTo>
                    <a:pt x="1409" y="0"/>
                  </a:lnTo>
                  <a:lnTo>
                    <a:pt x="2755" y="992"/>
                  </a:lnTo>
                  <a:lnTo>
                    <a:pt x="3758" y="1284"/>
                  </a:lnTo>
                  <a:lnTo>
                    <a:pt x="5119" y="2270"/>
                  </a:lnTo>
                  <a:lnTo>
                    <a:pt x="6595" y="2899"/>
                  </a:lnTo>
                  <a:lnTo>
                    <a:pt x="7026" y="5479"/>
                  </a:lnTo>
                  <a:lnTo>
                    <a:pt x="5589" y="66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2328423" y="5075264"/>
              <a:ext cx="6150" cy="13525"/>
            </a:xfrm>
            <a:custGeom>
              <a:avLst/>
              <a:pathLst>
                <a:path w="6150" h="13525">
                  <a:moveTo>
                    <a:pt x="6150" y="1878"/>
                  </a:moveTo>
                  <a:lnTo>
                    <a:pt x="6054" y="4227"/>
                  </a:lnTo>
                  <a:lnTo>
                    <a:pt x="4355" y="8746"/>
                  </a:lnTo>
                  <a:lnTo>
                    <a:pt x="2891" y="11412"/>
                  </a:lnTo>
                  <a:lnTo>
                    <a:pt x="1554" y="13525"/>
                  </a:lnTo>
                  <a:lnTo>
                    <a:pt x="699" y="13504"/>
                  </a:lnTo>
                  <a:lnTo>
                    <a:pt x="0" y="12483"/>
                  </a:lnTo>
                  <a:lnTo>
                    <a:pt x="786" y="10812"/>
                  </a:lnTo>
                  <a:lnTo>
                    <a:pt x="1766" y="9144"/>
                  </a:lnTo>
                  <a:lnTo>
                    <a:pt x="1457" y="6991"/>
                  </a:lnTo>
                  <a:lnTo>
                    <a:pt x="1162" y="6368"/>
                  </a:lnTo>
                  <a:lnTo>
                    <a:pt x="747" y="6140"/>
                  </a:lnTo>
                  <a:lnTo>
                    <a:pt x="38" y="5012"/>
                  </a:lnTo>
                  <a:lnTo>
                    <a:pt x="253" y="3338"/>
                  </a:lnTo>
                  <a:lnTo>
                    <a:pt x="668" y="2539"/>
                  </a:lnTo>
                  <a:lnTo>
                    <a:pt x="1218" y="1927"/>
                  </a:lnTo>
                  <a:lnTo>
                    <a:pt x="1734" y="2291"/>
                  </a:lnTo>
                  <a:lnTo>
                    <a:pt x="3957" y="1113"/>
                  </a:lnTo>
                  <a:lnTo>
                    <a:pt x="4660" y="167"/>
                  </a:lnTo>
                  <a:lnTo>
                    <a:pt x="601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2329240" y="5073259"/>
              <a:ext cx="12788" cy="38832"/>
            </a:xfrm>
            <a:custGeom>
              <a:avLst/>
              <a:pathLst>
                <a:path w="12788" h="38832">
                  <a:moveTo>
                    <a:pt x="12589" y="13083"/>
                  </a:moveTo>
                  <a:lnTo>
                    <a:pt x="12697" y="17417"/>
                  </a:lnTo>
                  <a:lnTo>
                    <a:pt x="12503" y="21772"/>
                  </a:lnTo>
                  <a:lnTo>
                    <a:pt x="12060" y="27122"/>
                  </a:lnTo>
                  <a:lnTo>
                    <a:pt x="12133" y="28204"/>
                  </a:lnTo>
                  <a:lnTo>
                    <a:pt x="12650" y="28469"/>
                  </a:lnTo>
                  <a:lnTo>
                    <a:pt x="12788" y="29136"/>
                  </a:lnTo>
                  <a:lnTo>
                    <a:pt x="12637" y="31946"/>
                  </a:lnTo>
                  <a:lnTo>
                    <a:pt x="12359" y="34111"/>
                  </a:lnTo>
                  <a:lnTo>
                    <a:pt x="11824" y="35874"/>
                  </a:lnTo>
                  <a:lnTo>
                    <a:pt x="11511" y="37989"/>
                  </a:lnTo>
                  <a:lnTo>
                    <a:pt x="11224" y="38459"/>
                  </a:lnTo>
                  <a:lnTo>
                    <a:pt x="9974" y="38832"/>
                  </a:lnTo>
                  <a:lnTo>
                    <a:pt x="9288" y="38601"/>
                  </a:lnTo>
                  <a:lnTo>
                    <a:pt x="8737" y="36186"/>
                  </a:lnTo>
                  <a:lnTo>
                    <a:pt x="8578" y="34702"/>
                  </a:lnTo>
                  <a:lnTo>
                    <a:pt x="8610" y="32763"/>
                  </a:lnTo>
                  <a:lnTo>
                    <a:pt x="7936" y="30163"/>
                  </a:lnTo>
                  <a:lnTo>
                    <a:pt x="7916" y="29168"/>
                  </a:lnTo>
                  <a:lnTo>
                    <a:pt x="8179" y="27454"/>
                  </a:lnTo>
                  <a:lnTo>
                    <a:pt x="8724" y="26599"/>
                  </a:lnTo>
                  <a:lnTo>
                    <a:pt x="8806" y="23962"/>
                  </a:lnTo>
                  <a:lnTo>
                    <a:pt x="9081" y="23171"/>
                  </a:lnTo>
                  <a:lnTo>
                    <a:pt x="9702" y="22080"/>
                  </a:lnTo>
                  <a:lnTo>
                    <a:pt x="9796" y="21627"/>
                  </a:lnTo>
                  <a:lnTo>
                    <a:pt x="9739" y="21238"/>
                  </a:lnTo>
                  <a:lnTo>
                    <a:pt x="9508" y="21197"/>
                  </a:lnTo>
                  <a:lnTo>
                    <a:pt x="7019" y="24464"/>
                  </a:lnTo>
                  <a:lnTo>
                    <a:pt x="6776" y="25385"/>
                  </a:lnTo>
                  <a:lnTo>
                    <a:pt x="6666" y="26611"/>
                  </a:lnTo>
                  <a:lnTo>
                    <a:pt x="6635" y="30928"/>
                  </a:lnTo>
                  <a:lnTo>
                    <a:pt x="6197" y="33424"/>
                  </a:lnTo>
                  <a:lnTo>
                    <a:pt x="5801" y="33900"/>
                  </a:lnTo>
                  <a:lnTo>
                    <a:pt x="4639" y="34007"/>
                  </a:lnTo>
                  <a:lnTo>
                    <a:pt x="3107" y="33756"/>
                  </a:lnTo>
                  <a:lnTo>
                    <a:pt x="1368" y="31465"/>
                  </a:lnTo>
                  <a:lnTo>
                    <a:pt x="233" y="32096"/>
                  </a:lnTo>
                  <a:lnTo>
                    <a:pt x="0" y="29312"/>
                  </a:lnTo>
                  <a:lnTo>
                    <a:pt x="568" y="27084"/>
                  </a:lnTo>
                  <a:lnTo>
                    <a:pt x="2682" y="27278"/>
                  </a:lnTo>
                  <a:lnTo>
                    <a:pt x="3041" y="23313"/>
                  </a:lnTo>
                  <a:lnTo>
                    <a:pt x="2369" y="22381"/>
                  </a:lnTo>
                  <a:lnTo>
                    <a:pt x="1625" y="20782"/>
                  </a:lnTo>
                  <a:lnTo>
                    <a:pt x="1181" y="19319"/>
                  </a:lnTo>
                  <a:lnTo>
                    <a:pt x="1576" y="18231"/>
                  </a:lnTo>
                  <a:lnTo>
                    <a:pt x="2801" y="16653"/>
                  </a:lnTo>
                  <a:lnTo>
                    <a:pt x="3457" y="16482"/>
                  </a:lnTo>
                  <a:lnTo>
                    <a:pt x="4065" y="17365"/>
                  </a:lnTo>
                  <a:lnTo>
                    <a:pt x="5570" y="16699"/>
                  </a:lnTo>
                  <a:lnTo>
                    <a:pt x="5482" y="14191"/>
                  </a:lnTo>
                  <a:lnTo>
                    <a:pt x="4142" y="13089"/>
                  </a:lnTo>
                  <a:lnTo>
                    <a:pt x="4440" y="11184"/>
                  </a:lnTo>
                  <a:lnTo>
                    <a:pt x="6133" y="9366"/>
                  </a:lnTo>
                  <a:lnTo>
                    <a:pt x="7145" y="7537"/>
                  </a:lnTo>
                  <a:lnTo>
                    <a:pt x="7191" y="5448"/>
                  </a:lnTo>
                  <a:lnTo>
                    <a:pt x="6782" y="3361"/>
                  </a:lnTo>
                  <a:lnTo>
                    <a:pt x="6911" y="2548"/>
                  </a:lnTo>
                  <a:lnTo>
                    <a:pt x="7754" y="830"/>
                  </a:lnTo>
                  <a:lnTo>
                    <a:pt x="8937" y="0"/>
                  </a:lnTo>
                  <a:lnTo>
                    <a:pt x="9476" y="112"/>
                  </a:lnTo>
                  <a:lnTo>
                    <a:pt x="10570" y="1324"/>
                  </a:lnTo>
                  <a:lnTo>
                    <a:pt x="11548" y="1468"/>
                  </a:lnTo>
                  <a:lnTo>
                    <a:pt x="11784" y="1826"/>
                  </a:lnTo>
                  <a:lnTo>
                    <a:pt x="11962" y="31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328310" y="5053007"/>
              <a:ext cx="5701" cy="22011"/>
            </a:xfrm>
            <a:custGeom>
              <a:avLst/>
              <a:pathLst>
                <a:path w="5701" h="22011">
                  <a:moveTo>
                    <a:pt x="1618" y="21977"/>
                  </a:moveTo>
                  <a:lnTo>
                    <a:pt x="323" y="22011"/>
                  </a:lnTo>
                  <a:lnTo>
                    <a:pt x="0" y="16742"/>
                  </a:lnTo>
                  <a:lnTo>
                    <a:pt x="1524" y="9133"/>
                  </a:lnTo>
                  <a:lnTo>
                    <a:pt x="1632" y="6233"/>
                  </a:lnTo>
                  <a:lnTo>
                    <a:pt x="1121" y="4048"/>
                  </a:lnTo>
                  <a:lnTo>
                    <a:pt x="914" y="2250"/>
                  </a:lnTo>
                  <a:lnTo>
                    <a:pt x="1038" y="1512"/>
                  </a:lnTo>
                  <a:lnTo>
                    <a:pt x="2986" y="0"/>
                  </a:lnTo>
                  <a:lnTo>
                    <a:pt x="3596" y="1604"/>
                  </a:lnTo>
                  <a:lnTo>
                    <a:pt x="4320" y="5872"/>
                  </a:lnTo>
                  <a:lnTo>
                    <a:pt x="5701" y="11981"/>
                  </a:lnTo>
                  <a:lnTo>
                    <a:pt x="5667" y="17815"/>
                  </a:lnTo>
                  <a:lnTo>
                    <a:pt x="4900" y="19255"/>
                  </a:lnTo>
                  <a:lnTo>
                    <a:pt x="2496" y="207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332955" y="5047677"/>
              <a:ext cx="7825" cy="23258"/>
            </a:xfrm>
            <a:custGeom>
              <a:avLst/>
              <a:pathLst>
                <a:path w="7825" h="23258">
                  <a:moveTo>
                    <a:pt x="7825" y="22239"/>
                  </a:moveTo>
                  <a:lnTo>
                    <a:pt x="7606" y="22940"/>
                  </a:lnTo>
                  <a:lnTo>
                    <a:pt x="6187" y="22510"/>
                  </a:lnTo>
                  <a:lnTo>
                    <a:pt x="3731" y="23258"/>
                  </a:lnTo>
                  <a:lnTo>
                    <a:pt x="2697" y="20577"/>
                  </a:lnTo>
                  <a:lnTo>
                    <a:pt x="2245" y="16312"/>
                  </a:lnTo>
                  <a:lnTo>
                    <a:pt x="1937" y="15429"/>
                  </a:lnTo>
                  <a:lnTo>
                    <a:pt x="1327" y="12999"/>
                  </a:lnTo>
                  <a:lnTo>
                    <a:pt x="1021" y="11404"/>
                  </a:lnTo>
                  <a:lnTo>
                    <a:pt x="395" y="8934"/>
                  </a:lnTo>
                  <a:lnTo>
                    <a:pt x="154" y="6325"/>
                  </a:lnTo>
                  <a:lnTo>
                    <a:pt x="0" y="5537"/>
                  </a:lnTo>
                  <a:lnTo>
                    <a:pt x="563" y="3996"/>
                  </a:lnTo>
                  <a:lnTo>
                    <a:pt x="3132" y="2467"/>
                  </a:lnTo>
                  <a:lnTo>
                    <a:pt x="4046" y="0"/>
                  </a:lnTo>
                  <a:lnTo>
                    <a:pt x="4831" y="325"/>
                  </a:lnTo>
                  <a:lnTo>
                    <a:pt x="4615" y="5361"/>
                  </a:lnTo>
                  <a:lnTo>
                    <a:pt x="5087" y="7058"/>
                  </a:lnTo>
                  <a:lnTo>
                    <a:pt x="5960" y="8466"/>
                  </a:lnTo>
                  <a:lnTo>
                    <a:pt x="6122" y="9046"/>
                  </a:lnTo>
                  <a:lnTo>
                    <a:pt x="6270" y="10829"/>
                  </a:lnTo>
                  <a:lnTo>
                    <a:pt x="6708" y="13591"/>
                  </a:lnTo>
                  <a:lnTo>
                    <a:pt x="7274" y="14884"/>
                  </a:lnTo>
                  <a:lnTo>
                    <a:pt x="7420" y="15689"/>
                  </a:lnTo>
                  <a:lnTo>
                    <a:pt x="7447" y="16361"/>
                  </a:lnTo>
                  <a:lnTo>
                    <a:pt x="7239" y="173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332797" y="5043282"/>
              <a:ext cx="3970" cy="4729"/>
            </a:xfrm>
            <a:custGeom>
              <a:avLst/>
              <a:pathLst>
                <a:path w="3970" h="4729">
                  <a:moveTo>
                    <a:pt x="1712" y="4345"/>
                  </a:moveTo>
                  <a:lnTo>
                    <a:pt x="865" y="4729"/>
                  </a:lnTo>
                  <a:lnTo>
                    <a:pt x="767" y="3765"/>
                  </a:lnTo>
                  <a:lnTo>
                    <a:pt x="0" y="2164"/>
                  </a:lnTo>
                  <a:lnTo>
                    <a:pt x="666" y="1105"/>
                  </a:lnTo>
                  <a:lnTo>
                    <a:pt x="1970" y="0"/>
                  </a:lnTo>
                  <a:lnTo>
                    <a:pt x="2958" y="121"/>
                  </a:lnTo>
                  <a:lnTo>
                    <a:pt x="3850" y="960"/>
                  </a:lnTo>
                  <a:lnTo>
                    <a:pt x="3970" y="1950"/>
                  </a:lnTo>
                  <a:lnTo>
                    <a:pt x="2413" y="3246"/>
                  </a:lnTo>
                  <a:lnTo>
                    <a:pt x="2031" y="39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2339370" y="4968879"/>
              <a:ext cx="5301" cy="17273"/>
            </a:xfrm>
            <a:custGeom>
              <a:avLst/>
              <a:pathLst>
                <a:path w="5301" h="17273">
                  <a:moveTo>
                    <a:pt x="4338" y="15331"/>
                  </a:moveTo>
                  <a:lnTo>
                    <a:pt x="3698" y="16641"/>
                  </a:lnTo>
                  <a:lnTo>
                    <a:pt x="2581" y="17273"/>
                  </a:lnTo>
                  <a:lnTo>
                    <a:pt x="1475" y="16246"/>
                  </a:lnTo>
                  <a:lnTo>
                    <a:pt x="139" y="16722"/>
                  </a:lnTo>
                  <a:lnTo>
                    <a:pt x="0" y="14477"/>
                  </a:lnTo>
                  <a:lnTo>
                    <a:pt x="499" y="12627"/>
                  </a:lnTo>
                  <a:lnTo>
                    <a:pt x="1512" y="10428"/>
                  </a:lnTo>
                  <a:lnTo>
                    <a:pt x="2246" y="7482"/>
                  </a:lnTo>
                  <a:lnTo>
                    <a:pt x="2157" y="3324"/>
                  </a:lnTo>
                  <a:lnTo>
                    <a:pt x="2760" y="2372"/>
                  </a:lnTo>
                  <a:lnTo>
                    <a:pt x="3083" y="903"/>
                  </a:lnTo>
                  <a:lnTo>
                    <a:pt x="4365" y="0"/>
                  </a:lnTo>
                  <a:lnTo>
                    <a:pt x="4654" y="3090"/>
                  </a:lnTo>
                  <a:lnTo>
                    <a:pt x="4308" y="8610"/>
                  </a:lnTo>
                  <a:lnTo>
                    <a:pt x="5176" y="11874"/>
                  </a:lnTo>
                  <a:lnTo>
                    <a:pt x="5301" y="12962"/>
                  </a:lnTo>
                  <a:lnTo>
                    <a:pt x="5132" y="142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2334165" y="4957723"/>
              <a:ext cx="1264" cy="3292"/>
            </a:xfrm>
            <a:custGeom>
              <a:avLst/>
              <a:pathLst>
                <a:path w="1264" h="3292">
                  <a:moveTo>
                    <a:pt x="1146" y="2807"/>
                  </a:moveTo>
                  <a:lnTo>
                    <a:pt x="859" y="3292"/>
                  </a:lnTo>
                  <a:lnTo>
                    <a:pt x="499" y="3151"/>
                  </a:lnTo>
                  <a:lnTo>
                    <a:pt x="206" y="2210"/>
                  </a:lnTo>
                  <a:lnTo>
                    <a:pt x="0" y="605"/>
                  </a:lnTo>
                  <a:lnTo>
                    <a:pt x="399" y="0"/>
                  </a:lnTo>
                  <a:lnTo>
                    <a:pt x="720" y="0"/>
                  </a:lnTo>
                  <a:lnTo>
                    <a:pt x="1078" y="851"/>
                  </a:lnTo>
                  <a:lnTo>
                    <a:pt x="1264" y="22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2349398" y="4950310"/>
              <a:ext cx="2323" cy="8530"/>
            </a:xfrm>
            <a:custGeom>
              <a:avLst/>
              <a:pathLst>
                <a:path w="2323" h="8530">
                  <a:moveTo>
                    <a:pt x="2143" y="8192"/>
                  </a:moveTo>
                  <a:lnTo>
                    <a:pt x="1767" y="8530"/>
                  </a:lnTo>
                  <a:lnTo>
                    <a:pt x="1425" y="8478"/>
                  </a:lnTo>
                  <a:lnTo>
                    <a:pt x="1078" y="7465"/>
                  </a:lnTo>
                  <a:lnTo>
                    <a:pt x="962" y="6129"/>
                  </a:lnTo>
                  <a:lnTo>
                    <a:pt x="210" y="4132"/>
                  </a:lnTo>
                  <a:lnTo>
                    <a:pt x="0" y="3188"/>
                  </a:lnTo>
                  <a:lnTo>
                    <a:pt x="16" y="2060"/>
                  </a:lnTo>
                  <a:lnTo>
                    <a:pt x="448" y="441"/>
                  </a:lnTo>
                  <a:lnTo>
                    <a:pt x="1087" y="0"/>
                  </a:lnTo>
                  <a:lnTo>
                    <a:pt x="1518" y="60"/>
                  </a:lnTo>
                  <a:lnTo>
                    <a:pt x="2039" y="1967"/>
                  </a:lnTo>
                  <a:lnTo>
                    <a:pt x="2189" y="4034"/>
                  </a:lnTo>
                  <a:lnTo>
                    <a:pt x="2323" y="61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2353695" y="4944126"/>
              <a:ext cx="7837" cy="15513"/>
            </a:xfrm>
            <a:custGeom>
              <a:avLst/>
              <a:pathLst>
                <a:path w="7837" h="15513">
                  <a:moveTo>
                    <a:pt x="5281" y="13152"/>
                  </a:moveTo>
                  <a:lnTo>
                    <a:pt x="2492" y="15513"/>
                  </a:lnTo>
                  <a:lnTo>
                    <a:pt x="1093" y="14722"/>
                  </a:lnTo>
                  <a:lnTo>
                    <a:pt x="552" y="12982"/>
                  </a:lnTo>
                  <a:lnTo>
                    <a:pt x="287" y="11519"/>
                  </a:lnTo>
                  <a:lnTo>
                    <a:pt x="0" y="9043"/>
                  </a:lnTo>
                  <a:lnTo>
                    <a:pt x="476" y="7716"/>
                  </a:lnTo>
                  <a:lnTo>
                    <a:pt x="1497" y="5803"/>
                  </a:lnTo>
                  <a:lnTo>
                    <a:pt x="1876" y="4568"/>
                  </a:lnTo>
                  <a:lnTo>
                    <a:pt x="2060" y="3110"/>
                  </a:lnTo>
                  <a:lnTo>
                    <a:pt x="1996" y="1748"/>
                  </a:lnTo>
                  <a:lnTo>
                    <a:pt x="2129" y="453"/>
                  </a:lnTo>
                  <a:lnTo>
                    <a:pt x="2731" y="0"/>
                  </a:lnTo>
                  <a:lnTo>
                    <a:pt x="4794" y="1451"/>
                  </a:lnTo>
                  <a:lnTo>
                    <a:pt x="6935" y="3627"/>
                  </a:lnTo>
                  <a:lnTo>
                    <a:pt x="7695" y="5130"/>
                  </a:lnTo>
                  <a:lnTo>
                    <a:pt x="7837" y="6325"/>
                  </a:lnTo>
                  <a:lnTo>
                    <a:pt x="6902" y="8968"/>
                  </a:lnTo>
                  <a:lnTo>
                    <a:pt x="6305" y="111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340200" y="4938213"/>
              <a:ext cx="10524" cy="35756"/>
            </a:xfrm>
            <a:custGeom>
              <a:avLst/>
              <a:pathLst>
                <a:path w="10524" h="35756">
                  <a:moveTo>
                    <a:pt x="10154" y="7673"/>
                  </a:moveTo>
                  <a:lnTo>
                    <a:pt x="9588" y="8942"/>
                  </a:lnTo>
                  <a:lnTo>
                    <a:pt x="8693" y="9167"/>
                  </a:lnTo>
                  <a:lnTo>
                    <a:pt x="7301" y="10636"/>
                  </a:lnTo>
                  <a:lnTo>
                    <a:pt x="7154" y="11911"/>
                  </a:lnTo>
                  <a:lnTo>
                    <a:pt x="7085" y="13475"/>
                  </a:lnTo>
                  <a:lnTo>
                    <a:pt x="8046" y="15360"/>
                  </a:lnTo>
                  <a:lnTo>
                    <a:pt x="8520" y="17550"/>
                  </a:lnTo>
                  <a:lnTo>
                    <a:pt x="9090" y="20831"/>
                  </a:lnTo>
                  <a:lnTo>
                    <a:pt x="9501" y="23962"/>
                  </a:lnTo>
                  <a:lnTo>
                    <a:pt x="9464" y="24932"/>
                  </a:lnTo>
                  <a:lnTo>
                    <a:pt x="9566" y="26556"/>
                  </a:lnTo>
                  <a:lnTo>
                    <a:pt x="10249" y="29081"/>
                  </a:lnTo>
                  <a:lnTo>
                    <a:pt x="10312" y="30221"/>
                  </a:lnTo>
                  <a:lnTo>
                    <a:pt x="10237" y="31352"/>
                  </a:lnTo>
                  <a:lnTo>
                    <a:pt x="9962" y="33447"/>
                  </a:lnTo>
                  <a:lnTo>
                    <a:pt x="9744" y="33736"/>
                  </a:lnTo>
                  <a:lnTo>
                    <a:pt x="9067" y="33941"/>
                  </a:lnTo>
                  <a:lnTo>
                    <a:pt x="9014" y="35213"/>
                  </a:lnTo>
                  <a:lnTo>
                    <a:pt x="8847" y="35629"/>
                  </a:lnTo>
                  <a:lnTo>
                    <a:pt x="6922" y="35756"/>
                  </a:lnTo>
                  <a:lnTo>
                    <a:pt x="5969" y="35178"/>
                  </a:lnTo>
                  <a:lnTo>
                    <a:pt x="6082" y="31346"/>
                  </a:lnTo>
                  <a:lnTo>
                    <a:pt x="4862" y="29843"/>
                  </a:lnTo>
                  <a:lnTo>
                    <a:pt x="4025" y="27306"/>
                  </a:lnTo>
                  <a:lnTo>
                    <a:pt x="3082" y="22929"/>
                  </a:lnTo>
                  <a:lnTo>
                    <a:pt x="2290" y="21581"/>
                  </a:lnTo>
                  <a:lnTo>
                    <a:pt x="1368" y="18121"/>
                  </a:lnTo>
                  <a:lnTo>
                    <a:pt x="0" y="15161"/>
                  </a:lnTo>
                  <a:lnTo>
                    <a:pt x="1579" y="13288"/>
                  </a:lnTo>
                  <a:lnTo>
                    <a:pt x="1334" y="10007"/>
                  </a:lnTo>
                  <a:lnTo>
                    <a:pt x="2256" y="8882"/>
                  </a:lnTo>
                  <a:lnTo>
                    <a:pt x="3642" y="7707"/>
                  </a:lnTo>
                  <a:lnTo>
                    <a:pt x="4663" y="8631"/>
                  </a:lnTo>
                  <a:lnTo>
                    <a:pt x="5580" y="8304"/>
                  </a:lnTo>
                  <a:lnTo>
                    <a:pt x="5990" y="7520"/>
                  </a:lnTo>
                  <a:lnTo>
                    <a:pt x="5865" y="4166"/>
                  </a:lnTo>
                  <a:lnTo>
                    <a:pt x="6156" y="1523"/>
                  </a:lnTo>
                  <a:lnTo>
                    <a:pt x="7167" y="158"/>
                  </a:lnTo>
                  <a:lnTo>
                    <a:pt x="8257" y="0"/>
                  </a:lnTo>
                  <a:lnTo>
                    <a:pt x="8668" y="1491"/>
                  </a:lnTo>
                  <a:lnTo>
                    <a:pt x="9206" y="2957"/>
                  </a:lnTo>
                  <a:lnTo>
                    <a:pt x="10524" y="4115"/>
                  </a:lnTo>
                  <a:lnTo>
                    <a:pt x="10519" y="56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345664" y="4927839"/>
              <a:ext cx="4065" cy="4083"/>
            </a:xfrm>
            <a:custGeom>
              <a:avLst/>
              <a:pathLst>
                <a:path w="4065" h="4083">
                  <a:moveTo>
                    <a:pt x="3824" y="1284"/>
                  </a:moveTo>
                  <a:lnTo>
                    <a:pt x="4065" y="2738"/>
                  </a:lnTo>
                  <a:lnTo>
                    <a:pt x="3559" y="2937"/>
                  </a:lnTo>
                  <a:lnTo>
                    <a:pt x="2748" y="2706"/>
                  </a:lnTo>
                  <a:lnTo>
                    <a:pt x="2355" y="3855"/>
                  </a:lnTo>
                  <a:lnTo>
                    <a:pt x="2155" y="4083"/>
                  </a:lnTo>
                  <a:lnTo>
                    <a:pt x="290" y="3064"/>
                  </a:lnTo>
                  <a:lnTo>
                    <a:pt x="0" y="2611"/>
                  </a:lnTo>
                  <a:lnTo>
                    <a:pt x="34" y="1099"/>
                  </a:lnTo>
                  <a:lnTo>
                    <a:pt x="2022" y="966"/>
                  </a:lnTo>
                  <a:lnTo>
                    <a:pt x="3291" y="0"/>
                  </a:lnTo>
                  <a:lnTo>
                    <a:pt x="3470" y="1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337611" y="4920515"/>
              <a:ext cx="2047" cy="2643"/>
            </a:xfrm>
            <a:custGeom>
              <a:avLst/>
              <a:pathLst>
                <a:path w="2047" h="2643">
                  <a:moveTo>
                    <a:pt x="2001" y="2123"/>
                  </a:moveTo>
                  <a:lnTo>
                    <a:pt x="370" y="2643"/>
                  </a:lnTo>
                  <a:lnTo>
                    <a:pt x="0" y="1760"/>
                  </a:lnTo>
                  <a:lnTo>
                    <a:pt x="7" y="1015"/>
                  </a:lnTo>
                  <a:lnTo>
                    <a:pt x="287" y="398"/>
                  </a:lnTo>
                  <a:lnTo>
                    <a:pt x="1123" y="0"/>
                  </a:lnTo>
                  <a:lnTo>
                    <a:pt x="1671" y="504"/>
                  </a:lnTo>
                  <a:lnTo>
                    <a:pt x="1956" y="1226"/>
                  </a:lnTo>
                  <a:lnTo>
                    <a:pt x="2047" y="18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342851" y="4869087"/>
              <a:ext cx="11098" cy="46583"/>
            </a:xfrm>
            <a:custGeom>
              <a:avLst/>
              <a:pathLst>
                <a:path w="11098" h="46583">
                  <a:moveTo>
                    <a:pt x="7065" y="45812"/>
                  </a:moveTo>
                  <a:lnTo>
                    <a:pt x="6200" y="46430"/>
                  </a:lnTo>
                  <a:lnTo>
                    <a:pt x="5393" y="46583"/>
                  </a:lnTo>
                  <a:lnTo>
                    <a:pt x="4573" y="46129"/>
                  </a:lnTo>
                  <a:lnTo>
                    <a:pt x="3141" y="46167"/>
                  </a:lnTo>
                  <a:lnTo>
                    <a:pt x="1712" y="45013"/>
                  </a:lnTo>
                  <a:lnTo>
                    <a:pt x="373" y="43379"/>
                  </a:lnTo>
                  <a:lnTo>
                    <a:pt x="0" y="42436"/>
                  </a:lnTo>
                  <a:lnTo>
                    <a:pt x="163" y="41080"/>
                  </a:lnTo>
                  <a:lnTo>
                    <a:pt x="1127" y="37940"/>
                  </a:lnTo>
                  <a:lnTo>
                    <a:pt x="2047" y="32007"/>
                  </a:lnTo>
                  <a:lnTo>
                    <a:pt x="2659" y="23492"/>
                  </a:lnTo>
                  <a:lnTo>
                    <a:pt x="2169" y="20265"/>
                  </a:lnTo>
                  <a:lnTo>
                    <a:pt x="2230" y="18926"/>
                  </a:lnTo>
                  <a:lnTo>
                    <a:pt x="2454" y="17316"/>
                  </a:lnTo>
                  <a:lnTo>
                    <a:pt x="2566" y="15660"/>
                  </a:lnTo>
                  <a:lnTo>
                    <a:pt x="2497" y="13989"/>
                  </a:lnTo>
                  <a:lnTo>
                    <a:pt x="2613" y="12437"/>
                  </a:lnTo>
                  <a:lnTo>
                    <a:pt x="3625" y="9170"/>
                  </a:lnTo>
                  <a:lnTo>
                    <a:pt x="3774" y="7704"/>
                  </a:lnTo>
                  <a:lnTo>
                    <a:pt x="3803" y="6111"/>
                  </a:lnTo>
                  <a:lnTo>
                    <a:pt x="4241" y="2819"/>
                  </a:lnTo>
                  <a:lnTo>
                    <a:pt x="4106" y="1728"/>
                  </a:lnTo>
                  <a:lnTo>
                    <a:pt x="3732" y="805"/>
                  </a:lnTo>
                  <a:lnTo>
                    <a:pt x="4035" y="0"/>
                  </a:lnTo>
                  <a:lnTo>
                    <a:pt x="7553" y="2415"/>
                  </a:lnTo>
                  <a:lnTo>
                    <a:pt x="9891" y="2977"/>
                  </a:lnTo>
                  <a:lnTo>
                    <a:pt x="10016" y="5476"/>
                  </a:lnTo>
                  <a:lnTo>
                    <a:pt x="10467" y="7436"/>
                  </a:lnTo>
                  <a:lnTo>
                    <a:pt x="10735" y="10945"/>
                  </a:lnTo>
                  <a:lnTo>
                    <a:pt x="11098" y="11741"/>
                  </a:lnTo>
                  <a:lnTo>
                    <a:pt x="10910" y="14252"/>
                  </a:lnTo>
                  <a:lnTo>
                    <a:pt x="9834" y="15334"/>
                  </a:lnTo>
                  <a:lnTo>
                    <a:pt x="9929" y="17642"/>
                  </a:lnTo>
                  <a:lnTo>
                    <a:pt x="10547" y="19821"/>
                  </a:lnTo>
                  <a:lnTo>
                    <a:pt x="9644" y="20597"/>
                  </a:lnTo>
                  <a:lnTo>
                    <a:pt x="8670" y="21059"/>
                  </a:lnTo>
                  <a:lnTo>
                    <a:pt x="8445" y="21665"/>
                  </a:lnTo>
                  <a:lnTo>
                    <a:pt x="7740" y="22138"/>
                  </a:lnTo>
                  <a:lnTo>
                    <a:pt x="6882" y="23350"/>
                  </a:lnTo>
                  <a:lnTo>
                    <a:pt x="7140" y="24418"/>
                  </a:lnTo>
                  <a:lnTo>
                    <a:pt x="8220" y="26856"/>
                  </a:lnTo>
                  <a:lnTo>
                    <a:pt x="9426" y="28547"/>
                  </a:lnTo>
                  <a:lnTo>
                    <a:pt x="10088" y="31075"/>
                  </a:lnTo>
                  <a:lnTo>
                    <a:pt x="10944" y="33715"/>
                  </a:lnTo>
                  <a:lnTo>
                    <a:pt x="10526" y="35392"/>
                  </a:lnTo>
                  <a:lnTo>
                    <a:pt x="9741" y="37770"/>
                  </a:lnTo>
                  <a:lnTo>
                    <a:pt x="8489" y="39348"/>
                  </a:lnTo>
                  <a:lnTo>
                    <a:pt x="7338" y="40292"/>
                  </a:lnTo>
                  <a:lnTo>
                    <a:pt x="7474" y="442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289890" y="4626185"/>
              <a:ext cx="2537" cy="2735"/>
            </a:xfrm>
            <a:custGeom>
              <a:avLst/>
              <a:pathLst>
                <a:path w="2537" h="2735">
                  <a:moveTo>
                    <a:pt x="2132" y="2106"/>
                  </a:moveTo>
                  <a:lnTo>
                    <a:pt x="70" y="2735"/>
                  </a:lnTo>
                  <a:lnTo>
                    <a:pt x="0" y="2556"/>
                  </a:lnTo>
                  <a:lnTo>
                    <a:pt x="116" y="2037"/>
                  </a:lnTo>
                  <a:lnTo>
                    <a:pt x="590" y="1134"/>
                  </a:lnTo>
                  <a:lnTo>
                    <a:pt x="1288" y="0"/>
                  </a:lnTo>
                  <a:lnTo>
                    <a:pt x="1500" y="86"/>
                  </a:lnTo>
                  <a:lnTo>
                    <a:pt x="1740" y="291"/>
                  </a:lnTo>
                  <a:lnTo>
                    <a:pt x="2356" y="1033"/>
                  </a:lnTo>
                  <a:lnTo>
                    <a:pt x="2537" y="1540"/>
                  </a:lnTo>
                  <a:lnTo>
                    <a:pt x="2471" y="19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1939531" y="4433914"/>
              <a:ext cx="2431" cy="3041"/>
            </a:xfrm>
            <a:custGeom>
              <a:avLst/>
              <a:pathLst>
                <a:path w="2431" h="3041">
                  <a:moveTo>
                    <a:pt x="1773" y="2129"/>
                  </a:moveTo>
                  <a:lnTo>
                    <a:pt x="0" y="3041"/>
                  </a:lnTo>
                  <a:lnTo>
                    <a:pt x="57" y="1413"/>
                  </a:lnTo>
                  <a:lnTo>
                    <a:pt x="502" y="0"/>
                  </a:lnTo>
                  <a:lnTo>
                    <a:pt x="1814" y="813"/>
                  </a:lnTo>
                  <a:lnTo>
                    <a:pt x="2431" y="9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2327652" y="4151357"/>
              <a:ext cx="100112" cy="1074915"/>
            </a:xfrm>
            <a:custGeom>
              <a:avLst/>
              <a:pathLst>
                <a:path w="100112" h="1074915">
                  <a:moveTo>
                    <a:pt x="97970" y="157071"/>
                  </a:moveTo>
                  <a:lnTo>
                    <a:pt x="100112" y="162381"/>
                  </a:lnTo>
                  <a:lnTo>
                    <a:pt x="99180" y="169583"/>
                  </a:lnTo>
                  <a:lnTo>
                    <a:pt x="97691" y="181074"/>
                  </a:lnTo>
                  <a:lnTo>
                    <a:pt x="96540" y="189959"/>
                  </a:lnTo>
                  <a:lnTo>
                    <a:pt x="96351" y="191145"/>
                  </a:lnTo>
                  <a:lnTo>
                    <a:pt x="96114" y="192888"/>
                  </a:lnTo>
                  <a:lnTo>
                    <a:pt x="93633" y="195404"/>
                  </a:lnTo>
                  <a:lnTo>
                    <a:pt x="90014" y="199080"/>
                  </a:lnTo>
                  <a:lnTo>
                    <a:pt x="88160" y="200999"/>
                  </a:lnTo>
                  <a:lnTo>
                    <a:pt x="85824" y="203472"/>
                  </a:lnTo>
                  <a:lnTo>
                    <a:pt x="85258" y="205492"/>
                  </a:lnTo>
                  <a:lnTo>
                    <a:pt x="84584" y="206583"/>
                  </a:lnTo>
                  <a:lnTo>
                    <a:pt x="83842" y="207997"/>
                  </a:lnTo>
                  <a:lnTo>
                    <a:pt x="83559" y="209529"/>
                  </a:lnTo>
                  <a:lnTo>
                    <a:pt x="82867" y="210499"/>
                  </a:lnTo>
                  <a:lnTo>
                    <a:pt x="82237" y="213973"/>
                  </a:lnTo>
                  <a:lnTo>
                    <a:pt x="82237" y="216642"/>
                  </a:lnTo>
                  <a:lnTo>
                    <a:pt x="82640" y="218460"/>
                  </a:lnTo>
                  <a:lnTo>
                    <a:pt x="83339" y="219228"/>
                  </a:lnTo>
                  <a:lnTo>
                    <a:pt x="83559" y="221407"/>
                  </a:lnTo>
                  <a:lnTo>
                    <a:pt x="83779" y="222945"/>
                  </a:lnTo>
                  <a:lnTo>
                    <a:pt x="84283" y="224154"/>
                  </a:lnTo>
                  <a:lnTo>
                    <a:pt x="84157" y="225123"/>
                  </a:lnTo>
                  <a:lnTo>
                    <a:pt x="83748" y="225851"/>
                  </a:lnTo>
                  <a:lnTo>
                    <a:pt x="82993" y="226255"/>
                  </a:lnTo>
                  <a:lnTo>
                    <a:pt x="82481" y="228433"/>
                  </a:lnTo>
                  <a:lnTo>
                    <a:pt x="81891" y="233850"/>
                  </a:lnTo>
                  <a:lnTo>
                    <a:pt x="81797" y="235789"/>
                  </a:lnTo>
                  <a:lnTo>
                    <a:pt x="82469" y="240691"/>
                  </a:lnTo>
                  <a:lnTo>
                    <a:pt x="82826" y="243335"/>
                  </a:lnTo>
                  <a:lnTo>
                    <a:pt x="83794" y="252921"/>
                  </a:lnTo>
                  <a:lnTo>
                    <a:pt x="83935" y="255529"/>
                  </a:lnTo>
                  <a:lnTo>
                    <a:pt x="82607" y="259171"/>
                  </a:lnTo>
                  <a:lnTo>
                    <a:pt x="82079" y="261387"/>
                  </a:lnTo>
                  <a:lnTo>
                    <a:pt x="81890" y="263341"/>
                  </a:lnTo>
                  <a:lnTo>
                    <a:pt x="81897" y="264888"/>
                  </a:lnTo>
                  <a:lnTo>
                    <a:pt x="82017" y="266304"/>
                  </a:lnTo>
                  <a:lnTo>
                    <a:pt x="83122" y="270795"/>
                  </a:lnTo>
                  <a:lnTo>
                    <a:pt x="84408" y="274817"/>
                  </a:lnTo>
                  <a:lnTo>
                    <a:pt x="85038" y="276918"/>
                  </a:lnTo>
                  <a:lnTo>
                    <a:pt x="85038" y="279746"/>
                  </a:lnTo>
                  <a:lnTo>
                    <a:pt x="84723" y="281362"/>
                  </a:lnTo>
                  <a:lnTo>
                    <a:pt x="84040" y="281959"/>
                  </a:lnTo>
                  <a:lnTo>
                    <a:pt x="82521" y="283058"/>
                  </a:lnTo>
                  <a:lnTo>
                    <a:pt x="81891" y="284674"/>
                  </a:lnTo>
                  <a:lnTo>
                    <a:pt x="81199" y="284920"/>
                  </a:lnTo>
                  <a:lnTo>
                    <a:pt x="80539" y="283624"/>
                  </a:lnTo>
                  <a:lnTo>
                    <a:pt x="79846" y="283947"/>
                  </a:lnTo>
                  <a:lnTo>
                    <a:pt x="78965" y="285079"/>
                  </a:lnTo>
                  <a:lnTo>
                    <a:pt x="78634" y="287826"/>
                  </a:lnTo>
                  <a:lnTo>
                    <a:pt x="77864" y="292509"/>
                  </a:lnTo>
                  <a:lnTo>
                    <a:pt x="77204" y="293805"/>
                  </a:lnTo>
                  <a:lnTo>
                    <a:pt x="76711" y="297380"/>
                  </a:lnTo>
                  <a:lnTo>
                    <a:pt x="75833" y="302508"/>
                  </a:lnTo>
                  <a:lnTo>
                    <a:pt x="75410" y="305598"/>
                  </a:lnTo>
                  <a:lnTo>
                    <a:pt x="75190" y="307861"/>
                  </a:lnTo>
                  <a:lnTo>
                    <a:pt x="74306" y="309306"/>
                  </a:lnTo>
                  <a:lnTo>
                    <a:pt x="73276" y="312178"/>
                  </a:lnTo>
                  <a:lnTo>
                    <a:pt x="72483" y="314971"/>
                  </a:lnTo>
                  <a:lnTo>
                    <a:pt x="72169" y="315779"/>
                  </a:lnTo>
                  <a:lnTo>
                    <a:pt x="71571" y="316021"/>
                  </a:lnTo>
                  <a:lnTo>
                    <a:pt x="71130" y="318526"/>
                  </a:lnTo>
                  <a:lnTo>
                    <a:pt x="69637" y="322306"/>
                  </a:lnTo>
                  <a:lnTo>
                    <a:pt x="69281" y="326692"/>
                  </a:lnTo>
                  <a:lnTo>
                    <a:pt x="68739" y="329030"/>
                  </a:lnTo>
                  <a:lnTo>
                    <a:pt x="68644" y="333249"/>
                  </a:lnTo>
                  <a:lnTo>
                    <a:pt x="67819" y="340979"/>
                  </a:lnTo>
                  <a:lnTo>
                    <a:pt x="67670" y="342685"/>
                  </a:lnTo>
                  <a:lnTo>
                    <a:pt x="66836" y="344032"/>
                  </a:lnTo>
                  <a:lnTo>
                    <a:pt x="65739" y="347022"/>
                  </a:lnTo>
                  <a:lnTo>
                    <a:pt x="65380" y="349209"/>
                  </a:lnTo>
                  <a:lnTo>
                    <a:pt x="65889" y="355751"/>
                  </a:lnTo>
                  <a:lnTo>
                    <a:pt x="66522" y="362362"/>
                  </a:lnTo>
                  <a:lnTo>
                    <a:pt x="66562" y="365461"/>
                  </a:lnTo>
                  <a:lnTo>
                    <a:pt x="66316" y="369668"/>
                  </a:lnTo>
                  <a:lnTo>
                    <a:pt x="66150" y="371498"/>
                  </a:lnTo>
                  <a:lnTo>
                    <a:pt x="66569" y="372254"/>
                  </a:lnTo>
                  <a:lnTo>
                    <a:pt x="67261" y="372739"/>
                  </a:lnTo>
                  <a:lnTo>
                    <a:pt x="67481" y="374355"/>
                  </a:lnTo>
                  <a:lnTo>
                    <a:pt x="66977" y="375486"/>
                  </a:lnTo>
                  <a:lnTo>
                    <a:pt x="66758" y="377506"/>
                  </a:lnTo>
                  <a:lnTo>
                    <a:pt x="66191" y="379768"/>
                  </a:lnTo>
                  <a:lnTo>
                    <a:pt x="64515" y="380657"/>
                  </a:lnTo>
                  <a:lnTo>
                    <a:pt x="63925" y="379849"/>
                  </a:lnTo>
                  <a:lnTo>
                    <a:pt x="63737" y="380576"/>
                  </a:lnTo>
                  <a:lnTo>
                    <a:pt x="63831" y="382192"/>
                  </a:lnTo>
                  <a:lnTo>
                    <a:pt x="63457" y="384097"/>
                  </a:lnTo>
                  <a:lnTo>
                    <a:pt x="62589" y="389196"/>
                  </a:lnTo>
                  <a:lnTo>
                    <a:pt x="62015" y="393827"/>
                  </a:lnTo>
                  <a:lnTo>
                    <a:pt x="61682" y="395847"/>
                  </a:lnTo>
                  <a:lnTo>
                    <a:pt x="61817" y="397544"/>
                  </a:lnTo>
                  <a:lnTo>
                    <a:pt x="62100" y="398513"/>
                  </a:lnTo>
                  <a:lnTo>
                    <a:pt x="62132" y="399402"/>
                  </a:lnTo>
                  <a:lnTo>
                    <a:pt x="61654" y="400519"/>
                  </a:lnTo>
                  <a:lnTo>
                    <a:pt x="61219" y="402311"/>
                  </a:lnTo>
                  <a:lnTo>
                    <a:pt x="60747" y="402553"/>
                  </a:lnTo>
                  <a:lnTo>
                    <a:pt x="60244" y="402066"/>
                  </a:lnTo>
                  <a:lnTo>
                    <a:pt x="59709" y="403119"/>
                  </a:lnTo>
                  <a:lnTo>
                    <a:pt x="59600" y="405318"/>
                  </a:lnTo>
                  <a:lnTo>
                    <a:pt x="59305" y="408111"/>
                  </a:lnTo>
                  <a:lnTo>
                    <a:pt x="59171" y="411378"/>
                  </a:lnTo>
                  <a:lnTo>
                    <a:pt x="58954" y="415559"/>
                  </a:lnTo>
                  <a:lnTo>
                    <a:pt x="59640" y="418424"/>
                  </a:lnTo>
                  <a:lnTo>
                    <a:pt x="60508" y="423610"/>
                  </a:lnTo>
                  <a:lnTo>
                    <a:pt x="61156" y="424848"/>
                  </a:lnTo>
                  <a:lnTo>
                    <a:pt x="61880" y="424767"/>
                  </a:lnTo>
                  <a:lnTo>
                    <a:pt x="62446" y="425817"/>
                  </a:lnTo>
                  <a:lnTo>
                    <a:pt x="62761" y="427032"/>
                  </a:lnTo>
                  <a:lnTo>
                    <a:pt x="62341" y="429199"/>
                  </a:lnTo>
                  <a:lnTo>
                    <a:pt x="61597" y="429534"/>
                  </a:lnTo>
                  <a:lnTo>
                    <a:pt x="61502" y="430749"/>
                  </a:lnTo>
                  <a:lnTo>
                    <a:pt x="61723" y="433496"/>
                  </a:lnTo>
                  <a:lnTo>
                    <a:pt x="62006" y="436162"/>
                  </a:lnTo>
                  <a:lnTo>
                    <a:pt x="62722" y="437441"/>
                  </a:lnTo>
                  <a:lnTo>
                    <a:pt x="63044" y="441007"/>
                  </a:lnTo>
                  <a:lnTo>
                    <a:pt x="63737" y="442219"/>
                  </a:lnTo>
                  <a:lnTo>
                    <a:pt x="63652" y="446782"/>
                  </a:lnTo>
                  <a:lnTo>
                    <a:pt x="64352" y="452140"/>
                  </a:lnTo>
                  <a:lnTo>
                    <a:pt x="65090" y="453693"/>
                  </a:lnTo>
                  <a:lnTo>
                    <a:pt x="65436" y="454420"/>
                  </a:lnTo>
                  <a:lnTo>
                    <a:pt x="65204" y="456757"/>
                  </a:lnTo>
                  <a:lnTo>
                    <a:pt x="64618" y="458621"/>
                  </a:lnTo>
                  <a:lnTo>
                    <a:pt x="64492" y="461611"/>
                  </a:lnTo>
                  <a:lnTo>
                    <a:pt x="64712" y="463793"/>
                  </a:lnTo>
                  <a:lnTo>
                    <a:pt x="65461" y="465853"/>
                  </a:lnTo>
                  <a:lnTo>
                    <a:pt x="66045" y="466087"/>
                  </a:lnTo>
                  <a:lnTo>
                    <a:pt x="66883" y="465247"/>
                  </a:lnTo>
                  <a:lnTo>
                    <a:pt x="67765" y="466216"/>
                  </a:lnTo>
                  <a:lnTo>
                    <a:pt x="67890" y="467994"/>
                  </a:lnTo>
                  <a:lnTo>
                    <a:pt x="68016" y="469610"/>
                  </a:lnTo>
                  <a:lnTo>
                    <a:pt x="67544" y="471711"/>
                  </a:lnTo>
                  <a:lnTo>
                    <a:pt x="67040" y="475589"/>
                  </a:lnTo>
                  <a:lnTo>
                    <a:pt x="66905" y="479441"/>
                  </a:lnTo>
                  <a:lnTo>
                    <a:pt x="67053" y="485305"/>
                  </a:lnTo>
                  <a:lnTo>
                    <a:pt x="67282" y="489850"/>
                  </a:lnTo>
                  <a:lnTo>
                    <a:pt x="67330" y="492713"/>
                  </a:lnTo>
                  <a:lnTo>
                    <a:pt x="67387" y="494008"/>
                  </a:lnTo>
                  <a:lnTo>
                    <a:pt x="67072" y="494897"/>
                  </a:lnTo>
                  <a:lnTo>
                    <a:pt x="66306" y="495356"/>
                  </a:lnTo>
                  <a:lnTo>
                    <a:pt x="65656" y="495543"/>
                  </a:lnTo>
                  <a:lnTo>
                    <a:pt x="65090" y="496268"/>
                  </a:lnTo>
                  <a:lnTo>
                    <a:pt x="64964" y="497722"/>
                  </a:lnTo>
                  <a:lnTo>
                    <a:pt x="64521" y="500146"/>
                  </a:lnTo>
                  <a:lnTo>
                    <a:pt x="64063" y="501944"/>
                  </a:lnTo>
                  <a:lnTo>
                    <a:pt x="63264" y="504555"/>
                  </a:lnTo>
                  <a:lnTo>
                    <a:pt x="62758" y="507256"/>
                  </a:lnTo>
                  <a:lnTo>
                    <a:pt x="62352" y="509034"/>
                  </a:lnTo>
                  <a:lnTo>
                    <a:pt x="62389" y="510266"/>
                  </a:lnTo>
                  <a:lnTo>
                    <a:pt x="62097" y="512644"/>
                  </a:lnTo>
                  <a:lnTo>
                    <a:pt x="61797" y="514617"/>
                  </a:lnTo>
                  <a:lnTo>
                    <a:pt x="61164" y="521269"/>
                  </a:lnTo>
                  <a:lnTo>
                    <a:pt x="60319" y="522651"/>
                  </a:lnTo>
                  <a:lnTo>
                    <a:pt x="59646" y="523335"/>
                  </a:lnTo>
                  <a:lnTo>
                    <a:pt x="59300" y="524224"/>
                  </a:lnTo>
                  <a:lnTo>
                    <a:pt x="59563" y="526027"/>
                  </a:lnTo>
                  <a:lnTo>
                    <a:pt x="60275" y="526567"/>
                  </a:lnTo>
                  <a:lnTo>
                    <a:pt x="60527" y="528021"/>
                  </a:lnTo>
                  <a:lnTo>
                    <a:pt x="60433" y="530284"/>
                  </a:lnTo>
                  <a:lnTo>
                    <a:pt x="60905" y="532384"/>
                  </a:lnTo>
                  <a:lnTo>
                    <a:pt x="60858" y="534930"/>
                  </a:lnTo>
                  <a:lnTo>
                    <a:pt x="61314" y="539737"/>
                  </a:lnTo>
                  <a:lnTo>
                    <a:pt x="60905" y="542888"/>
                  </a:lnTo>
                  <a:lnTo>
                    <a:pt x="61043" y="545606"/>
                  </a:lnTo>
                  <a:lnTo>
                    <a:pt x="61030" y="548302"/>
                  </a:lnTo>
                  <a:lnTo>
                    <a:pt x="60433" y="550399"/>
                  </a:lnTo>
                  <a:lnTo>
                    <a:pt x="59205" y="550803"/>
                  </a:lnTo>
                  <a:lnTo>
                    <a:pt x="58532" y="552740"/>
                  </a:lnTo>
                  <a:lnTo>
                    <a:pt x="57381" y="554846"/>
                  </a:lnTo>
                  <a:lnTo>
                    <a:pt x="57255" y="556543"/>
                  </a:lnTo>
                  <a:lnTo>
                    <a:pt x="57066" y="558078"/>
                  </a:lnTo>
                  <a:lnTo>
                    <a:pt x="56594" y="558644"/>
                  </a:lnTo>
                  <a:lnTo>
                    <a:pt x="55870" y="558644"/>
                  </a:lnTo>
                  <a:lnTo>
                    <a:pt x="55272" y="558886"/>
                  </a:lnTo>
                  <a:lnTo>
                    <a:pt x="54435" y="560877"/>
                  </a:lnTo>
                  <a:lnTo>
                    <a:pt x="53542" y="561954"/>
                  </a:lnTo>
                  <a:lnTo>
                    <a:pt x="53338" y="563558"/>
                  </a:lnTo>
                  <a:lnTo>
                    <a:pt x="53416" y="565509"/>
                  </a:lnTo>
                  <a:lnTo>
                    <a:pt x="52944" y="566721"/>
                  </a:lnTo>
                  <a:lnTo>
                    <a:pt x="52347" y="568983"/>
                  </a:lnTo>
                  <a:lnTo>
                    <a:pt x="51969" y="571407"/>
                  </a:lnTo>
                  <a:lnTo>
                    <a:pt x="52347" y="573669"/>
                  </a:lnTo>
                  <a:lnTo>
                    <a:pt x="52756" y="577709"/>
                  </a:lnTo>
                  <a:lnTo>
                    <a:pt x="52818" y="579406"/>
                  </a:lnTo>
                  <a:lnTo>
                    <a:pt x="52299" y="582748"/>
                  </a:lnTo>
                  <a:lnTo>
                    <a:pt x="51875" y="584900"/>
                  </a:lnTo>
                  <a:lnTo>
                    <a:pt x="52283" y="587647"/>
                  </a:lnTo>
                  <a:lnTo>
                    <a:pt x="52629" y="589180"/>
                  </a:lnTo>
                  <a:lnTo>
                    <a:pt x="52307" y="592550"/>
                  </a:lnTo>
                  <a:lnTo>
                    <a:pt x="52032" y="594674"/>
                  </a:lnTo>
                  <a:lnTo>
                    <a:pt x="52252" y="598552"/>
                  </a:lnTo>
                  <a:lnTo>
                    <a:pt x="53074" y="602915"/>
                  </a:lnTo>
                  <a:lnTo>
                    <a:pt x="53856" y="606794"/>
                  </a:lnTo>
                  <a:lnTo>
                    <a:pt x="53972" y="611307"/>
                  </a:lnTo>
                  <a:lnTo>
                    <a:pt x="54175" y="614879"/>
                  </a:lnTo>
                  <a:lnTo>
                    <a:pt x="54549" y="618752"/>
                  </a:lnTo>
                  <a:lnTo>
                    <a:pt x="55335" y="620287"/>
                  </a:lnTo>
                  <a:lnTo>
                    <a:pt x="55934" y="621580"/>
                  </a:lnTo>
                  <a:lnTo>
                    <a:pt x="55807" y="623438"/>
                  </a:lnTo>
                  <a:lnTo>
                    <a:pt x="55367" y="625701"/>
                  </a:lnTo>
                  <a:lnTo>
                    <a:pt x="54738" y="627397"/>
                  </a:lnTo>
                  <a:lnTo>
                    <a:pt x="53178" y="627960"/>
                  </a:lnTo>
                  <a:lnTo>
                    <a:pt x="51911" y="629492"/>
                  </a:lnTo>
                  <a:lnTo>
                    <a:pt x="50892" y="630557"/>
                  </a:lnTo>
                  <a:lnTo>
                    <a:pt x="50116" y="631841"/>
                  </a:lnTo>
                  <a:lnTo>
                    <a:pt x="49560" y="633206"/>
                  </a:lnTo>
                  <a:lnTo>
                    <a:pt x="49283" y="634701"/>
                  </a:lnTo>
                  <a:lnTo>
                    <a:pt x="49470" y="641211"/>
                  </a:lnTo>
                  <a:lnTo>
                    <a:pt x="49347" y="643612"/>
                  </a:lnTo>
                  <a:lnTo>
                    <a:pt x="48825" y="647014"/>
                  </a:lnTo>
                  <a:lnTo>
                    <a:pt x="48337" y="649758"/>
                  </a:lnTo>
                  <a:lnTo>
                    <a:pt x="48130" y="650584"/>
                  </a:lnTo>
                  <a:lnTo>
                    <a:pt x="48067" y="651795"/>
                  </a:lnTo>
                  <a:lnTo>
                    <a:pt x="47973" y="652927"/>
                  </a:lnTo>
                  <a:lnTo>
                    <a:pt x="47425" y="653183"/>
                  </a:lnTo>
                  <a:lnTo>
                    <a:pt x="46651" y="652684"/>
                  </a:lnTo>
                  <a:lnTo>
                    <a:pt x="46211" y="653007"/>
                  </a:lnTo>
                  <a:lnTo>
                    <a:pt x="45896" y="653896"/>
                  </a:lnTo>
                  <a:lnTo>
                    <a:pt x="46162" y="656017"/>
                  </a:lnTo>
                  <a:lnTo>
                    <a:pt x="46446" y="659748"/>
                  </a:lnTo>
                  <a:lnTo>
                    <a:pt x="46840" y="661330"/>
                  </a:lnTo>
                  <a:lnTo>
                    <a:pt x="46734" y="662582"/>
                  </a:lnTo>
                  <a:lnTo>
                    <a:pt x="46588" y="665289"/>
                  </a:lnTo>
                  <a:lnTo>
                    <a:pt x="46075" y="667479"/>
                  </a:lnTo>
                  <a:lnTo>
                    <a:pt x="45392" y="667470"/>
                  </a:lnTo>
                  <a:lnTo>
                    <a:pt x="44952" y="668359"/>
                  </a:lnTo>
                  <a:lnTo>
                    <a:pt x="44763" y="669894"/>
                  </a:lnTo>
                  <a:lnTo>
                    <a:pt x="44967" y="671894"/>
                  </a:lnTo>
                  <a:lnTo>
                    <a:pt x="45864" y="673530"/>
                  </a:lnTo>
                  <a:lnTo>
                    <a:pt x="46179" y="674581"/>
                  </a:lnTo>
                  <a:lnTo>
                    <a:pt x="46022" y="675954"/>
                  </a:lnTo>
                  <a:lnTo>
                    <a:pt x="45329" y="676520"/>
                  </a:lnTo>
                  <a:lnTo>
                    <a:pt x="44921" y="677651"/>
                  </a:lnTo>
                  <a:lnTo>
                    <a:pt x="44531" y="680170"/>
                  </a:lnTo>
                  <a:lnTo>
                    <a:pt x="44010" y="683012"/>
                  </a:lnTo>
                  <a:lnTo>
                    <a:pt x="43454" y="685113"/>
                  </a:lnTo>
                  <a:lnTo>
                    <a:pt x="43347" y="687993"/>
                  </a:lnTo>
                  <a:lnTo>
                    <a:pt x="44134" y="691060"/>
                  </a:lnTo>
                  <a:lnTo>
                    <a:pt x="44045" y="694064"/>
                  </a:lnTo>
                  <a:lnTo>
                    <a:pt x="43989" y="702863"/>
                  </a:lnTo>
                  <a:lnTo>
                    <a:pt x="43913" y="705847"/>
                  </a:lnTo>
                  <a:lnTo>
                    <a:pt x="44155" y="710787"/>
                  </a:lnTo>
                  <a:lnTo>
                    <a:pt x="43851" y="712149"/>
                  </a:lnTo>
                  <a:lnTo>
                    <a:pt x="43694" y="713442"/>
                  </a:lnTo>
                  <a:lnTo>
                    <a:pt x="44462" y="717034"/>
                  </a:lnTo>
                  <a:lnTo>
                    <a:pt x="45319" y="722843"/>
                  </a:lnTo>
                  <a:lnTo>
                    <a:pt x="45550" y="725154"/>
                  </a:lnTo>
                  <a:lnTo>
                    <a:pt x="45424" y="726770"/>
                  </a:lnTo>
                  <a:lnTo>
                    <a:pt x="44275" y="728141"/>
                  </a:lnTo>
                  <a:lnTo>
                    <a:pt x="43316" y="728709"/>
                  </a:lnTo>
                  <a:lnTo>
                    <a:pt x="42750" y="727740"/>
                  </a:lnTo>
                  <a:lnTo>
                    <a:pt x="42372" y="728144"/>
                  </a:lnTo>
                  <a:lnTo>
                    <a:pt x="41931" y="729841"/>
                  </a:lnTo>
                  <a:lnTo>
                    <a:pt x="41427" y="731214"/>
                  </a:lnTo>
                  <a:lnTo>
                    <a:pt x="41239" y="732588"/>
                  </a:lnTo>
                  <a:lnTo>
                    <a:pt x="41774" y="734365"/>
                  </a:lnTo>
                  <a:lnTo>
                    <a:pt x="42057" y="737756"/>
                  </a:lnTo>
                  <a:lnTo>
                    <a:pt x="41459" y="739210"/>
                  </a:lnTo>
                  <a:lnTo>
                    <a:pt x="41019" y="740826"/>
                  </a:lnTo>
                  <a:lnTo>
                    <a:pt x="41176" y="742927"/>
                  </a:lnTo>
                  <a:lnTo>
                    <a:pt x="41365" y="746725"/>
                  </a:lnTo>
                  <a:lnTo>
                    <a:pt x="40987" y="753027"/>
                  </a:lnTo>
                  <a:lnTo>
                    <a:pt x="41494" y="755260"/>
                  </a:lnTo>
                  <a:lnTo>
                    <a:pt x="42043" y="756334"/>
                  </a:lnTo>
                  <a:lnTo>
                    <a:pt x="43840" y="757615"/>
                  </a:lnTo>
                  <a:lnTo>
                    <a:pt x="45187" y="758250"/>
                  </a:lnTo>
                  <a:lnTo>
                    <a:pt x="45542" y="760333"/>
                  </a:lnTo>
                  <a:lnTo>
                    <a:pt x="45390" y="762027"/>
                  </a:lnTo>
                  <a:lnTo>
                    <a:pt x="44742" y="762864"/>
                  </a:lnTo>
                  <a:lnTo>
                    <a:pt x="43766" y="763591"/>
                  </a:lnTo>
                  <a:lnTo>
                    <a:pt x="43766" y="766327"/>
                  </a:lnTo>
                  <a:lnTo>
                    <a:pt x="44601" y="768898"/>
                  </a:lnTo>
                  <a:lnTo>
                    <a:pt x="45542" y="770759"/>
                  </a:lnTo>
                  <a:lnTo>
                    <a:pt x="45748" y="772433"/>
                  </a:lnTo>
                  <a:lnTo>
                    <a:pt x="45695" y="774144"/>
                  </a:lnTo>
                  <a:lnTo>
                    <a:pt x="45035" y="775578"/>
                  </a:lnTo>
                  <a:lnTo>
                    <a:pt x="45941" y="778686"/>
                  </a:lnTo>
                  <a:lnTo>
                    <a:pt x="46354" y="780790"/>
                  </a:lnTo>
                  <a:lnTo>
                    <a:pt x="45939" y="782411"/>
                  </a:lnTo>
                  <a:lnTo>
                    <a:pt x="45352" y="784841"/>
                  </a:lnTo>
                  <a:lnTo>
                    <a:pt x="44832" y="786004"/>
                  </a:lnTo>
                  <a:lnTo>
                    <a:pt x="44835" y="787326"/>
                  </a:lnTo>
                  <a:lnTo>
                    <a:pt x="44620" y="790004"/>
                  </a:lnTo>
                  <a:lnTo>
                    <a:pt x="44571" y="792627"/>
                  </a:lnTo>
                  <a:lnTo>
                    <a:pt x="44744" y="794191"/>
                  </a:lnTo>
                  <a:lnTo>
                    <a:pt x="50432" y="795426"/>
                  </a:lnTo>
                  <a:lnTo>
                    <a:pt x="51734" y="795908"/>
                  </a:lnTo>
                  <a:lnTo>
                    <a:pt x="52444" y="797469"/>
                  </a:lnTo>
                  <a:lnTo>
                    <a:pt x="52343" y="799425"/>
                  </a:lnTo>
                  <a:lnTo>
                    <a:pt x="51632" y="801509"/>
                  </a:lnTo>
                  <a:lnTo>
                    <a:pt x="51176" y="805419"/>
                  </a:lnTo>
                  <a:lnTo>
                    <a:pt x="50059" y="806071"/>
                  </a:lnTo>
                  <a:lnTo>
                    <a:pt x="48942" y="805026"/>
                  </a:lnTo>
                  <a:lnTo>
                    <a:pt x="47732" y="805387"/>
                  </a:lnTo>
                  <a:lnTo>
                    <a:pt x="46681" y="805635"/>
                  </a:lnTo>
                  <a:lnTo>
                    <a:pt x="45172" y="805753"/>
                  </a:lnTo>
                  <a:lnTo>
                    <a:pt x="43167" y="806258"/>
                  </a:lnTo>
                  <a:lnTo>
                    <a:pt x="41939" y="805678"/>
                  </a:lnTo>
                  <a:lnTo>
                    <a:pt x="41838" y="807113"/>
                  </a:lnTo>
                  <a:lnTo>
                    <a:pt x="42193" y="809588"/>
                  </a:lnTo>
                  <a:lnTo>
                    <a:pt x="44832" y="810370"/>
                  </a:lnTo>
                  <a:lnTo>
                    <a:pt x="47319" y="811805"/>
                  </a:lnTo>
                  <a:lnTo>
                    <a:pt x="48066" y="814425"/>
                  </a:lnTo>
                  <a:lnTo>
                    <a:pt x="49077" y="817391"/>
                  </a:lnTo>
                  <a:lnTo>
                    <a:pt x="50110" y="819229"/>
                  </a:lnTo>
                  <a:lnTo>
                    <a:pt x="50161" y="822228"/>
                  </a:lnTo>
                  <a:lnTo>
                    <a:pt x="48537" y="825353"/>
                  </a:lnTo>
                  <a:lnTo>
                    <a:pt x="48333" y="827569"/>
                  </a:lnTo>
                  <a:lnTo>
                    <a:pt x="46202" y="828221"/>
                  </a:lnTo>
                  <a:lnTo>
                    <a:pt x="45593" y="829525"/>
                  </a:lnTo>
                  <a:lnTo>
                    <a:pt x="45289" y="833825"/>
                  </a:lnTo>
                  <a:lnTo>
                    <a:pt x="45542" y="837213"/>
                  </a:lnTo>
                  <a:lnTo>
                    <a:pt x="46354" y="838384"/>
                  </a:lnTo>
                  <a:lnTo>
                    <a:pt x="46913" y="840601"/>
                  </a:lnTo>
                  <a:lnTo>
                    <a:pt x="46304" y="843206"/>
                  </a:lnTo>
                  <a:lnTo>
                    <a:pt x="44868" y="845004"/>
                  </a:lnTo>
                  <a:lnTo>
                    <a:pt x="44103" y="846712"/>
                  </a:lnTo>
                  <a:lnTo>
                    <a:pt x="44581" y="848077"/>
                  </a:lnTo>
                  <a:lnTo>
                    <a:pt x="45232" y="850242"/>
                  </a:lnTo>
                  <a:lnTo>
                    <a:pt x="45410" y="851419"/>
                  </a:lnTo>
                  <a:lnTo>
                    <a:pt x="45765" y="854610"/>
                  </a:lnTo>
                  <a:lnTo>
                    <a:pt x="46180" y="859060"/>
                  </a:lnTo>
                  <a:lnTo>
                    <a:pt x="46129" y="861216"/>
                  </a:lnTo>
                  <a:lnTo>
                    <a:pt x="45749" y="862826"/>
                  </a:lnTo>
                  <a:lnTo>
                    <a:pt x="44325" y="865359"/>
                  </a:lnTo>
                  <a:lnTo>
                    <a:pt x="43360" y="866531"/>
                  </a:lnTo>
                  <a:lnTo>
                    <a:pt x="43172" y="869650"/>
                  </a:lnTo>
                  <a:lnTo>
                    <a:pt x="43099" y="871991"/>
                  </a:lnTo>
                  <a:lnTo>
                    <a:pt x="43199" y="874103"/>
                  </a:lnTo>
                  <a:lnTo>
                    <a:pt x="43817" y="875782"/>
                  </a:lnTo>
                  <a:lnTo>
                    <a:pt x="43766" y="877476"/>
                  </a:lnTo>
                  <a:lnTo>
                    <a:pt x="42920" y="877837"/>
                  </a:lnTo>
                  <a:lnTo>
                    <a:pt x="42193" y="878651"/>
                  </a:lnTo>
                  <a:lnTo>
                    <a:pt x="41483" y="881646"/>
                  </a:lnTo>
                  <a:lnTo>
                    <a:pt x="39417" y="884705"/>
                  </a:lnTo>
                  <a:lnTo>
                    <a:pt x="38691" y="886075"/>
                  </a:lnTo>
                  <a:lnTo>
                    <a:pt x="38743" y="888422"/>
                  </a:lnTo>
                  <a:lnTo>
                    <a:pt x="37924" y="891775"/>
                  </a:lnTo>
                  <a:lnTo>
                    <a:pt x="37238" y="894689"/>
                  </a:lnTo>
                  <a:lnTo>
                    <a:pt x="36712" y="897413"/>
                  </a:lnTo>
                  <a:lnTo>
                    <a:pt x="36814" y="900279"/>
                  </a:lnTo>
                  <a:lnTo>
                    <a:pt x="37978" y="901537"/>
                  </a:lnTo>
                  <a:lnTo>
                    <a:pt x="38894" y="904319"/>
                  </a:lnTo>
                  <a:lnTo>
                    <a:pt x="39301" y="907836"/>
                  </a:lnTo>
                  <a:lnTo>
                    <a:pt x="38590" y="911876"/>
                  </a:lnTo>
                  <a:lnTo>
                    <a:pt x="36940" y="913400"/>
                  </a:lnTo>
                  <a:lnTo>
                    <a:pt x="35965" y="915114"/>
                  </a:lnTo>
                  <a:lnTo>
                    <a:pt x="35671" y="916412"/>
                  </a:lnTo>
                  <a:lnTo>
                    <a:pt x="35930" y="920643"/>
                  </a:lnTo>
                  <a:lnTo>
                    <a:pt x="35863" y="922628"/>
                  </a:lnTo>
                  <a:lnTo>
                    <a:pt x="35602" y="924495"/>
                  </a:lnTo>
                  <a:lnTo>
                    <a:pt x="35178" y="925935"/>
                  </a:lnTo>
                  <a:lnTo>
                    <a:pt x="34289" y="927551"/>
                  </a:lnTo>
                  <a:lnTo>
                    <a:pt x="32713" y="928959"/>
                  </a:lnTo>
                  <a:lnTo>
                    <a:pt x="31375" y="929929"/>
                  </a:lnTo>
                  <a:lnTo>
                    <a:pt x="30777" y="931040"/>
                  </a:lnTo>
                  <a:lnTo>
                    <a:pt x="30076" y="933478"/>
                  </a:lnTo>
                  <a:lnTo>
                    <a:pt x="29451" y="936170"/>
                  </a:lnTo>
                  <a:lnTo>
                    <a:pt x="29608" y="939500"/>
                  </a:lnTo>
                  <a:lnTo>
                    <a:pt x="25853" y="939890"/>
                  </a:lnTo>
                  <a:lnTo>
                    <a:pt x="25599" y="942366"/>
                  </a:lnTo>
                  <a:lnTo>
                    <a:pt x="24787" y="944322"/>
                  </a:lnTo>
                  <a:lnTo>
                    <a:pt x="24533" y="947840"/>
                  </a:lnTo>
                  <a:lnTo>
                    <a:pt x="25358" y="951242"/>
                  </a:lnTo>
                  <a:lnTo>
                    <a:pt x="25751" y="954093"/>
                  </a:lnTo>
                  <a:lnTo>
                    <a:pt x="25078" y="957533"/>
                  </a:lnTo>
                  <a:lnTo>
                    <a:pt x="25322" y="961059"/>
                  </a:lnTo>
                  <a:lnTo>
                    <a:pt x="25396" y="963867"/>
                  </a:lnTo>
                  <a:lnTo>
                    <a:pt x="26715" y="966995"/>
                  </a:lnTo>
                  <a:lnTo>
                    <a:pt x="27577" y="970859"/>
                  </a:lnTo>
                  <a:lnTo>
                    <a:pt x="28009" y="974128"/>
                  </a:lnTo>
                  <a:lnTo>
                    <a:pt x="28269" y="976668"/>
                  </a:lnTo>
                  <a:lnTo>
                    <a:pt x="28614" y="978211"/>
                  </a:lnTo>
                  <a:lnTo>
                    <a:pt x="29156" y="979963"/>
                  </a:lnTo>
                  <a:lnTo>
                    <a:pt x="29405" y="981980"/>
                  </a:lnTo>
                  <a:lnTo>
                    <a:pt x="30217" y="982632"/>
                  </a:lnTo>
                  <a:lnTo>
                    <a:pt x="31676" y="980745"/>
                  </a:lnTo>
                  <a:lnTo>
                    <a:pt x="32708" y="979464"/>
                  </a:lnTo>
                  <a:lnTo>
                    <a:pt x="33425" y="979008"/>
                  </a:lnTo>
                  <a:lnTo>
                    <a:pt x="35533" y="979302"/>
                  </a:lnTo>
                  <a:lnTo>
                    <a:pt x="36806" y="978116"/>
                  </a:lnTo>
                  <a:lnTo>
                    <a:pt x="37377" y="978240"/>
                  </a:lnTo>
                  <a:lnTo>
                    <a:pt x="38155" y="978907"/>
                  </a:lnTo>
                  <a:lnTo>
                    <a:pt x="38757" y="980312"/>
                  </a:lnTo>
                  <a:lnTo>
                    <a:pt x="39213" y="983495"/>
                  </a:lnTo>
                  <a:lnTo>
                    <a:pt x="39493" y="987062"/>
                  </a:lnTo>
                  <a:lnTo>
                    <a:pt x="39135" y="990700"/>
                  </a:lnTo>
                  <a:lnTo>
                    <a:pt x="38539" y="991491"/>
                  </a:lnTo>
                  <a:lnTo>
                    <a:pt x="38336" y="992533"/>
                  </a:lnTo>
                  <a:lnTo>
                    <a:pt x="38539" y="994749"/>
                  </a:lnTo>
                  <a:lnTo>
                    <a:pt x="39199" y="996313"/>
                  </a:lnTo>
                  <a:lnTo>
                    <a:pt x="39183" y="998546"/>
                  </a:lnTo>
                  <a:lnTo>
                    <a:pt x="38456" y="1003611"/>
                  </a:lnTo>
                  <a:lnTo>
                    <a:pt x="37981" y="1005694"/>
                  </a:lnTo>
                  <a:lnTo>
                    <a:pt x="38823" y="1008043"/>
                  </a:lnTo>
                  <a:lnTo>
                    <a:pt x="39577" y="1010135"/>
                  </a:lnTo>
                  <a:lnTo>
                    <a:pt x="41096" y="1011699"/>
                  </a:lnTo>
                  <a:lnTo>
                    <a:pt x="42346" y="1013904"/>
                  </a:lnTo>
                  <a:lnTo>
                    <a:pt x="43208" y="1015728"/>
                  </a:lnTo>
                  <a:lnTo>
                    <a:pt x="43005" y="1018204"/>
                  </a:lnTo>
                  <a:lnTo>
                    <a:pt x="43609" y="1018954"/>
                  </a:lnTo>
                  <a:lnTo>
                    <a:pt x="45934" y="1019006"/>
                  </a:lnTo>
                  <a:lnTo>
                    <a:pt x="49408" y="1019084"/>
                  </a:lnTo>
                  <a:lnTo>
                    <a:pt x="54835" y="1019208"/>
                  </a:lnTo>
                  <a:lnTo>
                    <a:pt x="60132" y="1019329"/>
                  </a:lnTo>
                  <a:lnTo>
                    <a:pt x="66146" y="1019505"/>
                  </a:lnTo>
                  <a:lnTo>
                    <a:pt x="68996" y="1021490"/>
                  </a:lnTo>
                  <a:lnTo>
                    <a:pt x="71576" y="1023285"/>
                  </a:lnTo>
                  <a:lnTo>
                    <a:pt x="74824" y="1023285"/>
                  </a:lnTo>
                  <a:lnTo>
                    <a:pt x="78065" y="1025412"/>
                  </a:lnTo>
                  <a:lnTo>
                    <a:pt x="80474" y="1026812"/>
                  </a:lnTo>
                  <a:lnTo>
                    <a:pt x="81917" y="1027340"/>
                  </a:lnTo>
                  <a:lnTo>
                    <a:pt x="83400" y="1027844"/>
                  </a:lnTo>
                  <a:lnTo>
                    <a:pt x="83603" y="1029801"/>
                  </a:lnTo>
                  <a:lnTo>
                    <a:pt x="77114" y="1027025"/>
                  </a:lnTo>
                  <a:lnTo>
                    <a:pt x="75657" y="1025510"/>
                  </a:lnTo>
                  <a:lnTo>
                    <a:pt x="74423" y="1025334"/>
                  </a:lnTo>
                  <a:lnTo>
                    <a:pt x="72054" y="1027224"/>
                  </a:lnTo>
                  <a:lnTo>
                    <a:pt x="70745" y="1031720"/>
                  </a:lnTo>
                  <a:lnTo>
                    <a:pt x="70058" y="1032995"/>
                  </a:lnTo>
                  <a:lnTo>
                    <a:pt x="68412" y="1034202"/>
                  </a:lnTo>
                  <a:lnTo>
                    <a:pt x="66756" y="1034438"/>
                  </a:lnTo>
                  <a:lnTo>
                    <a:pt x="61189" y="1038790"/>
                  </a:lnTo>
                  <a:lnTo>
                    <a:pt x="59210" y="1039162"/>
                  </a:lnTo>
                  <a:lnTo>
                    <a:pt x="57860" y="1040316"/>
                  </a:lnTo>
                  <a:lnTo>
                    <a:pt x="56539" y="1041978"/>
                  </a:lnTo>
                  <a:lnTo>
                    <a:pt x="56033" y="1045548"/>
                  </a:lnTo>
                  <a:lnTo>
                    <a:pt x="56238" y="1047721"/>
                  </a:lnTo>
                  <a:lnTo>
                    <a:pt x="54733" y="1055518"/>
                  </a:lnTo>
                  <a:lnTo>
                    <a:pt x="54361" y="1059852"/>
                  </a:lnTo>
                  <a:lnTo>
                    <a:pt x="54352" y="1062060"/>
                  </a:lnTo>
                  <a:lnTo>
                    <a:pt x="54781" y="1065667"/>
                  </a:lnTo>
                  <a:lnTo>
                    <a:pt x="54228" y="1071839"/>
                  </a:lnTo>
                  <a:lnTo>
                    <a:pt x="53228" y="1073190"/>
                  </a:lnTo>
                  <a:lnTo>
                    <a:pt x="50754" y="1074915"/>
                  </a:lnTo>
                  <a:lnTo>
                    <a:pt x="49072" y="1073660"/>
                  </a:lnTo>
                  <a:lnTo>
                    <a:pt x="46196" y="1072543"/>
                  </a:lnTo>
                  <a:lnTo>
                    <a:pt x="44147" y="1070165"/>
                  </a:lnTo>
                  <a:lnTo>
                    <a:pt x="41511" y="1068486"/>
                  </a:lnTo>
                  <a:lnTo>
                    <a:pt x="40666" y="1067496"/>
                  </a:lnTo>
                  <a:lnTo>
                    <a:pt x="38336" y="1062735"/>
                  </a:lnTo>
                  <a:lnTo>
                    <a:pt x="38090" y="1061156"/>
                  </a:lnTo>
                  <a:lnTo>
                    <a:pt x="37921" y="1059160"/>
                  </a:lnTo>
                  <a:lnTo>
                    <a:pt x="39151" y="1056309"/>
                  </a:lnTo>
                  <a:lnTo>
                    <a:pt x="39811" y="1056101"/>
                  </a:lnTo>
                  <a:lnTo>
                    <a:pt x="41739" y="1056187"/>
                  </a:lnTo>
                  <a:lnTo>
                    <a:pt x="43344" y="1055729"/>
                  </a:lnTo>
                  <a:lnTo>
                    <a:pt x="44367" y="1057255"/>
                  </a:lnTo>
                  <a:lnTo>
                    <a:pt x="44649" y="1060582"/>
                  </a:lnTo>
                  <a:lnTo>
                    <a:pt x="44199" y="1062357"/>
                  </a:lnTo>
                  <a:lnTo>
                    <a:pt x="43791" y="1063453"/>
                  </a:lnTo>
                  <a:lnTo>
                    <a:pt x="43919" y="1064282"/>
                  </a:lnTo>
                  <a:lnTo>
                    <a:pt x="45073" y="1063130"/>
                  </a:lnTo>
                  <a:lnTo>
                    <a:pt x="45659" y="1055685"/>
                  </a:lnTo>
                  <a:lnTo>
                    <a:pt x="49574" y="1051974"/>
                  </a:lnTo>
                  <a:lnTo>
                    <a:pt x="50855" y="1049807"/>
                  </a:lnTo>
                  <a:lnTo>
                    <a:pt x="52107" y="1046463"/>
                  </a:lnTo>
                  <a:lnTo>
                    <a:pt x="52302" y="1045505"/>
                  </a:lnTo>
                  <a:lnTo>
                    <a:pt x="52396" y="1044249"/>
                  </a:lnTo>
                  <a:lnTo>
                    <a:pt x="51567" y="1043216"/>
                  </a:lnTo>
                  <a:lnTo>
                    <a:pt x="49719" y="1041846"/>
                  </a:lnTo>
                  <a:lnTo>
                    <a:pt x="43846" y="1048864"/>
                  </a:lnTo>
                  <a:lnTo>
                    <a:pt x="41187" y="1050713"/>
                  </a:lnTo>
                  <a:lnTo>
                    <a:pt x="39473" y="1052722"/>
                  </a:lnTo>
                  <a:lnTo>
                    <a:pt x="37399" y="1056332"/>
                  </a:lnTo>
                  <a:lnTo>
                    <a:pt x="37004" y="1057399"/>
                  </a:lnTo>
                  <a:lnTo>
                    <a:pt x="36564" y="1059794"/>
                  </a:lnTo>
                  <a:lnTo>
                    <a:pt x="36356" y="1062426"/>
                  </a:lnTo>
                  <a:lnTo>
                    <a:pt x="34308" y="1061223"/>
                  </a:lnTo>
                  <a:lnTo>
                    <a:pt x="31183" y="1057402"/>
                  </a:lnTo>
                  <a:lnTo>
                    <a:pt x="30558" y="1056005"/>
                  </a:lnTo>
                  <a:lnTo>
                    <a:pt x="31185" y="1054049"/>
                  </a:lnTo>
                  <a:lnTo>
                    <a:pt x="32137" y="1052416"/>
                  </a:lnTo>
                  <a:lnTo>
                    <a:pt x="32201" y="1046936"/>
                  </a:lnTo>
                  <a:lnTo>
                    <a:pt x="32440" y="1045017"/>
                  </a:lnTo>
                  <a:lnTo>
                    <a:pt x="33099" y="1043479"/>
                  </a:lnTo>
                  <a:lnTo>
                    <a:pt x="34298" y="1041788"/>
                  </a:lnTo>
                  <a:lnTo>
                    <a:pt x="34893" y="1041396"/>
                  </a:lnTo>
                  <a:lnTo>
                    <a:pt x="35399" y="1042129"/>
                  </a:lnTo>
                  <a:lnTo>
                    <a:pt x="35462" y="1043421"/>
                  </a:lnTo>
                  <a:lnTo>
                    <a:pt x="37454" y="1043329"/>
                  </a:lnTo>
                  <a:lnTo>
                    <a:pt x="41320" y="1038470"/>
                  </a:lnTo>
                  <a:lnTo>
                    <a:pt x="42911" y="1038354"/>
                  </a:lnTo>
                  <a:lnTo>
                    <a:pt x="45008" y="1039439"/>
                  </a:lnTo>
                  <a:lnTo>
                    <a:pt x="47377" y="1038787"/>
                  </a:lnTo>
                  <a:lnTo>
                    <a:pt x="47804" y="1038291"/>
                  </a:lnTo>
                  <a:lnTo>
                    <a:pt x="48297" y="1037151"/>
                  </a:lnTo>
                  <a:lnTo>
                    <a:pt x="46531" y="1035812"/>
                  </a:lnTo>
                  <a:lnTo>
                    <a:pt x="44837" y="1035131"/>
                  </a:lnTo>
                  <a:lnTo>
                    <a:pt x="40075" y="1034658"/>
                  </a:lnTo>
                  <a:lnTo>
                    <a:pt x="39043" y="1035177"/>
                  </a:lnTo>
                  <a:lnTo>
                    <a:pt x="37636" y="1037754"/>
                  </a:lnTo>
                  <a:lnTo>
                    <a:pt x="37169" y="1037110"/>
                  </a:lnTo>
                  <a:lnTo>
                    <a:pt x="36868" y="1035812"/>
                  </a:lnTo>
                  <a:lnTo>
                    <a:pt x="35252" y="1034897"/>
                  </a:lnTo>
                  <a:lnTo>
                    <a:pt x="34478" y="1035088"/>
                  </a:lnTo>
                  <a:lnTo>
                    <a:pt x="33736" y="1036325"/>
                  </a:lnTo>
                  <a:lnTo>
                    <a:pt x="33857" y="1038250"/>
                  </a:lnTo>
                  <a:lnTo>
                    <a:pt x="33444" y="1040313"/>
                  </a:lnTo>
                  <a:lnTo>
                    <a:pt x="31948" y="1042359"/>
                  </a:lnTo>
                  <a:lnTo>
                    <a:pt x="30931" y="1045614"/>
                  </a:lnTo>
                  <a:lnTo>
                    <a:pt x="30979" y="1048145"/>
                  </a:lnTo>
                  <a:lnTo>
                    <a:pt x="30900" y="1049464"/>
                  </a:lnTo>
                  <a:lnTo>
                    <a:pt x="30526" y="1050159"/>
                  </a:lnTo>
                  <a:lnTo>
                    <a:pt x="29755" y="1050996"/>
                  </a:lnTo>
                  <a:lnTo>
                    <a:pt x="27273" y="1050428"/>
                  </a:lnTo>
                  <a:lnTo>
                    <a:pt x="25872" y="1047773"/>
                  </a:lnTo>
                  <a:lnTo>
                    <a:pt x="25324" y="1045961"/>
                  </a:lnTo>
                  <a:lnTo>
                    <a:pt x="23739" y="1043996"/>
                  </a:lnTo>
                  <a:lnTo>
                    <a:pt x="27183" y="1041551"/>
                  </a:lnTo>
                  <a:lnTo>
                    <a:pt x="28393" y="1040158"/>
                  </a:lnTo>
                  <a:lnTo>
                    <a:pt x="29498" y="1037050"/>
                  </a:lnTo>
                  <a:lnTo>
                    <a:pt x="30322" y="1035073"/>
                  </a:lnTo>
                  <a:lnTo>
                    <a:pt x="29738" y="1033682"/>
                  </a:lnTo>
                  <a:lnTo>
                    <a:pt x="29049" y="1033679"/>
                  </a:lnTo>
                  <a:lnTo>
                    <a:pt x="29114" y="1035890"/>
                  </a:lnTo>
                  <a:lnTo>
                    <a:pt x="28355" y="1037702"/>
                  </a:lnTo>
                  <a:lnTo>
                    <a:pt x="26767" y="1036848"/>
                  </a:lnTo>
                  <a:lnTo>
                    <a:pt x="24424" y="1039526"/>
                  </a:lnTo>
                  <a:lnTo>
                    <a:pt x="22984" y="1038810"/>
                  </a:lnTo>
                  <a:lnTo>
                    <a:pt x="20638" y="1039598"/>
                  </a:lnTo>
                  <a:lnTo>
                    <a:pt x="19490" y="1038155"/>
                  </a:lnTo>
                  <a:lnTo>
                    <a:pt x="19244" y="1036320"/>
                  </a:lnTo>
                  <a:lnTo>
                    <a:pt x="19658" y="1034409"/>
                  </a:lnTo>
                  <a:lnTo>
                    <a:pt x="19227" y="1031169"/>
                  </a:lnTo>
                  <a:lnTo>
                    <a:pt x="18580" y="1030381"/>
                  </a:lnTo>
                  <a:lnTo>
                    <a:pt x="17921" y="1030566"/>
                  </a:lnTo>
                  <a:lnTo>
                    <a:pt x="17625" y="1028635"/>
                  </a:lnTo>
                  <a:lnTo>
                    <a:pt x="16912" y="1025242"/>
                  </a:lnTo>
                  <a:lnTo>
                    <a:pt x="16596" y="1024324"/>
                  </a:lnTo>
                  <a:lnTo>
                    <a:pt x="16254" y="1022746"/>
                  </a:lnTo>
                  <a:lnTo>
                    <a:pt x="16608" y="1022362"/>
                  </a:lnTo>
                  <a:lnTo>
                    <a:pt x="17413" y="1022815"/>
                  </a:lnTo>
                  <a:lnTo>
                    <a:pt x="18120" y="1023836"/>
                  </a:lnTo>
                  <a:lnTo>
                    <a:pt x="19193" y="1023966"/>
                  </a:lnTo>
                  <a:lnTo>
                    <a:pt x="21561" y="1026177"/>
                  </a:lnTo>
                  <a:lnTo>
                    <a:pt x="22544" y="1025646"/>
                  </a:lnTo>
                  <a:lnTo>
                    <a:pt x="23077" y="1025138"/>
                  </a:lnTo>
                  <a:lnTo>
                    <a:pt x="23277" y="1023303"/>
                  </a:lnTo>
                  <a:lnTo>
                    <a:pt x="23289" y="1021560"/>
                  </a:lnTo>
                  <a:lnTo>
                    <a:pt x="23696" y="1021560"/>
                  </a:lnTo>
                  <a:lnTo>
                    <a:pt x="25040" y="1023787"/>
                  </a:lnTo>
                  <a:lnTo>
                    <a:pt x="25894" y="1023577"/>
                  </a:lnTo>
                  <a:lnTo>
                    <a:pt x="27404" y="1024165"/>
                  </a:lnTo>
                  <a:lnTo>
                    <a:pt x="28167" y="1023926"/>
                  </a:lnTo>
                  <a:lnTo>
                    <a:pt x="29584" y="1023095"/>
                  </a:lnTo>
                  <a:lnTo>
                    <a:pt x="31812" y="1020648"/>
                  </a:lnTo>
                  <a:lnTo>
                    <a:pt x="32969" y="1018114"/>
                  </a:lnTo>
                  <a:lnTo>
                    <a:pt x="33523" y="1017771"/>
                  </a:lnTo>
                  <a:lnTo>
                    <a:pt x="34210" y="1018097"/>
                  </a:lnTo>
                  <a:lnTo>
                    <a:pt x="34669" y="1018824"/>
                  </a:lnTo>
                  <a:lnTo>
                    <a:pt x="34677" y="1020584"/>
                  </a:lnTo>
                  <a:lnTo>
                    <a:pt x="35197" y="1022215"/>
                  </a:lnTo>
                  <a:lnTo>
                    <a:pt x="35906" y="1023551"/>
                  </a:lnTo>
                  <a:lnTo>
                    <a:pt x="36103" y="1025175"/>
                  </a:lnTo>
                  <a:lnTo>
                    <a:pt x="35958" y="1026774"/>
                  </a:lnTo>
                  <a:lnTo>
                    <a:pt x="34691" y="1029022"/>
                  </a:lnTo>
                  <a:lnTo>
                    <a:pt x="34456" y="1029804"/>
                  </a:lnTo>
                  <a:lnTo>
                    <a:pt x="34881" y="1030629"/>
                  </a:lnTo>
                  <a:lnTo>
                    <a:pt x="35405" y="1030243"/>
                  </a:lnTo>
                  <a:lnTo>
                    <a:pt x="36128" y="1029132"/>
                  </a:lnTo>
                  <a:lnTo>
                    <a:pt x="36540" y="1027605"/>
                  </a:lnTo>
                  <a:lnTo>
                    <a:pt x="36650" y="1026812"/>
                  </a:lnTo>
                  <a:lnTo>
                    <a:pt x="36696" y="1025677"/>
                  </a:lnTo>
                  <a:lnTo>
                    <a:pt x="36641" y="1024295"/>
                  </a:lnTo>
                  <a:lnTo>
                    <a:pt x="35612" y="1020356"/>
                  </a:lnTo>
                  <a:lnTo>
                    <a:pt x="35483" y="1019468"/>
                  </a:lnTo>
                  <a:lnTo>
                    <a:pt x="35485" y="1017681"/>
                  </a:lnTo>
                  <a:lnTo>
                    <a:pt x="36656" y="1016039"/>
                  </a:lnTo>
                  <a:lnTo>
                    <a:pt x="36986" y="1014758"/>
                  </a:lnTo>
                  <a:lnTo>
                    <a:pt x="37038" y="1012279"/>
                  </a:lnTo>
                  <a:lnTo>
                    <a:pt x="36429" y="1010580"/>
                  </a:lnTo>
                  <a:lnTo>
                    <a:pt x="33912" y="1006652"/>
                  </a:lnTo>
                  <a:lnTo>
                    <a:pt x="29706" y="1002713"/>
                  </a:lnTo>
                  <a:lnTo>
                    <a:pt x="29223" y="1003126"/>
                  </a:lnTo>
                  <a:lnTo>
                    <a:pt x="28897" y="1003839"/>
                  </a:lnTo>
                  <a:lnTo>
                    <a:pt x="29284" y="1004358"/>
                  </a:lnTo>
                  <a:lnTo>
                    <a:pt x="29841" y="1004621"/>
                  </a:lnTo>
                  <a:lnTo>
                    <a:pt x="33589" y="1007864"/>
                  </a:lnTo>
                  <a:lnTo>
                    <a:pt x="34564" y="1009746"/>
                  </a:lnTo>
                  <a:lnTo>
                    <a:pt x="35203" y="1010251"/>
                  </a:lnTo>
                  <a:lnTo>
                    <a:pt x="35960" y="1011500"/>
                  </a:lnTo>
                  <a:lnTo>
                    <a:pt x="35767" y="1013327"/>
                  </a:lnTo>
                  <a:lnTo>
                    <a:pt x="31989" y="1015122"/>
                  </a:lnTo>
                  <a:lnTo>
                    <a:pt x="28993" y="1018986"/>
                  </a:lnTo>
                  <a:lnTo>
                    <a:pt x="26754" y="1021332"/>
                  </a:lnTo>
                  <a:lnTo>
                    <a:pt x="25201" y="1020475"/>
                  </a:lnTo>
                  <a:lnTo>
                    <a:pt x="24463" y="1018091"/>
                  </a:lnTo>
                  <a:lnTo>
                    <a:pt x="23681" y="1015015"/>
                  </a:lnTo>
                  <a:lnTo>
                    <a:pt x="22503" y="1013220"/>
                  </a:lnTo>
                  <a:lnTo>
                    <a:pt x="21836" y="1013388"/>
                  </a:lnTo>
                  <a:lnTo>
                    <a:pt x="21296" y="1013056"/>
                  </a:lnTo>
                  <a:lnTo>
                    <a:pt x="20871" y="1012106"/>
                  </a:lnTo>
                  <a:lnTo>
                    <a:pt x="19964" y="1012894"/>
                  </a:lnTo>
                  <a:lnTo>
                    <a:pt x="17971" y="1010756"/>
                  </a:lnTo>
                  <a:lnTo>
                    <a:pt x="17393" y="1009824"/>
                  </a:lnTo>
                  <a:lnTo>
                    <a:pt x="18856" y="1006814"/>
                  </a:lnTo>
                  <a:lnTo>
                    <a:pt x="20465" y="1007971"/>
                  </a:lnTo>
                  <a:lnTo>
                    <a:pt x="20855" y="999508"/>
                  </a:lnTo>
                  <a:lnTo>
                    <a:pt x="20353" y="997583"/>
                  </a:lnTo>
                  <a:lnTo>
                    <a:pt x="18261" y="995488"/>
                  </a:lnTo>
                  <a:lnTo>
                    <a:pt x="17234" y="995759"/>
                  </a:lnTo>
                  <a:lnTo>
                    <a:pt x="15832" y="995476"/>
                  </a:lnTo>
                  <a:lnTo>
                    <a:pt x="14888" y="994515"/>
                  </a:lnTo>
                  <a:lnTo>
                    <a:pt x="13812" y="994134"/>
                  </a:lnTo>
                  <a:lnTo>
                    <a:pt x="12903" y="993575"/>
                  </a:lnTo>
                  <a:lnTo>
                    <a:pt x="11715" y="992270"/>
                  </a:lnTo>
                  <a:lnTo>
                    <a:pt x="10280" y="991572"/>
                  </a:lnTo>
                  <a:lnTo>
                    <a:pt x="8343" y="986199"/>
                  </a:lnTo>
                  <a:lnTo>
                    <a:pt x="7512" y="983377"/>
                  </a:lnTo>
                  <a:lnTo>
                    <a:pt x="7059" y="980295"/>
                  </a:lnTo>
                  <a:lnTo>
                    <a:pt x="10029" y="980226"/>
                  </a:lnTo>
                  <a:lnTo>
                    <a:pt x="11765" y="979726"/>
                  </a:lnTo>
                  <a:lnTo>
                    <a:pt x="12189" y="978439"/>
                  </a:lnTo>
                  <a:lnTo>
                    <a:pt x="11577" y="975984"/>
                  </a:lnTo>
                  <a:lnTo>
                    <a:pt x="10728" y="974050"/>
                  </a:lnTo>
                  <a:lnTo>
                    <a:pt x="11351" y="972235"/>
                  </a:lnTo>
                  <a:lnTo>
                    <a:pt x="12240" y="970830"/>
                  </a:lnTo>
                  <a:lnTo>
                    <a:pt x="13165" y="971453"/>
                  </a:lnTo>
                  <a:lnTo>
                    <a:pt x="15449" y="974581"/>
                  </a:lnTo>
                  <a:lnTo>
                    <a:pt x="15842" y="976699"/>
                  </a:lnTo>
                  <a:lnTo>
                    <a:pt x="17468" y="983154"/>
                  </a:lnTo>
                  <a:lnTo>
                    <a:pt x="17860" y="983729"/>
                  </a:lnTo>
                  <a:lnTo>
                    <a:pt x="18052" y="984329"/>
                  </a:lnTo>
                  <a:lnTo>
                    <a:pt x="21412" y="987942"/>
                  </a:lnTo>
                  <a:lnTo>
                    <a:pt x="21883" y="987893"/>
                  </a:lnTo>
                  <a:lnTo>
                    <a:pt x="21675" y="984863"/>
                  </a:lnTo>
                  <a:lnTo>
                    <a:pt x="22642" y="980751"/>
                  </a:lnTo>
                  <a:lnTo>
                    <a:pt x="23580" y="979392"/>
                  </a:lnTo>
                  <a:lnTo>
                    <a:pt x="24051" y="979406"/>
                  </a:lnTo>
                  <a:lnTo>
                    <a:pt x="24099" y="978719"/>
                  </a:lnTo>
                  <a:lnTo>
                    <a:pt x="23186" y="977008"/>
                  </a:lnTo>
                  <a:lnTo>
                    <a:pt x="23633" y="974723"/>
                  </a:lnTo>
                  <a:lnTo>
                    <a:pt x="23340" y="974650"/>
                  </a:lnTo>
                  <a:lnTo>
                    <a:pt x="22531" y="976116"/>
                  </a:lnTo>
                  <a:lnTo>
                    <a:pt x="20905" y="983293"/>
                  </a:lnTo>
                  <a:lnTo>
                    <a:pt x="19909" y="984603"/>
                  </a:lnTo>
                  <a:lnTo>
                    <a:pt x="18543" y="981354"/>
                  </a:lnTo>
                  <a:lnTo>
                    <a:pt x="17768" y="979014"/>
                  </a:lnTo>
                  <a:lnTo>
                    <a:pt x="17387" y="978182"/>
                  </a:lnTo>
                  <a:lnTo>
                    <a:pt x="17521" y="974506"/>
                  </a:lnTo>
                  <a:lnTo>
                    <a:pt x="20228" y="975251"/>
                  </a:lnTo>
                  <a:lnTo>
                    <a:pt x="19299" y="974047"/>
                  </a:lnTo>
                  <a:lnTo>
                    <a:pt x="16140" y="971926"/>
                  </a:lnTo>
                  <a:lnTo>
                    <a:pt x="15351" y="970890"/>
                  </a:lnTo>
                  <a:lnTo>
                    <a:pt x="14764" y="970512"/>
                  </a:lnTo>
                  <a:lnTo>
                    <a:pt x="13714" y="968013"/>
                  </a:lnTo>
                  <a:lnTo>
                    <a:pt x="12411" y="965898"/>
                  </a:lnTo>
                  <a:lnTo>
                    <a:pt x="14658" y="962092"/>
                  </a:lnTo>
                  <a:lnTo>
                    <a:pt x="15816" y="959414"/>
                  </a:lnTo>
                  <a:lnTo>
                    <a:pt x="19433" y="960837"/>
                  </a:lnTo>
                  <a:lnTo>
                    <a:pt x="20133" y="960009"/>
                  </a:lnTo>
                  <a:lnTo>
                    <a:pt x="19527" y="958052"/>
                  </a:lnTo>
                  <a:lnTo>
                    <a:pt x="18813" y="958644"/>
                  </a:lnTo>
                  <a:lnTo>
                    <a:pt x="17685" y="957426"/>
                  </a:lnTo>
                  <a:lnTo>
                    <a:pt x="15929" y="953764"/>
                  </a:lnTo>
                  <a:lnTo>
                    <a:pt x="15988" y="951894"/>
                  </a:lnTo>
                  <a:lnTo>
                    <a:pt x="16310" y="948466"/>
                  </a:lnTo>
                  <a:lnTo>
                    <a:pt x="17005" y="947733"/>
                  </a:lnTo>
                  <a:lnTo>
                    <a:pt x="18483" y="947026"/>
                  </a:lnTo>
                  <a:lnTo>
                    <a:pt x="20168" y="948140"/>
                  </a:lnTo>
                  <a:lnTo>
                    <a:pt x="20904" y="949046"/>
                  </a:lnTo>
                  <a:lnTo>
                    <a:pt x="21539" y="948622"/>
                  </a:lnTo>
                  <a:lnTo>
                    <a:pt x="20894" y="946083"/>
                  </a:lnTo>
                  <a:lnTo>
                    <a:pt x="19794" y="945122"/>
                  </a:lnTo>
                  <a:lnTo>
                    <a:pt x="18570" y="943312"/>
                  </a:lnTo>
                  <a:lnTo>
                    <a:pt x="18696" y="941307"/>
                  </a:lnTo>
                  <a:lnTo>
                    <a:pt x="19090" y="939648"/>
                  </a:lnTo>
                  <a:lnTo>
                    <a:pt x="19387" y="937830"/>
                  </a:lnTo>
                  <a:lnTo>
                    <a:pt x="19592" y="935284"/>
                  </a:lnTo>
                  <a:lnTo>
                    <a:pt x="19479" y="933302"/>
                  </a:lnTo>
                  <a:lnTo>
                    <a:pt x="19832" y="932387"/>
                  </a:lnTo>
                  <a:lnTo>
                    <a:pt x="20371" y="931977"/>
                  </a:lnTo>
                  <a:lnTo>
                    <a:pt x="20405" y="931233"/>
                  </a:lnTo>
                  <a:lnTo>
                    <a:pt x="19337" y="931389"/>
                  </a:lnTo>
                  <a:lnTo>
                    <a:pt x="18951" y="933896"/>
                  </a:lnTo>
                  <a:lnTo>
                    <a:pt x="18806" y="936182"/>
                  </a:lnTo>
                  <a:lnTo>
                    <a:pt x="18048" y="938017"/>
                  </a:lnTo>
                  <a:lnTo>
                    <a:pt x="17725" y="940086"/>
                  </a:lnTo>
                  <a:lnTo>
                    <a:pt x="17532" y="942565"/>
                  </a:lnTo>
                  <a:lnTo>
                    <a:pt x="17110" y="945407"/>
                  </a:lnTo>
                  <a:lnTo>
                    <a:pt x="16187" y="944325"/>
                  </a:lnTo>
                  <a:lnTo>
                    <a:pt x="15646" y="943211"/>
                  </a:lnTo>
                  <a:lnTo>
                    <a:pt x="15438" y="942449"/>
                  </a:lnTo>
                  <a:lnTo>
                    <a:pt x="15535" y="940998"/>
                  </a:lnTo>
                  <a:lnTo>
                    <a:pt x="15284" y="932029"/>
                  </a:lnTo>
                  <a:lnTo>
                    <a:pt x="15259" y="924518"/>
                  </a:lnTo>
                  <a:lnTo>
                    <a:pt x="15732" y="918669"/>
                  </a:lnTo>
                  <a:lnTo>
                    <a:pt x="17036" y="916343"/>
                  </a:lnTo>
                  <a:lnTo>
                    <a:pt x="17629" y="915668"/>
                  </a:lnTo>
                  <a:lnTo>
                    <a:pt x="18168" y="915965"/>
                  </a:lnTo>
                  <a:lnTo>
                    <a:pt x="19001" y="915948"/>
                  </a:lnTo>
                  <a:lnTo>
                    <a:pt x="19552" y="915102"/>
                  </a:lnTo>
                  <a:lnTo>
                    <a:pt x="17683" y="913697"/>
                  </a:lnTo>
                  <a:lnTo>
                    <a:pt x="16548" y="914499"/>
                  </a:lnTo>
                  <a:lnTo>
                    <a:pt x="15710" y="915622"/>
                  </a:lnTo>
                  <a:lnTo>
                    <a:pt x="14197" y="914776"/>
                  </a:lnTo>
                  <a:lnTo>
                    <a:pt x="13909" y="911772"/>
                  </a:lnTo>
                  <a:lnTo>
                    <a:pt x="13014" y="909175"/>
                  </a:lnTo>
                  <a:lnTo>
                    <a:pt x="12858" y="905851"/>
                  </a:lnTo>
                  <a:lnTo>
                    <a:pt x="12928" y="901038"/>
                  </a:lnTo>
                  <a:lnTo>
                    <a:pt x="15048" y="901453"/>
                  </a:lnTo>
                  <a:lnTo>
                    <a:pt x="16774" y="902394"/>
                  </a:lnTo>
                  <a:lnTo>
                    <a:pt x="21339" y="902313"/>
                  </a:lnTo>
                  <a:lnTo>
                    <a:pt x="25086" y="906924"/>
                  </a:lnTo>
                  <a:lnTo>
                    <a:pt x="26740" y="906307"/>
                  </a:lnTo>
                  <a:lnTo>
                    <a:pt x="26664" y="905378"/>
                  </a:lnTo>
                  <a:lnTo>
                    <a:pt x="25399" y="904218"/>
                  </a:lnTo>
                  <a:lnTo>
                    <a:pt x="24610" y="901638"/>
                  </a:lnTo>
                  <a:lnTo>
                    <a:pt x="24146" y="900888"/>
                  </a:lnTo>
                  <a:lnTo>
                    <a:pt x="23927" y="899338"/>
                  </a:lnTo>
                  <a:lnTo>
                    <a:pt x="23856" y="897532"/>
                  </a:lnTo>
                  <a:lnTo>
                    <a:pt x="22926" y="890886"/>
                  </a:lnTo>
                  <a:lnTo>
                    <a:pt x="22554" y="891059"/>
                  </a:lnTo>
                  <a:lnTo>
                    <a:pt x="22197" y="893339"/>
                  </a:lnTo>
                  <a:lnTo>
                    <a:pt x="21421" y="897136"/>
                  </a:lnTo>
                  <a:lnTo>
                    <a:pt x="20337" y="898980"/>
                  </a:lnTo>
                  <a:lnTo>
                    <a:pt x="18681" y="899727"/>
                  </a:lnTo>
                  <a:lnTo>
                    <a:pt x="17044" y="900149"/>
                  </a:lnTo>
                  <a:lnTo>
                    <a:pt x="15622" y="899422"/>
                  </a:lnTo>
                  <a:lnTo>
                    <a:pt x="15291" y="897852"/>
                  </a:lnTo>
                  <a:lnTo>
                    <a:pt x="15327" y="896034"/>
                  </a:lnTo>
                  <a:lnTo>
                    <a:pt x="14712" y="895145"/>
                  </a:lnTo>
                  <a:lnTo>
                    <a:pt x="13106" y="894357"/>
                  </a:lnTo>
                  <a:lnTo>
                    <a:pt x="12649" y="893916"/>
                  </a:lnTo>
                  <a:lnTo>
                    <a:pt x="12120" y="892268"/>
                  </a:lnTo>
                  <a:lnTo>
                    <a:pt x="12885" y="889778"/>
                  </a:lnTo>
                  <a:lnTo>
                    <a:pt x="13514" y="888292"/>
                  </a:lnTo>
                  <a:lnTo>
                    <a:pt x="14283" y="888586"/>
                  </a:lnTo>
                  <a:lnTo>
                    <a:pt x="15012" y="889258"/>
                  </a:lnTo>
                  <a:lnTo>
                    <a:pt x="15944" y="891218"/>
                  </a:lnTo>
                  <a:lnTo>
                    <a:pt x="16860" y="891590"/>
                  </a:lnTo>
                  <a:lnTo>
                    <a:pt x="17908" y="890035"/>
                  </a:lnTo>
                  <a:lnTo>
                    <a:pt x="18114" y="888976"/>
                  </a:lnTo>
                  <a:lnTo>
                    <a:pt x="17458" y="888312"/>
                  </a:lnTo>
                  <a:lnTo>
                    <a:pt x="16861" y="888055"/>
                  </a:lnTo>
                  <a:lnTo>
                    <a:pt x="15932" y="887221"/>
                  </a:lnTo>
                  <a:lnTo>
                    <a:pt x="14102" y="884237"/>
                  </a:lnTo>
                  <a:lnTo>
                    <a:pt x="15016" y="881196"/>
                  </a:lnTo>
                  <a:lnTo>
                    <a:pt x="17174" y="877710"/>
                  </a:lnTo>
                  <a:lnTo>
                    <a:pt x="17834" y="876911"/>
                  </a:lnTo>
                  <a:lnTo>
                    <a:pt x="17262" y="873973"/>
                  </a:lnTo>
                  <a:lnTo>
                    <a:pt x="17908" y="870761"/>
                  </a:lnTo>
                  <a:lnTo>
                    <a:pt x="17246" y="868112"/>
                  </a:lnTo>
                  <a:lnTo>
                    <a:pt x="16048" y="865258"/>
                  </a:lnTo>
                  <a:lnTo>
                    <a:pt x="14430" y="864626"/>
                  </a:lnTo>
                  <a:lnTo>
                    <a:pt x="14082" y="865460"/>
                  </a:lnTo>
                  <a:lnTo>
                    <a:pt x="14025" y="866629"/>
                  </a:lnTo>
                  <a:lnTo>
                    <a:pt x="14282" y="867509"/>
                  </a:lnTo>
                  <a:lnTo>
                    <a:pt x="14131" y="868144"/>
                  </a:lnTo>
                  <a:lnTo>
                    <a:pt x="13761" y="868124"/>
                  </a:lnTo>
                  <a:lnTo>
                    <a:pt x="11706" y="867498"/>
                  </a:lnTo>
                  <a:lnTo>
                    <a:pt x="10328" y="865599"/>
                  </a:lnTo>
                  <a:lnTo>
                    <a:pt x="8080" y="863867"/>
                  </a:lnTo>
                  <a:lnTo>
                    <a:pt x="7787" y="862514"/>
                  </a:lnTo>
                  <a:lnTo>
                    <a:pt x="7544" y="860526"/>
                  </a:lnTo>
                  <a:lnTo>
                    <a:pt x="8331" y="857101"/>
                  </a:lnTo>
                  <a:lnTo>
                    <a:pt x="7933" y="857054"/>
                  </a:lnTo>
                  <a:lnTo>
                    <a:pt x="6471" y="859701"/>
                  </a:lnTo>
                  <a:lnTo>
                    <a:pt x="4266" y="861089"/>
                  </a:lnTo>
                  <a:lnTo>
                    <a:pt x="2643" y="861542"/>
                  </a:lnTo>
                  <a:lnTo>
                    <a:pt x="1930" y="862615"/>
                  </a:lnTo>
                  <a:lnTo>
                    <a:pt x="1645" y="863501"/>
                  </a:lnTo>
                  <a:lnTo>
                    <a:pt x="2077" y="864023"/>
                  </a:lnTo>
                  <a:lnTo>
                    <a:pt x="3016" y="864153"/>
                  </a:lnTo>
                  <a:lnTo>
                    <a:pt x="3701" y="867460"/>
                  </a:lnTo>
                  <a:lnTo>
                    <a:pt x="3531" y="868730"/>
                  </a:lnTo>
                  <a:lnTo>
                    <a:pt x="3196" y="869584"/>
                  </a:lnTo>
                  <a:lnTo>
                    <a:pt x="2433" y="869748"/>
                  </a:lnTo>
                  <a:lnTo>
                    <a:pt x="838" y="867463"/>
                  </a:lnTo>
                  <a:lnTo>
                    <a:pt x="0" y="864869"/>
                  </a:lnTo>
                  <a:lnTo>
                    <a:pt x="19" y="862808"/>
                  </a:lnTo>
                  <a:lnTo>
                    <a:pt x="590" y="860004"/>
                  </a:lnTo>
                  <a:lnTo>
                    <a:pt x="3120" y="856241"/>
                  </a:lnTo>
                  <a:lnTo>
                    <a:pt x="3821" y="854648"/>
                  </a:lnTo>
                  <a:lnTo>
                    <a:pt x="5306" y="852882"/>
                  </a:lnTo>
                  <a:lnTo>
                    <a:pt x="7287" y="848900"/>
                  </a:lnTo>
                  <a:lnTo>
                    <a:pt x="9018" y="846686"/>
                  </a:lnTo>
                  <a:lnTo>
                    <a:pt x="8175" y="844854"/>
                  </a:lnTo>
                  <a:lnTo>
                    <a:pt x="7291" y="842101"/>
                  </a:lnTo>
                  <a:lnTo>
                    <a:pt x="7381" y="838272"/>
                  </a:lnTo>
                  <a:lnTo>
                    <a:pt x="10874" y="836757"/>
                  </a:lnTo>
                  <a:lnTo>
                    <a:pt x="12399" y="837380"/>
                  </a:lnTo>
                  <a:lnTo>
                    <a:pt x="14331" y="837262"/>
                  </a:lnTo>
                  <a:lnTo>
                    <a:pt x="15408" y="836344"/>
                  </a:lnTo>
                  <a:lnTo>
                    <a:pt x="16191" y="836148"/>
                  </a:lnTo>
                  <a:lnTo>
                    <a:pt x="17840" y="835089"/>
                  </a:lnTo>
                  <a:lnTo>
                    <a:pt x="18550" y="833600"/>
                  </a:lnTo>
                  <a:lnTo>
                    <a:pt x="18715" y="832463"/>
                  </a:lnTo>
                  <a:lnTo>
                    <a:pt x="18707" y="831470"/>
                  </a:lnTo>
                  <a:lnTo>
                    <a:pt x="18514" y="830250"/>
                  </a:lnTo>
                  <a:lnTo>
                    <a:pt x="18244" y="827081"/>
                  </a:lnTo>
                  <a:lnTo>
                    <a:pt x="18518" y="826022"/>
                  </a:lnTo>
                  <a:lnTo>
                    <a:pt x="19224" y="824761"/>
                  </a:lnTo>
                  <a:lnTo>
                    <a:pt x="20149" y="824369"/>
                  </a:lnTo>
                  <a:lnTo>
                    <a:pt x="20574" y="824467"/>
                  </a:lnTo>
                  <a:lnTo>
                    <a:pt x="21670" y="825624"/>
                  </a:lnTo>
                  <a:lnTo>
                    <a:pt x="21450" y="827266"/>
                  </a:lnTo>
                  <a:lnTo>
                    <a:pt x="21011" y="829243"/>
                  </a:lnTo>
                  <a:lnTo>
                    <a:pt x="20114" y="837100"/>
                  </a:lnTo>
                  <a:lnTo>
                    <a:pt x="19662" y="838875"/>
                  </a:lnTo>
                  <a:lnTo>
                    <a:pt x="18954" y="840413"/>
                  </a:lnTo>
                  <a:lnTo>
                    <a:pt x="19427" y="843619"/>
                  </a:lnTo>
                  <a:lnTo>
                    <a:pt x="18718" y="845864"/>
                  </a:lnTo>
                  <a:lnTo>
                    <a:pt x="15551" y="848253"/>
                  </a:lnTo>
                  <a:lnTo>
                    <a:pt x="15134" y="848392"/>
                  </a:lnTo>
                  <a:lnTo>
                    <a:pt x="15370" y="849246"/>
                  </a:lnTo>
                  <a:lnTo>
                    <a:pt x="17204" y="849044"/>
                  </a:lnTo>
                  <a:lnTo>
                    <a:pt x="18624" y="848539"/>
                  </a:lnTo>
                  <a:lnTo>
                    <a:pt x="20030" y="846522"/>
                  </a:lnTo>
                  <a:lnTo>
                    <a:pt x="20471" y="843443"/>
                  </a:lnTo>
                  <a:lnTo>
                    <a:pt x="21052" y="837444"/>
                  </a:lnTo>
                  <a:lnTo>
                    <a:pt x="21814" y="836595"/>
                  </a:lnTo>
                  <a:lnTo>
                    <a:pt x="22703" y="836405"/>
                  </a:lnTo>
                  <a:lnTo>
                    <a:pt x="23168" y="837819"/>
                  </a:lnTo>
                  <a:lnTo>
                    <a:pt x="23018" y="840984"/>
                  </a:lnTo>
                  <a:lnTo>
                    <a:pt x="23015" y="844046"/>
                  </a:lnTo>
                  <a:lnTo>
                    <a:pt x="21836" y="853118"/>
                  </a:lnTo>
                  <a:lnTo>
                    <a:pt x="20407" y="856763"/>
                  </a:lnTo>
                  <a:lnTo>
                    <a:pt x="20248" y="857721"/>
                  </a:lnTo>
                  <a:lnTo>
                    <a:pt x="20304" y="858858"/>
                  </a:lnTo>
                  <a:lnTo>
                    <a:pt x="21436" y="858694"/>
                  </a:lnTo>
                  <a:lnTo>
                    <a:pt x="22300" y="856737"/>
                  </a:lnTo>
                  <a:lnTo>
                    <a:pt x="22922" y="854238"/>
                  </a:lnTo>
                  <a:lnTo>
                    <a:pt x="23545" y="850758"/>
                  </a:lnTo>
                  <a:lnTo>
                    <a:pt x="23475" y="848236"/>
                  </a:lnTo>
                  <a:lnTo>
                    <a:pt x="23665" y="846675"/>
                  </a:lnTo>
                  <a:lnTo>
                    <a:pt x="23921" y="841570"/>
                  </a:lnTo>
                  <a:lnTo>
                    <a:pt x="24354" y="838987"/>
                  </a:lnTo>
                  <a:lnTo>
                    <a:pt x="24325" y="835375"/>
                  </a:lnTo>
                  <a:lnTo>
                    <a:pt x="23547" y="834013"/>
                  </a:lnTo>
                  <a:lnTo>
                    <a:pt x="22458" y="833187"/>
                  </a:lnTo>
                  <a:lnTo>
                    <a:pt x="22184" y="830974"/>
                  </a:lnTo>
                  <a:lnTo>
                    <a:pt x="22755" y="826602"/>
                  </a:lnTo>
                  <a:lnTo>
                    <a:pt x="24836" y="826715"/>
                  </a:lnTo>
                  <a:lnTo>
                    <a:pt x="26808" y="823731"/>
                  </a:lnTo>
                  <a:lnTo>
                    <a:pt x="28101" y="822649"/>
                  </a:lnTo>
                  <a:lnTo>
                    <a:pt x="28836" y="822874"/>
                  </a:lnTo>
                  <a:lnTo>
                    <a:pt x="31416" y="825751"/>
                  </a:lnTo>
                  <a:lnTo>
                    <a:pt x="31926" y="825786"/>
                  </a:lnTo>
                  <a:lnTo>
                    <a:pt x="31846" y="824750"/>
                  </a:lnTo>
                  <a:lnTo>
                    <a:pt x="31446" y="824020"/>
                  </a:lnTo>
                  <a:lnTo>
                    <a:pt x="30430" y="823050"/>
                  </a:lnTo>
                  <a:lnTo>
                    <a:pt x="28559" y="819960"/>
                  </a:lnTo>
                  <a:lnTo>
                    <a:pt x="26044" y="819457"/>
                  </a:lnTo>
                  <a:lnTo>
                    <a:pt x="26505" y="815443"/>
                  </a:lnTo>
                  <a:lnTo>
                    <a:pt x="26993" y="811776"/>
                  </a:lnTo>
                  <a:lnTo>
                    <a:pt x="28213" y="811268"/>
                  </a:lnTo>
                  <a:lnTo>
                    <a:pt x="30262" y="810062"/>
                  </a:lnTo>
                  <a:lnTo>
                    <a:pt x="34169" y="804565"/>
                  </a:lnTo>
                  <a:lnTo>
                    <a:pt x="34846" y="800421"/>
                  </a:lnTo>
                  <a:lnTo>
                    <a:pt x="35033" y="795766"/>
                  </a:lnTo>
                  <a:lnTo>
                    <a:pt x="33149" y="794554"/>
                  </a:lnTo>
                  <a:lnTo>
                    <a:pt x="31153" y="791510"/>
                  </a:lnTo>
                  <a:lnTo>
                    <a:pt x="29542" y="789888"/>
                  </a:lnTo>
                  <a:lnTo>
                    <a:pt x="28114" y="787854"/>
                  </a:lnTo>
                  <a:lnTo>
                    <a:pt x="28394" y="784812"/>
                  </a:lnTo>
                  <a:lnTo>
                    <a:pt x="28581" y="779855"/>
                  </a:lnTo>
                  <a:lnTo>
                    <a:pt x="30373" y="778793"/>
                  </a:lnTo>
                  <a:lnTo>
                    <a:pt x="31204" y="771983"/>
                  </a:lnTo>
                  <a:lnTo>
                    <a:pt x="30003" y="766771"/>
                  </a:lnTo>
                  <a:lnTo>
                    <a:pt x="30290" y="762884"/>
                  </a:lnTo>
                  <a:lnTo>
                    <a:pt x="31855" y="759566"/>
                  </a:lnTo>
                  <a:lnTo>
                    <a:pt x="32137" y="757269"/>
                  </a:lnTo>
                  <a:lnTo>
                    <a:pt x="32568" y="754744"/>
                  </a:lnTo>
                  <a:lnTo>
                    <a:pt x="33949" y="754487"/>
                  </a:lnTo>
                  <a:lnTo>
                    <a:pt x="33980" y="753113"/>
                  </a:lnTo>
                  <a:lnTo>
                    <a:pt x="33857" y="750609"/>
                  </a:lnTo>
                  <a:lnTo>
                    <a:pt x="32949" y="747648"/>
                  </a:lnTo>
                  <a:lnTo>
                    <a:pt x="32913" y="743545"/>
                  </a:lnTo>
                  <a:lnTo>
                    <a:pt x="33766" y="738700"/>
                  </a:lnTo>
                  <a:lnTo>
                    <a:pt x="35137" y="739037"/>
                  </a:lnTo>
                  <a:lnTo>
                    <a:pt x="35401" y="738832"/>
                  </a:lnTo>
                  <a:lnTo>
                    <a:pt x="34429" y="735901"/>
                  </a:lnTo>
                  <a:lnTo>
                    <a:pt x="33637" y="732674"/>
                  </a:lnTo>
                  <a:lnTo>
                    <a:pt x="33774" y="731387"/>
                  </a:lnTo>
                  <a:lnTo>
                    <a:pt x="34532" y="730288"/>
                  </a:lnTo>
                  <a:lnTo>
                    <a:pt x="35410" y="729676"/>
                  </a:lnTo>
                  <a:lnTo>
                    <a:pt x="36361" y="731330"/>
                  </a:lnTo>
                  <a:lnTo>
                    <a:pt x="37721" y="736593"/>
                  </a:lnTo>
                  <a:lnTo>
                    <a:pt x="37927" y="735243"/>
                  </a:lnTo>
                  <a:lnTo>
                    <a:pt x="37378" y="729878"/>
                  </a:lnTo>
                  <a:lnTo>
                    <a:pt x="36925" y="723207"/>
                  </a:lnTo>
                  <a:lnTo>
                    <a:pt x="35492" y="724084"/>
                  </a:lnTo>
                  <a:lnTo>
                    <a:pt x="34178" y="723613"/>
                  </a:lnTo>
                  <a:lnTo>
                    <a:pt x="33683" y="722577"/>
                  </a:lnTo>
                  <a:lnTo>
                    <a:pt x="33189" y="721077"/>
                  </a:lnTo>
                  <a:lnTo>
                    <a:pt x="33652" y="719245"/>
                  </a:lnTo>
                  <a:lnTo>
                    <a:pt x="34114" y="717880"/>
                  </a:lnTo>
                  <a:lnTo>
                    <a:pt x="35079" y="716163"/>
                  </a:lnTo>
                  <a:lnTo>
                    <a:pt x="37079" y="715560"/>
                  </a:lnTo>
                  <a:lnTo>
                    <a:pt x="38525" y="713404"/>
                  </a:lnTo>
                  <a:lnTo>
                    <a:pt x="39010" y="708969"/>
                  </a:lnTo>
                  <a:lnTo>
                    <a:pt x="38536" y="709407"/>
                  </a:lnTo>
                  <a:lnTo>
                    <a:pt x="37750" y="713309"/>
                  </a:lnTo>
                  <a:lnTo>
                    <a:pt x="36431" y="714630"/>
                  </a:lnTo>
                  <a:lnTo>
                    <a:pt x="35758" y="714437"/>
                  </a:lnTo>
                  <a:lnTo>
                    <a:pt x="34965" y="713707"/>
                  </a:lnTo>
                  <a:lnTo>
                    <a:pt x="33407" y="710308"/>
                  </a:lnTo>
                  <a:lnTo>
                    <a:pt x="32546" y="709517"/>
                  </a:lnTo>
                  <a:lnTo>
                    <a:pt x="31707" y="709433"/>
                  </a:lnTo>
                  <a:lnTo>
                    <a:pt x="30992" y="710293"/>
                  </a:lnTo>
                  <a:lnTo>
                    <a:pt x="29161" y="716284"/>
                  </a:lnTo>
                  <a:lnTo>
                    <a:pt x="28382" y="717297"/>
                  </a:lnTo>
                  <a:lnTo>
                    <a:pt x="25165" y="717776"/>
                  </a:lnTo>
                  <a:lnTo>
                    <a:pt x="23983" y="717083"/>
                  </a:lnTo>
                  <a:lnTo>
                    <a:pt x="22704" y="716163"/>
                  </a:lnTo>
                  <a:lnTo>
                    <a:pt x="22857" y="714685"/>
                  </a:lnTo>
                  <a:lnTo>
                    <a:pt x="23246" y="713113"/>
                  </a:lnTo>
                  <a:lnTo>
                    <a:pt x="23971" y="712305"/>
                  </a:lnTo>
                  <a:lnTo>
                    <a:pt x="23984" y="711401"/>
                  </a:lnTo>
                  <a:lnTo>
                    <a:pt x="22986" y="711173"/>
                  </a:lnTo>
                  <a:lnTo>
                    <a:pt x="21835" y="709514"/>
                  </a:lnTo>
                  <a:lnTo>
                    <a:pt x="21325" y="707413"/>
                  </a:lnTo>
                  <a:lnTo>
                    <a:pt x="21081" y="703659"/>
                  </a:lnTo>
                  <a:lnTo>
                    <a:pt x="20049" y="697718"/>
                  </a:lnTo>
                  <a:lnTo>
                    <a:pt x="19845" y="693464"/>
                  </a:lnTo>
                  <a:lnTo>
                    <a:pt x="20574" y="690428"/>
                  </a:lnTo>
                  <a:lnTo>
                    <a:pt x="22142" y="678517"/>
                  </a:lnTo>
                  <a:lnTo>
                    <a:pt x="22620" y="672445"/>
                  </a:lnTo>
                  <a:lnTo>
                    <a:pt x="23461" y="667107"/>
                  </a:lnTo>
                  <a:lnTo>
                    <a:pt x="23443" y="663586"/>
                  </a:lnTo>
                  <a:lnTo>
                    <a:pt x="25615" y="660369"/>
                  </a:lnTo>
                  <a:lnTo>
                    <a:pt x="26442" y="658444"/>
                  </a:lnTo>
                  <a:lnTo>
                    <a:pt x="28289" y="647605"/>
                  </a:lnTo>
                  <a:lnTo>
                    <a:pt x="28558" y="641756"/>
                  </a:lnTo>
                  <a:lnTo>
                    <a:pt x="25632" y="624015"/>
                  </a:lnTo>
                  <a:lnTo>
                    <a:pt x="25178" y="620628"/>
                  </a:lnTo>
                  <a:lnTo>
                    <a:pt x="25036" y="616415"/>
                  </a:lnTo>
                  <a:lnTo>
                    <a:pt x="25734" y="609420"/>
                  </a:lnTo>
                  <a:lnTo>
                    <a:pt x="25816" y="606768"/>
                  </a:lnTo>
                  <a:lnTo>
                    <a:pt x="25218" y="602933"/>
                  </a:lnTo>
                  <a:lnTo>
                    <a:pt x="23548" y="596668"/>
                  </a:lnTo>
                  <a:lnTo>
                    <a:pt x="23516" y="593474"/>
                  </a:lnTo>
                  <a:lnTo>
                    <a:pt x="24220" y="590184"/>
                  </a:lnTo>
                  <a:lnTo>
                    <a:pt x="23542" y="586104"/>
                  </a:lnTo>
                  <a:lnTo>
                    <a:pt x="23873" y="583576"/>
                  </a:lnTo>
                  <a:lnTo>
                    <a:pt x="24241" y="581596"/>
                  </a:lnTo>
                  <a:lnTo>
                    <a:pt x="26854" y="582655"/>
                  </a:lnTo>
                  <a:lnTo>
                    <a:pt x="28045" y="582156"/>
                  </a:lnTo>
                  <a:lnTo>
                    <a:pt x="28679" y="580958"/>
                  </a:lnTo>
                  <a:lnTo>
                    <a:pt x="29175" y="577608"/>
                  </a:lnTo>
                  <a:lnTo>
                    <a:pt x="29424" y="572368"/>
                  </a:lnTo>
                  <a:lnTo>
                    <a:pt x="29579" y="570114"/>
                  </a:lnTo>
                  <a:lnTo>
                    <a:pt x="29806" y="566819"/>
                  </a:lnTo>
                  <a:lnTo>
                    <a:pt x="31089" y="565491"/>
                  </a:lnTo>
                  <a:lnTo>
                    <a:pt x="31535" y="562369"/>
                  </a:lnTo>
                  <a:lnTo>
                    <a:pt x="32608" y="558015"/>
                  </a:lnTo>
                  <a:lnTo>
                    <a:pt x="33715" y="545843"/>
                  </a:lnTo>
                  <a:lnTo>
                    <a:pt x="34808" y="542842"/>
                  </a:lnTo>
                  <a:lnTo>
                    <a:pt x="35913" y="539376"/>
                  </a:lnTo>
                  <a:lnTo>
                    <a:pt x="35492" y="534237"/>
                  </a:lnTo>
                  <a:lnTo>
                    <a:pt x="36204" y="531862"/>
                  </a:lnTo>
                  <a:lnTo>
                    <a:pt x="36859" y="530136"/>
                  </a:lnTo>
                  <a:lnTo>
                    <a:pt x="37437" y="527000"/>
                  </a:lnTo>
                  <a:lnTo>
                    <a:pt x="38222" y="524033"/>
                  </a:lnTo>
                  <a:lnTo>
                    <a:pt x="40097" y="519771"/>
                  </a:lnTo>
                  <a:lnTo>
                    <a:pt x="40573" y="514571"/>
                  </a:lnTo>
                  <a:lnTo>
                    <a:pt x="42029" y="505577"/>
                  </a:lnTo>
                  <a:lnTo>
                    <a:pt x="42319" y="499805"/>
                  </a:lnTo>
                  <a:lnTo>
                    <a:pt x="42770" y="495904"/>
                  </a:lnTo>
                  <a:lnTo>
                    <a:pt x="42640" y="492265"/>
                  </a:lnTo>
                  <a:lnTo>
                    <a:pt x="43514" y="487842"/>
                  </a:lnTo>
                  <a:lnTo>
                    <a:pt x="44353" y="484116"/>
                  </a:lnTo>
                  <a:lnTo>
                    <a:pt x="44618" y="482047"/>
                  </a:lnTo>
                  <a:lnTo>
                    <a:pt x="46535" y="477116"/>
                  </a:lnTo>
                  <a:lnTo>
                    <a:pt x="46858" y="473174"/>
                  </a:lnTo>
                  <a:lnTo>
                    <a:pt x="46177" y="470507"/>
                  </a:lnTo>
                  <a:lnTo>
                    <a:pt x="46164" y="466372"/>
                  </a:lnTo>
                  <a:lnTo>
                    <a:pt x="45631" y="460641"/>
                  </a:lnTo>
                  <a:lnTo>
                    <a:pt x="46867" y="458497"/>
                  </a:lnTo>
                  <a:lnTo>
                    <a:pt x="47367" y="456930"/>
                  </a:lnTo>
                  <a:lnTo>
                    <a:pt x="48976" y="447771"/>
                  </a:lnTo>
                  <a:lnTo>
                    <a:pt x="48871" y="444176"/>
                  </a:lnTo>
                  <a:lnTo>
                    <a:pt x="49332" y="439712"/>
                  </a:lnTo>
                  <a:lnTo>
                    <a:pt x="48277" y="434425"/>
                  </a:lnTo>
                  <a:lnTo>
                    <a:pt x="48129" y="422545"/>
                  </a:lnTo>
                  <a:lnTo>
                    <a:pt x="47537" y="413400"/>
                  </a:lnTo>
                  <a:lnTo>
                    <a:pt x="46563" y="403742"/>
                  </a:lnTo>
                  <a:lnTo>
                    <a:pt x="46655" y="398337"/>
                  </a:lnTo>
                  <a:lnTo>
                    <a:pt x="46060" y="391620"/>
                  </a:lnTo>
                  <a:lnTo>
                    <a:pt x="46022" y="387741"/>
                  </a:lnTo>
                  <a:lnTo>
                    <a:pt x="46476" y="378946"/>
                  </a:lnTo>
                  <a:lnTo>
                    <a:pt x="49573" y="373408"/>
                  </a:lnTo>
                  <a:lnTo>
                    <a:pt x="50175" y="367210"/>
                  </a:lnTo>
                  <a:lnTo>
                    <a:pt x="50547" y="358833"/>
                  </a:lnTo>
                  <a:lnTo>
                    <a:pt x="50421" y="352730"/>
                  </a:lnTo>
                  <a:lnTo>
                    <a:pt x="50115" y="349988"/>
                  </a:lnTo>
                  <a:lnTo>
                    <a:pt x="48590" y="345492"/>
                  </a:lnTo>
                  <a:lnTo>
                    <a:pt x="48205" y="337462"/>
                  </a:lnTo>
                  <a:lnTo>
                    <a:pt x="48500" y="335358"/>
                  </a:lnTo>
                  <a:lnTo>
                    <a:pt x="49761" y="333096"/>
                  </a:lnTo>
                  <a:lnTo>
                    <a:pt x="50651" y="329956"/>
                  </a:lnTo>
                  <a:lnTo>
                    <a:pt x="51110" y="325082"/>
                  </a:lnTo>
                  <a:lnTo>
                    <a:pt x="52035" y="321250"/>
                  </a:lnTo>
                  <a:lnTo>
                    <a:pt x="52403" y="311979"/>
                  </a:lnTo>
                  <a:lnTo>
                    <a:pt x="53185" y="304603"/>
                  </a:lnTo>
                  <a:lnTo>
                    <a:pt x="53575" y="302029"/>
                  </a:lnTo>
                  <a:lnTo>
                    <a:pt x="54804" y="298794"/>
                  </a:lnTo>
                  <a:lnTo>
                    <a:pt x="55035" y="297931"/>
                  </a:lnTo>
                  <a:lnTo>
                    <a:pt x="55225" y="295464"/>
                  </a:lnTo>
                  <a:lnTo>
                    <a:pt x="55167" y="289635"/>
                  </a:lnTo>
                  <a:lnTo>
                    <a:pt x="55356" y="286077"/>
                  </a:lnTo>
                  <a:lnTo>
                    <a:pt x="56336" y="279076"/>
                  </a:lnTo>
                  <a:lnTo>
                    <a:pt x="56449" y="275836"/>
                  </a:lnTo>
                  <a:lnTo>
                    <a:pt x="57536" y="268627"/>
                  </a:lnTo>
                  <a:lnTo>
                    <a:pt x="57783" y="263451"/>
                  </a:lnTo>
                  <a:lnTo>
                    <a:pt x="58248" y="260721"/>
                  </a:lnTo>
                  <a:lnTo>
                    <a:pt x="58067" y="257648"/>
                  </a:lnTo>
                  <a:lnTo>
                    <a:pt x="58376" y="250771"/>
                  </a:lnTo>
                  <a:lnTo>
                    <a:pt x="57638" y="246884"/>
                  </a:lnTo>
                  <a:lnTo>
                    <a:pt x="57475" y="244610"/>
                  </a:lnTo>
                  <a:lnTo>
                    <a:pt x="58404" y="237561"/>
                  </a:lnTo>
                  <a:lnTo>
                    <a:pt x="59036" y="235844"/>
                  </a:lnTo>
                  <a:lnTo>
                    <a:pt x="60056" y="232563"/>
                  </a:lnTo>
                  <a:lnTo>
                    <a:pt x="60485" y="228880"/>
                  </a:lnTo>
                  <a:lnTo>
                    <a:pt x="60563" y="226540"/>
                  </a:lnTo>
                  <a:lnTo>
                    <a:pt x="59260" y="214894"/>
                  </a:lnTo>
                  <a:lnTo>
                    <a:pt x="59082" y="210929"/>
                  </a:lnTo>
                  <a:lnTo>
                    <a:pt x="59400" y="201689"/>
                  </a:lnTo>
                  <a:lnTo>
                    <a:pt x="59849" y="195721"/>
                  </a:lnTo>
                  <a:lnTo>
                    <a:pt x="59704" y="190960"/>
                  </a:lnTo>
                  <a:lnTo>
                    <a:pt x="59849" y="188513"/>
                  </a:lnTo>
                  <a:lnTo>
                    <a:pt x="60075" y="185440"/>
                  </a:lnTo>
                  <a:lnTo>
                    <a:pt x="60971" y="181712"/>
                  </a:lnTo>
                  <a:lnTo>
                    <a:pt x="61174" y="179063"/>
                  </a:lnTo>
                  <a:lnTo>
                    <a:pt x="60860" y="177957"/>
                  </a:lnTo>
                  <a:lnTo>
                    <a:pt x="59797" y="176607"/>
                  </a:lnTo>
                  <a:lnTo>
                    <a:pt x="58920" y="173225"/>
                  </a:lnTo>
                  <a:lnTo>
                    <a:pt x="58860" y="169889"/>
                  </a:lnTo>
                  <a:lnTo>
                    <a:pt x="59142" y="167462"/>
                  </a:lnTo>
                  <a:lnTo>
                    <a:pt x="59208" y="164026"/>
                  </a:lnTo>
                  <a:lnTo>
                    <a:pt x="60514" y="163350"/>
                  </a:lnTo>
                  <a:lnTo>
                    <a:pt x="61210" y="161443"/>
                  </a:lnTo>
                  <a:lnTo>
                    <a:pt x="61872" y="157868"/>
                  </a:lnTo>
                  <a:lnTo>
                    <a:pt x="62702" y="149222"/>
                  </a:lnTo>
                  <a:lnTo>
                    <a:pt x="63059" y="138499"/>
                  </a:lnTo>
                  <a:lnTo>
                    <a:pt x="63555" y="132041"/>
                  </a:lnTo>
                  <a:lnTo>
                    <a:pt x="63904" y="128849"/>
                  </a:lnTo>
                  <a:lnTo>
                    <a:pt x="64197" y="122178"/>
                  </a:lnTo>
                  <a:lnTo>
                    <a:pt x="64681" y="117812"/>
                  </a:lnTo>
                  <a:lnTo>
                    <a:pt x="64768" y="113786"/>
                  </a:lnTo>
                  <a:lnTo>
                    <a:pt x="64672" y="110725"/>
                  </a:lnTo>
                  <a:lnTo>
                    <a:pt x="63421" y="95128"/>
                  </a:lnTo>
                  <a:lnTo>
                    <a:pt x="63460" y="89397"/>
                  </a:lnTo>
                  <a:lnTo>
                    <a:pt x="63992" y="80483"/>
                  </a:lnTo>
                  <a:lnTo>
                    <a:pt x="63984" y="67933"/>
                  </a:lnTo>
                  <a:lnTo>
                    <a:pt x="63877" y="65002"/>
                  </a:lnTo>
                  <a:lnTo>
                    <a:pt x="63406" y="62257"/>
                  </a:lnTo>
                  <a:lnTo>
                    <a:pt x="63267" y="58532"/>
                  </a:lnTo>
                  <a:lnTo>
                    <a:pt x="62515" y="52051"/>
                  </a:lnTo>
                  <a:lnTo>
                    <a:pt x="61835" y="39048"/>
                  </a:lnTo>
                  <a:lnTo>
                    <a:pt x="61821" y="32183"/>
                  </a:lnTo>
                  <a:lnTo>
                    <a:pt x="61527" y="26357"/>
                  </a:lnTo>
                  <a:lnTo>
                    <a:pt x="60875" y="24807"/>
                  </a:lnTo>
                  <a:lnTo>
                    <a:pt x="61345" y="24452"/>
                  </a:lnTo>
                  <a:lnTo>
                    <a:pt x="62440" y="24210"/>
                  </a:lnTo>
                  <a:lnTo>
                    <a:pt x="63574" y="24204"/>
                  </a:lnTo>
                  <a:lnTo>
                    <a:pt x="65009" y="22972"/>
                  </a:lnTo>
                  <a:lnTo>
                    <a:pt x="66536" y="20684"/>
                  </a:lnTo>
                  <a:lnTo>
                    <a:pt x="67534" y="17357"/>
                  </a:lnTo>
                  <a:lnTo>
                    <a:pt x="67961" y="14307"/>
                  </a:lnTo>
                  <a:lnTo>
                    <a:pt x="67962" y="11640"/>
                  </a:lnTo>
                  <a:lnTo>
                    <a:pt x="67513" y="8247"/>
                  </a:lnTo>
                  <a:lnTo>
                    <a:pt x="67391" y="5843"/>
                  </a:lnTo>
                  <a:lnTo>
                    <a:pt x="67920" y="4694"/>
                  </a:lnTo>
                  <a:lnTo>
                    <a:pt x="69316" y="4247"/>
                  </a:lnTo>
                  <a:lnTo>
                    <a:pt x="70448" y="1985"/>
                  </a:lnTo>
                  <a:lnTo>
                    <a:pt x="71317" y="0"/>
                  </a:lnTo>
                  <a:lnTo>
                    <a:pt x="71500" y="3353"/>
                  </a:lnTo>
                  <a:lnTo>
                    <a:pt x="73077" y="7848"/>
                  </a:lnTo>
                  <a:lnTo>
                    <a:pt x="73590" y="12916"/>
                  </a:lnTo>
                  <a:lnTo>
                    <a:pt x="73948" y="13556"/>
                  </a:lnTo>
                  <a:lnTo>
                    <a:pt x="76116" y="16087"/>
                  </a:lnTo>
                  <a:lnTo>
                    <a:pt x="76156" y="16684"/>
                  </a:lnTo>
                  <a:lnTo>
                    <a:pt x="75838" y="17631"/>
                  </a:lnTo>
                  <a:lnTo>
                    <a:pt x="75523" y="18851"/>
                  </a:lnTo>
                  <a:lnTo>
                    <a:pt x="75743" y="20577"/>
                  </a:lnTo>
                  <a:lnTo>
                    <a:pt x="76135" y="22940"/>
                  </a:lnTo>
                  <a:lnTo>
                    <a:pt x="76265" y="25133"/>
                  </a:lnTo>
                  <a:lnTo>
                    <a:pt x="76505" y="27390"/>
                  </a:lnTo>
                  <a:lnTo>
                    <a:pt x="76743" y="30850"/>
                  </a:lnTo>
                  <a:lnTo>
                    <a:pt x="76888" y="33987"/>
                  </a:lnTo>
                  <a:lnTo>
                    <a:pt x="77440" y="38618"/>
                  </a:lnTo>
                  <a:lnTo>
                    <a:pt x="77552" y="41475"/>
                  </a:lnTo>
                  <a:lnTo>
                    <a:pt x="77561" y="43198"/>
                  </a:lnTo>
                  <a:lnTo>
                    <a:pt x="77991" y="44889"/>
                  </a:lnTo>
                  <a:lnTo>
                    <a:pt x="78831" y="46903"/>
                  </a:lnTo>
                  <a:lnTo>
                    <a:pt x="79969" y="48937"/>
                  </a:lnTo>
                  <a:lnTo>
                    <a:pt x="80872" y="51306"/>
                  </a:lnTo>
                  <a:lnTo>
                    <a:pt x="81564" y="52911"/>
                  </a:lnTo>
                  <a:lnTo>
                    <a:pt x="82400" y="54224"/>
                  </a:lnTo>
                  <a:lnTo>
                    <a:pt x="83043" y="55430"/>
                  </a:lnTo>
                  <a:lnTo>
                    <a:pt x="83294" y="56258"/>
                  </a:lnTo>
                  <a:lnTo>
                    <a:pt x="83378" y="56933"/>
                  </a:lnTo>
                  <a:lnTo>
                    <a:pt x="83100" y="57571"/>
                  </a:lnTo>
                  <a:lnTo>
                    <a:pt x="82084" y="60696"/>
                  </a:lnTo>
                  <a:lnTo>
                    <a:pt x="80669" y="65452"/>
                  </a:lnTo>
                  <a:lnTo>
                    <a:pt x="80693" y="66032"/>
                  </a:lnTo>
                  <a:lnTo>
                    <a:pt x="82050" y="69454"/>
                  </a:lnTo>
                  <a:lnTo>
                    <a:pt x="82268" y="70808"/>
                  </a:lnTo>
                  <a:lnTo>
                    <a:pt x="82252" y="72721"/>
                  </a:lnTo>
                  <a:lnTo>
                    <a:pt x="81798" y="75021"/>
                  </a:lnTo>
                  <a:lnTo>
                    <a:pt x="80333" y="75751"/>
                  </a:lnTo>
                  <a:lnTo>
                    <a:pt x="80007" y="76377"/>
                  </a:lnTo>
                  <a:lnTo>
                    <a:pt x="79967" y="77107"/>
                  </a:lnTo>
                  <a:lnTo>
                    <a:pt x="80304" y="78079"/>
                  </a:lnTo>
                  <a:lnTo>
                    <a:pt x="80251" y="80347"/>
                  </a:lnTo>
                  <a:lnTo>
                    <a:pt x="80781" y="82855"/>
                  </a:lnTo>
                  <a:lnTo>
                    <a:pt x="80508" y="83709"/>
                  </a:lnTo>
                  <a:lnTo>
                    <a:pt x="79968" y="84864"/>
                  </a:lnTo>
                  <a:lnTo>
                    <a:pt x="79952" y="85992"/>
                  </a:lnTo>
                  <a:lnTo>
                    <a:pt x="80129" y="87244"/>
                  </a:lnTo>
                  <a:lnTo>
                    <a:pt x="80698" y="88260"/>
                  </a:lnTo>
                  <a:lnTo>
                    <a:pt x="82953" y="91778"/>
                  </a:lnTo>
                  <a:lnTo>
                    <a:pt x="83131" y="92262"/>
                  </a:lnTo>
                  <a:lnTo>
                    <a:pt x="83096" y="92626"/>
                  </a:lnTo>
                  <a:lnTo>
                    <a:pt x="82224" y="94972"/>
                  </a:lnTo>
                  <a:lnTo>
                    <a:pt x="82133" y="96421"/>
                  </a:lnTo>
                  <a:lnTo>
                    <a:pt x="82157" y="98804"/>
                  </a:lnTo>
                  <a:lnTo>
                    <a:pt x="82280" y="100345"/>
                  </a:lnTo>
                  <a:lnTo>
                    <a:pt x="82561" y="100986"/>
                  </a:lnTo>
                  <a:lnTo>
                    <a:pt x="83693" y="101713"/>
                  </a:lnTo>
                  <a:lnTo>
                    <a:pt x="85093" y="107074"/>
                  </a:lnTo>
                  <a:lnTo>
                    <a:pt x="86438" y="112116"/>
                  </a:lnTo>
                  <a:lnTo>
                    <a:pt x="86420" y="116458"/>
                  </a:lnTo>
                  <a:lnTo>
                    <a:pt x="86559" y="121520"/>
                  </a:lnTo>
                  <a:lnTo>
                    <a:pt x="87414" y="125493"/>
                  </a:lnTo>
                  <a:lnTo>
                    <a:pt x="87533" y="128673"/>
                  </a:lnTo>
                  <a:lnTo>
                    <a:pt x="87822" y="132283"/>
                  </a:lnTo>
                  <a:lnTo>
                    <a:pt x="88839" y="134479"/>
                  </a:lnTo>
                  <a:lnTo>
                    <a:pt x="89235" y="138819"/>
                  </a:lnTo>
                  <a:lnTo>
                    <a:pt x="89339" y="141131"/>
                  </a:lnTo>
                  <a:lnTo>
                    <a:pt x="89276" y="142651"/>
                  </a:lnTo>
                  <a:lnTo>
                    <a:pt x="90066" y="147370"/>
                  </a:lnTo>
                  <a:lnTo>
                    <a:pt x="90158" y="151424"/>
                  </a:lnTo>
                  <a:lnTo>
                    <a:pt x="89971" y="154338"/>
                  </a:lnTo>
                  <a:lnTo>
                    <a:pt x="89980" y="155963"/>
                  </a:lnTo>
                  <a:lnTo>
                    <a:pt x="90092" y="157109"/>
                  </a:lnTo>
                  <a:lnTo>
                    <a:pt x="90771" y="158136"/>
                  </a:lnTo>
                  <a:lnTo>
                    <a:pt x="91071" y="158779"/>
                  </a:lnTo>
                  <a:lnTo>
                    <a:pt x="92073" y="159065"/>
                  </a:lnTo>
                  <a:lnTo>
                    <a:pt x="93539" y="159140"/>
                  </a:lnTo>
                  <a:lnTo>
                    <a:pt x="96044" y="1580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4449092" y="3039019"/>
              <a:ext cx="27366" cy="56718"/>
            </a:xfrm>
            <a:custGeom>
              <a:avLst/>
              <a:pathLst>
                <a:path w="27366" h="56718">
                  <a:moveTo>
                    <a:pt x="25929" y="4308"/>
                  </a:moveTo>
                  <a:lnTo>
                    <a:pt x="26498" y="5619"/>
                  </a:lnTo>
                  <a:lnTo>
                    <a:pt x="26871" y="7518"/>
                  </a:lnTo>
                  <a:lnTo>
                    <a:pt x="27182" y="11023"/>
                  </a:lnTo>
                  <a:lnTo>
                    <a:pt x="27366" y="14250"/>
                  </a:lnTo>
                  <a:lnTo>
                    <a:pt x="26204" y="16301"/>
                  </a:lnTo>
                  <a:lnTo>
                    <a:pt x="25163" y="17133"/>
                  </a:lnTo>
                  <a:lnTo>
                    <a:pt x="23076" y="25014"/>
                  </a:lnTo>
                  <a:lnTo>
                    <a:pt x="22641" y="27501"/>
                  </a:lnTo>
                  <a:lnTo>
                    <a:pt x="22285" y="28540"/>
                  </a:lnTo>
                  <a:lnTo>
                    <a:pt x="22174" y="29625"/>
                  </a:lnTo>
                  <a:lnTo>
                    <a:pt x="22214" y="30707"/>
                  </a:lnTo>
                  <a:lnTo>
                    <a:pt x="21677" y="34499"/>
                  </a:lnTo>
                  <a:lnTo>
                    <a:pt x="21197" y="39156"/>
                  </a:lnTo>
                  <a:lnTo>
                    <a:pt x="20894" y="41067"/>
                  </a:lnTo>
                  <a:lnTo>
                    <a:pt x="20298" y="42533"/>
                  </a:lnTo>
                  <a:lnTo>
                    <a:pt x="19541" y="43273"/>
                  </a:lnTo>
                  <a:lnTo>
                    <a:pt x="19047" y="43384"/>
                  </a:lnTo>
                  <a:lnTo>
                    <a:pt x="18598" y="43791"/>
                  </a:lnTo>
                  <a:lnTo>
                    <a:pt x="17499" y="46330"/>
                  </a:lnTo>
                  <a:lnTo>
                    <a:pt x="16259" y="48239"/>
                  </a:lnTo>
                  <a:lnTo>
                    <a:pt x="16465" y="49113"/>
                  </a:lnTo>
                  <a:lnTo>
                    <a:pt x="16476" y="49943"/>
                  </a:lnTo>
                  <a:lnTo>
                    <a:pt x="15933" y="50868"/>
                  </a:lnTo>
                  <a:lnTo>
                    <a:pt x="15329" y="50696"/>
                  </a:lnTo>
                  <a:lnTo>
                    <a:pt x="13579" y="51446"/>
                  </a:lnTo>
                  <a:lnTo>
                    <a:pt x="12936" y="52876"/>
                  </a:lnTo>
                  <a:lnTo>
                    <a:pt x="12280" y="55511"/>
                  </a:lnTo>
                  <a:lnTo>
                    <a:pt x="12030" y="55866"/>
                  </a:lnTo>
                  <a:lnTo>
                    <a:pt x="10977" y="56480"/>
                  </a:lnTo>
                  <a:lnTo>
                    <a:pt x="10169" y="56718"/>
                  </a:lnTo>
                  <a:lnTo>
                    <a:pt x="8797" y="54861"/>
                  </a:lnTo>
                  <a:lnTo>
                    <a:pt x="8116" y="54315"/>
                  </a:lnTo>
                  <a:lnTo>
                    <a:pt x="6301" y="53560"/>
                  </a:lnTo>
                  <a:lnTo>
                    <a:pt x="4536" y="52300"/>
                  </a:lnTo>
                  <a:lnTo>
                    <a:pt x="3298" y="50872"/>
                  </a:lnTo>
                  <a:lnTo>
                    <a:pt x="758" y="47352"/>
                  </a:lnTo>
                  <a:lnTo>
                    <a:pt x="465" y="40999"/>
                  </a:lnTo>
                  <a:lnTo>
                    <a:pt x="28" y="37569"/>
                  </a:lnTo>
                  <a:lnTo>
                    <a:pt x="0" y="36346"/>
                  </a:lnTo>
                  <a:lnTo>
                    <a:pt x="165" y="25787"/>
                  </a:lnTo>
                  <a:lnTo>
                    <a:pt x="343" y="24633"/>
                  </a:lnTo>
                  <a:lnTo>
                    <a:pt x="666" y="23623"/>
                  </a:lnTo>
                  <a:lnTo>
                    <a:pt x="1787" y="21262"/>
                  </a:lnTo>
                  <a:lnTo>
                    <a:pt x="3074" y="19395"/>
                  </a:lnTo>
                  <a:lnTo>
                    <a:pt x="4916" y="15488"/>
                  </a:lnTo>
                  <a:lnTo>
                    <a:pt x="6254" y="13699"/>
                  </a:lnTo>
                  <a:lnTo>
                    <a:pt x="7376" y="11128"/>
                  </a:lnTo>
                  <a:lnTo>
                    <a:pt x="6719" y="11236"/>
                  </a:lnTo>
                  <a:lnTo>
                    <a:pt x="6234" y="10912"/>
                  </a:lnTo>
                  <a:lnTo>
                    <a:pt x="6712" y="8714"/>
                  </a:lnTo>
                  <a:lnTo>
                    <a:pt x="7225" y="7537"/>
                  </a:lnTo>
                  <a:lnTo>
                    <a:pt x="7816" y="6895"/>
                  </a:lnTo>
                  <a:lnTo>
                    <a:pt x="9005" y="7355"/>
                  </a:lnTo>
                  <a:lnTo>
                    <a:pt x="10104" y="6899"/>
                  </a:lnTo>
                  <a:lnTo>
                    <a:pt x="10916" y="4947"/>
                  </a:lnTo>
                  <a:lnTo>
                    <a:pt x="11688" y="4531"/>
                  </a:lnTo>
                  <a:lnTo>
                    <a:pt x="14622" y="5171"/>
                  </a:lnTo>
                  <a:lnTo>
                    <a:pt x="16656" y="4279"/>
                  </a:lnTo>
                  <a:lnTo>
                    <a:pt x="17675" y="2483"/>
                  </a:lnTo>
                  <a:lnTo>
                    <a:pt x="18156" y="2413"/>
                  </a:lnTo>
                  <a:lnTo>
                    <a:pt x="19659" y="2923"/>
                  </a:lnTo>
                  <a:lnTo>
                    <a:pt x="20215" y="4791"/>
                  </a:lnTo>
                  <a:lnTo>
                    <a:pt x="20165" y="3537"/>
                  </a:lnTo>
                  <a:lnTo>
                    <a:pt x="20230" y="2320"/>
                  </a:lnTo>
                  <a:lnTo>
                    <a:pt x="20506" y="2452"/>
                  </a:lnTo>
                  <a:lnTo>
                    <a:pt x="22469" y="4768"/>
                  </a:lnTo>
                  <a:lnTo>
                    <a:pt x="22476" y="1929"/>
                  </a:lnTo>
                  <a:lnTo>
                    <a:pt x="22586" y="1185"/>
                  </a:lnTo>
                  <a:lnTo>
                    <a:pt x="23201" y="0"/>
                  </a:lnTo>
                  <a:lnTo>
                    <a:pt x="23509" y="20"/>
                  </a:lnTo>
                  <a:lnTo>
                    <a:pt x="24269" y="2312"/>
                  </a:lnTo>
                  <a:lnTo>
                    <a:pt x="25011" y="36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4467838" y="3010787"/>
              <a:ext cx="3163" cy="3706"/>
            </a:xfrm>
            <a:custGeom>
              <a:avLst/>
              <a:pathLst>
                <a:path w="3163" h="3706">
                  <a:moveTo>
                    <a:pt x="1386" y="0"/>
                  </a:moveTo>
                  <a:lnTo>
                    <a:pt x="1814" y="1021"/>
                  </a:lnTo>
                  <a:lnTo>
                    <a:pt x="2956" y="297"/>
                  </a:lnTo>
                  <a:lnTo>
                    <a:pt x="3163" y="1600"/>
                  </a:lnTo>
                  <a:lnTo>
                    <a:pt x="3155" y="2207"/>
                  </a:lnTo>
                  <a:lnTo>
                    <a:pt x="2753" y="3706"/>
                  </a:lnTo>
                  <a:lnTo>
                    <a:pt x="1809" y="2549"/>
                  </a:lnTo>
                  <a:lnTo>
                    <a:pt x="866" y="2819"/>
                  </a:lnTo>
                  <a:lnTo>
                    <a:pt x="187" y="2718"/>
                  </a:lnTo>
                  <a:lnTo>
                    <a:pt x="0" y="2008"/>
                  </a:lnTo>
                  <a:lnTo>
                    <a:pt x="520" y="5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4493850" y="2992553"/>
              <a:ext cx="1411" cy="2710"/>
            </a:xfrm>
            <a:custGeom>
              <a:avLst/>
              <a:pathLst>
                <a:path w="1411" h="2710">
                  <a:moveTo>
                    <a:pt x="1366" y="2086"/>
                  </a:moveTo>
                  <a:lnTo>
                    <a:pt x="237" y="2710"/>
                  </a:lnTo>
                  <a:lnTo>
                    <a:pt x="0" y="2576"/>
                  </a:lnTo>
                  <a:lnTo>
                    <a:pt x="391" y="1048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4496010" y="2990720"/>
              <a:ext cx="1725" cy="5627"/>
            </a:xfrm>
            <a:custGeom>
              <a:avLst/>
              <a:pathLst>
                <a:path w="1725" h="5627">
                  <a:moveTo>
                    <a:pt x="892" y="5035"/>
                  </a:moveTo>
                  <a:lnTo>
                    <a:pt x="672" y="5627"/>
                  </a:lnTo>
                  <a:lnTo>
                    <a:pt x="337" y="4556"/>
                  </a:lnTo>
                  <a:lnTo>
                    <a:pt x="239" y="3024"/>
                  </a:lnTo>
                  <a:lnTo>
                    <a:pt x="0" y="2196"/>
                  </a:lnTo>
                  <a:lnTo>
                    <a:pt x="550" y="1152"/>
                  </a:lnTo>
                  <a:lnTo>
                    <a:pt x="797" y="0"/>
                  </a:lnTo>
                  <a:lnTo>
                    <a:pt x="1454" y="229"/>
                  </a:lnTo>
                  <a:lnTo>
                    <a:pt x="1725" y="580"/>
                  </a:lnTo>
                  <a:lnTo>
                    <a:pt x="1149" y="1776"/>
                  </a:lnTo>
                  <a:lnTo>
                    <a:pt x="1012" y="2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4503971" y="2957263"/>
              <a:ext cx="1832" cy="4332"/>
            </a:xfrm>
            <a:custGeom>
              <a:avLst/>
              <a:pathLst>
                <a:path w="1832" h="4332">
                  <a:moveTo>
                    <a:pt x="1736" y="2965"/>
                  </a:moveTo>
                  <a:lnTo>
                    <a:pt x="1832" y="4332"/>
                  </a:lnTo>
                  <a:lnTo>
                    <a:pt x="934" y="2252"/>
                  </a:lnTo>
                  <a:lnTo>
                    <a:pt x="678" y="2132"/>
                  </a:lnTo>
                  <a:lnTo>
                    <a:pt x="249" y="1357"/>
                  </a:lnTo>
                  <a:lnTo>
                    <a:pt x="0" y="50"/>
                  </a:lnTo>
                  <a:lnTo>
                    <a:pt x="696" y="0"/>
                  </a:lnTo>
                  <a:lnTo>
                    <a:pt x="1336" y="15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4557740" y="2908572"/>
              <a:ext cx="1222" cy="3433"/>
            </a:xfrm>
            <a:custGeom>
              <a:avLst/>
              <a:pathLst>
                <a:path w="1222" h="3433">
                  <a:moveTo>
                    <a:pt x="1222" y="1656"/>
                  </a:moveTo>
                  <a:lnTo>
                    <a:pt x="837" y="3433"/>
                  </a:lnTo>
                  <a:lnTo>
                    <a:pt x="158" y="3138"/>
                  </a:lnTo>
                  <a:lnTo>
                    <a:pt x="138" y="1875"/>
                  </a:lnTo>
                  <a:lnTo>
                    <a:pt x="0" y="1504"/>
                  </a:lnTo>
                  <a:lnTo>
                    <a:pt x="186" y="328"/>
                  </a:lnTo>
                  <a:lnTo>
                    <a:pt x="311" y="0"/>
                  </a:lnTo>
                  <a:lnTo>
                    <a:pt x="1081" y="9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4576375" y="2876043"/>
              <a:ext cx="1642" cy="7165"/>
            </a:xfrm>
            <a:custGeom>
              <a:avLst/>
              <a:pathLst>
                <a:path w="1642" h="7165">
                  <a:moveTo>
                    <a:pt x="1437" y="5797"/>
                  </a:moveTo>
                  <a:lnTo>
                    <a:pt x="583" y="7165"/>
                  </a:lnTo>
                  <a:lnTo>
                    <a:pt x="49" y="6514"/>
                  </a:lnTo>
                  <a:lnTo>
                    <a:pt x="39" y="4682"/>
                  </a:lnTo>
                  <a:lnTo>
                    <a:pt x="311" y="3031"/>
                  </a:lnTo>
                  <a:lnTo>
                    <a:pt x="0" y="1841"/>
                  </a:lnTo>
                  <a:lnTo>
                    <a:pt x="305" y="424"/>
                  </a:lnTo>
                  <a:lnTo>
                    <a:pt x="942" y="0"/>
                  </a:lnTo>
                  <a:lnTo>
                    <a:pt x="1167" y="884"/>
                  </a:lnTo>
                  <a:lnTo>
                    <a:pt x="1527" y="1353"/>
                  </a:lnTo>
                  <a:lnTo>
                    <a:pt x="1638" y="1835"/>
                  </a:lnTo>
                  <a:lnTo>
                    <a:pt x="1642" y="2763"/>
                  </a:lnTo>
                  <a:lnTo>
                    <a:pt x="1301" y="4295"/>
                  </a:lnTo>
                  <a:lnTo>
                    <a:pt x="1570" y="51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4592895" y="2800657"/>
              <a:ext cx="1378" cy="4192"/>
            </a:xfrm>
            <a:custGeom>
              <a:avLst/>
              <a:pathLst>
                <a:path w="1378" h="4192">
                  <a:moveTo>
                    <a:pt x="1378" y="3485"/>
                  </a:moveTo>
                  <a:lnTo>
                    <a:pt x="376" y="4192"/>
                  </a:lnTo>
                  <a:lnTo>
                    <a:pt x="0" y="4189"/>
                  </a:lnTo>
                  <a:lnTo>
                    <a:pt x="28" y="2043"/>
                  </a:lnTo>
                  <a:lnTo>
                    <a:pt x="850" y="0"/>
                  </a:lnTo>
                  <a:lnTo>
                    <a:pt x="1183" y="682"/>
                  </a:lnTo>
                  <a:lnTo>
                    <a:pt x="1374" y="17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4603380" y="2754034"/>
              <a:ext cx="1494" cy="3604"/>
            </a:xfrm>
            <a:custGeom>
              <a:avLst/>
              <a:pathLst>
                <a:path w="1494" h="3604">
                  <a:moveTo>
                    <a:pt x="1494" y="3050"/>
                  </a:moveTo>
                  <a:lnTo>
                    <a:pt x="1454" y="3604"/>
                  </a:lnTo>
                  <a:lnTo>
                    <a:pt x="473" y="1680"/>
                  </a:lnTo>
                  <a:lnTo>
                    <a:pt x="0" y="1367"/>
                  </a:lnTo>
                  <a:lnTo>
                    <a:pt x="225" y="279"/>
                  </a:lnTo>
                  <a:lnTo>
                    <a:pt x="885" y="0"/>
                  </a:lnTo>
                  <a:lnTo>
                    <a:pt x="1408" y="24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4606708" y="2748922"/>
              <a:ext cx="829" cy="3224"/>
            </a:xfrm>
            <a:custGeom>
              <a:avLst/>
              <a:pathLst>
                <a:path w="829" h="3224">
                  <a:moveTo>
                    <a:pt x="829" y="1856"/>
                  </a:moveTo>
                  <a:lnTo>
                    <a:pt x="715" y="3224"/>
                  </a:lnTo>
                  <a:lnTo>
                    <a:pt x="411" y="3029"/>
                  </a:lnTo>
                  <a:lnTo>
                    <a:pt x="0" y="598"/>
                  </a:lnTo>
                  <a:lnTo>
                    <a:pt x="220" y="0"/>
                  </a:lnTo>
                  <a:lnTo>
                    <a:pt x="802" y="1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4602538" y="2743370"/>
              <a:ext cx="4060" cy="5888"/>
            </a:xfrm>
            <a:custGeom>
              <a:avLst/>
              <a:pathLst>
                <a:path w="4060" h="5888">
                  <a:moveTo>
                    <a:pt x="3757" y="5309"/>
                  </a:moveTo>
                  <a:lnTo>
                    <a:pt x="3591" y="5888"/>
                  </a:lnTo>
                  <a:lnTo>
                    <a:pt x="2167" y="4191"/>
                  </a:lnTo>
                  <a:lnTo>
                    <a:pt x="628" y="3834"/>
                  </a:lnTo>
                  <a:lnTo>
                    <a:pt x="96" y="2343"/>
                  </a:lnTo>
                  <a:lnTo>
                    <a:pt x="0" y="0"/>
                  </a:lnTo>
                  <a:lnTo>
                    <a:pt x="1623" y="99"/>
                  </a:lnTo>
                  <a:lnTo>
                    <a:pt x="3625" y="2218"/>
                  </a:lnTo>
                  <a:lnTo>
                    <a:pt x="4060" y="33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4593811" y="2694252"/>
              <a:ext cx="7498" cy="10094"/>
            </a:xfrm>
            <a:custGeom>
              <a:avLst/>
              <a:pathLst>
                <a:path w="7498" h="10094">
                  <a:moveTo>
                    <a:pt x="7498" y="9251"/>
                  </a:moveTo>
                  <a:lnTo>
                    <a:pt x="6551" y="10094"/>
                  </a:lnTo>
                  <a:lnTo>
                    <a:pt x="3553" y="7557"/>
                  </a:lnTo>
                  <a:lnTo>
                    <a:pt x="1441" y="4775"/>
                  </a:lnTo>
                  <a:lnTo>
                    <a:pt x="180" y="1396"/>
                  </a:lnTo>
                  <a:lnTo>
                    <a:pt x="0" y="0"/>
                  </a:lnTo>
                  <a:lnTo>
                    <a:pt x="1471" y="236"/>
                  </a:lnTo>
                  <a:lnTo>
                    <a:pt x="2911" y="1445"/>
                  </a:lnTo>
                  <a:lnTo>
                    <a:pt x="3229" y="3301"/>
                  </a:lnTo>
                  <a:lnTo>
                    <a:pt x="3810" y="3884"/>
                  </a:lnTo>
                  <a:lnTo>
                    <a:pt x="4205" y="4966"/>
                  </a:lnTo>
                  <a:lnTo>
                    <a:pt x="6872" y="7482"/>
                  </a:lnTo>
                  <a:lnTo>
                    <a:pt x="7279" y="82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4045983" y="2051553"/>
              <a:ext cx="703660" cy="983743"/>
            </a:xfrm>
            <a:custGeom>
              <a:avLst/>
              <a:pathLst>
                <a:path w="703660" h="983743">
                  <a:moveTo>
                    <a:pt x="655034" y="325636"/>
                  </a:moveTo>
                  <a:lnTo>
                    <a:pt x="654704" y="324599"/>
                  </a:lnTo>
                  <a:lnTo>
                    <a:pt x="654152" y="324268"/>
                  </a:lnTo>
                  <a:lnTo>
                    <a:pt x="653121" y="322816"/>
                  </a:lnTo>
                  <a:lnTo>
                    <a:pt x="652372" y="321217"/>
                  </a:lnTo>
                  <a:lnTo>
                    <a:pt x="651809" y="319448"/>
                  </a:lnTo>
                  <a:lnTo>
                    <a:pt x="651833" y="315672"/>
                  </a:lnTo>
                  <a:lnTo>
                    <a:pt x="651736" y="315105"/>
                  </a:lnTo>
                  <a:lnTo>
                    <a:pt x="650711" y="314332"/>
                  </a:lnTo>
                  <a:lnTo>
                    <a:pt x="650406" y="313208"/>
                  </a:lnTo>
                  <a:lnTo>
                    <a:pt x="649921" y="312671"/>
                  </a:lnTo>
                  <a:lnTo>
                    <a:pt x="649226" y="313013"/>
                  </a:lnTo>
                  <a:lnTo>
                    <a:pt x="648705" y="312651"/>
                  </a:lnTo>
                  <a:lnTo>
                    <a:pt x="648293" y="312036"/>
                  </a:lnTo>
                  <a:lnTo>
                    <a:pt x="647799" y="311963"/>
                  </a:lnTo>
                  <a:lnTo>
                    <a:pt x="647371" y="312939"/>
                  </a:lnTo>
                  <a:lnTo>
                    <a:pt x="647146" y="315033"/>
                  </a:lnTo>
                  <a:lnTo>
                    <a:pt x="646429" y="318510"/>
                  </a:lnTo>
                  <a:lnTo>
                    <a:pt x="646363" y="320611"/>
                  </a:lnTo>
                  <a:lnTo>
                    <a:pt x="646052" y="323615"/>
                  </a:lnTo>
                  <a:lnTo>
                    <a:pt x="645745" y="327421"/>
                  </a:lnTo>
                  <a:lnTo>
                    <a:pt x="645493" y="328215"/>
                  </a:lnTo>
                  <a:lnTo>
                    <a:pt x="644688" y="328329"/>
                  </a:lnTo>
                  <a:lnTo>
                    <a:pt x="644412" y="328577"/>
                  </a:lnTo>
                  <a:lnTo>
                    <a:pt x="643994" y="329871"/>
                  </a:lnTo>
                  <a:lnTo>
                    <a:pt x="643489" y="330090"/>
                  </a:lnTo>
                  <a:lnTo>
                    <a:pt x="643042" y="329333"/>
                  </a:lnTo>
                  <a:lnTo>
                    <a:pt x="642337" y="328577"/>
                  </a:lnTo>
                  <a:lnTo>
                    <a:pt x="641672" y="328479"/>
                  </a:lnTo>
                  <a:lnTo>
                    <a:pt x="641072" y="329236"/>
                  </a:lnTo>
                  <a:lnTo>
                    <a:pt x="640368" y="330882"/>
                  </a:lnTo>
                  <a:lnTo>
                    <a:pt x="639968" y="332217"/>
                  </a:lnTo>
                  <a:lnTo>
                    <a:pt x="639825" y="333462"/>
                  </a:lnTo>
                  <a:lnTo>
                    <a:pt x="639712" y="335002"/>
                  </a:lnTo>
                  <a:lnTo>
                    <a:pt x="639000" y="336478"/>
                  </a:lnTo>
                  <a:lnTo>
                    <a:pt x="638351" y="337250"/>
                  </a:lnTo>
                  <a:lnTo>
                    <a:pt x="637009" y="339424"/>
                  </a:lnTo>
                  <a:lnTo>
                    <a:pt x="636581" y="340327"/>
                  </a:lnTo>
                  <a:lnTo>
                    <a:pt x="635619" y="340339"/>
                  </a:lnTo>
                  <a:lnTo>
                    <a:pt x="634574" y="340255"/>
                  </a:lnTo>
                  <a:lnTo>
                    <a:pt x="633167" y="340841"/>
                  </a:lnTo>
                  <a:lnTo>
                    <a:pt x="630871" y="341139"/>
                  </a:lnTo>
                  <a:lnTo>
                    <a:pt x="629496" y="340699"/>
                  </a:lnTo>
                  <a:lnTo>
                    <a:pt x="627797" y="341114"/>
                  </a:lnTo>
                  <a:lnTo>
                    <a:pt x="626474" y="341826"/>
                  </a:lnTo>
                  <a:lnTo>
                    <a:pt x="626284" y="342887"/>
                  </a:lnTo>
                  <a:lnTo>
                    <a:pt x="626333" y="344456"/>
                  </a:lnTo>
                  <a:lnTo>
                    <a:pt x="626599" y="345482"/>
                  </a:lnTo>
                  <a:lnTo>
                    <a:pt x="626922" y="346168"/>
                  </a:lnTo>
                  <a:lnTo>
                    <a:pt x="627472" y="348279"/>
                  </a:lnTo>
                  <a:lnTo>
                    <a:pt x="628045" y="350320"/>
                  </a:lnTo>
                  <a:lnTo>
                    <a:pt x="628921" y="351640"/>
                  </a:lnTo>
                  <a:lnTo>
                    <a:pt x="629283" y="353057"/>
                  </a:lnTo>
                  <a:lnTo>
                    <a:pt x="629302" y="354376"/>
                  </a:lnTo>
                  <a:lnTo>
                    <a:pt x="628887" y="356038"/>
                  </a:lnTo>
                  <a:lnTo>
                    <a:pt x="628259" y="358211"/>
                  </a:lnTo>
                  <a:lnTo>
                    <a:pt x="627673" y="359548"/>
                  </a:lnTo>
                  <a:lnTo>
                    <a:pt x="627234" y="359504"/>
                  </a:lnTo>
                  <a:lnTo>
                    <a:pt x="626561" y="358725"/>
                  </a:lnTo>
                  <a:lnTo>
                    <a:pt x="626104" y="357748"/>
                  </a:lnTo>
                  <a:lnTo>
                    <a:pt x="625018" y="357380"/>
                  </a:lnTo>
                  <a:lnTo>
                    <a:pt x="622360" y="358005"/>
                  </a:lnTo>
                  <a:lnTo>
                    <a:pt x="621030" y="357569"/>
                  </a:lnTo>
                  <a:lnTo>
                    <a:pt x="620395" y="356771"/>
                  </a:lnTo>
                  <a:lnTo>
                    <a:pt x="619283" y="356710"/>
                  </a:lnTo>
                  <a:lnTo>
                    <a:pt x="617562" y="355646"/>
                  </a:lnTo>
                  <a:lnTo>
                    <a:pt x="616514" y="355305"/>
                  </a:lnTo>
                  <a:lnTo>
                    <a:pt x="616019" y="354620"/>
                  </a:lnTo>
                  <a:lnTo>
                    <a:pt x="615924" y="353057"/>
                  </a:lnTo>
                  <a:lnTo>
                    <a:pt x="615428" y="351982"/>
                  </a:lnTo>
                  <a:lnTo>
                    <a:pt x="615151" y="350695"/>
                  </a:lnTo>
                  <a:lnTo>
                    <a:pt x="614525" y="349079"/>
                  </a:lnTo>
                  <a:lnTo>
                    <a:pt x="613925" y="348268"/>
                  </a:lnTo>
                  <a:lnTo>
                    <a:pt x="613335" y="347926"/>
                  </a:lnTo>
                  <a:lnTo>
                    <a:pt x="612688" y="348903"/>
                  </a:lnTo>
                  <a:lnTo>
                    <a:pt x="612003" y="349783"/>
                  </a:lnTo>
                  <a:lnTo>
                    <a:pt x="611489" y="349587"/>
                  </a:lnTo>
                  <a:lnTo>
                    <a:pt x="611242" y="349832"/>
                  </a:lnTo>
                  <a:lnTo>
                    <a:pt x="610959" y="350561"/>
                  </a:lnTo>
                  <a:lnTo>
                    <a:pt x="609857" y="352066"/>
                  </a:lnTo>
                  <a:lnTo>
                    <a:pt x="609593" y="353444"/>
                  </a:lnTo>
                  <a:lnTo>
                    <a:pt x="609154" y="356363"/>
                  </a:lnTo>
                  <a:lnTo>
                    <a:pt x="608848" y="359364"/>
                  </a:lnTo>
                  <a:lnTo>
                    <a:pt x="608582" y="360426"/>
                  </a:lnTo>
                  <a:lnTo>
                    <a:pt x="608133" y="360609"/>
                  </a:lnTo>
                  <a:lnTo>
                    <a:pt x="607677" y="361511"/>
                  </a:lnTo>
                  <a:lnTo>
                    <a:pt x="606720" y="364337"/>
                  </a:lnTo>
                  <a:lnTo>
                    <a:pt x="605856" y="366934"/>
                  </a:lnTo>
                  <a:lnTo>
                    <a:pt x="604601" y="368693"/>
                  </a:lnTo>
                  <a:lnTo>
                    <a:pt x="604010" y="370306"/>
                  </a:lnTo>
                  <a:lnTo>
                    <a:pt x="603706" y="371772"/>
                  </a:lnTo>
                  <a:lnTo>
                    <a:pt x="602812" y="373824"/>
                  </a:lnTo>
                  <a:lnTo>
                    <a:pt x="601498" y="374190"/>
                  </a:lnTo>
                  <a:lnTo>
                    <a:pt x="600452" y="374787"/>
                  </a:lnTo>
                  <a:lnTo>
                    <a:pt x="599811" y="374945"/>
                  </a:lnTo>
                  <a:lnTo>
                    <a:pt x="599350" y="375773"/>
                  </a:lnTo>
                  <a:lnTo>
                    <a:pt x="599016" y="377037"/>
                  </a:lnTo>
                  <a:lnTo>
                    <a:pt x="598854" y="377538"/>
                  </a:lnTo>
                  <a:lnTo>
                    <a:pt x="598264" y="377538"/>
                  </a:lnTo>
                  <a:lnTo>
                    <a:pt x="597674" y="378613"/>
                  </a:lnTo>
                  <a:lnTo>
                    <a:pt x="596227" y="381055"/>
                  </a:lnTo>
                  <a:lnTo>
                    <a:pt x="595048" y="381507"/>
                  </a:lnTo>
                  <a:lnTo>
                    <a:pt x="593569" y="383139"/>
                  </a:lnTo>
                  <a:lnTo>
                    <a:pt x="592269" y="384378"/>
                  </a:lnTo>
                  <a:lnTo>
                    <a:pt x="591729" y="385075"/>
                  </a:lnTo>
                  <a:lnTo>
                    <a:pt x="591584" y="385844"/>
                  </a:lnTo>
                  <a:lnTo>
                    <a:pt x="591394" y="386822"/>
                  </a:lnTo>
                  <a:lnTo>
                    <a:pt x="590765" y="387017"/>
                  </a:lnTo>
                  <a:lnTo>
                    <a:pt x="590156" y="386968"/>
                  </a:lnTo>
                  <a:lnTo>
                    <a:pt x="588805" y="389216"/>
                  </a:lnTo>
                  <a:lnTo>
                    <a:pt x="588120" y="391122"/>
                  </a:lnTo>
                  <a:lnTo>
                    <a:pt x="585458" y="395188"/>
                  </a:lnTo>
                  <a:lnTo>
                    <a:pt x="584371" y="397475"/>
                  </a:lnTo>
                  <a:lnTo>
                    <a:pt x="584089" y="400435"/>
                  </a:lnTo>
                  <a:lnTo>
                    <a:pt x="583949" y="400213"/>
                  </a:lnTo>
                  <a:lnTo>
                    <a:pt x="583000" y="402796"/>
                  </a:lnTo>
                  <a:lnTo>
                    <a:pt x="581139" y="405253"/>
                  </a:lnTo>
                  <a:lnTo>
                    <a:pt x="577162" y="405802"/>
                  </a:lnTo>
                  <a:lnTo>
                    <a:pt x="575904" y="404054"/>
                  </a:lnTo>
                  <a:lnTo>
                    <a:pt x="575448" y="405259"/>
                  </a:lnTo>
                  <a:lnTo>
                    <a:pt x="575096" y="406875"/>
                  </a:lnTo>
                  <a:lnTo>
                    <a:pt x="574053" y="407414"/>
                  </a:lnTo>
                  <a:lnTo>
                    <a:pt x="572420" y="407560"/>
                  </a:lnTo>
                  <a:lnTo>
                    <a:pt x="571509" y="408625"/>
                  </a:lnTo>
                  <a:lnTo>
                    <a:pt x="571021" y="409815"/>
                  </a:lnTo>
                  <a:lnTo>
                    <a:pt x="568784" y="410202"/>
                  </a:lnTo>
                  <a:lnTo>
                    <a:pt x="567964" y="411786"/>
                  </a:lnTo>
                  <a:lnTo>
                    <a:pt x="566573" y="412350"/>
                  </a:lnTo>
                  <a:lnTo>
                    <a:pt x="560759" y="419286"/>
                  </a:lnTo>
                  <a:lnTo>
                    <a:pt x="559495" y="422205"/>
                  </a:lnTo>
                  <a:lnTo>
                    <a:pt x="558297" y="425615"/>
                  </a:lnTo>
                  <a:lnTo>
                    <a:pt x="557454" y="427332"/>
                  </a:lnTo>
                  <a:lnTo>
                    <a:pt x="556702" y="428533"/>
                  </a:lnTo>
                  <a:lnTo>
                    <a:pt x="556015" y="429025"/>
                  </a:lnTo>
                  <a:lnTo>
                    <a:pt x="555344" y="430208"/>
                  </a:lnTo>
                  <a:lnTo>
                    <a:pt x="554663" y="430358"/>
                  </a:lnTo>
                  <a:lnTo>
                    <a:pt x="553969" y="429818"/>
                  </a:lnTo>
                  <a:lnTo>
                    <a:pt x="553191" y="430003"/>
                  </a:lnTo>
                  <a:lnTo>
                    <a:pt x="552680" y="431439"/>
                  </a:lnTo>
                  <a:lnTo>
                    <a:pt x="553113" y="433301"/>
                  </a:lnTo>
                  <a:lnTo>
                    <a:pt x="552876" y="434090"/>
                  </a:lnTo>
                  <a:lnTo>
                    <a:pt x="551349" y="435105"/>
                  </a:lnTo>
                  <a:lnTo>
                    <a:pt x="549081" y="435771"/>
                  </a:lnTo>
                  <a:lnTo>
                    <a:pt x="548117" y="436991"/>
                  </a:lnTo>
                  <a:lnTo>
                    <a:pt x="547784" y="437683"/>
                  </a:lnTo>
                  <a:lnTo>
                    <a:pt x="547280" y="438034"/>
                  </a:lnTo>
                  <a:lnTo>
                    <a:pt x="546798" y="435621"/>
                  </a:lnTo>
                  <a:lnTo>
                    <a:pt x="546626" y="432444"/>
                  </a:lnTo>
                  <a:lnTo>
                    <a:pt x="547564" y="431680"/>
                  </a:lnTo>
                  <a:lnTo>
                    <a:pt x="548427" y="431278"/>
                  </a:lnTo>
                  <a:lnTo>
                    <a:pt x="553222" y="426892"/>
                  </a:lnTo>
                  <a:lnTo>
                    <a:pt x="552620" y="423598"/>
                  </a:lnTo>
                  <a:lnTo>
                    <a:pt x="553045" y="422163"/>
                  </a:lnTo>
                  <a:lnTo>
                    <a:pt x="554118" y="419834"/>
                  </a:lnTo>
                  <a:lnTo>
                    <a:pt x="554816" y="418683"/>
                  </a:lnTo>
                  <a:lnTo>
                    <a:pt x="554436" y="418260"/>
                  </a:lnTo>
                  <a:lnTo>
                    <a:pt x="551295" y="419028"/>
                  </a:lnTo>
                  <a:lnTo>
                    <a:pt x="549490" y="418970"/>
                  </a:lnTo>
                  <a:lnTo>
                    <a:pt x="548568" y="418735"/>
                  </a:lnTo>
                  <a:lnTo>
                    <a:pt x="548848" y="416742"/>
                  </a:lnTo>
                  <a:lnTo>
                    <a:pt x="548692" y="414755"/>
                  </a:lnTo>
                  <a:lnTo>
                    <a:pt x="548476" y="414009"/>
                  </a:lnTo>
                  <a:lnTo>
                    <a:pt x="550075" y="411747"/>
                  </a:lnTo>
                  <a:lnTo>
                    <a:pt x="550801" y="411189"/>
                  </a:lnTo>
                  <a:lnTo>
                    <a:pt x="551354" y="411223"/>
                  </a:lnTo>
                  <a:lnTo>
                    <a:pt x="551316" y="409855"/>
                  </a:lnTo>
                  <a:lnTo>
                    <a:pt x="550855" y="407798"/>
                  </a:lnTo>
                  <a:lnTo>
                    <a:pt x="551352" y="405140"/>
                  </a:lnTo>
                  <a:lnTo>
                    <a:pt x="554615" y="402017"/>
                  </a:lnTo>
                  <a:lnTo>
                    <a:pt x="555397" y="399184"/>
                  </a:lnTo>
                  <a:lnTo>
                    <a:pt x="556708" y="396541"/>
                  </a:lnTo>
                  <a:lnTo>
                    <a:pt x="559103" y="389969"/>
                  </a:lnTo>
                  <a:lnTo>
                    <a:pt x="559245" y="388852"/>
                  </a:lnTo>
                  <a:lnTo>
                    <a:pt x="559942" y="385775"/>
                  </a:lnTo>
                  <a:lnTo>
                    <a:pt x="560070" y="384544"/>
                  </a:lnTo>
                  <a:lnTo>
                    <a:pt x="558962" y="382745"/>
                  </a:lnTo>
                  <a:lnTo>
                    <a:pt x="558522" y="380220"/>
                  </a:lnTo>
                  <a:lnTo>
                    <a:pt x="555280" y="375672"/>
                  </a:lnTo>
                  <a:lnTo>
                    <a:pt x="555005" y="371766"/>
                  </a:lnTo>
                  <a:lnTo>
                    <a:pt x="554703" y="371937"/>
                  </a:lnTo>
                  <a:lnTo>
                    <a:pt x="554208" y="374674"/>
                  </a:lnTo>
                  <a:lnTo>
                    <a:pt x="553790" y="375552"/>
                  </a:lnTo>
                  <a:lnTo>
                    <a:pt x="552290" y="375633"/>
                  </a:lnTo>
                  <a:lnTo>
                    <a:pt x="551578" y="374599"/>
                  </a:lnTo>
                  <a:lnTo>
                    <a:pt x="547406" y="373923"/>
                  </a:lnTo>
                  <a:lnTo>
                    <a:pt x="546386" y="375686"/>
                  </a:lnTo>
                  <a:lnTo>
                    <a:pt x="545431" y="378419"/>
                  </a:lnTo>
                  <a:lnTo>
                    <a:pt x="544503" y="380370"/>
                  </a:lnTo>
                  <a:lnTo>
                    <a:pt x="543571" y="381371"/>
                  </a:lnTo>
                  <a:lnTo>
                    <a:pt x="542759" y="383149"/>
                  </a:lnTo>
                  <a:lnTo>
                    <a:pt x="539403" y="393730"/>
                  </a:lnTo>
                  <a:lnTo>
                    <a:pt x="538135" y="394531"/>
                  </a:lnTo>
                  <a:lnTo>
                    <a:pt x="532168" y="400926"/>
                  </a:lnTo>
                  <a:lnTo>
                    <a:pt x="529184" y="403432"/>
                  </a:lnTo>
                  <a:lnTo>
                    <a:pt x="526882" y="407869"/>
                  </a:lnTo>
                  <a:lnTo>
                    <a:pt x="526091" y="410554"/>
                  </a:lnTo>
                  <a:lnTo>
                    <a:pt x="525389" y="413530"/>
                  </a:lnTo>
                  <a:lnTo>
                    <a:pt x="524966" y="418046"/>
                  </a:lnTo>
                  <a:lnTo>
                    <a:pt x="522843" y="423533"/>
                  </a:lnTo>
                  <a:lnTo>
                    <a:pt x="522116" y="424709"/>
                  </a:lnTo>
                  <a:lnTo>
                    <a:pt x="521372" y="425187"/>
                  </a:lnTo>
                  <a:lnTo>
                    <a:pt x="520384" y="425018"/>
                  </a:lnTo>
                  <a:lnTo>
                    <a:pt x="519532" y="425362"/>
                  </a:lnTo>
                  <a:lnTo>
                    <a:pt x="518082" y="424878"/>
                  </a:lnTo>
                  <a:lnTo>
                    <a:pt x="516305" y="426617"/>
                  </a:lnTo>
                  <a:lnTo>
                    <a:pt x="514301" y="428122"/>
                  </a:lnTo>
                  <a:lnTo>
                    <a:pt x="512575" y="424340"/>
                  </a:lnTo>
                  <a:lnTo>
                    <a:pt x="511344" y="423404"/>
                  </a:lnTo>
                  <a:lnTo>
                    <a:pt x="509328" y="424452"/>
                  </a:lnTo>
                  <a:lnTo>
                    <a:pt x="508395" y="426130"/>
                  </a:lnTo>
                  <a:lnTo>
                    <a:pt x="506462" y="434451"/>
                  </a:lnTo>
                  <a:lnTo>
                    <a:pt x="505738" y="439221"/>
                  </a:lnTo>
                  <a:lnTo>
                    <a:pt x="505785" y="441181"/>
                  </a:lnTo>
                  <a:lnTo>
                    <a:pt x="506915" y="447118"/>
                  </a:lnTo>
                  <a:lnTo>
                    <a:pt x="508188" y="450444"/>
                  </a:lnTo>
                  <a:lnTo>
                    <a:pt x="511045" y="454234"/>
                  </a:lnTo>
                  <a:lnTo>
                    <a:pt x="517125" y="456848"/>
                  </a:lnTo>
                  <a:lnTo>
                    <a:pt x="518550" y="455919"/>
                  </a:lnTo>
                  <a:lnTo>
                    <a:pt x="520080" y="455910"/>
                  </a:lnTo>
                  <a:lnTo>
                    <a:pt x="521691" y="458389"/>
                  </a:lnTo>
                  <a:lnTo>
                    <a:pt x="522698" y="462490"/>
                  </a:lnTo>
                  <a:lnTo>
                    <a:pt x="522792" y="465292"/>
                  </a:lnTo>
                  <a:lnTo>
                    <a:pt x="522824" y="466257"/>
                  </a:lnTo>
                  <a:lnTo>
                    <a:pt x="523191" y="467082"/>
                  </a:lnTo>
                  <a:lnTo>
                    <a:pt x="523407" y="468496"/>
                  </a:lnTo>
                  <a:lnTo>
                    <a:pt x="522767" y="469669"/>
                  </a:lnTo>
                  <a:lnTo>
                    <a:pt x="522276" y="470251"/>
                  </a:lnTo>
                  <a:lnTo>
                    <a:pt x="521862" y="474602"/>
                  </a:lnTo>
                  <a:lnTo>
                    <a:pt x="521836" y="479417"/>
                  </a:lnTo>
                  <a:lnTo>
                    <a:pt x="522360" y="481014"/>
                  </a:lnTo>
                  <a:lnTo>
                    <a:pt x="523668" y="483258"/>
                  </a:lnTo>
                  <a:lnTo>
                    <a:pt x="525689" y="485116"/>
                  </a:lnTo>
                  <a:lnTo>
                    <a:pt x="527559" y="485516"/>
                  </a:lnTo>
                  <a:lnTo>
                    <a:pt x="531134" y="484620"/>
                  </a:lnTo>
                  <a:lnTo>
                    <a:pt x="532595" y="481715"/>
                  </a:lnTo>
                  <a:lnTo>
                    <a:pt x="532508" y="480462"/>
                  </a:lnTo>
                  <a:lnTo>
                    <a:pt x="532542" y="478835"/>
                  </a:lnTo>
                  <a:lnTo>
                    <a:pt x="535683" y="474575"/>
                  </a:lnTo>
                  <a:lnTo>
                    <a:pt x="537474" y="470802"/>
                  </a:lnTo>
                  <a:lnTo>
                    <a:pt x="537193" y="469803"/>
                  </a:lnTo>
                  <a:lnTo>
                    <a:pt x="536849" y="469138"/>
                  </a:lnTo>
                  <a:lnTo>
                    <a:pt x="537165" y="468752"/>
                  </a:lnTo>
                  <a:lnTo>
                    <a:pt x="538149" y="468487"/>
                  </a:lnTo>
                  <a:lnTo>
                    <a:pt x="542520" y="464560"/>
                  </a:lnTo>
                  <a:lnTo>
                    <a:pt x="545962" y="467773"/>
                  </a:lnTo>
                  <a:lnTo>
                    <a:pt x="547924" y="471468"/>
                  </a:lnTo>
                  <a:lnTo>
                    <a:pt x="549864" y="472094"/>
                  </a:lnTo>
                  <a:lnTo>
                    <a:pt x="551212" y="473983"/>
                  </a:lnTo>
                  <a:lnTo>
                    <a:pt x="552765" y="475599"/>
                  </a:lnTo>
                  <a:lnTo>
                    <a:pt x="554793" y="475709"/>
                  </a:lnTo>
                  <a:lnTo>
                    <a:pt x="556501" y="476044"/>
                  </a:lnTo>
                  <a:lnTo>
                    <a:pt x="557022" y="474553"/>
                  </a:lnTo>
                  <a:lnTo>
                    <a:pt x="557557" y="473573"/>
                  </a:lnTo>
                  <a:lnTo>
                    <a:pt x="558166" y="473768"/>
                  </a:lnTo>
                  <a:lnTo>
                    <a:pt x="558852" y="475723"/>
                  </a:lnTo>
                  <a:lnTo>
                    <a:pt x="560792" y="477227"/>
                  </a:lnTo>
                  <a:lnTo>
                    <a:pt x="562582" y="477147"/>
                  </a:lnTo>
                  <a:lnTo>
                    <a:pt x="563837" y="476602"/>
                  </a:lnTo>
                  <a:lnTo>
                    <a:pt x="564581" y="477299"/>
                  </a:lnTo>
                  <a:lnTo>
                    <a:pt x="563504" y="479808"/>
                  </a:lnTo>
                  <a:lnTo>
                    <a:pt x="563664" y="483851"/>
                  </a:lnTo>
                  <a:lnTo>
                    <a:pt x="562838" y="485129"/>
                  </a:lnTo>
                  <a:lnTo>
                    <a:pt x="562046" y="487189"/>
                  </a:lnTo>
                  <a:lnTo>
                    <a:pt x="562515" y="488544"/>
                  </a:lnTo>
                  <a:lnTo>
                    <a:pt x="562929" y="489124"/>
                  </a:lnTo>
                  <a:lnTo>
                    <a:pt x="562887" y="490773"/>
                  </a:lnTo>
                  <a:lnTo>
                    <a:pt x="562165" y="491710"/>
                  </a:lnTo>
                  <a:lnTo>
                    <a:pt x="560829" y="494160"/>
                  </a:lnTo>
                  <a:lnTo>
                    <a:pt x="560061" y="494112"/>
                  </a:lnTo>
                  <a:lnTo>
                    <a:pt x="559694" y="493639"/>
                  </a:lnTo>
                  <a:lnTo>
                    <a:pt x="559434" y="492761"/>
                  </a:lnTo>
                  <a:lnTo>
                    <a:pt x="559244" y="491353"/>
                  </a:lnTo>
                  <a:lnTo>
                    <a:pt x="558774" y="490424"/>
                  </a:lnTo>
                  <a:lnTo>
                    <a:pt x="557475" y="490066"/>
                  </a:lnTo>
                  <a:lnTo>
                    <a:pt x="556131" y="490400"/>
                  </a:lnTo>
                  <a:lnTo>
                    <a:pt x="553104" y="494037"/>
                  </a:lnTo>
                  <a:lnTo>
                    <a:pt x="550151" y="496933"/>
                  </a:lnTo>
                  <a:lnTo>
                    <a:pt x="547055" y="499235"/>
                  </a:lnTo>
                  <a:lnTo>
                    <a:pt x="546017" y="500686"/>
                  </a:lnTo>
                  <a:lnTo>
                    <a:pt x="545282" y="501082"/>
                  </a:lnTo>
                  <a:lnTo>
                    <a:pt x="543999" y="499983"/>
                  </a:lnTo>
                  <a:lnTo>
                    <a:pt x="543221" y="500052"/>
                  </a:lnTo>
                  <a:lnTo>
                    <a:pt x="543058" y="500808"/>
                  </a:lnTo>
                  <a:lnTo>
                    <a:pt x="544046" y="502827"/>
                  </a:lnTo>
                  <a:lnTo>
                    <a:pt x="544304" y="504411"/>
                  </a:lnTo>
                  <a:lnTo>
                    <a:pt x="544198" y="505627"/>
                  </a:lnTo>
                  <a:lnTo>
                    <a:pt x="543637" y="506161"/>
                  </a:lnTo>
                  <a:lnTo>
                    <a:pt x="542822" y="505268"/>
                  </a:lnTo>
                  <a:lnTo>
                    <a:pt x="542078" y="506539"/>
                  </a:lnTo>
                  <a:lnTo>
                    <a:pt x="541740" y="508683"/>
                  </a:lnTo>
                  <a:lnTo>
                    <a:pt x="541726" y="513776"/>
                  </a:lnTo>
                  <a:lnTo>
                    <a:pt x="541230" y="514912"/>
                  </a:lnTo>
                  <a:lnTo>
                    <a:pt x="539866" y="515540"/>
                  </a:lnTo>
                  <a:lnTo>
                    <a:pt x="538413" y="517160"/>
                  </a:lnTo>
                  <a:lnTo>
                    <a:pt x="537897" y="516411"/>
                  </a:lnTo>
                  <a:lnTo>
                    <a:pt x="537690" y="515498"/>
                  </a:lnTo>
                  <a:lnTo>
                    <a:pt x="537842" y="513153"/>
                  </a:lnTo>
                  <a:lnTo>
                    <a:pt x="537661" y="512009"/>
                  </a:lnTo>
                  <a:lnTo>
                    <a:pt x="536998" y="512068"/>
                  </a:lnTo>
                  <a:lnTo>
                    <a:pt x="535999" y="512769"/>
                  </a:lnTo>
                  <a:lnTo>
                    <a:pt x="535236" y="514310"/>
                  </a:lnTo>
                  <a:lnTo>
                    <a:pt x="534973" y="515238"/>
                  </a:lnTo>
                  <a:lnTo>
                    <a:pt x="535977" y="518235"/>
                  </a:lnTo>
                  <a:lnTo>
                    <a:pt x="536936" y="518538"/>
                  </a:lnTo>
                  <a:lnTo>
                    <a:pt x="537166" y="519211"/>
                  </a:lnTo>
                  <a:lnTo>
                    <a:pt x="536410" y="520674"/>
                  </a:lnTo>
                  <a:lnTo>
                    <a:pt x="534519" y="522855"/>
                  </a:lnTo>
                  <a:lnTo>
                    <a:pt x="534205" y="524680"/>
                  </a:lnTo>
                  <a:lnTo>
                    <a:pt x="533644" y="526427"/>
                  </a:lnTo>
                  <a:lnTo>
                    <a:pt x="532873" y="527816"/>
                  </a:lnTo>
                  <a:lnTo>
                    <a:pt x="532350" y="529281"/>
                  </a:lnTo>
                  <a:lnTo>
                    <a:pt x="531709" y="530047"/>
                  </a:lnTo>
                  <a:lnTo>
                    <a:pt x="530664" y="530904"/>
                  </a:lnTo>
                  <a:lnTo>
                    <a:pt x="529383" y="534416"/>
                  </a:lnTo>
                  <a:lnTo>
                    <a:pt x="528440" y="537704"/>
                  </a:lnTo>
                  <a:lnTo>
                    <a:pt x="527326" y="539394"/>
                  </a:lnTo>
                  <a:lnTo>
                    <a:pt x="526442" y="544937"/>
                  </a:lnTo>
                  <a:lnTo>
                    <a:pt x="524865" y="547952"/>
                  </a:lnTo>
                  <a:lnTo>
                    <a:pt x="524284" y="552767"/>
                  </a:lnTo>
                  <a:lnTo>
                    <a:pt x="524694" y="555734"/>
                  </a:lnTo>
                  <a:lnTo>
                    <a:pt x="526425" y="555705"/>
                  </a:lnTo>
                  <a:lnTo>
                    <a:pt x="527292" y="556746"/>
                  </a:lnTo>
                  <a:lnTo>
                    <a:pt x="529089" y="560645"/>
                  </a:lnTo>
                  <a:lnTo>
                    <a:pt x="531239" y="563187"/>
                  </a:lnTo>
                  <a:lnTo>
                    <a:pt x="533471" y="564617"/>
                  </a:lnTo>
                  <a:lnTo>
                    <a:pt x="536208" y="568226"/>
                  </a:lnTo>
                  <a:lnTo>
                    <a:pt x="536958" y="569752"/>
                  </a:lnTo>
                  <a:lnTo>
                    <a:pt x="537603" y="572856"/>
                  </a:lnTo>
                  <a:lnTo>
                    <a:pt x="538788" y="581800"/>
                  </a:lnTo>
                  <a:lnTo>
                    <a:pt x="539641" y="586228"/>
                  </a:lnTo>
                  <a:lnTo>
                    <a:pt x="539698" y="588541"/>
                  </a:lnTo>
                  <a:lnTo>
                    <a:pt x="540974" y="592904"/>
                  </a:lnTo>
                  <a:lnTo>
                    <a:pt x="542342" y="600406"/>
                  </a:lnTo>
                  <a:lnTo>
                    <a:pt x="543914" y="606911"/>
                  </a:lnTo>
                  <a:lnTo>
                    <a:pt x="544216" y="612031"/>
                  </a:lnTo>
                  <a:lnTo>
                    <a:pt x="543706" y="614369"/>
                  </a:lnTo>
                  <a:lnTo>
                    <a:pt x="543708" y="617404"/>
                  </a:lnTo>
                  <a:lnTo>
                    <a:pt x="545282" y="620192"/>
                  </a:lnTo>
                  <a:lnTo>
                    <a:pt x="548773" y="623434"/>
                  </a:lnTo>
                  <a:lnTo>
                    <a:pt x="549330" y="624388"/>
                  </a:lnTo>
                  <a:lnTo>
                    <a:pt x="550012" y="625957"/>
                  </a:lnTo>
                  <a:lnTo>
                    <a:pt x="550046" y="630853"/>
                  </a:lnTo>
                  <a:lnTo>
                    <a:pt x="550585" y="632417"/>
                  </a:lnTo>
                  <a:lnTo>
                    <a:pt x="551042" y="633369"/>
                  </a:lnTo>
                  <a:lnTo>
                    <a:pt x="553156" y="635440"/>
                  </a:lnTo>
                  <a:lnTo>
                    <a:pt x="554041" y="637158"/>
                  </a:lnTo>
                  <a:lnTo>
                    <a:pt x="554977" y="639909"/>
                  </a:lnTo>
                  <a:lnTo>
                    <a:pt x="555252" y="642371"/>
                  </a:lnTo>
                  <a:lnTo>
                    <a:pt x="555367" y="645707"/>
                  </a:lnTo>
                  <a:lnTo>
                    <a:pt x="554185" y="645826"/>
                  </a:lnTo>
                  <a:lnTo>
                    <a:pt x="553233" y="645453"/>
                  </a:lnTo>
                  <a:lnTo>
                    <a:pt x="549448" y="641120"/>
                  </a:lnTo>
                  <a:lnTo>
                    <a:pt x="548463" y="641005"/>
                  </a:lnTo>
                  <a:lnTo>
                    <a:pt x="547075" y="641606"/>
                  </a:lnTo>
                  <a:lnTo>
                    <a:pt x="545093" y="640807"/>
                  </a:lnTo>
                  <a:lnTo>
                    <a:pt x="543000" y="636009"/>
                  </a:lnTo>
                  <a:lnTo>
                    <a:pt x="541491" y="634552"/>
                  </a:lnTo>
                  <a:lnTo>
                    <a:pt x="539875" y="633819"/>
                  </a:lnTo>
                  <a:lnTo>
                    <a:pt x="536008" y="637947"/>
                  </a:lnTo>
                  <a:lnTo>
                    <a:pt x="535025" y="637657"/>
                  </a:lnTo>
                  <a:lnTo>
                    <a:pt x="534740" y="638122"/>
                  </a:lnTo>
                  <a:lnTo>
                    <a:pt x="534303" y="638830"/>
                  </a:lnTo>
                  <a:lnTo>
                    <a:pt x="536094" y="639715"/>
                  </a:lnTo>
                  <a:lnTo>
                    <a:pt x="537888" y="638363"/>
                  </a:lnTo>
                  <a:lnTo>
                    <a:pt x="539611" y="636362"/>
                  </a:lnTo>
                  <a:lnTo>
                    <a:pt x="542124" y="637428"/>
                  </a:lnTo>
                  <a:lnTo>
                    <a:pt x="542546" y="639227"/>
                  </a:lnTo>
                  <a:lnTo>
                    <a:pt x="542955" y="642273"/>
                  </a:lnTo>
                  <a:lnTo>
                    <a:pt x="544678" y="644329"/>
                  </a:lnTo>
                  <a:lnTo>
                    <a:pt x="546035" y="645238"/>
                  </a:lnTo>
                  <a:lnTo>
                    <a:pt x="547755" y="647937"/>
                  </a:lnTo>
                  <a:lnTo>
                    <a:pt x="549436" y="652155"/>
                  </a:lnTo>
                  <a:lnTo>
                    <a:pt x="553000" y="657049"/>
                  </a:lnTo>
                  <a:lnTo>
                    <a:pt x="554442" y="661683"/>
                  </a:lnTo>
                  <a:lnTo>
                    <a:pt x="555001" y="664676"/>
                  </a:lnTo>
                  <a:lnTo>
                    <a:pt x="555501" y="668949"/>
                  </a:lnTo>
                  <a:lnTo>
                    <a:pt x="554252" y="670327"/>
                  </a:lnTo>
                  <a:lnTo>
                    <a:pt x="553167" y="670522"/>
                  </a:lnTo>
                  <a:lnTo>
                    <a:pt x="551468" y="671196"/>
                  </a:lnTo>
                  <a:lnTo>
                    <a:pt x="550219" y="672708"/>
                  </a:lnTo>
                  <a:lnTo>
                    <a:pt x="548965" y="675370"/>
                  </a:lnTo>
                  <a:lnTo>
                    <a:pt x="545371" y="679550"/>
                  </a:lnTo>
                  <a:lnTo>
                    <a:pt x="544687" y="682165"/>
                  </a:lnTo>
                  <a:lnTo>
                    <a:pt x="544217" y="684444"/>
                  </a:lnTo>
                  <a:lnTo>
                    <a:pt x="543343" y="685566"/>
                  </a:lnTo>
                  <a:lnTo>
                    <a:pt x="541139" y="684496"/>
                  </a:lnTo>
                  <a:lnTo>
                    <a:pt x="539066" y="684585"/>
                  </a:lnTo>
                  <a:lnTo>
                    <a:pt x="536715" y="687667"/>
                  </a:lnTo>
                  <a:lnTo>
                    <a:pt x="536129" y="688915"/>
                  </a:lnTo>
                  <a:lnTo>
                    <a:pt x="536519" y="688671"/>
                  </a:lnTo>
                  <a:lnTo>
                    <a:pt x="536888" y="688273"/>
                  </a:lnTo>
                  <a:lnTo>
                    <a:pt x="537946" y="688735"/>
                  </a:lnTo>
                  <a:lnTo>
                    <a:pt x="539580" y="687090"/>
                  </a:lnTo>
                  <a:lnTo>
                    <a:pt x="541178" y="692111"/>
                  </a:lnTo>
                  <a:lnTo>
                    <a:pt x="544298" y="691299"/>
                  </a:lnTo>
                  <a:lnTo>
                    <a:pt x="547231" y="687129"/>
                  </a:lnTo>
                  <a:lnTo>
                    <a:pt x="548366" y="687059"/>
                  </a:lnTo>
                  <a:lnTo>
                    <a:pt x="549317" y="687702"/>
                  </a:lnTo>
                  <a:lnTo>
                    <a:pt x="550377" y="689348"/>
                  </a:lnTo>
                  <a:lnTo>
                    <a:pt x="553199" y="696663"/>
                  </a:lnTo>
                  <a:lnTo>
                    <a:pt x="554745" y="697459"/>
                  </a:lnTo>
                  <a:lnTo>
                    <a:pt x="556265" y="699175"/>
                  </a:lnTo>
                  <a:lnTo>
                    <a:pt x="557104" y="699364"/>
                  </a:lnTo>
                  <a:lnTo>
                    <a:pt x="557860" y="699876"/>
                  </a:lnTo>
                  <a:lnTo>
                    <a:pt x="555821" y="702555"/>
                  </a:lnTo>
                  <a:lnTo>
                    <a:pt x="553183" y="708344"/>
                  </a:lnTo>
                  <a:lnTo>
                    <a:pt x="552010" y="709726"/>
                  </a:lnTo>
                  <a:lnTo>
                    <a:pt x="551223" y="711276"/>
                  </a:lnTo>
                  <a:lnTo>
                    <a:pt x="553343" y="710495"/>
                  </a:lnTo>
                  <a:lnTo>
                    <a:pt x="554856" y="707728"/>
                  </a:lnTo>
                  <a:lnTo>
                    <a:pt x="555616" y="707044"/>
                  </a:lnTo>
                  <a:lnTo>
                    <a:pt x="556229" y="707690"/>
                  </a:lnTo>
                  <a:lnTo>
                    <a:pt x="556541" y="711097"/>
                  </a:lnTo>
                  <a:lnTo>
                    <a:pt x="555959" y="721605"/>
                  </a:lnTo>
                  <a:lnTo>
                    <a:pt x="555220" y="721785"/>
                  </a:lnTo>
                  <a:lnTo>
                    <a:pt x="554498" y="718926"/>
                  </a:lnTo>
                  <a:lnTo>
                    <a:pt x="553654" y="718020"/>
                  </a:lnTo>
                  <a:lnTo>
                    <a:pt x="552946" y="718617"/>
                  </a:lnTo>
                  <a:lnTo>
                    <a:pt x="551539" y="718600"/>
                  </a:lnTo>
                  <a:lnTo>
                    <a:pt x="551003" y="719887"/>
                  </a:lnTo>
                  <a:lnTo>
                    <a:pt x="550549" y="721713"/>
                  </a:lnTo>
                  <a:lnTo>
                    <a:pt x="551392" y="722094"/>
                  </a:lnTo>
                  <a:lnTo>
                    <a:pt x="553050" y="725281"/>
                  </a:lnTo>
                  <a:lnTo>
                    <a:pt x="553219" y="726980"/>
                  </a:lnTo>
                  <a:lnTo>
                    <a:pt x="552774" y="728079"/>
                  </a:lnTo>
                  <a:lnTo>
                    <a:pt x="551612" y="727607"/>
                  </a:lnTo>
                  <a:lnTo>
                    <a:pt x="553021" y="729985"/>
                  </a:lnTo>
                  <a:lnTo>
                    <a:pt x="552648" y="732452"/>
                  </a:lnTo>
                  <a:lnTo>
                    <a:pt x="552191" y="733430"/>
                  </a:lnTo>
                  <a:lnTo>
                    <a:pt x="551372" y="734055"/>
                  </a:lnTo>
                  <a:lnTo>
                    <a:pt x="550866" y="736191"/>
                  </a:lnTo>
                  <a:lnTo>
                    <a:pt x="551590" y="739746"/>
                  </a:lnTo>
                  <a:lnTo>
                    <a:pt x="552326" y="744311"/>
                  </a:lnTo>
                  <a:lnTo>
                    <a:pt x="552417" y="746511"/>
                  </a:lnTo>
                  <a:lnTo>
                    <a:pt x="551266" y="745562"/>
                  </a:lnTo>
                  <a:lnTo>
                    <a:pt x="549478" y="748351"/>
                  </a:lnTo>
                  <a:lnTo>
                    <a:pt x="548531" y="748580"/>
                  </a:lnTo>
                  <a:lnTo>
                    <a:pt x="547892" y="744914"/>
                  </a:lnTo>
                  <a:lnTo>
                    <a:pt x="547074" y="745491"/>
                  </a:lnTo>
                  <a:lnTo>
                    <a:pt x="546530" y="746559"/>
                  </a:lnTo>
                  <a:lnTo>
                    <a:pt x="545805" y="750496"/>
                  </a:lnTo>
                  <a:lnTo>
                    <a:pt x="544921" y="754050"/>
                  </a:lnTo>
                  <a:lnTo>
                    <a:pt x="544160" y="755028"/>
                  </a:lnTo>
                  <a:lnTo>
                    <a:pt x="543245" y="754748"/>
                  </a:lnTo>
                  <a:lnTo>
                    <a:pt x="542493" y="754849"/>
                  </a:lnTo>
                  <a:lnTo>
                    <a:pt x="542676" y="755810"/>
                  </a:lnTo>
                  <a:lnTo>
                    <a:pt x="543476" y="756982"/>
                  </a:lnTo>
                  <a:lnTo>
                    <a:pt x="543476" y="758351"/>
                  </a:lnTo>
                  <a:lnTo>
                    <a:pt x="541774" y="762691"/>
                  </a:lnTo>
                  <a:lnTo>
                    <a:pt x="541500" y="764366"/>
                  </a:lnTo>
                  <a:lnTo>
                    <a:pt x="541540" y="765797"/>
                  </a:lnTo>
                  <a:lnTo>
                    <a:pt x="540650" y="767532"/>
                  </a:lnTo>
                  <a:lnTo>
                    <a:pt x="541129" y="770446"/>
                  </a:lnTo>
                  <a:lnTo>
                    <a:pt x="540881" y="772506"/>
                  </a:lnTo>
                  <a:lnTo>
                    <a:pt x="540102" y="775285"/>
                  </a:lnTo>
                  <a:lnTo>
                    <a:pt x="539283" y="777121"/>
                  </a:lnTo>
                  <a:lnTo>
                    <a:pt x="538315" y="780097"/>
                  </a:lnTo>
                  <a:lnTo>
                    <a:pt x="537097" y="781824"/>
                  </a:lnTo>
                  <a:lnTo>
                    <a:pt x="535484" y="788057"/>
                  </a:lnTo>
                  <a:lnTo>
                    <a:pt x="535011" y="791174"/>
                  </a:lnTo>
                  <a:lnTo>
                    <a:pt x="534887" y="794397"/>
                  </a:lnTo>
                  <a:lnTo>
                    <a:pt x="534384" y="795512"/>
                  </a:lnTo>
                  <a:lnTo>
                    <a:pt x="533519" y="796915"/>
                  </a:lnTo>
                  <a:lnTo>
                    <a:pt x="532534" y="796203"/>
                  </a:lnTo>
                  <a:lnTo>
                    <a:pt x="532503" y="794059"/>
                  </a:lnTo>
                  <a:lnTo>
                    <a:pt x="532075" y="793873"/>
                  </a:lnTo>
                  <a:lnTo>
                    <a:pt x="531833" y="792467"/>
                  </a:lnTo>
                  <a:lnTo>
                    <a:pt x="531762" y="790673"/>
                  </a:lnTo>
                  <a:lnTo>
                    <a:pt x="531866" y="789232"/>
                  </a:lnTo>
                  <a:lnTo>
                    <a:pt x="531457" y="789672"/>
                  </a:lnTo>
                  <a:lnTo>
                    <a:pt x="531204" y="791350"/>
                  </a:lnTo>
                  <a:lnTo>
                    <a:pt x="530557" y="792710"/>
                  </a:lnTo>
                  <a:lnTo>
                    <a:pt x="529880" y="792161"/>
                  </a:lnTo>
                  <a:lnTo>
                    <a:pt x="529150" y="791047"/>
                  </a:lnTo>
                  <a:lnTo>
                    <a:pt x="529170" y="792657"/>
                  </a:lnTo>
                  <a:lnTo>
                    <a:pt x="529558" y="794270"/>
                  </a:lnTo>
                  <a:lnTo>
                    <a:pt x="529726" y="795886"/>
                  </a:lnTo>
                  <a:lnTo>
                    <a:pt x="530736" y="796234"/>
                  </a:lnTo>
                  <a:lnTo>
                    <a:pt x="531412" y="798089"/>
                  </a:lnTo>
                  <a:lnTo>
                    <a:pt x="531946" y="800939"/>
                  </a:lnTo>
                  <a:lnTo>
                    <a:pt x="532052" y="802004"/>
                  </a:lnTo>
                  <a:lnTo>
                    <a:pt x="532468" y="803280"/>
                  </a:lnTo>
                  <a:lnTo>
                    <a:pt x="532520" y="804367"/>
                  </a:lnTo>
                  <a:lnTo>
                    <a:pt x="531556" y="805373"/>
                  </a:lnTo>
                  <a:lnTo>
                    <a:pt x="530353" y="807255"/>
                  </a:lnTo>
                  <a:lnTo>
                    <a:pt x="528907" y="810479"/>
                  </a:lnTo>
                  <a:lnTo>
                    <a:pt x="527710" y="812626"/>
                  </a:lnTo>
                  <a:lnTo>
                    <a:pt x="526636" y="812644"/>
                  </a:lnTo>
                  <a:lnTo>
                    <a:pt x="525984" y="812393"/>
                  </a:lnTo>
                  <a:lnTo>
                    <a:pt x="525053" y="811157"/>
                  </a:lnTo>
                  <a:lnTo>
                    <a:pt x="523986" y="810643"/>
                  </a:lnTo>
                  <a:lnTo>
                    <a:pt x="525417" y="814986"/>
                  </a:lnTo>
                  <a:lnTo>
                    <a:pt x="526202" y="815757"/>
                  </a:lnTo>
                  <a:lnTo>
                    <a:pt x="527189" y="815591"/>
                  </a:lnTo>
                  <a:lnTo>
                    <a:pt x="528145" y="813970"/>
                  </a:lnTo>
                  <a:lnTo>
                    <a:pt x="529502" y="814136"/>
                  </a:lnTo>
                  <a:lnTo>
                    <a:pt x="529841" y="816644"/>
                  </a:lnTo>
                  <a:lnTo>
                    <a:pt x="529481" y="819475"/>
                  </a:lnTo>
                  <a:lnTo>
                    <a:pt x="528743" y="823145"/>
                  </a:lnTo>
                  <a:lnTo>
                    <a:pt x="528589" y="826320"/>
                  </a:lnTo>
                  <a:lnTo>
                    <a:pt x="529506" y="830864"/>
                  </a:lnTo>
                  <a:lnTo>
                    <a:pt x="529545" y="832232"/>
                  </a:lnTo>
                  <a:lnTo>
                    <a:pt x="529203" y="832916"/>
                  </a:lnTo>
                  <a:lnTo>
                    <a:pt x="528126" y="831716"/>
                  </a:lnTo>
                  <a:lnTo>
                    <a:pt x="527235" y="830209"/>
                  </a:lnTo>
                  <a:lnTo>
                    <a:pt x="526337" y="830603"/>
                  </a:lnTo>
                  <a:lnTo>
                    <a:pt x="525409" y="829961"/>
                  </a:lnTo>
                  <a:lnTo>
                    <a:pt x="524454" y="830499"/>
                  </a:lnTo>
                  <a:lnTo>
                    <a:pt x="524065" y="831548"/>
                  </a:lnTo>
                  <a:lnTo>
                    <a:pt x="524330" y="833280"/>
                  </a:lnTo>
                  <a:lnTo>
                    <a:pt x="525184" y="834718"/>
                  </a:lnTo>
                  <a:lnTo>
                    <a:pt x="525667" y="836929"/>
                  </a:lnTo>
                  <a:lnTo>
                    <a:pt x="525092" y="837705"/>
                  </a:lnTo>
                  <a:lnTo>
                    <a:pt x="522664" y="837188"/>
                  </a:lnTo>
                  <a:lnTo>
                    <a:pt x="522123" y="837607"/>
                  </a:lnTo>
                  <a:lnTo>
                    <a:pt x="521397" y="840044"/>
                  </a:lnTo>
                  <a:lnTo>
                    <a:pt x="521871" y="843649"/>
                  </a:lnTo>
                  <a:lnTo>
                    <a:pt x="521335" y="845891"/>
                  </a:lnTo>
                  <a:lnTo>
                    <a:pt x="520334" y="846417"/>
                  </a:lnTo>
                  <a:lnTo>
                    <a:pt x="519015" y="848229"/>
                  </a:lnTo>
                  <a:lnTo>
                    <a:pt x="518203" y="848650"/>
                  </a:lnTo>
                  <a:lnTo>
                    <a:pt x="518241" y="849432"/>
                  </a:lnTo>
                  <a:lnTo>
                    <a:pt x="518835" y="850223"/>
                  </a:lnTo>
                  <a:lnTo>
                    <a:pt x="519149" y="851292"/>
                  </a:lnTo>
                  <a:lnTo>
                    <a:pt x="518434" y="854977"/>
                  </a:lnTo>
                  <a:lnTo>
                    <a:pt x="517322" y="856190"/>
                  </a:lnTo>
                  <a:lnTo>
                    <a:pt x="515615" y="855589"/>
                  </a:lnTo>
                  <a:lnTo>
                    <a:pt x="514272" y="856415"/>
                  </a:lnTo>
                  <a:lnTo>
                    <a:pt x="513112" y="854847"/>
                  </a:lnTo>
                  <a:lnTo>
                    <a:pt x="511876" y="854812"/>
                  </a:lnTo>
                  <a:lnTo>
                    <a:pt x="511033" y="856795"/>
                  </a:lnTo>
                  <a:lnTo>
                    <a:pt x="510942" y="859098"/>
                  </a:lnTo>
                  <a:lnTo>
                    <a:pt x="510126" y="859327"/>
                  </a:lnTo>
                  <a:lnTo>
                    <a:pt x="509686" y="859161"/>
                  </a:lnTo>
                  <a:lnTo>
                    <a:pt x="509063" y="859324"/>
                  </a:lnTo>
                  <a:lnTo>
                    <a:pt x="509127" y="860561"/>
                  </a:lnTo>
                  <a:lnTo>
                    <a:pt x="509481" y="861641"/>
                  </a:lnTo>
                  <a:lnTo>
                    <a:pt x="511152" y="862122"/>
                  </a:lnTo>
                  <a:lnTo>
                    <a:pt x="511455" y="863673"/>
                  </a:lnTo>
                  <a:lnTo>
                    <a:pt x="511518" y="866068"/>
                  </a:lnTo>
                  <a:lnTo>
                    <a:pt x="509770" y="870194"/>
                  </a:lnTo>
                  <a:lnTo>
                    <a:pt x="509026" y="872976"/>
                  </a:lnTo>
                  <a:lnTo>
                    <a:pt x="507901" y="872903"/>
                  </a:lnTo>
                  <a:lnTo>
                    <a:pt x="507051" y="875135"/>
                  </a:lnTo>
                  <a:lnTo>
                    <a:pt x="506595" y="878164"/>
                  </a:lnTo>
                  <a:lnTo>
                    <a:pt x="506031" y="877566"/>
                  </a:lnTo>
                  <a:lnTo>
                    <a:pt x="504733" y="878051"/>
                  </a:lnTo>
                  <a:lnTo>
                    <a:pt x="504349" y="879495"/>
                  </a:lnTo>
                  <a:lnTo>
                    <a:pt x="504654" y="880092"/>
                  </a:lnTo>
                  <a:lnTo>
                    <a:pt x="504684" y="881134"/>
                  </a:lnTo>
                  <a:lnTo>
                    <a:pt x="504164" y="884539"/>
                  </a:lnTo>
                  <a:lnTo>
                    <a:pt x="503596" y="885495"/>
                  </a:lnTo>
                  <a:lnTo>
                    <a:pt x="503355" y="884103"/>
                  </a:lnTo>
                  <a:lnTo>
                    <a:pt x="503172" y="881945"/>
                  </a:lnTo>
                  <a:lnTo>
                    <a:pt x="502712" y="881780"/>
                  </a:lnTo>
                  <a:lnTo>
                    <a:pt x="501955" y="883770"/>
                  </a:lnTo>
                  <a:lnTo>
                    <a:pt x="501070" y="885195"/>
                  </a:lnTo>
                  <a:lnTo>
                    <a:pt x="500315" y="885787"/>
                  </a:lnTo>
                  <a:lnTo>
                    <a:pt x="499743" y="884467"/>
                  </a:lnTo>
                  <a:lnTo>
                    <a:pt x="498337" y="883780"/>
                  </a:lnTo>
                  <a:lnTo>
                    <a:pt x="497765" y="889501"/>
                  </a:lnTo>
                  <a:lnTo>
                    <a:pt x="496598" y="891586"/>
                  </a:lnTo>
                  <a:lnTo>
                    <a:pt x="496052" y="892236"/>
                  </a:lnTo>
                  <a:lnTo>
                    <a:pt x="495100" y="892433"/>
                  </a:lnTo>
                  <a:lnTo>
                    <a:pt x="495709" y="893215"/>
                  </a:lnTo>
                  <a:lnTo>
                    <a:pt x="495899" y="894681"/>
                  </a:lnTo>
                  <a:lnTo>
                    <a:pt x="495558" y="896146"/>
                  </a:lnTo>
                  <a:lnTo>
                    <a:pt x="494606" y="896439"/>
                  </a:lnTo>
                  <a:lnTo>
                    <a:pt x="494052" y="897579"/>
                  </a:lnTo>
                  <a:lnTo>
                    <a:pt x="493839" y="902694"/>
                  </a:lnTo>
                  <a:lnTo>
                    <a:pt x="493274" y="904487"/>
                  </a:lnTo>
                  <a:lnTo>
                    <a:pt x="491833" y="904630"/>
                  </a:lnTo>
                  <a:lnTo>
                    <a:pt x="490755" y="903440"/>
                  </a:lnTo>
                  <a:lnTo>
                    <a:pt x="490413" y="904379"/>
                  </a:lnTo>
                  <a:lnTo>
                    <a:pt x="490232" y="905293"/>
                  </a:lnTo>
                  <a:lnTo>
                    <a:pt x="489669" y="906214"/>
                  </a:lnTo>
                  <a:lnTo>
                    <a:pt x="488578" y="906461"/>
                  </a:lnTo>
                  <a:lnTo>
                    <a:pt x="486156" y="908752"/>
                  </a:lnTo>
                  <a:lnTo>
                    <a:pt x="485047" y="908092"/>
                  </a:lnTo>
                  <a:lnTo>
                    <a:pt x="483719" y="907220"/>
                  </a:lnTo>
                  <a:lnTo>
                    <a:pt x="482807" y="908068"/>
                  </a:lnTo>
                  <a:lnTo>
                    <a:pt x="482502" y="909827"/>
                  </a:lnTo>
                  <a:lnTo>
                    <a:pt x="482084" y="911197"/>
                  </a:lnTo>
                  <a:lnTo>
                    <a:pt x="480751" y="911197"/>
                  </a:lnTo>
                  <a:lnTo>
                    <a:pt x="479686" y="909508"/>
                  </a:lnTo>
                  <a:lnTo>
                    <a:pt x="478602" y="908288"/>
                  </a:lnTo>
                  <a:lnTo>
                    <a:pt x="477402" y="909340"/>
                  </a:lnTo>
                  <a:lnTo>
                    <a:pt x="476488" y="911489"/>
                  </a:lnTo>
                  <a:lnTo>
                    <a:pt x="475365" y="912208"/>
                  </a:lnTo>
                  <a:lnTo>
                    <a:pt x="475157" y="913541"/>
                  </a:lnTo>
                  <a:lnTo>
                    <a:pt x="474667" y="914212"/>
                  </a:lnTo>
                  <a:lnTo>
                    <a:pt x="473476" y="913931"/>
                  </a:lnTo>
                  <a:lnTo>
                    <a:pt x="473025" y="910609"/>
                  </a:lnTo>
                  <a:lnTo>
                    <a:pt x="472340" y="910120"/>
                  </a:lnTo>
                  <a:lnTo>
                    <a:pt x="471663" y="911800"/>
                  </a:lnTo>
                  <a:lnTo>
                    <a:pt x="471423" y="913111"/>
                  </a:lnTo>
                  <a:lnTo>
                    <a:pt x="471106" y="914099"/>
                  </a:lnTo>
                  <a:lnTo>
                    <a:pt x="471219" y="916809"/>
                  </a:lnTo>
                  <a:lnTo>
                    <a:pt x="470551" y="916864"/>
                  </a:lnTo>
                  <a:lnTo>
                    <a:pt x="469676" y="915203"/>
                  </a:lnTo>
                  <a:lnTo>
                    <a:pt x="468761" y="914909"/>
                  </a:lnTo>
                  <a:lnTo>
                    <a:pt x="467902" y="916453"/>
                  </a:lnTo>
                  <a:lnTo>
                    <a:pt x="467467" y="916069"/>
                  </a:lnTo>
                  <a:lnTo>
                    <a:pt x="467007" y="915743"/>
                  </a:lnTo>
                  <a:lnTo>
                    <a:pt x="466255" y="915743"/>
                  </a:lnTo>
                  <a:lnTo>
                    <a:pt x="465967" y="916148"/>
                  </a:lnTo>
                  <a:lnTo>
                    <a:pt x="465421" y="916394"/>
                  </a:lnTo>
                  <a:lnTo>
                    <a:pt x="465019" y="917311"/>
                  </a:lnTo>
                  <a:lnTo>
                    <a:pt x="464049" y="916746"/>
                  </a:lnTo>
                  <a:lnTo>
                    <a:pt x="462865" y="914495"/>
                  </a:lnTo>
                  <a:lnTo>
                    <a:pt x="462016" y="910759"/>
                  </a:lnTo>
                  <a:lnTo>
                    <a:pt x="460941" y="908750"/>
                  </a:lnTo>
                  <a:lnTo>
                    <a:pt x="460464" y="906983"/>
                  </a:lnTo>
                  <a:lnTo>
                    <a:pt x="460277" y="903808"/>
                  </a:lnTo>
                  <a:lnTo>
                    <a:pt x="460080" y="902297"/>
                  </a:lnTo>
                  <a:lnTo>
                    <a:pt x="460148" y="900615"/>
                  </a:lnTo>
                  <a:lnTo>
                    <a:pt x="460474" y="899121"/>
                  </a:lnTo>
                  <a:lnTo>
                    <a:pt x="459314" y="899872"/>
                  </a:lnTo>
                  <a:lnTo>
                    <a:pt x="458458" y="901261"/>
                  </a:lnTo>
                  <a:lnTo>
                    <a:pt x="458631" y="903016"/>
                  </a:lnTo>
                  <a:lnTo>
                    <a:pt x="458418" y="904645"/>
                  </a:lnTo>
                  <a:lnTo>
                    <a:pt x="457143" y="905489"/>
                  </a:lnTo>
                  <a:lnTo>
                    <a:pt x="457220" y="906174"/>
                  </a:lnTo>
                  <a:lnTo>
                    <a:pt x="457301" y="906890"/>
                  </a:lnTo>
                  <a:lnTo>
                    <a:pt x="458305" y="909112"/>
                  </a:lnTo>
                  <a:lnTo>
                    <a:pt x="458509" y="910982"/>
                  </a:lnTo>
                  <a:lnTo>
                    <a:pt x="458912" y="911979"/>
                  </a:lnTo>
                  <a:lnTo>
                    <a:pt x="459697" y="914884"/>
                  </a:lnTo>
                  <a:lnTo>
                    <a:pt x="459679" y="920496"/>
                  </a:lnTo>
                  <a:lnTo>
                    <a:pt x="460110" y="922081"/>
                  </a:lnTo>
                  <a:lnTo>
                    <a:pt x="459967" y="923654"/>
                  </a:lnTo>
                  <a:lnTo>
                    <a:pt x="459625" y="925815"/>
                  </a:lnTo>
                  <a:lnTo>
                    <a:pt x="459398" y="925170"/>
                  </a:lnTo>
                  <a:lnTo>
                    <a:pt x="459019" y="925300"/>
                  </a:lnTo>
                  <a:lnTo>
                    <a:pt x="458869" y="926011"/>
                  </a:lnTo>
                  <a:lnTo>
                    <a:pt x="458781" y="926692"/>
                  </a:lnTo>
                  <a:lnTo>
                    <a:pt x="458117" y="927167"/>
                  </a:lnTo>
                  <a:lnTo>
                    <a:pt x="457561" y="927567"/>
                  </a:lnTo>
                  <a:lnTo>
                    <a:pt x="457104" y="928141"/>
                  </a:lnTo>
                  <a:lnTo>
                    <a:pt x="456399" y="929815"/>
                  </a:lnTo>
                  <a:lnTo>
                    <a:pt x="455048" y="930222"/>
                  </a:lnTo>
                  <a:lnTo>
                    <a:pt x="454354" y="926293"/>
                  </a:lnTo>
                  <a:lnTo>
                    <a:pt x="453427" y="928912"/>
                  </a:lnTo>
                  <a:lnTo>
                    <a:pt x="453146" y="934263"/>
                  </a:lnTo>
                  <a:lnTo>
                    <a:pt x="452802" y="935176"/>
                  </a:lnTo>
                  <a:lnTo>
                    <a:pt x="452226" y="935941"/>
                  </a:lnTo>
                  <a:lnTo>
                    <a:pt x="451130" y="934074"/>
                  </a:lnTo>
                  <a:lnTo>
                    <a:pt x="450173" y="935323"/>
                  </a:lnTo>
                  <a:lnTo>
                    <a:pt x="449429" y="936590"/>
                  </a:lnTo>
                  <a:lnTo>
                    <a:pt x="449122" y="937760"/>
                  </a:lnTo>
                  <a:lnTo>
                    <a:pt x="448572" y="939031"/>
                  </a:lnTo>
                  <a:lnTo>
                    <a:pt x="447518" y="937807"/>
                  </a:lnTo>
                  <a:lnTo>
                    <a:pt x="446673" y="935965"/>
                  </a:lnTo>
                  <a:lnTo>
                    <a:pt x="446882" y="934585"/>
                  </a:lnTo>
                  <a:lnTo>
                    <a:pt x="446765" y="933676"/>
                  </a:lnTo>
                  <a:lnTo>
                    <a:pt x="446383" y="932989"/>
                  </a:lnTo>
                  <a:lnTo>
                    <a:pt x="445964" y="933087"/>
                  </a:lnTo>
                  <a:lnTo>
                    <a:pt x="446168" y="934876"/>
                  </a:lnTo>
                  <a:lnTo>
                    <a:pt x="446310" y="938311"/>
                  </a:lnTo>
                  <a:lnTo>
                    <a:pt x="445927" y="939306"/>
                  </a:lnTo>
                  <a:lnTo>
                    <a:pt x="445335" y="940070"/>
                  </a:lnTo>
                  <a:lnTo>
                    <a:pt x="444050" y="939437"/>
                  </a:lnTo>
                  <a:lnTo>
                    <a:pt x="443173" y="938156"/>
                  </a:lnTo>
                  <a:lnTo>
                    <a:pt x="442115" y="937076"/>
                  </a:lnTo>
                  <a:lnTo>
                    <a:pt x="441180" y="936880"/>
                  </a:lnTo>
                  <a:lnTo>
                    <a:pt x="440979" y="939049"/>
                  </a:lnTo>
                  <a:lnTo>
                    <a:pt x="440368" y="940796"/>
                  </a:lnTo>
                  <a:lnTo>
                    <a:pt x="439806" y="941014"/>
                  </a:lnTo>
                  <a:lnTo>
                    <a:pt x="439247" y="940734"/>
                  </a:lnTo>
                  <a:lnTo>
                    <a:pt x="438510" y="942626"/>
                  </a:lnTo>
                  <a:lnTo>
                    <a:pt x="438161" y="944006"/>
                  </a:lnTo>
                  <a:lnTo>
                    <a:pt x="437253" y="945466"/>
                  </a:lnTo>
                  <a:lnTo>
                    <a:pt x="434832" y="946175"/>
                  </a:lnTo>
                  <a:lnTo>
                    <a:pt x="433989" y="947622"/>
                  </a:lnTo>
                  <a:lnTo>
                    <a:pt x="432856" y="947393"/>
                  </a:lnTo>
                  <a:lnTo>
                    <a:pt x="431977" y="947738"/>
                  </a:lnTo>
                  <a:lnTo>
                    <a:pt x="431474" y="947664"/>
                  </a:lnTo>
                  <a:lnTo>
                    <a:pt x="431020" y="946888"/>
                  </a:lnTo>
                  <a:lnTo>
                    <a:pt x="430511" y="946866"/>
                  </a:lnTo>
                  <a:lnTo>
                    <a:pt x="430280" y="949273"/>
                  </a:lnTo>
                  <a:lnTo>
                    <a:pt x="428913" y="950287"/>
                  </a:lnTo>
                  <a:lnTo>
                    <a:pt x="427683" y="950565"/>
                  </a:lnTo>
                  <a:lnTo>
                    <a:pt x="426314" y="953740"/>
                  </a:lnTo>
                  <a:lnTo>
                    <a:pt x="425336" y="955662"/>
                  </a:lnTo>
                  <a:lnTo>
                    <a:pt x="424612" y="955858"/>
                  </a:lnTo>
                  <a:lnTo>
                    <a:pt x="424079" y="955174"/>
                  </a:lnTo>
                  <a:lnTo>
                    <a:pt x="423810" y="952327"/>
                  </a:lnTo>
                  <a:lnTo>
                    <a:pt x="423538" y="951995"/>
                  </a:lnTo>
                  <a:lnTo>
                    <a:pt x="423383" y="954667"/>
                  </a:lnTo>
                  <a:lnTo>
                    <a:pt x="423120" y="956894"/>
                  </a:lnTo>
                  <a:lnTo>
                    <a:pt x="422620" y="958106"/>
                  </a:lnTo>
                  <a:lnTo>
                    <a:pt x="421036" y="960874"/>
                  </a:lnTo>
                  <a:lnTo>
                    <a:pt x="420581" y="963623"/>
                  </a:lnTo>
                  <a:lnTo>
                    <a:pt x="420884" y="966165"/>
                  </a:lnTo>
                  <a:lnTo>
                    <a:pt x="423014" y="966786"/>
                  </a:lnTo>
                  <a:lnTo>
                    <a:pt x="423279" y="968177"/>
                  </a:lnTo>
                  <a:lnTo>
                    <a:pt x="423073" y="969314"/>
                  </a:lnTo>
                  <a:lnTo>
                    <a:pt x="422562" y="970263"/>
                  </a:lnTo>
                  <a:lnTo>
                    <a:pt x="422412" y="971688"/>
                  </a:lnTo>
                  <a:lnTo>
                    <a:pt x="424695" y="976222"/>
                  </a:lnTo>
                  <a:lnTo>
                    <a:pt x="424765" y="977943"/>
                  </a:lnTo>
                  <a:lnTo>
                    <a:pt x="424412" y="978923"/>
                  </a:lnTo>
                  <a:lnTo>
                    <a:pt x="423982" y="981034"/>
                  </a:lnTo>
                  <a:lnTo>
                    <a:pt x="422776" y="982824"/>
                  </a:lnTo>
                  <a:lnTo>
                    <a:pt x="420226" y="983743"/>
                  </a:lnTo>
                  <a:lnTo>
                    <a:pt x="418101" y="982815"/>
                  </a:lnTo>
                  <a:lnTo>
                    <a:pt x="417457" y="980778"/>
                  </a:lnTo>
                  <a:lnTo>
                    <a:pt x="417495" y="979328"/>
                  </a:lnTo>
                  <a:lnTo>
                    <a:pt x="418022" y="979749"/>
                  </a:lnTo>
                  <a:lnTo>
                    <a:pt x="418623" y="979620"/>
                  </a:lnTo>
                  <a:lnTo>
                    <a:pt x="418445" y="978294"/>
                  </a:lnTo>
                  <a:lnTo>
                    <a:pt x="418192" y="977519"/>
                  </a:lnTo>
                  <a:lnTo>
                    <a:pt x="417210" y="976339"/>
                  </a:lnTo>
                  <a:lnTo>
                    <a:pt x="416415" y="973160"/>
                  </a:lnTo>
                  <a:lnTo>
                    <a:pt x="416568" y="970512"/>
                  </a:lnTo>
                  <a:lnTo>
                    <a:pt x="416132" y="968467"/>
                  </a:lnTo>
                  <a:lnTo>
                    <a:pt x="415659" y="966751"/>
                  </a:lnTo>
                  <a:lnTo>
                    <a:pt x="415181" y="965721"/>
                  </a:lnTo>
                  <a:lnTo>
                    <a:pt x="414926" y="964443"/>
                  </a:lnTo>
                  <a:lnTo>
                    <a:pt x="415408" y="960429"/>
                  </a:lnTo>
                  <a:lnTo>
                    <a:pt x="415140" y="958097"/>
                  </a:lnTo>
                  <a:lnTo>
                    <a:pt x="416049" y="955239"/>
                  </a:lnTo>
                  <a:lnTo>
                    <a:pt x="416272" y="952015"/>
                  </a:lnTo>
                  <a:lnTo>
                    <a:pt x="417901" y="950863"/>
                  </a:lnTo>
                  <a:lnTo>
                    <a:pt x="418012" y="947787"/>
                  </a:lnTo>
                  <a:lnTo>
                    <a:pt x="416848" y="947697"/>
                  </a:lnTo>
                  <a:lnTo>
                    <a:pt x="416040" y="945438"/>
                  </a:lnTo>
                  <a:lnTo>
                    <a:pt x="415855" y="946386"/>
                  </a:lnTo>
                  <a:lnTo>
                    <a:pt x="415206" y="946485"/>
                  </a:lnTo>
                  <a:lnTo>
                    <a:pt x="414140" y="942131"/>
                  </a:lnTo>
                  <a:lnTo>
                    <a:pt x="413819" y="941581"/>
                  </a:lnTo>
                  <a:lnTo>
                    <a:pt x="413302" y="941497"/>
                  </a:lnTo>
                  <a:lnTo>
                    <a:pt x="413562" y="946091"/>
                  </a:lnTo>
                  <a:lnTo>
                    <a:pt x="412313" y="947818"/>
                  </a:lnTo>
                  <a:lnTo>
                    <a:pt x="411290" y="948573"/>
                  </a:lnTo>
                  <a:lnTo>
                    <a:pt x="409837" y="948885"/>
                  </a:lnTo>
                  <a:lnTo>
                    <a:pt x="409011" y="949413"/>
                  </a:lnTo>
                  <a:lnTo>
                    <a:pt x="408239" y="948977"/>
                  </a:lnTo>
                  <a:lnTo>
                    <a:pt x="408430" y="947586"/>
                  </a:lnTo>
                  <a:lnTo>
                    <a:pt x="408837" y="945924"/>
                  </a:lnTo>
                  <a:lnTo>
                    <a:pt x="408472" y="944539"/>
                  </a:lnTo>
                  <a:lnTo>
                    <a:pt x="407652" y="943474"/>
                  </a:lnTo>
                  <a:lnTo>
                    <a:pt x="406400" y="943536"/>
                  </a:lnTo>
                  <a:lnTo>
                    <a:pt x="405533" y="943239"/>
                  </a:lnTo>
                  <a:lnTo>
                    <a:pt x="404673" y="943357"/>
                  </a:lnTo>
                  <a:lnTo>
                    <a:pt x="404354" y="942742"/>
                  </a:lnTo>
                  <a:lnTo>
                    <a:pt x="403555" y="940574"/>
                  </a:lnTo>
                  <a:lnTo>
                    <a:pt x="402879" y="939220"/>
                  </a:lnTo>
                  <a:lnTo>
                    <a:pt x="402575" y="937876"/>
                  </a:lnTo>
                  <a:lnTo>
                    <a:pt x="402879" y="936312"/>
                  </a:lnTo>
                  <a:lnTo>
                    <a:pt x="402625" y="935362"/>
                  </a:lnTo>
                  <a:lnTo>
                    <a:pt x="401315" y="935256"/>
                  </a:lnTo>
                  <a:lnTo>
                    <a:pt x="401326" y="937496"/>
                  </a:lnTo>
                  <a:lnTo>
                    <a:pt x="401461" y="940138"/>
                  </a:lnTo>
                  <a:lnTo>
                    <a:pt x="401842" y="942148"/>
                  </a:lnTo>
                  <a:lnTo>
                    <a:pt x="401571" y="943269"/>
                  </a:lnTo>
                  <a:lnTo>
                    <a:pt x="400906" y="944041"/>
                  </a:lnTo>
                  <a:lnTo>
                    <a:pt x="400198" y="941917"/>
                  </a:lnTo>
                  <a:lnTo>
                    <a:pt x="399873" y="941393"/>
                  </a:lnTo>
                  <a:lnTo>
                    <a:pt x="399530" y="941494"/>
                  </a:lnTo>
                  <a:lnTo>
                    <a:pt x="399270" y="943610"/>
                  </a:lnTo>
                  <a:lnTo>
                    <a:pt x="398627" y="945487"/>
                  </a:lnTo>
                  <a:lnTo>
                    <a:pt x="397468" y="945286"/>
                  </a:lnTo>
                  <a:lnTo>
                    <a:pt x="396568" y="946445"/>
                  </a:lnTo>
                  <a:lnTo>
                    <a:pt x="395478" y="946977"/>
                  </a:lnTo>
                  <a:lnTo>
                    <a:pt x="394738" y="945428"/>
                  </a:lnTo>
                  <a:lnTo>
                    <a:pt x="393515" y="942923"/>
                  </a:lnTo>
                  <a:lnTo>
                    <a:pt x="393022" y="942631"/>
                  </a:lnTo>
                  <a:lnTo>
                    <a:pt x="391661" y="943846"/>
                  </a:lnTo>
                  <a:lnTo>
                    <a:pt x="389709" y="944306"/>
                  </a:lnTo>
                  <a:lnTo>
                    <a:pt x="389273" y="943008"/>
                  </a:lnTo>
                  <a:lnTo>
                    <a:pt x="388326" y="943995"/>
                  </a:lnTo>
                  <a:lnTo>
                    <a:pt x="387416" y="940988"/>
                  </a:lnTo>
                  <a:lnTo>
                    <a:pt x="386339" y="940797"/>
                  </a:lnTo>
                  <a:lnTo>
                    <a:pt x="384994" y="938519"/>
                  </a:lnTo>
                  <a:lnTo>
                    <a:pt x="384513" y="937317"/>
                  </a:lnTo>
                  <a:lnTo>
                    <a:pt x="384359" y="935587"/>
                  </a:lnTo>
                  <a:lnTo>
                    <a:pt x="383951" y="934686"/>
                  </a:lnTo>
                  <a:lnTo>
                    <a:pt x="383424" y="934798"/>
                  </a:lnTo>
                  <a:lnTo>
                    <a:pt x="382840" y="933878"/>
                  </a:lnTo>
                  <a:lnTo>
                    <a:pt x="381916" y="932970"/>
                  </a:lnTo>
                  <a:lnTo>
                    <a:pt x="381171" y="932428"/>
                  </a:lnTo>
                  <a:lnTo>
                    <a:pt x="380805" y="932846"/>
                  </a:lnTo>
                  <a:lnTo>
                    <a:pt x="380413" y="933061"/>
                  </a:lnTo>
                  <a:lnTo>
                    <a:pt x="380345" y="931900"/>
                  </a:lnTo>
                  <a:lnTo>
                    <a:pt x="380372" y="928405"/>
                  </a:lnTo>
                  <a:lnTo>
                    <a:pt x="380305" y="925303"/>
                  </a:lnTo>
                  <a:lnTo>
                    <a:pt x="380102" y="923909"/>
                  </a:lnTo>
                  <a:lnTo>
                    <a:pt x="379603" y="922849"/>
                  </a:lnTo>
                  <a:lnTo>
                    <a:pt x="379147" y="922341"/>
                  </a:lnTo>
                  <a:lnTo>
                    <a:pt x="378949" y="920754"/>
                  </a:lnTo>
                  <a:lnTo>
                    <a:pt x="379110" y="917623"/>
                  </a:lnTo>
                  <a:lnTo>
                    <a:pt x="379479" y="915499"/>
                  </a:lnTo>
                  <a:lnTo>
                    <a:pt x="380062" y="915121"/>
                  </a:lnTo>
                  <a:lnTo>
                    <a:pt x="380850" y="913593"/>
                  </a:lnTo>
                  <a:lnTo>
                    <a:pt x="381250" y="911430"/>
                  </a:lnTo>
                  <a:lnTo>
                    <a:pt x="381756" y="909422"/>
                  </a:lnTo>
                  <a:lnTo>
                    <a:pt x="379958" y="906604"/>
                  </a:lnTo>
                  <a:lnTo>
                    <a:pt x="379012" y="905597"/>
                  </a:lnTo>
                  <a:lnTo>
                    <a:pt x="377965" y="906024"/>
                  </a:lnTo>
                  <a:lnTo>
                    <a:pt x="376667" y="906923"/>
                  </a:lnTo>
                  <a:lnTo>
                    <a:pt x="375987" y="907100"/>
                  </a:lnTo>
                  <a:lnTo>
                    <a:pt x="375647" y="906747"/>
                  </a:lnTo>
                  <a:lnTo>
                    <a:pt x="374894" y="904215"/>
                  </a:lnTo>
                  <a:lnTo>
                    <a:pt x="374485" y="903773"/>
                  </a:lnTo>
                  <a:lnTo>
                    <a:pt x="373564" y="903612"/>
                  </a:lnTo>
                  <a:lnTo>
                    <a:pt x="372788" y="903635"/>
                  </a:lnTo>
                  <a:lnTo>
                    <a:pt x="372343" y="904737"/>
                  </a:lnTo>
                  <a:lnTo>
                    <a:pt x="371656" y="905106"/>
                  </a:lnTo>
                  <a:lnTo>
                    <a:pt x="370969" y="905170"/>
                  </a:lnTo>
                  <a:lnTo>
                    <a:pt x="370271" y="903795"/>
                  </a:lnTo>
                  <a:lnTo>
                    <a:pt x="369223" y="902004"/>
                  </a:lnTo>
                  <a:lnTo>
                    <a:pt x="367576" y="900742"/>
                  </a:lnTo>
                  <a:lnTo>
                    <a:pt x="367378" y="899285"/>
                  </a:lnTo>
                  <a:lnTo>
                    <a:pt x="366959" y="897545"/>
                  </a:lnTo>
                  <a:lnTo>
                    <a:pt x="366334" y="895934"/>
                  </a:lnTo>
                  <a:lnTo>
                    <a:pt x="365302" y="893798"/>
                  </a:lnTo>
                  <a:lnTo>
                    <a:pt x="364438" y="892688"/>
                  </a:lnTo>
                  <a:lnTo>
                    <a:pt x="364016" y="893370"/>
                  </a:lnTo>
                  <a:lnTo>
                    <a:pt x="363444" y="894584"/>
                  </a:lnTo>
                  <a:lnTo>
                    <a:pt x="361219" y="897146"/>
                  </a:lnTo>
                  <a:lnTo>
                    <a:pt x="360234" y="898145"/>
                  </a:lnTo>
                  <a:lnTo>
                    <a:pt x="359712" y="898859"/>
                  </a:lnTo>
                  <a:lnTo>
                    <a:pt x="359272" y="899928"/>
                  </a:lnTo>
                  <a:lnTo>
                    <a:pt x="359136" y="902570"/>
                  </a:lnTo>
                  <a:lnTo>
                    <a:pt x="358917" y="905515"/>
                  </a:lnTo>
                  <a:lnTo>
                    <a:pt x="358277" y="907011"/>
                  </a:lnTo>
                  <a:lnTo>
                    <a:pt x="357670" y="908142"/>
                  </a:lnTo>
                  <a:lnTo>
                    <a:pt x="357030" y="908260"/>
                  </a:lnTo>
                  <a:lnTo>
                    <a:pt x="356407" y="908207"/>
                  </a:lnTo>
                  <a:lnTo>
                    <a:pt x="355823" y="908677"/>
                  </a:lnTo>
                  <a:lnTo>
                    <a:pt x="354039" y="911634"/>
                  </a:lnTo>
                  <a:lnTo>
                    <a:pt x="353194" y="911399"/>
                  </a:lnTo>
                  <a:lnTo>
                    <a:pt x="352502" y="909729"/>
                  </a:lnTo>
                  <a:lnTo>
                    <a:pt x="352206" y="908520"/>
                  </a:lnTo>
                  <a:lnTo>
                    <a:pt x="351407" y="908794"/>
                  </a:lnTo>
                  <a:lnTo>
                    <a:pt x="350381" y="910208"/>
                  </a:lnTo>
                  <a:lnTo>
                    <a:pt x="349906" y="912748"/>
                  </a:lnTo>
                  <a:lnTo>
                    <a:pt x="349655" y="915118"/>
                  </a:lnTo>
                  <a:lnTo>
                    <a:pt x="349431" y="916171"/>
                  </a:lnTo>
                  <a:lnTo>
                    <a:pt x="349087" y="916479"/>
                  </a:lnTo>
                  <a:lnTo>
                    <a:pt x="348783" y="916534"/>
                  </a:lnTo>
                  <a:lnTo>
                    <a:pt x="345586" y="909684"/>
                  </a:lnTo>
                  <a:lnTo>
                    <a:pt x="345390" y="909329"/>
                  </a:lnTo>
                  <a:lnTo>
                    <a:pt x="344820" y="910736"/>
                  </a:lnTo>
                  <a:lnTo>
                    <a:pt x="344298" y="914366"/>
                  </a:lnTo>
                  <a:lnTo>
                    <a:pt x="343925" y="915063"/>
                  </a:lnTo>
                  <a:lnTo>
                    <a:pt x="343672" y="914785"/>
                  </a:lnTo>
                  <a:lnTo>
                    <a:pt x="342350" y="910137"/>
                  </a:lnTo>
                  <a:lnTo>
                    <a:pt x="342011" y="909692"/>
                  </a:lnTo>
                  <a:lnTo>
                    <a:pt x="341711" y="909850"/>
                  </a:lnTo>
                  <a:lnTo>
                    <a:pt x="341317" y="911354"/>
                  </a:lnTo>
                  <a:lnTo>
                    <a:pt x="340477" y="913570"/>
                  </a:lnTo>
                  <a:lnTo>
                    <a:pt x="339836" y="914916"/>
                  </a:lnTo>
                  <a:lnTo>
                    <a:pt x="339821" y="916415"/>
                  </a:lnTo>
                  <a:lnTo>
                    <a:pt x="339126" y="917737"/>
                  </a:lnTo>
                  <a:lnTo>
                    <a:pt x="338314" y="919053"/>
                  </a:lnTo>
                  <a:lnTo>
                    <a:pt x="338044" y="919193"/>
                  </a:lnTo>
                  <a:lnTo>
                    <a:pt x="337506" y="918663"/>
                  </a:lnTo>
                  <a:lnTo>
                    <a:pt x="336805" y="916913"/>
                  </a:lnTo>
                  <a:lnTo>
                    <a:pt x="336297" y="915088"/>
                  </a:lnTo>
                  <a:lnTo>
                    <a:pt x="335042" y="913276"/>
                  </a:lnTo>
                  <a:lnTo>
                    <a:pt x="333632" y="911742"/>
                  </a:lnTo>
                  <a:lnTo>
                    <a:pt x="332696" y="910541"/>
                  </a:lnTo>
                  <a:lnTo>
                    <a:pt x="332163" y="910249"/>
                  </a:lnTo>
                  <a:lnTo>
                    <a:pt x="331669" y="910784"/>
                  </a:lnTo>
                  <a:lnTo>
                    <a:pt x="331422" y="911517"/>
                  </a:lnTo>
                  <a:lnTo>
                    <a:pt x="331069" y="913330"/>
                  </a:lnTo>
                  <a:lnTo>
                    <a:pt x="330222" y="916304"/>
                  </a:lnTo>
                  <a:lnTo>
                    <a:pt x="329472" y="918667"/>
                  </a:lnTo>
                  <a:lnTo>
                    <a:pt x="328769" y="920185"/>
                  </a:lnTo>
                  <a:lnTo>
                    <a:pt x="328211" y="921233"/>
                  </a:lnTo>
                  <a:lnTo>
                    <a:pt x="327797" y="920256"/>
                  </a:lnTo>
                  <a:lnTo>
                    <a:pt x="327025" y="919460"/>
                  </a:lnTo>
                  <a:lnTo>
                    <a:pt x="326116" y="919454"/>
                  </a:lnTo>
                  <a:lnTo>
                    <a:pt x="324924" y="920959"/>
                  </a:lnTo>
                  <a:lnTo>
                    <a:pt x="323982" y="917949"/>
                  </a:lnTo>
                  <a:lnTo>
                    <a:pt x="323738" y="917803"/>
                  </a:lnTo>
                  <a:lnTo>
                    <a:pt x="323378" y="918060"/>
                  </a:lnTo>
                  <a:lnTo>
                    <a:pt x="322964" y="918777"/>
                  </a:lnTo>
                  <a:lnTo>
                    <a:pt x="322673" y="920458"/>
                  </a:lnTo>
                  <a:lnTo>
                    <a:pt x="322370" y="922762"/>
                  </a:lnTo>
                  <a:lnTo>
                    <a:pt x="321771" y="924271"/>
                  </a:lnTo>
                  <a:lnTo>
                    <a:pt x="321272" y="924942"/>
                  </a:lnTo>
                  <a:lnTo>
                    <a:pt x="321420" y="926237"/>
                  </a:lnTo>
                  <a:lnTo>
                    <a:pt x="321702" y="927639"/>
                  </a:lnTo>
                  <a:lnTo>
                    <a:pt x="321684" y="928865"/>
                  </a:lnTo>
                  <a:lnTo>
                    <a:pt x="321862" y="930805"/>
                  </a:lnTo>
                  <a:lnTo>
                    <a:pt x="322175" y="932742"/>
                  </a:lnTo>
                  <a:lnTo>
                    <a:pt x="323287" y="935911"/>
                  </a:lnTo>
                  <a:lnTo>
                    <a:pt x="323712" y="937564"/>
                  </a:lnTo>
                  <a:lnTo>
                    <a:pt x="323797" y="938998"/>
                  </a:lnTo>
                  <a:lnTo>
                    <a:pt x="323836" y="944087"/>
                  </a:lnTo>
                  <a:lnTo>
                    <a:pt x="323792" y="946212"/>
                  </a:lnTo>
                  <a:lnTo>
                    <a:pt x="323571" y="950314"/>
                  </a:lnTo>
                  <a:lnTo>
                    <a:pt x="323556" y="952681"/>
                  </a:lnTo>
                  <a:lnTo>
                    <a:pt x="324018" y="953745"/>
                  </a:lnTo>
                  <a:lnTo>
                    <a:pt x="324466" y="955014"/>
                  </a:lnTo>
                  <a:lnTo>
                    <a:pt x="324449" y="955705"/>
                  </a:lnTo>
                  <a:lnTo>
                    <a:pt x="324253" y="955954"/>
                  </a:lnTo>
                  <a:lnTo>
                    <a:pt x="323615" y="957365"/>
                  </a:lnTo>
                  <a:lnTo>
                    <a:pt x="323347" y="957550"/>
                  </a:lnTo>
                  <a:lnTo>
                    <a:pt x="322930" y="956974"/>
                  </a:lnTo>
                  <a:lnTo>
                    <a:pt x="322390" y="956537"/>
                  </a:lnTo>
                  <a:lnTo>
                    <a:pt x="321956" y="955972"/>
                  </a:lnTo>
                  <a:lnTo>
                    <a:pt x="321478" y="955064"/>
                  </a:lnTo>
                  <a:lnTo>
                    <a:pt x="320341" y="955167"/>
                  </a:lnTo>
                  <a:lnTo>
                    <a:pt x="318475" y="956546"/>
                  </a:lnTo>
                  <a:lnTo>
                    <a:pt x="318088" y="956156"/>
                  </a:lnTo>
                  <a:lnTo>
                    <a:pt x="317819" y="955376"/>
                  </a:lnTo>
                  <a:lnTo>
                    <a:pt x="317674" y="953766"/>
                  </a:lnTo>
                  <a:lnTo>
                    <a:pt x="317767" y="951868"/>
                  </a:lnTo>
                  <a:lnTo>
                    <a:pt x="317602" y="950661"/>
                  </a:lnTo>
                  <a:lnTo>
                    <a:pt x="317255" y="949945"/>
                  </a:lnTo>
                  <a:lnTo>
                    <a:pt x="317500" y="946560"/>
                  </a:lnTo>
                  <a:lnTo>
                    <a:pt x="316834" y="945218"/>
                  </a:lnTo>
                  <a:lnTo>
                    <a:pt x="316931" y="944800"/>
                  </a:lnTo>
                  <a:lnTo>
                    <a:pt x="316711" y="941151"/>
                  </a:lnTo>
                  <a:lnTo>
                    <a:pt x="316742" y="940252"/>
                  </a:lnTo>
                  <a:lnTo>
                    <a:pt x="316625" y="939940"/>
                  </a:lnTo>
                  <a:lnTo>
                    <a:pt x="316154" y="939652"/>
                  </a:lnTo>
                  <a:lnTo>
                    <a:pt x="315459" y="940228"/>
                  </a:lnTo>
                  <a:lnTo>
                    <a:pt x="313339" y="942627"/>
                  </a:lnTo>
                  <a:lnTo>
                    <a:pt x="311521" y="947067"/>
                  </a:lnTo>
                  <a:lnTo>
                    <a:pt x="310686" y="948046"/>
                  </a:lnTo>
                  <a:lnTo>
                    <a:pt x="309843" y="948450"/>
                  </a:lnTo>
                  <a:lnTo>
                    <a:pt x="308857" y="947683"/>
                  </a:lnTo>
                  <a:lnTo>
                    <a:pt x="307763" y="947182"/>
                  </a:lnTo>
                  <a:lnTo>
                    <a:pt x="306199" y="948306"/>
                  </a:lnTo>
                  <a:lnTo>
                    <a:pt x="305427" y="947788"/>
                  </a:lnTo>
                  <a:lnTo>
                    <a:pt x="305072" y="946882"/>
                  </a:lnTo>
                  <a:lnTo>
                    <a:pt x="304755" y="945501"/>
                  </a:lnTo>
                  <a:lnTo>
                    <a:pt x="304945" y="943754"/>
                  </a:lnTo>
                  <a:lnTo>
                    <a:pt x="304827" y="942465"/>
                  </a:lnTo>
                  <a:lnTo>
                    <a:pt x="304202" y="941812"/>
                  </a:lnTo>
                  <a:lnTo>
                    <a:pt x="303477" y="941255"/>
                  </a:lnTo>
                  <a:lnTo>
                    <a:pt x="303046" y="939567"/>
                  </a:lnTo>
                  <a:lnTo>
                    <a:pt x="302872" y="937733"/>
                  </a:lnTo>
                  <a:lnTo>
                    <a:pt x="303043" y="935345"/>
                  </a:lnTo>
                  <a:lnTo>
                    <a:pt x="303128" y="932783"/>
                  </a:lnTo>
                  <a:lnTo>
                    <a:pt x="302781" y="931610"/>
                  </a:lnTo>
                  <a:lnTo>
                    <a:pt x="301719" y="930969"/>
                  </a:lnTo>
                  <a:lnTo>
                    <a:pt x="299041" y="929803"/>
                  </a:lnTo>
                  <a:lnTo>
                    <a:pt x="296693" y="929164"/>
                  </a:lnTo>
                  <a:lnTo>
                    <a:pt x="295708" y="929464"/>
                  </a:lnTo>
                  <a:lnTo>
                    <a:pt x="294906" y="929183"/>
                  </a:lnTo>
                  <a:lnTo>
                    <a:pt x="294441" y="928715"/>
                  </a:lnTo>
                  <a:lnTo>
                    <a:pt x="294216" y="927907"/>
                  </a:lnTo>
                  <a:lnTo>
                    <a:pt x="294204" y="926750"/>
                  </a:lnTo>
                  <a:lnTo>
                    <a:pt x="294583" y="924088"/>
                  </a:lnTo>
                  <a:lnTo>
                    <a:pt x="295017" y="921494"/>
                  </a:lnTo>
                  <a:lnTo>
                    <a:pt x="296106" y="917721"/>
                  </a:lnTo>
                  <a:lnTo>
                    <a:pt x="296169" y="915107"/>
                  </a:lnTo>
                  <a:lnTo>
                    <a:pt x="296113" y="912088"/>
                  </a:lnTo>
                  <a:lnTo>
                    <a:pt x="296652" y="908057"/>
                  </a:lnTo>
                  <a:lnTo>
                    <a:pt x="297592" y="905037"/>
                  </a:lnTo>
                  <a:lnTo>
                    <a:pt x="298056" y="904096"/>
                  </a:lnTo>
                  <a:lnTo>
                    <a:pt x="297943" y="902753"/>
                  </a:lnTo>
                  <a:lnTo>
                    <a:pt x="297566" y="901522"/>
                  </a:lnTo>
                  <a:lnTo>
                    <a:pt x="297031" y="900843"/>
                  </a:lnTo>
                  <a:lnTo>
                    <a:pt x="296142" y="900055"/>
                  </a:lnTo>
                  <a:lnTo>
                    <a:pt x="294755" y="899836"/>
                  </a:lnTo>
                  <a:lnTo>
                    <a:pt x="292854" y="899031"/>
                  </a:lnTo>
                  <a:lnTo>
                    <a:pt x="290652" y="897237"/>
                  </a:lnTo>
                  <a:lnTo>
                    <a:pt x="290903" y="893803"/>
                  </a:lnTo>
                  <a:lnTo>
                    <a:pt x="290869" y="891651"/>
                  </a:lnTo>
                  <a:lnTo>
                    <a:pt x="290596" y="889885"/>
                  </a:lnTo>
                  <a:lnTo>
                    <a:pt x="290145" y="888631"/>
                  </a:lnTo>
                  <a:lnTo>
                    <a:pt x="289894" y="887511"/>
                  </a:lnTo>
                  <a:lnTo>
                    <a:pt x="290289" y="884439"/>
                  </a:lnTo>
                  <a:lnTo>
                    <a:pt x="289777" y="881086"/>
                  </a:lnTo>
                  <a:lnTo>
                    <a:pt x="289171" y="879749"/>
                  </a:lnTo>
                  <a:lnTo>
                    <a:pt x="288547" y="878014"/>
                  </a:lnTo>
                  <a:lnTo>
                    <a:pt x="288500" y="876145"/>
                  </a:lnTo>
                  <a:lnTo>
                    <a:pt x="288786" y="874402"/>
                  </a:lnTo>
                  <a:lnTo>
                    <a:pt x="290309" y="870663"/>
                  </a:lnTo>
                  <a:lnTo>
                    <a:pt x="290322" y="869759"/>
                  </a:lnTo>
                  <a:lnTo>
                    <a:pt x="289945" y="869832"/>
                  </a:lnTo>
                  <a:lnTo>
                    <a:pt x="289508" y="869910"/>
                  </a:lnTo>
                  <a:lnTo>
                    <a:pt x="287426" y="871276"/>
                  </a:lnTo>
                  <a:lnTo>
                    <a:pt x="287204" y="870419"/>
                  </a:lnTo>
                  <a:lnTo>
                    <a:pt x="286459" y="869922"/>
                  </a:lnTo>
                  <a:lnTo>
                    <a:pt x="284939" y="869822"/>
                  </a:lnTo>
                  <a:lnTo>
                    <a:pt x="283157" y="870070"/>
                  </a:lnTo>
                  <a:lnTo>
                    <a:pt x="280906" y="871406"/>
                  </a:lnTo>
                  <a:lnTo>
                    <a:pt x="278844" y="873745"/>
                  </a:lnTo>
                  <a:lnTo>
                    <a:pt x="277900" y="875352"/>
                  </a:lnTo>
                  <a:lnTo>
                    <a:pt x="277099" y="876351"/>
                  </a:lnTo>
                  <a:lnTo>
                    <a:pt x="276450" y="876674"/>
                  </a:lnTo>
                  <a:lnTo>
                    <a:pt x="275701" y="875969"/>
                  </a:lnTo>
                  <a:lnTo>
                    <a:pt x="275743" y="873680"/>
                  </a:lnTo>
                  <a:lnTo>
                    <a:pt x="277152" y="869474"/>
                  </a:lnTo>
                  <a:lnTo>
                    <a:pt x="277354" y="866580"/>
                  </a:lnTo>
                  <a:lnTo>
                    <a:pt x="276922" y="864098"/>
                  </a:lnTo>
                  <a:lnTo>
                    <a:pt x="276875" y="862112"/>
                  </a:lnTo>
                  <a:lnTo>
                    <a:pt x="276381" y="860842"/>
                  </a:lnTo>
                  <a:lnTo>
                    <a:pt x="275686" y="860224"/>
                  </a:lnTo>
                  <a:lnTo>
                    <a:pt x="275320" y="858810"/>
                  </a:lnTo>
                  <a:lnTo>
                    <a:pt x="275296" y="854688"/>
                  </a:lnTo>
                  <a:lnTo>
                    <a:pt x="275917" y="850445"/>
                  </a:lnTo>
                  <a:lnTo>
                    <a:pt x="276922" y="849106"/>
                  </a:lnTo>
                  <a:lnTo>
                    <a:pt x="277534" y="848460"/>
                  </a:lnTo>
                  <a:lnTo>
                    <a:pt x="277696" y="847636"/>
                  </a:lnTo>
                  <a:lnTo>
                    <a:pt x="277383" y="844666"/>
                  </a:lnTo>
                  <a:lnTo>
                    <a:pt x="277431" y="842776"/>
                  </a:lnTo>
                  <a:lnTo>
                    <a:pt x="278035" y="839120"/>
                  </a:lnTo>
                  <a:lnTo>
                    <a:pt x="278635" y="836349"/>
                  </a:lnTo>
                  <a:lnTo>
                    <a:pt x="279768" y="836813"/>
                  </a:lnTo>
                  <a:lnTo>
                    <a:pt x="280275" y="836128"/>
                  </a:lnTo>
                  <a:lnTo>
                    <a:pt x="280836" y="835147"/>
                  </a:lnTo>
                  <a:lnTo>
                    <a:pt x="281449" y="833479"/>
                  </a:lnTo>
                  <a:lnTo>
                    <a:pt x="281858" y="831506"/>
                  </a:lnTo>
                  <a:lnTo>
                    <a:pt x="282356" y="826915"/>
                  </a:lnTo>
                  <a:lnTo>
                    <a:pt x="282698" y="826223"/>
                  </a:lnTo>
                  <a:lnTo>
                    <a:pt x="284125" y="826982"/>
                  </a:lnTo>
                  <a:lnTo>
                    <a:pt x="284553" y="826452"/>
                  </a:lnTo>
                  <a:lnTo>
                    <a:pt x="285334" y="823757"/>
                  </a:lnTo>
                  <a:lnTo>
                    <a:pt x="286069" y="820480"/>
                  </a:lnTo>
                  <a:lnTo>
                    <a:pt x="287138" y="819465"/>
                  </a:lnTo>
                  <a:lnTo>
                    <a:pt x="287909" y="819362"/>
                  </a:lnTo>
                  <a:lnTo>
                    <a:pt x="288264" y="818273"/>
                  </a:lnTo>
                  <a:lnTo>
                    <a:pt x="288246" y="816671"/>
                  </a:lnTo>
                  <a:lnTo>
                    <a:pt x="287513" y="814132"/>
                  </a:lnTo>
                  <a:lnTo>
                    <a:pt x="287203" y="812102"/>
                  </a:lnTo>
                  <a:lnTo>
                    <a:pt x="287294" y="810871"/>
                  </a:lnTo>
                  <a:lnTo>
                    <a:pt x="288344" y="810121"/>
                  </a:lnTo>
                  <a:lnTo>
                    <a:pt x="288601" y="808646"/>
                  </a:lnTo>
                  <a:lnTo>
                    <a:pt x="288444" y="805420"/>
                  </a:lnTo>
                  <a:lnTo>
                    <a:pt x="288877" y="801545"/>
                  </a:lnTo>
                  <a:lnTo>
                    <a:pt x="289134" y="797003"/>
                  </a:lnTo>
                  <a:lnTo>
                    <a:pt x="289220" y="793612"/>
                  </a:lnTo>
                  <a:lnTo>
                    <a:pt x="289210" y="791024"/>
                  </a:lnTo>
                  <a:lnTo>
                    <a:pt x="289107" y="788316"/>
                  </a:lnTo>
                  <a:lnTo>
                    <a:pt x="288958" y="783365"/>
                  </a:lnTo>
                  <a:lnTo>
                    <a:pt x="288478" y="779060"/>
                  </a:lnTo>
                  <a:lnTo>
                    <a:pt x="288565" y="777444"/>
                  </a:lnTo>
                  <a:lnTo>
                    <a:pt x="288500" y="772225"/>
                  </a:lnTo>
                  <a:lnTo>
                    <a:pt x="288206" y="767777"/>
                  </a:lnTo>
                  <a:lnTo>
                    <a:pt x="287615" y="766998"/>
                  </a:lnTo>
                  <a:lnTo>
                    <a:pt x="286518" y="765555"/>
                  </a:lnTo>
                  <a:lnTo>
                    <a:pt x="285920" y="765272"/>
                  </a:lnTo>
                  <a:lnTo>
                    <a:pt x="285417" y="765797"/>
                  </a:lnTo>
                  <a:lnTo>
                    <a:pt x="285228" y="767345"/>
                  </a:lnTo>
                  <a:lnTo>
                    <a:pt x="284745" y="768793"/>
                  </a:lnTo>
                  <a:lnTo>
                    <a:pt x="284151" y="768438"/>
                  </a:lnTo>
                  <a:lnTo>
                    <a:pt x="283868" y="766991"/>
                  </a:lnTo>
                  <a:lnTo>
                    <a:pt x="283486" y="765096"/>
                  </a:lnTo>
                  <a:lnTo>
                    <a:pt x="282213" y="756102"/>
                  </a:lnTo>
                  <a:lnTo>
                    <a:pt x="282074" y="753512"/>
                  </a:lnTo>
                  <a:lnTo>
                    <a:pt x="281850" y="750939"/>
                  </a:lnTo>
                  <a:lnTo>
                    <a:pt x="281421" y="749651"/>
                  </a:lnTo>
                  <a:lnTo>
                    <a:pt x="280968" y="748893"/>
                  </a:lnTo>
                  <a:lnTo>
                    <a:pt x="279953" y="745870"/>
                  </a:lnTo>
                  <a:lnTo>
                    <a:pt x="279418" y="744609"/>
                  </a:lnTo>
                  <a:lnTo>
                    <a:pt x="279158" y="744400"/>
                  </a:lnTo>
                  <a:lnTo>
                    <a:pt x="278600" y="744614"/>
                  </a:lnTo>
                  <a:lnTo>
                    <a:pt x="278054" y="744620"/>
                  </a:lnTo>
                  <a:lnTo>
                    <a:pt x="277606" y="743113"/>
                  </a:lnTo>
                  <a:lnTo>
                    <a:pt x="277198" y="741275"/>
                  </a:lnTo>
                  <a:lnTo>
                    <a:pt x="276786" y="740369"/>
                  </a:lnTo>
                  <a:lnTo>
                    <a:pt x="276100" y="739865"/>
                  </a:lnTo>
                  <a:lnTo>
                    <a:pt x="275394" y="740067"/>
                  </a:lnTo>
                  <a:lnTo>
                    <a:pt x="274983" y="741659"/>
                  </a:lnTo>
                  <a:lnTo>
                    <a:pt x="274702" y="742566"/>
                  </a:lnTo>
                  <a:lnTo>
                    <a:pt x="274169" y="744686"/>
                  </a:lnTo>
                  <a:lnTo>
                    <a:pt x="273306" y="747623"/>
                  </a:lnTo>
                  <a:lnTo>
                    <a:pt x="272915" y="748703"/>
                  </a:lnTo>
                  <a:lnTo>
                    <a:pt x="272535" y="748146"/>
                  </a:lnTo>
                  <a:lnTo>
                    <a:pt x="270874" y="745087"/>
                  </a:lnTo>
                  <a:lnTo>
                    <a:pt x="270071" y="744242"/>
                  </a:lnTo>
                  <a:lnTo>
                    <a:pt x="268984" y="745165"/>
                  </a:lnTo>
                  <a:lnTo>
                    <a:pt x="267282" y="744435"/>
                  </a:lnTo>
                  <a:lnTo>
                    <a:pt x="266624" y="744298"/>
                  </a:lnTo>
                  <a:lnTo>
                    <a:pt x="265209" y="741854"/>
                  </a:lnTo>
                  <a:lnTo>
                    <a:pt x="264631" y="741554"/>
                  </a:lnTo>
                  <a:lnTo>
                    <a:pt x="262618" y="743146"/>
                  </a:lnTo>
                  <a:lnTo>
                    <a:pt x="262173" y="744272"/>
                  </a:lnTo>
                  <a:lnTo>
                    <a:pt x="261912" y="744291"/>
                  </a:lnTo>
                  <a:lnTo>
                    <a:pt x="261376" y="743722"/>
                  </a:lnTo>
                  <a:lnTo>
                    <a:pt x="260935" y="742968"/>
                  </a:lnTo>
                  <a:lnTo>
                    <a:pt x="260906" y="742491"/>
                  </a:lnTo>
                  <a:lnTo>
                    <a:pt x="261449" y="741298"/>
                  </a:lnTo>
                  <a:lnTo>
                    <a:pt x="261492" y="740463"/>
                  </a:lnTo>
                  <a:lnTo>
                    <a:pt x="261463" y="739619"/>
                  </a:lnTo>
                  <a:lnTo>
                    <a:pt x="262248" y="737221"/>
                  </a:lnTo>
                  <a:lnTo>
                    <a:pt x="264380" y="732578"/>
                  </a:lnTo>
                  <a:lnTo>
                    <a:pt x="264025" y="730630"/>
                  </a:lnTo>
                  <a:lnTo>
                    <a:pt x="263187" y="726796"/>
                  </a:lnTo>
                  <a:lnTo>
                    <a:pt x="263071" y="724937"/>
                  </a:lnTo>
                  <a:lnTo>
                    <a:pt x="262710" y="724097"/>
                  </a:lnTo>
                  <a:lnTo>
                    <a:pt x="261688" y="724784"/>
                  </a:lnTo>
                  <a:lnTo>
                    <a:pt x="259563" y="728262"/>
                  </a:lnTo>
                  <a:lnTo>
                    <a:pt x="259274" y="727881"/>
                  </a:lnTo>
                  <a:lnTo>
                    <a:pt x="259323" y="726674"/>
                  </a:lnTo>
                  <a:lnTo>
                    <a:pt x="259104" y="723169"/>
                  </a:lnTo>
                  <a:lnTo>
                    <a:pt x="259777" y="722117"/>
                  </a:lnTo>
                  <a:lnTo>
                    <a:pt x="260809" y="720830"/>
                  </a:lnTo>
                  <a:lnTo>
                    <a:pt x="261606" y="719395"/>
                  </a:lnTo>
                  <a:lnTo>
                    <a:pt x="261791" y="718235"/>
                  </a:lnTo>
                  <a:lnTo>
                    <a:pt x="261576" y="717883"/>
                  </a:lnTo>
                  <a:lnTo>
                    <a:pt x="260400" y="718331"/>
                  </a:lnTo>
                  <a:lnTo>
                    <a:pt x="259937" y="717544"/>
                  </a:lnTo>
                  <a:lnTo>
                    <a:pt x="259175" y="714325"/>
                  </a:lnTo>
                  <a:lnTo>
                    <a:pt x="258612" y="713062"/>
                  </a:lnTo>
                  <a:lnTo>
                    <a:pt x="258103" y="712381"/>
                  </a:lnTo>
                  <a:lnTo>
                    <a:pt x="256373" y="714043"/>
                  </a:lnTo>
                  <a:lnTo>
                    <a:pt x="254363" y="716321"/>
                  </a:lnTo>
                  <a:lnTo>
                    <a:pt x="252124" y="719497"/>
                  </a:lnTo>
                  <a:lnTo>
                    <a:pt x="252137" y="721127"/>
                  </a:lnTo>
                  <a:lnTo>
                    <a:pt x="251870" y="721546"/>
                  </a:lnTo>
                  <a:lnTo>
                    <a:pt x="251442" y="722572"/>
                  </a:lnTo>
                  <a:lnTo>
                    <a:pt x="251024" y="723990"/>
                  </a:lnTo>
                  <a:lnTo>
                    <a:pt x="250667" y="724489"/>
                  </a:lnTo>
                  <a:lnTo>
                    <a:pt x="250251" y="724534"/>
                  </a:lnTo>
                  <a:lnTo>
                    <a:pt x="249400" y="724130"/>
                  </a:lnTo>
                  <a:lnTo>
                    <a:pt x="247853" y="722520"/>
                  </a:lnTo>
                  <a:lnTo>
                    <a:pt x="246174" y="721187"/>
                  </a:lnTo>
                  <a:lnTo>
                    <a:pt x="245814" y="721338"/>
                  </a:lnTo>
                  <a:lnTo>
                    <a:pt x="243534" y="720397"/>
                  </a:lnTo>
                  <a:lnTo>
                    <a:pt x="243461" y="719647"/>
                  </a:lnTo>
                  <a:lnTo>
                    <a:pt x="243120" y="718160"/>
                  </a:lnTo>
                  <a:lnTo>
                    <a:pt x="242471" y="716818"/>
                  </a:lnTo>
                  <a:lnTo>
                    <a:pt x="241850" y="716363"/>
                  </a:lnTo>
                  <a:lnTo>
                    <a:pt x="240066" y="719206"/>
                  </a:lnTo>
                  <a:lnTo>
                    <a:pt x="238055" y="721321"/>
                  </a:lnTo>
                  <a:lnTo>
                    <a:pt x="236906" y="723824"/>
                  </a:lnTo>
                  <a:lnTo>
                    <a:pt x="235963" y="726307"/>
                  </a:lnTo>
                  <a:lnTo>
                    <a:pt x="234883" y="726791"/>
                  </a:lnTo>
                  <a:lnTo>
                    <a:pt x="234832" y="728327"/>
                  </a:lnTo>
                  <a:lnTo>
                    <a:pt x="234376" y="729708"/>
                  </a:lnTo>
                  <a:lnTo>
                    <a:pt x="233555" y="731409"/>
                  </a:lnTo>
                  <a:lnTo>
                    <a:pt x="231926" y="733579"/>
                  </a:lnTo>
                  <a:lnTo>
                    <a:pt x="230824" y="734748"/>
                  </a:lnTo>
                  <a:lnTo>
                    <a:pt x="227321" y="735817"/>
                  </a:lnTo>
                  <a:lnTo>
                    <a:pt x="226071" y="736543"/>
                  </a:lnTo>
                  <a:lnTo>
                    <a:pt x="225549" y="737685"/>
                  </a:lnTo>
                  <a:lnTo>
                    <a:pt x="224988" y="740584"/>
                  </a:lnTo>
                  <a:lnTo>
                    <a:pt x="224544" y="743256"/>
                  </a:lnTo>
                  <a:lnTo>
                    <a:pt x="223574" y="745462"/>
                  </a:lnTo>
                  <a:lnTo>
                    <a:pt x="221812" y="748403"/>
                  </a:lnTo>
                  <a:lnTo>
                    <a:pt x="219741" y="750796"/>
                  </a:lnTo>
                  <a:lnTo>
                    <a:pt x="219173" y="752385"/>
                  </a:lnTo>
                  <a:lnTo>
                    <a:pt x="219069" y="753326"/>
                  </a:lnTo>
                  <a:lnTo>
                    <a:pt x="219324" y="753670"/>
                  </a:lnTo>
                  <a:lnTo>
                    <a:pt x="219575" y="754383"/>
                  </a:lnTo>
                  <a:lnTo>
                    <a:pt x="219579" y="755470"/>
                  </a:lnTo>
                  <a:lnTo>
                    <a:pt x="219309" y="756653"/>
                  </a:lnTo>
                  <a:lnTo>
                    <a:pt x="217955" y="758713"/>
                  </a:lnTo>
                  <a:lnTo>
                    <a:pt x="217195" y="759696"/>
                  </a:lnTo>
                  <a:lnTo>
                    <a:pt x="216438" y="760326"/>
                  </a:lnTo>
                  <a:lnTo>
                    <a:pt x="215588" y="760440"/>
                  </a:lnTo>
                  <a:lnTo>
                    <a:pt x="214772" y="760160"/>
                  </a:lnTo>
                  <a:lnTo>
                    <a:pt x="214546" y="759827"/>
                  </a:lnTo>
                  <a:lnTo>
                    <a:pt x="214221" y="760257"/>
                  </a:lnTo>
                  <a:lnTo>
                    <a:pt x="213477" y="760691"/>
                  </a:lnTo>
                  <a:lnTo>
                    <a:pt x="212829" y="760828"/>
                  </a:lnTo>
                  <a:lnTo>
                    <a:pt x="211406" y="763111"/>
                  </a:lnTo>
                  <a:lnTo>
                    <a:pt x="210621" y="763131"/>
                  </a:lnTo>
                  <a:lnTo>
                    <a:pt x="209646" y="762636"/>
                  </a:lnTo>
                  <a:lnTo>
                    <a:pt x="208356" y="762241"/>
                  </a:lnTo>
                  <a:lnTo>
                    <a:pt x="207428" y="762236"/>
                  </a:lnTo>
                  <a:lnTo>
                    <a:pt x="207399" y="761027"/>
                  </a:lnTo>
                  <a:lnTo>
                    <a:pt x="207542" y="757412"/>
                  </a:lnTo>
                  <a:lnTo>
                    <a:pt x="207124" y="756570"/>
                  </a:lnTo>
                  <a:lnTo>
                    <a:pt x="205833" y="755682"/>
                  </a:lnTo>
                  <a:lnTo>
                    <a:pt x="204386" y="754504"/>
                  </a:lnTo>
                  <a:lnTo>
                    <a:pt x="203687" y="753252"/>
                  </a:lnTo>
                  <a:lnTo>
                    <a:pt x="203298" y="752828"/>
                  </a:lnTo>
                  <a:lnTo>
                    <a:pt x="202755" y="753038"/>
                  </a:lnTo>
                  <a:lnTo>
                    <a:pt x="201881" y="754353"/>
                  </a:lnTo>
                  <a:lnTo>
                    <a:pt x="201050" y="755898"/>
                  </a:lnTo>
                  <a:lnTo>
                    <a:pt x="200395" y="756028"/>
                  </a:lnTo>
                  <a:lnTo>
                    <a:pt x="199724" y="755304"/>
                  </a:lnTo>
                  <a:lnTo>
                    <a:pt x="199081" y="754360"/>
                  </a:lnTo>
                  <a:lnTo>
                    <a:pt x="196884" y="753024"/>
                  </a:lnTo>
                  <a:lnTo>
                    <a:pt x="195898" y="752822"/>
                  </a:lnTo>
                  <a:lnTo>
                    <a:pt x="194141" y="753050"/>
                  </a:lnTo>
                  <a:lnTo>
                    <a:pt x="192707" y="752773"/>
                  </a:lnTo>
                  <a:lnTo>
                    <a:pt x="192481" y="752366"/>
                  </a:lnTo>
                  <a:lnTo>
                    <a:pt x="192489" y="751623"/>
                  </a:lnTo>
                  <a:lnTo>
                    <a:pt x="192700" y="750174"/>
                  </a:lnTo>
                  <a:lnTo>
                    <a:pt x="192825" y="748746"/>
                  </a:lnTo>
                  <a:lnTo>
                    <a:pt x="192655" y="747935"/>
                  </a:lnTo>
                  <a:lnTo>
                    <a:pt x="191188" y="746937"/>
                  </a:lnTo>
                  <a:lnTo>
                    <a:pt x="189850" y="746218"/>
                  </a:lnTo>
                  <a:lnTo>
                    <a:pt x="188429" y="745948"/>
                  </a:lnTo>
                  <a:lnTo>
                    <a:pt x="187472" y="746452"/>
                  </a:lnTo>
                  <a:lnTo>
                    <a:pt x="186540" y="747570"/>
                  </a:lnTo>
                  <a:lnTo>
                    <a:pt x="185768" y="749583"/>
                  </a:lnTo>
                  <a:lnTo>
                    <a:pt x="184651" y="750466"/>
                  </a:lnTo>
                  <a:lnTo>
                    <a:pt x="183318" y="751969"/>
                  </a:lnTo>
                  <a:lnTo>
                    <a:pt x="182671" y="753372"/>
                  </a:lnTo>
                  <a:lnTo>
                    <a:pt x="181695" y="756380"/>
                  </a:lnTo>
                  <a:lnTo>
                    <a:pt x="180277" y="760074"/>
                  </a:lnTo>
                  <a:lnTo>
                    <a:pt x="178986" y="763675"/>
                  </a:lnTo>
                  <a:lnTo>
                    <a:pt x="178317" y="767182"/>
                  </a:lnTo>
                  <a:lnTo>
                    <a:pt x="177433" y="769390"/>
                  </a:lnTo>
                  <a:lnTo>
                    <a:pt x="176536" y="770981"/>
                  </a:lnTo>
                  <a:lnTo>
                    <a:pt x="175890" y="775353"/>
                  </a:lnTo>
                  <a:lnTo>
                    <a:pt x="175212" y="773971"/>
                  </a:lnTo>
                  <a:lnTo>
                    <a:pt x="174433" y="771990"/>
                  </a:lnTo>
                  <a:lnTo>
                    <a:pt x="174251" y="769272"/>
                  </a:lnTo>
                  <a:lnTo>
                    <a:pt x="175182" y="762017"/>
                  </a:lnTo>
                  <a:lnTo>
                    <a:pt x="175400" y="759025"/>
                  </a:lnTo>
                  <a:lnTo>
                    <a:pt x="175167" y="757883"/>
                  </a:lnTo>
                  <a:lnTo>
                    <a:pt x="174880" y="754939"/>
                  </a:lnTo>
                  <a:lnTo>
                    <a:pt x="174334" y="753970"/>
                  </a:lnTo>
                  <a:lnTo>
                    <a:pt x="172779" y="752430"/>
                  </a:lnTo>
                  <a:lnTo>
                    <a:pt x="172282" y="752385"/>
                  </a:lnTo>
                  <a:lnTo>
                    <a:pt x="171749" y="753448"/>
                  </a:lnTo>
                  <a:lnTo>
                    <a:pt x="171226" y="754125"/>
                  </a:lnTo>
                  <a:lnTo>
                    <a:pt x="170534" y="754799"/>
                  </a:lnTo>
                  <a:lnTo>
                    <a:pt x="168798" y="756064"/>
                  </a:lnTo>
                  <a:lnTo>
                    <a:pt x="167255" y="756653"/>
                  </a:lnTo>
                  <a:lnTo>
                    <a:pt x="166886" y="757123"/>
                  </a:lnTo>
                  <a:lnTo>
                    <a:pt x="166770" y="757964"/>
                  </a:lnTo>
                  <a:lnTo>
                    <a:pt x="166895" y="758967"/>
                  </a:lnTo>
                  <a:lnTo>
                    <a:pt x="165900" y="758589"/>
                  </a:lnTo>
                  <a:lnTo>
                    <a:pt x="164865" y="758370"/>
                  </a:lnTo>
                  <a:lnTo>
                    <a:pt x="164029" y="758510"/>
                  </a:lnTo>
                  <a:lnTo>
                    <a:pt x="161980" y="760421"/>
                  </a:lnTo>
                  <a:lnTo>
                    <a:pt x="161288" y="760605"/>
                  </a:lnTo>
                  <a:lnTo>
                    <a:pt x="160513" y="760408"/>
                  </a:lnTo>
                  <a:lnTo>
                    <a:pt x="159465" y="760349"/>
                  </a:lnTo>
                  <a:lnTo>
                    <a:pt x="157469" y="760405"/>
                  </a:lnTo>
                  <a:lnTo>
                    <a:pt x="155751" y="759921"/>
                  </a:lnTo>
                  <a:lnTo>
                    <a:pt x="154355" y="757251"/>
                  </a:lnTo>
                  <a:lnTo>
                    <a:pt x="153361" y="756076"/>
                  </a:lnTo>
                  <a:lnTo>
                    <a:pt x="152309" y="755168"/>
                  </a:lnTo>
                  <a:lnTo>
                    <a:pt x="151251" y="754491"/>
                  </a:lnTo>
                  <a:lnTo>
                    <a:pt x="150897" y="753056"/>
                  </a:lnTo>
                  <a:lnTo>
                    <a:pt x="150562" y="752339"/>
                  </a:lnTo>
                  <a:lnTo>
                    <a:pt x="149686" y="752099"/>
                  </a:lnTo>
                  <a:lnTo>
                    <a:pt x="148996" y="752626"/>
                  </a:lnTo>
                  <a:lnTo>
                    <a:pt x="148564" y="756221"/>
                  </a:lnTo>
                  <a:lnTo>
                    <a:pt x="148196" y="756930"/>
                  </a:lnTo>
                  <a:lnTo>
                    <a:pt x="147318" y="757251"/>
                  </a:lnTo>
                  <a:lnTo>
                    <a:pt x="146397" y="756340"/>
                  </a:lnTo>
                  <a:lnTo>
                    <a:pt x="145124" y="754491"/>
                  </a:lnTo>
                  <a:lnTo>
                    <a:pt x="144620" y="752434"/>
                  </a:lnTo>
                  <a:lnTo>
                    <a:pt x="144192" y="751764"/>
                  </a:lnTo>
                  <a:lnTo>
                    <a:pt x="143521" y="752673"/>
                  </a:lnTo>
                  <a:lnTo>
                    <a:pt x="143484" y="755304"/>
                  </a:lnTo>
                  <a:lnTo>
                    <a:pt x="143354" y="757073"/>
                  </a:lnTo>
                  <a:lnTo>
                    <a:pt x="142552" y="757791"/>
                  </a:lnTo>
                  <a:lnTo>
                    <a:pt x="142087" y="757264"/>
                  </a:lnTo>
                  <a:lnTo>
                    <a:pt x="141714" y="755448"/>
                  </a:lnTo>
                  <a:lnTo>
                    <a:pt x="140777" y="751144"/>
                  </a:lnTo>
                  <a:lnTo>
                    <a:pt x="139847" y="748623"/>
                  </a:lnTo>
                  <a:lnTo>
                    <a:pt x="138913" y="746945"/>
                  </a:lnTo>
                  <a:lnTo>
                    <a:pt x="135833" y="746987"/>
                  </a:lnTo>
                  <a:lnTo>
                    <a:pt x="133548" y="746497"/>
                  </a:lnTo>
                  <a:lnTo>
                    <a:pt x="132516" y="745807"/>
                  </a:lnTo>
                  <a:lnTo>
                    <a:pt x="132126" y="744143"/>
                  </a:lnTo>
                  <a:lnTo>
                    <a:pt x="132505" y="740834"/>
                  </a:lnTo>
                  <a:lnTo>
                    <a:pt x="132950" y="738245"/>
                  </a:lnTo>
                  <a:lnTo>
                    <a:pt x="132938" y="737644"/>
                  </a:lnTo>
                  <a:lnTo>
                    <a:pt x="132561" y="737336"/>
                  </a:lnTo>
                  <a:lnTo>
                    <a:pt x="131903" y="737128"/>
                  </a:lnTo>
                  <a:lnTo>
                    <a:pt x="129439" y="738785"/>
                  </a:lnTo>
                  <a:lnTo>
                    <a:pt x="128770" y="738590"/>
                  </a:lnTo>
                  <a:lnTo>
                    <a:pt x="128338" y="738027"/>
                  </a:lnTo>
                  <a:lnTo>
                    <a:pt x="127819" y="737545"/>
                  </a:lnTo>
                  <a:lnTo>
                    <a:pt x="127387" y="736778"/>
                  </a:lnTo>
                  <a:lnTo>
                    <a:pt x="127086" y="735654"/>
                  </a:lnTo>
                  <a:lnTo>
                    <a:pt x="124955" y="732895"/>
                  </a:lnTo>
                  <a:lnTo>
                    <a:pt x="124326" y="731389"/>
                  </a:lnTo>
                  <a:lnTo>
                    <a:pt x="123191" y="729491"/>
                  </a:lnTo>
                  <a:lnTo>
                    <a:pt x="122231" y="728202"/>
                  </a:lnTo>
                  <a:lnTo>
                    <a:pt x="121620" y="724520"/>
                  </a:lnTo>
                  <a:lnTo>
                    <a:pt x="121070" y="720976"/>
                  </a:lnTo>
                  <a:lnTo>
                    <a:pt x="120766" y="719095"/>
                  </a:lnTo>
                  <a:lnTo>
                    <a:pt x="119852" y="718093"/>
                  </a:lnTo>
                  <a:lnTo>
                    <a:pt x="118862" y="717336"/>
                  </a:lnTo>
                  <a:lnTo>
                    <a:pt x="117187" y="718874"/>
                  </a:lnTo>
                  <a:lnTo>
                    <a:pt x="115814" y="720051"/>
                  </a:lnTo>
                  <a:lnTo>
                    <a:pt x="114806" y="720169"/>
                  </a:lnTo>
                  <a:lnTo>
                    <a:pt x="113346" y="716542"/>
                  </a:lnTo>
                  <a:lnTo>
                    <a:pt x="112178" y="712618"/>
                  </a:lnTo>
                  <a:lnTo>
                    <a:pt x="110797" y="709207"/>
                  </a:lnTo>
                  <a:lnTo>
                    <a:pt x="109880" y="707491"/>
                  </a:lnTo>
                  <a:lnTo>
                    <a:pt x="108252" y="707331"/>
                  </a:lnTo>
                  <a:lnTo>
                    <a:pt x="106414" y="705401"/>
                  </a:lnTo>
                  <a:lnTo>
                    <a:pt x="103958" y="701033"/>
                  </a:lnTo>
                  <a:lnTo>
                    <a:pt x="102182" y="697774"/>
                  </a:lnTo>
                  <a:lnTo>
                    <a:pt x="99123" y="694158"/>
                  </a:lnTo>
                  <a:lnTo>
                    <a:pt x="98413" y="692642"/>
                  </a:lnTo>
                  <a:lnTo>
                    <a:pt x="98141" y="691348"/>
                  </a:lnTo>
                  <a:lnTo>
                    <a:pt x="97721" y="688804"/>
                  </a:lnTo>
                  <a:lnTo>
                    <a:pt x="97082" y="686390"/>
                  </a:lnTo>
                  <a:lnTo>
                    <a:pt x="94913" y="685337"/>
                  </a:lnTo>
                  <a:lnTo>
                    <a:pt x="92462" y="684595"/>
                  </a:lnTo>
                  <a:lnTo>
                    <a:pt x="89876" y="686070"/>
                  </a:lnTo>
                  <a:lnTo>
                    <a:pt x="88010" y="693288"/>
                  </a:lnTo>
                  <a:lnTo>
                    <a:pt x="87114" y="694867"/>
                  </a:lnTo>
                  <a:lnTo>
                    <a:pt x="86345" y="694958"/>
                  </a:lnTo>
                  <a:lnTo>
                    <a:pt x="85714" y="693121"/>
                  </a:lnTo>
                  <a:lnTo>
                    <a:pt x="85193" y="691185"/>
                  </a:lnTo>
                  <a:lnTo>
                    <a:pt x="84907" y="689039"/>
                  </a:lnTo>
                  <a:lnTo>
                    <a:pt x="83620" y="687459"/>
                  </a:lnTo>
                  <a:lnTo>
                    <a:pt x="82161" y="685396"/>
                  </a:lnTo>
                  <a:lnTo>
                    <a:pt x="81417" y="683787"/>
                  </a:lnTo>
                  <a:lnTo>
                    <a:pt x="80574" y="682782"/>
                  </a:lnTo>
                  <a:lnTo>
                    <a:pt x="79793" y="682349"/>
                  </a:lnTo>
                  <a:lnTo>
                    <a:pt x="78280" y="680991"/>
                  </a:lnTo>
                  <a:lnTo>
                    <a:pt x="76570" y="679459"/>
                  </a:lnTo>
                  <a:lnTo>
                    <a:pt x="75767" y="679249"/>
                  </a:lnTo>
                  <a:lnTo>
                    <a:pt x="75710" y="678159"/>
                  </a:lnTo>
                  <a:lnTo>
                    <a:pt x="75950" y="675842"/>
                  </a:lnTo>
                  <a:lnTo>
                    <a:pt x="75803" y="673611"/>
                  </a:lnTo>
                  <a:lnTo>
                    <a:pt x="75286" y="672706"/>
                  </a:lnTo>
                  <a:lnTo>
                    <a:pt x="74504" y="672940"/>
                  </a:lnTo>
                  <a:lnTo>
                    <a:pt x="72698" y="669783"/>
                  </a:lnTo>
                  <a:lnTo>
                    <a:pt x="72607" y="669623"/>
                  </a:lnTo>
                  <a:lnTo>
                    <a:pt x="72092" y="668724"/>
                  </a:lnTo>
                  <a:lnTo>
                    <a:pt x="71203" y="667434"/>
                  </a:lnTo>
                  <a:lnTo>
                    <a:pt x="69703" y="667524"/>
                  </a:lnTo>
                  <a:lnTo>
                    <a:pt x="68566" y="668001"/>
                  </a:lnTo>
                  <a:lnTo>
                    <a:pt x="67734" y="666682"/>
                  </a:lnTo>
                  <a:lnTo>
                    <a:pt x="66529" y="664599"/>
                  </a:lnTo>
                  <a:lnTo>
                    <a:pt x="66312" y="664134"/>
                  </a:lnTo>
                  <a:lnTo>
                    <a:pt x="65957" y="663373"/>
                  </a:lnTo>
                  <a:lnTo>
                    <a:pt x="64736" y="659353"/>
                  </a:lnTo>
                  <a:lnTo>
                    <a:pt x="63292" y="654599"/>
                  </a:lnTo>
                  <a:lnTo>
                    <a:pt x="62562" y="653902"/>
                  </a:lnTo>
                  <a:lnTo>
                    <a:pt x="62187" y="654260"/>
                  </a:lnTo>
                  <a:lnTo>
                    <a:pt x="61759" y="656786"/>
                  </a:lnTo>
                  <a:lnTo>
                    <a:pt x="61437" y="656532"/>
                  </a:lnTo>
                  <a:lnTo>
                    <a:pt x="60902" y="656705"/>
                  </a:lnTo>
                  <a:lnTo>
                    <a:pt x="60270" y="657587"/>
                  </a:lnTo>
                  <a:lnTo>
                    <a:pt x="59661" y="657819"/>
                  </a:lnTo>
                  <a:lnTo>
                    <a:pt x="59272" y="657558"/>
                  </a:lnTo>
                  <a:lnTo>
                    <a:pt x="59108" y="656929"/>
                  </a:lnTo>
                  <a:lnTo>
                    <a:pt x="59281" y="653596"/>
                  </a:lnTo>
                  <a:lnTo>
                    <a:pt x="58914" y="652554"/>
                  </a:lnTo>
                  <a:lnTo>
                    <a:pt x="59240" y="650236"/>
                  </a:lnTo>
                  <a:lnTo>
                    <a:pt x="59791" y="648233"/>
                  </a:lnTo>
                  <a:lnTo>
                    <a:pt x="59227" y="646747"/>
                  </a:lnTo>
                  <a:lnTo>
                    <a:pt x="58531" y="644619"/>
                  </a:lnTo>
                  <a:lnTo>
                    <a:pt x="58457" y="642694"/>
                  </a:lnTo>
                  <a:lnTo>
                    <a:pt x="58833" y="640267"/>
                  </a:lnTo>
                  <a:lnTo>
                    <a:pt x="59014" y="638190"/>
                  </a:lnTo>
                  <a:lnTo>
                    <a:pt x="58901" y="637426"/>
                  </a:lnTo>
                  <a:lnTo>
                    <a:pt x="58350" y="636266"/>
                  </a:lnTo>
                  <a:lnTo>
                    <a:pt x="56258" y="630572"/>
                  </a:lnTo>
                  <a:lnTo>
                    <a:pt x="56145" y="629967"/>
                  </a:lnTo>
                  <a:lnTo>
                    <a:pt x="55790" y="628073"/>
                  </a:lnTo>
                  <a:lnTo>
                    <a:pt x="55629" y="625206"/>
                  </a:lnTo>
                  <a:lnTo>
                    <a:pt x="55355" y="623157"/>
                  </a:lnTo>
                  <a:lnTo>
                    <a:pt x="55035" y="621586"/>
                  </a:lnTo>
                  <a:lnTo>
                    <a:pt x="55058" y="620851"/>
                  </a:lnTo>
                  <a:lnTo>
                    <a:pt x="55298" y="620467"/>
                  </a:lnTo>
                  <a:lnTo>
                    <a:pt x="56608" y="620081"/>
                  </a:lnTo>
                  <a:lnTo>
                    <a:pt x="57818" y="619840"/>
                  </a:lnTo>
                  <a:lnTo>
                    <a:pt x="58616" y="619306"/>
                  </a:lnTo>
                  <a:lnTo>
                    <a:pt x="59029" y="620447"/>
                  </a:lnTo>
                  <a:lnTo>
                    <a:pt x="59222" y="622194"/>
                  </a:lnTo>
                  <a:lnTo>
                    <a:pt x="59427" y="623116"/>
                  </a:lnTo>
                  <a:lnTo>
                    <a:pt x="60193" y="624774"/>
                  </a:lnTo>
                  <a:lnTo>
                    <a:pt x="61126" y="626363"/>
                  </a:lnTo>
                  <a:lnTo>
                    <a:pt x="62032" y="626158"/>
                  </a:lnTo>
                  <a:lnTo>
                    <a:pt x="62830" y="625477"/>
                  </a:lnTo>
                  <a:lnTo>
                    <a:pt x="63524" y="622888"/>
                  </a:lnTo>
                  <a:lnTo>
                    <a:pt x="64014" y="622255"/>
                  </a:lnTo>
                  <a:lnTo>
                    <a:pt x="64583" y="622141"/>
                  </a:lnTo>
                  <a:lnTo>
                    <a:pt x="64579" y="621949"/>
                  </a:lnTo>
                  <a:lnTo>
                    <a:pt x="64550" y="620281"/>
                  </a:lnTo>
                  <a:lnTo>
                    <a:pt x="64750" y="616172"/>
                  </a:lnTo>
                  <a:lnTo>
                    <a:pt x="64682" y="614526"/>
                  </a:lnTo>
                  <a:lnTo>
                    <a:pt x="64424" y="613041"/>
                  </a:lnTo>
                  <a:lnTo>
                    <a:pt x="64470" y="611392"/>
                  </a:lnTo>
                  <a:lnTo>
                    <a:pt x="64386" y="608993"/>
                  </a:lnTo>
                  <a:lnTo>
                    <a:pt x="63733" y="607355"/>
                  </a:lnTo>
                  <a:lnTo>
                    <a:pt x="63309" y="606729"/>
                  </a:lnTo>
                  <a:lnTo>
                    <a:pt x="63242" y="605846"/>
                  </a:lnTo>
                  <a:lnTo>
                    <a:pt x="63459" y="604204"/>
                  </a:lnTo>
                  <a:lnTo>
                    <a:pt x="63614" y="602318"/>
                  </a:lnTo>
                  <a:lnTo>
                    <a:pt x="63389" y="600929"/>
                  </a:lnTo>
                  <a:lnTo>
                    <a:pt x="63353" y="600712"/>
                  </a:lnTo>
                  <a:lnTo>
                    <a:pt x="62824" y="600000"/>
                  </a:lnTo>
                  <a:lnTo>
                    <a:pt x="62204" y="598786"/>
                  </a:lnTo>
                  <a:lnTo>
                    <a:pt x="61465" y="597159"/>
                  </a:lnTo>
                  <a:lnTo>
                    <a:pt x="61100" y="595970"/>
                  </a:lnTo>
                  <a:lnTo>
                    <a:pt x="60506" y="594660"/>
                  </a:lnTo>
                  <a:lnTo>
                    <a:pt x="59778" y="592632"/>
                  </a:lnTo>
                  <a:lnTo>
                    <a:pt x="59641" y="588181"/>
                  </a:lnTo>
                  <a:lnTo>
                    <a:pt x="59571" y="583499"/>
                  </a:lnTo>
                  <a:lnTo>
                    <a:pt x="59317" y="581171"/>
                  </a:lnTo>
                  <a:lnTo>
                    <a:pt x="58913" y="577454"/>
                  </a:lnTo>
                  <a:lnTo>
                    <a:pt x="58972" y="576207"/>
                  </a:lnTo>
                  <a:lnTo>
                    <a:pt x="59217" y="575258"/>
                  </a:lnTo>
                  <a:lnTo>
                    <a:pt x="61273" y="572266"/>
                  </a:lnTo>
                  <a:lnTo>
                    <a:pt x="61720" y="571105"/>
                  </a:lnTo>
                  <a:lnTo>
                    <a:pt x="61794" y="570222"/>
                  </a:lnTo>
                  <a:lnTo>
                    <a:pt x="61715" y="568907"/>
                  </a:lnTo>
                  <a:lnTo>
                    <a:pt x="61327" y="567449"/>
                  </a:lnTo>
                  <a:lnTo>
                    <a:pt x="60503" y="566315"/>
                  </a:lnTo>
                  <a:lnTo>
                    <a:pt x="59332" y="564466"/>
                  </a:lnTo>
                  <a:lnTo>
                    <a:pt x="58270" y="562538"/>
                  </a:lnTo>
                  <a:lnTo>
                    <a:pt x="56486" y="561362"/>
                  </a:lnTo>
                  <a:lnTo>
                    <a:pt x="54313" y="559931"/>
                  </a:lnTo>
                  <a:lnTo>
                    <a:pt x="53796" y="558527"/>
                  </a:lnTo>
                  <a:lnTo>
                    <a:pt x="53268" y="555102"/>
                  </a:lnTo>
                  <a:lnTo>
                    <a:pt x="52375" y="549882"/>
                  </a:lnTo>
                  <a:lnTo>
                    <a:pt x="51423" y="544314"/>
                  </a:lnTo>
                  <a:lnTo>
                    <a:pt x="50691" y="540883"/>
                  </a:lnTo>
                  <a:lnTo>
                    <a:pt x="50656" y="539231"/>
                  </a:lnTo>
                  <a:lnTo>
                    <a:pt x="51097" y="535020"/>
                  </a:lnTo>
                  <a:lnTo>
                    <a:pt x="51042" y="534123"/>
                  </a:lnTo>
                  <a:lnTo>
                    <a:pt x="50660" y="533814"/>
                  </a:lnTo>
                  <a:lnTo>
                    <a:pt x="49928" y="534364"/>
                  </a:lnTo>
                  <a:lnTo>
                    <a:pt x="49341" y="535032"/>
                  </a:lnTo>
                  <a:lnTo>
                    <a:pt x="48842" y="534684"/>
                  </a:lnTo>
                  <a:lnTo>
                    <a:pt x="48375" y="533983"/>
                  </a:lnTo>
                  <a:lnTo>
                    <a:pt x="48242" y="533647"/>
                  </a:lnTo>
                  <a:lnTo>
                    <a:pt x="47375" y="534100"/>
                  </a:lnTo>
                  <a:lnTo>
                    <a:pt x="45632" y="534358"/>
                  </a:lnTo>
                  <a:lnTo>
                    <a:pt x="45027" y="534311"/>
                  </a:lnTo>
                  <a:lnTo>
                    <a:pt x="44181" y="534247"/>
                  </a:lnTo>
                  <a:lnTo>
                    <a:pt x="42435" y="533285"/>
                  </a:lnTo>
                  <a:lnTo>
                    <a:pt x="40079" y="531988"/>
                  </a:lnTo>
                  <a:lnTo>
                    <a:pt x="37649" y="530178"/>
                  </a:lnTo>
                  <a:lnTo>
                    <a:pt x="36360" y="528747"/>
                  </a:lnTo>
                  <a:lnTo>
                    <a:pt x="35907" y="528246"/>
                  </a:lnTo>
                  <a:lnTo>
                    <a:pt x="34806" y="526747"/>
                  </a:lnTo>
                  <a:lnTo>
                    <a:pt x="34019" y="525459"/>
                  </a:lnTo>
                  <a:lnTo>
                    <a:pt x="33879" y="522088"/>
                  </a:lnTo>
                  <a:lnTo>
                    <a:pt x="33312" y="522350"/>
                  </a:lnTo>
                  <a:lnTo>
                    <a:pt x="31974" y="523563"/>
                  </a:lnTo>
                  <a:lnTo>
                    <a:pt x="30431" y="524338"/>
                  </a:lnTo>
                  <a:lnTo>
                    <a:pt x="29581" y="524349"/>
                  </a:lnTo>
                  <a:lnTo>
                    <a:pt x="29236" y="523804"/>
                  </a:lnTo>
                  <a:lnTo>
                    <a:pt x="28724" y="520252"/>
                  </a:lnTo>
                  <a:lnTo>
                    <a:pt x="28351" y="519253"/>
                  </a:lnTo>
                  <a:lnTo>
                    <a:pt x="27655" y="518859"/>
                  </a:lnTo>
                  <a:lnTo>
                    <a:pt x="26903" y="518232"/>
                  </a:lnTo>
                  <a:lnTo>
                    <a:pt x="26525" y="517304"/>
                  </a:lnTo>
                  <a:lnTo>
                    <a:pt x="26440" y="516137"/>
                  </a:lnTo>
                  <a:lnTo>
                    <a:pt x="26776" y="514794"/>
                  </a:lnTo>
                  <a:lnTo>
                    <a:pt x="27174" y="513762"/>
                  </a:lnTo>
                  <a:lnTo>
                    <a:pt x="27240" y="507451"/>
                  </a:lnTo>
                  <a:lnTo>
                    <a:pt x="26980" y="505215"/>
                  </a:lnTo>
                  <a:lnTo>
                    <a:pt x="26764" y="503339"/>
                  </a:lnTo>
                  <a:lnTo>
                    <a:pt x="26211" y="501000"/>
                  </a:lnTo>
                  <a:lnTo>
                    <a:pt x="25696" y="499553"/>
                  </a:lnTo>
                  <a:lnTo>
                    <a:pt x="24913" y="498217"/>
                  </a:lnTo>
                  <a:lnTo>
                    <a:pt x="23704" y="496826"/>
                  </a:lnTo>
                  <a:lnTo>
                    <a:pt x="22629" y="496314"/>
                  </a:lnTo>
                  <a:lnTo>
                    <a:pt x="21323" y="497327"/>
                  </a:lnTo>
                  <a:lnTo>
                    <a:pt x="20909" y="496937"/>
                  </a:lnTo>
                  <a:lnTo>
                    <a:pt x="20363" y="492639"/>
                  </a:lnTo>
                  <a:lnTo>
                    <a:pt x="20016" y="491759"/>
                  </a:lnTo>
                  <a:lnTo>
                    <a:pt x="17698" y="489993"/>
                  </a:lnTo>
                  <a:lnTo>
                    <a:pt x="16647" y="489582"/>
                  </a:lnTo>
                  <a:lnTo>
                    <a:pt x="15441" y="490137"/>
                  </a:lnTo>
                  <a:lnTo>
                    <a:pt x="14752" y="490608"/>
                  </a:lnTo>
                  <a:lnTo>
                    <a:pt x="14199" y="489820"/>
                  </a:lnTo>
                  <a:lnTo>
                    <a:pt x="13334" y="488826"/>
                  </a:lnTo>
                  <a:lnTo>
                    <a:pt x="12484" y="488146"/>
                  </a:lnTo>
                  <a:lnTo>
                    <a:pt x="11430" y="488119"/>
                  </a:lnTo>
                  <a:lnTo>
                    <a:pt x="10749" y="488547"/>
                  </a:lnTo>
                  <a:lnTo>
                    <a:pt x="10577" y="488296"/>
                  </a:lnTo>
                  <a:lnTo>
                    <a:pt x="10249" y="487511"/>
                  </a:lnTo>
                  <a:lnTo>
                    <a:pt x="8847" y="485143"/>
                  </a:lnTo>
                  <a:lnTo>
                    <a:pt x="8801" y="484542"/>
                  </a:lnTo>
                  <a:lnTo>
                    <a:pt x="10951" y="482210"/>
                  </a:lnTo>
                  <a:lnTo>
                    <a:pt x="12217" y="481321"/>
                  </a:lnTo>
                  <a:lnTo>
                    <a:pt x="12881" y="480612"/>
                  </a:lnTo>
                  <a:lnTo>
                    <a:pt x="13022" y="480762"/>
                  </a:lnTo>
                  <a:lnTo>
                    <a:pt x="13350" y="481839"/>
                  </a:lnTo>
                  <a:lnTo>
                    <a:pt x="14188" y="482552"/>
                  </a:lnTo>
                  <a:lnTo>
                    <a:pt x="14776" y="482357"/>
                  </a:lnTo>
                  <a:lnTo>
                    <a:pt x="15085" y="481815"/>
                  </a:lnTo>
                  <a:lnTo>
                    <a:pt x="16123" y="480528"/>
                  </a:lnTo>
                  <a:lnTo>
                    <a:pt x="16936" y="479036"/>
                  </a:lnTo>
                  <a:lnTo>
                    <a:pt x="17393" y="477805"/>
                  </a:lnTo>
                  <a:lnTo>
                    <a:pt x="17148" y="475867"/>
                  </a:lnTo>
                  <a:lnTo>
                    <a:pt x="15870" y="473530"/>
                  </a:lnTo>
                  <a:lnTo>
                    <a:pt x="15058" y="472276"/>
                  </a:lnTo>
                  <a:lnTo>
                    <a:pt x="14809" y="471431"/>
                  </a:lnTo>
                  <a:lnTo>
                    <a:pt x="15017" y="468893"/>
                  </a:lnTo>
                  <a:lnTo>
                    <a:pt x="15316" y="466375"/>
                  </a:lnTo>
                  <a:lnTo>
                    <a:pt x="15121" y="465416"/>
                  </a:lnTo>
                  <a:lnTo>
                    <a:pt x="14879" y="464596"/>
                  </a:lnTo>
                  <a:lnTo>
                    <a:pt x="14770" y="461846"/>
                  </a:lnTo>
                  <a:lnTo>
                    <a:pt x="14214" y="458528"/>
                  </a:lnTo>
                  <a:lnTo>
                    <a:pt x="13606" y="456591"/>
                  </a:lnTo>
                  <a:lnTo>
                    <a:pt x="13438" y="453983"/>
                  </a:lnTo>
                  <a:lnTo>
                    <a:pt x="13404" y="451534"/>
                  </a:lnTo>
                  <a:lnTo>
                    <a:pt x="14138" y="447706"/>
                  </a:lnTo>
                  <a:lnTo>
                    <a:pt x="13866" y="446052"/>
                  </a:lnTo>
                  <a:lnTo>
                    <a:pt x="13092" y="444583"/>
                  </a:lnTo>
                  <a:lnTo>
                    <a:pt x="10434" y="441924"/>
                  </a:lnTo>
                  <a:lnTo>
                    <a:pt x="7711" y="440158"/>
                  </a:lnTo>
                  <a:lnTo>
                    <a:pt x="6674" y="440224"/>
                  </a:lnTo>
                  <a:lnTo>
                    <a:pt x="6030" y="440116"/>
                  </a:lnTo>
                  <a:lnTo>
                    <a:pt x="5270" y="441673"/>
                  </a:lnTo>
                  <a:lnTo>
                    <a:pt x="4813" y="443701"/>
                  </a:lnTo>
                  <a:lnTo>
                    <a:pt x="4173" y="443883"/>
                  </a:lnTo>
                  <a:lnTo>
                    <a:pt x="3013" y="443020"/>
                  </a:lnTo>
                  <a:lnTo>
                    <a:pt x="2236" y="441720"/>
                  </a:lnTo>
                  <a:lnTo>
                    <a:pt x="1689" y="439000"/>
                  </a:lnTo>
                  <a:lnTo>
                    <a:pt x="1259" y="435505"/>
                  </a:lnTo>
                  <a:lnTo>
                    <a:pt x="1021" y="434409"/>
                  </a:lnTo>
                  <a:lnTo>
                    <a:pt x="1145" y="433466"/>
                  </a:lnTo>
                  <a:lnTo>
                    <a:pt x="1411" y="432625"/>
                  </a:lnTo>
                  <a:lnTo>
                    <a:pt x="2154" y="431838"/>
                  </a:lnTo>
                  <a:lnTo>
                    <a:pt x="2278" y="431030"/>
                  </a:lnTo>
                  <a:lnTo>
                    <a:pt x="2166" y="430041"/>
                  </a:lnTo>
                  <a:lnTo>
                    <a:pt x="1570" y="428788"/>
                  </a:lnTo>
                  <a:lnTo>
                    <a:pt x="956" y="427015"/>
                  </a:lnTo>
                  <a:lnTo>
                    <a:pt x="0" y="423331"/>
                  </a:lnTo>
                  <a:lnTo>
                    <a:pt x="182" y="421303"/>
                  </a:lnTo>
                  <a:lnTo>
                    <a:pt x="333" y="418383"/>
                  </a:lnTo>
                  <a:lnTo>
                    <a:pt x="279" y="416840"/>
                  </a:lnTo>
                  <a:lnTo>
                    <a:pt x="1247" y="416445"/>
                  </a:lnTo>
                  <a:lnTo>
                    <a:pt x="2481" y="415656"/>
                  </a:lnTo>
                  <a:lnTo>
                    <a:pt x="3054" y="414345"/>
                  </a:lnTo>
                  <a:lnTo>
                    <a:pt x="3450" y="413009"/>
                  </a:lnTo>
                  <a:lnTo>
                    <a:pt x="3536" y="412183"/>
                  </a:lnTo>
                  <a:lnTo>
                    <a:pt x="3166" y="408990"/>
                  </a:lnTo>
                  <a:lnTo>
                    <a:pt x="2674" y="407563"/>
                  </a:lnTo>
                  <a:lnTo>
                    <a:pt x="2624" y="406460"/>
                  </a:lnTo>
                  <a:lnTo>
                    <a:pt x="2864" y="405618"/>
                  </a:lnTo>
                  <a:lnTo>
                    <a:pt x="3190" y="404162"/>
                  </a:lnTo>
                  <a:lnTo>
                    <a:pt x="3814" y="401181"/>
                  </a:lnTo>
                  <a:lnTo>
                    <a:pt x="4422" y="399281"/>
                  </a:lnTo>
                  <a:lnTo>
                    <a:pt x="4754" y="398801"/>
                  </a:lnTo>
                  <a:lnTo>
                    <a:pt x="5498" y="398359"/>
                  </a:lnTo>
                  <a:lnTo>
                    <a:pt x="7311" y="397835"/>
                  </a:lnTo>
                  <a:lnTo>
                    <a:pt x="9259" y="396501"/>
                  </a:lnTo>
                  <a:lnTo>
                    <a:pt x="11574" y="392513"/>
                  </a:lnTo>
                  <a:lnTo>
                    <a:pt x="12343" y="391377"/>
                  </a:lnTo>
                  <a:lnTo>
                    <a:pt x="13354" y="390807"/>
                  </a:lnTo>
                  <a:lnTo>
                    <a:pt x="14076" y="390848"/>
                  </a:lnTo>
                  <a:lnTo>
                    <a:pt x="14206" y="390361"/>
                  </a:lnTo>
                  <a:lnTo>
                    <a:pt x="13740" y="387893"/>
                  </a:lnTo>
                  <a:lnTo>
                    <a:pt x="13853" y="386998"/>
                  </a:lnTo>
                  <a:lnTo>
                    <a:pt x="14130" y="386294"/>
                  </a:lnTo>
                  <a:lnTo>
                    <a:pt x="14480" y="385972"/>
                  </a:lnTo>
                  <a:lnTo>
                    <a:pt x="16078" y="387272"/>
                  </a:lnTo>
                  <a:lnTo>
                    <a:pt x="17308" y="387137"/>
                  </a:lnTo>
                  <a:lnTo>
                    <a:pt x="18800" y="386363"/>
                  </a:lnTo>
                  <a:lnTo>
                    <a:pt x="22020" y="382012"/>
                  </a:lnTo>
                  <a:lnTo>
                    <a:pt x="22420" y="382081"/>
                  </a:lnTo>
                  <a:lnTo>
                    <a:pt x="22741" y="382668"/>
                  </a:lnTo>
                  <a:lnTo>
                    <a:pt x="23131" y="385290"/>
                  </a:lnTo>
                  <a:lnTo>
                    <a:pt x="23575" y="390826"/>
                  </a:lnTo>
                  <a:lnTo>
                    <a:pt x="23819" y="391519"/>
                  </a:lnTo>
                  <a:lnTo>
                    <a:pt x="26061" y="391595"/>
                  </a:lnTo>
                  <a:lnTo>
                    <a:pt x="27584" y="389579"/>
                  </a:lnTo>
                  <a:lnTo>
                    <a:pt x="28252" y="389103"/>
                  </a:lnTo>
                  <a:lnTo>
                    <a:pt x="29337" y="389431"/>
                  </a:lnTo>
                  <a:lnTo>
                    <a:pt x="29906" y="388487"/>
                  </a:lnTo>
                  <a:lnTo>
                    <a:pt x="30507" y="387826"/>
                  </a:lnTo>
                  <a:lnTo>
                    <a:pt x="31200" y="390146"/>
                  </a:lnTo>
                  <a:lnTo>
                    <a:pt x="32096" y="389037"/>
                  </a:lnTo>
                  <a:lnTo>
                    <a:pt x="33061" y="387272"/>
                  </a:lnTo>
                  <a:lnTo>
                    <a:pt x="33529" y="385449"/>
                  </a:lnTo>
                  <a:lnTo>
                    <a:pt x="34185" y="383479"/>
                  </a:lnTo>
                  <a:lnTo>
                    <a:pt x="34695" y="380983"/>
                  </a:lnTo>
                  <a:lnTo>
                    <a:pt x="34898" y="378623"/>
                  </a:lnTo>
                  <a:lnTo>
                    <a:pt x="35143" y="377517"/>
                  </a:lnTo>
                  <a:lnTo>
                    <a:pt x="35687" y="376380"/>
                  </a:lnTo>
                  <a:lnTo>
                    <a:pt x="37017" y="371528"/>
                  </a:lnTo>
                  <a:lnTo>
                    <a:pt x="37981" y="370292"/>
                  </a:lnTo>
                  <a:lnTo>
                    <a:pt x="38889" y="369849"/>
                  </a:lnTo>
                  <a:lnTo>
                    <a:pt x="41137" y="370688"/>
                  </a:lnTo>
                  <a:lnTo>
                    <a:pt x="42311" y="370582"/>
                  </a:lnTo>
                  <a:lnTo>
                    <a:pt x="45737" y="371219"/>
                  </a:lnTo>
                  <a:lnTo>
                    <a:pt x="47321" y="370287"/>
                  </a:lnTo>
                  <a:lnTo>
                    <a:pt x="48424" y="369363"/>
                  </a:lnTo>
                  <a:lnTo>
                    <a:pt x="50049" y="369508"/>
                  </a:lnTo>
                  <a:lnTo>
                    <a:pt x="51971" y="368771"/>
                  </a:lnTo>
                  <a:lnTo>
                    <a:pt x="54536" y="362690"/>
                  </a:lnTo>
                  <a:lnTo>
                    <a:pt x="54565" y="361397"/>
                  </a:lnTo>
                  <a:lnTo>
                    <a:pt x="54721" y="360025"/>
                  </a:lnTo>
                  <a:lnTo>
                    <a:pt x="55647" y="358668"/>
                  </a:lnTo>
                  <a:lnTo>
                    <a:pt x="56802" y="357426"/>
                  </a:lnTo>
                  <a:lnTo>
                    <a:pt x="59096" y="354457"/>
                  </a:lnTo>
                  <a:lnTo>
                    <a:pt x="63767" y="349756"/>
                  </a:lnTo>
                  <a:lnTo>
                    <a:pt x="65437" y="347875"/>
                  </a:lnTo>
                  <a:lnTo>
                    <a:pt x="66137" y="347926"/>
                  </a:lnTo>
                  <a:lnTo>
                    <a:pt x="67858" y="346746"/>
                  </a:lnTo>
                  <a:lnTo>
                    <a:pt x="70875" y="344445"/>
                  </a:lnTo>
                  <a:lnTo>
                    <a:pt x="71731" y="341582"/>
                  </a:lnTo>
                  <a:lnTo>
                    <a:pt x="72527" y="341014"/>
                  </a:lnTo>
                  <a:lnTo>
                    <a:pt x="76055" y="340499"/>
                  </a:lnTo>
                  <a:lnTo>
                    <a:pt x="76273" y="340173"/>
                  </a:lnTo>
                  <a:lnTo>
                    <a:pt x="76400" y="339689"/>
                  </a:lnTo>
                  <a:lnTo>
                    <a:pt x="76204" y="337620"/>
                  </a:lnTo>
                  <a:lnTo>
                    <a:pt x="75976" y="335841"/>
                  </a:lnTo>
                  <a:lnTo>
                    <a:pt x="76248" y="335316"/>
                  </a:lnTo>
                  <a:lnTo>
                    <a:pt x="76548" y="334501"/>
                  </a:lnTo>
                  <a:lnTo>
                    <a:pt x="76502" y="333355"/>
                  </a:lnTo>
                  <a:lnTo>
                    <a:pt x="75935" y="329655"/>
                  </a:lnTo>
                  <a:lnTo>
                    <a:pt x="75630" y="326140"/>
                  </a:lnTo>
                  <a:lnTo>
                    <a:pt x="75430" y="322973"/>
                  </a:lnTo>
                  <a:lnTo>
                    <a:pt x="75466" y="321791"/>
                  </a:lnTo>
                  <a:lnTo>
                    <a:pt x="75894" y="319754"/>
                  </a:lnTo>
                  <a:lnTo>
                    <a:pt x="76447" y="317898"/>
                  </a:lnTo>
                  <a:lnTo>
                    <a:pt x="78446" y="316170"/>
                  </a:lnTo>
                  <a:lnTo>
                    <a:pt x="79769" y="315646"/>
                  </a:lnTo>
                  <a:lnTo>
                    <a:pt x="79824" y="314516"/>
                  </a:lnTo>
                  <a:lnTo>
                    <a:pt x="78753" y="313812"/>
                  </a:lnTo>
                  <a:lnTo>
                    <a:pt x="77979" y="312683"/>
                  </a:lnTo>
                  <a:lnTo>
                    <a:pt x="77840" y="312038"/>
                  </a:lnTo>
                  <a:lnTo>
                    <a:pt x="77877" y="311305"/>
                  </a:lnTo>
                  <a:lnTo>
                    <a:pt x="78058" y="310634"/>
                  </a:lnTo>
                  <a:lnTo>
                    <a:pt x="79402" y="309373"/>
                  </a:lnTo>
                  <a:lnTo>
                    <a:pt x="80667" y="308117"/>
                  </a:lnTo>
                  <a:lnTo>
                    <a:pt x="82211" y="308879"/>
                  </a:lnTo>
                  <a:lnTo>
                    <a:pt x="82517" y="308393"/>
                  </a:lnTo>
                  <a:lnTo>
                    <a:pt x="82609" y="307133"/>
                  </a:lnTo>
                  <a:lnTo>
                    <a:pt x="82279" y="305870"/>
                  </a:lnTo>
                  <a:lnTo>
                    <a:pt x="81965" y="303803"/>
                  </a:lnTo>
                  <a:lnTo>
                    <a:pt x="81252" y="302746"/>
                  </a:lnTo>
                  <a:lnTo>
                    <a:pt x="81225" y="301478"/>
                  </a:lnTo>
                  <a:lnTo>
                    <a:pt x="81666" y="299289"/>
                  </a:lnTo>
                  <a:lnTo>
                    <a:pt x="81056" y="295237"/>
                  </a:lnTo>
                  <a:lnTo>
                    <a:pt x="80396" y="291664"/>
                  </a:lnTo>
                  <a:lnTo>
                    <a:pt x="79275" y="285547"/>
                  </a:lnTo>
                  <a:lnTo>
                    <a:pt x="78533" y="283784"/>
                  </a:lnTo>
                  <a:lnTo>
                    <a:pt x="78122" y="280965"/>
                  </a:lnTo>
                  <a:lnTo>
                    <a:pt x="77655" y="279485"/>
                  </a:lnTo>
                  <a:lnTo>
                    <a:pt x="77698" y="277297"/>
                  </a:lnTo>
                  <a:lnTo>
                    <a:pt x="77771" y="275761"/>
                  </a:lnTo>
                  <a:lnTo>
                    <a:pt x="77651" y="272711"/>
                  </a:lnTo>
                  <a:lnTo>
                    <a:pt x="77437" y="269405"/>
                  </a:lnTo>
                  <a:lnTo>
                    <a:pt x="77653" y="266048"/>
                  </a:lnTo>
                  <a:lnTo>
                    <a:pt x="78067" y="263837"/>
                  </a:lnTo>
                  <a:lnTo>
                    <a:pt x="77957" y="262992"/>
                  </a:lnTo>
                  <a:lnTo>
                    <a:pt x="78177" y="262357"/>
                  </a:lnTo>
                  <a:lnTo>
                    <a:pt x="78808" y="262145"/>
                  </a:lnTo>
                  <a:lnTo>
                    <a:pt x="79108" y="261242"/>
                  </a:lnTo>
                  <a:lnTo>
                    <a:pt x="78808" y="260312"/>
                  </a:lnTo>
                  <a:lnTo>
                    <a:pt x="77719" y="259597"/>
                  </a:lnTo>
                  <a:lnTo>
                    <a:pt x="76502" y="258480"/>
                  </a:lnTo>
                  <a:lnTo>
                    <a:pt x="75038" y="258608"/>
                  </a:lnTo>
                  <a:lnTo>
                    <a:pt x="73534" y="258802"/>
                  </a:lnTo>
                  <a:lnTo>
                    <a:pt x="72786" y="257975"/>
                  </a:lnTo>
                  <a:lnTo>
                    <a:pt x="72132" y="256922"/>
                  </a:lnTo>
                  <a:lnTo>
                    <a:pt x="72092" y="256244"/>
                  </a:lnTo>
                  <a:lnTo>
                    <a:pt x="72994" y="254462"/>
                  </a:lnTo>
                  <a:lnTo>
                    <a:pt x="74248" y="252619"/>
                  </a:lnTo>
                  <a:lnTo>
                    <a:pt x="76193" y="251806"/>
                  </a:lnTo>
                  <a:lnTo>
                    <a:pt x="78342" y="250591"/>
                  </a:lnTo>
                  <a:lnTo>
                    <a:pt x="79426" y="249708"/>
                  </a:lnTo>
                  <a:lnTo>
                    <a:pt x="80872" y="249071"/>
                  </a:lnTo>
                  <a:lnTo>
                    <a:pt x="82544" y="248804"/>
                  </a:lnTo>
                  <a:lnTo>
                    <a:pt x="83387" y="248989"/>
                  </a:lnTo>
                  <a:lnTo>
                    <a:pt x="85539" y="247812"/>
                  </a:lnTo>
                  <a:lnTo>
                    <a:pt x="88927" y="245535"/>
                  </a:lnTo>
                  <a:lnTo>
                    <a:pt x="92003" y="243625"/>
                  </a:lnTo>
                  <a:lnTo>
                    <a:pt x="93038" y="242486"/>
                  </a:lnTo>
                  <a:lnTo>
                    <a:pt x="93808" y="243625"/>
                  </a:lnTo>
                  <a:lnTo>
                    <a:pt x="94162" y="246131"/>
                  </a:lnTo>
                  <a:lnTo>
                    <a:pt x="95058" y="247429"/>
                  </a:lnTo>
                  <a:lnTo>
                    <a:pt x="95949" y="248057"/>
                  </a:lnTo>
                  <a:lnTo>
                    <a:pt x="96459" y="248027"/>
                  </a:lnTo>
                  <a:lnTo>
                    <a:pt x="97996" y="247051"/>
                  </a:lnTo>
                  <a:lnTo>
                    <a:pt x="99651" y="246336"/>
                  </a:lnTo>
                  <a:lnTo>
                    <a:pt x="100305" y="246727"/>
                  </a:lnTo>
                  <a:lnTo>
                    <a:pt x="101148" y="248010"/>
                  </a:lnTo>
                  <a:lnTo>
                    <a:pt x="102092" y="249158"/>
                  </a:lnTo>
                  <a:lnTo>
                    <a:pt x="102584" y="249102"/>
                  </a:lnTo>
                  <a:lnTo>
                    <a:pt x="103016" y="248217"/>
                  </a:lnTo>
                  <a:lnTo>
                    <a:pt x="103453" y="246428"/>
                  </a:lnTo>
                  <a:lnTo>
                    <a:pt x="103731" y="244149"/>
                  </a:lnTo>
                  <a:lnTo>
                    <a:pt x="103784" y="241746"/>
                  </a:lnTo>
                  <a:lnTo>
                    <a:pt x="103622" y="240273"/>
                  </a:lnTo>
                  <a:lnTo>
                    <a:pt x="103287" y="239732"/>
                  </a:lnTo>
                  <a:lnTo>
                    <a:pt x="101781" y="238863"/>
                  </a:lnTo>
                  <a:lnTo>
                    <a:pt x="100342" y="237447"/>
                  </a:lnTo>
                  <a:lnTo>
                    <a:pt x="100176" y="236152"/>
                  </a:lnTo>
                  <a:lnTo>
                    <a:pt x="100211" y="235230"/>
                  </a:lnTo>
                  <a:lnTo>
                    <a:pt x="100589" y="232967"/>
                  </a:lnTo>
                  <a:lnTo>
                    <a:pt x="101528" y="228818"/>
                  </a:lnTo>
                  <a:lnTo>
                    <a:pt x="102472" y="223089"/>
                  </a:lnTo>
                  <a:lnTo>
                    <a:pt x="102971" y="218572"/>
                  </a:lnTo>
                  <a:lnTo>
                    <a:pt x="104549" y="211835"/>
                  </a:lnTo>
                  <a:lnTo>
                    <a:pt x="105789" y="204808"/>
                  </a:lnTo>
                  <a:lnTo>
                    <a:pt x="107802" y="194716"/>
                  </a:lnTo>
                  <a:lnTo>
                    <a:pt x="108138" y="192722"/>
                  </a:lnTo>
                  <a:lnTo>
                    <a:pt x="108323" y="189532"/>
                  </a:lnTo>
                  <a:lnTo>
                    <a:pt x="108430" y="188217"/>
                  </a:lnTo>
                  <a:lnTo>
                    <a:pt x="109131" y="187525"/>
                  </a:lnTo>
                  <a:lnTo>
                    <a:pt x="110313" y="188199"/>
                  </a:lnTo>
                  <a:lnTo>
                    <a:pt x="113195" y="190501"/>
                  </a:lnTo>
                  <a:lnTo>
                    <a:pt x="115388" y="192435"/>
                  </a:lnTo>
                  <a:lnTo>
                    <a:pt x="116307" y="193090"/>
                  </a:lnTo>
                  <a:lnTo>
                    <a:pt x="117673" y="193775"/>
                  </a:lnTo>
                  <a:lnTo>
                    <a:pt x="119783" y="194583"/>
                  </a:lnTo>
                  <a:lnTo>
                    <a:pt x="121004" y="194344"/>
                  </a:lnTo>
                  <a:lnTo>
                    <a:pt x="122075" y="193867"/>
                  </a:lnTo>
                  <a:lnTo>
                    <a:pt x="123499" y="193826"/>
                  </a:lnTo>
                  <a:lnTo>
                    <a:pt x="125726" y="194427"/>
                  </a:lnTo>
                  <a:lnTo>
                    <a:pt x="126415" y="194452"/>
                  </a:lnTo>
                  <a:lnTo>
                    <a:pt x="127270" y="194528"/>
                  </a:lnTo>
                  <a:lnTo>
                    <a:pt x="127879" y="195504"/>
                  </a:lnTo>
                  <a:lnTo>
                    <a:pt x="128184" y="197720"/>
                  </a:lnTo>
                  <a:lnTo>
                    <a:pt x="128646" y="198714"/>
                  </a:lnTo>
                  <a:lnTo>
                    <a:pt x="129475" y="198346"/>
                  </a:lnTo>
                  <a:lnTo>
                    <a:pt x="131248" y="196394"/>
                  </a:lnTo>
                  <a:lnTo>
                    <a:pt x="132379" y="194857"/>
                  </a:lnTo>
                  <a:lnTo>
                    <a:pt x="133794" y="192637"/>
                  </a:lnTo>
                  <a:lnTo>
                    <a:pt x="135197" y="192331"/>
                  </a:lnTo>
                  <a:lnTo>
                    <a:pt x="136686" y="191835"/>
                  </a:lnTo>
                  <a:lnTo>
                    <a:pt x="137203" y="190734"/>
                  </a:lnTo>
                  <a:lnTo>
                    <a:pt x="137750" y="188142"/>
                  </a:lnTo>
                  <a:lnTo>
                    <a:pt x="138664" y="186187"/>
                  </a:lnTo>
                  <a:lnTo>
                    <a:pt x="138816" y="183713"/>
                  </a:lnTo>
                  <a:lnTo>
                    <a:pt x="138493" y="181969"/>
                  </a:lnTo>
                  <a:lnTo>
                    <a:pt x="137858" y="179125"/>
                  </a:lnTo>
                  <a:lnTo>
                    <a:pt x="137877" y="177209"/>
                  </a:lnTo>
                  <a:lnTo>
                    <a:pt x="137570" y="171654"/>
                  </a:lnTo>
                  <a:lnTo>
                    <a:pt x="137160" y="166656"/>
                  </a:lnTo>
                  <a:lnTo>
                    <a:pt x="137578" y="162630"/>
                  </a:lnTo>
                  <a:lnTo>
                    <a:pt x="138315" y="158134"/>
                  </a:lnTo>
                  <a:lnTo>
                    <a:pt x="138605" y="156759"/>
                  </a:lnTo>
                  <a:lnTo>
                    <a:pt x="139073" y="154949"/>
                  </a:lnTo>
                  <a:lnTo>
                    <a:pt x="139731" y="152784"/>
                  </a:lnTo>
                  <a:lnTo>
                    <a:pt x="140658" y="152105"/>
                  </a:lnTo>
                  <a:lnTo>
                    <a:pt x="143261" y="151642"/>
                  </a:lnTo>
                  <a:lnTo>
                    <a:pt x="145672" y="150731"/>
                  </a:lnTo>
                  <a:lnTo>
                    <a:pt x="146903" y="149795"/>
                  </a:lnTo>
                  <a:lnTo>
                    <a:pt x="148177" y="149229"/>
                  </a:lnTo>
                  <a:lnTo>
                    <a:pt x="148938" y="148543"/>
                  </a:lnTo>
                  <a:lnTo>
                    <a:pt x="150254" y="145383"/>
                  </a:lnTo>
                  <a:lnTo>
                    <a:pt x="150878" y="143562"/>
                  </a:lnTo>
                  <a:lnTo>
                    <a:pt x="151336" y="138729"/>
                  </a:lnTo>
                  <a:lnTo>
                    <a:pt x="151000" y="136405"/>
                  </a:lnTo>
                  <a:lnTo>
                    <a:pt x="151282" y="134352"/>
                  </a:lnTo>
                  <a:lnTo>
                    <a:pt x="151917" y="133145"/>
                  </a:lnTo>
                  <a:lnTo>
                    <a:pt x="152811" y="131937"/>
                  </a:lnTo>
                  <a:lnTo>
                    <a:pt x="153410" y="131731"/>
                  </a:lnTo>
                  <a:lnTo>
                    <a:pt x="154682" y="131366"/>
                  </a:lnTo>
                  <a:lnTo>
                    <a:pt x="156770" y="131485"/>
                  </a:lnTo>
                  <a:lnTo>
                    <a:pt x="157839" y="132079"/>
                  </a:lnTo>
                  <a:lnTo>
                    <a:pt x="158919" y="132350"/>
                  </a:lnTo>
                  <a:lnTo>
                    <a:pt x="159603" y="131911"/>
                  </a:lnTo>
                  <a:lnTo>
                    <a:pt x="160059" y="130996"/>
                  </a:lnTo>
                  <a:lnTo>
                    <a:pt x="160758" y="130702"/>
                  </a:lnTo>
                  <a:lnTo>
                    <a:pt x="161815" y="130263"/>
                  </a:lnTo>
                  <a:lnTo>
                    <a:pt x="162898" y="129714"/>
                  </a:lnTo>
                  <a:lnTo>
                    <a:pt x="163494" y="129818"/>
                  </a:lnTo>
                  <a:lnTo>
                    <a:pt x="163620" y="131177"/>
                  </a:lnTo>
                  <a:lnTo>
                    <a:pt x="163517" y="132242"/>
                  </a:lnTo>
                  <a:lnTo>
                    <a:pt x="163729" y="133670"/>
                  </a:lnTo>
                  <a:lnTo>
                    <a:pt x="164160" y="134609"/>
                  </a:lnTo>
                  <a:lnTo>
                    <a:pt x="164019" y="135632"/>
                  </a:lnTo>
                  <a:lnTo>
                    <a:pt x="163408" y="136224"/>
                  </a:lnTo>
                  <a:lnTo>
                    <a:pt x="162808" y="137020"/>
                  </a:lnTo>
                  <a:lnTo>
                    <a:pt x="162676" y="138111"/>
                  </a:lnTo>
                  <a:lnTo>
                    <a:pt x="163435" y="139467"/>
                  </a:lnTo>
                  <a:lnTo>
                    <a:pt x="163696" y="140770"/>
                  </a:lnTo>
                  <a:lnTo>
                    <a:pt x="164966" y="141549"/>
                  </a:lnTo>
                  <a:lnTo>
                    <a:pt x="165953" y="142426"/>
                  </a:lnTo>
                  <a:lnTo>
                    <a:pt x="166322" y="143266"/>
                  </a:lnTo>
                  <a:lnTo>
                    <a:pt x="166209" y="144216"/>
                  </a:lnTo>
                  <a:lnTo>
                    <a:pt x="165754" y="145238"/>
                  </a:lnTo>
                  <a:lnTo>
                    <a:pt x="165312" y="146335"/>
                  </a:lnTo>
                  <a:lnTo>
                    <a:pt x="165256" y="146993"/>
                  </a:lnTo>
                  <a:lnTo>
                    <a:pt x="165398" y="147759"/>
                  </a:lnTo>
                  <a:lnTo>
                    <a:pt x="166352" y="148270"/>
                  </a:lnTo>
                  <a:lnTo>
                    <a:pt x="167452" y="149120"/>
                  </a:lnTo>
                  <a:lnTo>
                    <a:pt x="169198" y="150213"/>
                  </a:lnTo>
                  <a:lnTo>
                    <a:pt x="170395" y="152242"/>
                  </a:lnTo>
                  <a:lnTo>
                    <a:pt x="171582" y="152802"/>
                  </a:lnTo>
                  <a:lnTo>
                    <a:pt x="172154" y="154783"/>
                  </a:lnTo>
                  <a:lnTo>
                    <a:pt x="172260" y="157657"/>
                  </a:lnTo>
                  <a:lnTo>
                    <a:pt x="173478" y="159123"/>
                  </a:lnTo>
                  <a:lnTo>
                    <a:pt x="175278" y="161157"/>
                  </a:lnTo>
                  <a:lnTo>
                    <a:pt x="176193" y="161532"/>
                  </a:lnTo>
                  <a:lnTo>
                    <a:pt x="176807" y="162687"/>
                  </a:lnTo>
                  <a:lnTo>
                    <a:pt x="177688" y="164088"/>
                  </a:lnTo>
                  <a:lnTo>
                    <a:pt x="178470" y="164526"/>
                  </a:lnTo>
                  <a:lnTo>
                    <a:pt x="179398" y="164727"/>
                  </a:lnTo>
                  <a:lnTo>
                    <a:pt x="180936" y="163428"/>
                  </a:lnTo>
                  <a:lnTo>
                    <a:pt x="182654" y="163304"/>
                  </a:lnTo>
                  <a:lnTo>
                    <a:pt x="183595" y="164046"/>
                  </a:lnTo>
                  <a:lnTo>
                    <a:pt x="184487" y="166849"/>
                  </a:lnTo>
                  <a:lnTo>
                    <a:pt x="185116" y="167734"/>
                  </a:lnTo>
                  <a:lnTo>
                    <a:pt x="185489" y="168521"/>
                  </a:lnTo>
                  <a:lnTo>
                    <a:pt x="186094" y="169274"/>
                  </a:lnTo>
                  <a:lnTo>
                    <a:pt x="186707" y="169384"/>
                  </a:lnTo>
                  <a:lnTo>
                    <a:pt x="187617" y="168762"/>
                  </a:lnTo>
                  <a:lnTo>
                    <a:pt x="188172" y="167522"/>
                  </a:lnTo>
                  <a:lnTo>
                    <a:pt x="188969" y="167777"/>
                  </a:lnTo>
                  <a:lnTo>
                    <a:pt x="189268" y="168581"/>
                  </a:lnTo>
                  <a:lnTo>
                    <a:pt x="189414" y="169967"/>
                  </a:lnTo>
                  <a:lnTo>
                    <a:pt x="189835" y="171685"/>
                  </a:lnTo>
                  <a:lnTo>
                    <a:pt x="190846" y="172965"/>
                  </a:lnTo>
                  <a:lnTo>
                    <a:pt x="192253" y="173731"/>
                  </a:lnTo>
                  <a:lnTo>
                    <a:pt x="192453" y="174352"/>
                  </a:lnTo>
                  <a:lnTo>
                    <a:pt x="192646" y="176072"/>
                  </a:lnTo>
                  <a:lnTo>
                    <a:pt x="193028" y="177263"/>
                  </a:lnTo>
                  <a:lnTo>
                    <a:pt x="193541" y="178816"/>
                  </a:lnTo>
                  <a:lnTo>
                    <a:pt x="194027" y="181651"/>
                  </a:lnTo>
                  <a:lnTo>
                    <a:pt x="194131" y="183996"/>
                  </a:lnTo>
                  <a:lnTo>
                    <a:pt x="194358" y="185286"/>
                  </a:lnTo>
                  <a:lnTo>
                    <a:pt x="195011" y="187388"/>
                  </a:lnTo>
                  <a:lnTo>
                    <a:pt x="196051" y="190748"/>
                  </a:lnTo>
                  <a:lnTo>
                    <a:pt x="196882" y="193598"/>
                  </a:lnTo>
                  <a:lnTo>
                    <a:pt x="197843" y="194150"/>
                  </a:lnTo>
                  <a:lnTo>
                    <a:pt x="198659" y="195056"/>
                  </a:lnTo>
                  <a:lnTo>
                    <a:pt x="199126" y="197161"/>
                  </a:lnTo>
                  <a:lnTo>
                    <a:pt x="199991" y="201128"/>
                  </a:lnTo>
                  <a:lnTo>
                    <a:pt x="200131" y="203726"/>
                  </a:lnTo>
                  <a:lnTo>
                    <a:pt x="200205" y="205657"/>
                  </a:lnTo>
                  <a:lnTo>
                    <a:pt x="200488" y="206534"/>
                  </a:lnTo>
                  <a:lnTo>
                    <a:pt x="200546" y="207629"/>
                  </a:lnTo>
                  <a:lnTo>
                    <a:pt x="199827" y="211796"/>
                  </a:lnTo>
                  <a:lnTo>
                    <a:pt x="199215" y="213679"/>
                  </a:lnTo>
                  <a:lnTo>
                    <a:pt x="199137" y="215263"/>
                  </a:lnTo>
                  <a:lnTo>
                    <a:pt x="199552" y="218022"/>
                  </a:lnTo>
                  <a:lnTo>
                    <a:pt x="200118" y="220159"/>
                  </a:lnTo>
                  <a:lnTo>
                    <a:pt x="200176" y="222203"/>
                  </a:lnTo>
                  <a:lnTo>
                    <a:pt x="199693" y="223702"/>
                  </a:lnTo>
                  <a:lnTo>
                    <a:pt x="198856" y="225576"/>
                  </a:lnTo>
                  <a:lnTo>
                    <a:pt x="198457" y="226647"/>
                  </a:lnTo>
                  <a:lnTo>
                    <a:pt x="197807" y="227589"/>
                  </a:lnTo>
                  <a:lnTo>
                    <a:pt x="196814" y="231215"/>
                  </a:lnTo>
                  <a:lnTo>
                    <a:pt x="196366" y="235223"/>
                  </a:lnTo>
                  <a:lnTo>
                    <a:pt x="196264" y="237289"/>
                  </a:lnTo>
                  <a:lnTo>
                    <a:pt x="196639" y="238784"/>
                  </a:lnTo>
                  <a:lnTo>
                    <a:pt x="197274" y="240430"/>
                  </a:lnTo>
                  <a:lnTo>
                    <a:pt x="197430" y="241857"/>
                  </a:lnTo>
                  <a:lnTo>
                    <a:pt x="198466" y="245041"/>
                  </a:lnTo>
                  <a:lnTo>
                    <a:pt x="198743" y="247015"/>
                  </a:lnTo>
                  <a:lnTo>
                    <a:pt x="199165" y="247079"/>
                  </a:lnTo>
                  <a:lnTo>
                    <a:pt x="199622" y="246430"/>
                  </a:lnTo>
                  <a:lnTo>
                    <a:pt x="200731" y="246385"/>
                  </a:lnTo>
                  <a:lnTo>
                    <a:pt x="201740" y="247079"/>
                  </a:lnTo>
                  <a:lnTo>
                    <a:pt x="202708" y="248539"/>
                  </a:lnTo>
                  <a:lnTo>
                    <a:pt x="203747" y="249320"/>
                  </a:lnTo>
                  <a:lnTo>
                    <a:pt x="205231" y="249123"/>
                  </a:lnTo>
                  <a:lnTo>
                    <a:pt x="206025" y="249907"/>
                  </a:lnTo>
                  <a:lnTo>
                    <a:pt x="206881" y="250549"/>
                  </a:lnTo>
                  <a:lnTo>
                    <a:pt x="208646" y="250772"/>
                  </a:lnTo>
                  <a:lnTo>
                    <a:pt x="209970" y="250761"/>
                  </a:lnTo>
                  <a:lnTo>
                    <a:pt x="212006" y="250786"/>
                  </a:lnTo>
                  <a:lnTo>
                    <a:pt x="213651" y="251768"/>
                  </a:lnTo>
                  <a:lnTo>
                    <a:pt x="216541" y="252546"/>
                  </a:lnTo>
                  <a:lnTo>
                    <a:pt x="218326" y="252485"/>
                  </a:lnTo>
                  <a:lnTo>
                    <a:pt x="220731" y="251754"/>
                  </a:lnTo>
                  <a:lnTo>
                    <a:pt x="222205" y="252214"/>
                  </a:lnTo>
                  <a:lnTo>
                    <a:pt x="226559" y="253308"/>
                  </a:lnTo>
                  <a:lnTo>
                    <a:pt x="229112" y="254450"/>
                  </a:lnTo>
                  <a:lnTo>
                    <a:pt x="230726" y="255736"/>
                  </a:lnTo>
                  <a:lnTo>
                    <a:pt x="231863" y="257776"/>
                  </a:lnTo>
                  <a:lnTo>
                    <a:pt x="233163" y="260959"/>
                  </a:lnTo>
                  <a:lnTo>
                    <a:pt x="234195" y="262415"/>
                  </a:lnTo>
                  <a:lnTo>
                    <a:pt x="236973" y="263295"/>
                  </a:lnTo>
                  <a:lnTo>
                    <a:pt x="238877" y="267008"/>
                  </a:lnTo>
                  <a:lnTo>
                    <a:pt x="240369" y="268397"/>
                  </a:lnTo>
                  <a:lnTo>
                    <a:pt x="242874" y="271992"/>
                  </a:lnTo>
                  <a:lnTo>
                    <a:pt x="244646" y="273396"/>
                  </a:lnTo>
                  <a:lnTo>
                    <a:pt x="246761" y="274693"/>
                  </a:lnTo>
                  <a:lnTo>
                    <a:pt x="250219" y="274142"/>
                  </a:lnTo>
                  <a:lnTo>
                    <a:pt x="250409" y="274631"/>
                  </a:lnTo>
                  <a:lnTo>
                    <a:pt x="250143" y="276585"/>
                  </a:lnTo>
                  <a:lnTo>
                    <a:pt x="249935" y="279260"/>
                  </a:lnTo>
                  <a:lnTo>
                    <a:pt x="249935" y="281196"/>
                  </a:lnTo>
                  <a:lnTo>
                    <a:pt x="250290" y="282183"/>
                  </a:lnTo>
                  <a:lnTo>
                    <a:pt x="251611" y="282767"/>
                  </a:lnTo>
                  <a:lnTo>
                    <a:pt x="252236" y="283719"/>
                  </a:lnTo>
                  <a:lnTo>
                    <a:pt x="252715" y="285543"/>
                  </a:lnTo>
                  <a:lnTo>
                    <a:pt x="252991" y="286684"/>
                  </a:lnTo>
                  <a:lnTo>
                    <a:pt x="254097" y="292285"/>
                  </a:lnTo>
                  <a:lnTo>
                    <a:pt x="255877" y="300570"/>
                  </a:lnTo>
                  <a:lnTo>
                    <a:pt x="256080" y="303753"/>
                  </a:lnTo>
                  <a:lnTo>
                    <a:pt x="256689" y="305806"/>
                  </a:lnTo>
                  <a:lnTo>
                    <a:pt x="258620" y="309067"/>
                  </a:lnTo>
                  <a:lnTo>
                    <a:pt x="259634" y="311479"/>
                  </a:lnTo>
                  <a:lnTo>
                    <a:pt x="261143" y="314014"/>
                  </a:lnTo>
                  <a:lnTo>
                    <a:pt x="261637" y="316360"/>
                  </a:lnTo>
                  <a:lnTo>
                    <a:pt x="261751" y="319390"/>
                  </a:lnTo>
                  <a:lnTo>
                    <a:pt x="262132" y="320171"/>
                  </a:lnTo>
                  <a:lnTo>
                    <a:pt x="264892" y="319477"/>
                  </a:lnTo>
                  <a:lnTo>
                    <a:pt x="267282" y="318992"/>
                  </a:lnTo>
                  <a:lnTo>
                    <a:pt x="271571" y="318119"/>
                  </a:lnTo>
                  <a:lnTo>
                    <a:pt x="277478" y="319701"/>
                  </a:lnTo>
                  <a:lnTo>
                    <a:pt x="283569" y="321230"/>
                  </a:lnTo>
                  <a:lnTo>
                    <a:pt x="288955" y="322583"/>
                  </a:lnTo>
                  <a:lnTo>
                    <a:pt x="291609" y="323248"/>
                  </a:lnTo>
                  <a:lnTo>
                    <a:pt x="297604" y="324667"/>
                  </a:lnTo>
                  <a:lnTo>
                    <a:pt x="300936" y="322857"/>
                  </a:lnTo>
                  <a:lnTo>
                    <a:pt x="303542" y="321442"/>
                  </a:lnTo>
                  <a:lnTo>
                    <a:pt x="304722" y="321637"/>
                  </a:lnTo>
                  <a:lnTo>
                    <a:pt x="309701" y="323231"/>
                  </a:lnTo>
                  <a:lnTo>
                    <a:pt x="312619" y="324088"/>
                  </a:lnTo>
                  <a:lnTo>
                    <a:pt x="316295" y="325166"/>
                  </a:lnTo>
                  <a:lnTo>
                    <a:pt x="318847" y="325563"/>
                  </a:lnTo>
                  <a:lnTo>
                    <a:pt x="320936" y="325537"/>
                  </a:lnTo>
                  <a:lnTo>
                    <a:pt x="321900" y="325987"/>
                  </a:lnTo>
                  <a:lnTo>
                    <a:pt x="322831" y="326681"/>
                  </a:lnTo>
                  <a:lnTo>
                    <a:pt x="323451" y="327692"/>
                  </a:lnTo>
                  <a:lnTo>
                    <a:pt x="325362" y="332819"/>
                  </a:lnTo>
                  <a:lnTo>
                    <a:pt x="326433" y="335078"/>
                  </a:lnTo>
                  <a:lnTo>
                    <a:pt x="328547" y="336785"/>
                  </a:lnTo>
                  <a:lnTo>
                    <a:pt x="333364" y="338736"/>
                  </a:lnTo>
                  <a:lnTo>
                    <a:pt x="336029" y="339920"/>
                  </a:lnTo>
                  <a:lnTo>
                    <a:pt x="339091" y="341281"/>
                  </a:lnTo>
                  <a:lnTo>
                    <a:pt x="341105" y="343331"/>
                  </a:lnTo>
                  <a:lnTo>
                    <a:pt x="343428" y="345716"/>
                  </a:lnTo>
                  <a:lnTo>
                    <a:pt x="346436" y="348805"/>
                  </a:lnTo>
                  <a:lnTo>
                    <a:pt x="349729" y="347456"/>
                  </a:lnTo>
                  <a:lnTo>
                    <a:pt x="353272" y="346003"/>
                  </a:lnTo>
                  <a:lnTo>
                    <a:pt x="355494" y="345091"/>
                  </a:lnTo>
                  <a:lnTo>
                    <a:pt x="355494" y="351542"/>
                  </a:lnTo>
                  <a:lnTo>
                    <a:pt x="358663" y="352060"/>
                  </a:lnTo>
                  <a:lnTo>
                    <a:pt x="359661" y="351984"/>
                  </a:lnTo>
                  <a:lnTo>
                    <a:pt x="361062" y="353409"/>
                  </a:lnTo>
                  <a:lnTo>
                    <a:pt x="361850" y="352806"/>
                  </a:lnTo>
                  <a:lnTo>
                    <a:pt x="362597" y="351407"/>
                  </a:lnTo>
                  <a:lnTo>
                    <a:pt x="363536" y="349198"/>
                  </a:lnTo>
                  <a:lnTo>
                    <a:pt x="364886" y="348227"/>
                  </a:lnTo>
                  <a:lnTo>
                    <a:pt x="367219" y="345749"/>
                  </a:lnTo>
                  <a:lnTo>
                    <a:pt x="367787" y="345148"/>
                  </a:lnTo>
                  <a:lnTo>
                    <a:pt x="371253" y="341634"/>
                  </a:lnTo>
                  <a:lnTo>
                    <a:pt x="376427" y="337303"/>
                  </a:lnTo>
                  <a:lnTo>
                    <a:pt x="378746" y="335205"/>
                  </a:lnTo>
                  <a:lnTo>
                    <a:pt x="379441" y="334739"/>
                  </a:lnTo>
                  <a:lnTo>
                    <a:pt x="380753" y="333668"/>
                  </a:lnTo>
                  <a:lnTo>
                    <a:pt x="381638" y="332925"/>
                  </a:lnTo>
                  <a:lnTo>
                    <a:pt x="383203" y="332330"/>
                  </a:lnTo>
                  <a:lnTo>
                    <a:pt x="385329" y="331956"/>
                  </a:lnTo>
                  <a:lnTo>
                    <a:pt x="387649" y="331136"/>
                  </a:lnTo>
                  <a:lnTo>
                    <a:pt x="392901" y="329608"/>
                  </a:lnTo>
                  <a:lnTo>
                    <a:pt x="393559" y="329464"/>
                  </a:lnTo>
                  <a:lnTo>
                    <a:pt x="396510" y="328834"/>
                  </a:lnTo>
                  <a:lnTo>
                    <a:pt x="397763" y="328239"/>
                  </a:lnTo>
                  <a:lnTo>
                    <a:pt x="399636" y="328551"/>
                  </a:lnTo>
                  <a:lnTo>
                    <a:pt x="402082" y="328772"/>
                  </a:lnTo>
                  <a:lnTo>
                    <a:pt x="403702" y="329161"/>
                  </a:lnTo>
                  <a:lnTo>
                    <a:pt x="405857" y="328855"/>
                  </a:lnTo>
                  <a:lnTo>
                    <a:pt x="408816" y="328438"/>
                  </a:lnTo>
                  <a:lnTo>
                    <a:pt x="411212" y="328503"/>
                  </a:lnTo>
                  <a:lnTo>
                    <a:pt x="412401" y="327984"/>
                  </a:lnTo>
                  <a:lnTo>
                    <a:pt x="414154" y="326371"/>
                  </a:lnTo>
                  <a:lnTo>
                    <a:pt x="415334" y="325092"/>
                  </a:lnTo>
                  <a:lnTo>
                    <a:pt x="417184" y="323543"/>
                  </a:lnTo>
                  <a:lnTo>
                    <a:pt x="419476" y="321937"/>
                  </a:lnTo>
                  <a:lnTo>
                    <a:pt x="421074" y="320477"/>
                  </a:lnTo>
                  <a:lnTo>
                    <a:pt x="422133" y="319510"/>
                  </a:lnTo>
                  <a:lnTo>
                    <a:pt x="423416" y="318595"/>
                  </a:lnTo>
                  <a:lnTo>
                    <a:pt x="423752" y="317417"/>
                  </a:lnTo>
                  <a:lnTo>
                    <a:pt x="424122" y="316513"/>
                  </a:lnTo>
                  <a:lnTo>
                    <a:pt x="424803" y="315003"/>
                  </a:lnTo>
                  <a:lnTo>
                    <a:pt x="426030" y="312188"/>
                  </a:lnTo>
                  <a:lnTo>
                    <a:pt x="426963" y="309725"/>
                  </a:lnTo>
                  <a:lnTo>
                    <a:pt x="427423" y="308634"/>
                  </a:lnTo>
                  <a:lnTo>
                    <a:pt x="428470" y="306173"/>
                  </a:lnTo>
                  <a:lnTo>
                    <a:pt x="429319" y="304317"/>
                  </a:lnTo>
                  <a:lnTo>
                    <a:pt x="430400" y="301820"/>
                  </a:lnTo>
                  <a:lnTo>
                    <a:pt x="431312" y="301012"/>
                  </a:lnTo>
                  <a:lnTo>
                    <a:pt x="432467" y="300325"/>
                  </a:lnTo>
                  <a:lnTo>
                    <a:pt x="435508" y="297875"/>
                  </a:lnTo>
                  <a:lnTo>
                    <a:pt x="436111" y="297347"/>
                  </a:lnTo>
                  <a:lnTo>
                    <a:pt x="436616" y="297243"/>
                  </a:lnTo>
                  <a:lnTo>
                    <a:pt x="437691" y="295266"/>
                  </a:lnTo>
                  <a:lnTo>
                    <a:pt x="438599" y="293554"/>
                  </a:lnTo>
                  <a:lnTo>
                    <a:pt x="439191" y="292270"/>
                  </a:lnTo>
                  <a:lnTo>
                    <a:pt x="440422" y="291809"/>
                  </a:lnTo>
                  <a:lnTo>
                    <a:pt x="441056" y="290886"/>
                  </a:lnTo>
                  <a:lnTo>
                    <a:pt x="441167" y="289674"/>
                  </a:lnTo>
                  <a:lnTo>
                    <a:pt x="441039" y="287827"/>
                  </a:lnTo>
                  <a:lnTo>
                    <a:pt x="440447" y="285937"/>
                  </a:lnTo>
                  <a:lnTo>
                    <a:pt x="439948" y="284289"/>
                  </a:lnTo>
                  <a:lnTo>
                    <a:pt x="438186" y="281144"/>
                  </a:lnTo>
                  <a:lnTo>
                    <a:pt x="437252" y="279193"/>
                  </a:lnTo>
                  <a:lnTo>
                    <a:pt x="436298" y="276688"/>
                  </a:lnTo>
                  <a:lnTo>
                    <a:pt x="435912" y="274332"/>
                  </a:lnTo>
                  <a:lnTo>
                    <a:pt x="435260" y="272833"/>
                  </a:lnTo>
                  <a:lnTo>
                    <a:pt x="434946" y="271506"/>
                  </a:lnTo>
                  <a:lnTo>
                    <a:pt x="435046" y="269972"/>
                  </a:lnTo>
                  <a:lnTo>
                    <a:pt x="435949" y="267242"/>
                  </a:lnTo>
                  <a:lnTo>
                    <a:pt x="436240" y="265521"/>
                  </a:lnTo>
                  <a:lnTo>
                    <a:pt x="436617" y="262475"/>
                  </a:lnTo>
                  <a:lnTo>
                    <a:pt x="437467" y="257917"/>
                  </a:lnTo>
                  <a:lnTo>
                    <a:pt x="438159" y="255789"/>
                  </a:lnTo>
                  <a:lnTo>
                    <a:pt x="438960" y="253710"/>
                  </a:lnTo>
                  <a:lnTo>
                    <a:pt x="440652" y="250917"/>
                  </a:lnTo>
                  <a:lnTo>
                    <a:pt x="442200" y="250397"/>
                  </a:lnTo>
                  <a:lnTo>
                    <a:pt x="443124" y="250950"/>
                  </a:lnTo>
                  <a:lnTo>
                    <a:pt x="445186" y="250947"/>
                  </a:lnTo>
                  <a:lnTo>
                    <a:pt x="446558" y="251090"/>
                  </a:lnTo>
                  <a:lnTo>
                    <a:pt x="447571" y="252487"/>
                  </a:lnTo>
                  <a:lnTo>
                    <a:pt x="448693" y="255242"/>
                  </a:lnTo>
                  <a:lnTo>
                    <a:pt x="449958" y="256254"/>
                  </a:lnTo>
                  <a:lnTo>
                    <a:pt x="453901" y="258414"/>
                  </a:lnTo>
                  <a:lnTo>
                    <a:pt x="455590" y="258872"/>
                  </a:lnTo>
                  <a:lnTo>
                    <a:pt x="456796" y="258966"/>
                  </a:lnTo>
                  <a:lnTo>
                    <a:pt x="458577" y="259682"/>
                  </a:lnTo>
                  <a:lnTo>
                    <a:pt x="459178" y="259832"/>
                  </a:lnTo>
                  <a:lnTo>
                    <a:pt x="460088" y="260324"/>
                  </a:lnTo>
                  <a:lnTo>
                    <a:pt x="460843" y="259799"/>
                  </a:lnTo>
                  <a:lnTo>
                    <a:pt x="461989" y="257953"/>
                  </a:lnTo>
                  <a:lnTo>
                    <a:pt x="463426" y="255877"/>
                  </a:lnTo>
                  <a:lnTo>
                    <a:pt x="464045" y="255401"/>
                  </a:lnTo>
                  <a:lnTo>
                    <a:pt x="465189" y="254507"/>
                  </a:lnTo>
                  <a:lnTo>
                    <a:pt x="465765" y="253662"/>
                  </a:lnTo>
                  <a:lnTo>
                    <a:pt x="466767" y="251337"/>
                  </a:lnTo>
                  <a:lnTo>
                    <a:pt x="468075" y="249533"/>
                  </a:lnTo>
                  <a:lnTo>
                    <a:pt x="469664" y="246823"/>
                  </a:lnTo>
                  <a:lnTo>
                    <a:pt x="470449" y="244780"/>
                  </a:lnTo>
                  <a:lnTo>
                    <a:pt x="470621" y="243463"/>
                  </a:lnTo>
                  <a:lnTo>
                    <a:pt x="470793" y="242036"/>
                  </a:lnTo>
                  <a:lnTo>
                    <a:pt x="471287" y="241286"/>
                  </a:lnTo>
                  <a:lnTo>
                    <a:pt x="472256" y="240598"/>
                  </a:lnTo>
                  <a:lnTo>
                    <a:pt x="473343" y="240410"/>
                  </a:lnTo>
                  <a:lnTo>
                    <a:pt x="475420" y="241632"/>
                  </a:lnTo>
                  <a:lnTo>
                    <a:pt x="478220" y="241279"/>
                  </a:lnTo>
                  <a:lnTo>
                    <a:pt x="478852" y="241103"/>
                  </a:lnTo>
                  <a:lnTo>
                    <a:pt x="481406" y="240400"/>
                  </a:lnTo>
                  <a:lnTo>
                    <a:pt x="482557" y="239823"/>
                  </a:lnTo>
                  <a:lnTo>
                    <a:pt x="484187" y="239269"/>
                  </a:lnTo>
                  <a:lnTo>
                    <a:pt x="485431" y="237006"/>
                  </a:lnTo>
                  <a:lnTo>
                    <a:pt x="487100" y="234307"/>
                  </a:lnTo>
                  <a:lnTo>
                    <a:pt x="488312" y="232806"/>
                  </a:lnTo>
                  <a:lnTo>
                    <a:pt x="489121" y="232518"/>
                  </a:lnTo>
                  <a:lnTo>
                    <a:pt x="490132" y="230962"/>
                  </a:lnTo>
                  <a:lnTo>
                    <a:pt x="490626" y="229289"/>
                  </a:lnTo>
                  <a:lnTo>
                    <a:pt x="490494" y="227819"/>
                  </a:lnTo>
                  <a:lnTo>
                    <a:pt x="490308" y="226602"/>
                  </a:lnTo>
                  <a:lnTo>
                    <a:pt x="490902" y="224353"/>
                  </a:lnTo>
                  <a:lnTo>
                    <a:pt x="491972" y="220407"/>
                  </a:lnTo>
                  <a:lnTo>
                    <a:pt x="492976" y="218569"/>
                  </a:lnTo>
                  <a:lnTo>
                    <a:pt x="493803" y="217083"/>
                  </a:lnTo>
                  <a:lnTo>
                    <a:pt x="494331" y="214698"/>
                  </a:lnTo>
                  <a:lnTo>
                    <a:pt x="494984" y="214009"/>
                  </a:lnTo>
                  <a:lnTo>
                    <a:pt x="495785" y="213747"/>
                  </a:lnTo>
                  <a:lnTo>
                    <a:pt x="496914" y="212131"/>
                  </a:lnTo>
                  <a:lnTo>
                    <a:pt x="497743" y="211797"/>
                  </a:lnTo>
                  <a:lnTo>
                    <a:pt x="499121" y="212571"/>
                  </a:lnTo>
                  <a:lnTo>
                    <a:pt x="501160" y="212769"/>
                  </a:lnTo>
                  <a:lnTo>
                    <a:pt x="502461" y="212852"/>
                  </a:lnTo>
                  <a:lnTo>
                    <a:pt x="503202" y="212564"/>
                  </a:lnTo>
                  <a:lnTo>
                    <a:pt x="503473" y="211698"/>
                  </a:lnTo>
                  <a:lnTo>
                    <a:pt x="503466" y="210358"/>
                  </a:lnTo>
                  <a:lnTo>
                    <a:pt x="503878" y="207375"/>
                  </a:lnTo>
                  <a:lnTo>
                    <a:pt x="504032" y="206391"/>
                  </a:lnTo>
                  <a:lnTo>
                    <a:pt x="504407" y="205938"/>
                  </a:lnTo>
                  <a:lnTo>
                    <a:pt x="505659" y="205878"/>
                  </a:lnTo>
                  <a:lnTo>
                    <a:pt x="506506" y="206950"/>
                  </a:lnTo>
                  <a:lnTo>
                    <a:pt x="507088" y="207834"/>
                  </a:lnTo>
                  <a:lnTo>
                    <a:pt x="507895" y="207949"/>
                  </a:lnTo>
                  <a:lnTo>
                    <a:pt x="508727" y="207372"/>
                  </a:lnTo>
                  <a:lnTo>
                    <a:pt x="509843" y="204960"/>
                  </a:lnTo>
                  <a:lnTo>
                    <a:pt x="511694" y="203563"/>
                  </a:lnTo>
                  <a:lnTo>
                    <a:pt x="512678" y="203210"/>
                  </a:lnTo>
                  <a:lnTo>
                    <a:pt x="514426" y="202073"/>
                  </a:lnTo>
                  <a:lnTo>
                    <a:pt x="515527" y="202483"/>
                  </a:lnTo>
                  <a:lnTo>
                    <a:pt x="517553" y="202816"/>
                  </a:lnTo>
                  <a:lnTo>
                    <a:pt x="518339" y="202527"/>
                  </a:lnTo>
                  <a:lnTo>
                    <a:pt x="519193" y="202816"/>
                  </a:lnTo>
                  <a:lnTo>
                    <a:pt x="519968" y="201185"/>
                  </a:lnTo>
                  <a:lnTo>
                    <a:pt x="520585" y="200797"/>
                  </a:lnTo>
                  <a:lnTo>
                    <a:pt x="521888" y="201546"/>
                  </a:lnTo>
                  <a:lnTo>
                    <a:pt x="522709" y="202807"/>
                  </a:lnTo>
                  <a:lnTo>
                    <a:pt x="524247" y="204389"/>
                  </a:lnTo>
                  <a:lnTo>
                    <a:pt x="526200" y="205123"/>
                  </a:lnTo>
                  <a:lnTo>
                    <a:pt x="527836" y="204744"/>
                  </a:lnTo>
                  <a:lnTo>
                    <a:pt x="529519" y="205414"/>
                  </a:lnTo>
                  <a:lnTo>
                    <a:pt x="530513" y="205354"/>
                  </a:lnTo>
                  <a:lnTo>
                    <a:pt x="530983" y="204728"/>
                  </a:lnTo>
                  <a:lnTo>
                    <a:pt x="532361" y="203399"/>
                  </a:lnTo>
                  <a:lnTo>
                    <a:pt x="532691" y="201605"/>
                  </a:lnTo>
                  <a:lnTo>
                    <a:pt x="532556" y="199874"/>
                  </a:lnTo>
                  <a:lnTo>
                    <a:pt x="532714" y="197913"/>
                  </a:lnTo>
                  <a:lnTo>
                    <a:pt x="532309" y="196472"/>
                  </a:lnTo>
                  <a:lnTo>
                    <a:pt x="531455" y="194338"/>
                  </a:lnTo>
                  <a:lnTo>
                    <a:pt x="531126" y="192914"/>
                  </a:lnTo>
                  <a:lnTo>
                    <a:pt x="531096" y="191051"/>
                  </a:lnTo>
                  <a:lnTo>
                    <a:pt x="530565" y="189279"/>
                  </a:lnTo>
                  <a:lnTo>
                    <a:pt x="529288" y="187138"/>
                  </a:lnTo>
                  <a:lnTo>
                    <a:pt x="528445" y="186150"/>
                  </a:lnTo>
                  <a:lnTo>
                    <a:pt x="526716" y="182458"/>
                  </a:lnTo>
                  <a:lnTo>
                    <a:pt x="526133" y="181592"/>
                  </a:lnTo>
                  <a:lnTo>
                    <a:pt x="525933" y="180984"/>
                  </a:lnTo>
                  <a:lnTo>
                    <a:pt x="525728" y="179745"/>
                  </a:lnTo>
                  <a:lnTo>
                    <a:pt x="525089" y="179156"/>
                  </a:lnTo>
                  <a:lnTo>
                    <a:pt x="524250" y="178193"/>
                  </a:lnTo>
                  <a:lnTo>
                    <a:pt x="523796" y="177209"/>
                  </a:lnTo>
                  <a:lnTo>
                    <a:pt x="523501" y="175502"/>
                  </a:lnTo>
                  <a:lnTo>
                    <a:pt x="523324" y="174382"/>
                  </a:lnTo>
                  <a:lnTo>
                    <a:pt x="522584" y="173460"/>
                  </a:lnTo>
                  <a:lnTo>
                    <a:pt x="521842" y="172941"/>
                  </a:lnTo>
                  <a:lnTo>
                    <a:pt x="521004" y="172286"/>
                  </a:lnTo>
                  <a:lnTo>
                    <a:pt x="519619" y="171325"/>
                  </a:lnTo>
                  <a:lnTo>
                    <a:pt x="518820" y="169414"/>
                  </a:lnTo>
                  <a:lnTo>
                    <a:pt x="517407" y="165839"/>
                  </a:lnTo>
                  <a:lnTo>
                    <a:pt x="516609" y="164636"/>
                  </a:lnTo>
                  <a:lnTo>
                    <a:pt x="513631" y="164177"/>
                  </a:lnTo>
                  <a:lnTo>
                    <a:pt x="512566" y="163308"/>
                  </a:lnTo>
                  <a:lnTo>
                    <a:pt x="511355" y="163603"/>
                  </a:lnTo>
                  <a:lnTo>
                    <a:pt x="510634" y="164174"/>
                  </a:lnTo>
                  <a:lnTo>
                    <a:pt x="509037" y="164167"/>
                  </a:lnTo>
                  <a:lnTo>
                    <a:pt x="508208" y="164520"/>
                  </a:lnTo>
                  <a:lnTo>
                    <a:pt x="507152" y="166872"/>
                  </a:lnTo>
                  <a:lnTo>
                    <a:pt x="505756" y="169934"/>
                  </a:lnTo>
                  <a:lnTo>
                    <a:pt x="504602" y="171805"/>
                  </a:lnTo>
                  <a:lnTo>
                    <a:pt x="503784" y="173744"/>
                  </a:lnTo>
                  <a:lnTo>
                    <a:pt x="503402" y="174440"/>
                  </a:lnTo>
                  <a:lnTo>
                    <a:pt x="502656" y="174021"/>
                  </a:lnTo>
                  <a:lnTo>
                    <a:pt x="501633" y="171837"/>
                  </a:lnTo>
                  <a:lnTo>
                    <a:pt x="500168" y="169883"/>
                  </a:lnTo>
                  <a:lnTo>
                    <a:pt x="498809" y="168992"/>
                  </a:lnTo>
                  <a:lnTo>
                    <a:pt x="498228" y="168504"/>
                  </a:lnTo>
                  <a:lnTo>
                    <a:pt x="496609" y="168011"/>
                  </a:lnTo>
                  <a:lnTo>
                    <a:pt x="495360" y="168166"/>
                  </a:lnTo>
                  <a:lnTo>
                    <a:pt x="493766" y="168904"/>
                  </a:lnTo>
                  <a:lnTo>
                    <a:pt x="492210" y="168771"/>
                  </a:lnTo>
                  <a:lnTo>
                    <a:pt x="491507" y="168304"/>
                  </a:lnTo>
                  <a:lnTo>
                    <a:pt x="490517" y="168353"/>
                  </a:lnTo>
                  <a:lnTo>
                    <a:pt x="488718" y="170381"/>
                  </a:lnTo>
                  <a:lnTo>
                    <a:pt x="487786" y="172693"/>
                  </a:lnTo>
                  <a:lnTo>
                    <a:pt x="486686" y="173414"/>
                  </a:lnTo>
                  <a:lnTo>
                    <a:pt x="485690" y="171898"/>
                  </a:lnTo>
                  <a:lnTo>
                    <a:pt x="484540" y="170104"/>
                  </a:lnTo>
                  <a:lnTo>
                    <a:pt x="483443" y="167862"/>
                  </a:lnTo>
                  <a:lnTo>
                    <a:pt x="482766" y="165787"/>
                  </a:lnTo>
                  <a:lnTo>
                    <a:pt x="482392" y="160296"/>
                  </a:lnTo>
                  <a:lnTo>
                    <a:pt x="483708" y="158660"/>
                  </a:lnTo>
                  <a:lnTo>
                    <a:pt x="485389" y="156827"/>
                  </a:lnTo>
                  <a:lnTo>
                    <a:pt x="485516" y="153929"/>
                  </a:lnTo>
                  <a:lnTo>
                    <a:pt x="485460" y="150697"/>
                  </a:lnTo>
                  <a:lnTo>
                    <a:pt x="485791" y="147105"/>
                  </a:lnTo>
                  <a:lnTo>
                    <a:pt x="487326" y="143793"/>
                  </a:lnTo>
                  <a:lnTo>
                    <a:pt x="488150" y="141047"/>
                  </a:lnTo>
                  <a:lnTo>
                    <a:pt x="488253" y="139340"/>
                  </a:lnTo>
                  <a:lnTo>
                    <a:pt x="488988" y="136501"/>
                  </a:lnTo>
                  <a:lnTo>
                    <a:pt x="489694" y="133507"/>
                  </a:lnTo>
                  <a:lnTo>
                    <a:pt x="490658" y="129580"/>
                  </a:lnTo>
                  <a:lnTo>
                    <a:pt x="492485" y="122611"/>
                  </a:lnTo>
                  <a:lnTo>
                    <a:pt x="494644" y="114378"/>
                  </a:lnTo>
                  <a:lnTo>
                    <a:pt x="495721" y="110272"/>
                  </a:lnTo>
                  <a:lnTo>
                    <a:pt x="498087" y="112812"/>
                  </a:lnTo>
                  <a:lnTo>
                    <a:pt x="499615" y="114137"/>
                  </a:lnTo>
                  <a:lnTo>
                    <a:pt x="502192" y="116150"/>
                  </a:lnTo>
                  <a:lnTo>
                    <a:pt x="504856" y="116606"/>
                  </a:lnTo>
                  <a:lnTo>
                    <a:pt x="507403" y="118780"/>
                  </a:lnTo>
                  <a:lnTo>
                    <a:pt x="508716" y="119439"/>
                  </a:lnTo>
                  <a:lnTo>
                    <a:pt x="509417" y="119441"/>
                  </a:lnTo>
                  <a:lnTo>
                    <a:pt x="513021" y="114143"/>
                  </a:lnTo>
                  <a:lnTo>
                    <a:pt x="516070" y="109660"/>
                  </a:lnTo>
                  <a:lnTo>
                    <a:pt x="519573" y="106163"/>
                  </a:lnTo>
                  <a:lnTo>
                    <a:pt x="522145" y="105689"/>
                  </a:lnTo>
                  <a:lnTo>
                    <a:pt x="524078" y="104669"/>
                  </a:lnTo>
                  <a:lnTo>
                    <a:pt x="525372" y="103102"/>
                  </a:lnTo>
                  <a:lnTo>
                    <a:pt x="526134" y="100486"/>
                  </a:lnTo>
                  <a:lnTo>
                    <a:pt x="526366" y="96822"/>
                  </a:lnTo>
                  <a:lnTo>
                    <a:pt x="525852" y="94607"/>
                  </a:lnTo>
                  <a:lnTo>
                    <a:pt x="524590" y="93841"/>
                  </a:lnTo>
                  <a:lnTo>
                    <a:pt x="524265" y="93067"/>
                  </a:lnTo>
                  <a:lnTo>
                    <a:pt x="524875" y="92284"/>
                  </a:lnTo>
                  <a:lnTo>
                    <a:pt x="525326" y="90757"/>
                  </a:lnTo>
                  <a:lnTo>
                    <a:pt x="525611" y="88488"/>
                  </a:lnTo>
                  <a:lnTo>
                    <a:pt x="526341" y="86334"/>
                  </a:lnTo>
                  <a:lnTo>
                    <a:pt x="527511" y="84296"/>
                  </a:lnTo>
                  <a:lnTo>
                    <a:pt x="528155" y="82038"/>
                  </a:lnTo>
                  <a:lnTo>
                    <a:pt x="528277" y="79560"/>
                  </a:lnTo>
                  <a:lnTo>
                    <a:pt x="528980" y="77088"/>
                  </a:lnTo>
                  <a:lnTo>
                    <a:pt x="530264" y="74625"/>
                  </a:lnTo>
                  <a:lnTo>
                    <a:pt x="530966" y="72333"/>
                  </a:lnTo>
                  <a:lnTo>
                    <a:pt x="531089" y="70212"/>
                  </a:lnTo>
                  <a:lnTo>
                    <a:pt x="531739" y="67625"/>
                  </a:lnTo>
                  <a:lnTo>
                    <a:pt x="533509" y="63042"/>
                  </a:lnTo>
                  <a:lnTo>
                    <a:pt x="534659" y="57766"/>
                  </a:lnTo>
                  <a:lnTo>
                    <a:pt x="536617" y="54152"/>
                  </a:lnTo>
                  <a:lnTo>
                    <a:pt x="539765" y="50442"/>
                  </a:lnTo>
                  <a:lnTo>
                    <a:pt x="541731" y="46763"/>
                  </a:lnTo>
                  <a:lnTo>
                    <a:pt x="542518" y="43114"/>
                  </a:lnTo>
                  <a:lnTo>
                    <a:pt x="542458" y="39895"/>
                  </a:lnTo>
                  <a:lnTo>
                    <a:pt x="541547" y="37105"/>
                  </a:lnTo>
                  <a:lnTo>
                    <a:pt x="541374" y="34268"/>
                  </a:lnTo>
                  <a:lnTo>
                    <a:pt x="541936" y="31381"/>
                  </a:lnTo>
                  <a:lnTo>
                    <a:pt x="541440" y="29222"/>
                  </a:lnTo>
                  <a:lnTo>
                    <a:pt x="539886" y="27793"/>
                  </a:lnTo>
                  <a:lnTo>
                    <a:pt x="538033" y="27439"/>
                  </a:lnTo>
                  <a:lnTo>
                    <a:pt x="535877" y="28163"/>
                  </a:lnTo>
                  <a:lnTo>
                    <a:pt x="534667" y="27264"/>
                  </a:lnTo>
                  <a:lnTo>
                    <a:pt x="534400" y="24744"/>
                  </a:lnTo>
                  <a:lnTo>
                    <a:pt x="534977" y="22705"/>
                  </a:lnTo>
                  <a:lnTo>
                    <a:pt x="536400" y="21148"/>
                  </a:lnTo>
                  <a:lnTo>
                    <a:pt x="538738" y="17361"/>
                  </a:lnTo>
                  <a:lnTo>
                    <a:pt x="541992" y="11340"/>
                  </a:lnTo>
                  <a:lnTo>
                    <a:pt x="545230" y="8009"/>
                  </a:lnTo>
                  <a:lnTo>
                    <a:pt x="550063" y="7049"/>
                  </a:lnTo>
                  <a:lnTo>
                    <a:pt x="553959" y="5083"/>
                  </a:lnTo>
                  <a:lnTo>
                    <a:pt x="557928" y="3077"/>
                  </a:lnTo>
                  <a:lnTo>
                    <a:pt x="560793" y="2086"/>
                  </a:lnTo>
                  <a:lnTo>
                    <a:pt x="561280" y="2751"/>
                  </a:lnTo>
                  <a:lnTo>
                    <a:pt x="562842" y="2914"/>
                  </a:lnTo>
                  <a:lnTo>
                    <a:pt x="565476" y="2573"/>
                  </a:lnTo>
                  <a:lnTo>
                    <a:pt x="567926" y="1711"/>
                  </a:lnTo>
                  <a:lnTo>
                    <a:pt x="570187" y="325"/>
                  </a:lnTo>
                  <a:lnTo>
                    <a:pt x="571976" y="0"/>
                  </a:lnTo>
                  <a:lnTo>
                    <a:pt x="573293" y="734"/>
                  </a:lnTo>
                  <a:lnTo>
                    <a:pt x="574046" y="773"/>
                  </a:lnTo>
                  <a:lnTo>
                    <a:pt x="574568" y="861"/>
                  </a:lnTo>
                  <a:lnTo>
                    <a:pt x="574855" y="855"/>
                  </a:lnTo>
                  <a:lnTo>
                    <a:pt x="575408" y="268"/>
                  </a:lnTo>
                  <a:lnTo>
                    <a:pt x="576940" y="1318"/>
                  </a:lnTo>
                  <a:lnTo>
                    <a:pt x="579861" y="4432"/>
                  </a:lnTo>
                  <a:lnTo>
                    <a:pt x="581697" y="5818"/>
                  </a:lnTo>
                  <a:lnTo>
                    <a:pt x="582452" y="5481"/>
                  </a:lnTo>
                  <a:lnTo>
                    <a:pt x="583275" y="6345"/>
                  </a:lnTo>
                  <a:lnTo>
                    <a:pt x="584170" y="8411"/>
                  </a:lnTo>
                  <a:lnTo>
                    <a:pt x="585283" y="9632"/>
                  </a:lnTo>
                  <a:lnTo>
                    <a:pt x="587285" y="10193"/>
                  </a:lnTo>
                  <a:lnTo>
                    <a:pt x="589270" y="12463"/>
                  </a:lnTo>
                  <a:lnTo>
                    <a:pt x="590073" y="12584"/>
                  </a:lnTo>
                  <a:lnTo>
                    <a:pt x="590355" y="11316"/>
                  </a:lnTo>
                  <a:lnTo>
                    <a:pt x="591095" y="10587"/>
                  </a:lnTo>
                  <a:lnTo>
                    <a:pt x="592293" y="10399"/>
                  </a:lnTo>
                  <a:lnTo>
                    <a:pt x="594026" y="11518"/>
                  </a:lnTo>
                  <a:lnTo>
                    <a:pt x="596291" y="13943"/>
                  </a:lnTo>
                  <a:lnTo>
                    <a:pt x="597713" y="15011"/>
                  </a:lnTo>
                  <a:lnTo>
                    <a:pt x="598288" y="14719"/>
                  </a:lnTo>
                  <a:lnTo>
                    <a:pt x="598899" y="15168"/>
                  </a:lnTo>
                  <a:lnTo>
                    <a:pt x="599390" y="16308"/>
                  </a:lnTo>
                  <a:lnTo>
                    <a:pt x="599431" y="17709"/>
                  </a:lnTo>
                  <a:lnTo>
                    <a:pt x="599264" y="18462"/>
                  </a:lnTo>
                  <a:lnTo>
                    <a:pt x="599809" y="19646"/>
                  </a:lnTo>
                  <a:lnTo>
                    <a:pt x="600438" y="19646"/>
                  </a:lnTo>
                  <a:lnTo>
                    <a:pt x="601463" y="20213"/>
                  </a:lnTo>
                  <a:lnTo>
                    <a:pt x="602266" y="22307"/>
                  </a:lnTo>
                  <a:lnTo>
                    <a:pt x="602987" y="23277"/>
                  </a:lnTo>
                  <a:lnTo>
                    <a:pt x="603492" y="24116"/>
                  </a:lnTo>
                  <a:lnTo>
                    <a:pt x="603583" y="24813"/>
                  </a:lnTo>
                  <a:lnTo>
                    <a:pt x="603630" y="25519"/>
                  </a:lnTo>
                  <a:lnTo>
                    <a:pt x="603479" y="26066"/>
                  </a:lnTo>
                  <a:lnTo>
                    <a:pt x="603205" y="26966"/>
                  </a:lnTo>
                  <a:lnTo>
                    <a:pt x="603122" y="27935"/>
                  </a:lnTo>
                  <a:lnTo>
                    <a:pt x="603466" y="29025"/>
                  </a:lnTo>
                  <a:lnTo>
                    <a:pt x="604740" y="29814"/>
                  </a:lnTo>
                  <a:lnTo>
                    <a:pt x="605175" y="30626"/>
                  </a:lnTo>
                  <a:lnTo>
                    <a:pt x="605273" y="31669"/>
                  </a:lnTo>
                  <a:lnTo>
                    <a:pt x="605672" y="32822"/>
                  </a:lnTo>
                  <a:lnTo>
                    <a:pt x="606538" y="34154"/>
                  </a:lnTo>
                  <a:lnTo>
                    <a:pt x="606870" y="35269"/>
                  </a:lnTo>
                  <a:lnTo>
                    <a:pt x="606669" y="36167"/>
                  </a:lnTo>
                  <a:lnTo>
                    <a:pt x="606923" y="36917"/>
                  </a:lnTo>
                  <a:lnTo>
                    <a:pt x="607351" y="37500"/>
                  </a:lnTo>
                  <a:lnTo>
                    <a:pt x="607443" y="39628"/>
                  </a:lnTo>
                  <a:lnTo>
                    <a:pt x="607481" y="40855"/>
                  </a:lnTo>
                  <a:lnTo>
                    <a:pt x="608180" y="42230"/>
                  </a:lnTo>
                  <a:lnTo>
                    <a:pt x="608324" y="45042"/>
                  </a:lnTo>
                  <a:lnTo>
                    <a:pt x="608813" y="48158"/>
                  </a:lnTo>
                  <a:lnTo>
                    <a:pt x="610461" y="52429"/>
                  </a:lnTo>
                  <a:lnTo>
                    <a:pt x="611002" y="54742"/>
                  </a:lnTo>
                  <a:lnTo>
                    <a:pt x="610863" y="57493"/>
                  </a:lnTo>
                  <a:lnTo>
                    <a:pt x="611099" y="58782"/>
                  </a:lnTo>
                  <a:lnTo>
                    <a:pt x="611851" y="59409"/>
                  </a:lnTo>
                  <a:lnTo>
                    <a:pt x="612207" y="60574"/>
                  </a:lnTo>
                  <a:lnTo>
                    <a:pt x="612164" y="62276"/>
                  </a:lnTo>
                  <a:lnTo>
                    <a:pt x="612459" y="63334"/>
                  </a:lnTo>
                  <a:lnTo>
                    <a:pt x="612694" y="64459"/>
                  </a:lnTo>
                  <a:lnTo>
                    <a:pt x="612533" y="66211"/>
                  </a:lnTo>
                  <a:lnTo>
                    <a:pt x="612770" y="67792"/>
                  </a:lnTo>
                  <a:lnTo>
                    <a:pt x="613153" y="68715"/>
                  </a:lnTo>
                  <a:lnTo>
                    <a:pt x="613428" y="70424"/>
                  </a:lnTo>
                  <a:lnTo>
                    <a:pt x="613580" y="72556"/>
                  </a:lnTo>
                  <a:lnTo>
                    <a:pt x="614681" y="75932"/>
                  </a:lnTo>
                  <a:lnTo>
                    <a:pt x="616727" y="80555"/>
                  </a:lnTo>
                  <a:lnTo>
                    <a:pt x="617979" y="84145"/>
                  </a:lnTo>
                  <a:lnTo>
                    <a:pt x="618438" y="86705"/>
                  </a:lnTo>
                  <a:lnTo>
                    <a:pt x="618441" y="88810"/>
                  </a:lnTo>
                  <a:lnTo>
                    <a:pt x="617993" y="90462"/>
                  </a:lnTo>
                  <a:lnTo>
                    <a:pt x="617968" y="91664"/>
                  </a:lnTo>
                  <a:lnTo>
                    <a:pt x="618368" y="92415"/>
                  </a:lnTo>
                  <a:lnTo>
                    <a:pt x="618487" y="93434"/>
                  </a:lnTo>
                  <a:lnTo>
                    <a:pt x="618326" y="94718"/>
                  </a:lnTo>
                  <a:lnTo>
                    <a:pt x="618995" y="96242"/>
                  </a:lnTo>
                  <a:lnTo>
                    <a:pt x="621238" y="98889"/>
                  </a:lnTo>
                  <a:lnTo>
                    <a:pt x="620341" y="102946"/>
                  </a:lnTo>
                  <a:lnTo>
                    <a:pt x="620105" y="105802"/>
                  </a:lnTo>
                  <a:lnTo>
                    <a:pt x="620228" y="108804"/>
                  </a:lnTo>
                  <a:lnTo>
                    <a:pt x="620784" y="110921"/>
                  </a:lnTo>
                  <a:lnTo>
                    <a:pt x="621773" y="112150"/>
                  </a:lnTo>
                  <a:lnTo>
                    <a:pt x="622388" y="113434"/>
                  </a:lnTo>
                  <a:lnTo>
                    <a:pt x="622630" y="114770"/>
                  </a:lnTo>
                  <a:lnTo>
                    <a:pt x="623816" y="116231"/>
                  </a:lnTo>
                  <a:lnTo>
                    <a:pt x="625949" y="117812"/>
                  </a:lnTo>
                  <a:lnTo>
                    <a:pt x="628683" y="118087"/>
                  </a:lnTo>
                  <a:lnTo>
                    <a:pt x="632016" y="117054"/>
                  </a:lnTo>
                  <a:lnTo>
                    <a:pt x="634055" y="116880"/>
                  </a:lnTo>
                  <a:lnTo>
                    <a:pt x="634804" y="117565"/>
                  </a:lnTo>
                  <a:lnTo>
                    <a:pt x="635057" y="118603"/>
                  </a:lnTo>
                  <a:lnTo>
                    <a:pt x="634819" y="119995"/>
                  </a:lnTo>
                  <a:lnTo>
                    <a:pt x="635383" y="120910"/>
                  </a:lnTo>
                  <a:lnTo>
                    <a:pt x="636752" y="121348"/>
                  </a:lnTo>
                  <a:lnTo>
                    <a:pt x="637696" y="122225"/>
                  </a:lnTo>
                  <a:lnTo>
                    <a:pt x="638212" y="123543"/>
                  </a:lnTo>
                  <a:lnTo>
                    <a:pt x="638844" y="123915"/>
                  </a:lnTo>
                  <a:lnTo>
                    <a:pt x="639593" y="123344"/>
                  </a:lnTo>
                  <a:lnTo>
                    <a:pt x="640321" y="123424"/>
                  </a:lnTo>
                  <a:lnTo>
                    <a:pt x="641028" y="124157"/>
                  </a:lnTo>
                  <a:lnTo>
                    <a:pt x="641491" y="123906"/>
                  </a:lnTo>
                  <a:lnTo>
                    <a:pt x="641889" y="123106"/>
                  </a:lnTo>
                  <a:lnTo>
                    <a:pt x="642534" y="123106"/>
                  </a:lnTo>
                  <a:lnTo>
                    <a:pt x="643195" y="123124"/>
                  </a:lnTo>
                  <a:lnTo>
                    <a:pt x="643604" y="125056"/>
                  </a:lnTo>
                  <a:lnTo>
                    <a:pt x="644268" y="126143"/>
                  </a:lnTo>
                  <a:lnTo>
                    <a:pt x="645185" y="126384"/>
                  </a:lnTo>
                  <a:lnTo>
                    <a:pt x="646583" y="128737"/>
                  </a:lnTo>
                  <a:lnTo>
                    <a:pt x="649397" y="135433"/>
                  </a:lnTo>
                  <a:lnTo>
                    <a:pt x="651226" y="137815"/>
                  </a:lnTo>
                  <a:lnTo>
                    <a:pt x="653058" y="138563"/>
                  </a:lnTo>
                  <a:lnTo>
                    <a:pt x="655335" y="138715"/>
                  </a:lnTo>
                  <a:lnTo>
                    <a:pt x="656073" y="141315"/>
                  </a:lnTo>
                  <a:lnTo>
                    <a:pt x="655479" y="144066"/>
                  </a:lnTo>
                  <a:lnTo>
                    <a:pt x="655324" y="146360"/>
                  </a:lnTo>
                  <a:lnTo>
                    <a:pt x="655843" y="147182"/>
                  </a:lnTo>
                  <a:lnTo>
                    <a:pt x="656556" y="149879"/>
                  </a:lnTo>
                  <a:lnTo>
                    <a:pt x="657565" y="151446"/>
                  </a:lnTo>
                  <a:lnTo>
                    <a:pt x="657756" y="152685"/>
                  </a:lnTo>
                  <a:lnTo>
                    <a:pt x="658226" y="154072"/>
                  </a:lnTo>
                  <a:lnTo>
                    <a:pt x="658029" y="156640"/>
                  </a:lnTo>
                  <a:lnTo>
                    <a:pt x="657165" y="160391"/>
                  </a:lnTo>
                  <a:lnTo>
                    <a:pt x="657401" y="163594"/>
                  </a:lnTo>
                  <a:lnTo>
                    <a:pt x="658736" y="166247"/>
                  </a:lnTo>
                  <a:lnTo>
                    <a:pt x="659505" y="168804"/>
                  </a:lnTo>
                  <a:lnTo>
                    <a:pt x="659705" y="171260"/>
                  </a:lnTo>
                  <a:lnTo>
                    <a:pt x="660040" y="172752"/>
                  </a:lnTo>
                  <a:lnTo>
                    <a:pt x="660509" y="173280"/>
                  </a:lnTo>
                  <a:lnTo>
                    <a:pt x="661881" y="173097"/>
                  </a:lnTo>
                  <a:lnTo>
                    <a:pt x="664153" y="172205"/>
                  </a:lnTo>
                  <a:lnTo>
                    <a:pt x="665821" y="172359"/>
                  </a:lnTo>
                  <a:lnTo>
                    <a:pt x="666885" y="173558"/>
                  </a:lnTo>
                  <a:lnTo>
                    <a:pt x="669515" y="173603"/>
                  </a:lnTo>
                  <a:lnTo>
                    <a:pt x="673710" y="172496"/>
                  </a:lnTo>
                  <a:lnTo>
                    <a:pt x="676361" y="172156"/>
                  </a:lnTo>
                  <a:lnTo>
                    <a:pt x="677467" y="172584"/>
                  </a:lnTo>
                  <a:lnTo>
                    <a:pt x="678453" y="171003"/>
                  </a:lnTo>
                  <a:lnTo>
                    <a:pt x="679316" y="167410"/>
                  </a:lnTo>
                  <a:lnTo>
                    <a:pt x="680125" y="165721"/>
                  </a:lnTo>
                  <a:lnTo>
                    <a:pt x="680880" y="165933"/>
                  </a:lnTo>
                  <a:lnTo>
                    <a:pt x="682080" y="164780"/>
                  </a:lnTo>
                  <a:lnTo>
                    <a:pt x="683726" y="162260"/>
                  </a:lnTo>
                  <a:lnTo>
                    <a:pt x="685152" y="161040"/>
                  </a:lnTo>
                  <a:lnTo>
                    <a:pt x="686960" y="161163"/>
                  </a:lnTo>
                  <a:lnTo>
                    <a:pt x="688884" y="161291"/>
                  </a:lnTo>
                  <a:lnTo>
                    <a:pt x="690091" y="160232"/>
                  </a:lnTo>
                  <a:lnTo>
                    <a:pt x="691225" y="158025"/>
                  </a:lnTo>
                  <a:lnTo>
                    <a:pt x="693186" y="156074"/>
                  </a:lnTo>
                  <a:lnTo>
                    <a:pt x="697371" y="153528"/>
                  </a:lnTo>
                  <a:lnTo>
                    <a:pt x="698378" y="153128"/>
                  </a:lnTo>
                  <a:lnTo>
                    <a:pt x="698857" y="153264"/>
                  </a:lnTo>
                  <a:lnTo>
                    <a:pt x="700252" y="153663"/>
                  </a:lnTo>
                  <a:lnTo>
                    <a:pt x="701488" y="154656"/>
                  </a:lnTo>
                  <a:lnTo>
                    <a:pt x="702658" y="156660"/>
                  </a:lnTo>
                  <a:lnTo>
                    <a:pt x="702837" y="157944"/>
                  </a:lnTo>
                  <a:lnTo>
                    <a:pt x="702705" y="159632"/>
                  </a:lnTo>
                  <a:lnTo>
                    <a:pt x="702451" y="160612"/>
                  </a:lnTo>
                  <a:lnTo>
                    <a:pt x="701969" y="161713"/>
                  </a:lnTo>
                  <a:lnTo>
                    <a:pt x="701516" y="163497"/>
                  </a:lnTo>
                  <a:lnTo>
                    <a:pt x="701807" y="164896"/>
                  </a:lnTo>
                  <a:lnTo>
                    <a:pt x="702486" y="167878"/>
                  </a:lnTo>
                  <a:lnTo>
                    <a:pt x="703042" y="170031"/>
                  </a:lnTo>
                  <a:lnTo>
                    <a:pt x="703660" y="172571"/>
                  </a:lnTo>
                  <a:lnTo>
                    <a:pt x="703382" y="173486"/>
                  </a:lnTo>
                  <a:lnTo>
                    <a:pt x="703010" y="175248"/>
                  </a:lnTo>
                  <a:lnTo>
                    <a:pt x="701863" y="178232"/>
                  </a:lnTo>
                  <a:lnTo>
                    <a:pt x="701238" y="179376"/>
                  </a:lnTo>
                  <a:lnTo>
                    <a:pt x="700566" y="180492"/>
                  </a:lnTo>
                  <a:lnTo>
                    <a:pt x="699404" y="180762"/>
                  </a:lnTo>
                  <a:lnTo>
                    <a:pt x="698909" y="181021"/>
                  </a:lnTo>
                  <a:lnTo>
                    <a:pt x="698349" y="181491"/>
                  </a:lnTo>
                  <a:lnTo>
                    <a:pt x="697995" y="182550"/>
                  </a:lnTo>
                  <a:lnTo>
                    <a:pt x="697594" y="183292"/>
                  </a:lnTo>
                  <a:lnTo>
                    <a:pt x="696932" y="184782"/>
                  </a:lnTo>
                  <a:lnTo>
                    <a:pt x="696878" y="186066"/>
                  </a:lnTo>
                  <a:lnTo>
                    <a:pt x="697180" y="187972"/>
                  </a:lnTo>
                  <a:lnTo>
                    <a:pt x="697329" y="189927"/>
                  </a:lnTo>
                  <a:lnTo>
                    <a:pt x="696578" y="191673"/>
                  </a:lnTo>
                  <a:lnTo>
                    <a:pt x="695997" y="194358"/>
                  </a:lnTo>
                  <a:lnTo>
                    <a:pt x="695824" y="195166"/>
                  </a:lnTo>
                  <a:lnTo>
                    <a:pt x="695532" y="197199"/>
                  </a:lnTo>
                  <a:lnTo>
                    <a:pt x="695446" y="197903"/>
                  </a:lnTo>
                  <a:lnTo>
                    <a:pt x="695263" y="202187"/>
                  </a:lnTo>
                  <a:lnTo>
                    <a:pt x="694513" y="205110"/>
                  </a:lnTo>
                  <a:lnTo>
                    <a:pt x="693467" y="208512"/>
                  </a:lnTo>
                  <a:lnTo>
                    <a:pt x="693699" y="210538"/>
                  </a:lnTo>
                  <a:lnTo>
                    <a:pt x="693883" y="212418"/>
                  </a:lnTo>
                  <a:lnTo>
                    <a:pt x="693624" y="213331"/>
                  </a:lnTo>
                  <a:lnTo>
                    <a:pt x="693561" y="214128"/>
                  </a:lnTo>
                  <a:lnTo>
                    <a:pt x="693406" y="215940"/>
                  </a:lnTo>
                  <a:lnTo>
                    <a:pt x="693078" y="216634"/>
                  </a:lnTo>
                  <a:lnTo>
                    <a:pt x="692127" y="217766"/>
                  </a:lnTo>
                  <a:lnTo>
                    <a:pt x="691558" y="219131"/>
                  </a:lnTo>
                  <a:lnTo>
                    <a:pt x="691678" y="221203"/>
                  </a:lnTo>
                  <a:lnTo>
                    <a:pt x="691386" y="222997"/>
                  </a:lnTo>
                  <a:lnTo>
                    <a:pt x="690950" y="224584"/>
                  </a:lnTo>
                  <a:lnTo>
                    <a:pt x="690491" y="225615"/>
                  </a:lnTo>
                  <a:lnTo>
                    <a:pt x="689837" y="226281"/>
                  </a:lnTo>
                  <a:lnTo>
                    <a:pt x="689399" y="226842"/>
                  </a:lnTo>
                  <a:lnTo>
                    <a:pt x="689072" y="228862"/>
                  </a:lnTo>
                  <a:lnTo>
                    <a:pt x="688969" y="230421"/>
                  </a:lnTo>
                  <a:lnTo>
                    <a:pt x="688663" y="231975"/>
                  </a:lnTo>
                  <a:lnTo>
                    <a:pt x="688853" y="233567"/>
                  </a:lnTo>
                  <a:lnTo>
                    <a:pt x="688516" y="234942"/>
                  </a:lnTo>
                  <a:lnTo>
                    <a:pt x="687585" y="235901"/>
                  </a:lnTo>
                  <a:lnTo>
                    <a:pt x="687057" y="236467"/>
                  </a:lnTo>
                  <a:lnTo>
                    <a:pt x="686567" y="236698"/>
                  </a:lnTo>
                  <a:lnTo>
                    <a:pt x="685635" y="238188"/>
                  </a:lnTo>
                  <a:lnTo>
                    <a:pt x="684799" y="243312"/>
                  </a:lnTo>
                  <a:lnTo>
                    <a:pt x="684609" y="246295"/>
                  </a:lnTo>
                  <a:lnTo>
                    <a:pt x="684800" y="248947"/>
                  </a:lnTo>
                  <a:lnTo>
                    <a:pt x="683629" y="250607"/>
                  </a:lnTo>
                  <a:lnTo>
                    <a:pt x="682758" y="251925"/>
                  </a:lnTo>
                  <a:lnTo>
                    <a:pt x="682214" y="251449"/>
                  </a:lnTo>
                  <a:lnTo>
                    <a:pt x="681638" y="251003"/>
                  </a:lnTo>
                  <a:lnTo>
                    <a:pt x="680308" y="250429"/>
                  </a:lnTo>
                  <a:lnTo>
                    <a:pt x="679646" y="250041"/>
                  </a:lnTo>
                  <a:lnTo>
                    <a:pt x="678304" y="249181"/>
                  </a:lnTo>
                  <a:lnTo>
                    <a:pt x="676163" y="248083"/>
                  </a:lnTo>
                  <a:lnTo>
                    <a:pt x="674073" y="246803"/>
                  </a:lnTo>
                  <a:lnTo>
                    <a:pt x="672762" y="246132"/>
                  </a:lnTo>
                  <a:lnTo>
                    <a:pt x="671728" y="245600"/>
                  </a:lnTo>
                  <a:lnTo>
                    <a:pt x="670942" y="244721"/>
                  </a:lnTo>
                  <a:lnTo>
                    <a:pt x="670281" y="243151"/>
                  </a:lnTo>
                  <a:lnTo>
                    <a:pt x="669626" y="243789"/>
                  </a:lnTo>
                  <a:lnTo>
                    <a:pt x="669018" y="245640"/>
                  </a:lnTo>
                  <a:lnTo>
                    <a:pt x="668004" y="246741"/>
                  </a:lnTo>
                  <a:lnTo>
                    <a:pt x="667544" y="248774"/>
                  </a:lnTo>
                  <a:lnTo>
                    <a:pt x="667138" y="250338"/>
                  </a:lnTo>
                  <a:lnTo>
                    <a:pt x="666088" y="252422"/>
                  </a:lnTo>
                  <a:lnTo>
                    <a:pt x="665621" y="253282"/>
                  </a:lnTo>
                  <a:lnTo>
                    <a:pt x="663565" y="254697"/>
                  </a:lnTo>
                  <a:lnTo>
                    <a:pt x="663101" y="255169"/>
                  </a:lnTo>
                  <a:lnTo>
                    <a:pt x="661425" y="255469"/>
                  </a:lnTo>
                  <a:lnTo>
                    <a:pt x="660858" y="256094"/>
                  </a:lnTo>
                  <a:lnTo>
                    <a:pt x="660267" y="257410"/>
                  </a:lnTo>
                  <a:lnTo>
                    <a:pt x="660107" y="258721"/>
                  </a:lnTo>
                  <a:lnTo>
                    <a:pt x="660523" y="260102"/>
                  </a:lnTo>
                  <a:lnTo>
                    <a:pt x="661176" y="262866"/>
                  </a:lnTo>
                  <a:lnTo>
                    <a:pt x="661478" y="264758"/>
                  </a:lnTo>
                  <a:lnTo>
                    <a:pt x="661925" y="268495"/>
                  </a:lnTo>
                  <a:lnTo>
                    <a:pt x="663416" y="280244"/>
                  </a:lnTo>
                  <a:lnTo>
                    <a:pt x="662932" y="282272"/>
                  </a:lnTo>
                  <a:lnTo>
                    <a:pt x="662483" y="291083"/>
                  </a:lnTo>
                  <a:lnTo>
                    <a:pt x="662591" y="292675"/>
                  </a:lnTo>
                  <a:lnTo>
                    <a:pt x="662550" y="295151"/>
                  </a:lnTo>
                  <a:lnTo>
                    <a:pt x="662577" y="296969"/>
                  </a:lnTo>
                  <a:lnTo>
                    <a:pt x="662885" y="297416"/>
                  </a:lnTo>
                  <a:lnTo>
                    <a:pt x="663285" y="298048"/>
                  </a:lnTo>
                  <a:lnTo>
                    <a:pt x="663491" y="299111"/>
                  </a:lnTo>
                  <a:lnTo>
                    <a:pt x="663439" y="300736"/>
                  </a:lnTo>
                  <a:lnTo>
                    <a:pt x="663232" y="301931"/>
                  </a:lnTo>
                  <a:lnTo>
                    <a:pt x="662917" y="304291"/>
                  </a:lnTo>
                  <a:lnTo>
                    <a:pt x="662499" y="307706"/>
                  </a:lnTo>
                  <a:lnTo>
                    <a:pt x="662038" y="309024"/>
                  </a:lnTo>
                  <a:lnTo>
                    <a:pt x="661732" y="310062"/>
                  </a:lnTo>
                  <a:lnTo>
                    <a:pt x="661469" y="310782"/>
                  </a:lnTo>
                  <a:lnTo>
                    <a:pt x="661439" y="313199"/>
                  </a:lnTo>
                  <a:lnTo>
                    <a:pt x="661267" y="314796"/>
                  </a:lnTo>
                  <a:lnTo>
                    <a:pt x="660542" y="315362"/>
                  </a:lnTo>
                  <a:lnTo>
                    <a:pt x="659821" y="316288"/>
                  </a:lnTo>
                  <a:lnTo>
                    <a:pt x="658965" y="315946"/>
                  </a:lnTo>
                  <a:lnTo>
                    <a:pt x="658215" y="316138"/>
                  </a:lnTo>
                  <a:lnTo>
                    <a:pt x="657284" y="316759"/>
                  </a:lnTo>
                  <a:lnTo>
                    <a:pt x="655613" y="317474"/>
                  </a:lnTo>
                  <a:lnTo>
                    <a:pt x="654643" y="318435"/>
                  </a:lnTo>
                  <a:lnTo>
                    <a:pt x="654180" y="319135"/>
                  </a:lnTo>
                  <a:lnTo>
                    <a:pt x="653859" y="319973"/>
                  </a:lnTo>
                  <a:lnTo>
                    <a:pt x="653802" y="320777"/>
                  </a:lnTo>
                  <a:lnTo>
                    <a:pt x="654025" y="321200"/>
                  </a:lnTo>
                  <a:lnTo>
                    <a:pt x="654961" y="321531"/>
                  </a:lnTo>
                  <a:lnTo>
                    <a:pt x="655605" y="323041"/>
                  </a:lnTo>
                  <a:lnTo>
                    <a:pt x="655696" y="3246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3161546" y="3481975"/>
              <a:ext cx="1837" cy="1729"/>
            </a:xfrm>
            <a:custGeom>
              <a:avLst/>
              <a:pathLst>
                <a:path w="1837" h="1729">
                  <a:moveTo>
                    <a:pt x="1837" y="558"/>
                  </a:moveTo>
                  <a:lnTo>
                    <a:pt x="1523" y="1729"/>
                  </a:lnTo>
                  <a:lnTo>
                    <a:pt x="0" y="979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3099895" y="3317184"/>
              <a:ext cx="70172" cy="188308"/>
            </a:xfrm>
            <a:custGeom>
              <a:avLst/>
              <a:pathLst>
                <a:path w="70172" h="188308">
                  <a:moveTo>
                    <a:pt x="35445" y="8807"/>
                  </a:moveTo>
                  <a:lnTo>
                    <a:pt x="36161" y="10770"/>
                  </a:lnTo>
                  <a:lnTo>
                    <a:pt x="37070" y="12116"/>
                  </a:lnTo>
                  <a:lnTo>
                    <a:pt x="38451" y="11949"/>
                  </a:lnTo>
                  <a:lnTo>
                    <a:pt x="39452" y="12748"/>
                  </a:lnTo>
                  <a:lnTo>
                    <a:pt x="40320" y="14256"/>
                  </a:lnTo>
                  <a:lnTo>
                    <a:pt x="40902" y="17603"/>
                  </a:lnTo>
                  <a:lnTo>
                    <a:pt x="41538" y="20022"/>
                  </a:lnTo>
                  <a:lnTo>
                    <a:pt x="41816" y="23461"/>
                  </a:lnTo>
                  <a:lnTo>
                    <a:pt x="42819" y="25268"/>
                  </a:lnTo>
                  <a:lnTo>
                    <a:pt x="43605" y="26089"/>
                  </a:lnTo>
                  <a:lnTo>
                    <a:pt x="44671" y="28589"/>
                  </a:lnTo>
                  <a:lnTo>
                    <a:pt x="45776" y="29859"/>
                  </a:lnTo>
                  <a:lnTo>
                    <a:pt x="46917" y="29566"/>
                  </a:lnTo>
                  <a:lnTo>
                    <a:pt x="47451" y="30873"/>
                  </a:lnTo>
                  <a:lnTo>
                    <a:pt x="48303" y="31796"/>
                  </a:lnTo>
                  <a:lnTo>
                    <a:pt x="49154" y="31864"/>
                  </a:lnTo>
                  <a:lnTo>
                    <a:pt x="49903" y="28982"/>
                  </a:lnTo>
                  <a:lnTo>
                    <a:pt x="50893" y="27845"/>
                  </a:lnTo>
                  <a:lnTo>
                    <a:pt x="53398" y="25543"/>
                  </a:lnTo>
                  <a:lnTo>
                    <a:pt x="54386" y="24500"/>
                  </a:lnTo>
                  <a:lnTo>
                    <a:pt x="55387" y="23842"/>
                  </a:lnTo>
                  <a:lnTo>
                    <a:pt x="57798" y="23631"/>
                  </a:lnTo>
                  <a:lnTo>
                    <a:pt x="60040" y="24341"/>
                  </a:lnTo>
                  <a:lnTo>
                    <a:pt x="61152" y="24875"/>
                  </a:lnTo>
                  <a:lnTo>
                    <a:pt x="61913" y="24484"/>
                  </a:lnTo>
                  <a:lnTo>
                    <a:pt x="62636" y="25852"/>
                  </a:lnTo>
                  <a:lnTo>
                    <a:pt x="63383" y="28720"/>
                  </a:lnTo>
                  <a:lnTo>
                    <a:pt x="63995" y="29642"/>
                  </a:lnTo>
                  <a:lnTo>
                    <a:pt x="64621" y="30634"/>
                  </a:lnTo>
                  <a:lnTo>
                    <a:pt x="65082" y="32897"/>
                  </a:lnTo>
                  <a:lnTo>
                    <a:pt x="65626" y="35147"/>
                  </a:lnTo>
                  <a:lnTo>
                    <a:pt x="65923" y="36142"/>
                  </a:lnTo>
                  <a:lnTo>
                    <a:pt x="66595" y="38361"/>
                  </a:lnTo>
                  <a:lnTo>
                    <a:pt x="67172" y="38394"/>
                  </a:lnTo>
                  <a:lnTo>
                    <a:pt x="67740" y="37436"/>
                  </a:lnTo>
                  <a:lnTo>
                    <a:pt x="67986" y="36721"/>
                  </a:lnTo>
                  <a:lnTo>
                    <a:pt x="68098" y="38187"/>
                  </a:lnTo>
                  <a:lnTo>
                    <a:pt x="67872" y="40562"/>
                  </a:lnTo>
                  <a:lnTo>
                    <a:pt x="67917" y="42030"/>
                  </a:lnTo>
                  <a:lnTo>
                    <a:pt x="68235" y="42593"/>
                  </a:lnTo>
                  <a:lnTo>
                    <a:pt x="68062" y="44485"/>
                  </a:lnTo>
                  <a:lnTo>
                    <a:pt x="67401" y="47705"/>
                  </a:lnTo>
                  <a:lnTo>
                    <a:pt x="67398" y="49611"/>
                  </a:lnTo>
                  <a:lnTo>
                    <a:pt x="68054" y="50203"/>
                  </a:lnTo>
                  <a:lnTo>
                    <a:pt x="68522" y="52227"/>
                  </a:lnTo>
                  <a:lnTo>
                    <a:pt x="68802" y="55684"/>
                  </a:lnTo>
                  <a:lnTo>
                    <a:pt x="69084" y="56841"/>
                  </a:lnTo>
                  <a:lnTo>
                    <a:pt x="69112" y="57552"/>
                  </a:lnTo>
                  <a:lnTo>
                    <a:pt x="69585" y="65925"/>
                  </a:lnTo>
                  <a:lnTo>
                    <a:pt x="70172" y="74325"/>
                  </a:lnTo>
                  <a:lnTo>
                    <a:pt x="69799" y="75422"/>
                  </a:lnTo>
                  <a:lnTo>
                    <a:pt x="69287" y="75742"/>
                  </a:lnTo>
                  <a:lnTo>
                    <a:pt x="68954" y="76133"/>
                  </a:lnTo>
                  <a:lnTo>
                    <a:pt x="68859" y="76915"/>
                  </a:lnTo>
                  <a:lnTo>
                    <a:pt x="69078" y="78064"/>
                  </a:lnTo>
                  <a:lnTo>
                    <a:pt x="68935" y="79114"/>
                  </a:lnTo>
                  <a:lnTo>
                    <a:pt x="68297" y="79837"/>
                  </a:lnTo>
                  <a:lnTo>
                    <a:pt x="66905" y="82505"/>
                  </a:lnTo>
                  <a:lnTo>
                    <a:pt x="66809" y="83566"/>
                  </a:lnTo>
                  <a:lnTo>
                    <a:pt x="66441" y="85840"/>
                  </a:lnTo>
                  <a:lnTo>
                    <a:pt x="66133" y="87228"/>
                  </a:lnTo>
                  <a:lnTo>
                    <a:pt x="65679" y="89801"/>
                  </a:lnTo>
                  <a:lnTo>
                    <a:pt x="64957" y="96611"/>
                  </a:lnTo>
                  <a:lnTo>
                    <a:pt x="64689" y="102252"/>
                  </a:lnTo>
                  <a:lnTo>
                    <a:pt x="64649" y="103988"/>
                  </a:lnTo>
                  <a:lnTo>
                    <a:pt x="64369" y="105203"/>
                  </a:lnTo>
                  <a:lnTo>
                    <a:pt x="64052" y="106952"/>
                  </a:lnTo>
                  <a:lnTo>
                    <a:pt x="62542" y="111787"/>
                  </a:lnTo>
                  <a:lnTo>
                    <a:pt x="61772" y="115739"/>
                  </a:lnTo>
                  <a:lnTo>
                    <a:pt x="61872" y="117456"/>
                  </a:lnTo>
                  <a:lnTo>
                    <a:pt x="61906" y="119180"/>
                  </a:lnTo>
                  <a:lnTo>
                    <a:pt x="61679" y="120423"/>
                  </a:lnTo>
                  <a:lnTo>
                    <a:pt x="61720" y="123764"/>
                  </a:lnTo>
                  <a:lnTo>
                    <a:pt x="61908" y="126558"/>
                  </a:lnTo>
                  <a:lnTo>
                    <a:pt x="62177" y="129301"/>
                  </a:lnTo>
                  <a:lnTo>
                    <a:pt x="63271" y="137061"/>
                  </a:lnTo>
                  <a:lnTo>
                    <a:pt x="63839" y="141770"/>
                  </a:lnTo>
                  <a:lnTo>
                    <a:pt x="64195" y="145568"/>
                  </a:lnTo>
                  <a:lnTo>
                    <a:pt x="64505" y="148121"/>
                  </a:lnTo>
                  <a:lnTo>
                    <a:pt x="64799" y="149157"/>
                  </a:lnTo>
                  <a:lnTo>
                    <a:pt x="64920" y="150140"/>
                  </a:lnTo>
                  <a:lnTo>
                    <a:pt x="66543" y="150844"/>
                  </a:lnTo>
                  <a:lnTo>
                    <a:pt x="66860" y="151408"/>
                  </a:lnTo>
                  <a:lnTo>
                    <a:pt x="67305" y="156360"/>
                  </a:lnTo>
                  <a:lnTo>
                    <a:pt x="67226" y="158593"/>
                  </a:lnTo>
                  <a:lnTo>
                    <a:pt x="66907" y="159442"/>
                  </a:lnTo>
                  <a:lnTo>
                    <a:pt x="66918" y="161336"/>
                  </a:lnTo>
                  <a:lnTo>
                    <a:pt x="66842" y="163688"/>
                  </a:lnTo>
                  <a:lnTo>
                    <a:pt x="66607" y="164619"/>
                  </a:lnTo>
                  <a:lnTo>
                    <a:pt x="65697" y="164737"/>
                  </a:lnTo>
                  <a:lnTo>
                    <a:pt x="65080" y="165629"/>
                  </a:lnTo>
                  <a:lnTo>
                    <a:pt x="64265" y="165275"/>
                  </a:lnTo>
                  <a:lnTo>
                    <a:pt x="64188" y="164692"/>
                  </a:lnTo>
                  <a:lnTo>
                    <a:pt x="63750" y="164480"/>
                  </a:lnTo>
                  <a:lnTo>
                    <a:pt x="62544" y="163141"/>
                  </a:lnTo>
                  <a:lnTo>
                    <a:pt x="62743" y="158849"/>
                  </a:lnTo>
                  <a:lnTo>
                    <a:pt x="62185" y="158665"/>
                  </a:lnTo>
                  <a:lnTo>
                    <a:pt x="61751" y="159230"/>
                  </a:lnTo>
                  <a:lnTo>
                    <a:pt x="60895" y="164389"/>
                  </a:lnTo>
                  <a:lnTo>
                    <a:pt x="60486" y="165279"/>
                  </a:lnTo>
                  <a:lnTo>
                    <a:pt x="54467" y="162619"/>
                  </a:lnTo>
                  <a:lnTo>
                    <a:pt x="53160" y="160478"/>
                  </a:lnTo>
                  <a:lnTo>
                    <a:pt x="51595" y="159989"/>
                  </a:lnTo>
                  <a:lnTo>
                    <a:pt x="48866" y="160234"/>
                  </a:lnTo>
                  <a:lnTo>
                    <a:pt x="46616" y="160870"/>
                  </a:lnTo>
                  <a:lnTo>
                    <a:pt x="45971" y="162170"/>
                  </a:lnTo>
                  <a:lnTo>
                    <a:pt x="51652" y="161410"/>
                  </a:lnTo>
                  <a:lnTo>
                    <a:pt x="52263" y="161557"/>
                  </a:lnTo>
                  <a:lnTo>
                    <a:pt x="52549" y="162340"/>
                  </a:lnTo>
                  <a:lnTo>
                    <a:pt x="45365" y="164041"/>
                  </a:lnTo>
                  <a:lnTo>
                    <a:pt x="42624" y="165053"/>
                  </a:lnTo>
                  <a:lnTo>
                    <a:pt x="41813" y="164774"/>
                  </a:lnTo>
                  <a:lnTo>
                    <a:pt x="41197" y="163124"/>
                  </a:lnTo>
                  <a:lnTo>
                    <a:pt x="38220" y="162928"/>
                  </a:lnTo>
                  <a:lnTo>
                    <a:pt x="37609" y="163467"/>
                  </a:lnTo>
                  <a:lnTo>
                    <a:pt x="37240" y="164685"/>
                  </a:lnTo>
                  <a:lnTo>
                    <a:pt x="38411" y="164421"/>
                  </a:lnTo>
                  <a:lnTo>
                    <a:pt x="40263" y="164349"/>
                  </a:lnTo>
                  <a:lnTo>
                    <a:pt x="40758" y="165279"/>
                  </a:lnTo>
                  <a:lnTo>
                    <a:pt x="34970" y="166497"/>
                  </a:lnTo>
                  <a:lnTo>
                    <a:pt x="30954" y="168817"/>
                  </a:lnTo>
                  <a:lnTo>
                    <a:pt x="29251" y="170534"/>
                  </a:lnTo>
                  <a:lnTo>
                    <a:pt x="23650" y="176180"/>
                  </a:lnTo>
                  <a:lnTo>
                    <a:pt x="20235" y="178848"/>
                  </a:lnTo>
                  <a:lnTo>
                    <a:pt x="19341" y="179827"/>
                  </a:lnTo>
                  <a:lnTo>
                    <a:pt x="17786" y="182593"/>
                  </a:lnTo>
                  <a:lnTo>
                    <a:pt x="15791" y="184329"/>
                  </a:lnTo>
                  <a:lnTo>
                    <a:pt x="13550" y="187578"/>
                  </a:lnTo>
                  <a:lnTo>
                    <a:pt x="12182" y="188308"/>
                  </a:lnTo>
                  <a:lnTo>
                    <a:pt x="11876" y="187271"/>
                  </a:lnTo>
                  <a:lnTo>
                    <a:pt x="11840" y="181778"/>
                  </a:lnTo>
                  <a:lnTo>
                    <a:pt x="11650" y="174414"/>
                  </a:lnTo>
                  <a:lnTo>
                    <a:pt x="11721" y="171600"/>
                  </a:lnTo>
                  <a:lnTo>
                    <a:pt x="11901" y="168950"/>
                  </a:lnTo>
                  <a:lnTo>
                    <a:pt x="11907" y="166757"/>
                  </a:lnTo>
                  <a:lnTo>
                    <a:pt x="12587" y="165934"/>
                  </a:lnTo>
                  <a:lnTo>
                    <a:pt x="12767" y="165010"/>
                  </a:lnTo>
                  <a:lnTo>
                    <a:pt x="12870" y="162154"/>
                  </a:lnTo>
                  <a:lnTo>
                    <a:pt x="13507" y="159551"/>
                  </a:lnTo>
                  <a:lnTo>
                    <a:pt x="13518" y="155019"/>
                  </a:lnTo>
                  <a:lnTo>
                    <a:pt x="13707" y="154073"/>
                  </a:lnTo>
                  <a:lnTo>
                    <a:pt x="13851" y="152871"/>
                  </a:lnTo>
                  <a:lnTo>
                    <a:pt x="13577" y="149895"/>
                  </a:lnTo>
                  <a:lnTo>
                    <a:pt x="13224" y="144280"/>
                  </a:lnTo>
                  <a:lnTo>
                    <a:pt x="13051" y="143914"/>
                  </a:lnTo>
                  <a:lnTo>
                    <a:pt x="12897" y="144156"/>
                  </a:lnTo>
                  <a:lnTo>
                    <a:pt x="12539" y="144259"/>
                  </a:lnTo>
                  <a:lnTo>
                    <a:pt x="11133" y="142318"/>
                  </a:lnTo>
                  <a:lnTo>
                    <a:pt x="10048" y="141984"/>
                  </a:lnTo>
                  <a:lnTo>
                    <a:pt x="9287" y="140327"/>
                  </a:lnTo>
                  <a:lnTo>
                    <a:pt x="9236" y="138441"/>
                  </a:lnTo>
                  <a:lnTo>
                    <a:pt x="8864" y="137335"/>
                  </a:lnTo>
                  <a:lnTo>
                    <a:pt x="8608" y="135155"/>
                  </a:lnTo>
                  <a:lnTo>
                    <a:pt x="8227" y="132651"/>
                  </a:lnTo>
                  <a:lnTo>
                    <a:pt x="7157" y="131136"/>
                  </a:lnTo>
                  <a:lnTo>
                    <a:pt x="6152" y="130774"/>
                  </a:lnTo>
                  <a:lnTo>
                    <a:pt x="5438" y="131095"/>
                  </a:lnTo>
                  <a:lnTo>
                    <a:pt x="4599" y="131001"/>
                  </a:lnTo>
                  <a:lnTo>
                    <a:pt x="3641" y="130164"/>
                  </a:lnTo>
                  <a:lnTo>
                    <a:pt x="2977" y="129212"/>
                  </a:lnTo>
                  <a:lnTo>
                    <a:pt x="2350" y="127382"/>
                  </a:lnTo>
                  <a:lnTo>
                    <a:pt x="1768" y="125925"/>
                  </a:lnTo>
                  <a:lnTo>
                    <a:pt x="1303" y="126105"/>
                  </a:lnTo>
                  <a:lnTo>
                    <a:pt x="736" y="125760"/>
                  </a:lnTo>
                  <a:lnTo>
                    <a:pt x="180" y="125097"/>
                  </a:lnTo>
                  <a:lnTo>
                    <a:pt x="0" y="124586"/>
                  </a:lnTo>
                  <a:lnTo>
                    <a:pt x="2328" y="118756"/>
                  </a:lnTo>
                  <a:lnTo>
                    <a:pt x="3118" y="115906"/>
                  </a:lnTo>
                  <a:lnTo>
                    <a:pt x="3204" y="114167"/>
                  </a:lnTo>
                  <a:lnTo>
                    <a:pt x="3211" y="112406"/>
                  </a:lnTo>
                  <a:lnTo>
                    <a:pt x="3466" y="110605"/>
                  </a:lnTo>
                  <a:lnTo>
                    <a:pt x="3532" y="107855"/>
                  </a:lnTo>
                  <a:lnTo>
                    <a:pt x="2242" y="97873"/>
                  </a:lnTo>
                  <a:lnTo>
                    <a:pt x="1915" y="94783"/>
                  </a:lnTo>
                  <a:lnTo>
                    <a:pt x="1568" y="93878"/>
                  </a:lnTo>
                  <a:lnTo>
                    <a:pt x="1348" y="93539"/>
                  </a:lnTo>
                  <a:lnTo>
                    <a:pt x="1997" y="92258"/>
                  </a:lnTo>
                  <a:lnTo>
                    <a:pt x="2897" y="92591"/>
                  </a:lnTo>
                  <a:lnTo>
                    <a:pt x="4277" y="93591"/>
                  </a:lnTo>
                  <a:lnTo>
                    <a:pt x="4575" y="92601"/>
                  </a:lnTo>
                  <a:lnTo>
                    <a:pt x="5617" y="87563"/>
                  </a:lnTo>
                  <a:lnTo>
                    <a:pt x="5589" y="85693"/>
                  </a:lnTo>
                  <a:lnTo>
                    <a:pt x="5486" y="84402"/>
                  </a:lnTo>
                  <a:lnTo>
                    <a:pt x="6096" y="80954"/>
                  </a:lnTo>
                  <a:lnTo>
                    <a:pt x="6580" y="79615"/>
                  </a:lnTo>
                  <a:lnTo>
                    <a:pt x="6832" y="78173"/>
                  </a:lnTo>
                  <a:lnTo>
                    <a:pt x="6753" y="76211"/>
                  </a:lnTo>
                  <a:lnTo>
                    <a:pt x="6386" y="75478"/>
                  </a:lnTo>
                  <a:lnTo>
                    <a:pt x="5904" y="75614"/>
                  </a:lnTo>
                  <a:lnTo>
                    <a:pt x="5327" y="75132"/>
                  </a:lnTo>
                  <a:lnTo>
                    <a:pt x="4447" y="74002"/>
                  </a:lnTo>
                  <a:lnTo>
                    <a:pt x="3998" y="72996"/>
                  </a:lnTo>
                  <a:lnTo>
                    <a:pt x="4136" y="68440"/>
                  </a:lnTo>
                  <a:lnTo>
                    <a:pt x="4218" y="67029"/>
                  </a:lnTo>
                  <a:lnTo>
                    <a:pt x="4529" y="66214"/>
                  </a:lnTo>
                  <a:lnTo>
                    <a:pt x="5015" y="65994"/>
                  </a:lnTo>
                  <a:lnTo>
                    <a:pt x="6380" y="65857"/>
                  </a:lnTo>
                  <a:lnTo>
                    <a:pt x="7485" y="66377"/>
                  </a:lnTo>
                  <a:lnTo>
                    <a:pt x="8456" y="66678"/>
                  </a:lnTo>
                  <a:lnTo>
                    <a:pt x="8976" y="66674"/>
                  </a:lnTo>
                  <a:lnTo>
                    <a:pt x="9392" y="68024"/>
                  </a:lnTo>
                  <a:lnTo>
                    <a:pt x="9949" y="69405"/>
                  </a:lnTo>
                  <a:lnTo>
                    <a:pt x="10443" y="69395"/>
                  </a:lnTo>
                  <a:lnTo>
                    <a:pt x="10614" y="68368"/>
                  </a:lnTo>
                  <a:lnTo>
                    <a:pt x="10502" y="63872"/>
                  </a:lnTo>
                  <a:lnTo>
                    <a:pt x="10172" y="61493"/>
                  </a:lnTo>
                  <a:lnTo>
                    <a:pt x="9431" y="59200"/>
                  </a:lnTo>
                  <a:lnTo>
                    <a:pt x="7510" y="57244"/>
                  </a:lnTo>
                  <a:lnTo>
                    <a:pt x="7463" y="54507"/>
                  </a:lnTo>
                  <a:lnTo>
                    <a:pt x="7657" y="51542"/>
                  </a:lnTo>
                  <a:lnTo>
                    <a:pt x="8072" y="50439"/>
                  </a:lnTo>
                  <a:lnTo>
                    <a:pt x="9500" y="48555"/>
                  </a:lnTo>
                  <a:lnTo>
                    <a:pt x="9249" y="47545"/>
                  </a:lnTo>
                  <a:lnTo>
                    <a:pt x="8794" y="46464"/>
                  </a:lnTo>
                  <a:lnTo>
                    <a:pt x="7888" y="45373"/>
                  </a:lnTo>
                  <a:lnTo>
                    <a:pt x="8096" y="41823"/>
                  </a:lnTo>
                  <a:lnTo>
                    <a:pt x="8140" y="38656"/>
                  </a:lnTo>
                  <a:lnTo>
                    <a:pt x="7375" y="39011"/>
                  </a:lnTo>
                  <a:lnTo>
                    <a:pt x="6589" y="39194"/>
                  </a:lnTo>
                  <a:lnTo>
                    <a:pt x="5925" y="38218"/>
                  </a:lnTo>
                  <a:lnTo>
                    <a:pt x="5369" y="36297"/>
                  </a:lnTo>
                  <a:lnTo>
                    <a:pt x="5265" y="31004"/>
                  </a:lnTo>
                  <a:lnTo>
                    <a:pt x="5267" y="24890"/>
                  </a:lnTo>
                  <a:lnTo>
                    <a:pt x="5160" y="22187"/>
                  </a:lnTo>
                  <a:lnTo>
                    <a:pt x="5373" y="20743"/>
                  </a:lnTo>
                  <a:lnTo>
                    <a:pt x="6050" y="19413"/>
                  </a:lnTo>
                  <a:lnTo>
                    <a:pt x="6790" y="17693"/>
                  </a:lnTo>
                  <a:lnTo>
                    <a:pt x="7053" y="16593"/>
                  </a:lnTo>
                  <a:lnTo>
                    <a:pt x="7395" y="16565"/>
                  </a:lnTo>
                  <a:lnTo>
                    <a:pt x="8279" y="15907"/>
                  </a:lnTo>
                  <a:lnTo>
                    <a:pt x="9083" y="14405"/>
                  </a:lnTo>
                  <a:lnTo>
                    <a:pt x="9833" y="11281"/>
                  </a:lnTo>
                  <a:lnTo>
                    <a:pt x="10845" y="8765"/>
                  </a:lnTo>
                  <a:lnTo>
                    <a:pt x="11985" y="8948"/>
                  </a:lnTo>
                  <a:lnTo>
                    <a:pt x="12322" y="8488"/>
                  </a:lnTo>
                  <a:lnTo>
                    <a:pt x="12723" y="8400"/>
                  </a:lnTo>
                  <a:lnTo>
                    <a:pt x="13200" y="10050"/>
                  </a:lnTo>
                  <a:lnTo>
                    <a:pt x="13680" y="11310"/>
                  </a:lnTo>
                  <a:lnTo>
                    <a:pt x="14022" y="11344"/>
                  </a:lnTo>
                  <a:lnTo>
                    <a:pt x="14274" y="13731"/>
                  </a:lnTo>
                  <a:lnTo>
                    <a:pt x="16355" y="14726"/>
                  </a:lnTo>
                  <a:lnTo>
                    <a:pt x="17246" y="15381"/>
                  </a:lnTo>
                  <a:lnTo>
                    <a:pt x="17996" y="17117"/>
                  </a:lnTo>
                  <a:lnTo>
                    <a:pt x="18257" y="17162"/>
                  </a:lnTo>
                  <a:lnTo>
                    <a:pt x="18575" y="16795"/>
                  </a:lnTo>
                  <a:lnTo>
                    <a:pt x="18820" y="16188"/>
                  </a:lnTo>
                  <a:lnTo>
                    <a:pt x="18870" y="15523"/>
                  </a:lnTo>
                  <a:lnTo>
                    <a:pt x="18548" y="13953"/>
                  </a:lnTo>
                  <a:lnTo>
                    <a:pt x="18689" y="12543"/>
                  </a:lnTo>
                  <a:lnTo>
                    <a:pt x="19025" y="11280"/>
                  </a:lnTo>
                  <a:lnTo>
                    <a:pt x="19560" y="11199"/>
                  </a:lnTo>
                  <a:lnTo>
                    <a:pt x="20368" y="10847"/>
                  </a:lnTo>
                  <a:lnTo>
                    <a:pt x="21293" y="10842"/>
                  </a:lnTo>
                  <a:lnTo>
                    <a:pt x="21983" y="11069"/>
                  </a:lnTo>
                  <a:lnTo>
                    <a:pt x="22259" y="9806"/>
                  </a:lnTo>
                  <a:lnTo>
                    <a:pt x="21998" y="6266"/>
                  </a:lnTo>
                  <a:lnTo>
                    <a:pt x="22065" y="4315"/>
                  </a:lnTo>
                  <a:lnTo>
                    <a:pt x="22178" y="2667"/>
                  </a:lnTo>
                  <a:lnTo>
                    <a:pt x="22433" y="1998"/>
                  </a:lnTo>
                  <a:lnTo>
                    <a:pt x="23464" y="4067"/>
                  </a:lnTo>
                  <a:lnTo>
                    <a:pt x="24408" y="4811"/>
                  </a:lnTo>
                  <a:lnTo>
                    <a:pt x="25083" y="4873"/>
                  </a:lnTo>
                  <a:lnTo>
                    <a:pt x="25272" y="4482"/>
                  </a:lnTo>
                  <a:lnTo>
                    <a:pt x="24983" y="2226"/>
                  </a:lnTo>
                  <a:lnTo>
                    <a:pt x="25060" y="1545"/>
                  </a:lnTo>
                  <a:lnTo>
                    <a:pt x="25311" y="1151"/>
                  </a:lnTo>
                  <a:lnTo>
                    <a:pt x="25754" y="923"/>
                  </a:lnTo>
                  <a:lnTo>
                    <a:pt x="26956" y="0"/>
                  </a:lnTo>
                  <a:lnTo>
                    <a:pt x="27082" y="181"/>
                  </a:lnTo>
                  <a:lnTo>
                    <a:pt x="27307" y="3739"/>
                  </a:lnTo>
                  <a:lnTo>
                    <a:pt x="27202" y="4904"/>
                  </a:lnTo>
                  <a:lnTo>
                    <a:pt x="27455" y="7322"/>
                  </a:lnTo>
                  <a:lnTo>
                    <a:pt x="27767" y="9567"/>
                  </a:lnTo>
                  <a:lnTo>
                    <a:pt x="27745" y="10479"/>
                  </a:lnTo>
                  <a:lnTo>
                    <a:pt x="27487" y="11870"/>
                  </a:lnTo>
                  <a:lnTo>
                    <a:pt x="27185" y="13145"/>
                  </a:lnTo>
                  <a:lnTo>
                    <a:pt x="27218" y="13665"/>
                  </a:lnTo>
                  <a:lnTo>
                    <a:pt x="27696" y="14536"/>
                  </a:lnTo>
                  <a:lnTo>
                    <a:pt x="28613" y="15429"/>
                  </a:lnTo>
                  <a:lnTo>
                    <a:pt x="29564" y="15638"/>
                  </a:lnTo>
                  <a:lnTo>
                    <a:pt x="30092" y="14330"/>
                  </a:lnTo>
                  <a:lnTo>
                    <a:pt x="30644" y="13266"/>
                  </a:lnTo>
                  <a:lnTo>
                    <a:pt x="31025" y="12317"/>
                  </a:lnTo>
                  <a:lnTo>
                    <a:pt x="31156" y="10913"/>
                  </a:lnTo>
                  <a:lnTo>
                    <a:pt x="31759" y="9884"/>
                  </a:lnTo>
                  <a:lnTo>
                    <a:pt x="33480" y="8594"/>
                  </a:lnTo>
                  <a:lnTo>
                    <a:pt x="35064" y="8395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3297102" y="3247612"/>
              <a:ext cx="88043" cy="336926"/>
            </a:xfrm>
            <a:custGeom>
              <a:avLst/>
              <a:pathLst>
                <a:path w="88043" h="336926">
                  <a:moveTo>
                    <a:pt x="79949" y="164137"/>
                  </a:moveTo>
                  <a:lnTo>
                    <a:pt x="78787" y="169031"/>
                  </a:lnTo>
                  <a:lnTo>
                    <a:pt x="77254" y="171825"/>
                  </a:lnTo>
                  <a:lnTo>
                    <a:pt x="76803" y="173522"/>
                  </a:lnTo>
                  <a:lnTo>
                    <a:pt x="76563" y="175627"/>
                  </a:lnTo>
                  <a:lnTo>
                    <a:pt x="76233" y="177735"/>
                  </a:lnTo>
                  <a:lnTo>
                    <a:pt x="75418" y="182276"/>
                  </a:lnTo>
                  <a:lnTo>
                    <a:pt x="74822" y="185984"/>
                  </a:lnTo>
                  <a:lnTo>
                    <a:pt x="74225" y="187140"/>
                  </a:lnTo>
                  <a:lnTo>
                    <a:pt x="72835" y="192742"/>
                  </a:lnTo>
                  <a:lnTo>
                    <a:pt x="71897" y="198356"/>
                  </a:lnTo>
                  <a:lnTo>
                    <a:pt x="71709" y="199815"/>
                  </a:lnTo>
                  <a:lnTo>
                    <a:pt x="71424" y="200895"/>
                  </a:lnTo>
                  <a:lnTo>
                    <a:pt x="70966" y="201768"/>
                  </a:lnTo>
                  <a:lnTo>
                    <a:pt x="69354" y="203513"/>
                  </a:lnTo>
                  <a:lnTo>
                    <a:pt x="68810" y="204378"/>
                  </a:lnTo>
                  <a:lnTo>
                    <a:pt x="68383" y="205416"/>
                  </a:lnTo>
                  <a:lnTo>
                    <a:pt x="67988" y="206600"/>
                  </a:lnTo>
                  <a:lnTo>
                    <a:pt x="67878" y="208019"/>
                  </a:lnTo>
                  <a:lnTo>
                    <a:pt x="68254" y="210029"/>
                  </a:lnTo>
                  <a:lnTo>
                    <a:pt x="68706" y="211619"/>
                  </a:lnTo>
                  <a:lnTo>
                    <a:pt x="69159" y="211717"/>
                  </a:lnTo>
                  <a:lnTo>
                    <a:pt x="69559" y="211645"/>
                  </a:lnTo>
                  <a:lnTo>
                    <a:pt x="69808" y="212591"/>
                  </a:lnTo>
                  <a:lnTo>
                    <a:pt x="70015" y="213148"/>
                  </a:lnTo>
                  <a:lnTo>
                    <a:pt x="70015" y="224070"/>
                  </a:lnTo>
                  <a:lnTo>
                    <a:pt x="69632" y="225721"/>
                  </a:lnTo>
                  <a:lnTo>
                    <a:pt x="69641" y="226457"/>
                  </a:lnTo>
                  <a:lnTo>
                    <a:pt x="69454" y="228338"/>
                  </a:lnTo>
                  <a:lnTo>
                    <a:pt x="69395" y="230440"/>
                  </a:lnTo>
                  <a:lnTo>
                    <a:pt x="69517" y="231274"/>
                  </a:lnTo>
                  <a:lnTo>
                    <a:pt x="69841" y="231951"/>
                  </a:lnTo>
                  <a:lnTo>
                    <a:pt x="70289" y="233421"/>
                  </a:lnTo>
                  <a:lnTo>
                    <a:pt x="70531" y="236776"/>
                  </a:lnTo>
                  <a:lnTo>
                    <a:pt x="71075" y="248594"/>
                  </a:lnTo>
                  <a:lnTo>
                    <a:pt x="71331" y="250461"/>
                  </a:lnTo>
                  <a:lnTo>
                    <a:pt x="71782" y="251769"/>
                  </a:lnTo>
                  <a:lnTo>
                    <a:pt x="73199" y="254318"/>
                  </a:lnTo>
                  <a:lnTo>
                    <a:pt x="74686" y="257666"/>
                  </a:lnTo>
                  <a:lnTo>
                    <a:pt x="75156" y="259844"/>
                  </a:lnTo>
                  <a:lnTo>
                    <a:pt x="75431" y="263416"/>
                  </a:lnTo>
                  <a:lnTo>
                    <a:pt x="76000" y="266218"/>
                  </a:lnTo>
                  <a:lnTo>
                    <a:pt x="75988" y="267170"/>
                  </a:lnTo>
                  <a:lnTo>
                    <a:pt x="75753" y="267538"/>
                  </a:lnTo>
                  <a:lnTo>
                    <a:pt x="75200" y="267583"/>
                  </a:lnTo>
                  <a:lnTo>
                    <a:pt x="74826" y="267778"/>
                  </a:lnTo>
                  <a:lnTo>
                    <a:pt x="75139" y="269821"/>
                  </a:lnTo>
                  <a:lnTo>
                    <a:pt x="75906" y="273376"/>
                  </a:lnTo>
                  <a:lnTo>
                    <a:pt x="77184" y="277062"/>
                  </a:lnTo>
                  <a:lnTo>
                    <a:pt x="78569" y="281052"/>
                  </a:lnTo>
                  <a:lnTo>
                    <a:pt x="79700" y="284311"/>
                  </a:lnTo>
                  <a:lnTo>
                    <a:pt x="81109" y="288080"/>
                  </a:lnTo>
                  <a:lnTo>
                    <a:pt x="82210" y="291023"/>
                  </a:lnTo>
                  <a:lnTo>
                    <a:pt x="83343" y="294051"/>
                  </a:lnTo>
                  <a:lnTo>
                    <a:pt x="84198" y="294764"/>
                  </a:lnTo>
                  <a:lnTo>
                    <a:pt x="84838" y="294978"/>
                  </a:lnTo>
                  <a:lnTo>
                    <a:pt x="85112" y="295571"/>
                  </a:lnTo>
                  <a:lnTo>
                    <a:pt x="85449" y="296962"/>
                  </a:lnTo>
                  <a:lnTo>
                    <a:pt x="86027" y="298500"/>
                  </a:lnTo>
                  <a:lnTo>
                    <a:pt x="86663" y="300511"/>
                  </a:lnTo>
                  <a:lnTo>
                    <a:pt x="86881" y="302564"/>
                  </a:lnTo>
                  <a:lnTo>
                    <a:pt x="86615" y="304518"/>
                  </a:lnTo>
                  <a:lnTo>
                    <a:pt x="86878" y="307320"/>
                  </a:lnTo>
                  <a:lnTo>
                    <a:pt x="86893" y="307561"/>
                  </a:lnTo>
                  <a:lnTo>
                    <a:pt x="87104" y="308664"/>
                  </a:lnTo>
                  <a:lnTo>
                    <a:pt x="87031" y="309653"/>
                  </a:lnTo>
                  <a:lnTo>
                    <a:pt x="87161" y="313368"/>
                  </a:lnTo>
                  <a:lnTo>
                    <a:pt x="87499" y="316610"/>
                  </a:lnTo>
                  <a:lnTo>
                    <a:pt x="88043" y="319379"/>
                  </a:lnTo>
                  <a:lnTo>
                    <a:pt x="88034" y="319604"/>
                  </a:lnTo>
                  <a:lnTo>
                    <a:pt x="87964" y="321308"/>
                  </a:lnTo>
                  <a:lnTo>
                    <a:pt x="87264" y="322400"/>
                  </a:lnTo>
                  <a:lnTo>
                    <a:pt x="86854" y="324204"/>
                  </a:lnTo>
                  <a:lnTo>
                    <a:pt x="86734" y="326718"/>
                  </a:lnTo>
                  <a:lnTo>
                    <a:pt x="86944" y="329780"/>
                  </a:lnTo>
                  <a:lnTo>
                    <a:pt x="87485" y="333389"/>
                  </a:lnTo>
                  <a:lnTo>
                    <a:pt x="87499" y="335508"/>
                  </a:lnTo>
                  <a:lnTo>
                    <a:pt x="87308" y="335807"/>
                  </a:lnTo>
                  <a:lnTo>
                    <a:pt x="86972" y="336482"/>
                  </a:lnTo>
                  <a:lnTo>
                    <a:pt x="86616" y="336926"/>
                  </a:lnTo>
                  <a:lnTo>
                    <a:pt x="85647" y="334451"/>
                  </a:lnTo>
                  <a:lnTo>
                    <a:pt x="84570" y="332778"/>
                  </a:lnTo>
                  <a:lnTo>
                    <a:pt x="82959" y="329871"/>
                  </a:lnTo>
                  <a:lnTo>
                    <a:pt x="81333" y="328825"/>
                  </a:lnTo>
                  <a:lnTo>
                    <a:pt x="79229" y="328637"/>
                  </a:lnTo>
                  <a:lnTo>
                    <a:pt x="78323" y="328992"/>
                  </a:lnTo>
                  <a:lnTo>
                    <a:pt x="77674" y="327899"/>
                  </a:lnTo>
                  <a:lnTo>
                    <a:pt x="76766" y="326636"/>
                  </a:lnTo>
                  <a:lnTo>
                    <a:pt x="76266" y="326307"/>
                  </a:lnTo>
                  <a:lnTo>
                    <a:pt x="75571" y="327290"/>
                  </a:lnTo>
                  <a:lnTo>
                    <a:pt x="75090" y="327333"/>
                  </a:lnTo>
                  <a:lnTo>
                    <a:pt x="74498" y="326952"/>
                  </a:lnTo>
                  <a:lnTo>
                    <a:pt x="73302" y="326995"/>
                  </a:lnTo>
                  <a:lnTo>
                    <a:pt x="73190" y="325310"/>
                  </a:lnTo>
                  <a:lnTo>
                    <a:pt x="72986" y="324981"/>
                  </a:lnTo>
                  <a:lnTo>
                    <a:pt x="71696" y="325137"/>
                  </a:lnTo>
                  <a:lnTo>
                    <a:pt x="71298" y="323742"/>
                  </a:lnTo>
                  <a:lnTo>
                    <a:pt x="71125" y="323898"/>
                  </a:lnTo>
                  <a:lnTo>
                    <a:pt x="70617" y="323456"/>
                  </a:lnTo>
                  <a:lnTo>
                    <a:pt x="69578" y="321475"/>
                  </a:lnTo>
                  <a:lnTo>
                    <a:pt x="68487" y="322787"/>
                  </a:lnTo>
                  <a:lnTo>
                    <a:pt x="66219" y="322621"/>
                  </a:lnTo>
                  <a:lnTo>
                    <a:pt x="63312" y="322664"/>
                  </a:lnTo>
                  <a:lnTo>
                    <a:pt x="60301" y="322707"/>
                  </a:lnTo>
                  <a:lnTo>
                    <a:pt x="57548" y="322645"/>
                  </a:lnTo>
                  <a:lnTo>
                    <a:pt x="54786" y="322585"/>
                  </a:lnTo>
                  <a:lnTo>
                    <a:pt x="54514" y="320734"/>
                  </a:lnTo>
                  <a:lnTo>
                    <a:pt x="53944" y="319781"/>
                  </a:lnTo>
                  <a:lnTo>
                    <a:pt x="52914" y="319693"/>
                  </a:lnTo>
                  <a:lnTo>
                    <a:pt x="49883" y="320067"/>
                  </a:lnTo>
                  <a:lnTo>
                    <a:pt x="47561" y="319771"/>
                  </a:lnTo>
                  <a:lnTo>
                    <a:pt x="46821" y="319527"/>
                  </a:lnTo>
                  <a:lnTo>
                    <a:pt x="45997" y="319045"/>
                  </a:lnTo>
                  <a:lnTo>
                    <a:pt x="44058" y="318613"/>
                  </a:lnTo>
                  <a:lnTo>
                    <a:pt x="41666" y="318956"/>
                  </a:lnTo>
                  <a:lnTo>
                    <a:pt x="41122" y="318864"/>
                  </a:lnTo>
                  <a:lnTo>
                    <a:pt x="39207" y="318933"/>
                  </a:lnTo>
                  <a:lnTo>
                    <a:pt x="34825" y="318429"/>
                  </a:lnTo>
                  <a:lnTo>
                    <a:pt x="32402" y="318503"/>
                  </a:lnTo>
                  <a:lnTo>
                    <a:pt x="32458" y="319634"/>
                  </a:lnTo>
                  <a:lnTo>
                    <a:pt x="32304" y="320449"/>
                  </a:lnTo>
                  <a:lnTo>
                    <a:pt x="32175" y="322412"/>
                  </a:lnTo>
                  <a:lnTo>
                    <a:pt x="29504" y="322410"/>
                  </a:lnTo>
                  <a:lnTo>
                    <a:pt x="25986" y="322407"/>
                  </a:lnTo>
                  <a:lnTo>
                    <a:pt x="22664" y="322406"/>
                  </a:lnTo>
                  <a:lnTo>
                    <a:pt x="20417" y="322403"/>
                  </a:lnTo>
                  <a:lnTo>
                    <a:pt x="16652" y="322402"/>
                  </a:lnTo>
                  <a:lnTo>
                    <a:pt x="15389" y="321057"/>
                  </a:lnTo>
                  <a:lnTo>
                    <a:pt x="15007" y="320197"/>
                  </a:lnTo>
                  <a:lnTo>
                    <a:pt x="14932" y="319219"/>
                  </a:lnTo>
                  <a:lnTo>
                    <a:pt x="14884" y="318559"/>
                  </a:lnTo>
                  <a:lnTo>
                    <a:pt x="14591" y="318363"/>
                  </a:lnTo>
                  <a:lnTo>
                    <a:pt x="14833" y="311424"/>
                  </a:lnTo>
                  <a:lnTo>
                    <a:pt x="15360" y="305642"/>
                  </a:lnTo>
                  <a:lnTo>
                    <a:pt x="15566" y="300276"/>
                  </a:lnTo>
                  <a:lnTo>
                    <a:pt x="16291" y="295474"/>
                  </a:lnTo>
                  <a:lnTo>
                    <a:pt x="15906" y="290729"/>
                  </a:lnTo>
                  <a:lnTo>
                    <a:pt x="15459" y="288657"/>
                  </a:lnTo>
                  <a:lnTo>
                    <a:pt x="13110" y="281924"/>
                  </a:lnTo>
                  <a:lnTo>
                    <a:pt x="14188" y="279376"/>
                  </a:lnTo>
                  <a:lnTo>
                    <a:pt x="12768" y="279733"/>
                  </a:lnTo>
                  <a:lnTo>
                    <a:pt x="12464" y="277230"/>
                  </a:lnTo>
                  <a:lnTo>
                    <a:pt x="11776" y="274228"/>
                  </a:lnTo>
                  <a:lnTo>
                    <a:pt x="12198" y="273748"/>
                  </a:lnTo>
                  <a:lnTo>
                    <a:pt x="12604" y="272102"/>
                  </a:lnTo>
                  <a:lnTo>
                    <a:pt x="13888" y="272607"/>
                  </a:lnTo>
                  <a:lnTo>
                    <a:pt x="13847" y="271803"/>
                  </a:lnTo>
                  <a:lnTo>
                    <a:pt x="12740" y="269285"/>
                  </a:lnTo>
                  <a:lnTo>
                    <a:pt x="12847" y="268014"/>
                  </a:lnTo>
                  <a:lnTo>
                    <a:pt x="13303" y="266594"/>
                  </a:lnTo>
                  <a:lnTo>
                    <a:pt x="13081" y="265996"/>
                  </a:lnTo>
                  <a:lnTo>
                    <a:pt x="12285" y="267466"/>
                  </a:lnTo>
                  <a:lnTo>
                    <a:pt x="11712" y="267421"/>
                  </a:lnTo>
                  <a:lnTo>
                    <a:pt x="11266" y="266469"/>
                  </a:lnTo>
                  <a:lnTo>
                    <a:pt x="10942" y="266307"/>
                  </a:lnTo>
                  <a:lnTo>
                    <a:pt x="11139" y="268239"/>
                  </a:lnTo>
                  <a:lnTo>
                    <a:pt x="10693" y="269959"/>
                  </a:lnTo>
                  <a:lnTo>
                    <a:pt x="10270" y="270556"/>
                  </a:lnTo>
                  <a:lnTo>
                    <a:pt x="9545" y="270455"/>
                  </a:lnTo>
                  <a:lnTo>
                    <a:pt x="8954" y="270023"/>
                  </a:lnTo>
                  <a:lnTo>
                    <a:pt x="8798" y="269060"/>
                  </a:lnTo>
                  <a:lnTo>
                    <a:pt x="8243" y="268324"/>
                  </a:lnTo>
                  <a:lnTo>
                    <a:pt x="6686" y="267048"/>
                  </a:lnTo>
                  <a:lnTo>
                    <a:pt x="5377" y="265554"/>
                  </a:lnTo>
                  <a:lnTo>
                    <a:pt x="5112" y="261452"/>
                  </a:lnTo>
                  <a:lnTo>
                    <a:pt x="4594" y="259685"/>
                  </a:lnTo>
                  <a:lnTo>
                    <a:pt x="4381" y="257688"/>
                  </a:lnTo>
                  <a:lnTo>
                    <a:pt x="4258" y="255402"/>
                  </a:lnTo>
                  <a:lnTo>
                    <a:pt x="4435" y="251898"/>
                  </a:lnTo>
                  <a:lnTo>
                    <a:pt x="4104" y="251337"/>
                  </a:lnTo>
                  <a:lnTo>
                    <a:pt x="3724" y="251145"/>
                  </a:lnTo>
                  <a:lnTo>
                    <a:pt x="3156" y="251316"/>
                  </a:lnTo>
                  <a:lnTo>
                    <a:pt x="2636" y="251122"/>
                  </a:lnTo>
                  <a:lnTo>
                    <a:pt x="2015" y="249181"/>
                  </a:lnTo>
                  <a:lnTo>
                    <a:pt x="1467" y="248434"/>
                  </a:lnTo>
                  <a:lnTo>
                    <a:pt x="1804" y="252002"/>
                  </a:lnTo>
                  <a:lnTo>
                    <a:pt x="1420" y="253003"/>
                  </a:lnTo>
                  <a:lnTo>
                    <a:pt x="478" y="252712"/>
                  </a:lnTo>
                  <a:lnTo>
                    <a:pt x="77" y="251363"/>
                  </a:lnTo>
                  <a:lnTo>
                    <a:pt x="0" y="250358"/>
                  </a:lnTo>
                  <a:lnTo>
                    <a:pt x="433" y="246037"/>
                  </a:lnTo>
                  <a:lnTo>
                    <a:pt x="265" y="245945"/>
                  </a:lnTo>
                  <a:lnTo>
                    <a:pt x="602" y="243652"/>
                  </a:lnTo>
                  <a:lnTo>
                    <a:pt x="1239" y="240869"/>
                  </a:lnTo>
                  <a:lnTo>
                    <a:pt x="2103" y="237327"/>
                  </a:lnTo>
                  <a:lnTo>
                    <a:pt x="3086" y="232877"/>
                  </a:lnTo>
                  <a:lnTo>
                    <a:pt x="3755" y="225008"/>
                  </a:lnTo>
                  <a:lnTo>
                    <a:pt x="4212" y="220105"/>
                  </a:lnTo>
                  <a:lnTo>
                    <a:pt x="4629" y="215634"/>
                  </a:lnTo>
                  <a:lnTo>
                    <a:pt x="5343" y="211594"/>
                  </a:lnTo>
                  <a:lnTo>
                    <a:pt x="6068" y="208894"/>
                  </a:lnTo>
                  <a:lnTo>
                    <a:pt x="8124" y="203663"/>
                  </a:lnTo>
                  <a:lnTo>
                    <a:pt x="9672" y="199718"/>
                  </a:lnTo>
                  <a:lnTo>
                    <a:pt x="10465" y="198130"/>
                  </a:lnTo>
                  <a:lnTo>
                    <a:pt x="11018" y="196792"/>
                  </a:lnTo>
                  <a:lnTo>
                    <a:pt x="11982" y="195263"/>
                  </a:lnTo>
                  <a:lnTo>
                    <a:pt x="12971" y="193443"/>
                  </a:lnTo>
                  <a:lnTo>
                    <a:pt x="13726" y="189956"/>
                  </a:lnTo>
                  <a:lnTo>
                    <a:pt x="14351" y="186701"/>
                  </a:lnTo>
                  <a:lnTo>
                    <a:pt x="14821" y="185998"/>
                  </a:lnTo>
                  <a:lnTo>
                    <a:pt x="15436" y="185427"/>
                  </a:lnTo>
                  <a:lnTo>
                    <a:pt x="17331" y="181937"/>
                  </a:lnTo>
                  <a:lnTo>
                    <a:pt x="18536" y="179719"/>
                  </a:lnTo>
                  <a:lnTo>
                    <a:pt x="18815" y="180820"/>
                  </a:lnTo>
                  <a:lnTo>
                    <a:pt x="19019" y="182191"/>
                  </a:lnTo>
                  <a:lnTo>
                    <a:pt x="19249" y="182817"/>
                  </a:lnTo>
                  <a:lnTo>
                    <a:pt x="20257" y="183255"/>
                  </a:lnTo>
                  <a:lnTo>
                    <a:pt x="21639" y="183227"/>
                  </a:lnTo>
                  <a:lnTo>
                    <a:pt x="22435" y="182827"/>
                  </a:lnTo>
                  <a:lnTo>
                    <a:pt x="22857" y="181668"/>
                  </a:lnTo>
                  <a:lnTo>
                    <a:pt x="23286" y="178507"/>
                  </a:lnTo>
                  <a:lnTo>
                    <a:pt x="23537" y="177908"/>
                  </a:lnTo>
                  <a:lnTo>
                    <a:pt x="23861" y="177750"/>
                  </a:lnTo>
                  <a:lnTo>
                    <a:pt x="25372" y="179960"/>
                  </a:lnTo>
                  <a:lnTo>
                    <a:pt x="26625" y="183107"/>
                  </a:lnTo>
                  <a:lnTo>
                    <a:pt x="27865" y="186216"/>
                  </a:lnTo>
                  <a:lnTo>
                    <a:pt x="28492" y="187323"/>
                  </a:lnTo>
                  <a:lnTo>
                    <a:pt x="28766" y="188541"/>
                  </a:lnTo>
                  <a:lnTo>
                    <a:pt x="29309" y="194225"/>
                  </a:lnTo>
                  <a:lnTo>
                    <a:pt x="29617" y="195638"/>
                  </a:lnTo>
                  <a:lnTo>
                    <a:pt x="30156" y="196222"/>
                  </a:lnTo>
                  <a:lnTo>
                    <a:pt x="31123" y="195850"/>
                  </a:lnTo>
                  <a:lnTo>
                    <a:pt x="32128" y="194841"/>
                  </a:lnTo>
                  <a:lnTo>
                    <a:pt x="33015" y="193386"/>
                  </a:lnTo>
                  <a:lnTo>
                    <a:pt x="33888" y="191510"/>
                  </a:lnTo>
                  <a:lnTo>
                    <a:pt x="34481" y="189807"/>
                  </a:lnTo>
                  <a:lnTo>
                    <a:pt x="34741" y="188559"/>
                  </a:lnTo>
                  <a:lnTo>
                    <a:pt x="34871" y="183909"/>
                  </a:lnTo>
                  <a:lnTo>
                    <a:pt x="35068" y="182898"/>
                  </a:lnTo>
                  <a:lnTo>
                    <a:pt x="35959" y="181045"/>
                  </a:lnTo>
                  <a:lnTo>
                    <a:pt x="37449" y="177953"/>
                  </a:lnTo>
                  <a:lnTo>
                    <a:pt x="38305" y="176174"/>
                  </a:lnTo>
                  <a:lnTo>
                    <a:pt x="38229" y="175536"/>
                  </a:lnTo>
                  <a:lnTo>
                    <a:pt x="37697" y="173646"/>
                  </a:lnTo>
                  <a:lnTo>
                    <a:pt x="37223" y="171569"/>
                  </a:lnTo>
                  <a:lnTo>
                    <a:pt x="37704" y="169417"/>
                  </a:lnTo>
                  <a:lnTo>
                    <a:pt x="38202" y="167773"/>
                  </a:lnTo>
                  <a:lnTo>
                    <a:pt x="40084" y="162187"/>
                  </a:lnTo>
                  <a:lnTo>
                    <a:pt x="40091" y="160348"/>
                  </a:lnTo>
                  <a:lnTo>
                    <a:pt x="40190" y="158109"/>
                  </a:lnTo>
                  <a:lnTo>
                    <a:pt x="41695" y="151764"/>
                  </a:lnTo>
                  <a:lnTo>
                    <a:pt x="42560" y="143346"/>
                  </a:lnTo>
                  <a:lnTo>
                    <a:pt x="42586" y="141722"/>
                  </a:lnTo>
                  <a:lnTo>
                    <a:pt x="43483" y="137662"/>
                  </a:lnTo>
                  <a:lnTo>
                    <a:pt x="44544" y="132467"/>
                  </a:lnTo>
                  <a:lnTo>
                    <a:pt x="46606" y="131623"/>
                  </a:lnTo>
                  <a:lnTo>
                    <a:pt x="47398" y="130333"/>
                  </a:lnTo>
                  <a:lnTo>
                    <a:pt x="48314" y="128031"/>
                  </a:lnTo>
                  <a:lnTo>
                    <a:pt x="48902" y="125897"/>
                  </a:lnTo>
                  <a:lnTo>
                    <a:pt x="49182" y="123866"/>
                  </a:lnTo>
                  <a:lnTo>
                    <a:pt x="49388" y="119941"/>
                  </a:lnTo>
                  <a:lnTo>
                    <a:pt x="49751" y="115470"/>
                  </a:lnTo>
                  <a:lnTo>
                    <a:pt x="49978" y="111547"/>
                  </a:lnTo>
                  <a:lnTo>
                    <a:pt x="50597" y="107920"/>
                  </a:lnTo>
                  <a:lnTo>
                    <a:pt x="51632" y="106086"/>
                  </a:lnTo>
                  <a:lnTo>
                    <a:pt x="53428" y="104570"/>
                  </a:lnTo>
                  <a:lnTo>
                    <a:pt x="53695" y="103857"/>
                  </a:lnTo>
                  <a:lnTo>
                    <a:pt x="53954" y="101452"/>
                  </a:lnTo>
                  <a:lnTo>
                    <a:pt x="54156" y="96462"/>
                  </a:lnTo>
                  <a:lnTo>
                    <a:pt x="54213" y="93451"/>
                  </a:lnTo>
                  <a:lnTo>
                    <a:pt x="54283" y="92147"/>
                  </a:lnTo>
                  <a:lnTo>
                    <a:pt x="54514" y="89898"/>
                  </a:lnTo>
                  <a:lnTo>
                    <a:pt x="56179" y="85901"/>
                  </a:lnTo>
                  <a:lnTo>
                    <a:pt x="56915" y="79642"/>
                  </a:lnTo>
                  <a:lnTo>
                    <a:pt x="57569" y="73087"/>
                  </a:lnTo>
                  <a:lnTo>
                    <a:pt x="59463" y="65166"/>
                  </a:lnTo>
                  <a:lnTo>
                    <a:pt x="61674" y="57278"/>
                  </a:lnTo>
                  <a:lnTo>
                    <a:pt x="62703" y="55157"/>
                  </a:lnTo>
                  <a:lnTo>
                    <a:pt x="63569" y="54178"/>
                  </a:lnTo>
                  <a:lnTo>
                    <a:pt x="64565" y="54074"/>
                  </a:lnTo>
                  <a:lnTo>
                    <a:pt x="65245" y="53494"/>
                  </a:lnTo>
                  <a:lnTo>
                    <a:pt x="67628" y="49563"/>
                  </a:lnTo>
                  <a:lnTo>
                    <a:pt x="68625" y="48235"/>
                  </a:lnTo>
                  <a:lnTo>
                    <a:pt x="69358" y="46871"/>
                  </a:lnTo>
                  <a:lnTo>
                    <a:pt x="69538" y="45685"/>
                  </a:lnTo>
                  <a:lnTo>
                    <a:pt x="69610" y="43949"/>
                  </a:lnTo>
                  <a:lnTo>
                    <a:pt x="69382" y="39885"/>
                  </a:lnTo>
                  <a:lnTo>
                    <a:pt x="69791" y="36897"/>
                  </a:lnTo>
                  <a:lnTo>
                    <a:pt x="70030" y="32264"/>
                  </a:lnTo>
                  <a:lnTo>
                    <a:pt x="70133" y="28657"/>
                  </a:lnTo>
                  <a:lnTo>
                    <a:pt x="70048" y="27407"/>
                  </a:lnTo>
                  <a:lnTo>
                    <a:pt x="69672" y="25680"/>
                  </a:lnTo>
                  <a:lnTo>
                    <a:pt x="69602" y="25307"/>
                  </a:lnTo>
                  <a:lnTo>
                    <a:pt x="68888" y="23056"/>
                  </a:lnTo>
                  <a:lnTo>
                    <a:pt x="67697" y="21700"/>
                  </a:lnTo>
                  <a:lnTo>
                    <a:pt x="66056" y="21335"/>
                  </a:lnTo>
                  <a:lnTo>
                    <a:pt x="65189" y="20528"/>
                  </a:lnTo>
                  <a:lnTo>
                    <a:pt x="65044" y="18654"/>
                  </a:lnTo>
                  <a:lnTo>
                    <a:pt x="64960" y="17564"/>
                  </a:lnTo>
                  <a:lnTo>
                    <a:pt x="64876" y="16383"/>
                  </a:lnTo>
                  <a:lnTo>
                    <a:pt x="64758" y="13761"/>
                  </a:lnTo>
                  <a:lnTo>
                    <a:pt x="63652" y="0"/>
                  </a:lnTo>
                  <a:lnTo>
                    <a:pt x="65734" y="34"/>
                  </a:lnTo>
                  <a:lnTo>
                    <a:pt x="68230" y="1676"/>
                  </a:lnTo>
                  <a:lnTo>
                    <a:pt x="68857" y="2918"/>
                  </a:lnTo>
                  <a:lnTo>
                    <a:pt x="69185" y="7632"/>
                  </a:lnTo>
                  <a:lnTo>
                    <a:pt x="70089" y="10300"/>
                  </a:lnTo>
                  <a:lnTo>
                    <a:pt x="71677" y="12496"/>
                  </a:lnTo>
                  <a:lnTo>
                    <a:pt x="72664" y="17032"/>
                  </a:lnTo>
                  <a:lnTo>
                    <a:pt x="73051" y="23909"/>
                  </a:lnTo>
                  <a:lnTo>
                    <a:pt x="73926" y="28016"/>
                  </a:lnTo>
                  <a:lnTo>
                    <a:pt x="74123" y="28667"/>
                  </a:lnTo>
                  <a:lnTo>
                    <a:pt x="75113" y="34613"/>
                  </a:lnTo>
                  <a:lnTo>
                    <a:pt x="75359" y="36434"/>
                  </a:lnTo>
                  <a:lnTo>
                    <a:pt x="75433" y="40013"/>
                  </a:lnTo>
                  <a:lnTo>
                    <a:pt x="75322" y="42430"/>
                  </a:lnTo>
                  <a:lnTo>
                    <a:pt x="75828" y="45424"/>
                  </a:lnTo>
                  <a:lnTo>
                    <a:pt x="75063" y="50527"/>
                  </a:lnTo>
                  <a:lnTo>
                    <a:pt x="74836" y="53661"/>
                  </a:lnTo>
                  <a:lnTo>
                    <a:pt x="74768" y="58059"/>
                  </a:lnTo>
                  <a:lnTo>
                    <a:pt x="75214" y="65818"/>
                  </a:lnTo>
                  <a:lnTo>
                    <a:pt x="75946" y="71805"/>
                  </a:lnTo>
                  <a:lnTo>
                    <a:pt x="76737" y="76650"/>
                  </a:lnTo>
                  <a:lnTo>
                    <a:pt x="77601" y="80407"/>
                  </a:lnTo>
                  <a:lnTo>
                    <a:pt x="79026" y="84558"/>
                  </a:lnTo>
                  <a:lnTo>
                    <a:pt x="80546" y="88352"/>
                  </a:lnTo>
                  <a:lnTo>
                    <a:pt x="81961" y="90736"/>
                  </a:lnTo>
                  <a:lnTo>
                    <a:pt x="80649" y="92140"/>
                  </a:lnTo>
                  <a:lnTo>
                    <a:pt x="78107" y="92317"/>
                  </a:lnTo>
                  <a:lnTo>
                    <a:pt x="76647" y="91514"/>
                  </a:lnTo>
                  <a:lnTo>
                    <a:pt x="75952" y="91473"/>
                  </a:lnTo>
                  <a:lnTo>
                    <a:pt x="75248" y="91972"/>
                  </a:lnTo>
                  <a:lnTo>
                    <a:pt x="72535" y="92689"/>
                  </a:lnTo>
                  <a:lnTo>
                    <a:pt x="69797" y="92353"/>
                  </a:lnTo>
                  <a:lnTo>
                    <a:pt x="67258" y="91408"/>
                  </a:lnTo>
                  <a:lnTo>
                    <a:pt x="65716" y="91565"/>
                  </a:lnTo>
                  <a:lnTo>
                    <a:pt x="64524" y="93868"/>
                  </a:lnTo>
                  <a:lnTo>
                    <a:pt x="63560" y="97338"/>
                  </a:lnTo>
                  <a:lnTo>
                    <a:pt x="62654" y="100081"/>
                  </a:lnTo>
                  <a:lnTo>
                    <a:pt x="62974" y="103120"/>
                  </a:lnTo>
                  <a:lnTo>
                    <a:pt x="63655" y="104803"/>
                  </a:lnTo>
                  <a:lnTo>
                    <a:pt x="64964" y="108504"/>
                  </a:lnTo>
                  <a:lnTo>
                    <a:pt x="66139" y="112093"/>
                  </a:lnTo>
                  <a:lnTo>
                    <a:pt x="66741" y="114502"/>
                  </a:lnTo>
                  <a:lnTo>
                    <a:pt x="69086" y="119770"/>
                  </a:lnTo>
                  <a:lnTo>
                    <a:pt x="71349" y="124485"/>
                  </a:lnTo>
                  <a:lnTo>
                    <a:pt x="71792" y="125268"/>
                  </a:lnTo>
                  <a:lnTo>
                    <a:pt x="72425" y="126121"/>
                  </a:lnTo>
                  <a:lnTo>
                    <a:pt x="72822" y="126466"/>
                  </a:lnTo>
                  <a:lnTo>
                    <a:pt x="74056" y="129165"/>
                  </a:lnTo>
                  <a:lnTo>
                    <a:pt x="75762" y="133596"/>
                  </a:lnTo>
                  <a:lnTo>
                    <a:pt x="77328" y="140539"/>
                  </a:lnTo>
                  <a:lnTo>
                    <a:pt x="78441" y="147587"/>
                  </a:lnTo>
                  <a:lnTo>
                    <a:pt x="79522" y="154442"/>
                  </a:lnTo>
                  <a:lnTo>
                    <a:pt x="80000" y="155598"/>
                  </a:lnTo>
                  <a:lnTo>
                    <a:pt x="80751" y="156332"/>
                  </a:lnTo>
                  <a:lnTo>
                    <a:pt x="80844" y="157806"/>
                  </a:lnTo>
                  <a:lnTo>
                    <a:pt x="80784" y="159978"/>
                  </a:lnTo>
                  <a:lnTo>
                    <a:pt x="80551" y="16175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3339461" y="3477102"/>
              <a:ext cx="219347" cy="554514"/>
            </a:xfrm>
            <a:custGeom>
              <a:avLst/>
              <a:pathLst>
                <a:path w="219347" h="554514">
                  <a:moveTo>
                    <a:pt x="174803" y="5996"/>
                  </a:moveTo>
                  <a:lnTo>
                    <a:pt x="175216" y="8063"/>
                  </a:lnTo>
                  <a:lnTo>
                    <a:pt x="175812" y="10180"/>
                  </a:lnTo>
                  <a:lnTo>
                    <a:pt x="177805" y="13773"/>
                  </a:lnTo>
                  <a:lnTo>
                    <a:pt x="178439" y="15772"/>
                  </a:lnTo>
                  <a:lnTo>
                    <a:pt x="178924" y="17992"/>
                  </a:lnTo>
                  <a:lnTo>
                    <a:pt x="179231" y="19721"/>
                  </a:lnTo>
                  <a:lnTo>
                    <a:pt x="179847" y="21108"/>
                  </a:lnTo>
                  <a:lnTo>
                    <a:pt x="180710" y="21990"/>
                  </a:lnTo>
                  <a:lnTo>
                    <a:pt x="181447" y="23049"/>
                  </a:lnTo>
                  <a:lnTo>
                    <a:pt x="181898" y="24605"/>
                  </a:lnTo>
                  <a:lnTo>
                    <a:pt x="182574" y="26219"/>
                  </a:lnTo>
                  <a:lnTo>
                    <a:pt x="183880" y="28422"/>
                  </a:lnTo>
                  <a:lnTo>
                    <a:pt x="184515" y="28472"/>
                  </a:lnTo>
                  <a:lnTo>
                    <a:pt x="185249" y="28782"/>
                  </a:lnTo>
                  <a:lnTo>
                    <a:pt x="185895" y="29355"/>
                  </a:lnTo>
                  <a:lnTo>
                    <a:pt x="186590" y="29192"/>
                  </a:lnTo>
                  <a:lnTo>
                    <a:pt x="187709" y="27754"/>
                  </a:lnTo>
                  <a:lnTo>
                    <a:pt x="189030" y="25341"/>
                  </a:lnTo>
                  <a:lnTo>
                    <a:pt x="190036" y="23849"/>
                  </a:lnTo>
                  <a:lnTo>
                    <a:pt x="192480" y="24379"/>
                  </a:lnTo>
                  <a:lnTo>
                    <a:pt x="193838" y="25594"/>
                  </a:lnTo>
                  <a:lnTo>
                    <a:pt x="194921" y="27301"/>
                  </a:lnTo>
                  <a:lnTo>
                    <a:pt x="195766" y="27191"/>
                  </a:lnTo>
                  <a:lnTo>
                    <a:pt x="197607" y="24044"/>
                  </a:lnTo>
                  <a:lnTo>
                    <a:pt x="198582" y="20692"/>
                  </a:lnTo>
                  <a:lnTo>
                    <a:pt x="199531" y="19977"/>
                  </a:lnTo>
                  <a:lnTo>
                    <a:pt x="200967" y="21428"/>
                  </a:lnTo>
                  <a:lnTo>
                    <a:pt x="202153" y="24559"/>
                  </a:lnTo>
                  <a:lnTo>
                    <a:pt x="203192" y="29104"/>
                  </a:lnTo>
                  <a:lnTo>
                    <a:pt x="203926" y="30837"/>
                  </a:lnTo>
                  <a:lnTo>
                    <a:pt x="204932" y="33522"/>
                  </a:lnTo>
                  <a:lnTo>
                    <a:pt x="206929" y="39305"/>
                  </a:lnTo>
                  <a:lnTo>
                    <a:pt x="209527" y="42202"/>
                  </a:lnTo>
                  <a:lnTo>
                    <a:pt x="210535" y="43626"/>
                  </a:lnTo>
                  <a:lnTo>
                    <a:pt x="210865" y="45059"/>
                  </a:lnTo>
                  <a:lnTo>
                    <a:pt x="211056" y="46958"/>
                  </a:lnTo>
                  <a:lnTo>
                    <a:pt x="211123" y="49031"/>
                  </a:lnTo>
                  <a:lnTo>
                    <a:pt x="211438" y="49875"/>
                  </a:lnTo>
                  <a:lnTo>
                    <a:pt x="212139" y="49582"/>
                  </a:lnTo>
                  <a:lnTo>
                    <a:pt x="212740" y="49288"/>
                  </a:lnTo>
                  <a:lnTo>
                    <a:pt x="213400" y="49875"/>
                  </a:lnTo>
                  <a:lnTo>
                    <a:pt x="213857" y="51384"/>
                  </a:lnTo>
                  <a:lnTo>
                    <a:pt x="214087" y="52560"/>
                  </a:lnTo>
                  <a:lnTo>
                    <a:pt x="214336" y="53820"/>
                  </a:lnTo>
                  <a:lnTo>
                    <a:pt x="214989" y="54619"/>
                  </a:lnTo>
                  <a:lnTo>
                    <a:pt x="215117" y="56236"/>
                  </a:lnTo>
                  <a:lnTo>
                    <a:pt x="214670" y="58210"/>
                  </a:lnTo>
                  <a:lnTo>
                    <a:pt x="214212" y="59969"/>
                  </a:lnTo>
                  <a:lnTo>
                    <a:pt x="213654" y="63492"/>
                  </a:lnTo>
                  <a:lnTo>
                    <a:pt x="213363" y="67085"/>
                  </a:lnTo>
                  <a:lnTo>
                    <a:pt x="213737" y="68280"/>
                  </a:lnTo>
                  <a:lnTo>
                    <a:pt x="214138" y="69278"/>
                  </a:lnTo>
                  <a:lnTo>
                    <a:pt x="214352" y="70285"/>
                  </a:lnTo>
                  <a:lnTo>
                    <a:pt x="214477" y="71463"/>
                  </a:lnTo>
                  <a:lnTo>
                    <a:pt x="214429" y="72840"/>
                  </a:lnTo>
                  <a:lnTo>
                    <a:pt x="213541" y="77836"/>
                  </a:lnTo>
                  <a:lnTo>
                    <a:pt x="213085" y="82200"/>
                  </a:lnTo>
                  <a:lnTo>
                    <a:pt x="213071" y="84413"/>
                  </a:lnTo>
                  <a:lnTo>
                    <a:pt x="214238" y="86037"/>
                  </a:lnTo>
                  <a:lnTo>
                    <a:pt x="215755" y="85953"/>
                  </a:lnTo>
                  <a:lnTo>
                    <a:pt x="216235" y="86954"/>
                  </a:lnTo>
                  <a:lnTo>
                    <a:pt x="216715" y="88546"/>
                  </a:lnTo>
                  <a:lnTo>
                    <a:pt x="217139" y="89357"/>
                  </a:lnTo>
                  <a:lnTo>
                    <a:pt x="217777" y="89333"/>
                  </a:lnTo>
                  <a:lnTo>
                    <a:pt x="218223" y="89889"/>
                  </a:lnTo>
                  <a:lnTo>
                    <a:pt x="218396" y="91006"/>
                  </a:lnTo>
                  <a:lnTo>
                    <a:pt x="218913" y="92215"/>
                  </a:lnTo>
                  <a:lnTo>
                    <a:pt x="219347" y="93546"/>
                  </a:lnTo>
                  <a:lnTo>
                    <a:pt x="219140" y="95255"/>
                  </a:lnTo>
                  <a:lnTo>
                    <a:pt x="219102" y="96552"/>
                  </a:lnTo>
                  <a:lnTo>
                    <a:pt x="218021" y="100173"/>
                  </a:lnTo>
                  <a:lnTo>
                    <a:pt x="215533" y="107242"/>
                  </a:lnTo>
                  <a:lnTo>
                    <a:pt x="210185" y="120361"/>
                  </a:lnTo>
                  <a:lnTo>
                    <a:pt x="208381" y="121943"/>
                  </a:lnTo>
                  <a:lnTo>
                    <a:pt x="207449" y="124381"/>
                  </a:lnTo>
                  <a:lnTo>
                    <a:pt x="206791" y="128202"/>
                  </a:lnTo>
                  <a:lnTo>
                    <a:pt x="205231" y="131451"/>
                  </a:lnTo>
                  <a:lnTo>
                    <a:pt x="204028" y="132760"/>
                  </a:lnTo>
                  <a:lnTo>
                    <a:pt x="203899" y="133539"/>
                  </a:lnTo>
                  <a:lnTo>
                    <a:pt x="203809" y="137053"/>
                  </a:lnTo>
                  <a:lnTo>
                    <a:pt x="203932" y="142222"/>
                  </a:lnTo>
                  <a:lnTo>
                    <a:pt x="203367" y="144588"/>
                  </a:lnTo>
                  <a:lnTo>
                    <a:pt x="202553" y="149177"/>
                  </a:lnTo>
                  <a:lnTo>
                    <a:pt x="202129" y="152052"/>
                  </a:lnTo>
                  <a:lnTo>
                    <a:pt x="201805" y="152617"/>
                  </a:lnTo>
                  <a:lnTo>
                    <a:pt x="201437" y="154061"/>
                  </a:lnTo>
                  <a:lnTo>
                    <a:pt x="201209" y="158746"/>
                  </a:lnTo>
                  <a:lnTo>
                    <a:pt x="201053" y="160323"/>
                  </a:lnTo>
                  <a:lnTo>
                    <a:pt x="200465" y="170019"/>
                  </a:lnTo>
                  <a:lnTo>
                    <a:pt x="200633" y="172784"/>
                  </a:lnTo>
                  <a:lnTo>
                    <a:pt x="200177" y="177395"/>
                  </a:lnTo>
                  <a:lnTo>
                    <a:pt x="200157" y="180107"/>
                  </a:lnTo>
                  <a:lnTo>
                    <a:pt x="199968" y="183180"/>
                  </a:lnTo>
                  <a:lnTo>
                    <a:pt x="199644" y="185847"/>
                  </a:lnTo>
                  <a:lnTo>
                    <a:pt x="199669" y="190103"/>
                  </a:lnTo>
                  <a:lnTo>
                    <a:pt x="199852" y="197058"/>
                  </a:lnTo>
                  <a:lnTo>
                    <a:pt x="199817" y="197978"/>
                  </a:lnTo>
                  <a:lnTo>
                    <a:pt x="199367" y="198624"/>
                  </a:lnTo>
                  <a:lnTo>
                    <a:pt x="198563" y="200347"/>
                  </a:lnTo>
                  <a:lnTo>
                    <a:pt x="197803" y="201510"/>
                  </a:lnTo>
                  <a:lnTo>
                    <a:pt x="197225" y="201810"/>
                  </a:lnTo>
                  <a:lnTo>
                    <a:pt x="196264" y="204883"/>
                  </a:lnTo>
                  <a:lnTo>
                    <a:pt x="195440" y="207789"/>
                  </a:lnTo>
                  <a:lnTo>
                    <a:pt x="194826" y="210629"/>
                  </a:lnTo>
                  <a:lnTo>
                    <a:pt x="194667" y="211936"/>
                  </a:lnTo>
                  <a:lnTo>
                    <a:pt x="194796" y="215609"/>
                  </a:lnTo>
                  <a:lnTo>
                    <a:pt x="194881" y="219961"/>
                  </a:lnTo>
                  <a:lnTo>
                    <a:pt x="194691" y="221831"/>
                  </a:lnTo>
                  <a:lnTo>
                    <a:pt x="194403" y="222956"/>
                  </a:lnTo>
                  <a:lnTo>
                    <a:pt x="193057" y="225308"/>
                  </a:lnTo>
                  <a:lnTo>
                    <a:pt x="192173" y="227008"/>
                  </a:lnTo>
                  <a:lnTo>
                    <a:pt x="191755" y="227894"/>
                  </a:lnTo>
                  <a:lnTo>
                    <a:pt x="191539" y="229264"/>
                  </a:lnTo>
                  <a:lnTo>
                    <a:pt x="191928" y="232482"/>
                  </a:lnTo>
                  <a:lnTo>
                    <a:pt x="191957" y="234831"/>
                  </a:lnTo>
                  <a:lnTo>
                    <a:pt x="192277" y="236219"/>
                  </a:lnTo>
                  <a:lnTo>
                    <a:pt x="193343" y="237347"/>
                  </a:lnTo>
                  <a:lnTo>
                    <a:pt x="193341" y="238472"/>
                  </a:lnTo>
                  <a:lnTo>
                    <a:pt x="193369" y="239693"/>
                  </a:lnTo>
                  <a:lnTo>
                    <a:pt x="193923" y="241205"/>
                  </a:lnTo>
                  <a:lnTo>
                    <a:pt x="194941" y="244293"/>
                  </a:lnTo>
                  <a:lnTo>
                    <a:pt x="195760" y="247196"/>
                  </a:lnTo>
                  <a:lnTo>
                    <a:pt x="195779" y="249712"/>
                  </a:lnTo>
                  <a:lnTo>
                    <a:pt x="195621" y="253925"/>
                  </a:lnTo>
                  <a:lnTo>
                    <a:pt x="195595" y="256349"/>
                  </a:lnTo>
                  <a:lnTo>
                    <a:pt x="195677" y="259670"/>
                  </a:lnTo>
                  <a:lnTo>
                    <a:pt x="195673" y="265854"/>
                  </a:lnTo>
                  <a:lnTo>
                    <a:pt x="195615" y="270252"/>
                  </a:lnTo>
                  <a:lnTo>
                    <a:pt x="195747" y="272529"/>
                  </a:lnTo>
                  <a:lnTo>
                    <a:pt x="196991" y="277983"/>
                  </a:lnTo>
                  <a:lnTo>
                    <a:pt x="197541" y="284019"/>
                  </a:lnTo>
                  <a:lnTo>
                    <a:pt x="197818" y="288440"/>
                  </a:lnTo>
                  <a:lnTo>
                    <a:pt x="197829" y="289840"/>
                  </a:lnTo>
                  <a:lnTo>
                    <a:pt x="197408" y="294927"/>
                  </a:lnTo>
                  <a:lnTo>
                    <a:pt x="196926" y="299856"/>
                  </a:lnTo>
                  <a:lnTo>
                    <a:pt x="196900" y="301723"/>
                  </a:lnTo>
                  <a:lnTo>
                    <a:pt x="197122" y="304213"/>
                  </a:lnTo>
                  <a:lnTo>
                    <a:pt x="198012" y="309918"/>
                  </a:lnTo>
                  <a:lnTo>
                    <a:pt x="198661" y="314068"/>
                  </a:lnTo>
                  <a:lnTo>
                    <a:pt x="198974" y="316561"/>
                  </a:lnTo>
                  <a:lnTo>
                    <a:pt x="199419" y="319481"/>
                  </a:lnTo>
                  <a:lnTo>
                    <a:pt x="200015" y="323942"/>
                  </a:lnTo>
                  <a:lnTo>
                    <a:pt x="200163" y="326066"/>
                  </a:lnTo>
                  <a:lnTo>
                    <a:pt x="200041" y="327642"/>
                  </a:lnTo>
                  <a:lnTo>
                    <a:pt x="198826" y="333240"/>
                  </a:lnTo>
                  <a:lnTo>
                    <a:pt x="198702" y="335000"/>
                  </a:lnTo>
                  <a:lnTo>
                    <a:pt x="199004" y="339346"/>
                  </a:lnTo>
                  <a:lnTo>
                    <a:pt x="199401" y="343536"/>
                  </a:lnTo>
                  <a:lnTo>
                    <a:pt x="199975" y="345917"/>
                  </a:lnTo>
                  <a:lnTo>
                    <a:pt x="201345" y="352490"/>
                  </a:lnTo>
                  <a:lnTo>
                    <a:pt x="202363" y="354706"/>
                  </a:lnTo>
                  <a:lnTo>
                    <a:pt x="204246" y="357993"/>
                  </a:lnTo>
                  <a:lnTo>
                    <a:pt x="205908" y="361300"/>
                  </a:lnTo>
                  <a:lnTo>
                    <a:pt x="206548" y="363014"/>
                  </a:lnTo>
                  <a:lnTo>
                    <a:pt x="207133" y="364930"/>
                  </a:lnTo>
                  <a:lnTo>
                    <a:pt x="208290" y="369830"/>
                  </a:lnTo>
                  <a:lnTo>
                    <a:pt x="208996" y="373818"/>
                  </a:lnTo>
                  <a:lnTo>
                    <a:pt x="209366" y="377422"/>
                  </a:lnTo>
                  <a:lnTo>
                    <a:pt x="210275" y="382342"/>
                  </a:lnTo>
                  <a:lnTo>
                    <a:pt x="211117" y="386916"/>
                  </a:lnTo>
                  <a:lnTo>
                    <a:pt x="212210" y="392500"/>
                  </a:lnTo>
                  <a:lnTo>
                    <a:pt x="212982" y="396444"/>
                  </a:lnTo>
                  <a:lnTo>
                    <a:pt x="213330" y="399082"/>
                  </a:lnTo>
                  <a:lnTo>
                    <a:pt x="211337" y="399861"/>
                  </a:lnTo>
                  <a:lnTo>
                    <a:pt x="208455" y="400989"/>
                  </a:lnTo>
                  <a:lnTo>
                    <a:pt x="205277" y="402233"/>
                  </a:lnTo>
                  <a:lnTo>
                    <a:pt x="201995" y="403517"/>
                  </a:lnTo>
                  <a:lnTo>
                    <a:pt x="198745" y="404793"/>
                  </a:lnTo>
                  <a:lnTo>
                    <a:pt x="195659" y="406002"/>
                  </a:lnTo>
                  <a:lnTo>
                    <a:pt x="192858" y="407098"/>
                  </a:lnTo>
                  <a:lnTo>
                    <a:pt x="192005" y="407704"/>
                  </a:lnTo>
                  <a:lnTo>
                    <a:pt x="192424" y="410800"/>
                  </a:lnTo>
                  <a:lnTo>
                    <a:pt x="192231" y="414061"/>
                  </a:lnTo>
                  <a:lnTo>
                    <a:pt x="191676" y="416580"/>
                  </a:lnTo>
                  <a:lnTo>
                    <a:pt x="190802" y="419688"/>
                  </a:lnTo>
                  <a:lnTo>
                    <a:pt x="190402" y="420918"/>
                  </a:lnTo>
                  <a:lnTo>
                    <a:pt x="189509" y="423342"/>
                  </a:lnTo>
                  <a:lnTo>
                    <a:pt x="188764" y="425044"/>
                  </a:lnTo>
                  <a:lnTo>
                    <a:pt x="187243" y="427915"/>
                  </a:lnTo>
                  <a:lnTo>
                    <a:pt x="186281" y="429551"/>
                  </a:lnTo>
                  <a:lnTo>
                    <a:pt x="186275" y="431035"/>
                  </a:lnTo>
                  <a:lnTo>
                    <a:pt x="187890" y="437980"/>
                  </a:lnTo>
                  <a:lnTo>
                    <a:pt x="188623" y="442967"/>
                  </a:lnTo>
                  <a:lnTo>
                    <a:pt x="188921" y="447471"/>
                  </a:lnTo>
                  <a:lnTo>
                    <a:pt x="188907" y="450057"/>
                  </a:lnTo>
                  <a:lnTo>
                    <a:pt x="188845" y="455378"/>
                  </a:lnTo>
                  <a:lnTo>
                    <a:pt x="188772" y="461706"/>
                  </a:lnTo>
                  <a:lnTo>
                    <a:pt x="188660" y="464199"/>
                  </a:lnTo>
                  <a:lnTo>
                    <a:pt x="189098" y="468715"/>
                  </a:lnTo>
                  <a:lnTo>
                    <a:pt x="189022" y="472233"/>
                  </a:lnTo>
                  <a:lnTo>
                    <a:pt x="187933" y="476166"/>
                  </a:lnTo>
                  <a:lnTo>
                    <a:pt x="187630" y="480033"/>
                  </a:lnTo>
                  <a:lnTo>
                    <a:pt x="187082" y="485244"/>
                  </a:lnTo>
                  <a:lnTo>
                    <a:pt x="186321" y="492479"/>
                  </a:lnTo>
                  <a:lnTo>
                    <a:pt x="185781" y="496279"/>
                  </a:lnTo>
                  <a:lnTo>
                    <a:pt x="186082" y="498752"/>
                  </a:lnTo>
                  <a:lnTo>
                    <a:pt x="186354" y="500411"/>
                  </a:lnTo>
                  <a:lnTo>
                    <a:pt x="186639" y="502642"/>
                  </a:lnTo>
                  <a:lnTo>
                    <a:pt x="187222" y="506004"/>
                  </a:lnTo>
                  <a:lnTo>
                    <a:pt x="187902" y="507986"/>
                  </a:lnTo>
                  <a:lnTo>
                    <a:pt x="188282" y="508840"/>
                  </a:lnTo>
                  <a:lnTo>
                    <a:pt x="190524" y="513071"/>
                  </a:lnTo>
                  <a:lnTo>
                    <a:pt x="191451" y="515117"/>
                  </a:lnTo>
                  <a:lnTo>
                    <a:pt x="192872" y="519174"/>
                  </a:lnTo>
                  <a:lnTo>
                    <a:pt x="193918" y="521863"/>
                  </a:lnTo>
                  <a:lnTo>
                    <a:pt x="195378" y="522495"/>
                  </a:lnTo>
                  <a:lnTo>
                    <a:pt x="197134" y="523517"/>
                  </a:lnTo>
                  <a:lnTo>
                    <a:pt x="198098" y="524299"/>
                  </a:lnTo>
                  <a:lnTo>
                    <a:pt x="198765" y="523921"/>
                  </a:lnTo>
                  <a:lnTo>
                    <a:pt x="198988" y="522966"/>
                  </a:lnTo>
                  <a:lnTo>
                    <a:pt x="198957" y="520940"/>
                  </a:lnTo>
                  <a:lnTo>
                    <a:pt x="198839" y="519442"/>
                  </a:lnTo>
                  <a:lnTo>
                    <a:pt x="199026" y="518300"/>
                  </a:lnTo>
                  <a:lnTo>
                    <a:pt x="199619" y="517538"/>
                  </a:lnTo>
                  <a:lnTo>
                    <a:pt x="201141" y="517417"/>
                  </a:lnTo>
                  <a:lnTo>
                    <a:pt x="201804" y="516404"/>
                  </a:lnTo>
                  <a:lnTo>
                    <a:pt x="202328" y="516150"/>
                  </a:lnTo>
                  <a:lnTo>
                    <a:pt x="202330" y="520602"/>
                  </a:lnTo>
                  <a:lnTo>
                    <a:pt x="202332" y="524870"/>
                  </a:lnTo>
                  <a:lnTo>
                    <a:pt x="202333" y="530050"/>
                  </a:lnTo>
                  <a:lnTo>
                    <a:pt x="202336" y="535994"/>
                  </a:lnTo>
                  <a:lnTo>
                    <a:pt x="202339" y="540871"/>
                  </a:lnTo>
                  <a:lnTo>
                    <a:pt x="202341" y="546054"/>
                  </a:lnTo>
                  <a:lnTo>
                    <a:pt x="202344" y="552030"/>
                  </a:lnTo>
                  <a:lnTo>
                    <a:pt x="202330" y="552711"/>
                  </a:lnTo>
                  <a:lnTo>
                    <a:pt x="202099" y="554050"/>
                  </a:lnTo>
                  <a:lnTo>
                    <a:pt x="201494" y="554514"/>
                  </a:lnTo>
                  <a:lnTo>
                    <a:pt x="200678" y="553349"/>
                  </a:lnTo>
                  <a:lnTo>
                    <a:pt x="200631" y="552125"/>
                  </a:lnTo>
                  <a:lnTo>
                    <a:pt x="200431" y="549926"/>
                  </a:lnTo>
                  <a:lnTo>
                    <a:pt x="200050" y="548804"/>
                  </a:lnTo>
                  <a:lnTo>
                    <a:pt x="199555" y="548460"/>
                  </a:lnTo>
                  <a:lnTo>
                    <a:pt x="198718" y="549023"/>
                  </a:lnTo>
                  <a:lnTo>
                    <a:pt x="197572" y="550645"/>
                  </a:lnTo>
                  <a:lnTo>
                    <a:pt x="196097" y="552062"/>
                  </a:lnTo>
                  <a:lnTo>
                    <a:pt x="195501" y="552875"/>
                  </a:lnTo>
                  <a:lnTo>
                    <a:pt x="194462" y="552780"/>
                  </a:lnTo>
                  <a:lnTo>
                    <a:pt x="193342" y="552004"/>
                  </a:lnTo>
                  <a:lnTo>
                    <a:pt x="192513" y="550180"/>
                  </a:lnTo>
                  <a:lnTo>
                    <a:pt x="192276" y="547448"/>
                  </a:lnTo>
                  <a:lnTo>
                    <a:pt x="191553" y="544634"/>
                  </a:lnTo>
                  <a:lnTo>
                    <a:pt x="190567" y="540571"/>
                  </a:lnTo>
                  <a:lnTo>
                    <a:pt x="190071" y="538903"/>
                  </a:lnTo>
                  <a:lnTo>
                    <a:pt x="189414" y="537007"/>
                  </a:lnTo>
                  <a:lnTo>
                    <a:pt x="188752" y="536794"/>
                  </a:lnTo>
                  <a:lnTo>
                    <a:pt x="188009" y="536263"/>
                  </a:lnTo>
                  <a:lnTo>
                    <a:pt x="187553" y="533487"/>
                  </a:lnTo>
                  <a:lnTo>
                    <a:pt x="187129" y="529975"/>
                  </a:lnTo>
                  <a:lnTo>
                    <a:pt x="186865" y="528619"/>
                  </a:lnTo>
                  <a:lnTo>
                    <a:pt x="186421" y="526864"/>
                  </a:lnTo>
                  <a:lnTo>
                    <a:pt x="185786" y="525799"/>
                  </a:lnTo>
                  <a:lnTo>
                    <a:pt x="184400" y="524397"/>
                  </a:lnTo>
                  <a:lnTo>
                    <a:pt x="182462" y="522435"/>
                  </a:lnTo>
                  <a:lnTo>
                    <a:pt x="180029" y="519973"/>
                  </a:lnTo>
                  <a:lnTo>
                    <a:pt x="178871" y="519855"/>
                  </a:lnTo>
                  <a:lnTo>
                    <a:pt x="177577" y="519439"/>
                  </a:lnTo>
                  <a:lnTo>
                    <a:pt x="176765" y="518265"/>
                  </a:lnTo>
                  <a:lnTo>
                    <a:pt x="176300" y="517327"/>
                  </a:lnTo>
                  <a:lnTo>
                    <a:pt x="175766" y="513910"/>
                  </a:lnTo>
                  <a:lnTo>
                    <a:pt x="175037" y="509917"/>
                  </a:lnTo>
                  <a:lnTo>
                    <a:pt x="172901" y="505158"/>
                  </a:lnTo>
                  <a:lnTo>
                    <a:pt x="172422" y="499886"/>
                  </a:lnTo>
                  <a:lnTo>
                    <a:pt x="171993" y="499122"/>
                  </a:lnTo>
                  <a:lnTo>
                    <a:pt x="171259" y="499552"/>
                  </a:lnTo>
                  <a:lnTo>
                    <a:pt x="170692" y="500207"/>
                  </a:lnTo>
                  <a:lnTo>
                    <a:pt x="170468" y="501621"/>
                  </a:lnTo>
                  <a:lnTo>
                    <a:pt x="169895" y="506373"/>
                  </a:lnTo>
                  <a:lnTo>
                    <a:pt x="169582" y="508566"/>
                  </a:lnTo>
                  <a:lnTo>
                    <a:pt x="169366" y="509172"/>
                  </a:lnTo>
                  <a:lnTo>
                    <a:pt x="168901" y="509888"/>
                  </a:lnTo>
                  <a:lnTo>
                    <a:pt x="168136" y="510529"/>
                  </a:lnTo>
                  <a:lnTo>
                    <a:pt x="167051" y="510846"/>
                  </a:lnTo>
                  <a:lnTo>
                    <a:pt x="165517" y="510731"/>
                  </a:lnTo>
                  <a:lnTo>
                    <a:pt x="163598" y="510015"/>
                  </a:lnTo>
                  <a:lnTo>
                    <a:pt x="162562" y="509484"/>
                  </a:lnTo>
                  <a:lnTo>
                    <a:pt x="159763" y="508696"/>
                  </a:lnTo>
                  <a:lnTo>
                    <a:pt x="158952" y="508309"/>
                  </a:lnTo>
                  <a:lnTo>
                    <a:pt x="157808" y="507279"/>
                  </a:lnTo>
                  <a:lnTo>
                    <a:pt x="156983" y="506240"/>
                  </a:lnTo>
                  <a:lnTo>
                    <a:pt x="154267" y="503995"/>
                  </a:lnTo>
                  <a:lnTo>
                    <a:pt x="153037" y="504270"/>
                  </a:lnTo>
                  <a:lnTo>
                    <a:pt x="152439" y="502685"/>
                  </a:lnTo>
                  <a:lnTo>
                    <a:pt x="151903" y="501909"/>
                  </a:lnTo>
                  <a:lnTo>
                    <a:pt x="151166" y="500417"/>
                  </a:lnTo>
                  <a:lnTo>
                    <a:pt x="150836" y="498363"/>
                  </a:lnTo>
                  <a:lnTo>
                    <a:pt x="150398" y="493974"/>
                  </a:lnTo>
                  <a:lnTo>
                    <a:pt x="150503" y="491625"/>
                  </a:lnTo>
                  <a:lnTo>
                    <a:pt x="150820" y="489007"/>
                  </a:lnTo>
                  <a:lnTo>
                    <a:pt x="150469" y="488283"/>
                  </a:lnTo>
                  <a:lnTo>
                    <a:pt x="149976" y="488283"/>
                  </a:lnTo>
                  <a:lnTo>
                    <a:pt x="149273" y="489186"/>
                  </a:lnTo>
                  <a:lnTo>
                    <a:pt x="148020" y="489691"/>
                  </a:lnTo>
                  <a:lnTo>
                    <a:pt x="145728" y="490845"/>
                  </a:lnTo>
                  <a:lnTo>
                    <a:pt x="144917" y="491498"/>
                  </a:lnTo>
                  <a:lnTo>
                    <a:pt x="144017" y="491988"/>
                  </a:lnTo>
                  <a:lnTo>
                    <a:pt x="143328" y="492435"/>
                  </a:lnTo>
                  <a:lnTo>
                    <a:pt x="141605" y="494963"/>
                  </a:lnTo>
                  <a:lnTo>
                    <a:pt x="141007" y="495235"/>
                  </a:lnTo>
                  <a:lnTo>
                    <a:pt x="139987" y="494331"/>
                  </a:lnTo>
                  <a:lnTo>
                    <a:pt x="139494" y="492978"/>
                  </a:lnTo>
                  <a:lnTo>
                    <a:pt x="139987" y="491443"/>
                  </a:lnTo>
                  <a:lnTo>
                    <a:pt x="140198" y="489547"/>
                  </a:lnTo>
                  <a:lnTo>
                    <a:pt x="139846" y="485845"/>
                  </a:lnTo>
                  <a:lnTo>
                    <a:pt x="139319" y="484128"/>
                  </a:lnTo>
                  <a:lnTo>
                    <a:pt x="137792" y="482893"/>
                  </a:lnTo>
                  <a:lnTo>
                    <a:pt x="137208" y="482774"/>
                  </a:lnTo>
                  <a:lnTo>
                    <a:pt x="136962" y="480697"/>
                  </a:lnTo>
                  <a:lnTo>
                    <a:pt x="136540" y="478801"/>
                  </a:lnTo>
                  <a:lnTo>
                    <a:pt x="135669" y="478434"/>
                  </a:lnTo>
                  <a:lnTo>
                    <a:pt x="135252" y="478218"/>
                  </a:lnTo>
                  <a:lnTo>
                    <a:pt x="134817" y="478801"/>
                  </a:lnTo>
                  <a:lnTo>
                    <a:pt x="134571" y="480336"/>
                  </a:lnTo>
                  <a:lnTo>
                    <a:pt x="134500" y="481510"/>
                  </a:lnTo>
                  <a:lnTo>
                    <a:pt x="133726" y="482411"/>
                  </a:lnTo>
                  <a:lnTo>
                    <a:pt x="132143" y="482232"/>
                  </a:lnTo>
                  <a:lnTo>
                    <a:pt x="130573" y="481375"/>
                  </a:lnTo>
                  <a:lnTo>
                    <a:pt x="129469" y="481101"/>
                  </a:lnTo>
                  <a:lnTo>
                    <a:pt x="128735" y="481311"/>
                  </a:lnTo>
                  <a:lnTo>
                    <a:pt x="125933" y="484217"/>
                  </a:lnTo>
                  <a:lnTo>
                    <a:pt x="125007" y="484604"/>
                  </a:lnTo>
                  <a:lnTo>
                    <a:pt x="121997" y="484379"/>
                  </a:lnTo>
                  <a:lnTo>
                    <a:pt x="120291" y="483773"/>
                  </a:lnTo>
                  <a:lnTo>
                    <a:pt x="119078" y="483657"/>
                  </a:lnTo>
                  <a:lnTo>
                    <a:pt x="118216" y="484569"/>
                  </a:lnTo>
                  <a:lnTo>
                    <a:pt x="117143" y="486719"/>
                  </a:lnTo>
                  <a:lnTo>
                    <a:pt x="116246" y="487876"/>
                  </a:lnTo>
                  <a:lnTo>
                    <a:pt x="115830" y="487743"/>
                  </a:lnTo>
                  <a:lnTo>
                    <a:pt x="115575" y="486843"/>
                  </a:lnTo>
                  <a:lnTo>
                    <a:pt x="115224" y="485611"/>
                  </a:lnTo>
                  <a:lnTo>
                    <a:pt x="115115" y="482382"/>
                  </a:lnTo>
                  <a:lnTo>
                    <a:pt x="114669" y="478824"/>
                  </a:lnTo>
                  <a:lnTo>
                    <a:pt x="114963" y="476968"/>
                  </a:lnTo>
                  <a:lnTo>
                    <a:pt x="115849" y="475624"/>
                  </a:lnTo>
                  <a:lnTo>
                    <a:pt x="116155" y="472885"/>
                  </a:lnTo>
                  <a:lnTo>
                    <a:pt x="115880" y="468756"/>
                  </a:lnTo>
                  <a:lnTo>
                    <a:pt x="115862" y="465853"/>
                  </a:lnTo>
                  <a:lnTo>
                    <a:pt x="116102" y="464179"/>
                  </a:lnTo>
                  <a:lnTo>
                    <a:pt x="115780" y="460113"/>
                  </a:lnTo>
                  <a:lnTo>
                    <a:pt x="114897" y="453658"/>
                  </a:lnTo>
                  <a:lnTo>
                    <a:pt x="113647" y="448403"/>
                  </a:lnTo>
                  <a:lnTo>
                    <a:pt x="112030" y="444349"/>
                  </a:lnTo>
                  <a:lnTo>
                    <a:pt x="110971" y="440468"/>
                  </a:lnTo>
                  <a:lnTo>
                    <a:pt x="110471" y="436760"/>
                  </a:lnTo>
                  <a:lnTo>
                    <a:pt x="110659" y="427886"/>
                  </a:lnTo>
                  <a:lnTo>
                    <a:pt x="111147" y="420058"/>
                  </a:lnTo>
                  <a:lnTo>
                    <a:pt x="111532" y="413848"/>
                  </a:lnTo>
                  <a:lnTo>
                    <a:pt x="111423" y="403439"/>
                  </a:lnTo>
                  <a:lnTo>
                    <a:pt x="110330" y="396667"/>
                  </a:lnTo>
                  <a:lnTo>
                    <a:pt x="110090" y="389383"/>
                  </a:lnTo>
                  <a:lnTo>
                    <a:pt x="110706" y="381589"/>
                  </a:lnTo>
                  <a:lnTo>
                    <a:pt x="110798" y="376251"/>
                  </a:lnTo>
                  <a:lnTo>
                    <a:pt x="110389" y="373521"/>
                  </a:lnTo>
                  <a:lnTo>
                    <a:pt x="110108" y="373108"/>
                  </a:lnTo>
                  <a:lnTo>
                    <a:pt x="109757" y="372837"/>
                  </a:lnTo>
                  <a:lnTo>
                    <a:pt x="106992" y="372577"/>
                  </a:lnTo>
                  <a:lnTo>
                    <a:pt x="103303" y="372231"/>
                  </a:lnTo>
                  <a:lnTo>
                    <a:pt x="100088" y="372127"/>
                  </a:lnTo>
                  <a:lnTo>
                    <a:pt x="96600" y="372017"/>
                  </a:lnTo>
                  <a:lnTo>
                    <a:pt x="96031" y="371033"/>
                  </a:lnTo>
                  <a:lnTo>
                    <a:pt x="95772" y="369213"/>
                  </a:lnTo>
                  <a:lnTo>
                    <a:pt x="95784" y="367409"/>
                  </a:lnTo>
                  <a:lnTo>
                    <a:pt x="96495" y="361895"/>
                  </a:lnTo>
                  <a:lnTo>
                    <a:pt x="96395" y="361444"/>
                  </a:lnTo>
                  <a:lnTo>
                    <a:pt x="95155" y="361323"/>
                  </a:lnTo>
                  <a:lnTo>
                    <a:pt x="91792" y="362223"/>
                  </a:lnTo>
                  <a:lnTo>
                    <a:pt x="89576" y="363115"/>
                  </a:lnTo>
                  <a:lnTo>
                    <a:pt x="88169" y="363407"/>
                  </a:lnTo>
                  <a:lnTo>
                    <a:pt x="85696" y="364907"/>
                  </a:lnTo>
                  <a:lnTo>
                    <a:pt x="84169" y="368078"/>
                  </a:lnTo>
                  <a:lnTo>
                    <a:pt x="83664" y="372069"/>
                  </a:lnTo>
                  <a:lnTo>
                    <a:pt x="83706" y="375356"/>
                  </a:lnTo>
                  <a:lnTo>
                    <a:pt x="83619" y="377763"/>
                  </a:lnTo>
                  <a:lnTo>
                    <a:pt x="82923" y="380279"/>
                  </a:lnTo>
                  <a:lnTo>
                    <a:pt x="82374" y="383168"/>
                  </a:lnTo>
                  <a:lnTo>
                    <a:pt x="82354" y="384688"/>
                  </a:lnTo>
                  <a:lnTo>
                    <a:pt x="82019" y="392373"/>
                  </a:lnTo>
                  <a:lnTo>
                    <a:pt x="79739" y="393403"/>
                  </a:lnTo>
                  <a:lnTo>
                    <a:pt x="77458" y="393403"/>
                  </a:lnTo>
                  <a:lnTo>
                    <a:pt x="76927" y="393305"/>
                  </a:lnTo>
                  <a:lnTo>
                    <a:pt x="74108" y="391470"/>
                  </a:lnTo>
                  <a:lnTo>
                    <a:pt x="73064" y="391467"/>
                  </a:lnTo>
                  <a:lnTo>
                    <a:pt x="72167" y="392430"/>
                  </a:lnTo>
                  <a:lnTo>
                    <a:pt x="70443" y="393368"/>
                  </a:lnTo>
                  <a:lnTo>
                    <a:pt x="68793" y="394064"/>
                  </a:lnTo>
                  <a:lnTo>
                    <a:pt x="67132" y="396338"/>
                  </a:lnTo>
                  <a:lnTo>
                    <a:pt x="66690" y="396540"/>
                  </a:lnTo>
                  <a:lnTo>
                    <a:pt x="65589" y="395359"/>
                  </a:lnTo>
                  <a:lnTo>
                    <a:pt x="64043" y="395469"/>
                  </a:lnTo>
                  <a:lnTo>
                    <a:pt x="62485" y="396040"/>
                  </a:lnTo>
                  <a:lnTo>
                    <a:pt x="61751" y="396286"/>
                  </a:lnTo>
                  <a:lnTo>
                    <a:pt x="61250" y="395602"/>
                  </a:lnTo>
                  <a:lnTo>
                    <a:pt x="59814" y="389871"/>
                  </a:lnTo>
                  <a:lnTo>
                    <a:pt x="57901" y="382230"/>
                  </a:lnTo>
                  <a:lnTo>
                    <a:pt x="56866" y="377442"/>
                  </a:lnTo>
                  <a:lnTo>
                    <a:pt x="56480" y="376193"/>
                  </a:lnTo>
                  <a:lnTo>
                    <a:pt x="55815" y="374539"/>
                  </a:lnTo>
                  <a:lnTo>
                    <a:pt x="54906" y="371417"/>
                  </a:lnTo>
                  <a:lnTo>
                    <a:pt x="54529" y="368451"/>
                  </a:lnTo>
                  <a:lnTo>
                    <a:pt x="54688" y="365646"/>
                  </a:lnTo>
                  <a:lnTo>
                    <a:pt x="54154" y="361860"/>
                  </a:lnTo>
                  <a:lnTo>
                    <a:pt x="52930" y="357090"/>
                  </a:lnTo>
                  <a:lnTo>
                    <a:pt x="52123" y="352536"/>
                  </a:lnTo>
                  <a:lnTo>
                    <a:pt x="51736" y="348199"/>
                  </a:lnTo>
                  <a:lnTo>
                    <a:pt x="51640" y="344485"/>
                  </a:lnTo>
                  <a:lnTo>
                    <a:pt x="51833" y="341395"/>
                  </a:lnTo>
                  <a:lnTo>
                    <a:pt x="51597" y="339115"/>
                  </a:lnTo>
                  <a:lnTo>
                    <a:pt x="50933" y="337646"/>
                  </a:lnTo>
                  <a:lnTo>
                    <a:pt x="50570" y="335785"/>
                  </a:lnTo>
                  <a:lnTo>
                    <a:pt x="50307" y="335009"/>
                  </a:lnTo>
                  <a:lnTo>
                    <a:pt x="49754" y="333252"/>
                  </a:lnTo>
                  <a:lnTo>
                    <a:pt x="48538" y="331312"/>
                  </a:lnTo>
                  <a:lnTo>
                    <a:pt x="47201" y="330291"/>
                  </a:lnTo>
                  <a:lnTo>
                    <a:pt x="44265" y="330271"/>
                  </a:lnTo>
                  <a:lnTo>
                    <a:pt x="40431" y="330239"/>
                  </a:lnTo>
                  <a:lnTo>
                    <a:pt x="36956" y="330386"/>
                  </a:lnTo>
                  <a:lnTo>
                    <a:pt x="33093" y="330553"/>
                  </a:lnTo>
                  <a:lnTo>
                    <a:pt x="29181" y="330718"/>
                  </a:lnTo>
                  <a:lnTo>
                    <a:pt x="28128" y="330978"/>
                  </a:lnTo>
                  <a:lnTo>
                    <a:pt x="25144" y="331090"/>
                  </a:lnTo>
                  <a:lnTo>
                    <a:pt x="22753" y="330597"/>
                  </a:lnTo>
                  <a:lnTo>
                    <a:pt x="21866" y="330276"/>
                  </a:lnTo>
                  <a:lnTo>
                    <a:pt x="20309" y="330043"/>
                  </a:lnTo>
                  <a:lnTo>
                    <a:pt x="17847" y="329982"/>
                  </a:lnTo>
                  <a:lnTo>
                    <a:pt x="16518" y="330175"/>
                  </a:lnTo>
                  <a:lnTo>
                    <a:pt x="13324" y="330178"/>
                  </a:lnTo>
                  <a:lnTo>
                    <a:pt x="13036" y="330225"/>
                  </a:lnTo>
                  <a:lnTo>
                    <a:pt x="12531" y="330770"/>
                  </a:lnTo>
                  <a:lnTo>
                    <a:pt x="11170" y="330014"/>
                  </a:lnTo>
                  <a:lnTo>
                    <a:pt x="9833" y="330268"/>
                  </a:lnTo>
                  <a:lnTo>
                    <a:pt x="9087" y="329419"/>
                  </a:lnTo>
                  <a:lnTo>
                    <a:pt x="7447" y="329950"/>
                  </a:lnTo>
                  <a:lnTo>
                    <a:pt x="6650" y="330649"/>
                  </a:lnTo>
                  <a:lnTo>
                    <a:pt x="5374" y="333104"/>
                  </a:lnTo>
                  <a:lnTo>
                    <a:pt x="3462" y="334386"/>
                  </a:lnTo>
                  <a:lnTo>
                    <a:pt x="2753" y="334276"/>
                  </a:lnTo>
                  <a:lnTo>
                    <a:pt x="2279" y="333858"/>
                  </a:lnTo>
                  <a:lnTo>
                    <a:pt x="1166" y="331168"/>
                  </a:lnTo>
                  <a:lnTo>
                    <a:pt x="307" y="328568"/>
                  </a:lnTo>
                  <a:lnTo>
                    <a:pt x="0" y="327131"/>
                  </a:lnTo>
                  <a:lnTo>
                    <a:pt x="478" y="326770"/>
                  </a:lnTo>
                  <a:lnTo>
                    <a:pt x="1983" y="326216"/>
                  </a:lnTo>
                  <a:lnTo>
                    <a:pt x="3117" y="325951"/>
                  </a:lnTo>
                  <a:lnTo>
                    <a:pt x="3337" y="325273"/>
                  </a:lnTo>
                  <a:lnTo>
                    <a:pt x="3513" y="317259"/>
                  </a:lnTo>
                  <a:lnTo>
                    <a:pt x="3552" y="309113"/>
                  </a:lnTo>
                  <a:lnTo>
                    <a:pt x="3150" y="308043"/>
                  </a:lnTo>
                  <a:lnTo>
                    <a:pt x="2756" y="307390"/>
                  </a:lnTo>
                  <a:lnTo>
                    <a:pt x="2736" y="306825"/>
                  </a:lnTo>
                  <a:lnTo>
                    <a:pt x="3326" y="305803"/>
                  </a:lnTo>
                  <a:lnTo>
                    <a:pt x="4141" y="304611"/>
                  </a:lnTo>
                  <a:lnTo>
                    <a:pt x="4402" y="304075"/>
                  </a:lnTo>
                  <a:lnTo>
                    <a:pt x="5306" y="301916"/>
                  </a:lnTo>
                  <a:lnTo>
                    <a:pt x="7089" y="296930"/>
                  </a:lnTo>
                  <a:lnTo>
                    <a:pt x="8444" y="295709"/>
                  </a:lnTo>
                  <a:lnTo>
                    <a:pt x="9708" y="294402"/>
                  </a:lnTo>
                  <a:lnTo>
                    <a:pt x="9886" y="293920"/>
                  </a:lnTo>
                  <a:lnTo>
                    <a:pt x="10054" y="292951"/>
                  </a:lnTo>
                  <a:lnTo>
                    <a:pt x="10621" y="293020"/>
                  </a:lnTo>
                  <a:lnTo>
                    <a:pt x="10802" y="293493"/>
                  </a:lnTo>
                  <a:lnTo>
                    <a:pt x="11079" y="294543"/>
                  </a:lnTo>
                  <a:lnTo>
                    <a:pt x="11576" y="296021"/>
                  </a:lnTo>
                  <a:lnTo>
                    <a:pt x="12470" y="297775"/>
                  </a:lnTo>
                  <a:lnTo>
                    <a:pt x="13373" y="299671"/>
                  </a:lnTo>
                  <a:lnTo>
                    <a:pt x="13824" y="299908"/>
                  </a:lnTo>
                  <a:lnTo>
                    <a:pt x="14554" y="298950"/>
                  </a:lnTo>
                  <a:lnTo>
                    <a:pt x="15397" y="297524"/>
                  </a:lnTo>
                  <a:lnTo>
                    <a:pt x="16639" y="296483"/>
                  </a:lnTo>
                  <a:lnTo>
                    <a:pt x="16936" y="295513"/>
                  </a:lnTo>
                  <a:lnTo>
                    <a:pt x="17098" y="293435"/>
                  </a:lnTo>
                  <a:lnTo>
                    <a:pt x="17192" y="291216"/>
                  </a:lnTo>
                  <a:lnTo>
                    <a:pt x="17301" y="288593"/>
                  </a:lnTo>
                  <a:lnTo>
                    <a:pt x="17554" y="288238"/>
                  </a:lnTo>
                  <a:lnTo>
                    <a:pt x="18002" y="287984"/>
                  </a:lnTo>
                  <a:lnTo>
                    <a:pt x="18825" y="288723"/>
                  </a:lnTo>
                  <a:lnTo>
                    <a:pt x="19202" y="289485"/>
                  </a:lnTo>
                  <a:lnTo>
                    <a:pt x="19877" y="289485"/>
                  </a:lnTo>
                  <a:lnTo>
                    <a:pt x="20308" y="288792"/>
                  </a:lnTo>
                  <a:lnTo>
                    <a:pt x="21096" y="287500"/>
                  </a:lnTo>
                  <a:lnTo>
                    <a:pt x="22097" y="286983"/>
                  </a:lnTo>
                  <a:lnTo>
                    <a:pt x="23170" y="285745"/>
                  </a:lnTo>
                  <a:lnTo>
                    <a:pt x="24196" y="284149"/>
                  </a:lnTo>
                  <a:lnTo>
                    <a:pt x="24680" y="284011"/>
                  </a:lnTo>
                  <a:lnTo>
                    <a:pt x="25194" y="286089"/>
                  </a:lnTo>
                  <a:lnTo>
                    <a:pt x="25652" y="287546"/>
                  </a:lnTo>
                  <a:lnTo>
                    <a:pt x="25733" y="288446"/>
                  </a:lnTo>
                  <a:lnTo>
                    <a:pt x="25275" y="290177"/>
                  </a:lnTo>
                  <a:lnTo>
                    <a:pt x="24762" y="292466"/>
                  </a:lnTo>
                  <a:lnTo>
                    <a:pt x="25194" y="295305"/>
                  </a:lnTo>
                  <a:lnTo>
                    <a:pt x="25297" y="298064"/>
                  </a:lnTo>
                  <a:lnTo>
                    <a:pt x="25284" y="299726"/>
                  </a:lnTo>
                  <a:lnTo>
                    <a:pt x="25631" y="300401"/>
                  </a:lnTo>
                  <a:lnTo>
                    <a:pt x="25869" y="300722"/>
                  </a:lnTo>
                  <a:lnTo>
                    <a:pt x="26241" y="300329"/>
                  </a:lnTo>
                  <a:lnTo>
                    <a:pt x="26974" y="300450"/>
                  </a:lnTo>
                  <a:lnTo>
                    <a:pt x="27853" y="301316"/>
                  </a:lnTo>
                  <a:lnTo>
                    <a:pt x="28703" y="301218"/>
                  </a:lnTo>
                  <a:lnTo>
                    <a:pt x="29525" y="300153"/>
                  </a:lnTo>
                  <a:lnTo>
                    <a:pt x="31053" y="296012"/>
                  </a:lnTo>
                  <a:lnTo>
                    <a:pt x="33287" y="288787"/>
                  </a:lnTo>
                  <a:lnTo>
                    <a:pt x="35140" y="284253"/>
                  </a:lnTo>
                  <a:lnTo>
                    <a:pt x="36606" y="282401"/>
                  </a:lnTo>
                  <a:lnTo>
                    <a:pt x="37600" y="280239"/>
                  </a:lnTo>
                  <a:lnTo>
                    <a:pt x="38118" y="277763"/>
                  </a:lnTo>
                  <a:lnTo>
                    <a:pt x="38971" y="276078"/>
                  </a:lnTo>
                  <a:lnTo>
                    <a:pt x="40749" y="274736"/>
                  </a:lnTo>
                  <a:lnTo>
                    <a:pt x="42105" y="273221"/>
                  </a:lnTo>
                  <a:lnTo>
                    <a:pt x="43458" y="268255"/>
                  </a:lnTo>
                  <a:lnTo>
                    <a:pt x="45262" y="259330"/>
                  </a:lnTo>
                  <a:lnTo>
                    <a:pt x="45767" y="251360"/>
                  </a:lnTo>
                  <a:lnTo>
                    <a:pt x="46074" y="246509"/>
                  </a:lnTo>
                  <a:lnTo>
                    <a:pt x="45896" y="229798"/>
                  </a:lnTo>
                  <a:lnTo>
                    <a:pt x="45778" y="224313"/>
                  </a:lnTo>
                  <a:lnTo>
                    <a:pt x="46051" y="221320"/>
                  </a:lnTo>
                  <a:lnTo>
                    <a:pt x="46725" y="219263"/>
                  </a:lnTo>
                  <a:lnTo>
                    <a:pt x="48563" y="214908"/>
                  </a:lnTo>
                  <a:lnTo>
                    <a:pt x="49795" y="211342"/>
                  </a:lnTo>
                  <a:lnTo>
                    <a:pt x="50736" y="207169"/>
                  </a:lnTo>
                  <a:lnTo>
                    <a:pt x="52550" y="197638"/>
                  </a:lnTo>
                  <a:lnTo>
                    <a:pt x="53345" y="194567"/>
                  </a:lnTo>
                  <a:lnTo>
                    <a:pt x="53699" y="193191"/>
                  </a:lnTo>
                  <a:lnTo>
                    <a:pt x="54790" y="190651"/>
                  </a:lnTo>
                  <a:lnTo>
                    <a:pt x="56319" y="188421"/>
                  </a:lnTo>
                  <a:lnTo>
                    <a:pt x="58289" y="186505"/>
                  </a:lnTo>
                  <a:lnTo>
                    <a:pt x="61328" y="179868"/>
                  </a:lnTo>
                  <a:lnTo>
                    <a:pt x="63744" y="173190"/>
                  </a:lnTo>
                  <a:lnTo>
                    <a:pt x="63414" y="165168"/>
                  </a:lnTo>
                  <a:lnTo>
                    <a:pt x="63978" y="158515"/>
                  </a:lnTo>
                  <a:lnTo>
                    <a:pt x="65297" y="150049"/>
                  </a:lnTo>
                  <a:lnTo>
                    <a:pt x="65728" y="141090"/>
                  </a:lnTo>
                  <a:lnTo>
                    <a:pt x="65274" y="131647"/>
                  </a:lnTo>
                  <a:lnTo>
                    <a:pt x="65466" y="123929"/>
                  </a:lnTo>
                  <a:lnTo>
                    <a:pt x="66724" y="114945"/>
                  </a:lnTo>
                  <a:lnTo>
                    <a:pt x="67254" y="111614"/>
                  </a:lnTo>
                  <a:lnTo>
                    <a:pt x="67427" y="106161"/>
                  </a:lnTo>
                  <a:lnTo>
                    <a:pt x="67419" y="97477"/>
                  </a:lnTo>
                  <a:lnTo>
                    <a:pt x="69024" y="85608"/>
                  </a:lnTo>
                  <a:lnTo>
                    <a:pt x="70541" y="78502"/>
                  </a:lnTo>
                  <a:lnTo>
                    <a:pt x="72238" y="70554"/>
                  </a:lnTo>
                  <a:lnTo>
                    <a:pt x="72885" y="65749"/>
                  </a:lnTo>
                  <a:lnTo>
                    <a:pt x="73749" y="59336"/>
                  </a:lnTo>
                  <a:lnTo>
                    <a:pt x="73613" y="54183"/>
                  </a:lnTo>
                  <a:lnTo>
                    <a:pt x="73456" y="48265"/>
                  </a:lnTo>
                  <a:lnTo>
                    <a:pt x="73881" y="40122"/>
                  </a:lnTo>
                  <a:lnTo>
                    <a:pt x="73723" y="35326"/>
                  </a:lnTo>
                  <a:lnTo>
                    <a:pt x="73120" y="31160"/>
                  </a:lnTo>
                  <a:lnTo>
                    <a:pt x="73426" y="28540"/>
                  </a:lnTo>
                  <a:lnTo>
                    <a:pt x="74643" y="27465"/>
                  </a:lnTo>
                  <a:lnTo>
                    <a:pt x="76161" y="23304"/>
                  </a:lnTo>
                  <a:lnTo>
                    <a:pt x="78886" y="12431"/>
                  </a:lnTo>
                  <a:lnTo>
                    <a:pt x="81819" y="7131"/>
                  </a:lnTo>
                  <a:lnTo>
                    <a:pt x="83862" y="5455"/>
                  </a:lnTo>
                  <a:lnTo>
                    <a:pt x="85992" y="5635"/>
                  </a:lnTo>
                  <a:lnTo>
                    <a:pt x="87379" y="6583"/>
                  </a:lnTo>
                  <a:lnTo>
                    <a:pt x="88023" y="8297"/>
                  </a:lnTo>
                  <a:lnTo>
                    <a:pt x="89632" y="10855"/>
                  </a:lnTo>
                  <a:lnTo>
                    <a:pt x="92210" y="14256"/>
                  </a:lnTo>
                  <a:lnTo>
                    <a:pt x="94134" y="18495"/>
                  </a:lnTo>
                  <a:lnTo>
                    <a:pt x="95204" y="22769"/>
                  </a:lnTo>
                  <a:lnTo>
                    <a:pt x="96028" y="25099"/>
                  </a:lnTo>
                  <a:lnTo>
                    <a:pt x="97056" y="25898"/>
                  </a:lnTo>
                  <a:lnTo>
                    <a:pt x="98731" y="25553"/>
                  </a:lnTo>
                  <a:lnTo>
                    <a:pt x="100604" y="26563"/>
                  </a:lnTo>
                  <a:lnTo>
                    <a:pt x="102558" y="28956"/>
                  </a:lnTo>
                  <a:lnTo>
                    <a:pt x="103758" y="29841"/>
                  </a:lnTo>
                  <a:lnTo>
                    <a:pt x="104201" y="29224"/>
                  </a:lnTo>
                  <a:lnTo>
                    <a:pt x="105143" y="29570"/>
                  </a:lnTo>
                  <a:lnTo>
                    <a:pt x="107300" y="31537"/>
                  </a:lnTo>
                  <a:lnTo>
                    <a:pt x="109019" y="30456"/>
                  </a:lnTo>
                  <a:lnTo>
                    <a:pt x="111565" y="31268"/>
                  </a:lnTo>
                  <a:lnTo>
                    <a:pt x="117480" y="34783"/>
                  </a:lnTo>
                  <a:lnTo>
                    <a:pt x="117796" y="34187"/>
                  </a:lnTo>
                  <a:lnTo>
                    <a:pt x="117936" y="34050"/>
                  </a:lnTo>
                  <a:lnTo>
                    <a:pt x="118440" y="32635"/>
                  </a:lnTo>
                  <a:lnTo>
                    <a:pt x="119724" y="25605"/>
                  </a:lnTo>
                  <a:lnTo>
                    <a:pt x="120812" y="21286"/>
                  </a:lnTo>
                  <a:lnTo>
                    <a:pt x="121319" y="19662"/>
                  </a:lnTo>
                  <a:lnTo>
                    <a:pt x="122570" y="17381"/>
                  </a:lnTo>
                  <a:lnTo>
                    <a:pt x="124047" y="16791"/>
                  </a:lnTo>
                  <a:lnTo>
                    <a:pt x="125463" y="16996"/>
                  </a:lnTo>
                  <a:lnTo>
                    <a:pt x="126648" y="17999"/>
                  </a:lnTo>
                  <a:lnTo>
                    <a:pt x="127730" y="19165"/>
                  </a:lnTo>
                  <a:lnTo>
                    <a:pt x="128930" y="19176"/>
                  </a:lnTo>
                  <a:lnTo>
                    <a:pt x="130155" y="18049"/>
                  </a:lnTo>
                  <a:lnTo>
                    <a:pt x="131976" y="15995"/>
                  </a:lnTo>
                  <a:lnTo>
                    <a:pt x="133893" y="14649"/>
                  </a:lnTo>
                  <a:lnTo>
                    <a:pt x="135542" y="13174"/>
                  </a:lnTo>
                  <a:lnTo>
                    <a:pt x="138258" y="10586"/>
                  </a:lnTo>
                  <a:lnTo>
                    <a:pt x="139318" y="9395"/>
                  </a:lnTo>
                  <a:lnTo>
                    <a:pt x="140668" y="8928"/>
                  </a:lnTo>
                  <a:lnTo>
                    <a:pt x="144447" y="11288"/>
                  </a:lnTo>
                  <a:lnTo>
                    <a:pt x="146897" y="9726"/>
                  </a:lnTo>
                  <a:lnTo>
                    <a:pt x="147896" y="10184"/>
                  </a:lnTo>
                  <a:lnTo>
                    <a:pt x="150015" y="8496"/>
                  </a:lnTo>
                  <a:lnTo>
                    <a:pt x="150403" y="7369"/>
                  </a:lnTo>
                  <a:lnTo>
                    <a:pt x="151751" y="1660"/>
                  </a:lnTo>
                  <a:lnTo>
                    <a:pt x="153188" y="0"/>
                  </a:lnTo>
                  <a:lnTo>
                    <a:pt x="155361" y="839"/>
                  </a:lnTo>
                  <a:lnTo>
                    <a:pt x="156581" y="1725"/>
                  </a:lnTo>
                  <a:lnTo>
                    <a:pt x="160650" y="4165"/>
                  </a:lnTo>
                  <a:lnTo>
                    <a:pt x="165934" y="6704"/>
                  </a:lnTo>
                  <a:lnTo>
                    <a:pt x="167487" y="7097"/>
                  </a:lnTo>
                  <a:lnTo>
                    <a:pt x="168114" y="7378"/>
                  </a:lnTo>
                  <a:lnTo>
                    <a:pt x="168667" y="6986"/>
                  </a:lnTo>
                  <a:lnTo>
                    <a:pt x="170399" y="3774"/>
                  </a:lnTo>
                  <a:lnTo>
                    <a:pt x="170989" y="3319"/>
                  </a:lnTo>
                  <a:lnTo>
                    <a:pt x="171484" y="3376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3326992" y="3525114"/>
              <a:ext cx="86218" cy="256828"/>
            </a:xfrm>
            <a:custGeom>
              <a:avLst/>
              <a:pathLst>
                <a:path w="86218" h="256828">
                  <a:moveTo>
                    <a:pt x="86082" y="6172"/>
                  </a:moveTo>
                  <a:lnTo>
                    <a:pt x="86218" y="11324"/>
                  </a:lnTo>
                  <a:lnTo>
                    <a:pt x="85354" y="17738"/>
                  </a:lnTo>
                  <a:lnTo>
                    <a:pt x="84707" y="22542"/>
                  </a:lnTo>
                  <a:lnTo>
                    <a:pt x="83010" y="30491"/>
                  </a:lnTo>
                  <a:lnTo>
                    <a:pt x="81493" y="37597"/>
                  </a:lnTo>
                  <a:lnTo>
                    <a:pt x="79888" y="49465"/>
                  </a:lnTo>
                  <a:lnTo>
                    <a:pt x="79896" y="58150"/>
                  </a:lnTo>
                  <a:lnTo>
                    <a:pt x="79723" y="63602"/>
                  </a:lnTo>
                  <a:lnTo>
                    <a:pt x="79193" y="66934"/>
                  </a:lnTo>
                  <a:lnTo>
                    <a:pt x="77935" y="75918"/>
                  </a:lnTo>
                  <a:lnTo>
                    <a:pt x="77743" y="83636"/>
                  </a:lnTo>
                  <a:lnTo>
                    <a:pt x="78197" y="93079"/>
                  </a:lnTo>
                  <a:lnTo>
                    <a:pt x="77765" y="102038"/>
                  </a:lnTo>
                  <a:lnTo>
                    <a:pt x="76447" y="110504"/>
                  </a:lnTo>
                  <a:lnTo>
                    <a:pt x="75883" y="117157"/>
                  </a:lnTo>
                  <a:lnTo>
                    <a:pt x="76213" y="125179"/>
                  </a:lnTo>
                  <a:lnTo>
                    <a:pt x="73797" y="131856"/>
                  </a:lnTo>
                  <a:lnTo>
                    <a:pt x="70758" y="138493"/>
                  </a:lnTo>
                  <a:lnTo>
                    <a:pt x="68788" y="140409"/>
                  </a:lnTo>
                  <a:lnTo>
                    <a:pt x="67259" y="142640"/>
                  </a:lnTo>
                  <a:lnTo>
                    <a:pt x="66167" y="145179"/>
                  </a:lnTo>
                  <a:lnTo>
                    <a:pt x="65813" y="146556"/>
                  </a:lnTo>
                  <a:lnTo>
                    <a:pt x="65019" y="149626"/>
                  </a:lnTo>
                  <a:lnTo>
                    <a:pt x="63205" y="159157"/>
                  </a:lnTo>
                  <a:lnTo>
                    <a:pt x="62264" y="163330"/>
                  </a:lnTo>
                  <a:lnTo>
                    <a:pt x="61032" y="166897"/>
                  </a:lnTo>
                  <a:lnTo>
                    <a:pt x="59194" y="171251"/>
                  </a:lnTo>
                  <a:lnTo>
                    <a:pt x="58520" y="173309"/>
                  </a:lnTo>
                  <a:lnTo>
                    <a:pt x="58247" y="176301"/>
                  </a:lnTo>
                  <a:lnTo>
                    <a:pt x="58365" y="181787"/>
                  </a:lnTo>
                  <a:lnTo>
                    <a:pt x="58543" y="198498"/>
                  </a:lnTo>
                  <a:lnTo>
                    <a:pt x="58235" y="203348"/>
                  </a:lnTo>
                  <a:lnTo>
                    <a:pt x="57731" y="211318"/>
                  </a:lnTo>
                  <a:lnTo>
                    <a:pt x="55927" y="220244"/>
                  </a:lnTo>
                  <a:lnTo>
                    <a:pt x="54574" y="225210"/>
                  </a:lnTo>
                  <a:lnTo>
                    <a:pt x="53218" y="226725"/>
                  </a:lnTo>
                  <a:lnTo>
                    <a:pt x="51440" y="228067"/>
                  </a:lnTo>
                  <a:lnTo>
                    <a:pt x="50587" y="229752"/>
                  </a:lnTo>
                  <a:lnTo>
                    <a:pt x="50069" y="232228"/>
                  </a:lnTo>
                  <a:lnTo>
                    <a:pt x="49075" y="234389"/>
                  </a:lnTo>
                  <a:lnTo>
                    <a:pt x="47608" y="236242"/>
                  </a:lnTo>
                  <a:lnTo>
                    <a:pt x="45756" y="240775"/>
                  </a:lnTo>
                  <a:lnTo>
                    <a:pt x="43522" y="248001"/>
                  </a:lnTo>
                  <a:lnTo>
                    <a:pt x="41994" y="252142"/>
                  </a:lnTo>
                  <a:lnTo>
                    <a:pt x="41172" y="253207"/>
                  </a:lnTo>
                  <a:lnTo>
                    <a:pt x="40322" y="253305"/>
                  </a:lnTo>
                  <a:lnTo>
                    <a:pt x="39443" y="252439"/>
                  </a:lnTo>
                  <a:lnTo>
                    <a:pt x="38710" y="252318"/>
                  </a:lnTo>
                  <a:lnTo>
                    <a:pt x="38338" y="252710"/>
                  </a:lnTo>
                  <a:lnTo>
                    <a:pt x="38100" y="252390"/>
                  </a:lnTo>
                  <a:lnTo>
                    <a:pt x="37752" y="251715"/>
                  </a:lnTo>
                  <a:lnTo>
                    <a:pt x="37766" y="250053"/>
                  </a:lnTo>
                  <a:lnTo>
                    <a:pt x="37663" y="247294"/>
                  </a:lnTo>
                  <a:lnTo>
                    <a:pt x="37231" y="244454"/>
                  </a:lnTo>
                  <a:lnTo>
                    <a:pt x="37743" y="242166"/>
                  </a:lnTo>
                  <a:lnTo>
                    <a:pt x="38202" y="240435"/>
                  </a:lnTo>
                  <a:lnTo>
                    <a:pt x="38121" y="239534"/>
                  </a:lnTo>
                  <a:lnTo>
                    <a:pt x="37663" y="238077"/>
                  </a:lnTo>
                  <a:lnTo>
                    <a:pt x="37149" y="235999"/>
                  </a:lnTo>
                  <a:lnTo>
                    <a:pt x="36665" y="236138"/>
                  </a:lnTo>
                  <a:lnTo>
                    <a:pt x="35639" y="237734"/>
                  </a:lnTo>
                  <a:lnTo>
                    <a:pt x="34566" y="238972"/>
                  </a:lnTo>
                  <a:lnTo>
                    <a:pt x="33565" y="239488"/>
                  </a:lnTo>
                  <a:lnTo>
                    <a:pt x="32777" y="240781"/>
                  </a:lnTo>
                  <a:lnTo>
                    <a:pt x="32346" y="241474"/>
                  </a:lnTo>
                  <a:lnTo>
                    <a:pt x="31671" y="241474"/>
                  </a:lnTo>
                  <a:lnTo>
                    <a:pt x="31294" y="240712"/>
                  </a:lnTo>
                  <a:lnTo>
                    <a:pt x="30471" y="239973"/>
                  </a:lnTo>
                  <a:lnTo>
                    <a:pt x="30023" y="240227"/>
                  </a:lnTo>
                  <a:lnTo>
                    <a:pt x="29770" y="240582"/>
                  </a:lnTo>
                  <a:lnTo>
                    <a:pt x="29661" y="243205"/>
                  </a:lnTo>
                  <a:lnTo>
                    <a:pt x="29566" y="245424"/>
                  </a:lnTo>
                  <a:lnTo>
                    <a:pt x="29405" y="247502"/>
                  </a:lnTo>
                  <a:lnTo>
                    <a:pt x="29108" y="248471"/>
                  </a:lnTo>
                  <a:lnTo>
                    <a:pt x="27866" y="249513"/>
                  </a:lnTo>
                  <a:lnTo>
                    <a:pt x="27023" y="250938"/>
                  </a:lnTo>
                  <a:lnTo>
                    <a:pt x="26293" y="251896"/>
                  </a:lnTo>
                  <a:lnTo>
                    <a:pt x="25842" y="251660"/>
                  </a:lnTo>
                  <a:lnTo>
                    <a:pt x="24939" y="249764"/>
                  </a:lnTo>
                  <a:lnTo>
                    <a:pt x="24045" y="248010"/>
                  </a:lnTo>
                  <a:lnTo>
                    <a:pt x="23548" y="246532"/>
                  </a:lnTo>
                  <a:lnTo>
                    <a:pt x="23271" y="245482"/>
                  </a:lnTo>
                  <a:lnTo>
                    <a:pt x="23090" y="245008"/>
                  </a:lnTo>
                  <a:lnTo>
                    <a:pt x="22523" y="244939"/>
                  </a:lnTo>
                  <a:lnTo>
                    <a:pt x="22355" y="245909"/>
                  </a:lnTo>
                  <a:lnTo>
                    <a:pt x="22070" y="245450"/>
                  </a:lnTo>
                  <a:lnTo>
                    <a:pt x="21188" y="243456"/>
                  </a:lnTo>
                  <a:lnTo>
                    <a:pt x="20149" y="240305"/>
                  </a:lnTo>
                  <a:lnTo>
                    <a:pt x="19770" y="239826"/>
                  </a:lnTo>
                  <a:lnTo>
                    <a:pt x="19196" y="239875"/>
                  </a:lnTo>
                  <a:lnTo>
                    <a:pt x="18289" y="241032"/>
                  </a:lnTo>
                  <a:lnTo>
                    <a:pt x="17394" y="242847"/>
                  </a:lnTo>
                  <a:lnTo>
                    <a:pt x="15780" y="244512"/>
                  </a:lnTo>
                  <a:lnTo>
                    <a:pt x="14435" y="245447"/>
                  </a:lnTo>
                  <a:lnTo>
                    <a:pt x="14314" y="246587"/>
                  </a:lnTo>
                  <a:lnTo>
                    <a:pt x="13999" y="248549"/>
                  </a:lnTo>
                  <a:lnTo>
                    <a:pt x="13553" y="249773"/>
                  </a:lnTo>
                  <a:lnTo>
                    <a:pt x="12361" y="250159"/>
                  </a:lnTo>
                  <a:lnTo>
                    <a:pt x="11932" y="251905"/>
                  </a:lnTo>
                  <a:lnTo>
                    <a:pt x="10902" y="255287"/>
                  </a:lnTo>
                  <a:lnTo>
                    <a:pt x="10221" y="256828"/>
                  </a:lnTo>
                  <a:lnTo>
                    <a:pt x="10041" y="256170"/>
                  </a:lnTo>
                  <a:lnTo>
                    <a:pt x="9627" y="255353"/>
                  </a:lnTo>
                  <a:lnTo>
                    <a:pt x="8781" y="252733"/>
                  </a:lnTo>
                  <a:lnTo>
                    <a:pt x="7946" y="249475"/>
                  </a:lnTo>
                  <a:lnTo>
                    <a:pt x="7722" y="247989"/>
                  </a:lnTo>
                  <a:lnTo>
                    <a:pt x="7488" y="247144"/>
                  </a:lnTo>
                  <a:lnTo>
                    <a:pt x="7449" y="243871"/>
                  </a:lnTo>
                  <a:lnTo>
                    <a:pt x="6190" y="239985"/>
                  </a:lnTo>
                  <a:lnTo>
                    <a:pt x="3034" y="233070"/>
                  </a:lnTo>
                  <a:lnTo>
                    <a:pt x="2696" y="231010"/>
                  </a:lnTo>
                  <a:lnTo>
                    <a:pt x="0" y="224679"/>
                  </a:lnTo>
                  <a:lnTo>
                    <a:pt x="688" y="220120"/>
                  </a:lnTo>
                  <a:lnTo>
                    <a:pt x="1200" y="218016"/>
                  </a:lnTo>
                  <a:lnTo>
                    <a:pt x="1819" y="216547"/>
                  </a:lnTo>
                  <a:lnTo>
                    <a:pt x="4305" y="212978"/>
                  </a:lnTo>
                  <a:lnTo>
                    <a:pt x="4679" y="213116"/>
                  </a:lnTo>
                  <a:lnTo>
                    <a:pt x="6393" y="217756"/>
                  </a:lnTo>
                  <a:lnTo>
                    <a:pt x="6941" y="218126"/>
                  </a:lnTo>
                  <a:lnTo>
                    <a:pt x="7552" y="217999"/>
                  </a:lnTo>
                  <a:lnTo>
                    <a:pt x="8273" y="218189"/>
                  </a:lnTo>
                  <a:lnTo>
                    <a:pt x="8627" y="217280"/>
                  </a:lnTo>
                  <a:lnTo>
                    <a:pt x="8683" y="216083"/>
                  </a:lnTo>
                  <a:lnTo>
                    <a:pt x="8162" y="214744"/>
                  </a:lnTo>
                  <a:lnTo>
                    <a:pt x="8087" y="213307"/>
                  </a:lnTo>
                  <a:lnTo>
                    <a:pt x="8453" y="211746"/>
                  </a:lnTo>
                  <a:lnTo>
                    <a:pt x="8661" y="210020"/>
                  </a:lnTo>
                  <a:lnTo>
                    <a:pt x="9196" y="207974"/>
                  </a:lnTo>
                  <a:lnTo>
                    <a:pt x="9252" y="207016"/>
                  </a:lnTo>
                  <a:lnTo>
                    <a:pt x="8687" y="205971"/>
                  </a:lnTo>
                  <a:lnTo>
                    <a:pt x="7528" y="204373"/>
                  </a:lnTo>
                  <a:lnTo>
                    <a:pt x="6735" y="202832"/>
                  </a:lnTo>
                  <a:lnTo>
                    <a:pt x="6431" y="201354"/>
                  </a:lnTo>
                  <a:lnTo>
                    <a:pt x="6649" y="199467"/>
                  </a:lnTo>
                  <a:lnTo>
                    <a:pt x="7288" y="197935"/>
                  </a:lnTo>
                  <a:lnTo>
                    <a:pt x="7249" y="197104"/>
                  </a:lnTo>
                  <a:lnTo>
                    <a:pt x="6687" y="195727"/>
                  </a:lnTo>
                  <a:lnTo>
                    <a:pt x="6277" y="194253"/>
                  </a:lnTo>
                  <a:lnTo>
                    <a:pt x="5856" y="193329"/>
                  </a:lnTo>
                  <a:lnTo>
                    <a:pt x="4690" y="192778"/>
                  </a:lnTo>
                  <a:lnTo>
                    <a:pt x="4913" y="190796"/>
                  </a:lnTo>
                  <a:lnTo>
                    <a:pt x="5343" y="187881"/>
                  </a:lnTo>
                  <a:lnTo>
                    <a:pt x="5446" y="185648"/>
                  </a:lnTo>
                  <a:lnTo>
                    <a:pt x="5121" y="179787"/>
                  </a:lnTo>
                  <a:lnTo>
                    <a:pt x="5150" y="178719"/>
                  </a:lnTo>
                  <a:lnTo>
                    <a:pt x="5469" y="178177"/>
                  </a:lnTo>
                  <a:lnTo>
                    <a:pt x="6165" y="178826"/>
                  </a:lnTo>
                  <a:lnTo>
                    <a:pt x="6865" y="179718"/>
                  </a:lnTo>
                  <a:lnTo>
                    <a:pt x="8771" y="178439"/>
                  </a:lnTo>
                  <a:lnTo>
                    <a:pt x="9437" y="178243"/>
                  </a:lnTo>
                  <a:lnTo>
                    <a:pt x="9989" y="179366"/>
                  </a:lnTo>
                  <a:lnTo>
                    <a:pt x="10751" y="180246"/>
                  </a:lnTo>
                  <a:lnTo>
                    <a:pt x="15147" y="177805"/>
                  </a:lnTo>
                  <a:lnTo>
                    <a:pt x="15232" y="175311"/>
                  </a:lnTo>
                  <a:lnTo>
                    <a:pt x="15484" y="173055"/>
                  </a:lnTo>
                  <a:lnTo>
                    <a:pt x="15516" y="171364"/>
                  </a:lnTo>
                  <a:lnTo>
                    <a:pt x="15333" y="170279"/>
                  </a:lnTo>
                  <a:lnTo>
                    <a:pt x="15116" y="169459"/>
                  </a:lnTo>
                  <a:lnTo>
                    <a:pt x="14986" y="167768"/>
                  </a:lnTo>
                  <a:lnTo>
                    <a:pt x="14982" y="165953"/>
                  </a:lnTo>
                  <a:lnTo>
                    <a:pt x="15403" y="165099"/>
                  </a:lnTo>
                  <a:lnTo>
                    <a:pt x="16804" y="162938"/>
                  </a:lnTo>
                  <a:lnTo>
                    <a:pt x="17241" y="163018"/>
                  </a:lnTo>
                  <a:lnTo>
                    <a:pt x="18222" y="164196"/>
                  </a:lnTo>
                  <a:lnTo>
                    <a:pt x="19142" y="166040"/>
                  </a:lnTo>
                  <a:lnTo>
                    <a:pt x="19958" y="169924"/>
                  </a:lnTo>
                  <a:lnTo>
                    <a:pt x="20523" y="173263"/>
                  </a:lnTo>
                  <a:lnTo>
                    <a:pt x="21425" y="177314"/>
                  </a:lnTo>
                  <a:lnTo>
                    <a:pt x="23343" y="178962"/>
                  </a:lnTo>
                  <a:lnTo>
                    <a:pt x="25630" y="180015"/>
                  </a:lnTo>
                  <a:lnTo>
                    <a:pt x="26868" y="179738"/>
                  </a:lnTo>
                  <a:lnTo>
                    <a:pt x="28636" y="176287"/>
                  </a:lnTo>
                  <a:lnTo>
                    <a:pt x="29637" y="173594"/>
                  </a:lnTo>
                  <a:lnTo>
                    <a:pt x="29962" y="172146"/>
                  </a:lnTo>
                  <a:lnTo>
                    <a:pt x="30544" y="172893"/>
                  </a:lnTo>
                  <a:lnTo>
                    <a:pt x="31203" y="176437"/>
                  </a:lnTo>
                  <a:lnTo>
                    <a:pt x="31628" y="177810"/>
                  </a:lnTo>
                  <a:lnTo>
                    <a:pt x="31733" y="179120"/>
                  </a:lnTo>
                  <a:lnTo>
                    <a:pt x="31435" y="180757"/>
                  </a:lnTo>
                  <a:lnTo>
                    <a:pt x="31724" y="181807"/>
                  </a:lnTo>
                  <a:lnTo>
                    <a:pt x="32955" y="182551"/>
                  </a:lnTo>
                  <a:lnTo>
                    <a:pt x="34031" y="181850"/>
                  </a:lnTo>
                  <a:lnTo>
                    <a:pt x="34519" y="180405"/>
                  </a:lnTo>
                  <a:lnTo>
                    <a:pt x="35325" y="178520"/>
                  </a:lnTo>
                  <a:lnTo>
                    <a:pt x="35332" y="176936"/>
                  </a:lnTo>
                  <a:lnTo>
                    <a:pt x="34900" y="175900"/>
                  </a:lnTo>
                  <a:lnTo>
                    <a:pt x="34900" y="174483"/>
                  </a:lnTo>
                  <a:lnTo>
                    <a:pt x="35347" y="173369"/>
                  </a:lnTo>
                  <a:lnTo>
                    <a:pt x="35784" y="170322"/>
                  </a:lnTo>
                  <a:lnTo>
                    <a:pt x="35919" y="168097"/>
                  </a:lnTo>
                  <a:lnTo>
                    <a:pt x="36344" y="166680"/>
                  </a:lnTo>
                  <a:lnTo>
                    <a:pt x="37152" y="165696"/>
                  </a:lnTo>
                  <a:lnTo>
                    <a:pt x="37445" y="164805"/>
                  </a:lnTo>
                  <a:lnTo>
                    <a:pt x="37896" y="159530"/>
                  </a:lnTo>
                  <a:lnTo>
                    <a:pt x="37663" y="157622"/>
                  </a:lnTo>
                  <a:lnTo>
                    <a:pt x="37663" y="156038"/>
                  </a:lnTo>
                  <a:lnTo>
                    <a:pt x="38173" y="154021"/>
                  </a:lnTo>
                  <a:lnTo>
                    <a:pt x="38268" y="150714"/>
                  </a:lnTo>
                  <a:lnTo>
                    <a:pt x="38054" y="145295"/>
                  </a:lnTo>
                  <a:lnTo>
                    <a:pt x="37905" y="141575"/>
                  </a:lnTo>
                  <a:lnTo>
                    <a:pt x="37751" y="137680"/>
                  </a:lnTo>
                  <a:lnTo>
                    <a:pt x="38146" y="132560"/>
                  </a:lnTo>
                  <a:lnTo>
                    <a:pt x="38556" y="127228"/>
                  </a:lnTo>
                  <a:lnTo>
                    <a:pt x="38482" y="125900"/>
                  </a:lnTo>
                  <a:lnTo>
                    <a:pt x="37913" y="124282"/>
                  </a:lnTo>
                  <a:lnTo>
                    <a:pt x="37212" y="122801"/>
                  </a:lnTo>
                  <a:lnTo>
                    <a:pt x="35405" y="121583"/>
                  </a:lnTo>
                  <a:lnTo>
                    <a:pt x="34733" y="119650"/>
                  </a:lnTo>
                  <a:lnTo>
                    <a:pt x="34209" y="117595"/>
                  </a:lnTo>
                  <a:lnTo>
                    <a:pt x="33825" y="116938"/>
                  </a:lnTo>
                  <a:lnTo>
                    <a:pt x="31852" y="116124"/>
                  </a:lnTo>
                  <a:lnTo>
                    <a:pt x="31415" y="114964"/>
                  </a:lnTo>
                  <a:lnTo>
                    <a:pt x="31593" y="111639"/>
                  </a:lnTo>
                  <a:lnTo>
                    <a:pt x="31767" y="106731"/>
                  </a:lnTo>
                  <a:lnTo>
                    <a:pt x="31697" y="103317"/>
                  </a:lnTo>
                  <a:lnTo>
                    <a:pt x="32049" y="100564"/>
                  </a:lnTo>
                  <a:lnTo>
                    <a:pt x="32446" y="98501"/>
                  </a:lnTo>
                  <a:lnTo>
                    <a:pt x="33317" y="96317"/>
                  </a:lnTo>
                  <a:lnTo>
                    <a:pt x="33780" y="93738"/>
                  </a:lnTo>
                  <a:lnTo>
                    <a:pt x="34033" y="93101"/>
                  </a:lnTo>
                  <a:lnTo>
                    <a:pt x="35683" y="92671"/>
                  </a:lnTo>
                  <a:lnTo>
                    <a:pt x="36284" y="91597"/>
                  </a:lnTo>
                  <a:lnTo>
                    <a:pt x="36757" y="90511"/>
                  </a:lnTo>
                  <a:lnTo>
                    <a:pt x="36956" y="89045"/>
                  </a:lnTo>
                  <a:lnTo>
                    <a:pt x="37521" y="86625"/>
                  </a:lnTo>
                  <a:lnTo>
                    <a:pt x="38026" y="84978"/>
                  </a:lnTo>
                  <a:lnTo>
                    <a:pt x="38080" y="83865"/>
                  </a:lnTo>
                  <a:lnTo>
                    <a:pt x="37973" y="82318"/>
                  </a:lnTo>
                  <a:lnTo>
                    <a:pt x="37473" y="79276"/>
                  </a:lnTo>
                  <a:lnTo>
                    <a:pt x="36875" y="76740"/>
                  </a:lnTo>
                  <a:lnTo>
                    <a:pt x="36513" y="75836"/>
                  </a:lnTo>
                  <a:lnTo>
                    <a:pt x="35785" y="69876"/>
                  </a:lnTo>
                  <a:lnTo>
                    <a:pt x="35107" y="68467"/>
                  </a:lnTo>
                  <a:lnTo>
                    <a:pt x="33788" y="67708"/>
                  </a:lnTo>
                  <a:lnTo>
                    <a:pt x="31315" y="67033"/>
                  </a:lnTo>
                  <a:lnTo>
                    <a:pt x="29817" y="68111"/>
                  </a:lnTo>
                  <a:lnTo>
                    <a:pt x="27540" y="70111"/>
                  </a:lnTo>
                  <a:lnTo>
                    <a:pt x="25803" y="71494"/>
                  </a:lnTo>
                  <a:lnTo>
                    <a:pt x="24672" y="72285"/>
                  </a:lnTo>
                  <a:lnTo>
                    <a:pt x="24007" y="72066"/>
                  </a:lnTo>
                  <a:lnTo>
                    <a:pt x="23706" y="71155"/>
                  </a:lnTo>
                  <a:lnTo>
                    <a:pt x="24145" y="70382"/>
                  </a:lnTo>
                  <a:lnTo>
                    <a:pt x="24364" y="68571"/>
                  </a:lnTo>
                  <a:lnTo>
                    <a:pt x="24081" y="65974"/>
                  </a:lnTo>
                  <a:lnTo>
                    <a:pt x="23642" y="63596"/>
                  </a:lnTo>
                  <a:lnTo>
                    <a:pt x="23390" y="60256"/>
                  </a:lnTo>
                  <a:lnTo>
                    <a:pt x="23499" y="56105"/>
                  </a:lnTo>
                  <a:lnTo>
                    <a:pt x="23928" y="52210"/>
                  </a:lnTo>
                  <a:lnTo>
                    <a:pt x="24840" y="47148"/>
                  </a:lnTo>
                  <a:lnTo>
                    <a:pt x="24896" y="45083"/>
                  </a:lnTo>
                  <a:lnTo>
                    <a:pt x="27657" y="45144"/>
                  </a:lnTo>
                  <a:lnTo>
                    <a:pt x="30410" y="45206"/>
                  </a:lnTo>
                  <a:lnTo>
                    <a:pt x="33421" y="45163"/>
                  </a:lnTo>
                  <a:lnTo>
                    <a:pt x="36329" y="45120"/>
                  </a:lnTo>
                  <a:lnTo>
                    <a:pt x="38596" y="45285"/>
                  </a:lnTo>
                  <a:lnTo>
                    <a:pt x="39688" y="43974"/>
                  </a:lnTo>
                  <a:lnTo>
                    <a:pt x="40726" y="45955"/>
                  </a:lnTo>
                  <a:lnTo>
                    <a:pt x="41234" y="46396"/>
                  </a:lnTo>
                  <a:lnTo>
                    <a:pt x="41407" y="46241"/>
                  </a:lnTo>
                  <a:lnTo>
                    <a:pt x="41805" y="47636"/>
                  </a:lnTo>
                  <a:lnTo>
                    <a:pt x="43095" y="47480"/>
                  </a:lnTo>
                  <a:lnTo>
                    <a:pt x="43300" y="47809"/>
                  </a:lnTo>
                  <a:lnTo>
                    <a:pt x="43411" y="49494"/>
                  </a:lnTo>
                  <a:lnTo>
                    <a:pt x="44608" y="49451"/>
                  </a:lnTo>
                  <a:lnTo>
                    <a:pt x="45199" y="49832"/>
                  </a:lnTo>
                  <a:lnTo>
                    <a:pt x="45680" y="49788"/>
                  </a:lnTo>
                  <a:lnTo>
                    <a:pt x="46376" y="48806"/>
                  </a:lnTo>
                  <a:lnTo>
                    <a:pt x="46876" y="49135"/>
                  </a:lnTo>
                  <a:lnTo>
                    <a:pt x="47784" y="50397"/>
                  </a:lnTo>
                  <a:lnTo>
                    <a:pt x="48432" y="51491"/>
                  </a:lnTo>
                  <a:lnTo>
                    <a:pt x="49338" y="51136"/>
                  </a:lnTo>
                  <a:lnTo>
                    <a:pt x="51442" y="51324"/>
                  </a:lnTo>
                  <a:lnTo>
                    <a:pt x="53068" y="52370"/>
                  </a:lnTo>
                  <a:lnTo>
                    <a:pt x="54680" y="55277"/>
                  </a:lnTo>
                  <a:lnTo>
                    <a:pt x="55756" y="56949"/>
                  </a:lnTo>
                  <a:lnTo>
                    <a:pt x="56725" y="59425"/>
                  </a:lnTo>
                  <a:lnTo>
                    <a:pt x="57081" y="58981"/>
                  </a:lnTo>
                  <a:lnTo>
                    <a:pt x="57417" y="58305"/>
                  </a:lnTo>
                  <a:lnTo>
                    <a:pt x="57608" y="58007"/>
                  </a:lnTo>
                  <a:lnTo>
                    <a:pt x="57595" y="55887"/>
                  </a:lnTo>
                  <a:lnTo>
                    <a:pt x="57053" y="52279"/>
                  </a:lnTo>
                  <a:lnTo>
                    <a:pt x="56843" y="49217"/>
                  </a:lnTo>
                  <a:lnTo>
                    <a:pt x="56963" y="46702"/>
                  </a:lnTo>
                  <a:lnTo>
                    <a:pt x="57373" y="44899"/>
                  </a:lnTo>
                  <a:lnTo>
                    <a:pt x="58074" y="43807"/>
                  </a:lnTo>
                  <a:lnTo>
                    <a:pt x="58143" y="42103"/>
                  </a:lnTo>
                  <a:lnTo>
                    <a:pt x="58152" y="41877"/>
                  </a:lnTo>
                  <a:lnTo>
                    <a:pt x="58939" y="37838"/>
                  </a:lnTo>
                  <a:lnTo>
                    <a:pt x="59720" y="33819"/>
                  </a:lnTo>
                  <a:lnTo>
                    <a:pt x="60660" y="29143"/>
                  </a:lnTo>
                  <a:lnTo>
                    <a:pt x="61434" y="25281"/>
                  </a:lnTo>
                  <a:lnTo>
                    <a:pt x="61331" y="23366"/>
                  </a:lnTo>
                  <a:lnTo>
                    <a:pt x="61407" y="20509"/>
                  </a:lnTo>
                  <a:lnTo>
                    <a:pt x="61567" y="17325"/>
                  </a:lnTo>
                  <a:lnTo>
                    <a:pt x="61528" y="15429"/>
                  </a:lnTo>
                  <a:lnTo>
                    <a:pt x="61753" y="14138"/>
                  </a:lnTo>
                  <a:lnTo>
                    <a:pt x="62291" y="9389"/>
                  </a:lnTo>
                  <a:lnTo>
                    <a:pt x="62606" y="6625"/>
                  </a:lnTo>
                  <a:lnTo>
                    <a:pt x="63070" y="5375"/>
                  </a:lnTo>
                  <a:lnTo>
                    <a:pt x="63791" y="4494"/>
                  </a:lnTo>
                  <a:lnTo>
                    <a:pt x="64838" y="4462"/>
                  </a:lnTo>
                  <a:lnTo>
                    <a:pt x="67579" y="3859"/>
                  </a:lnTo>
                  <a:lnTo>
                    <a:pt x="70136" y="2625"/>
                  </a:lnTo>
                  <a:lnTo>
                    <a:pt x="70984" y="2071"/>
                  </a:lnTo>
                  <a:lnTo>
                    <a:pt x="72590" y="79"/>
                  </a:lnTo>
                  <a:lnTo>
                    <a:pt x="73207" y="0"/>
                  </a:lnTo>
                  <a:lnTo>
                    <a:pt x="73738" y="758"/>
                  </a:lnTo>
                  <a:lnTo>
                    <a:pt x="76833" y="3047"/>
                  </a:lnTo>
                  <a:lnTo>
                    <a:pt x="77681" y="3943"/>
                  </a:lnTo>
                  <a:lnTo>
                    <a:pt x="77989" y="3809"/>
                  </a:lnTo>
                  <a:lnTo>
                    <a:pt x="78459" y="4005"/>
                  </a:lnTo>
                  <a:lnTo>
                    <a:pt x="79181" y="4032"/>
                  </a:lnTo>
                  <a:lnTo>
                    <a:pt x="79890" y="3752"/>
                  </a:lnTo>
                  <a:lnTo>
                    <a:pt x="80339" y="4025"/>
                  </a:lnTo>
                  <a:lnTo>
                    <a:pt x="80910" y="5540"/>
                  </a:lnTo>
                  <a:lnTo>
                    <a:pt x="81290" y="5374"/>
                  </a:lnTo>
                  <a:lnTo>
                    <a:pt x="81787" y="4273"/>
                  </a:lnTo>
                  <a:lnTo>
                    <a:pt x="82719" y="3146"/>
                  </a:lnTo>
                  <a:lnTo>
                    <a:pt x="84517" y="1900"/>
                  </a:lnTo>
                  <a:lnTo>
                    <a:pt x="84810" y="2458"/>
                  </a:lnTo>
                  <a:lnTo>
                    <a:pt x="85431" y="5233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1359428" y="4260109"/>
              <a:ext cx="1215" cy="1864"/>
            </a:xfrm>
            <a:custGeom>
              <a:avLst/>
              <a:pathLst>
                <a:path w="1215" h="1864">
                  <a:moveTo>
                    <a:pt x="1173" y="1855"/>
                  </a:moveTo>
                  <a:lnTo>
                    <a:pt x="804" y="1864"/>
                  </a:lnTo>
                  <a:lnTo>
                    <a:pt x="338" y="1644"/>
                  </a:lnTo>
                  <a:lnTo>
                    <a:pt x="33" y="1526"/>
                  </a:lnTo>
                  <a:lnTo>
                    <a:pt x="0" y="1261"/>
                  </a:lnTo>
                  <a:lnTo>
                    <a:pt x="120" y="415"/>
                  </a:lnTo>
                  <a:lnTo>
                    <a:pt x="367" y="0"/>
                  </a:lnTo>
                  <a:lnTo>
                    <a:pt x="853" y="60"/>
                  </a:lnTo>
                  <a:lnTo>
                    <a:pt x="1185" y="640"/>
                  </a:lnTo>
                  <a:lnTo>
                    <a:pt x="1215" y="16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298859" y="3555873"/>
              <a:ext cx="1109" cy="3742"/>
            </a:xfrm>
            <a:custGeom>
              <a:avLst/>
              <a:pathLst>
                <a:path w="1109" h="3742">
                  <a:moveTo>
                    <a:pt x="1109" y="3090"/>
                  </a:moveTo>
                  <a:lnTo>
                    <a:pt x="797" y="3742"/>
                  </a:lnTo>
                  <a:lnTo>
                    <a:pt x="202" y="2572"/>
                  </a:lnTo>
                  <a:lnTo>
                    <a:pt x="0" y="1097"/>
                  </a:lnTo>
                  <a:lnTo>
                    <a:pt x="364" y="0"/>
                  </a:lnTo>
                  <a:lnTo>
                    <a:pt x="833" y="359"/>
                  </a:lnTo>
                  <a:lnTo>
                    <a:pt x="1046" y="12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289476" y="3266646"/>
              <a:ext cx="139816" cy="492591"/>
            </a:xfrm>
            <a:custGeom>
              <a:avLst/>
              <a:pathLst>
                <a:path w="139816" h="492591">
                  <a:moveTo>
                    <a:pt x="88677" y="16915"/>
                  </a:moveTo>
                  <a:lnTo>
                    <a:pt x="88265" y="17274"/>
                  </a:lnTo>
                  <a:lnTo>
                    <a:pt x="87751" y="18049"/>
                  </a:lnTo>
                  <a:lnTo>
                    <a:pt x="86187" y="19511"/>
                  </a:lnTo>
                  <a:lnTo>
                    <a:pt x="84077" y="20906"/>
                  </a:lnTo>
                  <a:lnTo>
                    <a:pt x="81331" y="22692"/>
                  </a:lnTo>
                  <a:lnTo>
                    <a:pt x="80707" y="24597"/>
                  </a:lnTo>
                  <a:lnTo>
                    <a:pt x="77989" y="36579"/>
                  </a:lnTo>
                  <a:lnTo>
                    <a:pt x="75715" y="39008"/>
                  </a:lnTo>
                  <a:lnTo>
                    <a:pt x="74887" y="40791"/>
                  </a:lnTo>
                  <a:lnTo>
                    <a:pt x="74263" y="43059"/>
                  </a:lnTo>
                  <a:lnTo>
                    <a:pt x="72907" y="47235"/>
                  </a:lnTo>
                  <a:lnTo>
                    <a:pt x="72342" y="50445"/>
                  </a:lnTo>
                  <a:lnTo>
                    <a:pt x="70844" y="57417"/>
                  </a:lnTo>
                  <a:lnTo>
                    <a:pt x="70027" y="66149"/>
                  </a:lnTo>
                  <a:lnTo>
                    <a:pt x="69716" y="71054"/>
                  </a:lnTo>
                  <a:lnTo>
                    <a:pt x="69265" y="78163"/>
                  </a:lnTo>
                  <a:lnTo>
                    <a:pt x="68603" y="81737"/>
                  </a:lnTo>
                  <a:lnTo>
                    <a:pt x="67715" y="85093"/>
                  </a:lnTo>
                  <a:lnTo>
                    <a:pt x="66760" y="88374"/>
                  </a:lnTo>
                  <a:lnTo>
                    <a:pt x="65938" y="91967"/>
                  </a:lnTo>
                  <a:lnTo>
                    <a:pt x="65240" y="94779"/>
                  </a:lnTo>
                  <a:lnTo>
                    <a:pt x="65126" y="95745"/>
                  </a:lnTo>
                  <a:lnTo>
                    <a:pt x="65466" y="96520"/>
                  </a:lnTo>
                  <a:lnTo>
                    <a:pt x="67118" y="95745"/>
                  </a:lnTo>
                  <a:lnTo>
                    <a:pt x="67767" y="94898"/>
                  </a:lnTo>
                  <a:lnTo>
                    <a:pt x="68668" y="93812"/>
                  </a:lnTo>
                  <a:lnTo>
                    <a:pt x="69234" y="94392"/>
                  </a:lnTo>
                  <a:lnTo>
                    <a:pt x="69799" y="97488"/>
                  </a:lnTo>
                  <a:lnTo>
                    <a:pt x="70440" y="97875"/>
                  </a:lnTo>
                  <a:lnTo>
                    <a:pt x="71043" y="97488"/>
                  </a:lnTo>
                  <a:lnTo>
                    <a:pt x="71684" y="98262"/>
                  </a:lnTo>
                  <a:lnTo>
                    <a:pt x="72499" y="105965"/>
                  </a:lnTo>
                  <a:lnTo>
                    <a:pt x="73191" y="112486"/>
                  </a:lnTo>
                  <a:lnTo>
                    <a:pt x="74798" y="116561"/>
                  </a:lnTo>
                  <a:lnTo>
                    <a:pt x="76055" y="119744"/>
                  </a:lnTo>
                  <a:lnTo>
                    <a:pt x="76357" y="122549"/>
                  </a:lnTo>
                  <a:lnTo>
                    <a:pt x="76658" y="126516"/>
                  </a:lnTo>
                  <a:lnTo>
                    <a:pt x="76733" y="128451"/>
                  </a:lnTo>
                  <a:lnTo>
                    <a:pt x="76341" y="129621"/>
                  </a:lnTo>
                  <a:lnTo>
                    <a:pt x="75716" y="132032"/>
                  </a:lnTo>
                  <a:lnTo>
                    <a:pt x="75560" y="136649"/>
                  </a:lnTo>
                  <a:lnTo>
                    <a:pt x="75453" y="138183"/>
                  </a:lnTo>
                  <a:lnTo>
                    <a:pt x="75337" y="142460"/>
                  </a:lnTo>
                  <a:lnTo>
                    <a:pt x="75417" y="145088"/>
                  </a:lnTo>
                  <a:lnTo>
                    <a:pt x="75751" y="147139"/>
                  </a:lnTo>
                  <a:lnTo>
                    <a:pt x="76307" y="148315"/>
                  </a:lnTo>
                  <a:lnTo>
                    <a:pt x="77438" y="148922"/>
                  </a:lnTo>
                  <a:lnTo>
                    <a:pt x="78458" y="149639"/>
                  </a:lnTo>
                  <a:lnTo>
                    <a:pt x="79046" y="153201"/>
                  </a:lnTo>
                  <a:lnTo>
                    <a:pt x="79879" y="157718"/>
                  </a:lnTo>
                  <a:lnTo>
                    <a:pt x="80772" y="159616"/>
                  </a:lnTo>
                  <a:lnTo>
                    <a:pt x="82084" y="160866"/>
                  </a:lnTo>
                  <a:lnTo>
                    <a:pt x="83020" y="160408"/>
                  </a:lnTo>
                  <a:lnTo>
                    <a:pt x="85211" y="159608"/>
                  </a:lnTo>
                  <a:lnTo>
                    <a:pt x="87096" y="159801"/>
                  </a:lnTo>
                  <a:lnTo>
                    <a:pt x="89850" y="161017"/>
                  </a:lnTo>
                  <a:lnTo>
                    <a:pt x="90877" y="160973"/>
                  </a:lnTo>
                  <a:lnTo>
                    <a:pt x="92204" y="160745"/>
                  </a:lnTo>
                  <a:lnTo>
                    <a:pt x="94535" y="158287"/>
                  </a:lnTo>
                  <a:lnTo>
                    <a:pt x="95382" y="157920"/>
                  </a:lnTo>
                  <a:lnTo>
                    <a:pt x="96326" y="158134"/>
                  </a:lnTo>
                  <a:lnTo>
                    <a:pt x="97702" y="159383"/>
                  </a:lnTo>
                  <a:lnTo>
                    <a:pt x="98448" y="160369"/>
                  </a:lnTo>
                  <a:lnTo>
                    <a:pt x="99405" y="161390"/>
                  </a:lnTo>
                  <a:lnTo>
                    <a:pt x="100802" y="162118"/>
                  </a:lnTo>
                  <a:lnTo>
                    <a:pt x="101700" y="161997"/>
                  </a:lnTo>
                  <a:lnTo>
                    <a:pt x="102378" y="161951"/>
                  </a:lnTo>
                  <a:lnTo>
                    <a:pt x="102771" y="162414"/>
                  </a:lnTo>
                  <a:lnTo>
                    <a:pt x="104967" y="169438"/>
                  </a:lnTo>
                  <a:lnTo>
                    <a:pt x="106869" y="175521"/>
                  </a:lnTo>
                  <a:lnTo>
                    <a:pt x="108528" y="180630"/>
                  </a:lnTo>
                  <a:lnTo>
                    <a:pt x="110318" y="186143"/>
                  </a:lnTo>
                  <a:lnTo>
                    <a:pt x="110457" y="186466"/>
                  </a:lnTo>
                  <a:lnTo>
                    <a:pt x="111264" y="185756"/>
                  </a:lnTo>
                  <a:lnTo>
                    <a:pt x="111796" y="186063"/>
                  </a:lnTo>
                  <a:lnTo>
                    <a:pt x="112287" y="187183"/>
                  </a:lnTo>
                  <a:lnTo>
                    <a:pt x="113134" y="186721"/>
                  </a:lnTo>
                  <a:lnTo>
                    <a:pt x="114338" y="184681"/>
                  </a:lnTo>
                  <a:lnTo>
                    <a:pt x="116095" y="184273"/>
                  </a:lnTo>
                  <a:lnTo>
                    <a:pt x="118406" y="185496"/>
                  </a:lnTo>
                  <a:lnTo>
                    <a:pt x="121452" y="185503"/>
                  </a:lnTo>
                  <a:lnTo>
                    <a:pt x="125234" y="184293"/>
                  </a:lnTo>
                  <a:lnTo>
                    <a:pt x="127584" y="182980"/>
                  </a:lnTo>
                  <a:lnTo>
                    <a:pt x="128502" y="181563"/>
                  </a:lnTo>
                  <a:lnTo>
                    <a:pt x="130021" y="181709"/>
                  </a:lnTo>
                  <a:lnTo>
                    <a:pt x="131852" y="182984"/>
                  </a:lnTo>
                  <a:lnTo>
                    <a:pt x="132842" y="184802"/>
                  </a:lnTo>
                  <a:lnTo>
                    <a:pt x="132962" y="186590"/>
                  </a:lnTo>
                  <a:lnTo>
                    <a:pt x="133333" y="189375"/>
                  </a:lnTo>
                  <a:lnTo>
                    <a:pt x="132936" y="192198"/>
                  </a:lnTo>
                  <a:lnTo>
                    <a:pt x="131770" y="195061"/>
                  </a:lnTo>
                  <a:lnTo>
                    <a:pt x="131123" y="198717"/>
                  </a:lnTo>
                  <a:lnTo>
                    <a:pt x="130997" y="203166"/>
                  </a:lnTo>
                  <a:lnTo>
                    <a:pt x="130395" y="206455"/>
                  </a:lnTo>
                  <a:lnTo>
                    <a:pt x="129316" y="208583"/>
                  </a:lnTo>
                  <a:lnTo>
                    <a:pt x="128896" y="211686"/>
                  </a:lnTo>
                  <a:lnTo>
                    <a:pt x="129134" y="215762"/>
                  </a:lnTo>
                  <a:lnTo>
                    <a:pt x="129018" y="221723"/>
                  </a:lnTo>
                  <a:lnTo>
                    <a:pt x="128546" y="229563"/>
                  </a:lnTo>
                  <a:lnTo>
                    <a:pt x="128546" y="234249"/>
                  </a:lnTo>
                  <a:lnTo>
                    <a:pt x="129018" y="235780"/>
                  </a:lnTo>
                  <a:lnTo>
                    <a:pt x="129235" y="237978"/>
                  </a:lnTo>
                  <a:lnTo>
                    <a:pt x="129198" y="240839"/>
                  </a:lnTo>
                  <a:lnTo>
                    <a:pt x="129376" y="243369"/>
                  </a:lnTo>
                  <a:lnTo>
                    <a:pt x="129961" y="246671"/>
                  </a:lnTo>
                  <a:lnTo>
                    <a:pt x="130775" y="253238"/>
                  </a:lnTo>
                  <a:lnTo>
                    <a:pt x="131455" y="256059"/>
                  </a:lnTo>
                  <a:lnTo>
                    <a:pt x="132047" y="257092"/>
                  </a:lnTo>
                  <a:lnTo>
                    <a:pt x="132650" y="258355"/>
                  </a:lnTo>
                  <a:lnTo>
                    <a:pt x="134388" y="265072"/>
                  </a:lnTo>
                  <a:lnTo>
                    <a:pt x="134808" y="266488"/>
                  </a:lnTo>
                  <a:lnTo>
                    <a:pt x="134681" y="267726"/>
                  </a:lnTo>
                  <a:lnTo>
                    <a:pt x="134519" y="268652"/>
                  </a:lnTo>
                  <a:lnTo>
                    <a:pt x="134320" y="269242"/>
                  </a:lnTo>
                  <a:lnTo>
                    <a:pt x="132464" y="273243"/>
                  </a:lnTo>
                  <a:lnTo>
                    <a:pt x="128782" y="281943"/>
                  </a:lnTo>
                  <a:lnTo>
                    <a:pt x="128478" y="283051"/>
                  </a:lnTo>
                  <a:lnTo>
                    <a:pt x="128503" y="284875"/>
                  </a:lnTo>
                  <a:lnTo>
                    <a:pt x="129569" y="283702"/>
                  </a:lnTo>
                  <a:lnTo>
                    <a:pt x="130710" y="284680"/>
                  </a:lnTo>
                  <a:lnTo>
                    <a:pt x="131269" y="284875"/>
                  </a:lnTo>
                  <a:lnTo>
                    <a:pt x="131522" y="285592"/>
                  </a:lnTo>
                  <a:lnTo>
                    <a:pt x="131852" y="287938"/>
                  </a:lnTo>
                  <a:lnTo>
                    <a:pt x="132233" y="288328"/>
                  </a:lnTo>
                  <a:lnTo>
                    <a:pt x="132791" y="289306"/>
                  </a:lnTo>
                  <a:lnTo>
                    <a:pt x="133882" y="291780"/>
                  </a:lnTo>
                  <a:lnTo>
                    <a:pt x="134796" y="294388"/>
                  </a:lnTo>
                  <a:lnTo>
                    <a:pt x="135481" y="295636"/>
                  </a:lnTo>
                  <a:lnTo>
                    <a:pt x="135963" y="296797"/>
                  </a:lnTo>
                  <a:lnTo>
                    <a:pt x="136115" y="298492"/>
                  </a:lnTo>
                  <a:lnTo>
                    <a:pt x="135912" y="300185"/>
                  </a:lnTo>
                  <a:lnTo>
                    <a:pt x="136485" y="304112"/>
                  </a:lnTo>
                  <a:lnTo>
                    <a:pt x="136876" y="305333"/>
                  </a:lnTo>
                  <a:lnTo>
                    <a:pt x="137079" y="306831"/>
                  </a:lnTo>
                  <a:lnTo>
                    <a:pt x="136876" y="308330"/>
                  </a:lnTo>
                  <a:lnTo>
                    <a:pt x="137358" y="310088"/>
                  </a:lnTo>
                  <a:lnTo>
                    <a:pt x="137884" y="313550"/>
                  </a:lnTo>
                  <a:lnTo>
                    <a:pt x="138526" y="317776"/>
                  </a:lnTo>
                  <a:lnTo>
                    <a:pt x="138601" y="320122"/>
                  </a:lnTo>
                  <a:lnTo>
                    <a:pt x="138868" y="321203"/>
                  </a:lnTo>
                  <a:lnTo>
                    <a:pt x="139182" y="324341"/>
                  </a:lnTo>
                  <a:lnTo>
                    <a:pt x="139719" y="327288"/>
                  </a:lnTo>
                  <a:lnTo>
                    <a:pt x="139591" y="329308"/>
                  </a:lnTo>
                  <a:lnTo>
                    <a:pt x="139816" y="331284"/>
                  </a:lnTo>
                  <a:lnTo>
                    <a:pt x="137638" y="332604"/>
                  </a:lnTo>
                  <a:lnTo>
                    <a:pt x="137442" y="332396"/>
                  </a:lnTo>
                  <a:lnTo>
                    <a:pt x="137311" y="331669"/>
                  </a:lnTo>
                  <a:lnTo>
                    <a:pt x="137373" y="326037"/>
                  </a:lnTo>
                  <a:lnTo>
                    <a:pt x="137352" y="319685"/>
                  </a:lnTo>
                  <a:lnTo>
                    <a:pt x="137017" y="317083"/>
                  </a:lnTo>
                  <a:lnTo>
                    <a:pt x="136020" y="312911"/>
                  </a:lnTo>
                  <a:lnTo>
                    <a:pt x="134699" y="307377"/>
                  </a:lnTo>
                  <a:lnTo>
                    <a:pt x="134339" y="305789"/>
                  </a:lnTo>
                  <a:lnTo>
                    <a:pt x="133781" y="304877"/>
                  </a:lnTo>
                  <a:lnTo>
                    <a:pt x="133121" y="304746"/>
                  </a:lnTo>
                  <a:lnTo>
                    <a:pt x="132639" y="305137"/>
                  </a:lnTo>
                  <a:lnTo>
                    <a:pt x="131990" y="306168"/>
                  </a:lnTo>
                  <a:lnTo>
                    <a:pt x="131378" y="307289"/>
                  </a:lnTo>
                  <a:lnTo>
                    <a:pt x="130197" y="310627"/>
                  </a:lnTo>
                  <a:lnTo>
                    <a:pt x="129009" y="314528"/>
                  </a:lnTo>
                  <a:lnTo>
                    <a:pt x="128313" y="315399"/>
                  </a:lnTo>
                  <a:lnTo>
                    <a:pt x="127615" y="315757"/>
                  </a:lnTo>
                  <a:lnTo>
                    <a:pt x="126999" y="315638"/>
                  </a:lnTo>
                  <a:lnTo>
                    <a:pt x="126503" y="314589"/>
                  </a:lnTo>
                  <a:lnTo>
                    <a:pt x="125994" y="312459"/>
                  </a:lnTo>
                  <a:lnTo>
                    <a:pt x="125382" y="309633"/>
                  </a:lnTo>
                  <a:lnTo>
                    <a:pt x="124651" y="308709"/>
                  </a:lnTo>
                  <a:lnTo>
                    <a:pt x="124368" y="309578"/>
                  </a:lnTo>
                  <a:lnTo>
                    <a:pt x="124125" y="311240"/>
                  </a:lnTo>
                  <a:lnTo>
                    <a:pt x="123935" y="312890"/>
                  </a:lnTo>
                  <a:lnTo>
                    <a:pt x="124426" y="314987"/>
                  </a:lnTo>
                  <a:lnTo>
                    <a:pt x="124849" y="316604"/>
                  </a:lnTo>
                  <a:lnTo>
                    <a:pt x="124124" y="316549"/>
                  </a:lnTo>
                  <a:lnTo>
                    <a:pt x="121778" y="316552"/>
                  </a:lnTo>
                  <a:lnTo>
                    <a:pt x="119073" y="316555"/>
                  </a:lnTo>
                  <a:lnTo>
                    <a:pt x="116372" y="316558"/>
                  </a:lnTo>
                  <a:lnTo>
                    <a:pt x="113943" y="316561"/>
                  </a:lnTo>
                  <a:lnTo>
                    <a:pt x="111693" y="316562"/>
                  </a:lnTo>
                  <a:lnTo>
                    <a:pt x="110835" y="316428"/>
                  </a:lnTo>
                  <a:lnTo>
                    <a:pt x="109962" y="315479"/>
                  </a:lnTo>
                  <a:lnTo>
                    <a:pt x="109125" y="315026"/>
                  </a:lnTo>
                  <a:lnTo>
                    <a:pt x="108684" y="315099"/>
                  </a:lnTo>
                  <a:lnTo>
                    <a:pt x="107892" y="316024"/>
                  </a:lnTo>
                  <a:lnTo>
                    <a:pt x="106861" y="316160"/>
                  </a:lnTo>
                  <a:lnTo>
                    <a:pt x="106167" y="317037"/>
                  </a:lnTo>
                  <a:lnTo>
                    <a:pt x="105607" y="316932"/>
                  </a:lnTo>
                  <a:lnTo>
                    <a:pt x="105597" y="321803"/>
                  </a:lnTo>
                  <a:lnTo>
                    <a:pt x="105582" y="328750"/>
                  </a:lnTo>
                  <a:lnTo>
                    <a:pt x="105566" y="336116"/>
                  </a:lnTo>
                  <a:lnTo>
                    <a:pt x="106188" y="335557"/>
                  </a:lnTo>
                  <a:lnTo>
                    <a:pt x="106727" y="335611"/>
                  </a:lnTo>
                  <a:lnTo>
                    <a:pt x="107122" y="336129"/>
                  </a:lnTo>
                  <a:lnTo>
                    <a:pt x="108228" y="335710"/>
                  </a:lnTo>
                  <a:lnTo>
                    <a:pt x="108841" y="335931"/>
                  </a:lnTo>
                  <a:lnTo>
                    <a:pt x="109422" y="336117"/>
                  </a:lnTo>
                  <a:lnTo>
                    <a:pt x="109960" y="336143"/>
                  </a:lnTo>
                  <a:lnTo>
                    <a:pt x="110292" y="336727"/>
                  </a:lnTo>
                  <a:lnTo>
                    <a:pt x="110738" y="336622"/>
                  </a:lnTo>
                  <a:lnTo>
                    <a:pt x="111214" y="335983"/>
                  </a:lnTo>
                  <a:lnTo>
                    <a:pt x="111784" y="336382"/>
                  </a:lnTo>
                  <a:lnTo>
                    <a:pt x="112396" y="337420"/>
                  </a:lnTo>
                  <a:lnTo>
                    <a:pt x="112790" y="338964"/>
                  </a:lnTo>
                  <a:lnTo>
                    <a:pt x="113142" y="340880"/>
                  </a:lnTo>
                  <a:lnTo>
                    <a:pt x="113494" y="341891"/>
                  </a:lnTo>
                  <a:lnTo>
                    <a:pt x="113474" y="343726"/>
                  </a:lnTo>
                  <a:lnTo>
                    <a:pt x="113463" y="345164"/>
                  </a:lnTo>
                  <a:lnTo>
                    <a:pt x="113339" y="346360"/>
                  </a:lnTo>
                  <a:lnTo>
                    <a:pt x="113494" y="347133"/>
                  </a:lnTo>
                  <a:lnTo>
                    <a:pt x="113608" y="347957"/>
                  </a:lnTo>
                  <a:lnTo>
                    <a:pt x="113577" y="348437"/>
                  </a:lnTo>
                  <a:lnTo>
                    <a:pt x="113370" y="348649"/>
                  </a:lnTo>
                  <a:lnTo>
                    <a:pt x="112924" y="348810"/>
                  </a:lnTo>
                  <a:lnTo>
                    <a:pt x="112448" y="348942"/>
                  </a:lnTo>
                  <a:lnTo>
                    <a:pt x="112116" y="348889"/>
                  </a:lnTo>
                  <a:lnTo>
                    <a:pt x="111857" y="348144"/>
                  </a:lnTo>
                  <a:lnTo>
                    <a:pt x="111608" y="348064"/>
                  </a:lnTo>
                  <a:lnTo>
                    <a:pt x="111246" y="348170"/>
                  </a:lnTo>
                  <a:lnTo>
                    <a:pt x="110862" y="347717"/>
                  </a:lnTo>
                  <a:lnTo>
                    <a:pt x="110530" y="346787"/>
                  </a:lnTo>
                  <a:lnTo>
                    <a:pt x="109940" y="345855"/>
                  </a:lnTo>
                  <a:lnTo>
                    <a:pt x="109307" y="346254"/>
                  </a:lnTo>
                  <a:lnTo>
                    <a:pt x="108873" y="346733"/>
                  </a:lnTo>
                  <a:lnTo>
                    <a:pt x="108426" y="347319"/>
                  </a:lnTo>
                  <a:lnTo>
                    <a:pt x="108022" y="347931"/>
                  </a:lnTo>
                  <a:lnTo>
                    <a:pt x="107618" y="347771"/>
                  </a:lnTo>
                  <a:lnTo>
                    <a:pt x="107100" y="348222"/>
                  </a:lnTo>
                  <a:lnTo>
                    <a:pt x="106664" y="348915"/>
                  </a:lnTo>
                  <a:lnTo>
                    <a:pt x="106084" y="349473"/>
                  </a:lnTo>
                  <a:lnTo>
                    <a:pt x="105452" y="349739"/>
                  </a:lnTo>
                  <a:lnTo>
                    <a:pt x="104727" y="350007"/>
                  </a:lnTo>
                  <a:lnTo>
                    <a:pt x="104032" y="350112"/>
                  </a:lnTo>
                  <a:lnTo>
                    <a:pt x="103244" y="350326"/>
                  </a:lnTo>
                  <a:lnTo>
                    <a:pt x="103198" y="354204"/>
                  </a:lnTo>
                  <a:lnTo>
                    <a:pt x="103108" y="361828"/>
                  </a:lnTo>
                  <a:lnTo>
                    <a:pt x="103048" y="366875"/>
                  </a:lnTo>
                  <a:lnTo>
                    <a:pt x="103053" y="371527"/>
                  </a:lnTo>
                  <a:lnTo>
                    <a:pt x="103358" y="373221"/>
                  </a:lnTo>
                  <a:lnTo>
                    <a:pt x="104754" y="376805"/>
                  </a:lnTo>
                  <a:lnTo>
                    <a:pt x="105845" y="378692"/>
                  </a:lnTo>
                  <a:lnTo>
                    <a:pt x="106771" y="380796"/>
                  </a:lnTo>
                  <a:lnTo>
                    <a:pt x="107691" y="381679"/>
                  </a:lnTo>
                  <a:lnTo>
                    <a:pt x="108077" y="382472"/>
                  </a:lnTo>
                  <a:lnTo>
                    <a:pt x="108331" y="383773"/>
                  </a:lnTo>
                  <a:lnTo>
                    <a:pt x="108458" y="385141"/>
                  </a:lnTo>
                  <a:lnTo>
                    <a:pt x="108560" y="386316"/>
                  </a:lnTo>
                  <a:lnTo>
                    <a:pt x="108458" y="387554"/>
                  </a:lnTo>
                  <a:lnTo>
                    <a:pt x="108230" y="388725"/>
                  </a:lnTo>
                  <a:lnTo>
                    <a:pt x="108331" y="389963"/>
                  </a:lnTo>
                  <a:lnTo>
                    <a:pt x="108661" y="390941"/>
                  </a:lnTo>
                  <a:lnTo>
                    <a:pt x="108762" y="392179"/>
                  </a:lnTo>
                  <a:lnTo>
                    <a:pt x="108991" y="393351"/>
                  </a:lnTo>
                  <a:lnTo>
                    <a:pt x="109118" y="394525"/>
                  </a:lnTo>
                  <a:lnTo>
                    <a:pt x="109397" y="395371"/>
                  </a:lnTo>
                  <a:lnTo>
                    <a:pt x="109752" y="395960"/>
                  </a:lnTo>
                  <a:lnTo>
                    <a:pt x="110209" y="396935"/>
                  </a:lnTo>
                  <a:lnTo>
                    <a:pt x="110259" y="397847"/>
                  </a:lnTo>
                  <a:lnTo>
                    <a:pt x="110209" y="398891"/>
                  </a:lnTo>
                  <a:lnTo>
                    <a:pt x="110204" y="399679"/>
                  </a:lnTo>
                  <a:lnTo>
                    <a:pt x="110638" y="401471"/>
                  </a:lnTo>
                  <a:lnTo>
                    <a:pt x="110767" y="402732"/>
                  </a:lnTo>
                  <a:lnTo>
                    <a:pt x="110564" y="404233"/>
                  </a:lnTo>
                  <a:lnTo>
                    <a:pt x="110368" y="409433"/>
                  </a:lnTo>
                  <a:lnTo>
                    <a:pt x="109865" y="415351"/>
                  </a:lnTo>
                  <a:lnTo>
                    <a:pt x="109545" y="419870"/>
                  </a:lnTo>
                  <a:lnTo>
                    <a:pt x="109022" y="427237"/>
                  </a:lnTo>
                  <a:lnTo>
                    <a:pt x="108414" y="435808"/>
                  </a:lnTo>
                  <a:lnTo>
                    <a:pt x="107673" y="446251"/>
                  </a:lnTo>
                  <a:lnTo>
                    <a:pt x="106942" y="456564"/>
                  </a:lnTo>
                  <a:lnTo>
                    <a:pt x="106234" y="466548"/>
                  </a:lnTo>
                  <a:lnTo>
                    <a:pt x="105594" y="475569"/>
                  </a:lnTo>
                  <a:lnTo>
                    <a:pt x="104889" y="485519"/>
                  </a:lnTo>
                  <a:lnTo>
                    <a:pt x="104461" y="491547"/>
                  </a:lnTo>
                  <a:lnTo>
                    <a:pt x="104257" y="492591"/>
                  </a:lnTo>
                  <a:lnTo>
                    <a:pt x="103667" y="490407"/>
                  </a:lnTo>
                  <a:lnTo>
                    <a:pt x="102774" y="488344"/>
                  </a:lnTo>
                  <a:lnTo>
                    <a:pt x="101937" y="487103"/>
                  </a:lnTo>
                  <a:lnTo>
                    <a:pt x="101582" y="485475"/>
                  </a:lnTo>
                  <a:lnTo>
                    <a:pt x="101100" y="482154"/>
                  </a:lnTo>
                  <a:lnTo>
                    <a:pt x="100430" y="481017"/>
                  </a:lnTo>
                  <a:lnTo>
                    <a:pt x="99958" y="480134"/>
                  </a:lnTo>
                  <a:lnTo>
                    <a:pt x="99501" y="480264"/>
                  </a:lnTo>
                  <a:lnTo>
                    <a:pt x="99019" y="481176"/>
                  </a:lnTo>
                  <a:lnTo>
                    <a:pt x="98274" y="481759"/>
                  </a:lnTo>
                  <a:lnTo>
                    <a:pt x="97769" y="481672"/>
                  </a:lnTo>
                  <a:lnTo>
                    <a:pt x="95738" y="479384"/>
                  </a:lnTo>
                  <a:lnTo>
                    <a:pt x="95405" y="479164"/>
                  </a:lnTo>
                  <a:lnTo>
                    <a:pt x="96711" y="473936"/>
                  </a:lnTo>
                  <a:lnTo>
                    <a:pt x="99043" y="464589"/>
                  </a:lnTo>
                  <a:lnTo>
                    <a:pt x="100526" y="458650"/>
                  </a:lnTo>
                  <a:lnTo>
                    <a:pt x="102172" y="452054"/>
                  </a:lnTo>
                  <a:lnTo>
                    <a:pt x="103013" y="448689"/>
                  </a:lnTo>
                  <a:lnTo>
                    <a:pt x="103123" y="448115"/>
                  </a:lnTo>
                  <a:lnTo>
                    <a:pt x="103120" y="447255"/>
                  </a:lnTo>
                  <a:lnTo>
                    <a:pt x="102762" y="445971"/>
                  </a:lnTo>
                  <a:lnTo>
                    <a:pt x="101969" y="445428"/>
                  </a:lnTo>
                  <a:lnTo>
                    <a:pt x="101052" y="444444"/>
                  </a:lnTo>
                  <a:lnTo>
                    <a:pt x="100474" y="442848"/>
                  </a:lnTo>
                  <a:lnTo>
                    <a:pt x="99674" y="442162"/>
                  </a:lnTo>
                  <a:lnTo>
                    <a:pt x="99052" y="441022"/>
                  </a:lnTo>
                  <a:lnTo>
                    <a:pt x="97917" y="439911"/>
                  </a:lnTo>
                  <a:lnTo>
                    <a:pt x="97237" y="438881"/>
                  </a:lnTo>
                  <a:lnTo>
                    <a:pt x="96408" y="438511"/>
                  </a:lnTo>
                  <a:lnTo>
                    <a:pt x="95747" y="436627"/>
                  </a:lnTo>
                  <a:lnTo>
                    <a:pt x="93340" y="432980"/>
                  </a:lnTo>
                  <a:lnTo>
                    <a:pt x="92719" y="432633"/>
                  </a:lnTo>
                  <a:lnTo>
                    <a:pt x="92043" y="433193"/>
                  </a:lnTo>
                  <a:lnTo>
                    <a:pt x="91052" y="433773"/>
                  </a:lnTo>
                  <a:lnTo>
                    <a:pt x="90097" y="435773"/>
                  </a:lnTo>
                  <a:lnTo>
                    <a:pt x="88903" y="436416"/>
                  </a:lnTo>
                  <a:lnTo>
                    <a:pt x="87788" y="436393"/>
                  </a:lnTo>
                  <a:lnTo>
                    <a:pt x="87207" y="435202"/>
                  </a:lnTo>
                  <a:lnTo>
                    <a:pt x="86648" y="434772"/>
                  </a:lnTo>
                  <a:lnTo>
                    <a:pt x="85918" y="433147"/>
                  </a:lnTo>
                  <a:lnTo>
                    <a:pt x="84629" y="431903"/>
                  </a:lnTo>
                  <a:lnTo>
                    <a:pt x="83696" y="431035"/>
                  </a:lnTo>
                  <a:lnTo>
                    <a:pt x="83119" y="431436"/>
                  </a:lnTo>
                  <a:lnTo>
                    <a:pt x="82376" y="433251"/>
                  </a:lnTo>
                  <a:lnTo>
                    <a:pt x="81626" y="435051"/>
                  </a:lnTo>
                  <a:lnTo>
                    <a:pt x="81030" y="436171"/>
                  </a:lnTo>
                  <a:lnTo>
                    <a:pt x="80229" y="436113"/>
                  </a:lnTo>
                  <a:lnTo>
                    <a:pt x="79274" y="437770"/>
                  </a:lnTo>
                  <a:lnTo>
                    <a:pt x="78335" y="438356"/>
                  </a:lnTo>
                  <a:lnTo>
                    <a:pt x="77388" y="438615"/>
                  </a:lnTo>
                  <a:lnTo>
                    <a:pt x="76296" y="439195"/>
                  </a:lnTo>
                  <a:lnTo>
                    <a:pt x="75087" y="438194"/>
                  </a:lnTo>
                  <a:lnTo>
                    <a:pt x="74097" y="437311"/>
                  </a:lnTo>
                  <a:lnTo>
                    <a:pt x="73652" y="436913"/>
                  </a:lnTo>
                  <a:lnTo>
                    <a:pt x="73252" y="437190"/>
                  </a:lnTo>
                  <a:lnTo>
                    <a:pt x="72630" y="438110"/>
                  </a:lnTo>
                  <a:lnTo>
                    <a:pt x="71513" y="438503"/>
                  </a:lnTo>
                  <a:lnTo>
                    <a:pt x="70639" y="438592"/>
                  </a:lnTo>
                  <a:lnTo>
                    <a:pt x="70018" y="438165"/>
                  </a:lnTo>
                  <a:lnTo>
                    <a:pt x="69460" y="436561"/>
                  </a:lnTo>
                  <a:lnTo>
                    <a:pt x="68556" y="435741"/>
                  </a:lnTo>
                  <a:lnTo>
                    <a:pt x="67563" y="434743"/>
                  </a:lnTo>
                  <a:lnTo>
                    <a:pt x="67354" y="432679"/>
                  </a:lnTo>
                  <a:lnTo>
                    <a:pt x="67497" y="431141"/>
                  </a:lnTo>
                  <a:lnTo>
                    <a:pt x="67885" y="428917"/>
                  </a:lnTo>
                  <a:lnTo>
                    <a:pt x="67670" y="426620"/>
                  </a:lnTo>
                  <a:lnTo>
                    <a:pt x="67252" y="422987"/>
                  </a:lnTo>
                  <a:lnTo>
                    <a:pt x="67074" y="421506"/>
                  </a:lnTo>
                  <a:lnTo>
                    <a:pt x="66763" y="420248"/>
                  </a:lnTo>
                  <a:lnTo>
                    <a:pt x="66274" y="419792"/>
                  </a:lnTo>
                  <a:lnTo>
                    <a:pt x="65318" y="420136"/>
                  </a:lnTo>
                  <a:lnTo>
                    <a:pt x="64274" y="418762"/>
                  </a:lnTo>
                  <a:lnTo>
                    <a:pt x="63629" y="417452"/>
                  </a:lnTo>
                  <a:lnTo>
                    <a:pt x="63296" y="415850"/>
                  </a:lnTo>
                  <a:lnTo>
                    <a:pt x="63652" y="412829"/>
                  </a:lnTo>
                  <a:lnTo>
                    <a:pt x="63340" y="410261"/>
                  </a:lnTo>
                  <a:lnTo>
                    <a:pt x="62718" y="408832"/>
                  </a:lnTo>
                  <a:lnTo>
                    <a:pt x="62318" y="406322"/>
                  </a:lnTo>
                  <a:lnTo>
                    <a:pt x="61696" y="404325"/>
                  </a:lnTo>
                  <a:lnTo>
                    <a:pt x="60874" y="403301"/>
                  </a:lnTo>
                  <a:lnTo>
                    <a:pt x="60052" y="403413"/>
                  </a:lnTo>
                  <a:lnTo>
                    <a:pt x="59407" y="402784"/>
                  </a:lnTo>
                  <a:lnTo>
                    <a:pt x="58673" y="400672"/>
                  </a:lnTo>
                  <a:lnTo>
                    <a:pt x="57984" y="399873"/>
                  </a:lnTo>
                  <a:lnTo>
                    <a:pt x="57207" y="397818"/>
                  </a:lnTo>
                  <a:lnTo>
                    <a:pt x="55752" y="396906"/>
                  </a:lnTo>
                  <a:lnTo>
                    <a:pt x="54997" y="396104"/>
                  </a:lnTo>
                  <a:lnTo>
                    <a:pt x="54566" y="394840"/>
                  </a:lnTo>
                  <a:lnTo>
                    <a:pt x="53984" y="392566"/>
                  </a:lnTo>
                  <a:lnTo>
                    <a:pt x="54051" y="391311"/>
                  </a:lnTo>
                  <a:lnTo>
                    <a:pt x="53769" y="390076"/>
                  </a:lnTo>
                  <a:lnTo>
                    <a:pt x="53518" y="387854"/>
                  </a:lnTo>
                  <a:lnTo>
                    <a:pt x="53024" y="384581"/>
                  </a:lnTo>
                  <a:lnTo>
                    <a:pt x="52479" y="382720"/>
                  </a:lnTo>
                  <a:lnTo>
                    <a:pt x="51919" y="381315"/>
                  </a:lnTo>
                  <a:lnTo>
                    <a:pt x="51445" y="380126"/>
                  </a:lnTo>
                  <a:lnTo>
                    <a:pt x="50739" y="378357"/>
                  </a:lnTo>
                  <a:lnTo>
                    <a:pt x="49873" y="377330"/>
                  </a:lnTo>
                  <a:lnTo>
                    <a:pt x="49140" y="376248"/>
                  </a:lnTo>
                  <a:lnTo>
                    <a:pt x="48851" y="374649"/>
                  </a:lnTo>
                  <a:lnTo>
                    <a:pt x="48606" y="373336"/>
                  </a:lnTo>
                  <a:lnTo>
                    <a:pt x="48195" y="373431"/>
                  </a:lnTo>
                  <a:lnTo>
                    <a:pt x="47604" y="373316"/>
                  </a:lnTo>
                  <a:lnTo>
                    <a:pt x="46954" y="372984"/>
                  </a:lnTo>
                  <a:lnTo>
                    <a:pt x="46267" y="372029"/>
                  </a:lnTo>
                  <a:lnTo>
                    <a:pt x="45695" y="370872"/>
                  </a:lnTo>
                  <a:lnTo>
                    <a:pt x="44732" y="368915"/>
                  </a:lnTo>
                  <a:lnTo>
                    <a:pt x="44206" y="368657"/>
                  </a:lnTo>
                  <a:lnTo>
                    <a:pt x="43740" y="368657"/>
                  </a:lnTo>
                  <a:lnTo>
                    <a:pt x="43051" y="370572"/>
                  </a:lnTo>
                  <a:lnTo>
                    <a:pt x="40985" y="368559"/>
                  </a:lnTo>
                  <a:lnTo>
                    <a:pt x="39220" y="365565"/>
                  </a:lnTo>
                  <a:lnTo>
                    <a:pt x="37387" y="364786"/>
                  </a:lnTo>
                  <a:lnTo>
                    <a:pt x="36200" y="362962"/>
                  </a:lnTo>
                  <a:lnTo>
                    <a:pt x="35106" y="360103"/>
                  </a:lnTo>
                  <a:lnTo>
                    <a:pt x="34515" y="358172"/>
                  </a:lnTo>
                  <a:lnTo>
                    <a:pt x="34035" y="357213"/>
                  </a:lnTo>
                  <a:lnTo>
                    <a:pt x="31702" y="354439"/>
                  </a:lnTo>
                  <a:lnTo>
                    <a:pt x="31237" y="354171"/>
                  </a:lnTo>
                  <a:lnTo>
                    <a:pt x="30349" y="355457"/>
                  </a:lnTo>
                  <a:lnTo>
                    <a:pt x="30059" y="356229"/>
                  </a:lnTo>
                  <a:lnTo>
                    <a:pt x="30006" y="358443"/>
                  </a:lnTo>
                  <a:lnTo>
                    <a:pt x="29899" y="359704"/>
                  </a:lnTo>
                  <a:lnTo>
                    <a:pt x="29124" y="360466"/>
                  </a:lnTo>
                  <a:lnTo>
                    <a:pt x="27877" y="360303"/>
                  </a:lnTo>
                  <a:lnTo>
                    <a:pt x="27008" y="359499"/>
                  </a:lnTo>
                  <a:lnTo>
                    <a:pt x="26427" y="359383"/>
                  </a:lnTo>
                  <a:lnTo>
                    <a:pt x="26308" y="360012"/>
                  </a:lnTo>
                  <a:lnTo>
                    <a:pt x="25981" y="360283"/>
                  </a:lnTo>
                  <a:lnTo>
                    <a:pt x="25272" y="360103"/>
                  </a:lnTo>
                  <a:lnTo>
                    <a:pt x="24228" y="359489"/>
                  </a:lnTo>
                  <a:lnTo>
                    <a:pt x="23280" y="358670"/>
                  </a:lnTo>
                  <a:lnTo>
                    <a:pt x="21995" y="356931"/>
                  </a:lnTo>
                  <a:lnTo>
                    <a:pt x="21401" y="357148"/>
                  </a:lnTo>
                  <a:lnTo>
                    <a:pt x="19940" y="356774"/>
                  </a:lnTo>
                  <a:lnTo>
                    <a:pt x="18747" y="355784"/>
                  </a:lnTo>
                  <a:lnTo>
                    <a:pt x="18443" y="354869"/>
                  </a:lnTo>
                  <a:lnTo>
                    <a:pt x="17926" y="348615"/>
                  </a:lnTo>
                  <a:lnTo>
                    <a:pt x="17768" y="348182"/>
                  </a:lnTo>
                  <a:lnTo>
                    <a:pt x="17254" y="347911"/>
                  </a:lnTo>
                  <a:lnTo>
                    <a:pt x="16388" y="347049"/>
                  </a:lnTo>
                  <a:lnTo>
                    <a:pt x="15844" y="346041"/>
                  </a:lnTo>
                  <a:lnTo>
                    <a:pt x="15561" y="344309"/>
                  </a:lnTo>
                  <a:lnTo>
                    <a:pt x="15220" y="342666"/>
                  </a:lnTo>
                  <a:lnTo>
                    <a:pt x="13762" y="343034"/>
                  </a:lnTo>
                  <a:lnTo>
                    <a:pt x="11374" y="340867"/>
                  </a:lnTo>
                  <a:lnTo>
                    <a:pt x="9721" y="338804"/>
                  </a:lnTo>
                  <a:lnTo>
                    <a:pt x="8208" y="336512"/>
                  </a:lnTo>
                  <a:lnTo>
                    <a:pt x="5914" y="331999"/>
                  </a:lnTo>
                  <a:lnTo>
                    <a:pt x="5038" y="330881"/>
                  </a:lnTo>
                  <a:lnTo>
                    <a:pt x="3956" y="329499"/>
                  </a:lnTo>
                  <a:lnTo>
                    <a:pt x="3318" y="327275"/>
                  </a:lnTo>
                  <a:lnTo>
                    <a:pt x="2262" y="325030"/>
                  </a:lnTo>
                  <a:lnTo>
                    <a:pt x="1907" y="324419"/>
                  </a:lnTo>
                  <a:lnTo>
                    <a:pt x="1576" y="322389"/>
                  </a:lnTo>
                  <a:lnTo>
                    <a:pt x="0" y="319445"/>
                  </a:lnTo>
                  <a:lnTo>
                    <a:pt x="779" y="315648"/>
                  </a:lnTo>
                  <a:lnTo>
                    <a:pt x="2675" y="312795"/>
                  </a:lnTo>
                  <a:lnTo>
                    <a:pt x="5161" y="315010"/>
                  </a:lnTo>
                  <a:lnTo>
                    <a:pt x="5466" y="310582"/>
                  </a:lnTo>
                  <a:lnTo>
                    <a:pt x="4566" y="306663"/>
                  </a:lnTo>
                  <a:lnTo>
                    <a:pt x="4699" y="299260"/>
                  </a:lnTo>
                  <a:lnTo>
                    <a:pt x="4991" y="297787"/>
                  </a:lnTo>
                  <a:lnTo>
                    <a:pt x="5647" y="295806"/>
                  </a:lnTo>
                  <a:lnTo>
                    <a:pt x="6501" y="294435"/>
                  </a:lnTo>
                  <a:lnTo>
                    <a:pt x="7003" y="294038"/>
                  </a:lnTo>
                  <a:lnTo>
                    <a:pt x="7854" y="294717"/>
                  </a:lnTo>
                  <a:lnTo>
                    <a:pt x="8392" y="293241"/>
                  </a:lnTo>
                  <a:lnTo>
                    <a:pt x="10419" y="293900"/>
                  </a:lnTo>
                  <a:lnTo>
                    <a:pt x="11033" y="293281"/>
                  </a:lnTo>
                  <a:lnTo>
                    <a:pt x="11453" y="292278"/>
                  </a:lnTo>
                  <a:lnTo>
                    <a:pt x="11948" y="291512"/>
                  </a:lnTo>
                  <a:lnTo>
                    <a:pt x="12580" y="289732"/>
                  </a:lnTo>
                  <a:lnTo>
                    <a:pt x="12942" y="287676"/>
                  </a:lnTo>
                  <a:lnTo>
                    <a:pt x="13244" y="286876"/>
                  </a:lnTo>
                  <a:lnTo>
                    <a:pt x="13946" y="287158"/>
                  </a:lnTo>
                  <a:lnTo>
                    <a:pt x="14010" y="286270"/>
                  </a:lnTo>
                  <a:lnTo>
                    <a:pt x="14370" y="285061"/>
                  </a:lnTo>
                  <a:lnTo>
                    <a:pt x="15598" y="282356"/>
                  </a:lnTo>
                  <a:lnTo>
                    <a:pt x="15585" y="281160"/>
                  </a:lnTo>
                  <a:lnTo>
                    <a:pt x="15242" y="278553"/>
                  </a:lnTo>
                  <a:lnTo>
                    <a:pt x="15326" y="277596"/>
                  </a:lnTo>
                  <a:lnTo>
                    <a:pt x="16035" y="277264"/>
                  </a:lnTo>
                  <a:lnTo>
                    <a:pt x="16874" y="276531"/>
                  </a:lnTo>
                  <a:lnTo>
                    <a:pt x="17321" y="274041"/>
                  </a:lnTo>
                  <a:lnTo>
                    <a:pt x="17874" y="271868"/>
                  </a:lnTo>
                  <a:lnTo>
                    <a:pt x="18508" y="268676"/>
                  </a:lnTo>
                  <a:lnTo>
                    <a:pt x="19205" y="268476"/>
                  </a:lnTo>
                  <a:lnTo>
                    <a:pt x="19575" y="264748"/>
                  </a:lnTo>
                  <a:lnTo>
                    <a:pt x="20514" y="261480"/>
                  </a:lnTo>
                  <a:lnTo>
                    <a:pt x="22424" y="251790"/>
                  </a:lnTo>
                  <a:lnTo>
                    <a:pt x="21848" y="252003"/>
                  </a:lnTo>
                  <a:lnTo>
                    <a:pt x="21391" y="253297"/>
                  </a:lnTo>
                  <a:lnTo>
                    <a:pt x="20868" y="253144"/>
                  </a:lnTo>
                  <a:lnTo>
                    <a:pt x="20276" y="252383"/>
                  </a:lnTo>
                  <a:lnTo>
                    <a:pt x="20450" y="248017"/>
                  </a:lnTo>
                  <a:lnTo>
                    <a:pt x="20109" y="247499"/>
                  </a:lnTo>
                  <a:lnTo>
                    <a:pt x="19186" y="250860"/>
                  </a:lnTo>
                  <a:lnTo>
                    <a:pt x="18391" y="247441"/>
                  </a:lnTo>
                  <a:lnTo>
                    <a:pt x="18319" y="245358"/>
                  </a:lnTo>
                  <a:lnTo>
                    <a:pt x="18653" y="243294"/>
                  </a:lnTo>
                  <a:lnTo>
                    <a:pt x="18605" y="241906"/>
                  </a:lnTo>
                  <a:lnTo>
                    <a:pt x="17316" y="242939"/>
                  </a:lnTo>
                  <a:lnTo>
                    <a:pt x="17376" y="241654"/>
                  </a:lnTo>
                  <a:lnTo>
                    <a:pt x="18178" y="240332"/>
                  </a:lnTo>
                  <a:lnTo>
                    <a:pt x="18541" y="238956"/>
                  </a:lnTo>
                  <a:lnTo>
                    <a:pt x="19240" y="237458"/>
                  </a:lnTo>
                  <a:lnTo>
                    <a:pt x="19530" y="235191"/>
                  </a:lnTo>
                  <a:lnTo>
                    <a:pt x="19699" y="231680"/>
                  </a:lnTo>
                  <a:lnTo>
                    <a:pt x="20013" y="227901"/>
                  </a:lnTo>
                  <a:lnTo>
                    <a:pt x="19781" y="226041"/>
                  </a:lnTo>
                  <a:lnTo>
                    <a:pt x="19402" y="224450"/>
                  </a:lnTo>
                  <a:lnTo>
                    <a:pt x="19088" y="217416"/>
                  </a:lnTo>
                  <a:lnTo>
                    <a:pt x="19175" y="213320"/>
                  </a:lnTo>
                  <a:lnTo>
                    <a:pt x="19012" y="210105"/>
                  </a:lnTo>
                  <a:lnTo>
                    <a:pt x="18685" y="207381"/>
                  </a:lnTo>
                  <a:lnTo>
                    <a:pt x="17158" y="203807"/>
                  </a:lnTo>
                  <a:lnTo>
                    <a:pt x="19573" y="199714"/>
                  </a:lnTo>
                  <a:lnTo>
                    <a:pt x="20440" y="196625"/>
                  </a:lnTo>
                  <a:lnTo>
                    <a:pt x="19342" y="190266"/>
                  </a:lnTo>
                  <a:lnTo>
                    <a:pt x="17906" y="184906"/>
                  </a:lnTo>
                  <a:lnTo>
                    <a:pt x="17865" y="181689"/>
                  </a:lnTo>
                  <a:lnTo>
                    <a:pt x="18244" y="182100"/>
                  </a:lnTo>
                  <a:lnTo>
                    <a:pt x="18725" y="182003"/>
                  </a:lnTo>
                  <a:lnTo>
                    <a:pt x="19167" y="175222"/>
                  </a:lnTo>
                  <a:lnTo>
                    <a:pt x="19064" y="173121"/>
                  </a:lnTo>
                  <a:lnTo>
                    <a:pt x="18258" y="169730"/>
                  </a:lnTo>
                  <a:lnTo>
                    <a:pt x="17255" y="169648"/>
                  </a:lnTo>
                  <a:lnTo>
                    <a:pt x="16379" y="165388"/>
                  </a:lnTo>
                  <a:lnTo>
                    <a:pt x="15876" y="164432"/>
                  </a:lnTo>
                  <a:lnTo>
                    <a:pt x="15472" y="161750"/>
                  </a:lnTo>
                  <a:lnTo>
                    <a:pt x="14059" y="156524"/>
                  </a:lnTo>
                  <a:lnTo>
                    <a:pt x="12938" y="153803"/>
                  </a:lnTo>
                  <a:lnTo>
                    <a:pt x="13776" y="147495"/>
                  </a:lnTo>
                  <a:lnTo>
                    <a:pt x="14508" y="146287"/>
                  </a:lnTo>
                  <a:lnTo>
                    <a:pt x="14748" y="144713"/>
                  </a:lnTo>
                  <a:lnTo>
                    <a:pt x="14461" y="140839"/>
                  </a:lnTo>
                  <a:lnTo>
                    <a:pt x="14540" y="139930"/>
                  </a:lnTo>
                  <a:lnTo>
                    <a:pt x="14713" y="139545"/>
                  </a:lnTo>
                  <a:lnTo>
                    <a:pt x="14884" y="139573"/>
                  </a:lnTo>
                  <a:lnTo>
                    <a:pt x="15180" y="140155"/>
                  </a:lnTo>
                  <a:lnTo>
                    <a:pt x="15729" y="141828"/>
                  </a:lnTo>
                  <a:lnTo>
                    <a:pt x="16189" y="143898"/>
                  </a:lnTo>
                  <a:lnTo>
                    <a:pt x="16558" y="144533"/>
                  </a:lnTo>
                  <a:lnTo>
                    <a:pt x="17114" y="143848"/>
                  </a:lnTo>
                  <a:lnTo>
                    <a:pt x="19272" y="139723"/>
                  </a:lnTo>
                  <a:lnTo>
                    <a:pt x="19134" y="138446"/>
                  </a:lnTo>
                  <a:lnTo>
                    <a:pt x="19331" y="135862"/>
                  </a:lnTo>
                  <a:lnTo>
                    <a:pt x="20052" y="133745"/>
                  </a:lnTo>
                  <a:lnTo>
                    <a:pt x="20823" y="133025"/>
                  </a:lnTo>
                  <a:lnTo>
                    <a:pt x="21053" y="131845"/>
                  </a:lnTo>
                  <a:lnTo>
                    <a:pt x="20865" y="130030"/>
                  </a:lnTo>
                  <a:lnTo>
                    <a:pt x="20056" y="125504"/>
                  </a:lnTo>
                  <a:lnTo>
                    <a:pt x="19332" y="123067"/>
                  </a:lnTo>
                  <a:lnTo>
                    <a:pt x="18868" y="120640"/>
                  </a:lnTo>
                  <a:lnTo>
                    <a:pt x="18621" y="118406"/>
                  </a:lnTo>
                  <a:lnTo>
                    <a:pt x="17802" y="116303"/>
                  </a:lnTo>
                  <a:lnTo>
                    <a:pt x="18149" y="114310"/>
                  </a:lnTo>
                  <a:lnTo>
                    <a:pt x="18785" y="111981"/>
                  </a:lnTo>
                  <a:lnTo>
                    <a:pt x="19002" y="111579"/>
                  </a:lnTo>
                  <a:lnTo>
                    <a:pt x="19348" y="112217"/>
                  </a:lnTo>
                  <a:lnTo>
                    <a:pt x="20298" y="116443"/>
                  </a:lnTo>
                  <a:lnTo>
                    <a:pt x="21811" y="119194"/>
                  </a:lnTo>
                  <a:lnTo>
                    <a:pt x="23397" y="123634"/>
                  </a:lnTo>
                  <a:lnTo>
                    <a:pt x="24047" y="126692"/>
                  </a:lnTo>
                  <a:lnTo>
                    <a:pt x="24563" y="127249"/>
                  </a:lnTo>
                  <a:lnTo>
                    <a:pt x="25013" y="128357"/>
                  </a:lnTo>
                  <a:lnTo>
                    <a:pt x="24815" y="129178"/>
                  </a:lnTo>
                  <a:lnTo>
                    <a:pt x="24319" y="130044"/>
                  </a:lnTo>
                  <a:lnTo>
                    <a:pt x="24175" y="131823"/>
                  </a:lnTo>
                  <a:lnTo>
                    <a:pt x="24498" y="132820"/>
                  </a:lnTo>
                  <a:lnTo>
                    <a:pt x="24840" y="133455"/>
                  </a:lnTo>
                  <a:lnTo>
                    <a:pt x="25765" y="133052"/>
                  </a:lnTo>
                  <a:lnTo>
                    <a:pt x="26274" y="130968"/>
                  </a:lnTo>
                  <a:lnTo>
                    <a:pt x="25931" y="121855"/>
                  </a:lnTo>
                  <a:lnTo>
                    <a:pt x="25396" y="117300"/>
                  </a:lnTo>
                  <a:lnTo>
                    <a:pt x="24779" y="115880"/>
                  </a:lnTo>
                  <a:lnTo>
                    <a:pt x="24224" y="114078"/>
                  </a:lnTo>
                  <a:lnTo>
                    <a:pt x="24597" y="112714"/>
                  </a:lnTo>
                  <a:lnTo>
                    <a:pt x="25584" y="112100"/>
                  </a:lnTo>
                  <a:lnTo>
                    <a:pt x="26883" y="110503"/>
                  </a:lnTo>
                  <a:lnTo>
                    <a:pt x="31630" y="101804"/>
                  </a:lnTo>
                  <a:lnTo>
                    <a:pt x="33257" y="93633"/>
                  </a:lnTo>
                  <a:lnTo>
                    <a:pt x="34503" y="90674"/>
                  </a:lnTo>
                  <a:lnTo>
                    <a:pt x="35909" y="88749"/>
                  </a:lnTo>
                  <a:lnTo>
                    <a:pt x="37629" y="89201"/>
                  </a:lnTo>
                  <a:lnTo>
                    <a:pt x="38967" y="88172"/>
                  </a:lnTo>
                  <a:lnTo>
                    <a:pt x="39378" y="85571"/>
                  </a:lnTo>
                  <a:lnTo>
                    <a:pt x="39013" y="82044"/>
                  </a:lnTo>
                  <a:lnTo>
                    <a:pt x="38499" y="79918"/>
                  </a:lnTo>
                  <a:lnTo>
                    <a:pt x="38993" y="76830"/>
                  </a:lnTo>
                  <a:lnTo>
                    <a:pt x="39504" y="72148"/>
                  </a:lnTo>
                  <a:lnTo>
                    <a:pt x="39467" y="68215"/>
                  </a:lnTo>
                  <a:lnTo>
                    <a:pt x="40127" y="65870"/>
                  </a:lnTo>
                  <a:lnTo>
                    <a:pt x="39898" y="64947"/>
                  </a:lnTo>
                  <a:lnTo>
                    <a:pt x="38934" y="66846"/>
                  </a:lnTo>
                  <a:lnTo>
                    <a:pt x="38173" y="67695"/>
                  </a:lnTo>
                  <a:lnTo>
                    <a:pt x="38604" y="66131"/>
                  </a:lnTo>
                  <a:lnTo>
                    <a:pt x="39952" y="62249"/>
                  </a:lnTo>
                  <a:lnTo>
                    <a:pt x="40654" y="56342"/>
                  </a:lnTo>
                  <a:lnTo>
                    <a:pt x="41192" y="53882"/>
                  </a:lnTo>
                  <a:lnTo>
                    <a:pt x="43095" y="50445"/>
                  </a:lnTo>
                  <a:lnTo>
                    <a:pt x="43471" y="48789"/>
                  </a:lnTo>
                  <a:lnTo>
                    <a:pt x="44908" y="46213"/>
                  </a:lnTo>
                  <a:lnTo>
                    <a:pt x="47227" y="40683"/>
                  </a:lnTo>
                  <a:lnTo>
                    <a:pt x="48113" y="39142"/>
                  </a:lnTo>
                  <a:lnTo>
                    <a:pt x="52605" y="42707"/>
                  </a:lnTo>
                  <a:lnTo>
                    <a:pt x="54032" y="42482"/>
                  </a:lnTo>
                  <a:lnTo>
                    <a:pt x="53777" y="43133"/>
                  </a:lnTo>
                  <a:lnTo>
                    <a:pt x="53119" y="43353"/>
                  </a:lnTo>
                  <a:lnTo>
                    <a:pt x="52167" y="44320"/>
                  </a:lnTo>
                  <a:lnTo>
                    <a:pt x="51891" y="46447"/>
                  </a:lnTo>
                  <a:lnTo>
                    <a:pt x="52536" y="48676"/>
                  </a:lnTo>
                  <a:lnTo>
                    <a:pt x="53219" y="49321"/>
                  </a:lnTo>
                  <a:lnTo>
                    <a:pt x="53802" y="47888"/>
                  </a:lnTo>
                  <a:lnTo>
                    <a:pt x="54381" y="43795"/>
                  </a:lnTo>
                  <a:lnTo>
                    <a:pt x="55311" y="39272"/>
                  </a:lnTo>
                  <a:lnTo>
                    <a:pt x="55529" y="34532"/>
                  </a:lnTo>
                  <a:lnTo>
                    <a:pt x="56188" y="32903"/>
                  </a:lnTo>
                  <a:lnTo>
                    <a:pt x="57152" y="32319"/>
                  </a:lnTo>
                  <a:lnTo>
                    <a:pt x="58873" y="33257"/>
                  </a:lnTo>
                  <a:lnTo>
                    <a:pt x="60184" y="34238"/>
                  </a:lnTo>
                  <a:lnTo>
                    <a:pt x="61551" y="34362"/>
                  </a:lnTo>
                  <a:lnTo>
                    <a:pt x="65734" y="33645"/>
                  </a:lnTo>
                  <a:lnTo>
                    <a:pt x="72542" y="21340"/>
                  </a:lnTo>
                  <a:lnTo>
                    <a:pt x="75704" y="18694"/>
                  </a:lnTo>
                  <a:lnTo>
                    <a:pt x="77684" y="16107"/>
                  </a:lnTo>
                  <a:lnTo>
                    <a:pt x="78947" y="11056"/>
                  </a:lnTo>
                  <a:lnTo>
                    <a:pt x="79287" y="7263"/>
                  </a:lnTo>
                  <a:lnTo>
                    <a:pt x="80215" y="5790"/>
                  </a:lnTo>
                  <a:lnTo>
                    <a:pt x="81192" y="5794"/>
                  </a:lnTo>
                  <a:lnTo>
                    <a:pt x="81640" y="4870"/>
                  </a:lnTo>
                  <a:lnTo>
                    <a:pt x="81779" y="3702"/>
                  </a:lnTo>
                  <a:lnTo>
                    <a:pt x="84134" y="425"/>
                  </a:lnTo>
                  <a:lnTo>
                    <a:pt x="85481" y="0"/>
                  </a:lnTo>
                  <a:lnTo>
                    <a:pt x="86672" y="62"/>
                  </a:lnTo>
                  <a:lnTo>
                    <a:pt x="89340" y="2927"/>
                  </a:lnTo>
                  <a:lnTo>
                    <a:pt x="90573" y="7984"/>
                  </a:lnTo>
                  <a:lnTo>
                    <a:pt x="90777" y="11466"/>
                  </a:lnTo>
                  <a:lnTo>
                    <a:pt x="89086" y="152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3701018" y="3995959"/>
              <a:ext cx="2619" cy="3581"/>
            </a:xfrm>
            <a:custGeom>
              <a:avLst/>
              <a:pathLst>
                <a:path w="2619" h="3581">
                  <a:moveTo>
                    <a:pt x="1810" y="1771"/>
                  </a:moveTo>
                  <a:lnTo>
                    <a:pt x="2619" y="3581"/>
                  </a:lnTo>
                  <a:lnTo>
                    <a:pt x="371" y="2830"/>
                  </a:lnTo>
                  <a:lnTo>
                    <a:pt x="17" y="1200"/>
                  </a:lnTo>
                  <a:lnTo>
                    <a:pt x="0" y="0"/>
                  </a:lnTo>
                  <a:lnTo>
                    <a:pt x="839" y="2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707794" y="3990768"/>
              <a:ext cx="3528" cy="8426"/>
            </a:xfrm>
            <a:custGeom>
              <a:avLst/>
              <a:pathLst>
                <a:path w="3528" h="8426">
                  <a:moveTo>
                    <a:pt x="2948" y="300"/>
                  </a:moveTo>
                  <a:lnTo>
                    <a:pt x="3528" y="4377"/>
                  </a:lnTo>
                  <a:lnTo>
                    <a:pt x="3523" y="7450"/>
                  </a:lnTo>
                  <a:lnTo>
                    <a:pt x="3278" y="8426"/>
                  </a:lnTo>
                  <a:lnTo>
                    <a:pt x="2762" y="7794"/>
                  </a:lnTo>
                  <a:lnTo>
                    <a:pt x="1810" y="5344"/>
                  </a:lnTo>
                  <a:lnTo>
                    <a:pt x="0" y="2954"/>
                  </a:lnTo>
                  <a:lnTo>
                    <a:pt x="830" y="2758"/>
                  </a:lnTo>
                  <a:lnTo>
                    <a:pt x="1316" y="3003"/>
                  </a:lnTo>
                  <a:lnTo>
                    <a:pt x="1829" y="2784"/>
                  </a:lnTo>
                  <a:lnTo>
                    <a:pt x="2151" y="1439"/>
                  </a:lnTo>
                  <a:lnTo>
                    <a:pt x="2215" y="637"/>
                  </a:lnTo>
                  <a:lnTo>
                    <a:pt x="266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696361" y="3969997"/>
              <a:ext cx="3047" cy="16136"/>
            </a:xfrm>
            <a:custGeom>
              <a:avLst/>
              <a:pathLst>
                <a:path w="3047" h="16136">
                  <a:moveTo>
                    <a:pt x="2752" y="15744"/>
                  </a:moveTo>
                  <a:lnTo>
                    <a:pt x="2533" y="16136"/>
                  </a:lnTo>
                  <a:lnTo>
                    <a:pt x="1482" y="14451"/>
                  </a:lnTo>
                  <a:lnTo>
                    <a:pt x="882" y="14053"/>
                  </a:lnTo>
                  <a:lnTo>
                    <a:pt x="0" y="11329"/>
                  </a:lnTo>
                  <a:lnTo>
                    <a:pt x="338" y="1881"/>
                  </a:lnTo>
                  <a:lnTo>
                    <a:pt x="621" y="672"/>
                  </a:lnTo>
                  <a:lnTo>
                    <a:pt x="832" y="178"/>
                  </a:lnTo>
                  <a:lnTo>
                    <a:pt x="1321" y="0"/>
                  </a:lnTo>
                  <a:lnTo>
                    <a:pt x="1913" y="1186"/>
                  </a:lnTo>
                  <a:lnTo>
                    <a:pt x="1757" y="7260"/>
                  </a:lnTo>
                  <a:lnTo>
                    <a:pt x="2543" y="11349"/>
                  </a:lnTo>
                  <a:lnTo>
                    <a:pt x="3047" y="1458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2916762" y="3189703"/>
              <a:ext cx="2546" cy="6502"/>
            </a:xfrm>
            <a:custGeom>
              <a:avLst/>
              <a:pathLst>
                <a:path w="2546" h="6502">
                  <a:moveTo>
                    <a:pt x="2403" y="5377"/>
                  </a:moveTo>
                  <a:lnTo>
                    <a:pt x="1507" y="6502"/>
                  </a:lnTo>
                  <a:lnTo>
                    <a:pt x="881" y="6012"/>
                  </a:lnTo>
                  <a:lnTo>
                    <a:pt x="286" y="4847"/>
                  </a:lnTo>
                  <a:lnTo>
                    <a:pt x="0" y="3162"/>
                  </a:lnTo>
                  <a:lnTo>
                    <a:pt x="232" y="1714"/>
                  </a:lnTo>
                  <a:lnTo>
                    <a:pt x="1439" y="0"/>
                  </a:lnTo>
                  <a:lnTo>
                    <a:pt x="2158" y="555"/>
                  </a:lnTo>
                  <a:lnTo>
                    <a:pt x="2546" y="321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2931322" y="3181274"/>
              <a:ext cx="1564" cy="5627"/>
            </a:xfrm>
            <a:custGeom>
              <a:avLst/>
              <a:pathLst>
                <a:path w="1564" h="5627">
                  <a:moveTo>
                    <a:pt x="801" y="5518"/>
                  </a:moveTo>
                  <a:lnTo>
                    <a:pt x="481" y="5627"/>
                  </a:lnTo>
                  <a:lnTo>
                    <a:pt x="0" y="4296"/>
                  </a:lnTo>
                  <a:lnTo>
                    <a:pt x="107" y="2452"/>
                  </a:lnTo>
                  <a:lnTo>
                    <a:pt x="53" y="1966"/>
                  </a:lnTo>
                  <a:lnTo>
                    <a:pt x="478" y="0"/>
                  </a:lnTo>
                  <a:lnTo>
                    <a:pt x="1312" y="171"/>
                  </a:lnTo>
                  <a:lnTo>
                    <a:pt x="1524" y="1628"/>
                  </a:lnTo>
                  <a:lnTo>
                    <a:pt x="1564" y="463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2925186" y="3181127"/>
              <a:ext cx="3921" cy="12186"/>
            </a:xfrm>
            <a:custGeom>
              <a:avLst/>
              <a:pathLst>
                <a:path w="3921" h="12186">
                  <a:moveTo>
                    <a:pt x="3921" y="9472"/>
                  </a:moveTo>
                  <a:lnTo>
                    <a:pt x="3225" y="12186"/>
                  </a:lnTo>
                  <a:lnTo>
                    <a:pt x="1700" y="11968"/>
                  </a:lnTo>
                  <a:lnTo>
                    <a:pt x="916" y="10850"/>
                  </a:lnTo>
                  <a:lnTo>
                    <a:pt x="0" y="7434"/>
                  </a:lnTo>
                  <a:lnTo>
                    <a:pt x="28" y="4798"/>
                  </a:lnTo>
                  <a:lnTo>
                    <a:pt x="351" y="2510"/>
                  </a:lnTo>
                  <a:lnTo>
                    <a:pt x="295" y="523"/>
                  </a:lnTo>
                  <a:lnTo>
                    <a:pt x="424" y="0"/>
                  </a:lnTo>
                  <a:lnTo>
                    <a:pt x="895" y="343"/>
                  </a:lnTo>
                  <a:lnTo>
                    <a:pt x="970" y="1680"/>
                  </a:lnTo>
                  <a:lnTo>
                    <a:pt x="2359" y="4953"/>
                  </a:lnTo>
                  <a:lnTo>
                    <a:pt x="2874" y="559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2934689" y="3154275"/>
              <a:ext cx="3192" cy="7423"/>
            </a:xfrm>
            <a:custGeom>
              <a:avLst/>
              <a:pathLst>
                <a:path w="3192" h="7423">
                  <a:moveTo>
                    <a:pt x="478" y="0"/>
                  </a:moveTo>
                  <a:lnTo>
                    <a:pt x="1437" y="539"/>
                  </a:lnTo>
                  <a:lnTo>
                    <a:pt x="1802" y="346"/>
                  </a:lnTo>
                  <a:lnTo>
                    <a:pt x="2415" y="464"/>
                  </a:lnTo>
                  <a:lnTo>
                    <a:pt x="3068" y="2015"/>
                  </a:lnTo>
                  <a:lnTo>
                    <a:pt x="3192" y="3663"/>
                  </a:lnTo>
                  <a:lnTo>
                    <a:pt x="2867" y="5729"/>
                  </a:lnTo>
                  <a:lnTo>
                    <a:pt x="1596" y="7423"/>
                  </a:lnTo>
                  <a:lnTo>
                    <a:pt x="865" y="7225"/>
                  </a:lnTo>
                  <a:lnTo>
                    <a:pt x="0" y="5677"/>
                  </a:lnTo>
                  <a:lnTo>
                    <a:pt x="496" y="262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2918131" y="3141257"/>
              <a:ext cx="4204" cy="5456"/>
            </a:xfrm>
            <a:custGeom>
              <a:avLst/>
              <a:pathLst>
                <a:path w="4204" h="5456">
                  <a:moveTo>
                    <a:pt x="3572" y="1633"/>
                  </a:moveTo>
                  <a:lnTo>
                    <a:pt x="4047" y="2503"/>
                  </a:lnTo>
                  <a:lnTo>
                    <a:pt x="4204" y="3125"/>
                  </a:lnTo>
                  <a:lnTo>
                    <a:pt x="3497" y="3449"/>
                  </a:lnTo>
                  <a:lnTo>
                    <a:pt x="1784" y="2315"/>
                  </a:lnTo>
                  <a:lnTo>
                    <a:pt x="1326" y="3009"/>
                  </a:lnTo>
                  <a:lnTo>
                    <a:pt x="871" y="5456"/>
                  </a:lnTo>
                  <a:lnTo>
                    <a:pt x="0" y="1754"/>
                  </a:lnTo>
                  <a:lnTo>
                    <a:pt x="59" y="393"/>
                  </a:lnTo>
                  <a:lnTo>
                    <a:pt x="246" y="0"/>
                  </a:lnTo>
                  <a:lnTo>
                    <a:pt x="1461" y="97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2934325" y="3136353"/>
              <a:ext cx="1180" cy="6968"/>
            </a:xfrm>
            <a:custGeom>
              <a:avLst/>
              <a:pathLst>
                <a:path w="1180" h="6968">
                  <a:moveTo>
                    <a:pt x="1180" y="5456"/>
                  </a:moveTo>
                  <a:lnTo>
                    <a:pt x="813" y="6968"/>
                  </a:lnTo>
                  <a:lnTo>
                    <a:pt x="362" y="4748"/>
                  </a:lnTo>
                  <a:lnTo>
                    <a:pt x="118" y="4221"/>
                  </a:lnTo>
                  <a:lnTo>
                    <a:pt x="0" y="1031"/>
                  </a:lnTo>
                  <a:lnTo>
                    <a:pt x="667" y="80"/>
                  </a:lnTo>
                  <a:lnTo>
                    <a:pt x="991" y="0"/>
                  </a:lnTo>
                  <a:lnTo>
                    <a:pt x="1001" y="329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2910133" y="3134037"/>
              <a:ext cx="2370" cy="3780"/>
            </a:xfrm>
            <a:custGeom>
              <a:avLst/>
              <a:pathLst>
                <a:path w="2370" h="3780">
                  <a:moveTo>
                    <a:pt x="2370" y="3073"/>
                  </a:moveTo>
                  <a:lnTo>
                    <a:pt x="1426" y="3780"/>
                  </a:lnTo>
                  <a:lnTo>
                    <a:pt x="841" y="3690"/>
                  </a:lnTo>
                  <a:lnTo>
                    <a:pt x="0" y="2647"/>
                  </a:lnTo>
                  <a:lnTo>
                    <a:pt x="264" y="1519"/>
                  </a:lnTo>
                  <a:lnTo>
                    <a:pt x="1174" y="262"/>
                  </a:lnTo>
                  <a:lnTo>
                    <a:pt x="1802" y="0"/>
                  </a:lnTo>
                  <a:lnTo>
                    <a:pt x="2315" y="223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2907274" y="3126014"/>
              <a:ext cx="4164" cy="7911"/>
            </a:xfrm>
            <a:custGeom>
              <a:avLst/>
              <a:pathLst>
                <a:path w="4164" h="7911">
                  <a:moveTo>
                    <a:pt x="1976" y="7303"/>
                  </a:moveTo>
                  <a:lnTo>
                    <a:pt x="855" y="7911"/>
                  </a:lnTo>
                  <a:lnTo>
                    <a:pt x="382" y="7618"/>
                  </a:lnTo>
                  <a:lnTo>
                    <a:pt x="225" y="5267"/>
                  </a:lnTo>
                  <a:lnTo>
                    <a:pt x="0" y="3721"/>
                  </a:lnTo>
                  <a:lnTo>
                    <a:pt x="51" y="3032"/>
                  </a:lnTo>
                  <a:lnTo>
                    <a:pt x="2624" y="0"/>
                  </a:lnTo>
                  <a:lnTo>
                    <a:pt x="3531" y="507"/>
                  </a:lnTo>
                  <a:lnTo>
                    <a:pt x="4164" y="2923"/>
                  </a:lnTo>
                  <a:lnTo>
                    <a:pt x="3733" y="426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2210271" y="3303432"/>
              <a:ext cx="38487" cy="92157"/>
            </a:xfrm>
            <a:custGeom>
              <a:avLst/>
              <a:pathLst>
                <a:path w="38487" h="92157">
                  <a:moveTo>
                    <a:pt x="26077" y="8043"/>
                  </a:moveTo>
                  <a:lnTo>
                    <a:pt x="26361" y="9218"/>
                  </a:lnTo>
                  <a:lnTo>
                    <a:pt x="26696" y="11064"/>
                  </a:lnTo>
                  <a:lnTo>
                    <a:pt x="26845" y="13437"/>
                  </a:lnTo>
                  <a:lnTo>
                    <a:pt x="28307" y="21379"/>
                  </a:lnTo>
                  <a:lnTo>
                    <a:pt x="29474" y="25827"/>
                  </a:lnTo>
                  <a:lnTo>
                    <a:pt x="32031" y="33917"/>
                  </a:lnTo>
                  <a:lnTo>
                    <a:pt x="33137" y="35405"/>
                  </a:lnTo>
                  <a:lnTo>
                    <a:pt x="35004" y="41915"/>
                  </a:lnTo>
                  <a:lnTo>
                    <a:pt x="35648" y="42990"/>
                  </a:lnTo>
                  <a:lnTo>
                    <a:pt x="36015" y="44912"/>
                  </a:lnTo>
                  <a:lnTo>
                    <a:pt x="37951" y="46493"/>
                  </a:lnTo>
                  <a:lnTo>
                    <a:pt x="38487" y="47656"/>
                  </a:lnTo>
                  <a:lnTo>
                    <a:pt x="38422" y="48201"/>
                  </a:lnTo>
                  <a:lnTo>
                    <a:pt x="38223" y="48774"/>
                  </a:lnTo>
                  <a:lnTo>
                    <a:pt x="37938" y="49353"/>
                  </a:lnTo>
                  <a:lnTo>
                    <a:pt x="37561" y="49748"/>
                  </a:lnTo>
                  <a:lnTo>
                    <a:pt x="36648" y="48559"/>
                  </a:lnTo>
                  <a:lnTo>
                    <a:pt x="35755" y="47209"/>
                  </a:lnTo>
                  <a:lnTo>
                    <a:pt x="35260" y="47829"/>
                  </a:lnTo>
                  <a:lnTo>
                    <a:pt x="35074" y="49582"/>
                  </a:lnTo>
                  <a:lnTo>
                    <a:pt x="34743" y="50482"/>
                  </a:lnTo>
                  <a:lnTo>
                    <a:pt x="34328" y="50836"/>
                  </a:lnTo>
                  <a:lnTo>
                    <a:pt x="34157" y="51423"/>
                  </a:lnTo>
                  <a:lnTo>
                    <a:pt x="34123" y="57342"/>
                  </a:lnTo>
                  <a:lnTo>
                    <a:pt x="34152" y="62920"/>
                  </a:lnTo>
                  <a:lnTo>
                    <a:pt x="34831" y="63045"/>
                  </a:lnTo>
                  <a:lnTo>
                    <a:pt x="35962" y="64983"/>
                  </a:lnTo>
                  <a:lnTo>
                    <a:pt x="36444" y="66123"/>
                  </a:lnTo>
                  <a:lnTo>
                    <a:pt x="36597" y="67176"/>
                  </a:lnTo>
                  <a:lnTo>
                    <a:pt x="36457" y="67692"/>
                  </a:lnTo>
                  <a:lnTo>
                    <a:pt x="35630" y="68909"/>
                  </a:lnTo>
                  <a:lnTo>
                    <a:pt x="34823" y="70448"/>
                  </a:lnTo>
                  <a:lnTo>
                    <a:pt x="34420" y="72369"/>
                  </a:lnTo>
                  <a:lnTo>
                    <a:pt x="35126" y="75472"/>
                  </a:lnTo>
                  <a:lnTo>
                    <a:pt x="35276" y="77580"/>
                  </a:lnTo>
                  <a:lnTo>
                    <a:pt x="35251" y="79785"/>
                  </a:lnTo>
                  <a:lnTo>
                    <a:pt x="35058" y="80844"/>
                  </a:lnTo>
                  <a:lnTo>
                    <a:pt x="33493" y="83377"/>
                  </a:lnTo>
                  <a:lnTo>
                    <a:pt x="33150" y="84265"/>
                  </a:lnTo>
                  <a:lnTo>
                    <a:pt x="33196" y="84907"/>
                  </a:lnTo>
                  <a:lnTo>
                    <a:pt x="34058" y="86656"/>
                  </a:lnTo>
                  <a:lnTo>
                    <a:pt x="34468" y="88347"/>
                  </a:lnTo>
                  <a:lnTo>
                    <a:pt x="34808" y="90387"/>
                  </a:lnTo>
                  <a:lnTo>
                    <a:pt x="34854" y="92157"/>
                  </a:lnTo>
                  <a:lnTo>
                    <a:pt x="34072" y="88875"/>
                  </a:lnTo>
                  <a:lnTo>
                    <a:pt x="32988" y="85742"/>
                  </a:lnTo>
                  <a:lnTo>
                    <a:pt x="32046" y="83812"/>
                  </a:lnTo>
                  <a:lnTo>
                    <a:pt x="31974" y="79309"/>
                  </a:lnTo>
                  <a:lnTo>
                    <a:pt x="31596" y="76865"/>
                  </a:lnTo>
                  <a:lnTo>
                    <a:pt x="30176" y="74614"/>
                  </a:lnTo>
                  <a:lnTo>
                    <a:pt x="28961" y="73037"/>
                  </a:lnTo>
                  <a:lnTo>
                    <a:pt x="28059" y="73358"/>
                  </a:lnTo>
                  <a:lnTo>
                    <a:pt x="28611" y="75947"/>
                  </a:lnTo>
                  <a:lnTo>
                    <a:pt x="30038" y="79267"/>
                  </a:lnTo>
                  <a:lnTo>
                    <a:pt x="30133" y="80539"/>
                  </a:lnTo>
                  <a:lnTo>
                    <a:pt x="30110" y="82248"/>
                  </a:lnTo>
                  <a:lnTo>
                    <a:pt x="29129" y="81985"/>
                  </a:lnTo>
                  <a:lnTo>
                    <a:pt x="28263" y="81288"/>
                  </a:lnTo>
                  <a:lnTo>
                    <a:pt x="27208" y="81070"/>
                  </a:lnTo>
                  <a:lnTo>
                    <a:pt x="26506" y="80052"/>
                  </a:lnTo>
                  <a:lnTo>
                    <a:pt x="25017" y="76088"/>
                  </a:lnTo>
                  <a:lnTo>
                    <a:pt x="26075" y="72706"/>
                  </a:lnTo>
                  <a:lnTo>
                    <a:pt x="26402" y="70486"/>
                  </a:lnTo>
                  <a:lnTo>
                    <a:pt x="26374" y="65883"/>
                  </a:lnTo>
                  <a:lnTo>
                    <a:pt x="26131" y="63651"/>
                  </a:lnTo>
                  <a:lnTo>
                    <a:pt x="24985" y="60255"/>
                  </a:lnTo>
                  <a:lnTo>
                    <a:pt x="23159" y="56528"/>
                  </a:lnTo>
                  <a:lnTo>
                    <a:pt x="20601" y="53484"/>
                  </a:lnTo>
                  <a:lnTo>
                    <a:pt x="19398" y="51029"/>
                  </a:lnTo>
                  <a:lnTo>
                    <a:pt x="16402" y="49148"/>
                  </a:lnTo>
                  <a:lnTo>
                    <a:pt x="15264" y="47901"/>
                  </a:lnTo>
                  <a:lnTo>
                    <a:pt x="14375" y="45587"/>
                  </a:lnTo>
                  <a:lnTo>
                    <a:pt x="14241" y="43926"/>
                  </a:lnTo>
                  <a:lnTo>
                    <a:pt x="14557" y="41370"/>
                  </a:lnTo>
                  <a:lnTo>
                    <a:pt x="13730" y="38119"/>
                  </a:lnTo>
                  <a:lnTo>
                    <a:pt x="10161" y="31727"/>
                  </a:lnTo>
                  <a:lnTo>
                    <a:pt x="8165" y="29375"/>
                  </a:lnTo>
                  <a:lnTo>
                    <a:pt x="7737" y="27993"/>
                  </a:lnTo>
                  <a:lnTo>
                    <a:pt x="7420" y="27563"/>
                  </a:lnTo>
                  <a:lnTo>
                    <a:pt x="7727" y="31974"/>
                  </a:lnTo>
                  <a:lnTo>
                    <a:pt x="8599" y="34632"/>
                  </a:lnTo>
                  <a:lnTo>
                    <a:pt x="10877" y="37113"/>
                  </a:lnTo>
                  <a:lnTo>
                    <a:pt x="11504" y="38558"/>
                  </a:lnTo>
                  <a:lnTo>
                    <a:pt x="11756" y="40438"/>
                  </a:lnTo>
                  <a:lnTo>
                    <a:pt x="10434" y="44033"/>
                  </a:lnTo>
                  <a:lnTo>
                    <a:pt x="9762" y="44948"/>
                  </a:lnTo>
                  <a:lnTo>
                    <a:pt x="9562" y="46909"/>
                  </a:lnTo>
                  <a:lnTo>
                    <a:pt x="9131" y="47504"/>
                  </a:lnTo>
                  <a:lnTo>
                    <a:pt x="8677" y="46373"/>
                  </a:lnTo>
                  <a:lnTo>
                    <a:pt x="6829" y="40733"/>
                  </a:lnTo>
                  <a:lnTo>
                    <a:pt x="3258" y="38029"/>
                  </a:lnTo>
                  <a:lnTo>
                    <a:pt x="2612" y="36370"/>
                  </a:lnTo>
                  <a:lnTo>
                    <a:pt x="1283" y="31221"/>
                  </a:lnTo>
                  <a:lnTo>
                    <a:pt x="671" y="26517"/>
                  </a:lnTo>
                  <a:lnTo>
                    <a:pt x="890" y="23382"/>
                  </a:lnTo>
                  <a:lnTo>
                    <a:pt x="2357" y="18497"/>
                  </a:lnTo>
                  <a:lnTo>
                    <a:pt x="2815" y="16370"/>
                  </a:lnTo>
                  <a:lnTo>
                    <a:pt x="2722" y="15060"/>
                  </a:lnTo>
                  <a:lnTo>
                    <a:pt x="2770" y="13132"/>
                  </a:lnTo>
                  <a:lnTo>
                    <a:pt x="2222" y="11786"/>
                  </a:lnTo>
                  <a:lnTo>
                    <a:pt x="864" y="10031"/>
                  </a:lnTo>
                  <a:lnTo>
                    <a:pt x="0" y="8625"/>
                  </a:lnTo>
                  <a:lnTo>
                    <a:pt x="237" y="7924"/>
                  </a:lnTo>
                  <a:lnTo>
                    <a:pt x="1792" y="6033"/>
                  </a:lnTo>
                  <a:lnTo>
                    <a:pt x="1890" y="4328"/>
                  </a:lnTo>
                  <a:lnTo>
                    <a:pt x="1883" y="3762"/>
                  </a:lnTo>
                  <a:lnTo>
                    <a:pt x="2137" y="3640"/>
                  </a:lnTo>
                  <a:lnTo>
                    <a:pt x="2363" y="3188"/>
                  </a:lnTo>
                  <a:lnTo>
                    <a:pt x="2502" y="2718"/>
                  </a:lnTo>
                  <a:lnTo>
                    <a:pt x="2927" y="1074"/>
                  </a:lnTo>
                  <a:lnTo>
                    <a:pt x="3298" y="147"/>
                  </a:lnTo>
                  <a:lnTo>
                    <a:pt x="3726" y="0"/>
                  </a:lnTo>
                  <a:lnTo>
                    <a:pt x="4249" y="683"/>
                  </a:lnTo>
                  <a:lnTo>
                    <a:pt x="6210" y="2452"/>
                  </a:lnTo>
                  <a:lnTo>
                    <a:pt x="8390" y="4417"/>
                  </a:lnTo>
                  <a:lnTo>
                    <a:pt x="11494" y="7214"/>
                  </a:lnTo>
                  <a:lnTo>
                    <a:pt x="12781" y="5423"/>
                  </a:lnTo>
                  <a:lnTo>
                    <a:pt x="13888" y="4055"/>
                  </a:lnTo>
                  <a:lnTo>
                    <a:pt x="14659" y="4250"/>
                  </a:lnTo>
                  <a:lnTo>
                    <a:pt x="16328" y="5844"/>
                  </a:lnTo>
                  <a:lnTo>
                    <a:pt x="17332" y="6352"/>
                  </a:lnTo>
                  <a:lnTo>
                    <a:pt x="17949" y="6192"/>
                  </a:lnTo>
                  <a:lnTo>
                    <a:pt x="19016" y="8531"/>
                  </a:lnTo>
                  <a:lnTo>
                    <a:pt x="19598" y="10287"/>
                  </a:lnTo>
                  <a:lnTo>
                    <a:pt x="19695" y="11457"/>
                  </a:lnTo>
                  <a:lnTo>
                    <a:pt x="20020" y="12087"/>
                  </a:lnTo>
                  <a:lnTo>
                    <a:pt x="20850" y="12226"/>
                  </a:lnTo>
                  <a:lnTo>
                    <a:pt x="22886" y="13418"/>
                  </a:lnTo>
                  <a:lnTo>
                    <a:pt x="24130" y="13184"/>
                  </a:lnTo>
                  <a:lnTo>
                    <a:pt x="25261" y="11924"/>
                  </a:lnTo>
                  <a:lnTo>
                    <a:pt x="25882" y="104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2241622" y="2985683"/>
              <a:ext cx="7158" cy="14816"/>
            </a:xfrm>
            <a:custGeom>
              <a:avLst/>
              <a:pathLst>
                <a:path w="7158" h="14816">
                  <a:moveTo>
                    <a:pt x="7158" y="10964"/>
                  </a:moveTo>
                  <a:lnTo>
                    <a:pt x="6087" y="12530"/>
                  </a:lnTo>
                  <a:lnTo>
                    <a:pt x="3804" y="14739"/>
                  </a:lnTo>
                  <a:lnTo>
                    <a:pt x="2579" y="14816"/>
                  </a:lnTo>
                  <a:lnTo>
                    <a:pt x="1340" y="13986"/>
                  </a:lnTo>
                  <a:lnTo>
                    <a:pt x="486" y="12139"/>
                  </a:lnTo>
                  <a:lnTo>
                    <a:pt x="0" y="10320"/>
                  </a:lnTo>
                  <a:lnTo>
                    <a:pt x="41" y="9446"/>
                  </a:lnTo>
                  <a:lnTo>
                    <a:pt x="815" y="10904"/>
                  </a:lnTo>
                  <a:lnTo>
                    <a:pt x="1483" y="11621"/>
                  </a:lnTo>
                  <a:lnTo>
                    <a:pt x="2031" y="11144"/>
                  </a:lnTo>
                  <a:lnTo>
                    <a:pt x="2419" y="10355"/>
                  </a:lnTo>
                  <a:lnTo>
                    <a:pt x="1165" y="4471"/>
                  </a:lnTo>
                  <a:lnTo>
                    <a:pt x="1220" y="3227"/>
                  </a:lnTo>
                  <a:lnTo>
                    <a:pt x="2216" y="0"/>
                  </a:lnTo>
                  <a:lnTo>
                    <a:pt x="4925" y="981"/>
                  </a:lnTo>
                  <a:lnTo>
                    <a:pt x="5399" y="1549"/>
                  </a:lnTo>
                  <a:lnTo>
                    <a:pt x="5776" y="3592"/>
                  </a:lnTo>
                  <a:lnTo>
                    <a:pt x="6379" y="5195"/>
                  </a:lnTo>
                  <a:lnTo>
                    <a:pt x="7088" y="94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2302214" y="2981274"/>
              <a:ext cx="3278" cy="5041"/>
            </a:xfrm>
            <a:custGeom>
              <a:avLst/>
              <a:pathLst>
                <a:path w="3278" h="5041">
                  <a:moveTo>
                    <a:pt x="2871" y="4136"/>
                  </a:moveTo>
                  <a:lnTo>
                    <a:pt x="2399" y="5041"/>
                  </a:lnTo>
                  <a:lnTo>
                    <a:pt x="1881" y="3734"/>
                  </a:lnTo>
                  <a:lnTo>
                    <a:pt x="1552" y="3591"/>
                  </a:lnTo>
                  <a:lnTo>
                    <a:pt x="1097" y="3073"/>
                  </a:lnTo>
                  <a:lnTo>
                    <a:pt x="213" y="1618"/>
                  </a:lnTo>
                  <a:lnTo>
                    <a:pt x="0" y="114"/>
                  </a:lnTo>
                  <a:lnTo>
                    <a:pt x="734" y="0"/>
                  </a:lnTo>
                  <a:lnTo>
                    <a:pt x="1658" y="265"/>
                  </a:lnTo>
                  <a:lnTo>
                    <a:pt x="3278" y="1121"/>
                  </a:lnTo>
                  <a:lnTo>
                    <a:pt x="3136" y="28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2300798" y="2975064"/>
              <a:ext cx="2292" cy="5241"/>
            </a:xfrm>
            <a:custGeom>
              <a:avLst/>
              <a:pathLst>
                <a:path w="2292" h="5241">
                  <a:moveTo>
                    <a:pt x="1867" y="5158"/>
                  </a:moveTo>
                  <a:lnTo>
                    <a:pt x="1487" y="5241"/>
                  </a:lnTo>
                  <a:lnTo>
                    <a:pt x="342" y="4009"/>
                  </a:lnTo>
                  <a:lnTo>
                    <a:pt x="0" y="2979"/>
                  </a:lnTo>
                  <a:lnTo>
                    <a:pt x="402" y="1598"/>
                  </a:lnTo>
                  <a:lnTo>
                    <a:pt x="488" y="99"/>
                  </a:lnTo>
                  <a:lnTo>
                    <a:pt x="644" y="0"/>
                  </a:lnTo>
                  <a:lnTo>
                    <a:pt x="829" y="1815"/>
                  </a:lnTo>
                  <a:lnTo>
                    <a:pt x="1703" y="2586"/>
                  </a:lnTo>
                  <a:lnTo>
                    <a:pt x="1755" y="2985"/>
                  </a:lnTo>
                  <a:lnTo>
                    <a:pt x="2292" y="45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2298129" y="2971059"/>
              <a:ext cx="2836" cy="4997"/>
            </a:xfrm>
            <a:custGeom>
              <a:avLst/>
              <a:pathLst>
                <a:path w="2836" h="4997">
                  <a:moveTo>
                    <a:pt x="2836" y="4505"/>
                  </a:moveTo>
                  <a:lnTo>
                    <a:pt x="2601" y="4997"/>
                  </a:lnTo>
                  <a:lnTo>
                    <a:pt x="1977" y="3897"/>
                  </a:lnTo>
                  <a:lnTo>
                    <a:pt x="1076" y="3418"/>
                  </a:lnTo>
                  <a:lnTo>
                    <a:pt x="545" y="1703"/>
                  </a:lnTo>
                  <a:lnTo>
                    <a:pt x="40" y="1046"/>
                  </a:lnTo>
                  <a:lnTo>
                    <a:pt x="0" y="415"/>
                  </a:lnTo>
                  <a:lnTo>
                    <a:pt x="835" y="0"/>
                  </a:lnTo>
                  <a:lnTo>
                    <a:pt x="1414" y="181"/>
                  </a:lnTo>
                  <a:lnTo>
                    <a:pt x="2064" y="1490"/>
                  </a:lnTo>
                  <a:lnTo>
                    <a:pt x="2438" y="38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2293273" y="2967673"/>
              <a:ext cx="4736" cy="3165"/>
            </a:xfrm>
            <a:custGeom>
              <a:avLst/>
              <a:pathLst>
                <a:path w="4736" h="3165">
                  <a:moveTo>
                    <a:pt x="752" y="0"/>
                  </a:moveTo>
                  <a:lnTo>
                    <a:pt x="2331" y="626"/>
                  </a:lnTo>
                  <a:lnTo>
                    <a:pt x="2879" y="251"/>
                  </a:lnTo>
                  <a:lnTo>
                    <a:pt x="3405" y="141"/>
                  </a:lnTo>
                  <a:lnTo>
                    <a:pt x="3962" y="402"/>
                  </a:lnTo>
                  <a:lnTo>
                    <a:pt x="4736" y="2859"/>
                  </a:lnTo>
                  <a:lnTo>
                    <a:pt x="4056" y="3165"/>
                  </a:lnTo>
                  <a:lnTo>
                    <a:pt x="3516" y="3165"/>
                  </a:lnTo>
                  <a:lnTo>
                    <a:pt x="3118" y="2722"/>
                  </a:lnTo>
                  <a:lnTo>
                    <a:pt x="1701" y="2607"/>
                  </a:lnTo>
                  <a:lnTo>
                    <a:pt x="765" y="1892"/>
                  </a:lnTo>
                  <a:lnTo>
                    <a:pt x="251" y="1282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2282540" y="2960153"/>
              <a:ext cx="3225" cy="4995"/>
            </a:xfrm>
            <a:custGeom>
              <a:avLst/>
              <a:pathLst>
                <a:path w="3225" h="4995">
                  <a:moveTo>
                    <a:pt x="3206" y="4220"/>
                  </a:moveTo>
                  <a:lnTo>
                    <a:pt x="3225" y="4995"/>
                  </a:lnTo>
                  <a:lnTo>
                    <a:pt x="1213" y="2825"/>
                  </a:lnTo>
                  <a:lnTo>
                    <a:pt x="349" y="564"/>
                  </a:lnTo>
                  <a:lnTo>
                    <a:pt x="0" y="44"/>
                  </a:lnTo>
                  <a:lnTo>
                    <a:pt x="564" y="0"/>
                  </a:lnTo>
                  <a:lnTo>
                    <a:pt x="2830" y="37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2222018" y="2948815"/>
              <a:ext cx="123716" cy="98544"/>
            </a:xfrm>
            <a:custGeom>
              <a:avLst/>
              <a:pathLst>
                <a:path w="123716" h="98544">
                  <a:moveTo>
                    <a:pt x="35096" y="809"/>
                  </a:moveTo>
                  <a:lnTo>
                    <a:pt x="38112" y="2184"/>
                  </a:lnTo>
                  <a:lnTo>
                    <a:pt x="40549" y="1794"/>
                  </a:lnTo>
                  <a:lnTo>
                    <a:pt x="41715" y="992"/>
                  </a:lnTo>
                  <a:lnTo>
                    <a:pt x="41608" y="1826"/>
                  </a:lnTo>
                  <a:lnTo>
                    <a:pt x="42678" y="3863"/>
                  </a:lnTo>
                  <a:lnTo>
                    <a:pt x="43069" y="4003"/>
                  </a:lnTo>
                  <a:lnTo>
                    <a:pt x="44645" y="2972"/>
                  </a:lnTo>
                  <a:lnTo>
                    <a:pt x="48760" y="2581"/>
                  </a:lnTo>
                  <a:lnTo>
                    <a:pt x="49182" y="3152"/>
                  </a:lnTo>
                  <a:lnTo>
                    <a:pt x="49907" y="5136"/>
                  </a:lnTo>
                  <a:lnTo>
                    <a:pt x="50957" y="6365"/>
                  </a:lnTo>
                  <a:lnTo>
                    <a:pt x="52043" y="7299"/>
                  </a:lnTo>
                  <a:lnTo>
                    <a:pt x="53179" y="7548"/>
                  </a:lnTo>
                  <a:lnTo>
                    <a:pt x="54313" y="7123"/>
                  </a:lnTo>
                  <a:lnTo>
                    <a:pt x="55376" y="7331"/>
                  </a:lnTo>
                  <a:lnTo>
                    <a:pt x="56703" y="9264"/>
                  </a:lnTo>
                  <a:lnTo>
                    <a:pt x="57122" y="9493"/>
                  </a:lnTo>
                  <a:lnTo>
                    <a:pt x="58310" y="8965"/>
                  </a:lnTo>
                  <a:lnTo>
                    <a:pt x="57960" y="10733"/>
                  </a:lnTo>
                  <a:lnTo>
                    <a:pt x="59963" y="13219"/>
                  </a:lnTo>
                  <a:lnTo>
                    <a:pt x="61429" y="18103"/>
                  </a:lnTo>
                  <a:lnTo>
                    <a:pt x="62497" y="20110"/>
                  </a:lnTo>
                  <a:lnTo>
                    <a:pt x="63627" y="21910"/>
                  </a:lnTo>
                  <a:lnTo>
                    <a:pt x="64577" y="23131"/>
                  </a:lnTo>
                  <a:lnTo>
                    <a:pt x="65644" y="23714"/>
                  </a:lnTo>
                  <a:lnTo>
                    <a:pt x="68879" y="23474"/>
                  </a:lnTo>
                  <a:lnTo>
                    <a:pt x="69644" y="23624"/>
                  </a:lnTo>
                  <a:lnTo>
                    <a:pt x="70328" y="24321"/>
                  </a:lnTo>
                  <a:lnTo>
                    <a:pt x="70981" y="24595"/>
                  </a:lnTo>
                  <a:lnTo>
                    <a:pt x="71358" y="24336"/>
                  </a:lnTo>
                  <a:lnTo>
                    <a:pt x="77611" y="31942"/>
                  </a:lnTo>
                  <a:lnTo>
                    <a:pt x="79597" y="36004"/>
                  </a:lnTo>
                  <a:lnTo>
                    <a:pt x="80811" y="38113"/>
                  </a:lnTo>
                  <a:lnTo>
                    <a:pt x="83438" y="41163"/>
                  </a:lnTo>
                  <a:lnTo>
                    <a:pt x="84493" y="41836"/>
                  </a:lnTo>
                  <a:lnTo>
                    <a:pt x="85045" y="41430"/>
                  </a:lnTo>
                  <a:lnTo>
                    <a:pt x="84937" y="40759"/>
                  </a:lnTo>
                  <a:lnTo>
                    <a:pt x="84168" y="39067"/>
                  </a:lnTo>
                  <a:lnTo>
                    <a:pt x="84055" y="38448"/>
                  </a:lnTo>
                  <a:lnTo>
                    <a:pt x="85043" y="38969"/>
                  </a:lnTo>
                  <a:lnTo>
                    <a:pt x="86829" y="42407"/>
                  </a:lnTo>
                  <a:lnTo>
                    <a:pt x="87319" y="43678"/>
                  </a:lnTo>
                  <a:lnTo>
                    <a:pt x="88210" y="44855"/>
                  </a:lnTo>
                  <a:lnTo>
                    <a:pt x="89107" y="45707"/>
                  </a:lnTo>
                  <a:lnTo>
                    <a:pt x="88680" y="47064"/>
                  </a:lnTo>
                  <a:lnTo>
                    <a:pt x="87952" y="47180"/>
                  </a:lnTo>
                  <a:lnTo>
                    <a:pt x="86552" y="46621"/>
                  </a:lnTo>
                  <a:lnTo>
                    <a:pt x="87664" y="48830"/>
                  </a:lnTo>
                  <a:lnTo>
                    <a:pt x="87856" y="50438"/>
                  </a:lnTo>
                  <a:lnTo>
                    <a:pt x="88373" y="50575"/>
                  </a:lnTo>
                  <a:lnTo>
                    <a:pt x="89144" y="48809"/>
                  </a:lnTo>
                  <a:lnTo>
                    <a:pt x="89631" y="47320"/>
                  </a:lnTo>
                  <a:lnTo>
                    <a:pt x="91594" y="51162"/>
                  </a:lnTo>
                  <a:lnTo>
                    <a:pt x="92650" y="52919"/>
                  </a:lnTo>
                  <a:lnTo>
                    <a:pt x="92379" y="53945"/>
                  </a:lnTo>
                  <a:lnTo>
                    <a:pt x="92292" y="54961"/>
                  </a:lnTo>
                  <a:lnTo>
                    <a:pt x="93471" y="54016"/>
                  </a:lnTo>
                  <a:lnTo>
                    <a:pt x="93918" y="54120"/>
                  </a:lnTo>
                  <a:lnTo>
                    <a:pt x="94350" y="54665"/>
                  </a:lnTo>
                  <a:lnTo>
                    <a:pt x="94824" y="56317"/>
                  </a:lnTo>
                  <a:lnTo>
                    <a:pt x="95925" y="56684"/>
                  </a:lnTo>
                  <a:lnTo>
                    <a:pt x="97036" y="56639"/>
                  </a:lnTo>
                  <a:lnTo>
                    <a:pt x="99291" y="58005"/>
                  </a:lnTo>
                  <a:lnTo>
                    <a:pt x="101427" y="60781"/>
                  </a:lnTo>
                  <a:lnTo>
                    <a:pt x="103436" y="61348"/>
                  </a:lnTo>
                  <a:lnTo>
                    <a:pt x="105462" y="61444"/>
                  </a:lnTo>
                  <a:lnTo>
                    <a:pt x="106489" y="62912"/>
                  </a:lnTo>
                  <a:lnTo>
                    <a:pt x="106926" y="64882"/>
                  </a:lnTo>
                  <a:lnTo>
                    <a:pt x="106434" y="66277"/>
                  </a:lnTo>
                  <a:lnTo>
                    <a:pt x="106153" y="67734"/>
                  </a:lnTo>
                  <a:lnTo>
                    <a:pt x="106909" y="69522"/>
                  </a:lnTo>
                  <a:lnTo>
                    <a:pt x="105263" y="70281"/>
                  </a:lnTo>
                  <a:lnTo>
                    <a:pt x="105031" y="71357"/>
                  </a:lnTo>
                  <a:lnTo>
                    <a:pt x="105117" y="72520"/>
                  </a:lnTo>
                  <a:lnTo>
                    <a:pt x="105444" y="73159"/>
                  </a:lnTo>
                  <a:lnTo>
                    <a:pt x="106385" y="72600"/>
                  </a:lnTo>
                  <a:lnTo>
                    <a:pt x="107745" y="73097"/>
                  </a:lnTo>
                  <a:lnTo>
                    <a:pt x="109891" y="73542"/>
                  </a:lnTo>
                  <a:lnTo>
                    <a:pt x="111328" y="73180"/>
                  </a:lnTo>
                  <a:lnTo>
                    <a:pt x="114246" y="74397"/>
                  </a:lnTo>
                  <a:lnTo>
                    <a:pt x="115134" y="75048"/>
                  </a:lnTo>
                  <a:lnTo>
                    <a:pt x="116865" y="77336"/>
                  </a:lnTo>
                  <a:lnTo>
                    <a:pt x="117667" y="78846"/>
                  </a:lnTo>
                  <a:lnTo>
                    <a:pt x="119385" y="82910"/>
                  </a:lnTo>
                  <a:lnTo>
                    <a:pt x="120867" y="84509"/>
                  </a:lnTo>
                  <a:lnTo>
                    <a:pt x="122151" y="84895"/>
                  </a:lnTo>
                  <a:lnTo>
                    <a:pt x="122599" y="84628"/>
                  </a:lnTo>
                  <a:lnTo>
                    <a:pt x="123006" y="85070"/>
                  </a:lnTo>
                  <a:lnTo>
                    <a:pt x="123363" y="85640"/>
                  </a:lnTo>
                  <a:lnTo>
                    <a:pt x="123716" y="87420"/>
                  </a:lnTo>
                  <a:lnTo>
                    <a:pt x="123521" y="89293"/>
                  </a:lnTo>
                  <a:lnTo>
                    <a:pt x="122788" y="90812"/>
                  </a:lnTo>
                  <a:lnTo>
                    <a:pt x="122381" y="91919"/>
                  </a:lnTo>
                  <a:lnTo>
                    <a:pt x="120547" y="92047"/>
                  </a:lnTo>
                  <a:lnTo>
                    <a:pt x="117985" y="92555"/>
                  </a:lnTo>
                  <a:lnTo>
                    <a:pt x="115508" y="94206"/>
                  </a:lnTo>
                  <a:lnTo>
                    <a:pt x="114299" y="95517"/>
                  </a:lnTo>
                  <a:lnTo>
                    <a:pt x="113746" y="96385"/>
                  </a:lnTo>
                  <a:lnTo>
                    <a:pt x="112442" y="97187"/>
                  </a:lnTo>
                  <a:lnTo>
                    <a:pt x="112354" y="96500"/>
                  </a:lnTo>
                  <a:lnTo>
                    <a:pt x="112378" y="95636"/>
                  </a:lnTo>
                  <a:lnTo>
                    <a:pt x="112037" y="94027"/>
                  </a:lnTo>
                  <a:lnTo>
                    <a:pt x="111742" y="95474"/>
                  </a:lnTo>
                  <a:lnTo>
                    <a:pt x="111257" y="96530"/>
                  </a:lnTo>
                  <a:lnTo>
                    <a:pt x="110439" y="97432"/>
                  </a:lnTo>
                  <a:lnTo>
                    <a:pt x="107430" y="97491"/>
                  </a:lnTo>
                  <a:lnTo>
                    <a:pt x="106219" y="96276"/>
                  </a:lnTo>
                  <a:lnTo>
                    <a:pt x="104977" y="95444"/>
                  </a:lnTo>
                  <a:lnTo>
                    <a:pt x="100451" y="94577"/>
                  </a:lnTo>
                  <a:lnTo>
                    <a:pt x="99364" y="94653"/>
                  </a:lnTo>
                  <a:lnTo>
                    <a:pt x="96340" y="95553"/>
                  </a:lnTo>
                  <a:lnTo>
                    <a:pt x="93301" y="96041"/>
                  </a:lnTo>
                  <a:lnTo>
                    <a:pt x="92029" y="96598"/>
                  </a:lnTo>
                  <a:lnTo>
                    <a:pt x="90772" y="97441"/>
                  </a:lnTo>
                  <a:lnTo>
                    <a:pt x="88327" y="97413"/>
                  </a:lnTo>
                  <a:lnTo>
                    <a:pt x="85436" y="98370"/>
                  </a:lnTo>
                  <a:lnTo>
                    <a:pt x="82537" y="98544"/>
                  </a:lnTo>
                  <a:lnTo>
                    <a:pt x="84393" y="91847"/>
                  </a:lnTo>
                  <a:lnTo>
                    <a:pt x="88310" y="85397"/>
                  </a:lnTo>
                  <a:lnTo>
                    <a:pt x="89047" y="84012"/>
                  </a:lnTo>
                  <a:lnTo>
                    <a:pt x="89571" y="82232"/>
                  </a:lnTo>
                  <a:lnTo>
                    <a:pt x="89696" y="80890"/>
                  </a:lnTo>
                  <a:lnTo>
                    <a:pt x="89524" y="79746"/>
                  </a:lnTo>
                  <a:lnTo>
                    <a:pt x="88591" y="77727"/>
                  </a:lnTo>
                  <a:lnTo>
                    <a:pt x="88401" y="76224"/>
                  </a:lnTo>
                  <a:lnTo>
                    <a:pt x="88124" y="75251"/>
                  </a:lnTo>
                  <a:lnTo>
                    <a:pt x="86766" y="74406"/>
                  </a:lnTo>
                  <a:lnTo>
                    <a:pt x="85391" y="73900"/>
                  </a:lnTo>
                  <a:lnTo>
                    <a:pt x="83945" y="73882"/>
                  </a:lnTo>
                  <a:lnTo>
                    <a:pt x="80905" y="73187"/>
                  </a:lnTo>
                  <a:lnTo>
                    <a:pt x="79289" y="73135"/>
                  </a:lnTo>
                  <a:lnTo>
                    <a:pt x="77919" y="71761"/>
                  </a:lnTo>
                  <a:lnTo>
                    <a:pt x="75646" y="66867"/>
                  </a:lnTo>
                  <a:lnTo>
                    <a:pt x="74582" y="65497"/>
                  </a:lnTo>
                  <a:lnTo>
                    <a:pt x="74035" y="64400"/>
                  </a:lnTo>
                  <a:lnTo>
                    <a:pt x="73610" y="63137"/>
                  </a:lnTo>
                  <a:lnTo>
                    <a:pt x="73075" y="55954"/>
                  </a:lnTo>
                  <a:lnTo>
                    <a:pt x="72623" y="52497"/>
                  </a:lnTo>
                  <a:lnTo>
                    <a:pt x="71933" y="49491"/>
                  </a:lnTo>
                  <a:lnTo>
                    <a:pt x="70884" y="47210"/>
                  </a:lnTo>
                  <a:lnTo>
                    <a:pt x="69787" y="46435"/>
                  </a:lnTo>
                  <a:lnTo>
                    <a:pt x="65572" y="48389"/>
                  </a:lnTo>
                  <a:lnTo>
                    <a:pt x="64592" y="48099"/>
                  </a:lnTo>
                  <a:lnTo>
                    <a:pt x="63637" y="47434"/>
                  </a:lnTo>
                  <a:lnTo>
                    <a:pt x="57274" y="42782"/>
                  </a:lnTo>
                  <a:lnTo>
                    <a:pt x="54650" y="40221"/>
                  </a:lnTo>
                  <a:lnTo>
                    <a:pt x="53579" y="38953"/>
                  </a:lnTo>
                  <a:lnTo>
                    <a:pt x="52666" y="37144"/>
                  </a:lnTo>
                  <a:lnTo>
                    <a:pt x="51720" y="34179"/>
                  </a:lnTo>
                  <a:lnTo>
                    <a:pt x="50655" y="31528"/>
                  </a:lnTo>
                  <a:lnTo>
                    <a:pt x="50663" y="32600"/>
                  </a:lnTo>
                  <a:lnTo>
                    <a:pt x="50498" y="33298"/>
                  </a:lnTo>
                  <a:lnTo>
                    <a:pt x="45172" y="33613"/>
                  </a:lnTo>
                  <a:lnTo>
                    <a:pt x="44324" y="33001"/>
                  </a:lnTo>
                  <a:lnTo>
                    <a:pt x="43777" y="32281"/>
                  </a:lnTo>
                  <a:lnTo>
                    <a:pt x="43391" y="31209"/>
                  </a:lnTo>
                  <a:lnTo>
                    <a:pt x="43106" y="29061"/>
                  </a:lnTo>
                  <a:lnTo>
                    <a:pt x="42599" y="27257"/>
                  </a:lnTo>
                  <a:lnTo>
                    <a:pt x="42437" y="29179"/>
                  </a:lnTo>
                  <a:lnTo>
                    <a:pt x="42174" y="30952"/>
                  </a:lnTo>
                  <a:lnTo>
                    <a:pt x="41461" y="31942"/>
                  </a:lnTo>
                  <a:lnTo>
                    <a:pt x="40645" y="32099"/>
                  </a:lnTo>
                  <a:lnTo>
                    <a:pt x="39657" y="29745"/>
                  </a:lnTo>
                  <a:lnTo>
                    <a:pt x="35341" y="29260"/>
                  </a:lnTo>
                  <a:lnTo>
                    <a:pt x="34959" y="28862"/>
                  </a:lnTo>
                  <a:lnTo>
                    <a:pt x="33541" y="26581"/>
                  </a:lnTo>
                  <a:lnTo>
                    <a:pt x="32331" y="23720"/>
                  </a:lnTo>
                  <a:lnTo>
                    <a:pt x="33536" y="22711"/>
                  </a:lnTo>
                  <a:lnTo>
                    <a:pt x="36021" y="21384"/>
                  </a:lnTo>
                  <a:lnTo>
                    <a:pt x="36559" y="20499"/>
                  </a:lnTo>
                  <a:lnTo>
                    <a:pt x="36871" y="19372"/>
                  </a:lnTo>
                  <a:lnTo>
                    <a:pt x="36647" y="17686"/>
                  </a:lnTo>
                  <a:lnTo>
                    <a:pt x="36153" y="16474"/>
                  </a:lnTo>
                  <a:lnTo>
                    <a:pt x="35644" y="15761"/>
                  </a:lnTo>
                  <a:lnTo>
                    <a:pt x="35081" y="15305"/>
                  </a:lnTo>
                  <a:lnTo>
                    <a:pt x="34337" y="15112"/>
                  </a:lnTo>
                  <a:lnTo>
                    <a:pt x="24732" y="14809"/>
                  </a:lnTo>
                  <a:lnTo>
                    <a:pt x="24176" y="15722"/>
                  </a:lnTo>
                  <a:lnTo>
                    <a:pt x="23315" y="17590"/>
                  </a:lnTo>
                  <a:lnTo>
                    <a:pt x="21609" y="19987"/>
                  </a:lnTo>
                  <a:lnTo>
                    <a:pt x="20485" y="22473"/>
                  </a:lnTo>
                  <a:lnTo>
                    <a:pt x="20063" y="23756"/>
                  </a:lnTo>
                  <a:lnTo>
                    <a:pt x="19538" y="24673"/>
                  </a:lnTo>
                  <a:lnTo>
                    <a:pt x="18356" y="26216"/>
                  </a:lnTo>
                  <a:lnTo>
                    <a:pt x="17349" y="28586"/>
                  </a:lnTo>
                  <a:lnTo>
                    <a:pt x="16125" y="29647"/>
                  </a:lnTo>
                  <a:lnTo>
                    <a:pt x="15457" y="29002"/>
                  </a:lnTo>
                  <a:lnTo>
                    <a:pt x="14795" y="29007"/>
                  </a:lnTo>
                  <a:lnTo>
                    <a:pt x="14317" y="29592"/>
                  </a:lnTo>
                  <a:lnTo>
                    <a:pt x="13816" y="29859"/>
                  </a:lnTo>
                  <a:lnTo>
                    <a:pt x="11352" y="30149"/>
                  </a:lnTo>
                  <a:lnTo>
                    <a:pt x="10984" y="30753"/>
                  </a:lnTo>
                  <a:lnTo>
                    <a:pt x="10631" y="32454"/>
                  </a:lnTo>
                  <a:lnTo>
                    <a:pt x="10232" y="35763"/>
                  </a:lnTo>
                  <a:lnTo>
                    <a:pt x="9853" y="36856"/>
                  </a:lnTo>
                  <a:lnTo>
                    <a:pt x="8618" y="37273"/>
                  </a:lnTo>
                  <a:lnTo>
                    <a:pt x="7440" y="38180"/>
                  </a:lnTo>
                  <a:lnTo>
                    <a:pt x="5044" y="41332"/>
                  </a:lnTo>
                  <a:lnTo>
                    <a:pt x="4426" y="41790"/>
                  </a:lnTo>
                  <a:lnTo>
                    <a:pt x="4560" y="39481"/>
                  </a:lnTo>
                  <a:lnTo>
                    <a:pt x="4440" y="37236"/>
                  </a:lnTo>
                  <a:lnTo>
                    <a:pt x="3765" y="37155"/>
                  </a:lnTo>
                  <a:lnTo>
                    <a:pt x="2995" y="37529"/>
                  </a:lnTo>
                  <a:lnTo>
                    <a:pt x="2353" y="38158"/>
                  </a:lnTo>
                  <a:lnTo>
                    <a:pt x="1166" y="39836"/>
                  </a:lnTo>
                  <a:lnTo>
                    <a:pt x="563" y="40260"/>
                  </a:lnTo>
                  <a:lnTo>
                    <a:pt x="0" y="39402"/>
                  </a:lnTo>
                  <a:lnTo>
                    <a:pt x="114" y="38304"/>
                  </a:lnTo>
                  <a:lnTo>
                    <a:pt x="4078" y="34255"/>
                  </a:lnTo>
                  <a:lnTo>
                    <a:pt x="4522" y="33946"/>
                  </a:lnTo>
                  <a:lnTo>
                    <a:pt x="5226" y="34251"/>
                  </a:lnTo>
                  <a:lnTo>
                    <a:pt x="5915" y="34114"/>
                  </a:lnTo>
                  <a:lnTo>
                    <a:pt x="6454" y="32980"/>
                  </a:lnTo>
                  <a:lnTo>
                    <a:pt x="5802" y="27624"/>
                  </a:lnTo>
                  <a:lnTo>
                    <a:pt x="6052" y="23979"/>
                  </a:lnTo>
                  <a:lnTo>
                    <a:pt x="6972" y="21163"/>
                  </a:lnTo>
                  <a:lnTo>
                    <a:pt x="8808" y="16898"/>
                  </a:lnTo>
                  <a:lnTo>
                    <a:pt x="9693" y="15495"/>
                  </a:lnTo>
                  <a:lnTo>
                    <a:pt x="18751" y="6585"/>
                  </a:lnTo>
                  <a:lnTo>
                    <a:pt x="19678" y="6129"/>
                  </a:lnTo>
                  <a:lnTo>
                    <a:pt x="25563" y="4340"/>
                  </a:lnTo>
                  <a:lnTo>
                    <a:pt x="26461" y="3719"/>
                  </a:lnTo>
                  <a:lnTo>
                    <a:pt x="29192" y="1077"/>
                  </a:lnTo>
                  <a:lnTo>
                    <a:pt x="3205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2403021" y="3268245"/>
              <a:ext cx="4693" cy="9893"/>
            </a:xfrm>
            <a:custGeom>
              <a:avLst/>
              <a:pathLst>
                <a:path w="4693" h="9893">
                  <a:moveTo>
                    <a:pt x="4693" y="9470"/>
                  </a:moveTo>
                  <a:lnTo>
                    <a:pt x="4091" y="9893"/>
                  </a:lnTo>
                  <a:lnTo>
                    <a:pt x="1884" y="7045"/>
                  </a:lnTo>
                  <a:lnTo>
                    <a:pt x="58" y="2418"/>
                  </a:lnTo>
                  <a:lnTo>
                    <a:pt x="0" y="0"/>
                  </a:lnTo>
                  <a:lnTo>
                    <a:pt x="465" y="207"/>
                  </a:lnTo>
                  <a:lnTo>
                    <a:pt x="945" y="1129"/>
                  </a:lnTo>
                  <a:lnTo>
                    <a:pt x="1677" y="4400"/>
                  </a:lnTo>
                  <a:lnTo>
                    <a:pt x="3814" y="655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2261930" y="3061264"/>
              <a:ext cx="3590" cy="3340"/>
            </a:xfrm>
            <a:custGeom>
              <a:avLst/>
              <a:pathLst>
                <a:path w="3590" h="3340">
                  <a:moveTo>
                    <a:pt x="570" y="1064"/>
                  </a:moveTo>
                  <a:lnTo>
                    <a:pt x="941" y="1637"/>
                  </a:lnTo>
                  <a:lnTo>
                    <a:pt x="1410" y="1286"/>
                  </a:lnTo>
                  <a:lnTo>
                    <a:pt x="1545" y="660"/>
                  </a:lnTo>
                  <a:lnTo>
                    <a:pt x="3321" y="1126"/>
                  </a:lnTo>
                  <a:lnTo>
                    <a:pt x="3590" y="2356"/>
                  </a:lnTo>
                  <a:lnTo>
                    <a:pt x="2238" y="2387"/>
                  </a:lnTo>
                  <a:lnTo>
                    <a:pt x="1631" y="3177"/>
                  </a:lnTo>
                  <a:lnTo>
                    <a:pt x="1327" y="3340"/>
                  </a:lnTo>
                  <a:lnTo>
                    <a:pt x="164" y="3146"/>
                  </a:lnTo>
                  <a:lnTo>
                    <a:pt x="0" y="300"/>
                  </a:lnTo>
                  <a:lnTo>
                    <a:pt x="323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2276812" y="3051384"/>
              <a:ext cx="1690" cy="1577"/>
            </a:xfrm>
            <a:custGeom>
              <a:avLst/>
              <a:pathLst>
                <a:path w="1690" h="1577">
                  <a:moveTo>
                    <a:pt x="1690" y="327"/>
                  </a:moveTo>
                  <a:lnTo>
                    <a:pt x="1577" y="494"/>
                  </a:lnTo>
                  <a:lnTo>
                    <a:pt x="1209" y="367"/>
                  </a:lnTo>
                  <a:lnTo>
                    <a:pt x="364" y="1577"/>
                  </a:lnTo>
                  <a:lnTo>
                    <a:pt x="0" y="1504"/>
                  </a:lnTo>
                  <a:lnTo>
                    <a:pt x="112" y="1082"/>
                  </a:lnTo>
                  <a:lnTo>
                    <a:pt x="287" y="685"/>
                  </a:lnTo>
                  <a:lnTo>
                    <a:pt x="486" y="389"/>
                  </a:lnTo>
                  <a:lnTo>
                    <a:pt x="670" y="275"/>
                  </a:lnTo>
                  <a:lnTo>
                    <a:pt x="1262" y="30"/>
                  </a:lnTo>
                  <a:lnTo>
                    <a:pt x="1542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2279340" y="3050012"/>
              <a:ext cx="1886" cy="2040"/>
            </a:xfrm>
            <a:custGeom>
              <a:avLst/>
              <a:pathLst>
                <a:path w="1886" h="2040">
                  <a:moveTo>
                    <a:pt x="952" y="1589"/>
                  </a:moveTo>
                  <a:lnTo>
                    <a:pt x="415" y="2040"/>
                  </a:lnTo>
                  <a:lnTo>
                    <a:pt x="0" y="1866"/>
                  </a:lnTo>
                  <a:lnTo>
                    <a:pt x="943" y="639"/>
                  </a:lnTo>
                  <a:lnTo>
                    <a:pt x="1186" y="225"/>
                  </a:lnTo>
                  <a:lnTo>
                    <a:pt x="1392" y="2"/>
                  </a:lnTo>
                  <a:lnTo>
                    <a:pt x="1609" y="0"/>
                  </a:lnTo>
                  <a:lnTo>
                    <a:pt x="1886" y="253"/>
                  </a:lnTo>
                  <a:lnTo>
                    <a:pt x="1886" y="43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3575365" y="2580290"/>
              <a:ext cx="21213" cy="19553"/>
            </a:xfrm>
            <a:custGeom>
              <a:avLst/>
              <a:pathLst>
                <a:path w="21213" h="19553">
                  <a:moveTo>
                    <a:pt x="14866" y="17635"/>
                  </a:moveTo>
                  <a:lnTo>
                    <a:pt x="14419" y="17885"/>
                  </a:lnTo>
                  <a:lnTo>
                    <a:pt x="13701" y="17038"/>
                  </a:lnTo>
                  <a:lnTo>
                    <a:pt x="13276" y="16797"/>
                  </a:lnTo>
                  <a:lnTo>
                    <a:pt x="12881" y="17577"/>
                  </a:lnTo>
                  <a:lnTo>
                    <a:pt x="12423" y="18139"/>
                  </a:lnTo>
                  <a:lnTo>
                    <a:pt x="12017" y="18388"/>
                  </a:lnTo>
                  <a:lnTo>
                    <a:pt x="11658" y="18460"/>
                  </a:lnTo>
                  <a:lnTo>
                    <a:pt x="11078" y="19035"/>
                  </a:lnTo>
                  <a:lnTo>
                    <a:pt x="10377" y="18890"/>
                  </a:lnTo>
                  <a:lnTo>
                    <a:pt x="9355" y="18420"/>
                  </a:lnTo>
                  <a:lnTo>
                    <a:pt x="8781" y="19553"/>
                  </a:lnTo>
                  <a:lnTo>
                    <a:pt x="8644" y="19417"/>
                  </a:lnTo>
                  <a:lnTo>
                    <a:pt x="8553" y="16566"/>
                  </a:lnTo>
                  <a:lnTo>
                    <a:pt x="8188" y="15399"/>
                  </a:lnTo>
                  <a:lnTo>
                    <a:pt x="7722" y="14755"/>
                  </a:lnTo>
                  <a:lnTo>
                    <a:pt x="7053" y="15024"/>
                  </a:lnTo>
                  <a:lnTo>
                    <a:pt x="6164" y="14926"/>
                  </a:lnTo>
                  <a:lnTo>
                    <a:pt x="5504" y="14446"/>
                  </a:lnTo>
                  <a:lnTo>
                    <a:pt x="4198" y="15243"/>
                  </a:lnTo>
                  <a:lnTo>
                    <a:pt x="3144" y="16123"/>
                  </a:lnTo>
                  <a:lnTo>
                    <a:pt x="2380" y="16967"/>
                  </a:lnTo>
                  <a:lnTo>
                    <a:pt x="1803" y="16921"/>
                  </a:lnTo>
                  <a:lnTo>
                    <a:pt x="821" y="16142"/>
                  </a:lnTo>
                  <a:lnTo>
                    <a:pt x="86" y="15268"/>
                  </a:lnTo>
                  <a:lnTo>
                    <a:pt x="0" y="14509"/>
                  </a:lnTo>
                  <a:lnTo>
                    <a:pt x="686" y="14848"/>
                  </a:lnTo>
                  <a:lnTo>
                    <a:pt x="1923" y="14227"/>
                  </a:lnTo>
                  <a:lnTo>
                    <a:pt x="2458" y="11346"/>
                  </a:lnTo>
                  <a:lnTo>
                    <a:pt x="2634" y="8026"/>
                  </a:lnTo>
                  <a:lnTo>
                    <a:pt x="4726" y="8978"/>
                  </a:lnTo>
                  <a:lnTo>
                    <a:pt x="6848" y="9472"/>
                  </a:lnTo>
                  <a:lnTo>
                    <a:pt x="8586" y="9638"/>
                  </a:lnTo>
                  <a:lnTo>
                    <a:pt x="10298" y="9098"/>
                  </a:lnTo>
                  <a:lnTo>
                    <a:pt x="15544" y="5557"/>
                  </a:lnTo>
                  <a:lnTo>
                    <a:pt x="17029" y="3438"/>
                  </a:lnTo>
                  <a:lnTo>
                    <a:pt x="17948" y="2721"/>
                  </a:lnTo>
                  <a:lnTo>
                    <a:pt x="19545" y="968"/>
                  </a:lnTo>
                  <a:lnTo>
                    <a:pt x="21213" y="0"/>
                  </a:lnTo>
                  <a:lnTo>
                    <a:pt x="20144" y="2025"/>
                  </a:lnTo>
                  <a:lnTo>
                    <a:pt x="14146" y="10933"/>
                  </a:lnTo>
                  <a:lnTo>
                    <a:pt x="13754" y="13582"/>
                  </a:lnTo>
                  <a:lnTo>
                    <a:pt x="14023" y="154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3570627" y="2594456"/>
              <a:ext cx="20130" cy="18116"/>
            </a:xfrm>
            <a:custGeom>
              <a:avLst/>
              <a:pathLst>
                <a:path w="20130" h="18116">
                  <a:moveTo>
                    <a:pt x="4738" y="343"/>
                  </a:moveTo>
                  <a:lnTo>
                    <a:pt x="4824" y="1102"/>
                  </a:lnTo>
                  <a:lnTo>
                    <a:pt x="5559" y="1976"/>
                  </a:lnTo>
                  <a:lnTo>
                    <a:pt x="6541" y="2755"/>
                  </a:lnTo>
                  <a:lnTo>
                    <a:pt x="7118" y="2802"/>
                  </a:lnTo>
                  <a:lnTo>
                    <a:pt x="7882" y="1957"/>
                  </a:lnTo>
                  <a:lnTo>
                    <a:pt x="8936" y="1077"/>
                  </a:lnTo>
                  <a:lnTo>
                    <a:pt x="10242" y="281"/>
                  </a:lnTo>
                  <a:lnTo>
                    <a:pt x="10902" y="760"/>
                  </a:lnTo>
                  <a:lnTo>
                    <a:pt x="11791" y="858"/>
                  </a:lnTo>
                  <a:lnTo>
                    <a:pt x="12461" y="590"/>
                  </a:lnTo>
                  <a:lnTo>
                    <a:pt x="12926" y="1233"/>
                  </a:lnTo>
                  <a:lnTo>
                    <a:pt x="13291" y="2400"/>
                  </a:lnTo>
                  <a:lnTo>
                    <a:pt x="13382" y="5251"/>
                  </a:lnTo>
                  <a:lnTo>
                    <a:pt x="13519" y="5387"/>
                  </a:lnTo>
                  <a:lnTo>
                    <a:pt x="14094" y="4254"/>
                  </a:lnTo>
                  <a:lnTo>
                    <a:pt x="15115" y="4725"/>
                  </a:lnTo>
                  <a:lnTo>
                    <a:pt x="15816" y="4869"/>
                  </a:lnTo>
                  <a:lnTo>
                    <a:pt x="16396" y="4295"/>
                  </a:lnTo>
                  <a:lnTo>
                    <a:pt x="16755" y="4223"/>
                  </a:lnTo>
                  <a:lnTo>
                    <a:pt x="17162" y="3973"/>
                  </a:lnTo>
                  <a:lnTo>
                    <a:pt x="17619" y="3412"/>
                  </a:lnTo>
                  <a:lnTo>
                    <a:pt x="18015" y="2631"/>
                  </a:lnTo>
                  <a:lnTo>
                    <a:pt x="18439" y="2872"/>
                  </a:lnTo>
                  <a:lnTo>
                    <a:pt x="19157" y="3719"/>
                  </a:lnTo>
                  <a:lnTo>
                    <a:pt x="19604" y="3469"/>
                  </a:lnTo>
                  <a:lnTo>
                    <a:pt x="19824" y="4051"/>
                  </a:lnTo>
                  <a:lnTo>
                    <a:pt x="20130" y="5741"/>
                  </a:lnTo>
                  <a:lnTo>
                    <a:pt x="18821" y="6240"/>
                  </a:lnTo>
                  <a:lnTo>
                    <a:pt x="17509" y="6404"/>
                  </a:lnTo>
                  <a:lnTo>
                    <a:pt x="16778" y="6188"/>
                  </a:lnTo>
                  <a:lnTo>
                    <a:pt x="16093" y="6287"/>
                  </a:lnTo>
                  <a:lnTo>
                    <a:pt x="13964" y="11116"/>
                  </a:lnTo>
                  <a:lnTo>
                    <a:pt x="12819" y="12758"/>
                  </a:lnTo>
                  <a:lnTo>
                    <a:pt x="11457" y="13738"/>
                  </a:lnTo>
                  <a:lnTo>
                    <a:pt x="10070" y="14320"/>
                  </a:lnTo>
                  <a:lnTo>
                    <a:pt x="9373" y="14393"/>
                  </a:lnTo>
                  <a:lnTo>
                    <a:pt x="8761" y="15006"/>
                  </a:lnTo>
                  <a:lnTo>
                    <a:pt x="8330" y="16126"/>
                  </a:lnTo>
                  <a:lnTo>
                    <a:pt x="8319" y="17217"/>
                  </a:lnTo>
                  <a:lnTo>
                    <a:pt x="8135" y="18116"/>
                  </a:lnTo>
                  <a:lnTo>
                    <a:pt x="7374" y="17930"/>
                  </a:lnTo>
                  <a:lnTo>
                    <a:pt x="7057" y="16168"/>
                  </a:lnTo>
                  <a:lnTo>
                    <a:pt x="6515" y="15410"/>
                  </a:lnTo>
                  <a:lnTo>
                    <a:pt x="5168" y="15804"/>
                  </a:lnTo>
                  <a:lnTo>
                    <a:pt x="4511" y="15758"/>
                  </a:lnTo>
                  <a:lnTo>
                    <a:pt x="2354" y="14077"/>
                  </a:lnTo>
                  <a:lnTo>
                    <a:pt x="1703" y="13392"/>
                  </a:lnTo>
                  <a:lnTo>
                    <a:pt x="1298" y="11956"/>
                  </a:lnTo>
                  <a:lnTo>
                    <a:pt x="186" y="6776"/>
                  </a:lnTo>
                  <a:lnTo>
                    <a:pt x="0" y="2946"/>
                  </a:lnTo>
                  <a:lnTo>
                    <a:pt x="1035" y="3925"/>
                  </a:lnTo>
                  <a:lnTo>
                    <a:pt x="2002" y="2738"/>
                  </a:lnTo>
                  <a:lnTo>
                    <a:pt x="2934" y="795"/>
                  </a:lnTo>
                  <a:lnTo>
                    <a:pt x="404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3338035" y="2125952"/>
              <a:ext cx="77592" cy="72737"/>
            </a:xfrm>
            <a:custGeom>
              <a:avLst/>
              <a:pathLst>
                <a:path w="77592" h="72737">
                  <a:moveTo>
                    <a:pt x="31297" y="5283"/>
                  </a:moveTo>
                  <a:lnTo>
                    <a:pt x="32292" y="5212"/>
                  </a:lnTo>
                  <a:lnTo>
                    <a:pt x="33294" y="4468"/>
                  </a:lnTo>
                  <a:lnTo>
                    <a:pt x="33375" y="3266"/>
                  </a:lnTo>
                  <a:lnTo>
                    <a:pt x="33312" y="1015"/>
                  </a:lnTo>
                  <a:lnTo>
                    <a:pt x="33419" y="692"/>
                  </a:lnTo>
                  <a:lnTo>
                    <a:pt x="34941" y="1327"/>
                  </a:lnTo>
                  <a:lnTo>
                    <a:pt x="36467" y="2341"/>
                  </a:lnTo>
                  <a:lnTo>
                    <a:pt x="36679" y="4573"/>
                  </a:lnTo>
                  <a:lnTo>
                    <a:pt x="37088" y="5674"/>
                  </a:lnTo>
                  <a:lnTo>
                    <a:pt x="37569" y="6678"/>
                  </a:lnTo>
                  <a:lnTo>
                    <a:pt x="38032" y="7136"/>
                  </a:lnTo>
                  <a:lnTo>
                    <a:pt x="38830" y="7208"/>
                  </a:lnTo>
                  <a:lnTo>
                    <a:pt x="40901" y="8537"/>
                  </a:lnTo>
                  <a:lnTo>
                    <a:pt x="41898" y="8808"/>
                  </a:lnTo>
                  <a:lnTo>
                    <a:pt x="42919" y="9724"/>
                  </a:lnTo>
                  <a:lnTo>
                    <a:pt x="43778" y="10663"/>
                  </a:lnTo>
                  <a:lnTo>
                    <a:pt x="44407" y="10860"/>
                  </a:lnTo>
                  <a:lnTo>
                    <a:pt x="44698" y="11888"/>
                  </a:lnTo>
                  <a:lnTo>
                    <a:pt x="45082" y="12593"/>
                  </a:lnTo>
                  <a:lnTo>
                    <a:pt x="45763" y="12051"/>
                  </a:lnTo>
                  <a:lnTo>
                    <a:pt x="48247" y="11292"/>
                  </a:lnTo>
                  <a:lnTo>
                    <a:pt x="49141" y="12304"/>
                  </a:lnTo>
                  <a:lnTo>
                    <a:pt x="49746" y="13374"/>
                  </a:lnTo>
                  <a:lnTo>
                    <a:pt x="49829" y="13715"/>
                  </a:lnTo>
                  <a:lnTo>
                    <a:pt x="49513" y="14660"/>
                  </a:lnTo>
                  <a:lnTo>
                    <a:pt x="49362" y="15392"/>
                  </a:lnTo>
                  <a:lnTo>
                    <a:pt x="49103" y="15876"/>
                  </a:lnTo>
                  <a:lnTo>
                    <a:pt x="48250" y="16393"/>
                  </a:lnTo>
                  <a:lnTo>
                    <a:pt x="47769" y="17230"/>
                  </a:lnTo>
                  <a:lnTo>
                    <a:pt x="47420" y="18144"/>
                  </a:lnTo>
                  <a:lnTo>
                    <a:pt x="47655" y="19020"/>
                  </a:lnTo>
                  <a:lnTo>
                    <a:pt x="48351" y="19677"/>
                  </a:lnTo>
                  <a:lnTo>
                    <a:pt x="48845" y="19824"/>
                  </a:lnTo>
                  <a:lnTo>
                    <a:pt x="49032" y="20464"/>
                  </a:lnTo>
                  <a:lnTo>
                    <a:pt x="50610" y="23326"/>
                  </a:lnTo>
                  <a:lnTo>
                    <a:pt x="51866" y="27063"/>
                  </a:lnTo>
                  <a:lnTo>
                    <a:pt x="52354" y="27647"/>
                  </a:lnTo>
                  <a:lnTo>
                    <a:pt x="52814" y="27785"/>
                  </a:lnTo>
                  <a:lnTo>
                    <a:pt x="53346" y="27236"/>
                  </a:lnTo>
                  <a:lnTo>
                    <a:pt x="53959" y="26025"/>
                  </a:lnTo>
                  <a:lnTo>
                    <a:pt x="54686" y="25148"/>
                  </a:lnTo>
                  <a:lnTo>
                    <a:pt x="55302" y="24698"/>
                  </a:lnTo>
                  <a:lnTo>
                    <a:pt x="56388" y="23665"/>
                  </a:lnTo>
                  <a:lnTo>
                    <a:pt x="56431" y="22991"/>
                  </a:lnTo>
                  <a:lnTo>
                    <a:pt x="55526" y="20464"/>
                  </a:lnTo>
                  <a:lnTo>
                    <a:pt x="55001" y="18417"/>
                  </a:lnTo>
                  <a:lnTo>
                    <a:pt x="55127" y="18046"/>
                  </a:lnTo>
                  <a:lnTo>
                    <a:pt x="56286" y="18370"/>
                  </a:lnTo>
                  <a:lnTo>
                    <a:pt x="58256" y="19486"/>
                  </a:lnTo>
                  <a:lnTo>
                    <a:pt x="61286" y="23137"/>
                  </a:lnTo>
                  <a:lnTo>
                    <a:pt x="61827" y="23137"/>
                  </a:lnTo>
                  <a:lnTo>
                    <a:pt x="62889" y="22863"/>
                  </a:lnTo>
                  <a:lnTo>
                    <a:pt x="64041" y="22267"/>
                  </a:lnTo>
                  <a:lnTo>
                    <a:pt x="64589" y="21588"/>
                  </a:lnTo>
                  <a:lnTo>
                    <a:pt x="64794" y="21841"/>
                  </a:lnTo>
                  <a:lnTo>
                    <a:pt x="64971" y="23846"/>
                  </a:lnTo>
                  <a:lnTo>
                    <a:pt x="64669" y="24946"/>
                  </a:lnTo>
                  <a:lnTo>
                    <a:pt x="63289" y="26012"/>
                  </a:lnTo>
                  <a:lnTo>
                    <a:pt x="63369" y="26543"/>
                  </a:lnTo>
                  <a:lnTo>
                    <a:pt x="63723" y="27226"/>
                  </a:lnTo>
                  <a:lnTo>
                    <a:pt x="64345" y="27687"/>
                  </a:lnTo>
                  <a:lnTo>
                    <a:pt x="65099" y="28987"/>
                  </a:lnTo>
                  <a:lnTo>
                    <a:pt x="65618" y="30470"/>
                  </a:lnTo>
                  <a:lnTo>
                    <a:pt x="66073" y="31159"/>
                  </a:lnTo>
                  <a:lnTo>
                    <a:pt x="66574" y="31485"/>
                  </a:lnTo>
                  <a:lnTo>
                    <a:pt x="67829" y="30693"/>
                  </a:lnTo>
                  <a:lnTo>
                    <a:pt x="68184" y="30066"/>
                  </a:lnTo>
                  <a:lnTo>
                    <a:pt x="68341" y="29624"/>
                  </a:lnTo>
                  <a:lnTo>
                    <a:pt x="68585" y="29722"/>
                  </a:lnTo>
                  <a:lnTo>
                    <a:pt x="69024" y="30450"/>
                  </a:lnTo>
                  <a:lnTo>
                    <a:pt x="69157" y="30879"/>
                  </a:lnTo>
                  <a:lnTo>
                    <a:pt x="70377" y="31707"/>
                  </a:lnTo>
                  <a:lnTo>
                    <a:pt x="71080" y="32726"/>
                  </a:lnTo>
                  <a:lnTo>
                    <a:pt x="71528" y="33205"/>
                  </a:lnTo>
                  <a:lnTo>
                    <a:pt x="72025" y="32739"/>
                  </a:lnTo>
                  <a:lnTo>
                    <a:pt x="73956" y="33549"/>
                  </a:lnTo>
                  <a:lnTo>
                    <a:pt x="74487" y="34231"/>
                  </a:lnTo>
                  <a:lnTo>
                    <a:pt x="74657" y="35360"/>
                  </a:lnTo>
                  <a:lnTo>
                    <a:pt x="74561" y="36046"/>
                  </a:lnTo>
                  <a:lnTo>
                    <a:pt x="74858" y="37822"/>
                  </a:lnTo>
                  <a:lnTo>
                    <a:pt x="77301" y="42079"/>
                  </a:lnTo>
                  <a:lnTo>
                    <a:pt x="77559" y="44254"/>
                  </a:lnTo>
                  <a:lnTo>
                    <a:pt x="77592" y="45121"/>
                  </a:lnTo>
                  <a:lnTo>
                    <a:pt x="77302" y="45167"/>
                  </a:lnTo>
                  <a:lnTo>
                    <a:pt x="76643" y="45617"/>
                  </a:lnTo>
                  <a:lnTo>
                    <a:pt x="75796" y="45780"/>
                  </a:lnTo>
                  <a:lnTo>
                    <a:pt x="74879" y="45692"/>
                  </a:lnTo>
                  <a:lnTo>
                    <a:pt x="74167" y="46483"/>
                  </a:lnTo>
                  <a:lnTo>
                    <a:pt x="73494" y="47771"/>
                  </a:lnTo>
                  <a:lnTo>
                    <a:pt x="72800" y="48663"/>
                  </a:lnTo>
                  <a:lnTo>
                    <a:pt x="72424" y="49461"/>
                  </a:lnTo>
                  <a:lnTo>
                    <a:pt x="72214" y="50279"/>
                  </a:lnTo>
                  <a:lnTo>
                    <a:pt x="69867" y="52609"/>
                  </a:lnTo>
                  <a:lnTo>
                    <a:pt x="69541" y="53579"/>
                  </a:lnTo>
                  <a:lnTo>
                    <a:pt x="69280" y="54902"/>
                  </a:lnTo>
                  <a:lnTo>
                    <a:pt x="69170" y="56688"/>
                  </a:lnTo>
                  <a:lnTo>
                    <a:pt x="69004" y="58290"/>
                  </a:lnTo>
                  <a:lnTo>
                    <a:pt x="68601" y="59135"/>
                  </a:lnTo>
                  <a:lnTo>
                    <a:pt x="67333" y="59861"/>
                  </a:lnTo>
                  <a:lnTo>
                    <a:pt x="67017" y="60252"/>
                  </a:lnTo>
                  <a:lnTo>
                    <a:pt x="66780" y="61067"/>
                  </a:lnTo>
                  <a:lnTo>
                    <a:pt x="66069" y="62324"/>
                  </a:lnTo>
                  <a:lnTo>
                    <a:pt x="65236" y="63520"/>
                  </a:lnTo>
                  <a:lnTo>
                    <a:pt x="63704" y="64888"/>
                  </a:lnTo>
                  <a:lnTo>
                    <a:pt x="62061" y="65303"/>
                  </a:lnTo>
                  <a:lnTo>
                    <a:pt x="59923" y="64859"/>
                  </a:lnTo>
                  <a:lnTo>
                    <a:pt x="58676" y="64324"/>
                  </a:lnTo>
                  <a:lnTo>
                    <a:pt x="58068" y="64911"/>
                  </a:lnTo>
                  <a:lnTo>
                    <a:pt x="57235" y="66693"/>
                  </a:lnTo>
                  <a:lnTo>
                    <a:pt x="56337" y="69762"/>
                  </a:lnTo>
                  <a:lnTo>
                    <a:pt x="55968" y="72069"/>
                  </a:lnTo>
                  <a:lnTo>
                    <a:pt x="55682" y="71416"/>
                  </a:lnTo>
                  <a:lnTo>
                    <a:pt x="55169" y="68969"/>
                  </a:lnTo>
                  <a:lnTo>
                    <a:pt x="54587" y="68656"/>
                  </a:lnTo>
                  <a:lnTo>
                    <a:pt x="53796" y="68428"/>
                  </a:lnTo>
                  <a:lnTo>
                    <a:pt x="53201" y="68068"/>
                  </a:lnTo>
                  <a:lnTo>
                    <a:pt x="51915" y="66659"/>
                  </a:lnTo>
                  <a:lnTo>
                    <a:pt x="51254" y="66235"/>
                  </a:lnTo>
                  <a:lnTo>
                    <a:pt x="50499" y="66121"/>
                  </a:lnTo>
                  <a:lnTo>
                    <a:pt x="49773" y="66949"/>
                  </a:lnTo>
                  <a:lnTo>
                    <a:pt x="49226" y="67928"/>
                  </a:lnTo>
                  <a:lnTo>
                    <a:pt x="47523" y="67915"/>
                  </a:lnTo>
                  <a:lnTo>
                    <a:pt x="45658" y="67460"/>
                  </a:lnTo>
                  <a:lnTo>
                    <a:pt x="42987" y="64220"/>
                  </a:lnTo>
                  <a:lnTo>
                    <a:pt x="42295" y="64191"/>
                  </a:lnTo>
                  <a:lnTo>
                    <a:pt x="41556" y="64338"/>
                  </a:lnTo>
                  <a:lnTo>
                    <a:pt x="40389" y="63572"/>
                  </a:lnTo>
                  <a:lnTo>
                    <a:pt x="38128" y="61474"/>
                  </a:lnTo>
                  <a:lnTo>
                    <a:pt x="37069" y="60982"/>
                  </a:lnTo>
                  <a:lnTo>
                    <a:pt x="36399" y="61282"/>
                  </a:lnTo>
                  <a:lnTo>
                    <a:pt x="35788" y="61747"/>
                  </a:lnTo>
                  <a:lnTo>
                    <a:pt x="35352" y="61801"/>
                  </a:lnTo>
                  <a:lnTo>
                    <a:pt x="35099" y="61120"/>
                  </a:lnTo>
                  <a:lnTo>
                    <a:pt x="34260" y="60278"/>
                  </a:lnTo>
                  <a:lnTo>
                    <a:pt x="33416" y="60181"/>
                  </a:lnTo>
                  <a:lnTo>
                    <a:pt x="33171" y="60689"/>
                  </a:lnTo>
                  <a:lnTo>
                    <a:pt x="32885" y="65305"/>
                  </a:lnTo>
                  <a:lnTo>
                    <a:pt x="32600" y="66970"/>
                  </a:lnTo>
                  <a:lnTo>
                    <a:pt x="31441" y="66892"/>
                  </a:lnTo>
                  <a:lnTo>
                    <a:pt x="31027" y="67679"/>
                  </a:lnTo>
                  <a:lnTo>
                    <a:pt x="30115" y="69909"/>
                  </a:lnTo>
                  <a:lnTo>
                    <a:pt x="29938" y="72057"/>
                  </a:lnTo>
                  <a:lnTo>
                    <a:pt x="28357" y="71640"/>
                  </a:lnTo>
                  <a:lnTo>
                    <a:pt x="27606" y="71279"/>
                  </a:lnTo>
                  <a:lnTo>
                    <a:pt x="26943" y="71554"/>
                  </a:lnTo>
                  <a:lnTo>
                    <a:pt x="26213" y="72737"/>
                  </a:lnTo>
                  <a:lnTo>
                    <a:pt x="24168" y="72667"/>
                  </a:lnTo>
                  <a:lnTo>
                    <a:pt x="22548" y="71960"/>
                  </a:lnTo>
                  <a:lnTo>
                    <a:pt x="21854" y="69303"/>
                  </a:lnTo>
                  <a:lnTo>
                    <a:pt x="21112" y="68251"/>
                  </a:lnTo>
                  <a:lnTo>
                    <a:pt x="20178" y="67310"/>
                  </a:lnTo>
                  <a:lnTo>
                    <a:pt x="19851" y="67101"/>
                  </a:lnTo>
                  <a:lnTo>
                    <a:pt x="19335" y="65652"/>
                  </a:lnTo>
                  <a:lnTo>
                    <a:pt x="18357" y="63857"/>
                  </a:lnTo>
                  <a:lnTo>
                    <a:pt x="16777" y="61406"/>
                  </a:lnTo>
                  <a:lnTo>
                    <a:pt x="15547" y="61527"/>
                  </a:lnTo>
                  <a:lnTo>
                    <a:pt x="15091" y="60877"/>
                  </a:lnTo>
                  <a:lnTo>
                    <a:pt x="14890" y="59975"/>
                  </a:lnTo>
                  <a:lnTo>
                    <a:pt x="14377" y="58418"/>
                  </a:lnTo>
                  <a:lnTo>
                    <a:pt x="13798" y="57334"/>
                  </a:lnTo>
                  <a:lnTo>
                    <a:pt x="13097" y="56915"/>
                  </a:lnTo>
                  <a:lnTo>
                    <a:pt x="12092" y="55535"/>
                  </a:lnTo>
                  <a:lnTo>
                    <a:pt x="10748" y="52528"/>
                  </a:lnTo>
                  <a:lnTo>
                    <a:pt x="9516" y="50449"/>
                  </a:lnTo>
                  <a:lnTo>
                    <a:pt x="8327" y="50482"/>
                  </a:lnTo>
                  <a:lnTo>
                    <a:pt x="7573" y="49393"/>
                  </a:lnTo>
                  <a:lnTo>
                    <a:pt x="6805" y="47966"/>
                  </a:lnTo>
                  <a:lnTo>
                    <a:pt x="6240" y="46585"/>
                  </a:lnTo>
                  <a:lnTo>
                    <a:pt x="5362" y="43228"/>
                  </a:lnTo>
                  <a:lnTo>
                    <a:pt x="4724" y="41312"/>
                  </a:lnTo>
                  <a:lnTo>
                    <a:pt x="4226" y="40127"/>
                  </a:lnTo>
                  <a:lnTo>
                    <a:pt x="3664" y="39140"/>
                  </a:lnTo>
                  <a:lnTo>
                    <a:pt x="3461" y="38358"/>
                  </a:lnTo>
                  <a:lnTo>
                    <a:pt x="4148" y="36571"/>
                  </a:lnTo>
                  <a:lnTo>
                    <a:pt x="4397" y="35686"/>
                  </a:lnTo>
                  <a:lnTo>
                    <a:pt x="4693" y="35007"/>
                  </a:lnTo>
                  <a:lnTo>
                    <a:pt x="4865" y="34287"/>
                  </a:lnTo>
                  <a:lnTo>
                    <a:pt x="4859" y="33744"/>
                  </a:lnTo>
                  <a:lnTo>
                    <a:pt x="4233" y="31980"/>
                  </a:lnTo>
                  <a:lnTo>
                    <a:pt x="3388" y="30707"/>
                  </a:lnTo>
                  <a:lnTo>
                    <a:pt x="2148" y="29414"/>
                  </a:lnTo>
                  <a:lnTo>
                    <a:pt x="1358" y="27784"/>
                  </a:lnTo>
                  <a:lnTo>
                    <a:pt x="1067" y="26291"/>
                  </a:lnTo>
                  <a:lnTo>
                    <a:pt x="981" y="25470"/>
                  </a:lnTo>
                  <a:lnTo>
                    <a:pt x="438" y="24359"/>
                  </a:lnTo>
                  <a:lnTo>
                    <a:pt x="0" y="22730"/>
                  </a:lnTo>
                  <a:lnTo>
                    <a:pt x="1" y="21749"/>
                  </a:lnTo>
                  <a:lnTo>
                    <a:pt x="109" y="21476"/>
                  </a:lnTo>
                  <a:lnTo>
                    <a:pt x="519" y="21477"/>
                  </a:lnTo>
                  <a:lnTo>
                    <a:pt x="978" y="22144"/>
                  </a:lnTo>
                  <a:lnTo>
                    <a:pt x="1627" y="23430"/>
                  </a:lnTo>
                  <a:lnTo>
                    <a:pt x="2158" y="25304"/>
                  </a:lnTo>
                  <a:lnTo>
                    <a:pt x="2484" y="24587"/>
                  </a:lnTo>
                  <a:lnTo>
                    <a:pt x="3093" y="22591"/>
                  </a:lnTo>
                  <a:lnTo>
                    <a:pt x="4176" y="20329"/>
                  </a:lnTo>
                  <a:lnTo>
                    <a:pt x="5285" y="19040"/>
                  </a:lnTo>
                  <a:lnTo>
                    <a:pt x="6281" y="18932"/>
                  </a:lnTo>
                  <a:lnTo>
                    <a:pt x="7097" y="18576"/>
                  </a:lnTo>
                  <a:lnTo>
                    <a:pt x="7775" y="17931"/>
                  </a:lnTo>
                  <a:lnTo>
                    <a:pt x="8959" y="18189"/>
                  </a:lnTo>
                  <a:lnTo>
                    <a:pt x="9815" y="18655"/>
                  </a:lnTo>
                  <a:lnTo>
                    <a:pt x="10093" y="18367"/>
                  </a:lnTo>
                  <a:lnTo>
                    <a:pt x="10441" y="17189"/>
                  </a:lnTo>
                  <a:lnTo>
                    <a:pt x="10664" y="16175"/>
                  </a:lnTo>
                  <a:lnTo>
                    <a:pt x="12559" y="15581"/>
                  </a:lnTo>
                  <a:lnTo>
                    <a:pt x="13210" y="13623"/>
                  </a:lnTo>
                  <a:lnTo>
                    <a:pt x="13577" y="13633"/>
                  </a:lnTo>
                  <a:lnTo>
                    <a:pt x="13997" y="13340"/>
                  </a:lnTo>
                  <a:lnTo>
                    <a:pt x="14399" y="12598"/>
                  </a:lnTo>
                  <a:lnTo>
                    <a:pt x="14786" y="12294"/>
                  </a:lnTo>
                  <a:lnTo>
                    <a:pt x="15091" y="12660"/>
                  </a:lnTo>
                  <a:lnTo>
                    <a:pt x="15494" y="12904"/>
                  </a:lnTo>
                  <a:lnTo>
                    <a:pt x="15913" y="12435"/>
                  </a:lnTo>
                  <a:lnTo>
                    <a:pt x="16534" y="10193"/>
                  </a:lnTo>
                  <a:lnTo>
                    <a:pt x="16882" y="9844"/>
                  </a:lnTo>
                  <a:lnTo>
                    <a:pt x="18546" y="9493"/>
                  </a:lnTo>
                  <a:lnTo>
                    <a:pt x="20815" y="8170"/>
                  </a:lnTo>
                  <a:lnTo>
                    <a:pt x="21965" y="6993"/>
                  </a:lnTo>
                  <a:lnTo>
                    <a:pt x="23093" y="6354"/>
                  </a:lnTo>
                  <a:lnTo>
                    <a:pt x="24305" y="5217"/>
                  </a:lnTo>
                  <a:lnTo>
                    <a:pt x="26230" y="4109"/>
                  </a:lnTo>
                  <a:lnTo>
                    <a:pt x="26322" y="3656"/>
                  </a:lnTo>
                  <a:lnTo>
                    <a:pt x="25428" y="2517"/>
                  </a:lnTo>
                  <a:lnTo>
                    <a:pt x="25128" y="1799"/>
                  </a:lnTo>
                  <a:lnTo>
                    <a:pt x="24927" y="1061"/>
                  </a:lnTo>
                  <a:lnTo>
                    <a:pt x="25242" y="245"/>
                  </a:lnTo>
                  <a:lnTo>
                    <a:pt x="25662" y="0"/>
                  </a:lnTo>
                  <a:lnTo>
                    <a:pt x="26210" y="340"/>
                  </a:lnTo>
                  <a:lnTo>
                    <a:pt x="27821" y="825"/>
                  </a:lnTo>
                  <a:lnTo>
                    <a:pt x="28263" y="1295"/>
                  </a:lnTo>
                  <a:lnTo>
                    <a:pt x="28424" y="2448"/>
                  </a:lnTo>
                  <a:lnTo>
                    <a:pt x="28833" y="3521"/>
                  </a:lnTo>
                  <a:lnTo>
                    <a:pt x="29162" y="3635"/>
                  </a:lnTo>
                  <a:lnTo>
                    <a:pt x="29044" y="5384"/>
                  </a:lnTo>
                  <a:lnTo>
                    <a:pt x="29557" y="6062"/>
                  </a:lnTo>
                  <a:lnTo>
                    <a:pt x="30307" y="6592"/>
                  </a:lnTo>
                  <a:lnTo>
                    <a:pt x="30804" y="6485"/>
                  </a:lnTo>
                  <a:lnTo>
                    <a:pt x="31160" y="57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3357952" y="2034662"/>
              <a:ext cx="4525" cy="7805"/>
            </a:xfrm>
            <a:custGeom>
              <a:avLst/>
              <a:pathLst>
                <a:path w="4525" h="7805">
                  <a:moveTo>
                    <a:pt x="4525" y="7579"/>
                  </a:moveTo>
                  <a:lnTo>
                    <a:pt x="4048" y="7472"/>
                  </a:lnTo>
                  <a:lnTo>
                    <a:pt x="2623" y="7805"/>
                  </a:lnTo>
                  <a:lnTo>
                    <a:pt x="1212" y="7333"/>
                  </a:lnTo>
                  <a:lnTo>
                    <a:pt x="940" y="5563"/>
                  </a:lnTo>
                  <a:lnTo>
                    <a:pt x="1165" y="3859"/>
                  </a:lnTo>
                  <a:lnTo>
                    <a:pt x="599" y="2687"/>
                  </a:lnTo>
                  <a:lnTo>
                    <a:pt x="77" y="1999"/>
                  </a:lnTo>
                  <a:lnTo>
                    <a:pt x="0" y="1017"/>
                  </a:lnTo>
                  <a:lnTo>
                    <a:pt x="84" y="0"/>
                  </a:lnTo>
                  <a:lnTo>
                    <a:pt x="2514" y="2738"/>
                  </a:lnTo>
                  <a:lnTo>
                    <a:pt x="4499" y="5227"/>
                  </a:lnTo>
                  <a:lnTo>
                    <a:pt x="4348" y="61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3325629" y="2022660"/>
              <a:ext cx="3119" cy="3468"/>
            </a:xfrm>
            <a:custGeom>
              <a:avLst/>
              <a:pathLst>
                <a:path w="3119" h="3468">
                  <a:moveTo>
                    <a:pt x="3119" y="3410"/>
                  </a:moveTo>
                  <a:lnTo>
                    <a:pt x="1353" y="3468"/>
                  </a:lnTo>
                  <a:lnTo>
                    <a:pt x="678" y="2286"/>
                  </a:lnTo>
                  <a:lnTo>
                    <a:pt x="0" y="1986"/>
                  </a:lnTo>
                  <a:lnTo>
                    <a:pt x="365" y="529"/>
                  </a:lnTo>
                  <a:lnTo>
                    <a:pt x="842" y="0"/>
                  </a:lnTo>
                  <a:lnTo>
                    <a:pt x="2553" y="949"/>
                  </a:lnTo>
                  <a:lnTo>
                    <a:pt x="3090" y="28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3350310" y="2017757"/>
              <a:ext cx="6649" cy="13399"/>
            </a:xfrm>
            <a:custGeom>
              <a:avLst/>
              <a:pathLst>
                <a:path w="6649" h="13399">
                  <a:moveTo>
                    <a:pt x="6362" y="9355"/>
                  </a:moveTo>
                  <a:lnTo>
                    <a:pt x="6649" y="11343"/>
                  </a:lnTo>
                  <a:lnTo>
                    <a:pt x="6340" y="12356"/>
                  </a:lnTo>
                  <a:lnTo>
                    <a:pt x="5047" y="10671"/>
                  </a:lnTo>
                  <a:lnTo>
                    <a:pt x="3747" y="10694"/>
                  </a:lnTo>
                  <a:lnTo>
                    <a:pt x="2971" y="13289"/>
                  </a:lnTo>
                  <a:lnTo>
                    <a:pt x="2393" y="13399"/>
                  </a:lnTo>
                  <a:lnTo>
                    <a:pt x="387" y="11042"/>
                  </a:lnTo>
                  <a:lnTo>
                    <a:pt x="66" y="9892"/>
                  </a:lnTo>
                  <a:lnTo>
                    <a:pt x="0" y="8935"/>
                  </a:lnTo>
                  <a:lnTo>
                    <a:pt x="286" y="5624"/>
                  </a:lnTo>
                  <a:lnTo>
                    <a:pt x="233" y="4582"/>
                  </a:lnTo>
                  <a:lnTo>
                    <a:pt x="864" y="3444"/>
                  </a:lnTo>
                  <a:lnTo>
                    <a:pt x="962" y="1799"/>
                  </a:lnTo>
                  <a:lnTo>
                    <a:pt x="2076" y="65"/>
                  </a:lnTo>
                  <a:lnTo>
                    <a:pt x="3065" y="0"/>
                  </a:lnTo>
                  <a:lnTo>
                    <a:pt x="3380" y="1468"/>
                  </a:lnTo>
                  <a:lnTo>
                    <a:pt x="3853" y="2480"/>
                  </a:lnTo>
                  <a:lnTo>
                    <a:pt x="5520" y="3614"/>
                  </a:lnTo>
                  <a:lnTo>
                    <a:pt x="5768" y="4129"/>
                  </a:lnTo>
                  <a:lnTo>
                    <a:pt x="5919" y="4842"/>
                  </a:lnTo>
                  <a:lnTo>
                    <a:pt x="5143" y="6238"/>
                  </a:lnTo>
                  <a:lnTo>
                    <a:pt x="4880" y="6954"/>
                  </a:lnTo>
                  <a:lnTo>
                    <a:pt x="5126" y="81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3295578" y="2015955"/>
              <a:ext cx="2157" cy="2131"/>
            </a:xfrm>
            <a:custGeom>
              <a:avLst/>
              <a:pathLst>
                <a:path w="2157" h="2131">
                  <a:moveTo>
                    <a:pt x="2157" y="1406"/>
                  </a:moveTo>
                  <a:lnTo>
                    <a:pt x="1709" y="2131"/>
                  </a:lnTo>
                  <a:lnTo>
                    <a:pt x="614" y="2045"/>
                  </a:lnTo>
                  <a:lnTo>
                    <a:pt x="0" y="1364"/>
                  </a:lnTo>
                  <a:lnTo>
                    <a:pt x="198" y="639"/>
                  </a:lnTo>
                  <a:lnTo>
                    <a:pt x="779" y="85"/>
                  </a:lnTo>
                  <a:lnTo>
                    <a:pt x="1260" y="0"/>
                  </a:lnTo>
                  <a:lnTo>
                    <a:pt x="1991" y="3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3266314" y="2011729"/>
              <a:ext cx="105403" cy="225297"/>
            </a:xfrm>
            <a:custGeom>
              <a:avLst/>
              <a:pathLst>
                <a:path w="105403" h="225297">
                  <a:moveTo>
                    <a:pt x="44676" y="2298"/>
                  </a:moveTo>
                  <a:lnTo>
                    <a:pt x="44747" y="2840"/>
                  </a:lnTo>
                  <a:lnTo>
                    <a:pt x="46432" y="3625"/>
                  </a:lnTo>
                  <a:lnTo>
                    <a:pt x="47140" y="4876"/>
                  </a:lnTo>
                  <a:lnTo>
                    <a:pt x="47927" y="6778"/>
                  </a:lnTo>
                  <a:lnTo>
                    <a:pt x="48003" y="9515"/>
                  </a:lnTo>
                  <a:lnTo>
                    <a:pt x="46996" y="11484"/>
                  </a:lnTo>
                  <a:lnTo>
                    <a:pt x="46160" y="12731"/>
                  </a:lnTo>
                  <a:lnTo>
                    <a:pt x="49322" y="12259"/>
                  </a:lnTo>
                  <a:lnTo>
                    <a:pt x="49637" y="13389"/>
                  </a:lnTo>
                  <a:lnTo>
                    <a:pt x="50116" y="14608"/>
                  </a:lnTo>
                  <a:lnTo>
                    <a:pt x="51819" y="13740"/>
                  </a:lnTo>
                  <a:lnTo>
                    <a:pt x="56090" y="17347"/>
                  </a:lnTo>
                  <a:lnTo>
                    <a:pt x="58673" y="15591"/>
                  </a:lnTo>
                  <a:lnTo>
                    <a:pt x="59333" y="15488"/>
                  </a:lnTo>
                  <a:lnTo>
                    <a:pt x="59920" y="18403"/>
                  </a:lnTo>
                  <a:lnTo>
                    <a:pt x="59278" y="21339"/>
                  </a:lnTo>
                  <a:lnTo>
                    <a:pt x="57001" y="24471"/>
                  </a:lnTo>
                  <a:lnTo>
                    <a:pt x="57506" y="26402"/>
                  </a:lnTo>
                  <a:lnTo>
                    <a:pt x="58233" y="26830"/>
                  </a:lnTo>
                  <a:lnTo>
                    <a:pt x="60380" y="26420"/>
                  </a:lnTo>
                  <a:lnTo>
                    <a:pt x="63778" y="28328"/>
                  </a:lnTo>
                  <a:lnTo>
                    <a:pt x="64486" y="27733"/>
                  </a:lnTo>
                  <a:lnTo>
                    <a:pt x="67242" y="23337"/>
                  </a:lnTo>
                  <a:lnTo>
                    <a:pt x="68343" y="22394"/>
                  </a:lnTo>
                  <a:lnTo>
                    <a:pt x="71969" y="21718"/>
                  </a:lnTo>
                  <a:lnTo>
                    <a:pt x="72628" y="20017"/>
                  </a:lnTo>
                  <a:lnTo>
                    <a:pt x="74097" y="18306"/>
                  </a:lnTo>
                  <a:lnTo>
                    <a:pt x="75044" y="16438"/>
                  </a:lnTo>
                  <a:lnTo>
                    <a:pt x="77309" y="12881"/>
                  </a:lnTo>
                  <a:lnTo>
                    <a:pt x="79654" y="13522"/>
                  </a:lnTo>
                  <a:lnTo>
                    <a:pt x="81022" y="14203"/>
                  </a:lnTo>
                  <a:lnTo>
                    <a:pt x="82525" y="14546"/>
                  </a:lnTo>
                  <a:lnTo>
                    <a:pt x="83893" y="18338"/>
                  </a:lnTo>
                  <a:lnTo>
                    <a:pt x="87352" y="22529"/>
                  </a:lnTo>
                  <a:lnTo>
                    <a:pt x="90530" y="22164"/>
                  </a:lnTo>
                  <a:lnTo>
                    <a:pt x="91658" y="26129"/>
                  </a:lnTo>
                  <a:lnTo>
                    <a:pt x="92156" y="31025"/>
                  </a:lnTo>
                  <a:lnTo>
                    <a:pt x="93133" y="32561"/>
                  </a:lnTo>
                  <a:lnTo>
                    <a:pt x="93991" y="33564"/>
                  </a:lnTo>
                  <a:lnTo>
                    <a:pt x="96683" y="34681"/>
                  </a:lnTo>
                  <a:lnTo>
                    <a:pt x="96766" y="35346"/>
                  </a:lnTo>
                  <a:lnTo>
                    <a:pt x="96925" y="37780"/>
                  </a:lnTo>
                  <a:lnTo>
                    <a:pt x="97141" y="39798"/>
                  </a:lnTo>
                  <a:lnTo>
                    <a:pt x="98474" y="47864"/>
                  </a:lnTo>
                  <a:lnTo>
                    <a:pt x="98449" y="49836"/>
                  </a:lnTo>
                  <a:lnTo>
                    <a:pt x="98433" y="50360"/>
                  </a:lnTo>
                  <a:lnTo>
                    <a:pt x="97945" y="53121"/>
                  </a:lnTo>
                  <a:lnTo>
                    <a:pt x="97077" y="55450"/>
                  </a:lnTo>
                  <a:lnTo>
                    <a:pt x="95932" y="56763"/>
                  </a:lnTo>
                  <a:lnTo>
                    <a:pt x="95302" y="58225"/>
                  </a:lnTo>
                  <a:lnTo>
                    <a:pt x="95184" y="59839"/>
                  </a:lnTo>
                  <a:lnTo>
                    <a:pt x="96623" y="62667"/>
                  </a:lnTo>
                  <a:lnTo>
                    <a:pt x="99620" y="66713"/>
                  </a:lnTo>
                  <a:lnTo>
                    <a:pt x="100832" y="70173"/>
                  </a:lnTo>
                  <a:lnTo>
                    <a:pt x="100260" y="73051"/>
                  </a:lnTo>
                  <a:lnTo>
                    <a:pt x="100086" y="75162"/>
                  </a:lnTo>
                  <a:lnTo>
                    <a:pt x="100308" y="76507"/>
                  </a:lnTo>
                  <a:lnTo>
                    <a:pt x="100788" y="77586"/>
                  </a:lnTo>
                  <a:lnTo>
                    <a:pt x="101528" y="78403"/>
                  </a:lnTo>
                  <a:lnTo>
                    <a:pt x="101821" y="79659"/>
                  </a:lnTo>
                  <a:lnTo>
                    <a:pt x="101672" y="81356"/>
                  </a:lnTo>
                  <a:lnTo>
                    <a:pt x="101812" y="82533"/>
                  </a:lnTo>
                  <a:lnTo>
                    <a:pt x="102364" y="83372"/>
                  </a:lnTo>
                  <a:lnTo>
                    <a:pt x="102313" y="83698"/>
                  </a:lnTo>
                  <a:lnTo>
                    <a:pt x="102045" y="84878"/>
                  </a:lnTo>
                  <a:lnTo>
                    <a:pt x="101678" y="87031"/>
                  </a:lnTo>
                  <a:lnTo>
                    <a:pt x="101470" y="88602"/>
                  </a:lnTo>
                  <a:lnTo>
                    <a:pt x="100628" y="90743"/>
                  </a:lnTo>
                  <a:lnTo>
                    <a:pt x="100884" y="92562"/>
                  </a:lnTo>
                  <a:lnTo>
                    <a:pt x="101545" y="94708"/>
                  </a:lnTo>
                  <a:lnTo>
                    <a:pt x="102046" y="95786"/>
                  </a:lnTo>
                  <a:lnTo>
                    <a:pt x="102204" y="96807"/>
                  </a:lnTo>
                  <a:lnTo>
                    <a:pt x="101885" y="99237"/>
                  </a:lnTo>
                  <a:lnTo>
                    <a:pt x="102044" y="99859"/>
                  </a:lnTo>
                  <a:lnTo>
                    <a:pt x="104129" y="101648"/>
                  </a:lnTo>
                  <a:lnTo>
                    <a:pt x="104470" y="102475"/>
                  </a:lnTo>
                  <a:lnTo>
                    <a:pt x="104672" y="104195"/>
                  </a:lnTo>
                  <a:lnTo>
                    <a:pt x="105403" y="107871"/>
                  </a:lnTo>
                  <a:lnTo>
                    <a:pt x="104796" y="112528"/>
                  </a:lnTo>
                  <a:lnTo>
                    <a:pt x="104262" y="115081"/>
                  </a:lnTo>
                  <a:lnTo>
                    <a:pt x="103074" y="119132"/>
                  </a:lnTo>
                  <a:lnTo>
                    <a:pt x="103018" y="119506"/>
                  </a:lnTo>
                  <a:lnTo>
                    <a:pt x="102881" y="119998"/>
                  </a:lnTo>
                  <a:lnTo>
                    <a:pt x="102525" y="120708"/>
                  </a:lnTo>
                  <a:lnTo>
                    <a:pt x="102028" y="120814"/>
                  </a:lnTo>
                  <a:lnTo>
                    <a:pt x="101278" y="120285"/>
                  </a:lnTo>
                  <a:lnTo>
                    <a:pt x="100765" y="119607"/>
                  </a:lnTo>
                  <a:lnTo>
                    <a:pt x="100883" y="117858"/>
                  </a:lnTo>
                  <a:lnTo>
                    <a:pt x="100553" y="117744"/>
                  </a:lnTo>
                  <a:lnTo>
                    <a:pt x="100144" y="116671"/>
                  </a:lnTo>
                  <a:lnTo>
                    <a:pt x="99984" y="115518"/>
                  </a:lnTo>
                  <a:lnTo>
                    <a:pt x="99542" y="115047"/>
                  </a:lnTo>
                  <a:lnTo>
                    <a:pt x="97930" y="114563"/>
                  </a:lnTo>
                  <a:lnTo>
                    <a:pt x="97383" y="114222"/>
                  </a:lnTo>
                  <a:lnTo>
                    <a:pt x="96963" y="114467"/>
                  </a:lnTo>
                  <a:lnTo>
                    <a:pt x="96648" y="115284"/>
                  </a:lnTo>
                  <a:lnTo>
                    <a:pt x="96849" y="116021"/>
                  </a:lnTo>
                  <a:lnTo>
                    <a:pt x="97149" y="116740"/>
                  </a:lnTo>
                  <a:lnTo>
                    <a:pt x="98043" y="117878"/>
                  </a:lnTo>
                  <a:lnTo>
                    <a:pt x="97951" y="118331"/>
                  </a:lnTo>
                  <a:lnTo>
                    <a:pt x="96026" y="119439"/>
                  </a:lnTo>
                  <a:lnTo>
                    <a:pt x="94814" y="120576"/>
                  </a:lnTo>
                  <a:lnTo>
                    <a:pt x="93686" y="121215"/>
                  </a:lnTo>
                  <a:lnTo>
                    <a:pt x="92536" y="122393"/>
                  </a:lnTo>
                  <a:lnTo>
                    <a:pt x="90267" y="123716"/>
                  </a:lnTo>
                  <a:lnTo>
                    <a:pt x="88603" y="124067"/>
                  </a:lnTo>
                  <a:lnTo>
                    <a:pt x="88255" y="124416"/>
                  </a:lnTo>
                  <a:lnTo>
                    <a:pt x="87634" y="126658"/>
                  </a:lnTo>
                  <a:lnTo>
                    <a:pt x="87215" y="127127"/>
                  </a:lnTo>
                  <a:lnTo>
                    <a:pt x="86812" y="126883"/>
                  </a:lnTo>
                  <a:lnTo>
                    <a:pt x="86507" y="126516"/>
                  </a:lnTo>
                  <a:lnTo>
                    <a:pt x="86120" y="126821"/>
                  </a:lnTo>
                  <a:lnTo>
                    <a:pt x="85718" y="127563"/>
                  </a:lnTo>
                  <a:lnTo>
                    <a:pt x="85297" y="127855"/>
                  </a:lnTo>
                  <a:lnTo>
                    <a:pt x="84931" y="127845"/>
                  </a:lnTo>
                  <a:lnTo>
                    <a:pt x="84280" y="129803"/>
                  </a:lnTo>
                  <a:lnTo>
                    <a:pt x="82384" y="130398"/>
                  </a:lnTo>
                  <a:lnTo>
                    <a:pt x="82162" y="131412"/>
                  </a:lnTo>
                  <a:lnTo>
                    <a:pt x="81814" y="132589"/>
                  </a:lnTo>
                  <a:lnTo>
                    <a:pt x="81536" y="132878"/>
                  </a:lnTo>
                  <a:lnTo>
                    <a:pt x="80680" y="132412"/>
                  </a:lnTo>
                  <a:lnTo>
                    <a:pt x="79496" y="132154"/>
                  </a:lnTo>
                  <a:lnTo>
                    <a:pt x="78817" y="132799"/>
                  </a:lnTo>
                  <a:lnTo>
                    <a:pt x="78001" y="133155"/>
                  </a:lnTo>
                  <a:lnTo>
                    <a:pt x="77006" y="133263"/>
                  </a:lnTo>
                  <a:lnTo>
                    <a:pt x="75897" y="134552"/>
                  </a:lnTo>
                  <a:lnTo>
                    <a:pt x="74814" y="136814"/>
                  </a:lnTo>
                  <a:lnTo>
                    <a:pt x="74205" y="138809"/>
                  </a:lnTo>
                  <a:lnTo>
                    <a:pt x="73879" y="139526"/>
                  </a:lnTo>
                  <a:lnTo>
                    <a:pt x="73348" y="137652"/>
                  </a:lnTo>
                  <a:lnTo>
                    <a:pt x="72699" y="136367"/>
                  </a:lnTo>
                  <a:lnTo>
                    <a:pt x="72240" y="135700"/>
                  </a:lnTo>
                  <a:lnTo>
                    <a:pt x="71829" y="135699"/>
                  </a:lnTo>
                  <a:lnTo>
                    <a:pt x="71721" y="135971"/>
                  </a:lnTo>
                  <a:lnTo>
                    <a:pt x="71720" y="136952"/>
                  </a:lnTo>
                  <a:lnTo>
                    <a:pt x="72159" y="138581"/>
                  </a:lnTo>
                  <a:lnTo>
                    <a:pt x="72701" y="139692"/>
                  </a:lnTo>
                  <a:lnTo>
                    <a:pt x="72788" y="140513"/>
                  </a:lnTo>
                  <a:lnTo>
                    <a:pt x="73079" y="142007"/>
                  </a:lnTo>
                  <a:lnTo>
                    <a:pt x="73869" y="143637"/>
                  </a:lnTo>
                  <a:lnTo>
                    <a:pt x="75109" y="144930"/>
                  </a:lnTo>
                  <a:lnTo>
                    <a:pt x="75954" y="146202"/>
                  </a:lnTo>
                  <a:lnTo>
                    <a:pt x="76580" y="147967"/>
                  </a:lnTo>
                  <a:lnTo>
                    <a:pt x="76585" y="148509"/>
                  </a:lnTo>
                  <a:lnTo>
                    <a:pt x="76413" y="149229"/>
                  </a:lnTo>
                  <a:lnTo>
                    <a:pt x="76118" y="149909"/>
                  </a:lnTo>
                  <a:lnTo>
                    <a:pt x="75868" y="150793"/>
                  </a:lnTo>
                  <a:lnTo>
                    <a:pt x="75182" y="152581"/>
                  </a:lnTo>
                  <a:lnTo>
                    <a:pt x="75385" y="153363"/>
                  </a:lnTo>
                  <a:lnTo>
                    <a:pt x="75947" y="154350"/>
                  </a:lnTo>
                  <a:lnTo>
                    <a:pt x="76445" y="155535"/>
                  </a:lnTo>
                  <a:lnTo>
                    <a:pt x="77083" y="157451"/>
                  </a:lnTo>
                  <a:lnTo>
                    <a:pt x="77961" y="160808"/>
                  </a:lnTo>
                  <a:lnTo>
                    <a:pt x="78526" y="162189"/>
                  </a:lnTo>
                  <a:lnTo>
                    <a:pt x="79294" y="163616"/>
                  </a:lnTo>
                  <a:lnTo>
                    <a:pt x="80048" y="164705"/>
                  </a:lnTo>
                  <a:lnTo>
                    <a:pt x="81237" y="164672"/>
                  </a:lnTo>
                  <a:lnTo>
                    <a:pt x="82469" y="166751"/>
                  </a:lnTo>
                  <a:lnTo>
                    <a:pt x="83813" y="169758"/>
                  </a:lnTo>
                  <a:lnTo>
                    <a:pt x="84818" y="171137"/>
                  </a:lnTo>
                  <a:lnTo>
                    <a:pt x="85519" y="171557"/>
                  </a:lnTo>
                  <a:lnTo>
                    <a:pt x="86098" y="172641"/>
                  </a:lnTo>
                  <a:lnTo>
                    <a:pt x="86611" y="174197"/>
                  </a:lnTo>
                  <a:lnTo>
                    <a:pt x="86812" y="175099"/>
                  </a:lnTo>
                  <a:lnTo>
                    <a:pt x="87267" y="175750"/>
                  </a:lnTo>
                  <a:lnTo>
                    <a:pt x="88498" y="175629"/>
                  </a:lnTo>
                  <a:lnTo>
                    <a:pt x="90078" y="178080"/>
                  </a:lnTo>
                  <a:lnTo>
                    <a:pt x="91056" y="179875"/>
                  </a:lnTo>
                  <a:lnTo>
                    <a:pt x="91572" y="181324"/>
                  </a:lnTo>
                  <a:lnTo>
                    <a:pt x="91436" y="181898"/>
                  </a:lnTo>
                  <a:lnTo>
                    <a:pt x="91373" y="183703"/>
                  </a:lnTo>
                  <a:lnTo>
                    <a:pt x="91389" y="185616"/>
                  </a:lnTo>
                  <a:lnTo>
                    <a:pt x="91233" y="186627"/>
                  </a:lnTo>
                  <a:lnTo>
                    <a:pt x="90527" y="187959"/>
                  </a:lnTo>
                  <a:lnTo>
                    <a:pt x="90161" y="188243"/>
                  </a:lnTo>
                  <a:lnTo>
                    <a:pt x="89966" y="188530"/>
                  </a:lnTo>
                  <a:lnTo>
                    <a:pt x="87796" y="186793"/>
                  </a:lnTo>
                  <a:lnTo>
                    <a:pt x="87624" y="187089"/>
                  </a:lnTo>
                  <a:lnTo>
                    <a:pt x="87488" y="187304"/>
                  </a:lnTo>
                  <a:lnTo>
                    <a:pt x="86907" y="192340"/>
                  </a:lnTo>
                  <a:lnTo>
                    <a:pt x="86507" y="193308"/>
                  </a:lnTo>
                  <a:lnTo>
                    <a:pt x="85911" y="194198"/>
                  </a:lnTo>
                  <a:lnTo>
                    <a:pt x="84673" y="195065"/>
                  </a:lnTo>
                  <a:lnTo>
                    <a:pt x="83812" y="195418"/>
                  </a:lnTo>
                  <a:lnTo>
                    <a:pt x="83141" y="195857"/>
                  </a:lnTo>
                  <a:lnTo>
                    <a:pt x="81016" y="197967"/>
                  </a:lnTo>
                  <a:lnTo>
                    <a:pt x="80058" y="199233"/>
                  </a:lnTo>
                  <a:lnTo>
                    <a:pt x="79438" y="200825"/>
                  </a:lnTo>
                  <a:lnTo>
                    <a:pt x="79434" y="201741"/>
                  </a:lnTo>
                  <a:lnTo>
                    <a:pt x="80468" y="204435"/>
                  </a:lnTo>
                  <a:lnTo>
                    <a:pt x="81661" y="207218"/>
                  </a:lnTo>
                  <a:lnTo>
                    <a:pt x="81669" y="209666"/>
                  </a:lnTo>
                  <a:lnTo>
                    <a:pt x="81140" y="211497"/>
                  </a:lnTo>
                  <a:lnTo>
                    <a:pt x="81018" y="212204"/>
                  </a:lnTo>
                  <a:lnTo>
                    <a:pt x="81368" y="212471"/>
                  </a:lnTo>
                  <a:lnTo>
                    <a:pt x="82029" y="212572"/>
                  </a:lnTo>
                  <a:lnTo>
                    <a:pt x="82582" y="212888"/>
                  </a:lnTo>
                  <a:lnTo>
                    <a:pt x="82818" y="214177"/>
                  </a:lnTo>
                  <a:lnTo>
                    <a:pt x="82747" y="216422"/>
                  </a:lnTo>
                  <a:lnTo>
                    <a:pt x="82559" y="218524"/>
                  </a:lnTo>
                  <a:lnTo>
                    <a:pt x="82361" y="219408"/>
                  </a:lnTo>
                  <a:lnTo>
                    <a:pt x="81828" y="219479"/>
                  </a:lnTo>
                  <a:lnTo>
                    <a:pt x="80802" y="218570"/>
                  </a:lnTo>
                  <a:lnTo>
                    <a:pt x="80002" y="217514"/>
                  </a:lnTo>
                  <a:lnTo>
                    <a:pt x="79696" y="216865"/>
                  </a:lnTo>
                  <a:lnTo>
                    <a:pt x="79677" y="216089"/>
                  </a:lnTo>
                  <a:lnTo>
                    <a:pt x="79850" y="215598"/>
                  </a:lnTo>
                  <a:lnTo>
                    <a:pt x="79565" y="214641"/>
                  </a:lnTo>
                  <a:lnTo>
                    <a:pt x="78580" y="213757"/>
                  </a:lnTo>
                  <a:lnTo>
                    <a:pt x="77526" y="214142"/>
                  </a:lnTo>
                  <a:lnTo>
                    <a:pt x="76747" y="214738"/>
                  </a:lnTo>
                  <a:lnTo>
                    <a:pt x="76245" y="214703"/>
                  </a:lnTo>
                  <a:lnTo>
                    <a:pt x="75702" y="213852"/>
                  </a:lnTo>
                  <a:lnTo>
                    <a:pt x="74867" y="213200"/>
                  </a:lnTo>
                  <a:lnTo>
                    <a:pt x="73776" y="212770"/>
                  </a:lnTo>
                  <a:lnTo>
                    <a:pt x="73096" y="212311"/>
                  </a:lnTo>
                  <a:lnTo>
                    <a:pt x="72953" y="212582"/>
                  </a:lnTo>
                  <a:lnTo>
                    <a:pt x="73033" y="214425"/>
                  </a:lnTo>
                  <a:lnTo>
                    <a:pt x="72824" y="215228"/>
                  </a:lnTo>
                  <a:lnTo>
                    <a:pt x="67428" y="216293"/>
                  </a:lnTo>
                  <a:lnTo>
                    <a:pt x="65784" y="217290"/>
                  </a:lnTo>
                  <a:lnTo>
                    <a:pt x="64587" y="218580"/>
                  </a:lnTo>
                  <a:lnTo>
                    <a:pt x="63702" y="219140"/>
                  </a:lnTo>
                  <a:lnTo>
                    <a:pt x="63485" y="219935"/>
                  </a:lnTo>
                  <a:lnTo>
                    <a:pt x="62608" y="220980"/>
                  </a:lnTo>
                  <a:lnTo>
                    <a:pt x="61618" y="221313"/>
                  </a:lnTo>
                  <a:lnTo>
                    <a:pt x="61380" y="220971"/>
                  </a:lnTo>
                  <a:lnTo>
                    <a:pt x="60745" y="221453"/>
                  </a:lnTo>
                  <a:lnTo>
                    <a:pt x="59663" y="221919"/>
                  </a:lnTo>
                  <a:lnTo>
                    <a:pt x="58959" y="221770"/>
                  </a:lnTo>
                  <a:lnTo>
                    <a:pt x="58629" y="220926"/>
                  </a:lnTo>
                  <a:lnTo>
                    <a:pt x="57959" y="219633"/>
                  </a:lnTo>
                  <a:lnTo>
                    <a:pt x="57690" y="218737"/>
                  </a:lnTo>
                  <a:lnTo>
                    <a:pt x="57718" y="218163"/>
                  </a:lnTo>
                  <a:lnTo>
                    <a:pt x="56206" y="218048"/>
                  </a:lnTo>
                  <a:lnTo>
                    <a:pt x="55252" y="217365"/>
                  </a:lnTo>
                  <a:lnTo>
                    <a:pt x="53228" y="217525"/>
                  </a:lnTo>
                  <a:lnTo>
                    <a:pt x="52729" y="217237"/>
                  </a:lnTo>
                  <a:lnTo>
                    <a:pt x="52624" y="217547"/>
                  </a:lnTo>
                  <a:lnTo>
                    <a:pt x="52320" y="221213"/>
                  </a:lnTo>
                  <a:lnTo>
                    <a:pt x="51920" y="222718"/>
                  </a:lnTo>
                  <a:lnTo>
                    <a:pt x="51271" y="224274"/>
                  </a:lnTo>
                  <a:lnTo>
                    <a:pt x="50441" y="225139"/>
                  </a:lnTo>
                  <a:lnTo>
                    <a:pt x="49777" y="225297"/>
                  </a:lnTo>
                  <a:lnTo>
                    <a:pt x="49809" y="224162"/>
                  </a:lnTo>
                  <a:lnTo>
                    <a:pt x="49976" y="222796"/>
                  </a:lnTo>
                  <a:lnTo>
                    <a:pt x="49499" y="222476"/>
                  </a:lnTo>
                  <a:lnTo>
                    <a:pt x="48782" y="222318"/>
                  </a:lnTo>
                  <a:lnTo>
                    <a:pt x="48435" y="221912"/>
                  </a:lnTo>
                  <a:lnTo>
                    <a:pt x="48526" y="220873"/>
                  </a:lnTo>
                  <a:lnTo>
                    <a:pt x="48360" y="220265"/>
                  </a:lnTo>
                  <a:lnTo>
                    <a:pt x="48064" y="219541"/>
                  </a:lnTo>
                  <a:lnTo>
                    <a:pt x="47344" y="218603"/>
                  </a:lnTo>
                  <a:lnTo>
                    <a:pt x="45820" y="217215"/>
                  </a:lnTo>
                  <a:lnTo>
                    <a:pt x="44782" y="216529"/>
                  </a:lnTo>
                  <a:lnTo>
                    <a:pt x="44393" y="217260"/>
                  </a:lnTo>
                  <a:lnTo>
                    <a:pt x="43650" y="217996"/>
                  </a:lnTo>
                  <a:lnTo>
                    <a:pt x="42480" y="217755"/>
                  </a:lnTo>
                  <a:lnTo>
                    <a:pt x="42194" y="218045"/>
                  </a:lnTo>
                  <a:lnTo>
                    <a:pt x="40191" y="215837"/>
                  </a:lnTo>
                  <a:lnTo>
                    <a:pt x="38267" y="213716"/>
                  </a:lnTo>
                  <a:lnTo>
                    <a:pt x="37631" y="213716"/>
                  </a:lnTo>
                  <a:lnTo>
                    <a:pt x="34796" y="214139"/>
                  </a:lnTo>
                  <a:lnTo>
                    <a:pt x="34714" y="213953"/>
                  </a:lnTo>
                  <a:lnTo>
                    <a:pt x="34220" y="212744"/>
                  </a:lnTo>
                  <a:lnTo>
                    <a:pt x="33782" y="212362"/>
                  </a:lnTo>
                  <a:lnTo>
                    <a:pt x="33518" y="212558"/>
                  </a:lnTo>
                  <a:lnTo>
                    <a:pt x="33341" y="212909"/>
                  </a:lnTo>
                  <a:lnTo>
                    <a:pt x="33037" y="212849"/>
                  </a:lnTo>
                  <a:lnTo>
                    <a:pt x="31766" y="210897"/>
                  </a:lnTo>
                  <a:lnTo>
                    <a:pt x="31245" y="210616"/>
                  </a:lnTo>
                  <a:lnTo>
                    <a:pt x="30523" y="210874"/>
                  </a:lnTo>
                  <a:lnTo>
                    <a:pt x="29670" y="211924"/>
                  </a:lnTo>
                  <a:lnTo>
                    <a:pt x="29298" y="213211"/>
                  </a:lnTo>
                  <a:lnTo>
                    <a:pt x="29411" y="213953"/>
                  </a:lnTo>
                  <a:lnTo>
                    <a:pt x="29854" y="214275"/>
                  </a:lnTo>
                  <a:lnTo>
                    <a:pt x="31012" y="214058"/>
                  </a:lnTo>
                  <a:lnTo>
                    <a:pt x="31181" y="214272"/>
                  </a:lnTo>
                  <a:lnTo>
                    <a:pt x="31221" y="214689"/>
                  </a:lnTo>
                  <a:lnTo>
                    <a:pt x="31094" y="215096"/>
                  </a:lnTo>
                  <a:lnTo>
                    <a:pt x="30152" y="215431"/>
                  </a:lnTo>
                  <a:lnTo>
                    <a:pt x="29880" y="215918"/>
                  </a:lnTo>
                  <a:lnTo>
                    <a:pt x="29605" y="216038"/>
                  </a:lnTo>
                  <a:lnTo>
                    <a:pt x="29428" y="216113"/>
                  </a:lnTo>
                  <a:lnTo>
                    <a:pt x="28428" y="215601"/>
                  </a:lnTo>
                  <a:lnTo>
                    <a:pt x="26937" y="215601"/>
                  </a:lnTo>
                  <a:lnTo>
                    <a:pt x="25734" y="216510"/>
                  </a:lnTo>
                  <a:lnTo>
                    <a:pt x="23816" y="216873"/>
                  </a:lnTo>
                  <a:lnTo>
                    <a:pt x="21180" y="216696"/>
                  </a:lnTo>
                  <a:lnTo>
                    <a:pt x="20232" y="216021"/>
                  </a:lnTo>
                  <a:lnTo>
                    <a:pt x="19654" y="215612"/>
                  </a:lnTo>
                  <a:lnTo>
                    <a:pt x="19240" y="213623"/>
                  </a:lnTo>
                  <a:lnTo>
                    <a:pt x="19345" y="210675"/>
                  </a:lnTo>
                  <a:lnTo>
                    <a:pt x="19975" y="206774"/>
                  </a:lnTo>
                  <a:lnTo>
                    <a:pt x="20150" y="203910"/>
                  </a:lnTo>
                  <a:lnTo>
                    <a:pt x="19870" y="202086"/>
                  </a:lnTo>
                  <a:lnTo>
                    <a:pt x="20243" y="199353"/>
                  </a:lnTo>
                  <a:lnTo>
                    <a:pt x="21268" y="195711"/>
                  </a:lnTo>
                  <a:lnTo>
                    <a:pt x="21952" y="191871"/>
                  </a:lnTo>
                  <a:lnTo>
                    <a:pt x="22294" y="187828"/>
                  </a:lnTo>
                  <a:lnTo>
                    <a:pt x="22791" y="185192"/>
                  </a:lnTo>
                  <a:lnTo>
                    <a:pt x="23766" y="183345"/>
                  </a:lnTo>
                  <a:lnTo>
                    <a:pt x="26083" y="178181"/>
                  </a:lnTo>
                  <a:lnTo>
                    <a:pt x="26270" y="177793"/>
                  </a:lnTo>
                  <a:lnTo>
                    <a:pt x="26207" y="175218"/>
                  </a:lnTo>
                  <a:lnTo>
                    <a:pt x="25584" y="174854"/>
                  </a:lnTo>
                  <a:lnTo>
                    <a:pt x="24670" y="174114"/>
                  </a:lnTo>
                  <a:lnTo>
                    <a:pt x="22345" y="173199"/>
                  </a:lnTo>
                  <a:lnTo>
                    <a:pt x="20178" y="172612"/>
                  </a:lnTo>
                  <a:lnTo>
                    <a:pt x="19195" y="171885"/>
                  </a:lnTo>
                  <a:lnTo>
                    <a:pt x="18333" y="169940"/>
                  </a:lnTo>
                  <a:lnTo>
                    <a:pt x="17799" y="169914"/>
                  </a:lnTo>
                  <a:lnTo>
                    <a:pt x="16754" y="170609"/>
                  </a:lnTo>
                  <a:lnTo>
                    <a:pt x="15448" y="171079"/>
                  </a:lnTo>
                  <a:lnTo>
                    <a:pt x="14498" y="170668"/>
                  </a:lnTo>
                  <a:lnTo>
                    <a:pt x="13904" y="170748"/>
                  </a:lnTo>
                  <a:lnTo>
                    <a:pt x="13570" y="171107"/>
                  </a:lnTo>
                  <a:lnTo>
                    <a:pt x="13402" y="170790"/>
                  </a:lnTo>
                  <a:lnTo>
                    <a:pt x="13164" y="169122"/>
                  </a:lnTo>
                  <a:lnTo>
                    <a:pt x="12667" y="168686"/>
                  </a:lnTo>
                  <a:lnTo>
                    <a:pt x="11895" y="168305"/>
                  </a:lnTo>
                  <a:lnTo>
                    <a:pt x="11415" y="168469"/>
                  </a:lnTo>
                  <a:lnTo>
                    <a:pt x="11084" y="169298"/>
                  </a:lnTo>
                  <a:lnTo>
                    <a:pt x="10573" y="169882"/>
                  </a:lnTo>
                  <a:lnTo>
                    <a:pt x="10103" y="169691"/>
                  </a:lnTo>
                  <a:lnTo>
                    <a:pt x="8632" y="165842"/>
                  </a:lnTo>
                  <a:lnTo>
                    <a:pt x="8253" y="164991"/>
                  </a:lnTo>
                  <a:lnTo>
                    <a:pt x="8156" y="164207"/>
                  </a:lnTo>
                  <a:lnTo>
                    <a:pt x="7788" y="162775"/>
                  </a:lnTo>
                  <a:lnTo>
                    <a:pt x="6911" y="161351"/>
                  </a:lnTo>
                  <a:lnTo>
                    <a:pt x="6038" y="160899"/>
                  </a:lnTo>
                  <a:lnTo>
                    <a:pt x="5602" y="161059"/>
                  </a:lnTo>
                  <a:lnTo>
                    <a:pt x="5649" y="159287"/>
                  </a:lnTo>
                  <a:lnTo>
                    <a:pt x="5993" y="156719"/>
                  </a:lnTo>
                  <a:lnTo>
                    <a:pt x="6320" y="155379"/>
                  </a:lnTo>
                  <a:lnTo>
                    <a:pt x="6756" y="154284"/>
                  </a:lnTo>
                  <a:lnTo>
                    <a:pt x="7218" y="153522"/>
                  </a:lnTo>
                  <a:lnTo>
                    <a:pt x="7321" y="152145"/>
                  </a:lnTo>
                  <a:lnTo>
                    <a:pt x="7247" y="150843"/>
                  </a:lnTo>
                  <a:lnTo>
                    <a:pt x="6713" y="150640"/>
                  </a:lnTo>
                  <a:lnTo>
                    <a:pt x="5375" y="149678"/>
                  </a:lnTo>
                  <a:lnTo>
                    <a:pt x="4586" y="148665"/>
                  </a:lnTo>
                  <a:lnTo>
                    <a:pt x="3997" y="147396"/>
                  </a:lnTo>
                  <a:lnTo>
                    <a:pt x="3229" y="145647"/>
                  </a:lnTo>
                  <a:lnTo>
                    <a:pt x="2902" y="143872"/>
                  </a:lnTo>
                  <a:lnTo>
                    <a:pt x="2886" y="142103"/>
                  </a:lnTo>
                  <a:lnTo>
                    <a:pt x="2980" y="141313"/>
                  </a:lnTo>
                  <a:lnTo>
                    <a:pt x="3035" y="140770"/>
                  </a:lnTo>
                  <a:lnTo>
                    <a:pt x="3654" y="138013"/>
                  </a:lnTo>
                  <a:lnTo>
                    <a:pt x="5833" y="135546"/>
                  </a:lnTo>
                  <a:lnTo>
                    <a:pt x="5594" y="133061"/>
                  </a:lnTo>
                  <a:lnTo>
                    <a:pt x="5562" y="131539"/>
                  </a:lnTo>
                  <a:lnTo>
                    <a:pt x="5033" y="130542"/>
                  </a:lnTo>
                  <a:lnTo>
                    <a:pt x="3976" y="130139"/>
                  </a:lnTo>
                  <a:lnTo>
                    <a:pt x="3696" y="129448"/>
                  </a:lnTo>
                  <a:lnTo>
                    <a:pt x="3578" y="128773"/>
                  </a:lnTo>
                  <a:lnTo>
                    <a:pt x="4354" y="127257"/>
                  </a:lnTo>
                  <a:lnTo>
                    <a:pt x="3417" y="126058"/>
                  </a:lnTo>
                  <a:lnTo>
                    <a:pt x="3014" y="124817"/>
                  </a:lnTo>
                  <a:lnTo>
                    <a:pt x="1708" y="123251"/>
                  </a:lnTo>
                  <a:lnTo>
                    <a:pt x="1569" y="122713"/>
                  </a:lnTo>
                  <a:lnTo>
                    <a:pt x="2197" y="118149"/>
                  </a:lnTo>
                  <a:lnTo>
                    <a:pt x="1718" y="116818"/>
                  </a:lnTo>
                  <a:lnTo>
                    <a:pt x="1122" y="116138"/>
                  </a:lnTo>
                  <a:lnTo>
                    <a:pt x="428" y="115805"/>
                  </a:lnTo>
                  <a:lnTo>
                    <a:pt x="111" y="115171"/>
                  </a:lnTo>
                  <a:lnTo>
                    <a:pt x="0" y="114449"/>
                  </a:lnTo>
                  <a:lnTo>
                    <a:pt x="124" y="114000"/>
                  </a:lnTo>
                  <a:lnTo>
                    <a:pt x="940" y="114133"/>
                  </a:lnTo>
                  <a:lnTo>
                    <a:pt x="1191" y="113664"/>
                  </a:lnTo>
                  <a:lnTo>
                    <a:pt x="3135" y="110983"/>
                  </a:lnTo>
                  <a:lnTo>
                    <a:pt x="3215" y="110468"/>
                  </a:lnTo>
                  <a:lnTo>
                    <a:pt x="2944" y="110176"/>
                  </a:lnTo>
                  <a:lnTo>
                    <a:pt x="2588" y="110021"/>
                  </a:lnTo>
                  <a:lnTo>
                    <a:pt x="2500" y="109458"/>
                  </a:lnTo>
                  <a:lnTo>
                    <a:pt x="2512" y="108716"/>
                  </a:lnTo>
                  <a:lnTo>
                    <a:pt x="3552" y="104854"/>
                  </a:lnTo>
                  <a:lnTo>
                    <a:pt x="3859" y="103206"/>
                  </a:lnTo>
                  <a:lnTo>
                    <a:pt x="3927" y="102042"/>
                  </a:lnTo>
                  <a:lnTo>
                    <a:pt x="3863" y="100892"/>
                  </a:lnTo>
                  <a:lnTo>
                    <a:pt x="3269" y="99084"/>
                  </a:lnTo>
                  <a:lnTo>
                    <a:pt x="2688" y="97641"/>
                  </a:lnTo>
                  <a:lnTo>
                    <a:pt x="2667" y="96493"/>
                  </a:lnTo>
                  <a:lnTo>
                    <a:pt x="2246" y="95888"/>
                  </a:lnTo>
                  <a:lnTo>
                    <a:pt x="1047" y="92811"/>
                  </a:lnTo>
                  <a:lnTo>
                    <a:pt x="1049" y="91620"/>
                  </a:lnTo>
                  <a:lnTo>
                    <a:pt x="1727" y="90695"/>
                  </a:lnTo>
                  <a:lnTo>
                    <a:pt x="2673" y="90105"/>
                  </a:lnTo>
                  <a:lnTo>
                    <a:pt x="2988" y="89619"/>
                  </a:lnTo>
                  <a:lnTo>
                    <a:pt x="3555" y="89313"/>
                  </a:lnTo>
                  <a:lnTo>
                    <a:pt x="5058" y="90201"/>
                  </a:lnTo>
                  <a:lnTo>
                    <a:pt x="5732" y="90971"/>
                  </a:lnTo>
                  <a:lnTo>
                    <a:pt x="5922" y="90812"/>
                  </a:lnTo>
                  <a:lnTo>
                    <a:pt x="6530" y="89974"/>
                  </a:lnTo>
                  <a:lnTo>
                    <a:pt x="7595" y="90105"/>
                  </a:lnTo>
                  <a:lnTo>
                    <a:pt x="10176" y="88423"/>
                  </a:lnTo>
                  <a:lnTo>
                    <a:pt x="10560" y="87614"/>
                  </a:lnTo>
                  <a:lnTo>
                    <a:pt x="10850" y="86754"/>
                  </a:lnTo>
                  <a:lnTo>
                    <a:pt x="10874" y="86376"/>
                  </a:lnTo>
                  <a:lnTo>
                    <a:pt x="9875" y="84721"/>
                  </a:lnTo>
                  <a:lnTo>
                    <a:pt x="9844" y="84109"/>
                  </a:lnTo>
                  <a:lnTo>
                    <a:pt x="9977" y="83419"/>
                  </a:lnTo>
                  <a:lnTo>
                    <a:pt x="10259" y="82874"/>
                  </a:lnTo>
                  <a:lnTo>
                    <a:pt x="10850" y="82503"/>
                  </a:lnTo>
                  <a:lnTo>
                    <a:pt x="11479" y="81777"/>
                  </a:lnTo>
                  <a:lnTo>
                    <a:pt x="12885" y="79717"/>
                  </a:lnTo>
                  <a:lnTo>
                    <a:pt x="13373" y="77929"/>
                  </a:lnTo>
                  <a:lnTo>
                    <a:pt x="13523" y="75994"/>
                  </a:lnTo>
                  <a:lnTo>
                    <a:pt x="13552" y="74555"/>
                  </a:lnTo>
                  <a:lnTo>
                    <a:pt x="13169" y="73409"/>
                  </a:lnTo>
                  <a:lnTo>
                    <a:pt x="12781" y="72667"/>
                  </a:lnTo>
                  <a:lnTo>
                    <a:pt x="12250" y="72780"/>
                  </a:lnTo>
                  <a:lnTo>
                    <a:pt x="11220" y="72721"/>
                  </a:lnTo>
                  <a:lnTo>
                    <a:pt x="10257" y="72079"/>
                  </a:lnTo>
                  <a:lnTo>
                    <a:pt x="9729" y="71038"/>
                  </a:lnTo>
                  <a:lnTo>
                    <a:pt x="9598" y="70124"/>
                  </a:lnTo>
                  <a:lnTo>
                    <a:pt x="9838" y="69548"/>
                  </a:lnTo>
                  <a:lnTo>
                    <a:pt x="9911" y="68841"/>
                  </a:lnTo>
                  <a:lnTo>
                    <a:pt x="9757" y="68130"/>
                  </a:lnTo>
                  <a:lnTo>
                    <a:pt x="9818" y="67532"/>
                  </a:lnTo>
                  <a:lnTo>
                    <a:pt x="10252" y="67053"/>
                  </a:lnTo>
                  <a:lnTo>
                    <a:pt x="13299" y="67069"/>
                  </a:lnTo>
                  <a:lnTo>
                    <a:pt x="13527" y="66543"/>
                  </a:lnTo>
                  <a:lnTo>
                    <a:pt x="13733" y="63782"/>
                  </a:lnTo>
                  <a:lnTo>
                    <a:pt x="14495" y="59579"/>
                  </a:lnTo>
                  <a:lnTo>
                    <a:pt x="15213" y="57239"/>
                  </a:lnTo>
                  <a:lnTo>
                    <a:pt x="15333" y="56255"/>
                  </a:lnTo>
                  <a:lnTo>
                    <a:pt x="15322" y="50709"/>
                  </a:lnTo>
                  <a:lnTo>
                    <a:pt x="15417" y="47900"/>
                  </a:lnTo>
                  <a:lnTo>
                    <a:pt x="14897" y="46580"/>
                  </a:lnTo>
                  <a:lnTo>
                    <a:pt x="13761" y="45135"/>
                  </a:lnTo>
                  <a:lnTo>
                    <a:pt x="14002" y="42127"/>
                  </a:lnTo>
                  <a:lnTo>
                    <a:pt x="14380" y="39783"/>
                  </a:lnTo>
                  <a:lnTo>
                    <a:pt x="15523" y="36900"/>
                  </a:lnTo>
                  <a:lnTo>
                    <a:pt x="16430" y="36108"/>
                  </a:lnTo>
                  <a:lnTo>
                    <a:pt x="20388" y="35637"/>
                  </a:lnTo>
                  <a:lnTo>
                    <a:pt x="24762" y="35831"/>
                  </a:lnTo>
                  <a:lnTo>
                    <a:pt x="26578" y="40184"/>
                  </a:lnTo>
                  <a:lnTo>
                    <a:pt x="25904" y="42421"/>
                  </a:lnTo>
                  <a:lnTo>
                    <a:pt x="26966" y="43463"/>
                  </a:lnTo>
                  <a:lnTo>
                    <a:pt x="27477" y="43082"/>
                  </a:lnTo>
                  <a:lnTo>
                    <a:pt x="27866" y="41136"/>
                  </a:lnTo>
                  <a:lnTo>
                    <a:pt x="28126" y="38980"/>
                  </a:lnTo>
                  <a:lnTo>
                    <a:pt x="28498" y="38328"/>
                  </a:lnTo>
                  <a:lnTo>
                    <a:pt x="29850" y="39938"/>
                  </a:lnTo>
                  <a:lnTo>
                    <a:pt x="30325" y="41042"/>
                  </a:lnTo>
                  <a:lnTo>
                    <a:pt x="30354" y="44591"/>
                  </a:lnTo>
                  <a:lnTo>
                    <a:pt x="30852" y="39785"/>
                  </a:lnTo>
                  <a:lnTo>
                    <a:pt x="30481" y="36421"/>
                  </a:lnTo>
                  <a:lnTo>
                    <a:pt x="30736" y="33160"/>
                  </a:lnTo>
                  <a:lnTo>
                    <a:pt x="31279" y="31465"/>
                  </a:lnTo>
                  <a:lnTo>
                    <a:pt x="31778" y="30385"/>
                  </a:lnTo>
                  <a:lnTo>
                    <a:pt x="34987" y="31547"/>
                  </a:lnTo>
                  <a:lnTo>
                    <a:pt x="38529" y="30948"/>
                  </a:lnTo>
                  <a:lnTo>
                    <a:pt x="39869" y="32203"/>
                  </a:lnTo>
                  <a:lnTo>
                    <a:pt x="42900" y="38497"/>
                  </a:lnTo>
                  <a:lnTo>
                    <a:pt x="43910" y="39527"/>
                  </a:lnTo>
                  <a:lnTo>
                    <a:pt x="45185" y="39852"/>
                  </a:lnTo>
                  <a:lnTo>
                    <a:pt x="43428" y="38506"/>
                  </a:lnTo>
                  <a:lnTo>
                    <a:pt x="39754" y="30854"/>
                  </a:lnTo>
                  <a:lnTo>
                    <a:pt x="38654" y="29906"/>
                  </a:lnTo>
                  <a:lnTo>
                    <a:pt x="36965" y="29619"/>
                  </a:lnTo>
                  <a:lnTo>
                    <a:pt x="35912" y="28872"/>
                  </a:lnTo>
                  <a:lnTo>
                    <a:pt x="35247" y="27716"/>
                  </a:lnTo>
                  <a:lnTo>
                    <a:pt x="35053" y="26683"/>
                  </a:lnTo>
                  <a:lnTo>
                    <a:pt x="35089" y="18986"/>
                  </a:lnTo>
                  <a:lnTo>
                    <a:pt x="34455" y="17840"/>
                  </a:lnTo>
                  <a:lnTo>
                    <a:pt x="33636" y="17442"/>
                  </a:lnTo>
                  <a:lnTo>
                    <a:pt x="33126" y="17968"/>
                  </a:lnTo>
                  <a:lnTo>
                    <a:pt x="32077" y="17976"/>
                  </a:lnTo>
                  <a:lnTo>
                    <a:pt x="31857" y="16233"/>
                  </a:lnTo>
                  <a:lnTo>
                    <a:pt x="32113" y="14941"/>
                  </a:lnTo>
                  <a:lnTo>
                    <a:pt x="34220" y="14058"/>
                  </a:lnTo>
                  <a:lnTo>
                    <a:pt x="35609" y="12875"/>
                  </a:lnTo>
                  <a:lnTo>
                    <a:pt x="35671" y="10785"/>
                  </a:lnTo>
                  <a:lnTo>
                    <a:pt x="34793" y="9141"/>
                  </a:lnTo>
                  <a:lnTo>
                    <a:pt x="33743" y="6127"/>
                  </a:lnTo>
                  <a:lnTo>
                    <a:pt x="32508" y="3293"/>
                  </a:lnTo>
                  <a:lnTo>
                    <a:pt x="32374" y="0"/>
                  </a:lnTo>
                  <a:lnTo>
                    <a:pt x="34520" y="64"/>
                  </a:lnTo>
                  <a:lnTo>
                    <a:pt x="35046" y="189"/>
                  </a:lnTo>
                  <a:lnTo>
                    <a:pt x="38302" y="1732"/>
                  </a:lnTo>
                  <a:lnTo>
                    <a:pt x="39098" y="2816"/>
                  </a:lnTo>
                  <a:lnTo>
                    <a:pt x="40099" y="2866"/>
                  </a:lnTo>
                  <a:lnTo>
                    <a:pt x="41903" y="1858"/>
                  </a:lnTo>
                  <a:lnTo>
                    <a:pt x="43250" y="1415"/>
                  </a:lnTo>
                  <a:lnTo>
                    <a:pt x="43773" y="2037"/>
                  </a:lnTo>
                  <a:lnTo>
                    <a:pt x="44507" y="2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3294246" y="2007137"/>
              <a:ext cx="3969" cy="8617"/>
            </a:xfrm>
            <a:custGeom>
              <a:avLst/>
              <a:pathLst>
                <a:path w="3969" h="8617">
                  <a:moveTo>
                    <a:pt x="265" y="8030"/>
                  </a:moveTo>
                  <a:lnTo>
                    <a:pt x="0" y="8617"/>
                  </a:lnTo>
                  <a:lnTo>
                    <a:pt x="126" y="4445"/>
                  </a:lnTo>
                  <a:lnTo>
                    <a:pt x="1386" y="0"/>
                  </a:lnTo>
                  <a:lnTo>
                    <a:pt x="1919" y="99"/>
                  </a:lnTo>
                  <a:lnTo>
                    <a:pt x="1374" y="1300"/>
                  </a:lnTo>
                  <a:lnTo>
                    <a:pt x="1217" y="2141"/>
                  </a:lnTo>
                  <a:lnTo>
                    <a:pt x="995" y="3822"/>
                  </a:lnTo>
                  <a:lnTo>
                    <a:pt x="1095" y="4694"/>
                  </a:lnTo>
                  <a:lnTo>
                    <a:pt x="3969" y="4934"/>
                  </a:lnTo>
                  <a:lnTo>
                    <a:pt x="3635" y="5713"/>
                  </a:lnTo>
                  <a:lnTo>
                    <a:pt x="721" y="623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3679536" y="3258543"/>
              <a:ext cx="18932" cy="52230"/>
            </a:xfrm>
            <a:custGeom>
              <a:avLst/>
              <a:pathLst>
                <a:path w="18932" h="52230">
                  <a:moveTo>
                    <a:pt x="17047" y="35718"/>
                  </a:moveTo>
                  <a:lnTo>
                    <a:pt x="16050" y="39680"/>
                  </a:lnTo>
                  <a:lnTo>
                    <a:pt x="14776" y="44744"/>
                  </a:lnTo>
                  <a:lnTo>
                    <a:pt x="13327" y="50507"/>
                  </a:lnTo>
                  <a:lnTo>
                    <a:pt x="12422" y="50547"/>
                  </a:lnTo>
                  <a:lnTo>
                    <a:pt x="11719" y="50213"/>
                  </a:lnTo>
                  <a:lnTo>
                    <a:pt x="11238" y="49234"/>
                  </a:lnTo>
                  <a:lnTo>
                    <a:pt x="10245" y="48173"/>
                  </a:lnTo>
                  <a:lnTo>
                    <a:pt x="9126" y="48100"/>
                  </a:lnTo>
                  <a:lnTo>
                    <a:pt x="8061" y="49096"/>
                  </a:lnTo>
                  <a:lnTo>
                    <a:pt x="6254" y="50332"/>
                  </a:lnTo>
                  <a:lnTo>
                    <a:pt x="4621" y="50735"/>
                  </a:lnTo>
                  <a:lnTo>
                    <a:pt x="3308" y="51422"/>
                  </a:lnTo>
                  <a:lnTo>
                    <a:pt x="2218" y="52230"/>
                  </a:lnTo>
                  <a:lnTo>
                    <a:pt x="1237" y="51793"/>
                  </a:lnTo>
                  <a:lnTo>
                    <a:pt x="386" y="51064"/>
                  </a:lnTo>
                  <a:lnTo>
                    <a:pt x="200" y="44938"/>
                  </a:lnTo>
                  <a:lnTo>
                    <a:pt x="0" y="38286"/>
                  </a:lnTo>
                  <a:lnTo>
                    <a:pt x="21" y="33079"/>
                  </a:lnTo>
                  <a:lnTo>
                    <a:pt x="322" y="30215"/>
                  </a:lnTo>
                  <a:lnTo>
                    <a:pt x="586" y="29100"/>
                  </a:lnTo>
                  <a:lnTo>
                    <a:pt x="2128" y="25138"/>
                  </a:lnTo>
                  <a:lnTo>
                    <a:pt x="2661" y="23528"/>
                  </a:lnTo>
                  <a:lnTo>
                    <a:pt x="4424" y="16974"/>
                  </a:lnTo>
                  <a:lnTo>
                    <a:pt x="5934" y="11356"/>
                  </a:lnTo>
                  <a:lnTo>
                    <a:pt x="7064" y="7156"/>
                  </a:lnTo>
                  <a:lnTo>
                    <a:pt x="7410" y="6329"/>
                  </a:lnTo>
                  <a:lnTo>
                    <a:pt x="7887" y="5533"/>
                  </a:lnTo>
                  <a:lnTo>
                    <a:pt x="8225" y="5761"/>
                  </a:lnTo>
                  <a:lnTo>
                    <a:pt x="10420" y="9811"/>
                  </a:lnTo>
                  <a:lnTo>
                    <a:pt x="10806" y="9700"/>
                  </a:lnTo>
                  <a:lnTo>
                    <a:pt x="11540" y="8443"/>
                  </a:lnTo>
                  <a:lnTo>
                    <a:pt x="12205" y="4114"/>
                  </a:lnTo>
                  <a:lnTo>
                    <a:pt x="12673" y="2535"/>
                  </a:lnTo>
                  <a:lnTo>
                    <a:pt x="12873" y="2579"/>
                  </a:lnTo>
                  <a:lnTo>
                    <a:pt x="14281" y="1367"/>
                  </a:lnTo>
                  <a:lnTo>
                    <a:pt x="15559" y="0"/>
                  </a:lnTo>
                  <a:lnTo>
                    <a:pt x="15722" y="1422"/>
                  </a:lnTo>
                  <a:lnTo>
                    <a:pt x="17653" y="7231"/>
                  </a:lnTo>
                  <a:lnTo>
                    <a:pt x="18284" y="10092"/>
                  </a:lnTo>
                  <a:lnTo>
                    <a:pt x="18932" y="15325"/>
                  </a:lnTo>
                  <a:lnTo>
                    <a:pt x="18592" y="18241"/>
                  </a:lnTo>
                  <a:lnTo>
                    <a:pt x="18091" y="20140"/>
                  </a:lnTo>
                  <a:lnTo>
                    <a:pt x="17347" y="21838"/>
                  </a:lnTo>
                  <a:lnTo>
                    <a:pt x="14769" y="25989"/>
                  </a:lnTo>
                  <a:lnTo>
                    <a:pt x="11903" y="28638"/>
                  </a:lnTo>
                  <a:lnTo>
                    <a:pt x="10074" y="33936"/>
                  </a:lnTo>
                  <a:lnTo>
                    <a:pt x="8713" y="33580"/>
                  </a:lnTo>
                  <a:lnTo>
                    <a:pt x="8919" y="35585"/>
                  </a:lnTo>
                  <a:lnTo>
                    <a:pt x="9426" y="35808"/>
                  </a:lnTo>
                  <a:lnTo>
                    <a:pt x="10220" y="35429"/>
                  </a:lnTo>
                  <a:lnTo>
                    <a:pt x="11796" y="33889"/>
                  </a:lnTo>
                  <a:lnTo>
                    <a:pt x="13198" y="33153"/>
                  </a:lnTo>
                  <a:lnTo>
                    <a:pt x="14708" y="33098"/>
                  </a:lnTo>
                  <a:lnTo>
                    <a:pt x="16077" y="337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2491377" y="3172127"/>
              <a:ext cx="2647" cy="11991"/>
            </a:xfrm>
            <a:custGeom>
              <a:avLst/>
              <a:pathLst>
                <a:path w="2647" h="11991">
                  <a:moveTo>
                    <a:pt x="2295" y="11349"/>
                  </a:moveTo>
                  <a:lnTo>
                    <a:pt x="1217" y="11991"/>
                  </a:lnTo>
                  <a:lnTo>
                    <a:pt x="753" y="6892"/>
                  </a:lnTo>
                  <a:lnTo>
                    <a:pt x="0" y="3190"/>
                  </a:lnTo>
                  <a:lnTo>
                    <a:pt x="129" y="875"/>
                  </a:lnTo>
                  <a:lnTo>
                    <a:pt x="265" y="0"/>
                  </a:lnTo>
                  <a:lnTo>
                    <a:pt x="1854" y="1419"/>
                  </a:lnTo>
                  <a:lnTo>
                    <a:pt x="2346" y="3143"/>
                  </a:lnTo>
                  <a:lnTo>
                    <a:pt x="2647" y="76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3325903" y="2010297"/>
              <a:ext cx="8405" cy="9542"/>
            </a:xfrm>
            <a:custGeom>
              <a:avLst/>
              <a:pathLst>
                <a:path w="8405" h="9542">
                  <a:moveTo>
                    <a:pt x="3750" y="1777"/>
                  </a:moveTo>
                  <a:lnTo>
                    <a:pt x="5786" y="3611"/>
                  </a:lnTo>
                  <a:lnTo>
                    <a:pt x="7164" y="3505"/>
                  </a:lnTo>
                  <a:lnTo>
                    <a:pt x="8101" y="4266"/>
                  </a:lnTo>
                  <a:lnTo>
                    <a:pt x="8325" y="5440"/>
                  </a:lnTo>
                  <a:lnTo>
                    <a:pt x="8405" y="8048"/>
                  </a:lnTo>
                  <a:lnTo>
                    <a:pt x="7420" y="8808"/>
                  </a:lnTo>
                  <a:lnTo>
                    <a:pt x="6333" y="8550"/>
                  </a:lnTo>
                  <a:lnTo>
                    <a:pt x="4854" y="9542"/>
                  </a:lnTo>
                  <a:lnTo>
                    <a:pt x="0" y="5280"/>
                  </a:lnTo>
                  <a:lnTo>
                    <a:pt x="70" y="1726"/>
                  </a:lnTo>
                  <a:lnTo>
                    <a:pt x="265" y="331"/>
                  </a:lnTo>
                  <a:lnTo>
                    <a:pt x="256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3316287" y="2009973"/>
              <a:ext cx="3509" cy="3710"/>
            </a:xfrm>
            <a:custGeom>
              <a:avLst/>
              <a:pathLst>
                <a:path w="3509" h="3710">
                  <a:moveTo>
                    <a:pt x="3273" y="3403"/>
                  </a:moveTo>
                  <a:lnTo>
                    <a:pt x="2501" y="3710"/>
                  </a:lnTo>
                  <a:lnTo>
                    <a:pt x="1618" y="3067"/>
                  </a:lnTo>
                  <a:lnTo>
                    <a:pt x="180" y="643"/>
                  </a:lnTo>
                  <a:lnTo>
                    <a:pt x="0" y="0"/>
                  </a:lnTo>
                  <a:lnTo>
                    <a:pt x="755" y="411"/>
                  </a:lnTo>
                  <a:lnTo>
                    <a:pt x="1692" y="1678"/>
                  </a:lnTo>
                  <a:lnTo>
                    <a:pt x="2460" y="1947"/>
                  </a:lnTo>
                  <a:lnTo>
                    <a:pt x="3509" y="30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3338370" y="2006978"/>
              <a:ext cx="4952" cy="5071"/>
            </a:xfrm>
            <a:custGeom>
              <a:avLst/>
              <a:pathLst>
                <a:path w="4952" h="5071">
                  <a:moveTo>
                    <a:pt x="4952" y="2905"/>
                  </a:moveTo>
                  <a:lnTo>
                    <a:pt x="4513" y="3345"/>
                  </a:lnTo>
                  <a:lnTo>
                    <a:pt x="2746" y="3022"/>
                  </a:lnTo>
                  <a:lnTo>
                    <a:pt x="755" y="5071"/>
                  </a:lnTo>
                  <a:lnTo>
                    <a:pt x="0" y="4423"/>
                  </a:lnTo>
                  <a:lnTo>
                    <a:pt x="285" y="3115"/>
                  </a:lnTo>
                  <a:lnTo>
                    <a:pt x="493" y="2638"/>
                  </a:lnTo>
                  <a:lnTo>
                    <a:pt x="1163" y="2083"/>
                  </a:lnTo>
                  <a:lnTo>
                    <a:pt x="1610" y="1271"/>
                  </a:lnTo>
                  <a:lnTo>
                    <a:pt x="1785" y="0"/>
                  </a:lnTo>
                  <a:lnTo>
                    <a:pt x="2200" y="685"/>
                  </a:lnTo>
                  <a:lnTo>
                    <a:pt x="3433" y="972"/>
                  </a:lnTo>
                  <a:lnTo>
                    <a:pt x="4035" y="1377"/>
                  </a:lnTo>
                  <a:lnTo>
                    <a:pt x="4539" y="19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3311353" y="2006832"/>
              <a:ext cx="3337" cy="5808"/>
            </a:xfrm>
            <a:custGeom>
              <a:avLst/>
              <a:pathLst>
                <a:path w="3337" h="5808">
                  <a:moveTo>
                    <a:pt x="3337" y="5397"/>
                  </a:moveTo>
                  <a:lnTo>
                    <a:pt x="2139" y="5808"/>
                  </a:lnTo>
                  <a:lnTo>
                    <a:pt x="1527" y="5094"/>
                  </a:lnTo>
                  <a:lnTo>
                    <a:pt x="403" y="4817"/>
                  </a:lnTo>
                  <a:lnTo>
                    <a:pt x="0" y="269"/>
                  </a:lnTo>
                  <a:lnTo>
                    <a:pt x="115" y="0"/>
                  </a:lnTo>
                  <a:lnTo>
                    <a:pt x="681" y="318"/>
                  </a:lnTo>
                  <a:lnTo>
                    <a:pt x="2619" y="2439"/>
                  </a:lnTo>
                  <a:lnTo>
                    <a:pt x="3297" y="47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3321141" y="2004208"/>
              <a:ext cx="3790" cy="12197"/>
            </a:xfrm>
            <a:custGeom>
              <a:avLst/>
              <a:pathLst>
                <a:path w="3790" h="12197">
                  <a:moveTo>
                    <a:pt x="1293" y="12030"/>
                  </a:moveTo>
                  <a:lnTo>
                    <a:pt x="783" y="12197"/>
                  </a:lnTo>
                  <a:lnTo>
                    <a:pt x="89" y="9803"/>
                  </a:lnTo>
                  <a:lnTo>
                    <a:pt x="0" y="9055"/>
                  </a:lnTo>
                  <a:lnTo>
                    <a:pt x="814" y="7522"/>
                  </a:lnTo>
                  <a:lnTo>
                    <a:pt x="1341" y="5787"/>
                  </a:lnTo>
                  <a:lnTo>
                    <a:pt x="2705" y="3122"/>
                  </a:lnTo>
                  <a:lnTo>
                    <a:pt x="3490" y="0"/>
                  </a:lnTo>
                  <a:lnTo>
                    <a:pt x="3790" y="49"/>
                  </a:lnTo>
                  <a:lnTo>
                    <a:pt x="3442" y="2829"/>
                  </a:lnTo>
                  <a:lnTo>
                    <a:pt x="1652" y="105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3367892" y="2000104"/>
              <a:ext cx="5212" cy="8622"/>
            </a:xfrm>
            <a:custGeom>
              <a:avLst/>
              <a:pathLst>
                <a:path w="5212" h="8622">
                  <a:moveTo>
                    <a:pt x="4643" y="8121"/>
                  </a:moveTo>
                  <a:lnTo>
                    <a:pt x="4218" y="8622"/>
                  </a:lnTo>
                  <a:lnTo>
                    <a:pt x="2317" y="7794"/>
                  </a:lnTo>
                  <a:lnTo>
                    <a:pt x="0" y="5746"/>
                  </a:lnTo>
                  <a:lnTo>
                    <a:pt x="339" y="1734"/>
                  </a:lnTo>
                  <a:lnTo>
                    <a:pt x="933" y="0"/>
                  </a:lnTo>
                  <a:lnTo>
                    <a:pt x="5160" y="4497"/>
                  </a:lnTo>
                  <a:lnTo>
                    <a:pt x="5212" y="61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3312364" y="1990764"/>
              <a:ext cx="11050" cy="16667"/>
            </a:xfrm>
            <a:custGeom>
              <a:avLst/>
              <a:pathLst>
                <a:path w="11050" h="16667">
                  <a:moveTo>
                    <a:pt x="9046" y="89"/>
                  </a:moveTo>
                  <a:lnTo>
                    <a:pt x="9526" y="1631"/>
                  </a:lnTo>
                  <a:lnTo>
                    <a:pt x="10116" y="4920"/>
                  </a:lnTo>
                  <a:lnTo>
                    <a:pt x="11050" y="8597"/>
                  </a:lnTo>
                  <a:lnTo>
                    <a:pt x="10660" y="10137"/>
                  </a:lnTo>
                  <a:lnTo>
                    <a:pt x="10925" y="12109"/>
                  </a:lnTo>
                  <a:lnTo>
                    <a:pt x="10659" y="14167"/>
                  </a:lnTo>
                  <a:lnTo>
                    <a:pt x="8801" y="16559"/>
                  </a:lnTo>
                  <a:lnTo>
                    <a:pt x="6718" y="16667"/>
                  </a:lnTo>
                  <a:lnTo>
                    <a:pt x="4552" y="15511"/>
                  </a:lnTo>
                  <a:lnTo>
                    <a:pt x="1493" y="13287"/>
                  </a:lnTo>
                  <a:lnTo>
                    <a:pt x="1247" y="12037"/>
                  </a:lnTo>
                  <a:lnTo>
                    <a:pt x="818" y="11344"/>
                  </a:lnTo>
                  <a:lnTo>
                    <a:pt x="0" y="7553"/>
                  </a:lnTo>
                  <a:lnTo>
                    <a:pt x="19" y="2877"/>
                  </a:lnTo>
                  <a:lnTo>
                    <a:pt x="1556" y="2291"/>
                  </a:lnTo>
                  <a:lnTo>
                    <a:pt x="4915" y="59"/>
                  </a:lnTo>
                  <a:lnTo>
                    <a:pt x="5692" y="409"/>
                  </a:lnTo>
                  <a:lnTo>
                    <a:pt x="6502" y="1551"/>
                  </a:lnTo>
                  <a:lnTo>
                    <a:pt x="7435" y="1618"/>
                  </a:lnTo>
                  <a:lnTo>
                    <a:pt x="878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3342990" y="1988772"/>
              <a:ext cx="1673" cy="3729"/>
            </a:xfrm>
            <a:custGeom>
              <a:avLst/>
              <a:pathLst>
                <a:path w="1673" h="3729">
                  <a:moveTo>
                    <a:pt x="1673" y="2472"/>
                  </a:moveTo>
                  <a:lnTo>
                    <a:pt x="590" y="3729"/>
                  </a:lnTo>
                  <a:lnTo>
                    <a:pt x="351" y="3663"/>
                  </a:lnTo>
                  <a:lnTo>
                    <a:pt x="0" y="1939"/>
                  </a:lnTo>
                  <a:lnTo>
                    <a:pt x="570" y="890"/>
                  </a:lnTo>
                  <a:lnTo>
                    <a:pt x="908" y="0"/>
                  </a:lnTo>
                  <a:lnTo>
                    <a:pt x="1147" y="25"/>
                  </a:lnTo>
                  <a:lnTo>
                    <a:pt x="1474" y="9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3319926" y="1979561"/>
              <a:ext cx="1675" cy="6703"/>
            </a:xfrm>
            <a:custGeom>
              <a:avLst/>
              <a:pathLst>
                <a:path w="1675" h="6703">
                  <a:moveTo>
                    <a:pt x="1049" y="6172"/>
                  </a:moveTo>
                  <a:lnTo>
                    <a:pt x="854" y="6703"/>
                  </a:lnTo>
                  <a:lnTo>
                    <a:pt x="124" y="6150"/>
                  </a:lnTo>
                  <a:lnTo>
                    <a:pt x="48" y="4238"/>
                  </a:lnTo>
                  <a:lnTo>
                    <a:pt x="324" y="2522"/>
                  </a:lnTo>
                  <a:lnTo>
                    <a:pt x="0" y="986"/>
                  </a:lnTo>
                  <a:lnTo>
                    <a:pt x="357" y="0"/>
                  </a:lnTo>
                  <a:lnTo>
                    <a:pt x="1383" y="2298"/>
                  </a:lnTo>
                  <a:lnTo>
                    <a:pt x="1675" y="3379"/>
                  </a:lnTo>
                  <a:lnTo>
                    <a:pt x="1280" y="46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3325252" y="1975715"/>
              <a:ext cx="18752" cy="39876"/>
            </a:xfrm>
            <a:custGeom>
              <a:avLst/>
              <a:pathLst>
                <a:path w="18752" h="39876">
                  <a:moveTo>
                    <a:pt x="18296" y="9959"/>
                  </a:moveTo>
                  <a:lnTo>
                    <a:pt x="18324" y="12917"/>
                  </a:lnTo>
                  <a:lnTo>
                    <a:pt x="18025" y="13778"/>
                  </a:lnTo>
                  <a:lnTo>
                    <a:pt x="17585" y="14345"/>
                  </a:lnTo>
                  <a:lnTo>
                    <a:pt x="16436" y="14947"/>
                  </a:lnTo>
                  <a:lnTo>
                    <a:pt x="15440" y="15787"/>
                  </a:lnTo>
                  <a:lnTo>
                    <a:pt x="14552" y="17263"/>
                  </a:lnTo>
                  <a:lnTo>
                    <a:pt x="14225" y="19372"/>
                  </a:lnTo>
                  <a:lnTo>
                    <a:pt x="14920" y="20916"/>
                  </a:lnTo>
                  <a:lnTo>
                    <a:pt x="16183" y="21761"/>
                  </a:lnTo>
                  <a:lnTo>
                    <a:pt x="16504" y="24701"/>
                  </a:lnTo>
                  <a:lnTo>
                    <a:pt x="15461" y="26151"/>
                  </a:lnTo>
                  <a:lnTo>
                    <a:pt x="12785" y="27598"/>
                  </a:lnTo>
                  <a:lnTo>
                    <a:pt x="12504" y="31091"/>
                  </a:lnTo>
                  <a:lnTo>
                    <a:pt x="12591" y="33844"/>
                  </a:lnTo>
                  <a:lnTo>
                    <a:pt x="12543" y="35845"/>
                  </a:lnTo>
                  <a:lnTo>
                    <a:pt x="12330" y="38614"/>
                  </a:lnTo>
                  <a:lnTo>
                    <a:pt x="10166" y="39876"/>
                  </a:lnTo>
                  <a:lnTo>
                    <a:pt x="8769" y="35659"/>
                  </a:lnTo>
                  <a:lnTo>
                    <a:pt x="8756" y="33971"/>
                  </a:lnTo>
                  <a:lnTo>
                    <a:pt x="8339" y="32000"/>
                  </a:lnTo>
                  <a:lnTo>
                    <a:pt x="8261" y="30320"/>
                  </a:lnTo>
                  <a:lnTo>
                    <a:pt x="7766" y="27634"/>
                  </a:lnTo>
                  <a:lnTo>
                    <a:pt x="5719" y="26907"/>
                  </a:lnTo>
                  <a:lnTo>
                    <a:pt x="4924" y="26811"/>
                  </a:lnTo>
                  <a:lnTo>
                    <a:pt x="3813" y="27311"/>
                  </a:lnTo>
                  <a:lnTo>
                    <a:pt x="3537" y="27116"/>
                  </a:lnTo>
                  <a:lnTo>
                    <a:pt x="2207" y="23447"/>
                  </a:lnTo>
                  <a:lnTo>
                    <a:pt x="2426" y="19398"/>
                  </a:lnTo>
                  <a:lnTo>
                    <a:pt x="1716" y="17355"/>
                  </a:lnTo>
                  <a:lnTo>
                    <a:pt x="1618" y="16430"/>
                  </a:lnTo>
                  <a:lnTo>
                    <a:pt x="1635" y="15406"/>
                  </a:lnTo>
                  <a:lnTo>
                    <a:pt x="1051" y="14562"/>
                  </a:lnTo>
                  <a:lnTo>
                    <a:pt x="343" y="14114"/>
                  </a:lnTo>
                  <a:lnTo>
                    <a:pt x="0" y="11836"/>
                  </a:lnTo>
                  <a:lnTo>
                    <a:pt x="813" y="11284"/>
                  </a:lnTo>
                  <a:lnTo>
                    <a:pt x="2825" y="11551"/>
                  </a:lnTo>
                  <a:lnTo>
                    <a:pt x="3413" y="11395"/>
                  </a:lnTo>
                  <a:lnTo>
                    <a:pt x="3951" y="10920"/>
                  </a:lnTo>
                  <a:lnTo>
                    <a:pt x="5578" y="7175"/>
                  </a:lnTo>
                  <a:lnTo>
                    <a:pt x="5531" y="6349"/>
                  </a:lnTo>
                  <a:lnTo>
                    <a:pt x="5705" y="5279"/>
                  </a:lnTo>
                  <a:lnTo>
                    <a:pt x="7466" y="4882"/>
                  </a:lnTo>
                  <a:lnTo>
                    <a:pt x="8251" y="6329"/>
                  </a:lnTo>
                  <a:lnTo>
                    <a:pt x="8093" y="8646"/>
                  </a:lnTo>
                  <a:lnTo>
                    <a:pt x="8193" y="11616"/>
                  </a:lnTo>
                  <a:lnTo>
                    <a:pt x="9260" y="12424"/>
                  </a:lnTo>
                  <a:lnTo>
                    <a:pt x="9676" y="12542"/>
                  </a:lnTo>
                  <a:lnTo>
                    <a:pt x="10120" y="10349"/>
                  </a:lnTo>
                  <a:lnTo>
                    <a:pt x="10431" y="9282"/>
                  </a:lnTo>
                  <a:lnTo>
                    <a:pt x="10853" y="8688"/>
                  </a:lnTo>
                  <a:lnTo>
                    <a:pt x="10997" y="6684"/>
                  </a:lnTo>
                  <a:lnTo>
                    <a:pt x="10747" y="5460"/>
                  </a:lnTo>
                  <a:lnTo>
                    <a:pt x="10213" y="4549"/>
                  </a:lnTo>
                  <a:lnTo>
                    <a:pt x="12207" y="2067"/>
                  </a:lnTo>
                  <a:lnTo>
                    <a:pt x="14270" y="102"/>
                  </a:lnTo>
                  <a:lnTo>
                    <a:pt x="15470" y="0"/>
                  </a:lnTo>
                  <a:lnTo>
                    <a:pt x="16678" y="480"/>
                  </a:lnTo>
                  <a:lnTo>
                    <a:pt x="17801" y="1144"/>
                  </a:lnTo>
                  <a:lnTo>
                    <a:pt x="18410" y="1715"/>
                  </a:lnTo>
                  <a:lnTo>
                    <a:pt x="18752" y="2633"/>
                  </a:lnTo>
                  <a:lnTo>
                    <a:pt x="17999" y="4820"/>
                  </a:lnTo>
                  <a:lnTo>
                    <a:pt x="17790" y="601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3324042" y="1940025"/>
              <a:ext cx="3460" cy="2979"/>
            </a:xfrm>
            <a:custGeom>
              <a:avLst/>
              <a:pathLst>
                <a:path w="3460" h="2979">
                  <a:moveTo>
                    <a:pt x="2052" y="2286"/>
                  </a:moveTo>
                  <a:lnTo>
                    <a:pt x="1583" y="2979"/>
                  </a:lnTo>
                  <a:lnTo>
                    <a:pt x="0" y="1999"/>
                  </a:lnTo>
                  <a:lnTo>
                    <a:pt x="699" y="630"/>
                  </a:lnTo>
                  <a:lnTo>
                    <a:pt x="2438" y="0"/>
                  </a:lnTo>
                  <a:lnTo>
                    <a:pt x="3460" y="207"/>
                  </a:lnTo>
                  <a:lnTo>
                    <a:pt x="2336" y="15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3292368" y="1927999"/>
              <a:ext cx="32276" cy="86596"/>
            </a:xfrm>
            <a:custGeom>
              <a:avLst/>
              <a:pathLst>
                <a:path w="32276" h="86596">
                  <a:moveTo>
                    <a:pt x="18623" y="86028"/>
                  </a:moveTo>
                  <a:lnTo>
                    <a:pt x="18453" y="86028"/>
                  </a:lnTo>
                  <a:lnTo>
                    <a:pt x="17719" y="85767"/>
                  </a:lnTo>
                  <a:lnTo>
                    <a:pt x="17196" y="85145"/>
                  </a:lnTo>
                  <a:lnTo>
                    <a:pt x="15849" y="85588"/>
                  </a:lnTo>
                  <a:lnTo>
                    <a:pt x="14045" y="86596"/>
                  </a:lnTo>
                  <a:lnTo>
                    <a:pt x="13044" y="86546"/>
                  </a:lnTo>
                  <a:lnTo>
                    <a:pt x="12248" y="85462"/>
                  </a:lnTo>
                  <a:lnTo>
                    <a:pt x="8992" y="83919"/>
                  </a:lnTo>
                  <a:lnTo>
                    <a:pt x="8466" y="83794"/>
                  </a:lnTo>
                  <a:lnTo>
                    <a:pt x="6315" y="83727"/>
                  </a:lnTo>
                  <a:lnTo>
                    <a:pt x="6213" y="81288"/>
                  </a:lnTo>
                  <a:lnTo>
                    <a:pt x="5947" y="79527"/>
                  </a:lnTo>
                  <a:lnTo>
                    <a:pt x="5195" y="76905"/>
                  </a:lnTo>
                  <a:lnTo>
                    <a:pt x="6310" y="76273"/>
                  </a:lnTo>
                  <a:lnTo>
                    <a:pt x="6094" y="71164"/>
                  </a:lnTo>
                  <a:lnTo>
                    <a:pt x="5689" y="68515"/>
                  </a:lnTo>
                  <a:lnTo>
                    <a:pt x="2575" y="65794"/>
                  </a:lnTo>
                  <a:lnTo>
                    <a:pt x="122" y="63149"/>
                  </a:lnTo>
                  <a:lnTo>
                    <a:pt x="688" y="54244"/>
                  </a:lnTo>
                  <a:lnTo>
                    <a:pt x="930" y="51845"/>
                  </a:lnTo>
                  <a:lnTo>
                    <a:pt x="0" y="47190"/>
                  </a:lnTo>
                  <a:lnTo>
                    <a:pt x="96" y="41833"/>
                  </a:lnTo>
                  <a:lnTo>
                    <a:pt x="488" y="33391"/>
                  </a:lnTo>
                  <a:lnTo>
                    <a:pt x="1268" y="33060"/>
                  </a:lnTo>
                  <a:lnTo>
                    <a:pt x="1840" y="33101"/>
                  </a:lnTo>
                  <a:lnTo>
                    <a:pt x="4046" y="34616"/>
                  </a:lnTo>
                  <a:lnTo>
                    <a:pt x="4965" y="34767"/>
                  </a:lnTo>
                  <a:lnTo>
                    <a:pt x="5594" y="36121"/>
                  </a:lnTo>
                  <a:lnTo>
                    <a:pt x="6331" y="36678"/>
                  </a:lnTo>
                  <a:lnTo>
                    <a:pt x="6865" y="35240"/>
                  </a:lnTo>
                  <a:lnTo>
                    <a:pt x="7073" y="32783"/>
                  </a:lnTo>
                  <a:lnTo>
                    <a:pt x="8822" y="29603"/>
                  </a:lnTo>
                  <a:lnTo>
                    <a:pt x="10047" y="28429"/>
                  </a:lnTo>
                  <a:lnTo>
                    <a:pt x="10882" y="27866"/>
                  </a:lnTo>
                  <a:lnTo>
                    <a:pt x="11724" y="29149"/>
                  </a:lnTo>
                  <a:lnTo>
                    <a:pt x="12370" y="30590"/>
                  </a:lnTo>
                  <a:lnTo>
                    <a:pt x="12522" y="27436"/>
                  </a:lnTo>
                  <a:lnTo>
                    <a:pt x="13043" y="21428"/>
                  </a:lnTo>
                  <a:lnTo>
                    <a:pt x="11381" y="20485"/>
                  </a:lnTo>
                  <a:lnTo>
                    <a:pt x="10026" y="21299"/>
                  </a:lnTo>
                  <a:lnTo>
                    <a:pt x="8683" y="25106"/>
                  </a:lnTo>
                  <a:lnTo>
                    <a:pt x="7485" y="29892"/>
                  </a:lnTo>
                  <a:lnTo>
                    <a:pt x="5542" y="30332"/>
                  </a:lnTo>
                  <a:lnTo>
                    <a:pt x="3991" y="31687"/>
                  </a:lnTo>
                  <a:lnTo>
                    <a:pt x="2591" y="30282"/>
                  </a:lnTo>
                  <a:lnTo>
                    <a:pt x="1689" y="29044"/>
                  </a:lnTo>
                  <a:lnTo>
                    <a:pt x="1666" y="27231"/>
                  </a:lnTo>
                  <a:lnTo>
                    <a:pt x="1871" y="26138"/>
                  </a:lnTo>
                  <a:lnTo>
                    <a:pt x="3516" y="22235"/>
                  </a:lnTo>
                  <a:lnTo>
                    <a:pt x="5720" y="18486"/>
                  </a:lnTo>
                  <a:lnTo>
                    <a:pt x="7941" y="18522"/>
                  </a:lnTo>
                  <a:lnTo>
                    <a:pt x="9560" y="17325"/>
                  </a:lnTo>
                  <a:lnTo>
                    <a:pt x="10528" y="17182"/>
                  </a:lnTo>
                  <a:lnTo>
                    <a:pt x="13548" y="17445"/>
                  </a:lnTo>
                  <a:lnTo>
                    <a:pt x="15099" y="16624"/>
                  </a:lnTo>
                  <a:lnTo>
                    <a:pt x="16488" y="14905"/>
                  </a:lnTo>
                  <a:lnTo>
                    <a:pt x="19490" y="7638"/>
                  </a:lnTo>
                  <a:lnTo>
                    <a:pt x="21184" y="4608"/>
                  </a:lnTo>
                  <a:lnTo>
                    <a:pt x="24599" y="3542"/>
                  </a:lnTo>
                  <a:lnTo>
                    <a:pt x="27755" y="44"/>
                  </a:lnTo>
                  <a:lnTo>
                    <a:pt x="28637" y="0"/>
                  </a:lnTo>
                  <a:lnTo>
                    <a:pt x="27152" y="2607"/>
                  </a:lnTo>
                  <a:lnTo>
                    <a:pt x="26914" y="3615"/>
                  </a:lnTo>
                  <a:lnTo>
                    <a:pt x="26734" y="5162"/>
                  </a:lnTo>
                  <a:lnTo>
                    <a:pt x="27799" y="8521"/>
                  </a:lnTo>
                  <a:lnTo>
                    <a:pt x="27574" y="10565"/>
                  </a:lnTo>
                  <a:lnTo>
                    <a:pt x="27649" y="14588"/>
                  </a:lnTo>
                  <a:lnTo>
                    <a:pt x="26646" y="16684"/>
                  </a:lnTo>
                  <a:lnTo>
                    <a:pt x="25513" y="21144"/>
                  </a:lnTo>
                  <a:lnTo>
                    <a:pt x="25025" y="21801"/>
                  </a:lnTo>
                  <a:lnTo>
                    <a:pt x="24921" y="27006"/>
                  </a:lnTo>
                  <a:lnTo>
                    <a:pt x="25032" y="28249"/>
                  </a:lnTo>
                  <a:lnTo>
                    <a:pt x="24871" y="32988"/>
                  </a:lnTo>
                  <a:lnTo>
                    <a:pt x="26032" y="34929"/>
                  </a:lnTo>
                  <a:lnTo>
                    <a:pt x="27259" y="35943"/>
                  </a:lnTo>
                  <a:lnTo>
                    <a:pt x="31352" y="35907"/>
                  </a:lnTo>
                  <a:lnTo>
                    <a:pt x="31777" y="36760"/>
                  </a:lnTo>
                  <a:lnTo>
                    <a:pt x="32276" y="38226"/>
                  </a:lnTo>
                  <a:lnTo>
                    <a:pt x="31911" y="40715"/>
                  </a:lnTo>
                  <a:lnTo>
                    <a:pt x="31474" y="42592"/>
                  </a:lnTo>
                  <a:lnTo>
                    <a:pt x="30288" y="44173"/>
                  </a:lnTo>
                  <a:lnTo>
                    <a:pt x="28766" y="45352"/>
                  </a:lnTo>
                  <a:lnTo>
                    <a:pt x="27820" y="45404"/>
                  </a:lnTo>
                  <a:lnTo>
                    <a:pt x="26531" y="43163"/>
                  </a:lnTo>
                  <a:lnTo>
                    <a:pt x="25918" y="43890"/>
                  </a:lnTo>
                  <a:lnTo>
                    <a:pt x="25286" y="45033"/>
                  </a:lnTo>
                  <a:lnTo>
                    <a:pt x="24226" y="51165"/>
                  </a:lnTo>
                  <a:lnTo>
                    <a:pt x="23724" y="55307"/>
                  </a:lnTo>
                  <a:lnTo>
                    <a:pt x="23452" y="55644"/>
                  </a:lnTo>
                  <a:lnTo>
                    <a:pt x="22853" y="55033"/>
                  </a:lnTo>
                  <a:lnTo>
                    <a:pt x="21818" y="54986"/>
                  </a:lnTo>
                  <a:lnTo>
                    <a:pt x="20509" y="55968"/>
                  </a:lnTo>
                  <a:lnTo>
                    <a:pt x="21180" y="56847"/>
                  </a:lnTo>
                  <a:lnTo>
                    <a:pt x="21890" y="58373"/>
                  </a:lnTo>
                  <a:lnTo>
                    <a:pt x="21606" y="59138"/>
                  </a:lnTo>
                  <a:lnTo>
                    <a:pt x="20456" y="59965"/>
                  </a:lnTo>
                  <a:lnTo>
                    <a:pt x="19435" y="61637"/>
                  </a:lnTo>
                  <a:lnTo>
                    <a:pt x="19008" y="62902"/>
                  </a:lnTo>
                  <a:lnTo>
                    <a:pt x="17721" y="64400"/>
                  </a:lnTo>
                  <a:lnTo>
                    <a:pt x="16912" y="66299"/>
                  </a:lnTo>
                  <a:lnTo>
                    <a:pt x="17309" y="68652"/>
                  </a:lnTo>
                  <a:lnTo>
                    <a:pt x="17477" y="70718"/>
                  </a:lnTo>
                  <a:lnTo>
                    <a:pt x="17831" y="73001"/>
                  </a:lnTo>
                  <a:lnTo>
                    <a:pt x="17512" y="74823"/>
                  </a:lnTo>
                  <a:lnTo>
                    <a:pt x="15919" y="77437"/>
                  </a:lnTo>
                  <a:lnTo>
                    <a:pt x="15331" y="79704"/>
                  </a:lnTo>
                  <a:lnTo>
                    <a:pt x="16696" y="79675"/>
                  </a:lnTo>
                  <a:lnTo>
                    <a:pt x="17537" y="80199"/>
                  </a:lnTo>
                  <a:lnTo>
                    <a:pt x="18029" y="80868"/>
                  </a:lnTo>
                  <a:lnTo>
                    <a:pt x="18537" y="81818"/>
                  </a:lnTo>
                  <a:lnTo>
                    <a:pt x="18226" y="829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2370321" y="3045631"/>
              <a:ext cx="42133" cy="67323"/>
            </a:xfrm>
            <a:custGeom>
              <a:avLst/>
              <a:pathLst>
                <a:path w="42133" h="67323">
                  <a:moveTo>
                    <a:pt x="2670" y="55398"/>
                  </a:moveTo>
                  <a:lnTo>
                    <a:pt x="2723" y="50529"/>
                  </a:lnTo>
                  <a:lnTo>
                    <a:pt x="3028" y="48553"/>
                  </a:lnTo>
                  <a:lnTo>
                    <a:pt x="2744" y="46470"/>
                  </a:lnTo>
                  <a:lnTo>
                    <a:pt x="1471" y="44257"/>
                  </a:lnTo>
                  <a:lnTo>
                    <a:pt x="690" y="41409"/>
                  </a:lnTo>
                  <a:lnTo>
                    <a:pt x="0" y="38888"/>
                  </a:lnTo>
                  <a:lnTo>
                    <a:pt x="155" y="38520"/>
                  </a:lnTo>
                  <a:lnTo>
                    <a:pt x="1540" y="38407"/>
                  </a:lnTo>
                  <a:lnTo>
                    <a:pt x="2027" y="37481"/>
                  </a:lnTo>
                  <a:lnTo>
                    <a:pt x="2959" y="34899"/>
                  </a:lnTo>
                  <a:lnTo>
                    <a:pt x="3145" y="32821"/>
                  </a:lnTo>
                  <a:lnTo>
                    <a:pt x="3069" y="31250"/>
                  </a:lnTo>
                  <a:lnTo>
                    <a:pt x="2462" y="29370"/>
                  </a:lnTo>
                  <a:lnTo>
                    <a:pt x="2224" y="27390"/>
                  </a:lnTo>
                  <a:lnTo>
                    <a:pt x="2973" y="25662"/>
                  </a:lnTo>
                  <a:lnTo>
                    <a:pt x="3951" y="23142"/>
                  </a:lnTo>
                  <a:lnTo>
                    <a:pt x="4086" y="22174"/>
                  </a:lnTo>
                  <a:lnTo>
                    <a:pt x="4064" y="21216"/>
                  </a:lnTo>
                  <a:lnTo>
                    <a:pt x="2921" y="18560"/>
                  </a:lnTo>
                  <a:lnTo>
                    <a:pt x="2844" y="17419"/>
                  </a:lnTo>
                  <a:lnTo>
                    <a:pt x="3377" y="14537"/>
                  </a:lnTo>
                  <a:lnTo>
                    <a:pt x="3324" y="12629"/>
                  </a:lnTo>
                  <a:lnTo>
                    <a:pt x="2796" y="6671"/>
                  </a:lnTo>
                  <a:lnTo>
                    <a:pt x="2544" y="5785"/>
                  </a:lnTo>
                  <a:lnTo>
                    <a:pt x="3052" y="5285"/>
                  </a:lnTo>
                  <a:lnTo>
                    <a:pt x="3387" y="3510"/>
                  </a:lnTo>
                  <a:lnTo>
                    <a:pt x="3832" y="1930"/>
                  </a:lnTo>
                  <a:lnTo>
                    <a:pt x="4423" y="1079"/>
                  </a:lnTo>
                  <a:lnTo>
                    <a:pt x="5093" y="549"/>
                  </a:lnTo>
                  <a:lnTo>
                    <a:pt x="6429" y="590"/>
                  </a:lnTo>
                  <a:lnTo>
                    <a:pt x="8274" y="1967"/>
                  </a:lnTo>
                  <a:lnTo>
                    <a:pt x="8797" y="1944"/>
                  </a:lnTo>
                  <a:lnTo>
                    <a:pt x="10569" y="694"/>
                  </a:lnTo>
                  <a:lnTo>
                    <a:pt x="12040" y="0"/>
                  </a:lnTo>
                  <a:lnTo>
                    <a:pt x="13424" y="789"/>
                  </a:lnTo>
                  <a:lnTo>
                    <a:pt x="13983" y="1864"/>
                  </a:lnTo>
                  <a:lnTo>
                    <a:pt x="15126" y="3566"/>
                  </a:lnTo>
                  <a:lnTo>
                    <a:pt x="15699" y="4087"/>
                  </a:lnTo>
                  <a:lnTo>
                    <a:pt x="17504" y="4048"/>
                  </a:lnTo>
                  <a:lnTo>
                    <a:pt x="17998" y="4217"/>
                  </a:lnTo>
                  <a:lnTo>
                    <a:pt x="19513" y="7029"/>
                  </a:lnTo>
                  <a:lnTo>
                    <a:pt x="20789" y="8153"/>
                  </a:lnTo>
                  <a:lnTo>
                    <a:pt x="21530" y="8209"/>
                  </a:lnTo>
                  <a:lnTo>
                    <a:pt x="22858" y="7121"/>
                  </a:lnTo>
                  <a:lnTo>
                    <a:pt x="23517" y="7153"/>
                  </a:lnTo>
                  <a:lnTo>
                    <a:pt x="24272" y="9580"/>
                  </a:lnTo>
                  <a:lnTo>
                    <a:pt x="24420" y="13021"/>
                  </a:lnTo>
                  <a:lnTo>
                    <a:pt x="25052" y="16158"/>
                  </a:lnTo>
                  <a:lnTo>
                    <a:pt x="26019" y="18165"/>
                  </a:lnTo>
                  <a:lnTo>
                    <a:pt x="30789" y="17322"/>
                  </a:lnTo>
                  <a:lnTo>
                    <a:pt x="31853" y="18974"/>
                  </a:lnTo>
                  <a:lnTo>
                    <a:pt x="31487" y="20338"/>
                  </a:lnTo>
                  <a:lnTo>
                    <a:pt x="30814" y="21065"/>
                  </a:lnTo>
                  <a:lnTo>
                    <a:pt x="28547" y="20742"/>
                  </a:lnTo>
                  <a:lnTo>
                    <a:pt x="27555" y="20905"/>
                  </a:lnTo>
                  <a:lnTo>
                    <a:pt x="27356" y="22264"/>
                  </a:lnTo>
                  <a:lnTo>
                    <a:pt x="27351" y="23525"/>
                  </a:lnTo>
                  <a:lnTo>
                    <a:pt x="28678" y="23826"/>
                  </a:lnTo>
                  <a:lnTo>
                    <a:pt x="29979" y="24463"/>
                  </a:lnTo>
                  <a:lnTo>
                    <a:pt x="31303" y="25473"/>
                  </a:lnTo>
                  <a:lnTo>
                    <a:pt x="32652" y="26165"/>
                  </a:lnTo>
                  <a:lnTo>
                    <a:pt x="34168" y="26617"/>
                  </a:lnTo>
                  <a:lnTo>
                    <a:pt x="35663" y="27347"/>
                  </a:lnTo>
                  <a:lnTo>
                    <a:pt x="38156" y="29820"/>
                  </a:lnTo>
                  <a:lnTo>
                    <a:pt x="40910" y="35444"/>
                  </a:lnTo>
                  <a:lnTo>
                    <a:pt x="41647" y="36724"/>
                  </a:lnTo>
                  <a:lnTo>
                    <a:pt x="42133" y="38485"/>
                  </a:lnTo>
                  <a:lnTo>
                    <a:pt x="41902" y="40655"/>
                  </a:lnTo>
                  <a:lnTo>
                    <a:pt x="40917" y="44212"/>
                  </a:lnTo>
                  <a:lnTo>
                    <a:pt x="40360" y="45356"/>
                  </a:lnTo>
                  <a:lnTo>
                    <a:pt x="39548" y="46052"/>
                  </a:lnTo>
                  <a:lnTo>
                    <a:pt x="38991" y="47506"/>
                  </a:lnTo>
                  <a:lnTo>
                    <a:pt x="38454" y="49995"/>
                  </a:lnTo>
                  <a:lnTo>
                    <a:pt x="38126" y="50204"/>
                  </a:lnTo>
                  <a:lnTo>
                    <a:pt x="37739" y="50102"/>
                  </a:lnTo>
                  <a:lnTo>
                    <a:pt x="37078" y="48692"/>
                  </a:lnTo>
                  <a:lnTo>
                    <a:pt x="36605" y="46529"/>
                  </a:lnTo>
                  <a:lnTo>
                    <a:pt x="35277" y="44499"/>
                  </a:lnTo>
                  <a:lnTo>
                    <a:pt x="33697" y="44759"/>
                  </a:lnTo>
                  <a:lnTo>
                    <a:pt x="31369" y="43558"/>
                  </a:lnTo>
                  <a:lnTo>
                    <a:pt x="29960" y="44141"/>
                  </a:lnTo>
                  <a:lnTo>
                    <a:pt x="28551" y="44273"/>
                  </a:lnTo>
                  <a:lnTo>
                    <a:pt x="27109" y="43661"/>
                  </a:lnTo>
                  <a:lnTo>
                    <a:pt x="25659" y="43449"/>
                  </a:lnTo>
                  <a:lnTo>
                    <a:pt x="24213" y="44212"/>
                  </a:lnTo>
                  <a:lnTo>
                    <a:pt x="22809" y="45515"/>
                  </a:lnTo>
                  <a:lnTo>
                    <a:pt x="22291" y="46342"/>
                  </a:lnTo>
                  <a:lnTo>
                    <a:pt x="21391" y="48367"/>
                  </a:lnTo>
                  <a:lnTo>
                    <a:pt x="20913" y="49116"/>
                  </a:lnTo>
                  <a:lnTo>
                    <a:pt x="17497" y="50135"/>
                  </a:lnTo>
                  <a:lnTo>
                    <a:pt x="16513" y="48649"/>
                  </a:lnTo>
                  <a:lnTo>
                    <a:pt x="15601" y="46620"/>
                  </a:lnTo>
                  <a:lnTo>
                    <a:pt x="14287" y="46343"/>
                  </a:lnTo>
                  <a:lnTo>
                    <a:pt x="12383" y="47913"/>
                  </a:lnTo>
                  <a:lnTo>
                    <a:pt x="11192" y="48483"/>
                  </a:lnTo>
                  <a:lnTo>
                    <a:pt x="10707" y="49158"/>
                  </a:lnTo>
                  <a:lnTo>
                    <a:pt x="10566" y="49926"/>
                  </a:lnTo>
                  <a:lnTo>
                    <a:pt x="10561" y="52762"/>
                  </a:lnTo>
                  <a:lnTo>
                    <a:pt x="10292" y="54486"/>
                  </a:lnTo>
                  <a:lnTo>
                    <a:pt x="8436" y="60999"/>
                  </a:lnTo>
                  <a:lnTo>
                    <a:pt x="7389" y="65593"/>
                  </a:lnTo>
                  <a:lnTo>
                    <a:pt x="6958" y="67013"/>
                  </a:lnTo>
                  <a:lnTo>
                    <a:pt x="6460" y="67323"/>
                  </a:lnTo>
                  <a:lnTo>
                    <a:pt x="5547" y="64681"/>
                  </a:lnTo>
                  <a:lnTo>
                    <a:pt x="4963" y="63725"/>
                  </a:lnTo>
                  <a:lnTo>
                    <a:pt x="4242" y="63244"/>
                  </a:lnTo>
                  <a:lnTo>
                    <a:pt x="3936" y="61840"/>
                  </a:lnTo>
                  <a:lnTo>
                    <a:pt x="3949" y="59845"/>
                  </a:lnTo>
                  <a:lnTo>
                    <a:pt x="3759" y="57912"/>
                  </a:lnTo>
                  <a:lnTo>
                    <a:pt x="3313" y="563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3098977" y="2538025"/>
              <a:ext cx="237655" cy="535007"/>
            </a:xfrm>
            <a:custGeom>
              <a:avLst/>
              <a:pathLst>
                <a:path w="237655" h="535007">
                  <a:moveTo>
                    <a:pt x="198628" y="4585"/>
                  </a:moveTo>
                  <a:lnTo>
                    <a:pt x="198870" y="6160"/>
                  </a:lnTo>
                  <a:lnTo>
                    <a:pt x="198912" y="7636"/>
                  </a:lnTo>
                  <a:lnTo>
                    <a:pt x="197824" y="9008"/>
                  </a:lnTo>
                  <a:lnTo>
                    <a:pt x="197105" y="9799"/>
                  </a:lnTo>
                  <a:lnTo>
                    <a:pt x="196246" y="13588"/>
                  </a:lnTo>
                  <a:lnTo>
                    <a:pt x="194648" y="16166"/>
                  </a:lnTo>
                  <a:lnTo>
                    <a:pt x="194382" y="16944"/>
                  </a:lnTo>
                  <a:lnTo>
                    <a:pt x="194395" y="17648"/>
                  </a:lnTo>
                  <a:lnTo>
                    <a:pt x="195476" y="18815"/>
                  </a:lnTo>
                  <a:lnTo>
                    <a:pt x="195836" y="19922"/>
                  </a:lnTo>
                  <a:lnTo>
                    <a:pt x="196006" y="21405"/>
                  </a:lnTo>
                  <a:lnTo>
                    <a:pt x="195522" y="26700"/>
                  </a:lnTo>
                  <a:lnTo>
                    <a:pt x="195218" y="30772"/>
                  </a:lnTo>
                  <a:lnTo>
                    <a:pt x="194820" y="36103"/>
                  </a:lnTo>
                  <a:lnTo>
                    <a:pt x="194836" y="38135"/>
                  </a:lnTo>
                  <a:lnTo>
                    <a:pt x="195248" y="40573"/>
                  </a:lnTo>
                  <a:lnTo>
                    <a:pt x="195653" y="42475"/>
                  </a:lnTo>
                  <a:lnTo>
                    <a:pt x="195779" y="44623"/>
                  </a:lnTo>
                  <a:lnTo>
                    <a:pt x="195634" y="49915"/>
                  </a:lnTo>
                  <a:lnTo>
                    <a:pt x="196134" y="52974"/>
                  </a:lnTo>
                  <a:lnTo>
                    <a:pt x="196529" y="55804"/>
                  </a:lnTo>
                  <a:lnTo>
                    <a:pt x="195584" y="59327"/>
                  </a:lnTo>
                  <a:lnTo>
                    <a:pt x="195179" y="62433"/>
                  </a:lnTo>
                  <a:lnTo>
                    <a:pt x="194923" y="66882"/>
                  </a:lnTo>
                  <a:lnTo>
                    <a:pt x="194819" y="69685"/>
                  </a:lnTo>
                  <a:lnTo>
                    <a:pt x="194211" y="72279"/>
                  </a:lnTo>
                  <a:lnTo>
                    <a:pt x="193413" y="74713"/>
                  </a:lnTo>
                  <a:lnTo>
                    <a:pt x="192517" y="76227"/>
                  </a:lnTo>
                  <a:lnTo>
                    <a:pt x="191410" y="77527"/>
                  </a:lnTo>
                  <a:lnTo>
                    <a:pt x="190131" y="79252"/>
                  </a:lnTo>
                  <a:lnTo>
                    <a:pt x="189099" y="83857"/>
                  </a:lnTo>
                  <a:lnTo>
                    <a:pt x="186866" y="87683"/>
                  </a:lnTo>
                  <a:lnTo>
                    <a:pt x="186398" y="88997"/>
                  </a:lnTo>
                  <a:lnTo>
                    <a:pt x="186188" y="92071"/>
                  </a:lnTo>
                  <a:lnTo>
                    <a:pt x="186241" y="96327"/>
                  </a:lnTo>
                  <a:lnTo>
                    <a:pt x="186634" y="99712"/>
                  </a:lnTo>
                  <a:lnTo>
                    <a:pt x="187706" y="104714"/>
                  </a:lnTo>
                  <a:lnTo>
                    <a:pt x="188646" y="110220"/>
                  </a:lnTo>
                  <a:lnTo>
                    <a:pt x="188901" y="112991"/>
                  </a:lnTo>
                  <a:lnTo>
                    <a:pt x="189262" y="114038"/>
                  </a:lnTo>
                  <a:lnTo>
                    <a:pt x="190580" y="115840"/>
                  </a:lnTo>
                  <a:lnTo>
                    <a:pt x="192862" y="118294"/>
                  </a:lnTo>
                  <a:lnTo>
                    <a:pt x="193287" y="119291"/>
                  </a:lnTo>
                  <a:lnTo>
                    <a:pt x="194420" y="123091"/>
                  </a:lnTo>
                  <a:lnTo>
                    <a:pt x="195493" y="129900"/>
                  </a:lnTo>
                  <a:lnTo>
                    <a:pt x="195829" y="134412"/>
                  </a:lnTo>
                  <a:lnTo>
                    <a:pt x="197921" y="137996"/>
                  </a:lnTo>
                  <a:lnTo>
                    <a:pt x="199851" y="141301"/>
                  </a:lnTo>
                  <a:lnTo>
                    <a:pt x="201706" y="144207"/>
                  </a:lnTo>
                  <a:lnTo>
                    <a:pt x="203719" y="147361"/>
                  </a:lnTo>
                  <a:lnTo>
                    <a:pt x="204007" y="148336"/>
                  </a:lnTo>
                  <a:lnTo>
                    <a:pt x="204678" y="155021"/>
                  </a:lnTo>
                  <a:lnTo>
                    <a:pt x="205345" y="161664"/>
                  </a:lnTo>
                  <a:lnTo>
                    <a:pt x="206079" y="168982"/>
                  </a:lnTo>
                  <a:lnTo>
                    <a:pt x="206814" y="176320"/>
                  </a:lnTo>
                  <a:lnTo>
                    <a:pt x="207681" y="184961"/>
                  </a:lnTo>
                  <a:lnTo>
                    <a:pt x="208173" y="189869"/>
                  </a:lnTo>
                  <a:lnTo>
                    <a:pt x="208771" y="195821"/>
                  </a:lnTo>
                  <a:lnTo>
                    <a:pt x="209470" y="202794"/>
                  </a:lnTo>
                  <a:lnTo>
                    <a:pt x="208345" y="204275"/>
                  </a:lnTo>
                  <a:lnTo>
                    <a:pt x="207071" y="206168"/>
                  </a:lnTo>
                  <a:lnTo>
                    <a:pt x="208000" y="209760"/>
                  </a:lnTo>
                  <a:lnTo>
                    <a:pt x="209786" y="215602"/>
                  </a:lnTo>
                  <a:lnTo>
                    <a:pt x="210867" y="220316"/>
                  </a:lnTo>
                  <a:lnTo>
                    <a:pt x="211242" y="222368"/>
                  </a:lnTo>
                  <a:lnTo>
                    <a:pt x="212084" y="228220"/>
                  </a:lnTo>
                  <a:lnTo>
                    <a:pt x="212768" y="233893"/>
                  </a:lnTo>
                  <a:lnTo>
                    <a:pt x="212945" y="235730"/>
                  </a:lnTo>
                  <a:lnTo>
                    <a:pt x="213197" y="240097"/>
                  </a:lnTo>
                  <a:lnTo>
                    <a:pt x="212887" y="252117"/>
                  </a:lnTo>
                  <a:lnTo>
                    <a:pt x="213377" y="267391"/>
                  </a:lnTo>
                  <a:lnTo>
                    <a:pt x="214042" y="275003"/>
                  </a:lnTo>
                  <a:lnTo>
                    <a:pt x="212998" y="281880"/>
                  </a:lnTo>
                  <a:lnTo>
                    <a:pt x="212104" y="288443"/>
                  </a:lnTo>
                  <a:lnTo>
                    <a:pt x="212161" y="291739"/>
                  </a:lnTo>
                  <a:lnTo>
                    <a:pt x="212654" y="296897"/>
                  </a:lnTo>
                  <a:lnTo>
                    <a:pt x="213134" y="300707"/>
                  </a:lnTo>
                  <a:lnTo>
                    <a:pt x="213794" y="302713"/>
                  </a:lnTo>
                  <a:lnTo>
                    <a:pt x="213665" y="309129"/>
                  </a:lnTo>
                  <a:lnTo>
                    <a:pt x="213390" y="311459"/>
                  </a:lnTo>
                  <a:lnTo>
                    <a:pt x="211383" y="314820"/>
                  </a:lnTo>
                  <a:lnTo>
                    <a:pt x="209156" y="317907"/>
                  </a:lnTo>
                  <a:lnTo>
                    <a:pt x="208540" y="320514"/>
                  </a:lnTo>
                  <a:lnTo>
                    <a:pt x="208361" y="323423"/>
                  </a:lnTo>
                  <a:lnTo>
                    <a:pt x="208659" y="325785"/>
                  </a:lnTo>
                  <a:lnTo>
                    <a:pt x="210190" y="331015"/>
                  </a:lnTo>
                  <a:lnTo>
                    <a:pt x="212489" y="338871"/>
                  </a:lnTo>
                  <a:lnTo>
                    <a:pt x="215017" y="347505"/>
                  </a:lnTo>
                  <a:lnTo>
                    <a:pt x="215228" y="349678"/>
                  </a:lnTo>
                  <a:lnTo>
                    <a:pt x="215332" y="355810"/>
                  </a:lnTo>
                  <a:lnTo>
                    <a:pt x="216384" y="363516"/>
                  </a:lnTo>
                  <a:lnTo>
                    <a:pt x="217525" y="366885"/>
                  </a:lnTo>
                  <a:lnTo>
                    <a:pt x="217953" y="369403"/>
                  </a:lnTo>
                  <a:lnTo>
                    <a:pt x="218758" y="371199"/>
                  </a:lnTo>
                  <a:lnTo>
                    <a:pt x="219565" y="372518"/>
                  </a:lnTo>
                  <a:lnTo>
                    <a:pt x="220060" y="372677"/>
                  </a:lnTo>
                  <a:lnTo>
                    <a:pt x="222905" y="370575"/>
                  </a:lnTo>
                  <a:lnTo>
                    <a:pt x="227762" y="374042"/>
                  </a:lnTo>
                  <a:lnTo>
                    <a:pt x="232358" y="377578"/>
                  </a:lnTo>
                  <a:lnTo>
                    <a:pt x="232696" y="378274"/>
                  </a:lnTo>
                  <a:lnTo>
                    <a:pt x="233700" y="382739"/>
                  </a:lnTo>
                  <a:lnTo>
                    <a:pt x="235343" y="390041"/>
                  </a:lnTo>
                  <a:lnTo>
                    <a:pt x="236564" y="395885"/>
                  </a:lnTo>
                  <a:lnTo>
                    <a:pt x="237655" y="401113"/>
                  </a:lnTo>
                  <a:lnTo>
                    <a:pt x="231695" y="410134"/>
                  </a:lnTo>
                  <a:lnTo>
                    <a:pt x="225737" y="419156"/>
                  </a:lnTo>
                  <a:lnTo>
                    <a:pt x="219777" y="428176"/>
                  </a:lnTo>
                  <a:lnTo>
                    <a:pt x="213817" y="437197"/>
                  </a:lnTo>
                  <a:lnTo>
                    <a:pt x="207859" y="446219"/>
                  </a:lnTo>
                  <a:lnTo>
                    <a:pt x="201900" y="455240"/>
                  </a:lnTo>
                  <a:lnTo>
                    <a:pt x="195941" y="464260"/>
                  </a:lnTo>
                  <a:lnTo>
                    <a:pt x="189981" y="473281"/>
                  </a:lnTo>
                  <a:lnTo>
                    <a:pt x="186028" y="479264"/>
                  </a:lnTo>
                  <a:lnTo>
                    <a:pt x="183515" y="484542"/>
                  </a:lnTo>
                  <a:lnTo>
                    <a:pt x="180362" y="491160"/>
                  </a:lnTo>
                  <a:lnTo>
                    <a:pt x="177385" y="497734"/>
                  </a:lnTo>
                  <a:lnTo>
                    <a:pt x="175042" y="502908"/>
                  </a:lnTo>
                  <a:lnTo>
                    <a:pt x="172007" y="509610"/>
                  </a:lnTo>
                  <a:lnTo>
                    <a:pt x="170480" y="512983"/>
                  </a:lnTo>
                  <a:lnTo>
                    <a:pt x="167096" y="520454"/>
                  </a:lnTo>
                  <a:lnTo>
                    <a:pt x="166080" y="521781"/>
                  </a:lnTo>
                  <a:lnTo>
                    <a:pt x="161596" y="523989"/>
                  </a:lnTo>
                  <a:lnTo>
                    <a:pt x="157484" y="526011"/>
                  </a:lnTo>
                  <a:lnTo>
                    <a:pt x="153686" y="527881"/>
                  </a:lnTo>
                  <a:lnTo>
                    <a:pt x="151089" y="529160"/>
                  </a:lnTo>
                  <a:lnTo>
                    <a:pt x="148580" y="530393"/>
                  </a:lnTo>
                  <a:lnTo>
                    <a:pt x="144926" y="532138"/>
                  </a:lnTo>
                  <a:lnTo>
                    <a:pt x="142318" y="533383"/>
                  </a:lnTo>
                  <a:lnTo>
                    <a:pt x="139502" y="534726"/>
                  </a:lnTo>
                  <a:lnTo>
                    <a:pt x="139066" y="534954"/>
                  </a:lnTo>
                  <a:lnTo>
                    <a:pt x="138554" y="535007"/>
                  </a:lnTo>
                  <a:lnTo>
                    <a:pt x="138174" y="534956"/>
                  </a:lnTo>
                  <a:lnTo>
                    <a:pt x="137398" y="534220"/>
                  </a:lnTo>
                  <a:lnTo>
                    <a:pt x="136457" y="532458"/>
                  </a:lnTo>
                  <a:lnTo>
                    <a:pt x="135830" y="531563"/>
                  </a:lnTo>
                  <a:lnTo>
                    <a:pt x="135673" y="530177"/>
                  </a:lnTo>
                  <a:lnTo>
                    <a:pt x="136039" y="528343"/>
                  </a:lnTo>
                  <a:lnTo>
                    <a:pt x="136492" y="526688"/>
                  </a:lnTo>
                  <a:lnTo>
                    <a:pt x="136666" y="525391"/>
                  </a:lnTo>
                  <a:lnTo>
                    <a:pt x="136980" y="524406"/>
                  </a:lnTo>
                  <a:lnTo>
                    <a:pt x="137380" y="523602"/>
                  </a:lnTo>
                  <a:lnTo>
                    <a:pt x="137397" y="522469"/>
                  </a:lnTo>
                  <a:lnTo>
                    <a:pt x="137065" y="520618"/>
                  </a:lnTo>
                  <a:lnTo>
                    <a:pt x="136773" y="518053"/>
                  </a:lnTo>
                  <a:lnTo>
                    <a:pt x="136785" y="513387"/>
                  </a:lnTo>
                  <a:lnTo>
                    <a:pt x="136793" y="511837"/>
                  </a:lnTo>
                  <a:lnTo>
                    <a:pt x="136797" y="511277"/>
                  </a:lnTo>
                  <a:lnTo>
                    <a:pt x="135951" y="509490"/>
                  </a:lnTo>
                  <a:lnTo>
                    <a:pt x="134366" y="507527"/>
                  </a:lnTo>
                  <a:lnTo>
                    <a:pt x="132907" y="506365"/>
                  </a:lnTo>
                  <a:lnTo>
                    <a:pt x="132242" y="505966"/>
                  </a:lnTo>
                  <a:lnTo>
                    <a:pt x="130629" y="505272"/>
                  </a:lnTo>
                  <a:lnTo>
                    <a:pt x="128401" y="504029"/>
                  </a:lnTo>
                  <a:lnTo>
                    <a:pt x="127618" y="503176"/>
                  </a:lnTo>
                  <a:lnTo>
                    <a:pt x="126176" y="498849"/>
                  </a:lnTo>
                  <a:lnTo>
                    <a:pt x="125468" y="497741"/>
                  </a:lnTo>
                  <a:lnTo>
                    <a:pt x="122125" y="497005"/>
                  </a:lnTo>
                  <a:lnTo>
                    <a:pt x="121016" y="496291"/>
                  </a:lnTo>
                  <a:lnTo>
                    <a:pt x="120104" y="495265"/>
                  </a:lnTo>
                  <a:lnTo>
                    <a:pt x="119324" y="493883"/>
                  </a:lnTo>
                  <a:lnTo>
                    <a:pt x="118886" y="491505"/>
                  </a:lnTo>
                  <a:lnTo>
                    <a:pt x="118756" y="489569"/>
                  </a:lnTo>
                  <a:lnTo>
                    <a:pt x="118463" y="488647"/>
                  </a:lnTo>
                  <a:lnTo>
                    <a:pt x="114776" y="483978"/>
                  </a:lnTo>
                  <a:lnTo>
                    <a:pt x="113840" y="482391"/>
                  </a:lnTo>
                  <a:lnTo>
                    <a:pt x="113343" y="480909"/>
                  </a:lnTo>
                  <a:lnTo>
                    <a:pt x="113324" y="478726"/>
                  </a:lnTo>
                  <a:lnTo>
                    <a:pt x="113424" y="476046"/>
                  </a:lnTo>
                  <a:lnTo>
                    <a:pt x="113268" y="473667"/>
                  </a:lnTo>
                  <a:lnTo>
                    <a:pt x="113111" y="472493"/>
                  </a:lnTo>
                  <a:lnTo>
                    <a:pt x="111429" y="469671"/>
                  </a:lnTo>
                  <a:lnTo>
                    <a:pt x="107660" y="463344"/>
                  </a:lnTo>
                  <a:lnTo>
                    <a:pt x="103892" y="457017"/>
                  </a:lnTo>
                  <a:lnTo>
                    <a:pt x="100124" y="450689"/>
                  </a:lnTo>
                  <a:lnTo>
                    <a:pt x="99928" y="450361"/>
                  </a:lnTo>
                  <a:lnTo>
                    <a:pt x="96354" y="444364"/>
                  </a:lnTo>
                  <a:lnTo>
                    <a:pt x="92586" y="438037"/>
                  </a:lnTo>
                  <a:lnTo>
                    <a:pt x="88817" y="431708"/>
                  </a:lnTo>
                  <a:lnTo>
                    <a:pt x="85048" y="425383"/>
                  </a:lnTo>
                  <a:lnTo>
                    <a:pt x="81280" y="419056"/>
                  </a:lnTo>
                  <a:lnTo>
                    <a:pt x="77511" y="412728"/>
                  </a:lnTo>
                  <a:lnTo>
                    <a:pt x="73743" y="406403"/>
                  </a:lnTo>
                  <a:lnTo>
                    <a:pt x="69973" y="400075"/>
                  </a:lnTo>
                  <a:lnTo>
                    <a:pt x="66205" y="393748"/>
                  </a:lnTo>
                  <a:lnTo>
                    <a:pt x="62436" y="387421"/>
                  </a:lnTo>
                  <a:lnTo>
                    <a:pt x="58668" y="381094"/>
                  </a:lnTo>
                  <a:lnTo>
                    <a:pt x="54899" y="374767"/>
                  </a:lnTo>
                  <a:lnTo>
                    <a:pt x="51130" y="368442"/>
                  </a:lnTo>
                  <a:lnTo>
                    <a:pt x="47946" y="363095"/>
                  </a:lnTo>
                  <a:lnTo>
                    <a:pt x="44429" y="357448"/>
                  </a:lnTo>
                  <a:lnTo>
                    <a:pt x="41818" y="353315"/>
                  </a:lnTo>
                  <a:lnTo>
                    <a:pt x="39223" y="349206"/>
                  </a:lnTo>
                  <a:lnTo>
                    <a:pt x="36439" y="344796"/>
                  </a:lnTo>
                  <a:lnTo>
                    <a:pt x="34625" y="342059"/>
                  </a:lnTo>
                  <a:lnTo>
                    <a:pt x="32461" y="338791"/>
                  </a:lnTo>
                  <a:lnTo>
                    <a:pt x="30298" y="335523"/>
                  </a:lnTo>
                  <a:lnTo>
                    <a:pt x="28133" y="332255"/>
                  </a:lnTo>
                  <a:lnTo>
                    <a:pt x="25969" y="328987"/>
                  </a:lnTo>
                  <a:lnTo>
                    <a:pt x="23805" y="325717"/>
                  </a:lnTo>
                  <a:lnTo>
                    <a:pt x="21641" y="322451"/>
                  </a:lnTo>
                  <a:lnTo>
                    <a:pt x="19477" y="319183"/>
                  </a:lnTo>
                  <a:lnTo>
                    <a:pt x="17313" y="315915"/>
                  </a:lnTo>
                  <a:lnTo>
                    <a:pt x="15148" y="312647"/>
                  </a:lnTo>
                  <a:lnTo>
                    <a:pt x="12984" y="309379"/>
                  </a:lnTo>
                  <a:lnTo>
                    <a:pt x="10820" y="306111"/>
                  </a:lnTo>
                  <a:lnTo>
                    <a:pt x="8656" y="302843"/>
                  </a:lnTo>
                  <a:lnTo>
                    <a:pt x="6491" y="299575"/>
                  </a:lnTo>
                  <a:lnTo>
                    <a:pt x="4327" y="296307"/>
                  </a:lnTo>
                  <a:lnTo>
                    <a:pt x="2163" y="293039"/>
                  </a:lnTo>
                  <a:lnTo>
                    <a:pt x="0" y="289771"/>
                  </a:lnTo>
                  <a:lnTo>
                    <a:pt x="0" y="283734"/>
                  </a:lnTo>
                  <a:lnTo>
                    <a:pt x="0" y="278823"/>
                  </a:lnTo>
                  <a:lnTo>
                    <a:pt x="0" y="271614"/>
                  </a:lnTo>
                  <a:lnTo>
                    <a:pt x="0" y="265361"/>
                  </a:lnTo>
                  <a:lnTo>
                    <a:pt x="0" y="259106"/>
                  </a:lnTo>
                  <a:lnTo>
                    <a:pt x="0" y="254805"/>
                  </a:lnTo>
                  <a:lnTo>
                    <a:pt x="0" y="250328"/>
                  </a:lnTo>
                  <a:lnTo>
                    <a:pt x="56" y="248300"/>
                  </a:lnTo>
                  <a:lnTo>
                    <a:pt x="269" y="247437"/>
                  </a:lnTo>
                  <a:lnTo>
                    <a:pt x="1438" y="245981"/>
                  </a:lnTo>
                  <a:lnTo>
                    <a:pt x="3268" y="242662"/>
                  </a:lnTo>
                  <a:lnTo>
                    <a:pt x="3945" y="241185"/>
                  </a:lnTo>
                  <a:lnTo>
                    <a:pt x="4812" y="239697"/>
                  </a:lnTo>
                  <a:lnTo>
                    <a:pt x="7876" y="235209"/>
                  </a:lnTo>
                  <a:lnTo>
                    <a:pt x="8510" y="233958"/>
                  </a:lnTo>
                  <a:lnTo>
                    <a:pt x="11487" y="228794"/>
                  </a:lnTo>
                  <a:lnTo>
                    <a:pt x="12184" y="228035"/>
                  </a:lnTo>
                  <a:lnTo>
                    <a:pt x="13782" y="227532"/>
                  </a:lnTo>
                  <a:lnTo>
                    <a:pt x="14450" y="226563"/>
                  </a:lnTo>
                  <a:lnTo>
                    <a:pt x="15347" y="224503"/>
                  </a:lnTo>
                  <a:lnTo>
                    <a:pt x="16668" y="222134"/>
                  </a:lnTo>
                  <a:lnTo>
                    <a:pt x="17528" y="221019"/>
                  </a:lnTo>
                  <a:lnTo>
                    <a:pt x="17732" y="220814"/>
                  </a:lnTo>
                  <a:lnTo>
                    <a:pt x="18279" y="220648"/>
                  </a:lnTo>
                  <a:lnTo>
                    <a:pt x="21034" y="221345"/>
                  </a:lnTo>
                  <a:lnTo>
                    <a:pt x="22190" y="221870"/>
                  </a:lnTo>
                  <a:lnTo>
                    <a:pt x="23568" y="222314"/>
                  </a:lnTo>
                  <a:lnTo>
                    <a:pt x="24001" y="222014"/>
                  </a:lnTo>
                  <a:lnTo>
                    <a:pt x="24370" y="221278"/>
                  </a:lnTo>
                  <a:lnTo>
                    <a:pt x="24889" y="219623"/>
                  </a:lnTo>
                  <a:lnTo>
                    <a:pt x="25003" y="217668"/>
                  </a:lnTo>
                  <a:lnTo>
                    <a:pt x="25035" y="215962"/>
                  </a:lnTo>
                  <a:lnTo>
                    <a:pt x="25116" y="215213"/>
                  </a:lnTo>
                  <a:lnTo>
                    <a:pt x="25359" y="214881"/>
                  </a:lnTo>
                  <a:lnTo>
                    <a:pt x="25958" y="215006"/>
                  </a:lnTo>
                  <a:lnTo>
                    <a:pt x="26764" y="215237"/>
                  </a:lnTo>
                  <a:lnTo>
                    <a:pt x="28408" y="215167"/>
                  </a:lnTo>
                  <a:lnTo>
                    <a:pt x="28964" y="214923"/>
                  </a:lnTo>
                  <a:lnTo>
                    <a:pt x="30830" y="214559"/>
                  </a:lnTo>
                  <a:lnTo>
                    <a:pt x="33469" y="213442"/>
                  </a:lnTo>
                  <a:lnTo>
                    <a:pt x="35560" y="211997"/>
                  </a:lnTo>
                  <a:lnTo>
                    <a:pt x="37223" y="210845"/>
                  </a:lnTo>
                  <a:lnTo>
                    <a:pt x="39008" y="207840"/>
                  </a:lnTo>
                  <a:lnTo>
                    <a:pt x="40315" y="204663"/>
                  </a:lnTo>
                  <a:lnTo>
                    <a:pt x="41675" y="199927"/>
                  </a:lnTo>
                  <a:lnTo>
                    <a:pt x="42753" y="195821"/>
                  </a:lnTo>
                  <a:lnTo>
                    <a:pt x="44937" y="193250"/>
                  </a:lnTo>
                  <a:lnTo>
                    <a:pt x="46765" y="191702"/>
                  </a:lnTo>
                  <a:lnTo>
                    <a:pt x="47806" y="191089"/>
                  </a:lnTo>
                  <a:lnTo>
                    <a:pt x="50180" y="188922"/>
                  </a:lnTo>
                  <a:lnTo>
                    <a:pt x="52184" y="185651"/>
                  </a:lnTo>
                  <a:lnTo>
                    <a:pt x="54064" y="182579"/>
                  </a:lnTo>
                  <a:lnTo>
                    <a:pt x="55506" y="182173"/>
                  </a:lnTo>
                  <a:lnTo>
                    <a:pt x="57325" y="181664"/>
                  </a:lnTo>
                  <a:lnTo>
                    <a:pt x="57730" y="181087"/>
                  </a:lnTo>
                  <a:lnTo>
                    <a:pt x="58189" y="179996"/>
                  </a:lnTo>
                  <a:lnTo>
                    <a:pt x="58217" y="178080"/>
                  </a:lnTo>
                  <a:lnTo>
                    <a:pt x="57665" y="176733"/>
                  </a:lnTo>
                  <a:lnTo>
                    <a:pt x="57001" y="176023"/>
                  </a:lnTo>
                  <a:lnTo>
                    <a:pt x="56531" y="175242"/>
                  </a:lnTo>
                  <a:lnTo>
                    <a:pt x="56061" y="175101"/>
                  </a:lnTo>
                  <a:lnTo>
                    <a:pt x="55813" y="174179"/>
                  </a:lnTo>
                  <a:lnTo>
                    <a:pt x="55951" y="172475"/>
                  </a:lnTo>
                  <a:lnTo>
                    <a:pt x="56023" y="170898"/>
                  </a:lnTo>
                  <a:lnTo>
                    <a:pt x="56322" y="169332"/>
                  </a:lnTo>
                  <a:lnTo>
                    <a:pt x="56238" y="167107"/>
                  </a:lnTo>
                  <a:lnTo>
                    <a:pt x="55770" y="164884"/>
                  </a:lnTo>
                  <a:lnTo>
                    <a:pt x="55627" y="163287"/>
                  </a:lnTo>
                  <a:lnTo>
                    <a:pt x="55660" y="161707"/>
                  </a:lnTo>
                  <a:lnTo>
                    <a:pt x="55889" y="160465"/>
                  </a:lnTo>
                  <a:lnTo>
                    <a:pt x="56564" y="159648"/>
                  </a:lnTo>
                  <a:lnTo>
                    <a:pt x="57345" y="159336"/>
                  </a:lnTo>
                  <a:lnTo>
                    <a:pt x="58446" y="159730"/>
                  </a:lnTo>
                  <a:lnTo>
                    <a:pt x="60343" y="159205"/>
                  </a:lnTo>
                  <a:lnTo>
                    <a:pt x="65204" y="155372"/>
                  </a:lnTo>
                  <a:lnTo>
                    <a:pt x="65539" y="154191"/>
                  </a:lnTo>
                  <a:lnTo>
                    <a:pt x="65851" y="151539"/>
                  </a:lnTo>
                  <a:lnTo>
                    <a:pt x="66200" y="149218"/>
                  </a:lnTo>
                  <a:lnTo>
                    <a:pt x="66702" y="148440"/>
                  </a:lnTo>
                  <a:lnTo>
                    <a:pt x="66976" y="148267"/>
                  </a:lnTo>
                  <a:lnTo>
                    <a:pt x="68596" y="147645"/>
                  </a:lnTo>
                  <a:lnTo>
                    <a:pt x="70890" y="146761"/>
                  </a:lnTo>
                  <a:lnTo>
                    <a:pt x="71752" y="146634"/>
                  </a:lnTo>
                  <a:lnTo>
                    <a:pt x="74251" y="146889"/>
                  </a:lnTo>
                  <a:lnTo>
                    <a:pt x="76074" y="147075"/>
                  </a:lnTo>
                  <a:lnTo>
                    <a:pt x="79018" y="147378"/>
                  </a:lnTo>
                  <a:lnTo>
                    <a:pt x="81111" y="147533"/>
                  </a:lnTo>
                  <a:lnTo>
                    <a:pt x="82930" y="147671"/>
                  </a:lnTo>
                  <a:lnTo>
                    <a:pt x="85251" y="147844"/>
                  </a:lnTo>
                  <a:lnTo>
                    <a:pt x="85820" y="147306"/>
                  </a:lnTo>
                  <a:lnTo>
                    <a:pt x="85820" y="145612"/>
                  </a:lnTo>
                  <a:lnTo>
                    <a:pt x="85404" y="142463"/>
                  </a:lnTo>
                  <a:lnTo>
                    <a:pt x="85654" y="140499"/>
                  </a:lnTo>
                  <a:lnTo>
                    <a:pt x="86549" y="138680"/>
                  </a:lnTo>
                  <a:lnTo>
                    <a:pt x="87666" y="136636"/>
                  </a:lnTo>
                  <a:lnTo>
                    <a:pt x="87142" y="134155"/>
                  </a:lnTo>
                  <a:lnTo>
                    <a:pt x="86254" y="132494"/>
                  </a:lnTo>
                  <a:lnTo>
                    <a:pt x="85009" y="130509"/>
                  </a:lnTo>
                  <a:lnTo>
                    <a:pt x="84367" y="129691"/>
                  </a:lnTo>
                  <a:lnTo>
                    <a:pt x="83241" y="127284"/>
                  </a:lnTo>
                  <a:lnTo>
                    <a:pt x="82551" y="124541"/>
                  </a:lnTo>
                  <a:lnTo>
                    <a:pt x="82082" y="118751"/>
                  </a:lnTo>
                  <a:lnTo>
                    <a:pt x="81226" y="115508"/>
                  </a:lnTo>
                  <a:lnTo>
                    <a:pt x="80604" y="111510"/>
                  </a:lnTo>
                  <a:lnTo>
                    <a:pt x="81156" y="104179"/>
                  </a:lnTo>
                  <a:lnTo>
                    <a:pt x="80330" y="99743"/>
                  </a:lnTo>
                  <a:lnTo>
                    <a:pt x="80202" y="97823"/>
                  </a:lnTo>
                  <a:lnTo>
                    <a:pt x="80195" y="95566"/>
                  </a:lnTo>
                  <a:lnTo>
                    <a:pt x="80449" y="91664"/>
                  </a:lnTo>
                  <a:lnTo>
                    <a:pt x="80285" y="86174"/>
                  </a:lnTo>
                  <a:lnTo>
                    <a:pt x="79308" y="80505"/>
                  </a:lnTo>
                  <a:lnTo>
                    <a:pt x="79768" y="78574"/>
                  </a:lnTo>
                  <a:lnTo>
                    <a:pt x="79981" y="77576"/>
                  </a:lnTo>
                  <a:lnTo>
                    <a:pt x="79910" y="76717"/>
                  </a:lnTo>
                  <a:lnTo>
                    <a:pt x="79022" y="74915"/>
                  </a:lnTo>
                  <a:lnTo>
                    <a:pt x="78642" y="73431"/>
                  </a:lnTo>
                  <a:lnTo>
                    <a:pt x="78840" y="72033"/>
                  </a:lnTo>
                  <a:lnTo>
                    <a:pt x="79303" y="70007"/>
                  </a:lnTo>
                  <a:lnTo>
                    <a:pt x="79264" y="69158"/>
                  </a:lnTo>
                  <a:lnTo>
                    <a:pt x="77822" y="66687"/>
                  </a:lnTo>
                  <a:lnTo>
                    <a:pt x="75395" y="62689"/>
                  </a:lnTo>
                  <a:lnTo>
                    <a:pt x="74716" y="60947"/>
                  </a:lnTo>
                  <a:lnTo>
                    <a:pt x="74384" y="58748"/>
                  </a:lnTo>
                  <a:lnTo>
                    <a:pt x="76707" y="59314"/>
                  </a:lnTo>
                  <a:lnTo>
                    <a:pt x="77910" y="59043"/>
                  </a:lnTo>
                  <a:lnTo>
                    <a:pt x="80668" y="56417"/>
                  </a:lnTo>
                  <a:lnTo>
                    <a:pt x="82853" y="52872"/>
                  </a:lnTo>
                  <a:lnTo>
                    <a:pt x="84555" y="51064"/>
                  </a:lnTo>
                  <a:lnTo>
                    <a:pt x="86057" y="47179"/>
                  </a:lnTo>
                  <a:lnTo>
                    <a:pt x="87411" y="44723"/>
                  </a:lnTo>
                  <a:lnTo>
                    <a:pt x="89370" y="42077"/>
                  </a:lnTo>
                  <a:lnTo>
                    <a:pt x="95024" y="36370"/>
                  </a:lnTo>
                  <a:lnTo>
                    <a:pt x="95891" y="36321"/>
                  </a:lnTo>
                  <a:lnTo>
                    <a:pt x="97751" y="37624"/>
                  </a:lnTo>
                  <a:lnTo>
                    <a:pt x="99373" y="37219"/>
                  </a:lnTo>
                  <a:lnTo>
                    <a:pt x="99928" y="36215"/>
                  </a:lnTo>
                  <a:lnTo>
                    <a:pt x="100480" y="35217"/>
                  </a:lnTo>
                  <a:lnTo>
                    <a:pt x="101673" y="30413"/>
                  </a:lnTo>
                  <a:lnTo>
                    <a:pt x="103521" y="27481"/>
                  </a:lnTo>
                  <a:lnTo>
                    <a:pt x="105854" y="24542"/>
                  </a:lnTo>
                  <a:lnTo>
                    <a:pt x="109029" y="21743"/>
                  </a:lnTo>
                  <a:lnTo>
                    <a:pt x="111110" y="19160"/>
                  </a:lnTo>
                  <a:lnTo>
                    <a:pt x="114396" y="16925"/>
                  </a:lnTo>
                  <a:lnTo>
                    <a:pt x="122651" y="15507"/>
                  </a:lnTo>
                  <a:lnTo>
                    <a:pt x="126890" y="14245"/>
                  </a:lnTo>
                  <a:lnTo>
                    <a:pt x="129773" y="14529"/>
                  </a:lnTo>
                  <a:lnTo>
                    <a:pt x="132686" y="10446"/>
                  </a:lnTo>
                  <a:lnTo>
                    <a:pt x="134140" y="9098"/>
                  </a:lnTo>
                  <a:lnTo>
                    <a:pt x="140442" y="8783"/>
                  </a:lnTo>
                  <a:lnTo>
                    <a:pt x="143417" y="5797"/>
                  </a:lnTo>
                  <a:lnTo>
                    <a:pt x="154685" y="5793"/>
                  </a:lnTo>
                  <a:lnTo>
                    <a:pt x="156062" y="6795"/>
                  </a:lnTo>
                  <a:lnTo>
                    <a:pt x="157416" y="8401"/>
                  </a:lnTo>
                  <a:lnTo>
                    <a:pt x="159719" y="12279"/>
                  </a:lnTo>
                  <a:lnTo>
                    <a:pt x="160868" y="13124"/>
                  </a:lnTo>
                  <a:lnTo>
                    <a:pt x="162355" y="12320"/>
                  </a:lnTo>
                  <a:lnTo>
                    <a:pt x="165817" y="8651"/>
                  </a:lnTo>
                  <a:lnTo>
                    <a:pt x="169722" y="6740"/>
                  </a:lnTo>
                  <a:lnTo>
                    <a:pt x="171843" y="4552"/>
                  </a:lnTo>
                  <a:lnTo>
                    <a:pt x="172749" y="1369"/>
                  </a:lnTo>
                  <a:lnTo>
                    <a:pt x="174575" y="196"/>
                  </a:lnTo>
                  <a:lnTo>
                    <a:pt x="175604" y="2640"/>
                  </a:lnTo>
                  <a:lnTo>
                    <a:pt x="179651" y="5110"/>
                  </a:lnTo>
                  <a:lnTo>
                    <a:pt x="182135" y="4403"/>
                  </a:lnTo>
                  <a:lnTo>
                    <a:pt x="183229" y="3660"/>
                  </a:lnTo>
                  <a:lnTo>
                    <a:pt x="182836" y="0"/>
                  </a:lnTo>
                  <a:lnTo>
                    <a:pt x="185461" y="978"/>
                  </a:lnTo>
                  <a:lnTo>
                    <a:pt x="187478" y="2737"/>
                  </a:lnTo>
                  <a:lnTo>
                    <a:pt x="189594" y="6267"/>
                  </a:lnTo>
                  <a:lnTo>
                    <a:pt x="190962" y="6974"/>
                  </a:lnTo>
                  <a:lnTo>
                    <a:pt x="193456" y="53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2275120" y="3712932"/>
              <a:ext cx="4187" cy="10131"/>
            </a:xfrm>
            <a:custGeom>
              <a:avLst/>
              <a:pathLst>
                <a:path w="4187" h="10131">
                  <a:moveTo>
                    <a:pt x="1626" y="8991"/>
                  </a:moveTo>
                  <a:lnTo>
                    <a:pt x="1406" y="10131"/>
                  </a:lnTo>
                  <a:lnTo>
                    <a:pt x="313" y="10030"/>
                  </a:lnTo>
                  <a:lnTo>
                    <a:pt x="0" y="9664"/>
                  </a:lnTo>
                  <a:lnTo>
                    <a:pt x="9" y="8359"/>
                  </a:lnTo>
                  <a:lnTo>
                    <a:pt x="266" y="4227"/>
                  </a:lnTo>
                  <a:lnTo>
                    <a:pt x="567" y="2490"/>
                  </a:lnTo>
                  <a:lnTo>
                    <a:pt x="1464" y="810"/>
                  </a:lnTo>
                  <a:lnTo>
                    <a:pt x="2211" y="0"/>
                  </a:lnTo>
                  <a:lnTo>
                    <a:pt x="3172" y="147"/>
                  </a:lnTo>
                  <a:lnTo>
                    <a:pt x="4187" y="1676"/>
                  </a:lnTo>
                  <a:lnTo>
                    <a:pt x="2988" y="4452"/>
                  </a:lnTo>
                  <a:lnTo>
                    <a:pt x="2321" y="4873"/>
                  </a:lnTo>
                  <a:lnTo>
                    <a:pt x="2066" y="52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2157201" y="3670149"/>
              <a:ext cx="1615" cy="3575"/>
            </a:xfrm>
            <a:custGeom>
              <a:avLst/>
              <a:pathLst>
                <a:path w="1615" h="3575">
                  <a:moveTo>
                    <a:pt x="1100" y="3514"/>
                  </a:moveTo>
                  <a:lnTo>
                    <a:pt x="634" y="3575"/>
                  </a:lnTo>
                  <a:lnTo>
                    <a:pt x="0" y="2308"/>
                  </a:lnTo>
                  <a:lnTo>
                    <a:pt x="487" y="0"/>
                  </a:lnTo>
                  <a:lnTo>
                    <a:pt x="1007" y="556"/>
                  </a:lnTo>
                  <a:lnTo>
                    <a:pt x="1390" y="1220"/>
                  </a:lnTo>
                  <a:lnTo>
                    <a:pt x="1615" y="21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2167684" y="3654166"/>
              <a:ext cx="4018" cy="8045"/>
            </a:xfrm>
            <a:custGeom>
              <a:avLst/>
              <a:pathLst>
                <a:path w="4018" h="8045">
                  <a:moveTo>
                    <a:pt x="2182" y="6824"/>
                  </a:moveTo>
                  <a:lnTo>
                    <a:pt x="828" y="8045"/>
                  </a:lnTo>
                  <a:lnTo>
                    <a:pt x="360" y="7496"/>
                  </a:lnTo>
                  <a:lnTo>
                    <a:pt x="68" y="6896"/>
                  </a:lnTo>
                  <a:lnTo>
                    <a:pt x="0" y="6160"/>
                  </a:lnTo>
                  <a:lnTo>
                    <a:pt x="749" y="4337"/>
                  </a:lnTo>
                  <a:lnTo>
                    <a:pt x="1480" y="3347"/>
                  </a:lnTo>
                  <a:lnTo>
                    <a:pt x="2134" y="1246"/>
                  </a:lnTo>
                  <a:lnTo>
                    <a:pt x="3339" y="0"/>
                  </a:lnTo>
                  <a:lnTo>
                    <a:pt x="3691" y="288"/>
                  </a:lnTo>
                  <a:lnTo>
                    <a:pt x="3926" y="724"/>
                  </a:lnTo>
                  <a:lnTo>
                    <a:pt x="4018" y="1428"/>
                  </a:lnTo>
                  <a:lnTo>
                    <a:pt x="3610" y="3128"/>
                  </a:lnTo>
                  <a:lnTo>
                    <a:pt x="2879" y="43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2156941" y="3648391"/>
              <a:ext cx="4106" cy="8529"/>
            </a:xfrm>
            <a:custGeom>
              <a:avLst/>
              <a:pathLst>
                <a:path w="4106" h="8529">
                  <a:moveTo>
                    <a:pt x="2385" y="8478"/>
                  </a:moveTo>
                  <a:lnTo>
                    <a:pt x="1784" y="8529"/>
                  </a:lnTo>
                  <a:lnTo>
                    <a:pt x="0" y="5667"/>
                  </a:lnTo>
                  <a:lnTo>
                    <a:pt x="120" y="2859"/>
                  </a:lnTo>
                  <a:lnTo>
                    <a:pt x="833" y="966"/>
                  </a:lnTo>
                  <a:lnTo>
                    <a:pt x="3138" y="0"/>
                  </a:lnTo>
                  <a:lnTo>
                    <a:pt x="4106" y="1777"/>
                  </a:lnTo>
                  <a:lnTo>
                    <a:pt x="4021" y="5145"/>
                  </a:lnTo>
                  <a:lnTo>
                    <a:pt x="3234" y="7603"/>
                  </a:lnTo>
                  <a:lnTo>
                    <a:pt x="2609" y="80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2144144" y="3641625"/>
              <a:ext cx="2932" cy="6576"/>
            </a:xfrm>
            <a:custGeom>
              <a:avLst/>
              <a:pathLst>
                <a:path w="2932" h="6576">
                  <a:moveTo>
                    <a:pt x="2625" y="6062"/>
                  </a:moveTo>
                  <a:lnTo>
                    <a:pt x="1470" y="6576"/>
                  </a:lnTo>
                  <a:lnTo>
                    <a:pt x="499" y="5563"/>
                  </a:lnTo>
                  <a:lnTo>
                    <a:pt x="87" y="3993"/>
                  </a:lnTo>
                  <a:lnTo>
                    <a:pt x="0" y="1633"/>
                  </a:lnTo>
                  <a:lnTo>
                    <a:pt x="85" y="851"/>
                  </a:lnTo>
                  <a:lnTo>
                    <a:pt x="2232" y="0"/>
                  </a:lnTo>
                  <a:lnTo>
                    <a:pt x="2932" y="1973"/>
                  </a:lnTo>
                  <a:lnTo>
                    <a:pt x="2925" y="48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2153194" y="3638811"/>
              <a:ext cx="3618" cy="6022"/>
            </a:xfrm>
            <a:custGeom>
              <a:avLst/>
              <a:pathLst>
                <a:path w="3618" h="6022">
                  <a:moveTo>
                    <a:pt x="3381" y="5127"/>
                  </a:moveTo>
                  <a:lnTo>
                    <a:pt x="2846" y="6022"/>
                  </a:lnTo>
                  <a:lnTo>
                    <a:pt x="676" y="4992"/>
                  </a:lnTo>
                  <a:lnTo>
                    <a:pt x="0" y="3278"/>
                  </a:lnTo>
                  <a:lnTo>
                    <a:pt x="545" y="937"/>
                  </a:lnTo>
                  <a:lnTo>
                    <a:pt x="1005" y="0"/>
                  </a:lnTo>
                  <a:lnTo>
                    <a:pt x="2304" y="868"/>
                  </a:lnTo>
                  <a:lnTo>
                    <a:pt x="3618" y="34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2144804" y="3630352"/>
              <a:ext cx="9173" cy="33847"/>
            </a:xfrm>
            <a:custGeom>
              <a:avLst/>
              <a:pathLst>
                <a:path w="9173" h="33847">
                  <a:moveTo>
                    <a:pt x="3736" y="2975"/>
                  </a:moveTo>
                  <a:lnTo>
                    <a:pt x="4450" y="4879"/>
                  </a:lnTo>
                  <a:lnTo>
                    <a:pt x="4840" y="10308"/>
                  </a:lnTo>
                  <a:lnTo>
                    <a:pt x="7149" y="16036"/>
                  </a:lnTo>
                  <a:lnTo>
                    <a:pt x="7436" y="19237"/>
                  </a:lnTo>
                  <a:lnTo>
                    <a:pt x="7231" y="20726"/>
                  </a:lnTo>
                  <a:lnTo>
                    <a:pt x="7340" y="21309"/>
                  </a:lnTo>
                  <a:lnTo>
                    <a:pt x="8450" y="23568"/>
                  </a:lnTo>
                  <a:lnTo>
                    <a:pt x="9173" y="25940"/>
                  </a:lnTo>
                  <a:lnTo>
                    <a:pt x="7955" y="31509"/>
                  </a:lnTo>
                  <a:lnTo>
                    <a:pt x="5360" y="33847"/>
                  </a:lnTo>
                  <a:lnTo>
                    <a:pt x="2592" y="33769"/>
                  </a:lnTo>
                  <a:lnTo>
                    <a:pt x="2045" y="33169"/>
                  </a:lnTo>
                  <a:lnTo>
                    <a:pt x="1303" y="31039"/>
                  </a:lnTo>
                  <a:lnTo>
                    <a:pt x="1167" y="29158"/>
                  </a:lnTo>
                  <a:lnTo>
                    <a:pt x="1594" y="27342"/>
                  </a:lnTo>
                  <a:lnTo>
                    <a:pt x="3023" y="24587"/>
                  </a:lnTo>
                  <a:lnTo>
                    <a:pt x="5203" y="22122"/>
                  </a:lnTo>
                  <a:lnTo>
                    <a:pt x="5476" y="20238"/>
                  </a:lnTo>
                  <a:lnTo>
                    <a:pt x="4600" y="18403"/>
                  </a:lnTo>
                  <a:lnTo>
                    <a:pt x="3996" y="14758"/>
                  </a:lnTo>
                  <a:lnTo>
                    <a:pt x="2619" y="12204"/>
                  </a:lnTo>
                  <a:lnTo>
                    <a:pt x="1932" y="4409"/>
                  </a:lnTo>
                  <a:lnTo>
                    <a:pt x="1474" y="4022"/>
                  </a:lnTo>
                  <a:lnTo>
                    <a:pt x="538" y="5097"/>
                  </a:lnTo>
                  <a:lnTo>
                    <a:pt x="77" y="4155"/>
                  </a:lnTo>
                  <a:lnTo>
                    <a:pt x="0" y="3656"/>
                  </a:lnTo>
                  <a:lnTo>
                    <a:pt x="1008" y="1878"/>
                  </a:lnTo>
                  <a:lnTo>
                    <a:pt x="1217" y="610"/>
                  </a:lnTo>
                  <a:lnTo>
                    <a:pt x="2709" y="0"/>
                  </a:lnTo>
                  <a:lnTo>
                    <a:pt x="3349" y="101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2289864" y="3593890"/>
              <a:ext cx="1057" cy="3380"/>
            </a:xfrm>
            <a:custGeom>
              <a:avLst/>
              <a:pathLst>
                <a:path w="1057" h="3380">
                  <a:moveTo>
                    <a:pt x="949" y="3161"/>
                  </a:moveTo>
                  <a:lnTo>
                    <a:pt x="300" y="3380"/>
                  </a:lnTo>
                  <a:lnTo>
                    <a:pt x="0" y="1966"/>
                  </a:lnTo>
                  <a:lnTo>
                    <a:pt x="787" y="320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2267181" y="3591065"/>
              <a:ext cx="65747" cy="190473"/>
            </a:xfrm>
            <a:custGeom>
              <a:avLst/>
              <a:pathLst>
                <a:path w="65747" h="190473">
                  <a:moveTo>
                    <a:pt x="65346" y="46153"/>
                  </a:moveTo>
                  <a:lnTo>
                    <a:pt x="64701" y="47206"/>
                  </a:lnTo>
                  <a:lnTo>
                    <a:pt x="64035" y="47318"/>
                  </a:lnTo>
                  <a:lnTo>
                    <a:pt x="63142" y="47647"/>
                  </a:lnTo>
                  <a:lnTo>
                    <a:pt x="61902" y="46634"/>
                  </a:lnTo>
                  <a:lnTo>
                    <a:pt x="61412" y="46634"/>
                  </a:lnTo>
                  <a:lnTo>
                    <a:pt x="61346" y="47662"/>
                  </a:lnTo>
                  <a:lnTo>
                    <a:pt x="62168" y="48917"/>
                  </a:lnTo>
                  <a:lnTo>
                    <a:pt x="62969" y="50343"/>
                  </a:lnTo>
                  <a:lnTo>
                    <a:pt x="63257" y="52513"/>
                  </a:lnTo>
                  <a:lnTo>
                    <a:pt x="63732" y="55087"/>
                  </a:lnTo>
                  <a:lnTo>
                    <a:pt x="64877" y="57972"/>
                  </a:lnTo>
                  <a:lnTo>
                    <a:pt x="65590" y="59415"/>
                  </a:lnTo>
                  <a:lnTo>
                    <a:pt x="65635" y="60442"/>
                  </a:lnTo>
                  <a:lnTo>
                    <a:pt x="65412" y="62327"/>
                  </a:lnTo>
                  <a:lnTo>
                    <a:pt x="65356" y="63899"/>
                  </a:lnTo>
                  <a:lnTo>
                    <a:pt x="65747" y="71131"/>
                  </a:lnTo>
                  <a:lnTo>
                    <a:pt x="65485" y="71572"/>
                  </a:lnTo>
                  <a:lnTo>
                    <a:pt x="65062" y="71610"/>
                  </a:lnTo>
                  <a:lnTo>
                    <a:pt x="64613" y="71572"/>
                  </a:lnTo>
                  <a:lnTo>
                    <a:pt x="64245" y="70787"/>
                  </a:lnTo>
                  <a:lnTo>
                    <a:pt x="63924" y="70317"/>
                  </a:lnTo>
                  <a:lnTo>
                    <a:pt x="63782" y="71437"/>
                  </a:lnTo>
                  <a:lnTo>
                    <a:pt x="63451" y="74657"/>
                  </a:lnTo>
                  <a:lnTo>
                    <a:pt x="62706" y="81900"/>
                  </a:lnTo>
                  <a:lnTo>
                    <a:pt x="62054" y="88251"/>
                  </a:lnTo>
                  <a:lnTo>
                    <a:pt x="61236" y="90499"/>
                  </a:lnTo>
                  <a:lnTo>
                    <a:pt x="60052" y="94069"/>
                  </a:lnTo>
                  <a:lnTo>
                    <a:pt x="58430" y="98954"/>
                  </a:lnTo>
                  <a:lnTo>
                    <a:pt x="56078" y="106036"/>
                  </a:lnTo>
                  <a:lnTo>
                    <a:pt x="54339" y="109311"/>
                  </a:lnTo>
                  <a:lnTo>
                    <a:pt x="52967" y="111893"/>
                  </a:lnTo>
                  <a:lnTo>
                    <a:pt x="51365" y="114877"/>
                  </a:lnTo>
                  <a:lnTo>
                    <a:pt x="49296" y="118727"/>
                  </a:lnTo>
                  <a:lnTo>
                    <a:pt x="46976" y="120894"/>
                  </a:lnTo>
                  <a:lnTo>
                    <a:pt x="43745" y="123901"/>
                  </a:lnTo>
                  <a:lnTo>
                    <a:pt x="41460" y="126027"/>
                  </a:lnTo>
                  <a:lnTo>
                    <a:pt x="39775" y="127513"/>
                  </a:lnTo>
                  <a:lnTo>
                    <a:pt x="38020" y="129063"/>
                  </a:lnTo>
                  <a:lnTo>
                    <a:pt x="35700" y="131109"/>
                  </a:lnTo>
                  <a:lnTo>
                    <a:pt x="34804" y="133039"/>
                  </a:lnTo>
                  <a:lnTo>
                    <a:pt x="33314" y="137763"/>
                  </a:lnTo>
                  <a:lnTo>
                    <a:pt x="32620" y="140040"/>
                  </a:lnTo>
                  <a:lnTo>
                    <a:pt x="31986" y="141999"/>
                  </a:lnTo>
                  <a:lnTo>
                    <a:pt x="31856" y="142894"/>
                  </a:lnTo>
                  <a:lnTo>
                    <a:pt x="31938" y="143465"/>
                  </a:lnTo>
                  <a:lnTo>
                    <a:pt x="32243" y="144420"/>
                  </a:lnTo>
                  <a:lnTo>
                    <a:pt x="32272" y="145396"/>
                  </a:lnTo>
                  <a:lnTo>
                    <a:pt x="31853" y="146008"/>
                  </a:lnTo>
                  <a:lnTo>
                    <a:pt x="31491" y="146106"/>
                  </a:lnTo>
                  <a:lnTo>
                    <a:pt x="31329" y="145615"/>
                  </a:lnTo>
                  <a:lnTo>
                    <a:pt x="31210" y="144539"/>
                  </a:lnTo>
                  <a:lnTo>
                    <a:pt x="30825" y="143442"/>
                  </a:lnTo>
                  <a:lnTo>
                    <a:pt x="30378" y="143125"/>
                  </a:lnTo>
                  <a:lnTo>
                    <a:pt x="30121" y="143393"/>
                  </a:lnTo>
                  <a:lnTo>
                    <a:pt x="30099" y="144394"/>
                  </a:lnTo>
                  <a:lnTo>
                    <a:pt x="29515" y="149228"/>
                  </a:lnTo>
                  <a:lnTo>
                    <a:pt x="29493" y="151577"/>
                  </a:lnTo>
                  <a:lnTo>
                    <a:pt x="29246" y="152506"/>
                  </a:lnTo>
                  <a:lnTo>
                    <a:pt x="29265" y="154607"/>
                  </a:lnTo>
                  <a:lnTo>
                    <a:pt x="28675" y="156563"/>
                  </a:lnTo>
                  <a:lnTo>
                    <a:pt x="28417" y="158306"/>
                  </a:lnTo>
                  <a:lnTo>
                    <a:pt x="28237" y="159787"/>
                  </a:lnTo>
                  <a:lnTo>
                    <a:pt x="27761" y="160814"/>
                  </a:lnTo>
                  <a:lnTo>
                    <a:pt x="27592" y="162430"/>
                  </a:lnTo>
                  <a:lnTo>
                    <a:pt x="27152" y="165849"/>
                  </a:lnTo>
                  <a:lnTo>
                    <a:pt x="26638" y="168533"/>
                  </a:lnTo>
                  <a:lnTo>
                    <a:pt x="26277" y="170830"/>
                  </a:lnTo>
                  <a:lnTo>
                    <a:pt x="26211" y="172547"/>
                  </a:lnTo>
                  <a:lnTo>
                    <a:pt x="26486" y="173762"/>
                  </a:lnTo>
                  <a:lnTo>
                    <a:pt x="26582" y="174740"/>
                  </a:lnTo>
                  <a:lnTo>
                    <a:pt x="26334" y="176497"/>
                  </a:lnTo>
                  <a:lnTo>
                    <a:pt x="26201" y="177819"/>
                  </a:lnTo>
                  <a:lnTo>
                    <a:pt x="25544" y="178714"/>
                  </a:lnTo>
                  <a:lnTo>
                    <a:pt x="24181" y="180852"/>
                  </a:lnTo>
                  <a:lnTo>
                    <a:pt x="23651" y="182312"/>
                  </a:lnTo>
                  <a:lnTo>
                    <a:pt x="23442" y="183974"/>
                  </a:lnTo>
                  <a:lnTo>
                    <a:pt x="23575" y="185391"/>
                  </a:lnTo>
                  <a:lnTo>
                    <a:pt x="23517" y="186565"/>
                  </a:lnTo>
                  <a:lnTo>
                    <a:pt x="22871" y="187004"/>
                  </a:lnTo>
                  <a:lnTo>
                    <a:pt x="22642" y="188031"/>
                  </a:lnTo>
                  <a:lnTo>
                    <a:pt x="22204" y="189838"/>
                  </a:lnTo>
                  <a:lnTo>
                    <a:pt x="21710" y="190473"/>
                  </a:lnTo>
                  <a:lnTo>
                    <a:pt x="20439" y="189515"/>
                  </a:lnTo>
                  <a:lnTo>
                    <a:pt x="19502" y="189497"/>
                  </a:lnTo>
                  <a:lnTo>
                    <a:pt x="18779" y="188617"/>
                  </a:lnTo>
                  <a:lnTo>
                    <a:pt x="17991" y="186023"/>
                  </a:lnTo>
                  <a:lnTo>
                    <a:pt x="17342" y="183841"/>
                  </a:lnTo>
                  <a:lnTo>
                    <a:pt x="16811" y="181016"/>
                  </a:lnTo>
                  <a:lnTo>
                    <a:pt x="16647" y="177132"/>
                  </a:lnTo>
                  <a:lnTo>
                    <a:pt x="15939" y="175992"/>
                  </a:lnTo>
                  <a:lnTo>
                    <a:pt x="15239" y="174642"/>
                  </a:lnTo>
                  <a:lnTo>
                    <a:pt x="14405" y="175017"/>
                  </a:lnTo>
                  <a:lnTo>
                    <a:pt x="13412" y="175277"/>
                  </a:lnTo>
                  <a:lnTo>
                    <a:pt x="12862" y="174376"/>
                  </a:lnTo>
                  <a:lnTo>
                    <a:pt x="11506" y="172734"/>
                  </a:lnTo>
                  <a:lnTo>
                    <a:pt x="10348" y="170879"/>
                  </a:lnTo>
                  <a:lnTo>
                    <a:pt x="9473" y="169950"/>
                  </a:lnTo>
                  <a:lnTo>
                    <a:pt x="8807" y="170391"/>
                  </a:lnTo>
                  <a:lnTo>
                    <a:pt x="8407" y="171514"/>
                  </a:lnTo>
                  <a:lnTo>
                    <a:pt x="7703" y="173516"/>
                  </a:lnTo>
                  <a:lnTo>
                    <a:pt x="6666" y="174902"/>
                  </a:lnTo>
                  <a:lnTo>
                    <a:pt x="6198" y="174835"/>
                  </a:lnTo>
                  <a:lnTo>
                    <a:pt x="5572" y="173909"/>
                  </a:lnTo>
                  <a:lnTo>
                    <a:pt x="5458" y="172833"/>
                  </a:lnTo>
                  <a:lnTo>
                    <a:pt x="5972" y="171124"/>
                  </a:lnTo>
                  <a:lnTo>
                    <a:pt x="7018" y="167361"/>
                  </a:lnTo>
                  <a:lnTo>
                    <a:pt x="5857" y="167263"/>
                  </a:lnTo>
                  <a:lnTo>
                    <a:pt x="5458" y="166092"/>
                  </a:lnTo>
                  <a:lnTo>
                    <a:pt x="5401" y="164721"/>
                  </a:lnTo>
                  <a:lnTo>
                    <a:pt x="5210" y="163255"/>
                  </a:lnTo>
                  <a:lnTo>
                    <a:pt x="5439" y="161498"/>
                  </a:lnTo>
                  <a:lnTo>
                    <a:pt x="6048" y="160569"/>
                  </a:lnTo>
                  <a:lnTo>
                    <a:pt x="6961" y="161301"/>
                  </a:lnTo>
                  <a:lnTo>
                    <a:pt x="7589" y="161351"/>
                  </a:lnTo>
                  <a:lnTo>
                    <a:pt x="8008" y="159688"/>
                  </a:lnTo>
                  <a:lnTo>
                    <a:pt x="8427" y="158955"/>
                  </a:lnTo>
                  <a:lnTo>
                    <a:pt x="8845" y="158419"/>
                  </a:lnTo>
                  <a:lnTo>
                    <a:pt x="9017" y="157588"/>
                  </a:lnTo>
                  <a:lnTo>
                    <a:pt x="8575" y="154927"/>
                  </a:lnTo>
                  <a:lnTo>
                    <a:pt x="8446" y="153484"/>
                  </a:lnTo>
                  <a:lnTo>
                    <a:pt x="8579" y="152653"/>
                  </a:lnTo>
                  <a:lnTo>
                    <a:pt x="8560" y="150991"/>
                  </a:lnTo>
                  <a:lnTo>
                    <a:pt x="8541" y="149770"/>
                  </a:lnTo>
                  <a:lnTo>
                    <a:pt x="8274" y="148694"/>
                  </a:lnTo>
                  <a:lnTo>
                    <a:pt x="8255" y="147081"/>
                  </a:lnTo>
                  <a:lnTo>
                    <a:pt x="8027" y="146204"/>
                  </a:lnTo>
                  <a:lnTo>
                    <a:pt x="7951" y="145275"/>
                  </a:lnTo>
                  <a:lnTo>
                    <a:pt x="7931" y="144198"/>
                  </a:lnTo>
                  <a:lnTo>
                    <a:pt x="7646" y="143662"/>
                  </a:lnTo>
                  <a:lnTo>
                    <a:pt x="7343" y="143113"/>
                  </a:lnTo>
                  <a:lnTo>
                    <a:pt x="7591" y="142727"/>
                  </a:lnTo>
                  <a:lnTo>
                    <a:pt x="9240" y="141235"/>
                  </a:lnTo>
                  <a:lnTo>
                    <a:pt x="9925" y="139749"/>
                  </a:lnTo>
                  <a:lnTo>
                    <a:pt x="10773" y="138392"/>
                  </a:lnTo>
                  <a:lnTo>
                    <a:pt x="11501" y="136312"/>
                  </a:lnTo>
                  <a:lnTo>
                    <a:pt x="11982" y="134315"/>
                  </a:lnTo>
                  <a:lnTo>
                    <a:pt x="13120" y="125061"/>
                  </a:lnTo>
                  <a:lnTo>
                    <a:pt x="14188" y="119214"/>
                  </a:lnTo>
                  <a:lnTo>
                    <a:pt x="14008" y="116424"/>
                  </a:lnTo>
                  <a:lnTo>
                    <a:pt x="13123" y="112638"/>
                  </a:lnTo>
                  <a:lnTo>
                    <a:pt x="12924" y="107063"/>
                  </a:lnTo>
                  <a:lnTo>
                    <a:pt x="13006" y="105369"/>
                  </a:lnTo>
                  <a:lnTo>
                    <a:pt x="12896" y="104094"/>
                  </a:lnTo>
                  <a:lnTo>
                    <a:pt x="12306" y="106408"/>
                  </a:lnTo>
                  <a:lnTo>
                    <a:pt x="12457" y="114620"/>
                  </a:lnTo>
                  <a:lnTo>
                    <a:pt x="11936" y="118311"/>
                  </a:lnTo>
                  <a:lnTo>
                    <a:pt x="11206" y="119203"/>
                  </a:lnTo>
                  <a:lnTo>
                    <a:pt x="10732" y="118554"/>
                  </a:lnTo>
                  <a:lnTo>
                    <a:pt x="11003" y="112557"/>
                  </a:lnTo>
                  <a:lnTo>
                    <a:pt x="10469" y="113648"/>
                  </a:lnTo>
                  <a:lnTo>
                    <a:pt x="9616" y="117717"/>
                  </a:lnTo>
                  <a:lnTo>
                    <a:pt x="8218" y="120735"/>
                  </a:lnTo>
                  <a:lnTo>
                    <a:pt x="8142" y="121742"/>
                  </a:lnTo>
                  <a:lnTo>
                    <a:pt x="7803" y="122986"/>
                  </a:lnTo>
                  <a:lnTo>
                    <a:pt x="6723" y="121840"/>
                  </a:lnTo>
                  <a:lnTo>
                    <a:pt x="5900" y="120599"/>
                  </a:lnTo>
                  <a:lnTo>
                    <a:pt x="3198" y="113830"/>
                  </a:lnTo>
                  <a:lnTo>
                    <a:pt x="1423" y="112416"/>
                  </a:lnTo>
                  <a:lnTo>
                    <a:pt x="352" y="110055"/>
                  </a:lnTo>
                  <a:lnTo>
                    <a:pt x="128" y="109060"/>
                  </a:lnTo>
                  <a:lnTo>
                    <a:pt x="0" y="107695"/>
                  </a:lnTo>
                  <a:lnTo>
                    <a:pt x="1095" y="106275"/>
                  </a:lnTo>
                  <a:lnTo>
                    <a:pt x="2214" y="104368"/>
                  </a:lnTo>
                  <a:lnTo>
                    <a:pt x="2326" y="100169"/>
                  </a:lnTo>
                  <a:lnTo>
                    <a:pt x="2297" y="96871"/>
                  </a:lnTo>
                  <a:lnTo>
                    <a:pt x="1470" y="91241"/>
                  </a:lnTo>
                  <a:lnTo>
                    <a:pt x="1857" y="83882"/>
                  </a:lnTo>
                  <a:lnTo>
                    <a:pt x="1643" y="81000"/>
                  </a:lnTo>
                  <a:lnTo>
                    <a:pt x="695" y="74885"/>
                  </a:lnTo>
                  <a:lnTo>
                    <a:pt x="1396" y="71806"/>
                  </a:lnTo>
                  <a:lnTo>
                    <a:pt x="3902" y="69561"/>
                  </a:lnTo>
                  <a:lnTo>
                    <a:pt x="4705" y="68060"/>
                  </a:lnTo>
                  <a:lnTo>
                    <a:pt x="5267" y="63210"/>
                  </a:lnTo>
                  <a:lnTo>
                    <a:pt x="5838" y="60304"/>
                  </a:lnTo>
                  <a:lnTo>
                    <a:pt x="6955" y="61475"/>
                  </a:lnTo>
                  <a:lnTo>
                    <a:pt x="7830" y="61340"/>
                  </a:lnTo>
                  <a:lnTo>
                    <a:pt x="6651" y="60261"/>
                  </a:lnTo>
                  <a:lnTo>
                    <a:pt x="5690" y="55889"/>
                  </a:lnTo>
                  <a:lnTo>
                    <a:pt x="5529" y="53886"/>
                  </a:lnTo>
                  <a:lnTo>
                    <a:pt x="7382" y="47904"/>
                  </a:lnTo>
                  <a:lnTo>
                    <a:pt x="8352" y="46346"/>
                  </a:lnTo>
                  <a:lnTo>
                    <a:pt x="9544" y="43183"/>
                  </a:lnTo>
                  <a:lnTo>
                    <a:pt x="10548" y="38413"/>
                  </a:lnTo>
                  <a:lnTo>
                    <a:pt x="10792" y="30885"/>
                  </a:lnTo>
                  <a:lnTo>
                    <a:pt x="10377" y="25503"/>
                  </a:lnTo>
                  <a:lnTo>
                    <a:pt x="10063" y="19815"/>
                  </a:lnTo>
                  <a:lnTo>
                    <a:pt x="10666" y="18344"/>
                  </a:lnTo>
                  <a:lnTo>
                    <a:pt x="12190" y="17586"/>
                  </a:lnTo>
                  <a:lnTo>
                    <a:pt x="13429" y="15752"/>
                  </a:lnTo>
                  <a:lnTo>
                    <a:pt x="14058" y="14053"/>
                  </a:lnTo>
                  <a:lnTo>
                    <a:pt x="15531" y="14308"/>
                  </a:lnTo>
                  <a:lnTo>
                    <a:pt x="17232" y="11681"/>
                  </a:lnTo>
                  <a:lnTo>
                    <a:pt x="19951" y="10365"/>
                  </a:lnTo>
                  <a:lnTo>
                    <a:pt x="23742" y="7361"/>
                  </a:lnTo>
                  <a:lnTo>
                    <a:pt x="24578" y="4710"/>
                  </a:lnTo>
                  <a:lnTo>
                    <a:pt x="24202" y="0"/>
                  </a:lnTo>
                  <a:lnTo>
                    <a:pt x="24557" y="611"/>
                  </a:lnTo>
                  <a:lnTo>
                    <a:pt x="25613" y="2856"/>
                  </a:lnTo>
                  <a:lnTo>
                    <a:pt x="26251" y="5080"/>
                  </a:lnTo>
                  <a:lnTo>
                    <a:pt x="27333" y="6462"/>
                  </a:lnTo>
                  <a:lnTo>
                    <a:pt x="28209" y="7580"/>
                  </a:lnTo>
                  <a:lnTo>
                    <a:pt x="30504" y="12093"/>
                  </a:lnTo>
                  <a:lnTo>
                    <a:pt x="32016" y="14384"/>
                  </a:lnTo>
                  <a:lnTo>
                    <a:pt x="33669" y="16448"/>
                  </a:lnTo>
                  <a:lnTo>
                    <a:pt x="36057" y="18615"/>
                  </a:lnTo>
                  <a:lnTo>
                    <a:pt x="37515" y="18247"/>
                  </a:lnTo>
                  <a:lnTo>
                    <a:pt x="37856" y="19890"/>
                  </a:lnTo>
                  <a:lnTo>
                    <a:pt x="38139" y="21622"/>
                  </a:lnTo>
                  <a:lnTo>
                    <a:pt x="38684" y="22630"/>
                  </a:lnTo>
                  <a:lnTo>
                    <a:pt x="39549" y="23492"/>
                  </a:lnTo>
                  <a:lnTo>
                    <a:pt x="40064" y="23763"/>
                  </a:lnTo>
                  <a:lnTo>
                    <a:pt x="40222" y="24196"/>
                  </a:lnTo>
                  <a:lnTo>
                    <a:pt x="40738" y="30450"/>
                  </a:lnTo>
                  <a:lnTo>
                    <a:pt x="41042" y="31365"/>
                  </a:lnTo>
                  <a:lnTo>
                    <a:pt x="42235" y="32355"/>
                  </a:lnTo>
                  <a:lnTo>
                    <a:pt x="43696" y="32729"/>
                  </a:lnTo>
                  <a:lnTo>
                    <a:pt x="44290" y="32512"/>
                  </a:lnTo>
                  <a:lnTo>
                    <a:pt x="45575" y="34251"/>
                  </a:lnTo>
                  <a:lnTo>
                    <a:pt x="46523" y="35070"/>
                  </a:lnTo>
                  <a:lnTo>
                    <a:pt x="47567" y="35683"/>
                  </a:lnTo>
                  <a:lnTo>
                    <a:pt x="48277" y="35864"/>
                  </a:lnTo>
                  <a:lnTo>
                    <a:pt x="48604" y="35593"/>
                  </a:lnTo>
                  <a:lnTo>
                    <a:pt x="48722" y="34963"/>
                  </a:lnTo>
                  <a:lnTo>
                    <a:pt x="49303" y="35080"/>
                  </a:lnTo>
                  <a:lnTo>
                    <a:pt x="50172" y="35884"/>
                  </a:lnTo>
                  <a:lnTo>
                    <a:pt x="51419" y="36047"/>
                  </a:lnTo>
                  <a:lnTo>
                    <a:pt x="52194" y="35285"/>
                  </a:lnTo>
                  <a:lnTo>
                    <a:pt x="52302" y="34024"/>
                  </a:lnTo>
                  <a:lnTo>
                    <a:pt x="52354" y="31809"/>
                  </a:lnTo>
                  <a:lnTo>
                    <a:pt x="52644" y="31038"/>
                  </a:lnTo>
                  <a:lnTo>
                    <a:pt x="53532" y="29752"/>
                  </a:lnTo>
                  <a:lnTo>
                    <a:pt x="53997" y="30020"/>
                  </a:lnTo>
                  <a:lnTo>
                    <a:pt x="56330" y="32793"/>
                  </a:lnTo>
                  <a:lnTo>
                    <a:pt x="56810" y="33753"/>
                  </a:lnTo>
                  <a:lnTo>
                    <a:pt x="57401" y="35683"/>
                  </a:lnTo>
                  <a:lnTo>
                    <a:pt x="58495" y="38543"/>
                  </a:lnTo>
                  <a:lnTo>
                    <a:pt x="59682" y="40367"/>
                  </a:lnTo>
                  <a:lnTo>
                    <a:pt x="61515" y="41146"/>
                  </a:lnTo>
                  <a:lnTo>
                    <a:pt x="63280" y="4414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3483192" y="2698696"/>
              <a:ext cx="140031" cy="285446"/>
            </a:xfrm>
            <a:custGeom>
              <a:avLst/>
              <a:pathLst>
                <a:path w="140031" h="285446">
                  <a:moveTo>
                    <a:pt x="109268" y="9821"/>
                  </a:moveTo>
                  <a:lnTo>
                    <a:pt x="109433" y="10717"/>
                  </a:lnTo>
                  <a:lnTo>
                    <a:pt x="109810" y="13198"/>
                  </a:lnTo>
                  <a:lnTo>
                    <a:pt x="110768" y="19501"/>
                  </a:lnTo>
                  <a:lnTo>
                    <a:pt x="111602" y="24441"/>
                  </a:lnTo>
                  <a:lnTo>
                    <a:pt x="112626" y="31283"/>
                  </a:lnTo>
                  <a:lnTo>
                    <a:pt x="112946" y="33910"/>
                  </a:lnTo>
                  <a:lnTo>
                    <a:pt x="113083" y="35722"/>
                  </a:lnTo>
                  <a:lnTo>
                    <a:pt x="114566" y="43245"/>
                  </a:lnTo>
                  <a:lnTo>
                    <a:pt x="115447" y="49434"/>
                  </a:lnTo>
                  <a:lnTo>
                    <a:pt x="116092" y="54455"/>
                  </a:lnTo>
                  <a:lnTo>
                    <a:pt x="116997" y="61788"/>
                  </a:lnTo>
                  <a:lnTo>
                    <a:pt x="117394" y="64347"/>
                  </a:lnTo>
                  <a:lnTo>
                    <a:pt x="116752" y="65683"/>
                  </a:lnTo>
                  <a:lnTo>
                    <a:pt x="115462" y="70455"/>
                  </a:lnTo>
                  <a:lnTo>
                    <a:pt x="114090" y="85605"/>
                  </a:lnTo>
                  <a:lnTo>
                    <a:pt x="112126" y="97442"/>
                  </a:lnTo>
                  <a:lnTo>
                    <a:pt x="111903" y="104854"/>
                  </a:lnTo>
                  <a:lnTo>
                    <a:pt x="111587" y="107527"/>
                  </a:lnTo>
                  <a:lnTo>
                    <a:pt x="110653" y="111282"/>
                  </a:lnTo>
                  <a:lnTo>
                    <a:pt x="109521" y="114965"/>
                  </a:lnTo>
                  <a:lnTo>
                    <a:pt x="107507" y="113058"/>
                  </a:lnTo>
                  <a:lnTo>
                    <a:pt x="104228" y="106592"/>
                  </a:lnTo>
                  <a:lnTo>
                    <a:pt x="102317" y="100449"/>
                  </a:lnTo>
                  <a:lnTo>
                    <a:pt x="100268" y="96481"/>
                  </a:lnTo>
                  <a:lnTo>
                    <a:pt x="98330" y="91225"/>
                  </a:lnTo>
                  <a:lnTo>
                    <a:pt x="97803" y="87443"/>
                  </a:lnTo>
                  <a:lnTo>
                    <a:pt x="97824" y="85018"/>
                  </a:lnTo>
                  <a:lnTo>
                    <a:pt x="96977" y="79094"/>
                  </a:lnTo>
                  <a:lnTo>
                    <a:pt x="96351" y="76293"/>
                  </a:lnTo>
                  <a:lnTo>
                    <a:pt x="93990" y="69994"/>
                  </a:lnTo>
                  <a:lnTo>
                    <a:pt x="93313" y="66632"/>
                  </a:lnTo>
                  <a:lnTo>
                    <a:pt x="92794" y="65155"/>
                  </a:lnTo>
                  <a:lnTo>
                    <a:pt x="92274" y="63034"/>
                  </a:lnTo>
                  <a:lnTo>
                    <a:pt x="91419" y="54859"/>
                  </a:lnTo>
                  <a:lnTo>
                    <a:pt x="90482" y="49672"/>
                  </a:lnTo>
                  <a:lnTo>
                    <a:pt x="89415" y="51106"/>
                  </a:lnTo>
                  <a:lnTo>
                    <a:pt x="89604" y="53290"/>
                  </a:lnTo>
                  <a:lnTo>
                    <a:pt x="88673" y="56310"/>
                  </a:lnTo>
                  <a:lnTo>
                    <a:pt x="88111" y="59816"/>
                  </a:lnTo>
                  <a:lnTo>
                    <a:pt x="88543" y="62679"/>
                  </a:lnTo>
                  <a:lnTo>
                    <a:pt x="90474" y="67036"/>
                  </a:lnTo>
                  <a:lnTo>
                    <a:pt x="90865" y="68939"/>
                  </a:lnTo>
                  <a:lnTo>
                    <a:pt x="91314" y="73068"/>
                  </a:lnTo>
                  <a:lnTo>
                    <a:pt x="91242" y="78681"/>
                  </a:lnTo>
                  <a:lnTo>
                    <a:pt x="91554" y="80587"/>
                  </a:lnTo>
                  <a:lnTo>
                    <a:pt x="92999" y="84757"/>
                  </a:lnTo>
                  <a:lnTo>
                    <a:pt x="93517" y="87231"/>
                  </a:lnTo>
                  <a:lnTo>
                    <a:pt x="93828" y="89367"/>
                  </a:lnTo>
                  <a:lnTo>
                    <a:pt x="94308" y="91299"/>
                  </a:lnTo>
                  <a:lnTo>
                    <a:pt x="95742" y="94932"/>
                  </a:lnTo>
                  <a:lnTo>
                    <a:pt x="97806" y="101846"/>
                  </a:lnTo>
                  <a:lnTo>
                    <a:pt x="99763" y="106506"/>
                  </a:lnTo>
                  <a:lnTo>
                    <a:pt x="101175" y="108755"/>
                  </a:lnTo>
                  <a:lnTo>
                    <a:pt x="101775" y="111010"/>
                  </a:lnTo>
                  <a:lnTo>
                    <a:pt x="101910" y="116829"/>
                  </a:lnTo>
                  <a:lnTo>
                    <a:pt x="101806" y="119602"/>
                  </a:lnTo>
                  <a:lnTo>
                    <a:pt x="103045" y="124827"/>
                  </a:lnTo>
                  <a:lnTo>
                    <a:pt x="103503" y="127470"/>
                  </a:lnTo>
                  <a:lnTo>
                    <a:pt x="104705" y="129626"/>
                  </a:lnTo>
                  <a:lnTo>
                    <a:pt x="105253" y="132086"/>
                  </a:lnTo>
                  <a:lnTo>
                    <a:pt x="105757" y="136088"/>
                  </a:lnTo>
                  <a:lnTo>
                    <a:pt x="106517" y="147921"/>
                  </a:lnTo>
                  <a:lnTo>
                    <a:pt x="107557" y="150825"/>
                  </a:lnTo>
                  <a:lnTo>
                    <a:pt x="110777" y="166379"/>
                  </a:lnTo>
                  <a:lnTo>
                    <a:pt x="113491" y="176225"/>
                  </a:lnTo>
                  <a:lnTo>
                    <a:pt x="114805" y="183571"/>
                  </a:lnTo>
                  <a:lnTo>
                    <a:pt x="116806" y="192517"/>
                  </a:lnTo>
                  <a:lnTo>
                    <a:pt x="120730" y="212157"/>
                  </a:lnTo>
                  <a:lnTo>
                    <a:pt x="123065" y="218219"/>
                  </a:lnTo>
                  <a:lnTo>
                    <a:pt x="123994" y="221623"/>
                  </a:lnTo>
                  <a:lnTo>
                    <a:pt x="125685" y="224246"/>
                  </a:lnTo>
                  <a:lnTo>
                    <a:pt x="127516" y="228035"/>
                  </a:lnTo>
                  <a:lnTo>
                    <a:pt x="125769" y="227664"/>
                  </a:lnTo>
                  <a:lnTo>
                    <a:pt x="125329" y="227894"/>
                  </a:lnTo>
                  <a:lnTo>
                    <a:pt x="124719" y="228541"/>
                  </a:lnTo>
                  <a:lnTo>
                    <a:pt x="124425" y="230840"/>
                  </a:lnTo>
                  <a:lnTo>
                    <a:pt x="124300" y="232718"/>
                  </a:lnTo>
                  <a:lnTo>
                    <a:pt x="124511" y="242670"/>
                  </a:lnTo>
                  <a:lnTo>
                    <a:pt x="124990" y="247735"/>
                  </a:lnTo>
                  <a:lnTo>
                    <a:pt x="126526" y="257336"/>
                  </a:lnTo>
                  <a:lnTo>
                    <a:pt x="127672" y="260216"/>
                  </a:lnTo>
                  <a:lnTo>
                    <a:pt x="128229" y="262078"/>
                  </a:lnTo>
                  <a:lnTo>
                    <a:pt x="129007" y="263439"/>
                  </a:lnTo>
                  <a:lnTo>
                    <a:pt x="132647" y="266714"/>
                  </a:lnTo>
                  <a:lnTo>
                    <a:pt x="134774" y="273647"/>
                  </a:lnTo>
                  <a:lnTo>
                    <a:pt x="139552" y="282409"/>
                  </a:lnTo>
                  <a:lnTo>
                    <a:pt x="140020" y="284829"/>
                  </a:lnTo>
                  <a:lnTo>
                    <a:pt x="140031" y="285392"/>
                  </a:lnTo>
                  <a:lnTo>
                    <a:pt x="136255" y="285394"/>
                  </a:lnTo>
                  <a:lnTo>
                    <a:pt x="132480" y="285396"/>
                  </a:lnTo>
                  <a:lnTo>
                    <a:pt x="128703" y="285397"/>
                  </a:lnTo>
                  <a:lnTo>
                    <a:pt x="124928" y="285399"/>
                  </a:lnTo>
                  <a:lnTo>
                    <a:pt x="121152" y="285400"/>
                  </a:lnTo>
                  <a:lnTo>
                    <a:pt x="117376" y="285402"/>
                  </a:lnTo>
                  <a:lnTo>
                    <a:pt x="113600" y="285403"/>
                  </a:lnTo>
                  <a:lnTo>
                    <a:pt x="109824" y="285405"/>
                  </a:lnTo>
                  <a:lnTo>
                    <a:pt x="106049" y="285406"/>
                  </a:lnTo>
                  <a:lnTo>
                    <a:pt x="102273" y="285407"/>
                  </a:lnTo>
                  <a:lnTo>
                    <a:pt x="98497" y="285409"/>
                  </a:lnTo>
                  <a:lnTo>
                    <a:pt x="94721" y="285410"/>
                  </a:lnTo>
                  <a:lnTo>
                    <a:pt x="90946" y="285413"/>
                  </a:lnTo>
                  <a:lnTo>
                    <a:pt x="87169" y="285413"/>
                  </a:lnTo>
                  <a:lnTo>
                    <a:pt x="83394" y="285416"/>
                  </a:lnTo>
                  <a:lnTo>
                    <a:pt x="79618" y="285418"/>
                  </a:lnTo>
                  <a:lnTo>
                    <a:pt x="77463" y="285418"/>
                  </a:lnTo>
                  <a:lnTo>
                    <a:pt x="77831" y="282793"/>
                  </a:lnTo>
                  <a:lnTo>
                    <a:pt x="78058" y="280928"/>
                  </a:lnTo>
                  <a:lnTo>
                    <a:pt x="77806" y="279636"/>
                  </a:lnTo>
                  <a:lnTo>
                    <a:pt x="77070" y="279313"/>
                  </a:lnTo>
                  <a:lnTo>
                    <a:pt x="76589" y="279721"/>
                  </a:lnTo>
                  <a:lnTo>
                    <a:pt x="75463" y="285227"/>
                  </a:lnTo>
                  <a:lnTo>
                    <a:pt x="74870" y="285446"/>
                  </a:lnTo>
                  <a:lnTo>
                    <a:pt x="73530" y="285446"/>
                  </a:lnTo>
                  <a:lnTo>
                    <a:pt x="69133" y="285445"/>
                  </a:lnTo>
                  <a:lnTo>
                    <a:pt x="64737" y="285442"/>
                  </a:lnTo>
                  <a:lnTo>
                    <a:pt x="60342" y="285439"/>
                  </a:lnTo>
                  <a:lnTo>
                    <a:pt x="55944" y="285439"/>
                  </a:lnTo>
                  <a:lnTo>
                    <a:pt x="51548" y="285436"/>
                  </a:lnTo>
                  <a:lnTo>
                    <a:pt x="47152" y="285435"/>
                  </a:lnTo>
                  <a:lnTo>
                    <a:pt x="42756" y="285433"/>
                  </a:lnTo>
                  <a:lnTo>
                    <a:pt x="38358" y="285432"/>
                  </a:lnTo>
                  <a:lnTo>
                    <a:pt x="33963" y="285429"/>
                  </a:lnTo>
                  <a:lnTo>
                    <a:pt x="29566" y="285428"/>
                  </a:lnTo>
                  <a:lnTo>
                    <a:pt x="25170" y="285426"/>
                  </a:lnTo>
                  <a:lnTo>
                    <a:pt x="20774" y="285425"/>
                  </a:lnTo>
                  <a:lnTo>
                    <a:pt x="16377" y="285423"/>
                  </a:lnTo>
                  <a:lnTo>
                    <a:pt x="11981" y="285420"/>
                  </a:lnTo>
                  <a:lnTo>
                    <a:pt x="7584" y="285419"/>
                  </a:lnTo>
                  <a:lnTo>
                    <a:pt x="3188" y="285418"/>
                  </a:lnTo>
                  <a:lnTo>
                    <a:pt x="3188" y="278782"/>
                  </a:lnTo>
                  <a:lnTo>
                    <a:pt x="3188" y="272146"/>
                  </a:lnTo>
                  <a:lnTo>
                    <a:pt x="3188" y="265511"/>
                  </a:lnTo>
                  <a:lnTo>
                    <a:pt x="3188" y="258875"/>
                  </a:lnTo>
                  <a:lnTo>
                    <a:pt x="3188" y="252240"/>
                  </a:lnTo>
                  <a:lnTo>
                    <a:pt x="3188" y="245604"/>
                  </a:lnTo>
                  <a:lnTo>
                    <a:pt x="3188" y="238967"/>
                  </a:lnTo>
                  <a:lnTo>
                    <a:pt x="3188" y="232332"/>
                  </a:lnTo>
                  <a:lnTo>
                    <a:pt x="3188" y="225696"/>
                  </a:lnTo>
                  <a:lnTo>
                    <a:pt x="3188" y="219061"/>
                  </a:lnTo>
                  <a:lnTo>
                    <a:pt x="3188" y="212425"/>
                  </a:lnTo>
                  <a:lnTo>
                    <a:pt x="3188" y="205790"/>
                  </a:lnTo>
                  <a:lnTo>
                    <a:pt x="3188" y="199154"/>
                  </a:lnTo>
                  <a:lnTo>
                    <a:pt x="3188" y="192518"/>
                  </a:lnTo>
                  <a:lnTo>
                    <a:pt x="3188" y="185883"/>
                  </a:lnTo>
                  <a:lnTo>
                    <a:pt x="3188" y="179247"/>
                  </a:lnTo>
                  <a:lnTo>
                    <a:pt x="3188" y="172612"/>
                  </a:lnTo>
                  <a:lnTo>
                    <a:pt x="3188" y="165976"/>
                  </a:lnTo>
                  <a:lnTo>
                    <a:pt x="3188" y="159341"/>
                  </a:lnTo>
                  <a:lnTo>
                    <a:pt x="3188" y="152705"/>
                  </a:lnTo>
                  <a:lnTo>
                    <a:pt x="3188" y="146070"/>
                  </a:lnTo>
                  <a:lnTo>
                    <a:pt x="3188" y="139434"/>
                  </a:lnTo>
                  <a:lnTo>
                    <a:pt x="3188" y="132797"/>
                  </a:lnTo>
                  <a:lnTo>
                    <a:pt x="3188" y="126161"/>
                  </a:lnTo>
                  <a:lnTo>
                    <a:pt x="3188" y="119526"/>
                  </a:lnTo>
                  <a:lnTo>
                    <a:pt x="3188" y="112890"/>
                  </a:lnTo>
                  <a:lnTo>
                    <a:pt x="3188" y="106255"/>
                  </a:lnTo>
                  <a:lnTo>
                    <a:pt x="3188" y="99619"/>
                  </a:lnTo>
                  <a:lnTo>
                    <a:pt x="3188" y="92984"/>
                  </a:lnTo>
                  <a:lnTo>
                    <a:pt x="3188" y="86348"/>
                  </a:lnTo>
                  <a:lnTo>
                    <a:pt x="3188" y="79713"/>
                  </a:lnTo>
                  <a:lnTo>
                    <a:pt x="3188" y="73077"/>
                  </a:lnTo>
                  <a:lnTo>
                    <a:pt x="3089" y="71838"/>
                  </a:lnTo>
                  <a:lnTo>
                    <a:pt x="2449" y="67333"/>
                  </a:lnTo>
                  <a:lnTo>
                    <a:pt x="1872" y="61601"/>
                  </a:lnTo>
                  <a:lnTo>
                    <a:pt x="1238" y="54554"/>
                  </a:lnTo>
                  <a:lnTo>
                    <a:pt x="1156" y="52270"/>
                  </a:lnTo>
                  <a:lnTo>
                    <a:pt x="96" y="45016"/>
                  </a:lnTo>
                  <a:lnTo>
                    <a:pt x="0" y="42961"/>
                  </a:lnTo>
                  <a:lnTo>
                    <a:pt x="267" y="41498"/>
                  </a:lnTo>
                  <a:lnTo>
                    <a:pt x="2006" y="35383"/>
                  </a:lnTo>
                  <a:lnTo>
                    <a:pt x="2529" y="32414"/>
                  </a:lnTo>
                  <a:lnTo>
                    <a:pt x="2971" y="28853"/>
                  </a:lnTo>
                  <a:lnTo>
                    <a:pt x="3115" y="25956"/>
                  </a:lnTo>
                  <a:lnTo>
                    <a:pt x="2603" y="21526"/>
                  </a:lnTo>
                  <a:lnTo>
                    <a:pt x="2006" y="17544"/>
                  </a:lnTo>
                  <a:lnTo>
                    <a:pt x="1803" y="13468"/>
                  </a:lnTo>
                  <a:lnTo>
                    <a:pt x="1720" y="9460"/>
                  </a:lnTo>
                  <a:lnTo>
                    <a:pt x="2609" y="6722"/>
                  </a:lnTo>
                  <a:lnTo>
                    <a:pt x="3676" y="4165"/>
                  </a:lnTo>
                  <a:lnTo>
                    <a:pt x="4073" y="2594"/>
                  </a:lnTo>
                  <a:lnTo>
                    <a:pt x="4704" y="829"/>
                  </a:lnTo>
                  <a:lnTo>
                    <a:pt x="5147" y="0"/>
                  </a:lnTo>
                  <a:lnTo>
                    <a:pt x="6010" y="3581"/>
                  </a:lnTo>
                  <a:lnTo>
                    <a:pt x="7814" y="4201"/>
                  </a:lnTo>
                  <a:lnTo>
                    <a:pt x="13695" y="1007"/>
                  </a:lnTo>
                  <a:lnTo>
                    <a:pt x="20186" y="4221"/>
                  </a:lnTo>
                  <a:lnTo>
                    <a:pt x="23769" y="5455"/>
                  </a:lnTo>
                  <a:lnTo>
                    <a:pt x="29285" y="8187"/>
                  </a:lnTo>
                  <a:lnTo>
                    <a:pt x="32646" y="13069"/>
                  </a:lnTo>
                  <a:lnTo>
                    <a:pt x="33567" y="13688"/>
                  </a:lnTo>
                  <a:lnTo>
                    <a:pt x="35982" y="13591"/>
                  </a:lnTo>
                  <a:lnTo>
                    <a:pt x="37566" y="16475"/>
                  </a:lnTo>
                  <a:lnTo>
                    <a:pt x="43864" y="17863"/>
                  </a:lnTo>
                  <a:lnTo>
                    <a:pt x="47225" y="21047"/>
                  </a:lnTo>
                  <a:lnTo>
                    <a:pt x="49134" y="23587"/>
                  </a:lnTo>
                  <a:lnTo>
                    <a:pt x="50276" y="24369"/>
                  </a:lnTo>
                  <a:lnTo>
                    <a:pt x="51288" y="24242"/>
                  </a:lnTo>
                  <a:lnTo>
                    <a:pt x="52657" y="23285"/>
                  </a:lnTo>
                  <a:lnTo>
                    <a:pt x="54378" y="21498"/>
                  </a:lnTo>
                  <a:lnTo>
                    <a:pt x="56255" y="19013"/>
                  </a:lnTo>
                  <a:lnTo>
                    <a:pt x="60147" y="12631"/>
                  </a:lnTo>
                  <a:lnTo>
                    <a:pt x="61524" y="11510"/>
                  </a:lnTo>
                  <a:lnTo>
                    <a:pt x="62423" y="11799"/>
                  </a:lnTo>
                  <a:lnTo>
                    <a:pt x="63517" y="11718"/>
                  </a:lnTo>
                  <a:lnTo>
                    <a:pt x="63974" y="9991"/>
                  </a:lnTo>
                  <a:lnTo>
                    <a:pt x="64549" y="8804"/>
                  </a:lnTo>
                  <a:lnTo>
                    <a:pt x="64911" y="7453"/>
                  </a:lnTo>
                  <a:lnTo>
                    <a:pt x="65502" y="5831"/>
                  </a:lnTo>
                  <a:lnTo>
                    <a:pt x="67526" y="5377"/>
                  </a:lnTo>
                  <a:lnTo>
                    <a:pt x="71583" y="2604"/>
                  </a:lnTo>
                  <a:lnTo>
                    <a:pt x="71130" y="3918"/>
                  </a:lnTo>
                  <a:lnTo>
                    <a:pt x="67434" y="7032"/>
                  </a:lnTo>
                  <a:lnTo>
                    <a:pt x="69016" y="7420"/>
                  </a:lnTo>
                  <a:lnTo>
                    <a:pt x="70638" y="6355"/>
                  </a:lnTo>
                  <a:lnTo>
                    <a:pt x="72483" y="5678"/>
                  </a:lnTo>
                  <a:lnTo>
                    <a:pt x="72818" y="4355"/>
                  </a:lnTo>
                  <a:lnTo>
                    <a:pt x="73061" y="1874"/>
                  </a:lnTo>
                  <a:lnTo>
                    <a:pt x="73417" y="1526"/>
                  </a:lnTo>
                  <a:lnTo>
                    <a:pt x="74695" y="1991"/>
                  </a:lnTo>
                  <a:lnTo>
                    <a:pt x="78498" y="5813"/>
                  </a:lnTo>
                  <a:lnTo>
                    <a:pt x="79443" y="5886"/>
                  </a:lnTo>
                  <a:lnTo>
                    <a:pt x="82121" y="3801"/>
                  </a:lnTo>
                  <a:lnTo>
                    <a:pt x="82693" y="3355"/>
                  </a:lnTo>
                  <a:lnTo>
                    <a:pt x="83560" y="4517"/>
                  </a:lnTo>
                  <a:lnTo>
                    <a:pt x="85537" y="9275"/>
                  </a:lnTo>
                  <a:lnTo>
                    <a:pt x="84847" y="9174"/>
                  </a:lnTo>
                  <a:lnTo>
                    <a:pt x="82731" y="5097"/>
                  </a:lnTo>
                  <a:lnTo>
                    <a:pt x="82543" y="7128"/>
                  </a:lnTo>
                  <a:lnTo>
                    <a:pt x="81337" y="10708"/>
                  </a:lnTo>
                  <a:lnTo>
                    <a:pt x="82844" y="12256"/>
                  </a:lnTo>
                  <a:lnTo>
                    <a:pt x="84069" y="12838"/>
                  </a:lnTo>
                  <a:lnTo>
                    <a:pt x="84726" y="14833"/>
                  </a:lnTo>
                  <a:lnTo>
                    <a:pt x="85142" y="16611"/>
                  </a:lnTo>
                  <a:lnTo>
                    <a:pt x="86348" y="15836"/>
                  </a:lnTo>
                  <a:lnTo>
                    <a:pt x="87215" y="13418"/>
                  </a:lnTo>
                  <a:lnTo>
                    <a:pt x="86765" y="12069"/>
                  </a:lnTo>
                  <a:lnTo>
                    <a:pt x="86459" y="10673"/>
                  </a:lnTo>
                  <a:lnTo>
                    <a:pt x="86855" y="10639"/>
                  </a:lnTo>
                  <a:lnTo>
                    <a:pt x="87695" y="11787"/>
                  </a:lnTo>
                  <a:lnTo>
                    <a:pt x="90103" y="16377"/>
                  </a:lnTo>
                  <a:lnTo>
                    <a:pt x="90914" y="17322"/>
                  </a:lnTo>
                  <a:lnTo>
                    <a:pt x="91849" y="17166"/>
                  </a:lnTo>
                  <a:lnTo>
                    <a:pt x="93805" y="15875"/>
                  </a:lnTo>
                  <a:lnTo>
                    <a:pt x="94346" y="16075"/>
                  </a:lnTo>
                  <a:lnTo>
                    <a:pt x="96974" y="14384"/>
                  </a:lnTo>
                  <a:lnTo>
                    <a:pt x="97283" y="15624"/>
                  </a:lnTo>
                  <a:lnTo>
                    <a:pt x="97716" y="16856"/>
                  </a:lnTo>
                  <a:lnTo>
                    <a:pt x="99829" y="15484"/>
                  </a:lnTo>
                  <a:lnTo>
                    <a:pt x="103149" y="15500"/>
                  </a:lnTo>
                  <a:lnTo>
                    <a:pt x="105866" y="14006"/>
                  </a:lnTo>
                  <a:lnTo>
                    <a:pt x="109016" y="103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3658537" y="3164553"/>
              <a:ext cx="5388" cy="9221"/>
            </a:xfrm>
            <a:custGeom>
              <a:avLst/>
              <a:pathLst>
                <a:path w="5388" h="9221">
                  <a:moveTo>
                    <a:pt x="2316" y="5710"/>
                  </a:moveTo>
                  <a:lnTo>
                    <a:pt x="2791" y="7283"/>
                  </a:lnTo>
                  <a:lnTo>
                    <a:pt x="3124" y="7128"/>
                  </a:lnTo>
                  <a:lnTo>
                    <a:pt x="3384" y="6605"/>
                  </a:lnTo>
                  <a:lnTo>
                    <a:pt x="3569" y="5494"/>
                  </a:lnTo>
                  <a:lnTo>
                    <a:pt x="5388" y="7688"/>
                  </a:lnTo>
                  <a:lnTo>
                    <a:pt x="5283" y="9146"/>
                  </a:lnTo>
                  <a:lnTo>
                    <a:pt x="4197" y="9221"/>
                  </a:lnTo>
                  <a:lnTo>
                    <a:pt x="2944" y="8606"/>
                  </a:lnTo>
                  <a:lnTo>
                    <a:pt x="1785" y="8819"/>
                  </a:lnTo>
                  <a:lnTo>
                    <a:pt x="405" y="8183"/>
                  </a:lnTo>
                  <a:lnTo>
                    <a:pt x="86" y="5710"/>
                  </a:lnTo>
                  <a:lnTo>
                    <a:pt x="966" y="6908"/>
                  </a:lnTo>
                  <a:lnTo>
                    <a:pt x="1421" y="6605"/>
                  </a:lnTo>
                  <a:lnTo>
                    <a:pt x="1502" y="6287"/>
                  </a:lnTo>
                  <a:lnTo>
                    <a:pt x="878" y="4614"/>
                  </a:lnTo>
                  <a:lnTo>
                    <a:pt x="0" y="4280"/>
                  </a:lnTo>
                  <a:lnTo>
                    <a:pt x="60" y="2964"/>
                  </a:lnTo>
                  <a:lnTo>
                    <a:pt x="454" y="2447"/>
                  </a:lnTo>
                  <a:lnTo>
                    <a:pt x="696" y="1806"/>
                  </a:lnTo>
                  <a:lnTo>
                    <a:pt x="193" y="0"/>
                  </a:lnTo>
                  <a:lnTo>
                    <a:pt x="1181" y="411"/>
                  </a:lnTo>
                  <a:lnTo>
                    <a:pt x="1804" y="1504"/>
                  </a:lnTo>
                  <a:lnTo>
                    <a:pt x="2215" y="278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3659183" y="3158198"/>
              <a:ext cx="1311" cy="3508"/>
            </a:xfrm>
            <a:custGeom>
              <a:avLst/>
              <a:pathLst>
                <a:path w="1311" h="3508">
                  <a:moveTo>
                    <a:pt x="924" y="652"/>
                  </a:moveTo>
                  <a:lnTo>
                    <a:pt x="1311" y="3508"/>
                  </a:lnTo>
                  <a:lnTo>
                    <a:pt x="187" y="2418"/>
                  </a:lnTo>
                  <a:lnTo>
                    <a:pt x="0" y="1826"/>
                  </a:lnTo>
                  <a:lnTo>
                    <a:pt x="494" y="695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3618107" y="3102037"/>
              <a:ext cx="76988" cy="166317"/>
            </a:xfrm>
            <a:custGeom>
              <a:avLst/>
              <a:pathLst>
                <a:path w="76988" h="166317">
                  <a:moveTo>
                    <a:pt x="25118" y="0"/>
                  </a:moveTo>
                  <a:lnTo>
                    <a:pt x="28597" y="17077"/>
                  </a:lnTo>
                  <a:lnTo>
                    <a:pt x="30009" y="27171"/>
                  </a:lnTo>
                  <a:lnTo>
                    <a:pt x="31253" y="37702"/>
                  </a:lnTo>
                  <a:lnTo>
                    <a:pt x="32174" y="53524"/>
                  </a:lnTo>
                  <a:lnTo>
                    <a:pt x="33053" y="61579"/>
                  </a:lnTo>
                  <a:lnTo>
                    <a:pt x="34472" y="65551"/>
                  </a:lnTo>
                  <a:lnTo>
                    <a:pt x="35442" y="73073"/>
                  </a:lnTo>
                  <a:lnTo>
                    <a:pt x="36273" y="73357"/>
                  </a:lnTo>
                  <a:lnTo>
                    <a:pt x="36877" y="75425"/>
                  </a:lnTo>
                  <a:lnTo>
                    <a:pt x="37908" y="82483"/>
                  </a:lnTo>
                  <a:lnTo>
                    <a:pt x="38653" y="85107"/>
                  </a:lnTo>
                  <a:lnTo>
                    <a:pt x="39043" y="82849"/>
                  </a:lnTo>
                  <a:lnTo>
                    <a:pt x="38999" y="81548"/>
                  </a:lnTo>
                  <a:lnTo>
                    <a:pt x="38708" y="79375"/>
                  </a:lnTo>
                  <a:lnTo>
                    <a:pt x="38974" y="76576"/>
                  </a:lnTo>
                  <a:lnTo>
                    <a:pt x="39553" y="74899"/>
                  </a:lnTo>
                  <a:lnTo>
                    <a:pt x="40871" y="77181"/>
                  </a:lnTo>
                  <a:lnTo>
                    <a:pt x="41593" y="78912"/>
                  </a:lnTo>
                  <a:lnTo>
                    <a:pt x="41786" y="82382"/>
                  </a:lnTo>
                  <a:lnTo>
                    <a:pt x="42088" y="84307"/>
                  </a:lnTo>
                  <a:lnTo>
                    <a:pt x="43469" y="88380"/>
                  </a:lnTo>
                  <a:lnTo>
                    <a:pt x="44634" y="89564"/>
                  </a:lnTo>
                  <a:lnTo>
                    <a:pt x="46144" y="89862"/>
                  </a:lnTo>
                  <a:lnTo>
                    <a:pt x="47407" y="90759"/>
                  </a:lnTo>
                  <a:lnTo>
                    <a:pt x="48421" y="92254"/>
                  </a:lnTo>
                  <a:lnTo>
                    <a:pt x="50319" y="96390"/>
                  </a:lnTo>
                  <a:lnTo>
                    <a:pt x="54659" y="100016"/>
                  </a:lnTo>
                  <a:lnTo>
                    <a:pt x="58149" y="111139"/>
                  </a:lnTo>
                  <a:lnTo>
                    <a:pt x="60203" y="118846"/>
                  </a:lnTo>
                  <a:lnTo>
                    <a:pt x="66958" y="130530"/>
                  </a:lnTo>
                  <a:lnTo>
                    <a:pt x="68124" y="136131"/>
                  </a:lnTo>
                  <a:lnTo>
                    <a:pt x="68732" y="141613"/>
                  </a:lnTo>
                  <a:lnTo>
                    <a:pt x="70154" y="141350"/>
                  </a:lnTo>
                  <a:lnTo>
                    <a:pt x="72589" y="147345"/>
                  </a:lnTo>
                  <a:lnTo>
                    <a:pt x="73299" y="151906"/>
                  </a:lnTo>
                  <a:lnTo>
                    <a:pt x="75294" y="153558"/>
                  </a:lnTo>
                  <a:lnTo>
                    <a:pt x="75634" y="150864"/>
                  </a:lnTo>
                  <a:lnTo>
                    <a:pt x="76599" y="153077"/>
                  </a:lnTo>
                  <a:lnTo>
                    <a:pt x="76988" y="156506"/>
                  </a:lnTo>
                  <a:lnTo>
                    <a:pt x="75710" y="157873"/>
                  </a:lnTo>
                  <a:lnTo>
                    <a:pt x="74302" y="159085"/>
                  </a:lnTo>
                  <a:lnTo>
                    <a:pt x="74102" y="159041"/>
                  </a:lnTo>
                  <a:lnTo>
                    <a:pt x="73634" y="160621"/>
                  </a:lnTo>
                  <a:lnTo>
                    <a:pt x="72969" y="164949"/>
                  </a:lnTo>
                  <a:lnTo>
                    <a:pt x="72235" y="166206"/>
                  </a:lnTo>
                  <a:lnTo>
                    <a:pt x="71848" y="166317"/>
                  </a:lnTo>
                  <a:lnTo>
                    <a:pt x="69654" y="162267"/>
                  </a:lnTo>
                  <a:lnTo>
                    <a:pt x="69315" y="162039"/>
                  </a:lnTo>
                  <a:lnTo>
                    <a:pt x="68839" y="162835"/>
                  </a:lnTo>
                  <a:lnTo>
                    <a:pt x="68493" y="163662"/>
                  </a:lnTo>
                  <a:lnTo>
                    <a:pt x="67473" y="160595"/>
                  </a:lnTo>
                  <a:lnTo>
                    <a:pt x="66726" y="157883"/>
                  </a:lnTo>
                  <a:lnTo>
                    <a:pt x="65682" y="154649"/>
                  </a:lnTo>
                  <a:lnTo>
                    <a:pt x="64673" y="153196"/>
                  </a:lnTo>
                  <a:lnTo>
                    <a:pt x="63586" y="151372"/>
                  </a:lnTo>
                  <a:lnTo>
                    <a:pt x="62521" y="147130"/>
                  </a:lnTo>
                  <a:lnTo>
                    <a:pt x="61433" y="142460"/>
                  </a:lnTo>
                  <a:lnTo>
                    <a:pt x="59821" y="138639"/>
                  </a:lnTo>
                  <a:lnTo>
                    <a:pt x="56805" y="133126"/>
                  </a:lnTo>
                  <a:lnTo>
                    <a:pt x="54037" y="126143"/>
                  </a:lnTo>
                  <a:lnTo>
                    <a:pt x="51922" y="118845"/>
                  </a:lnTo>
                  <a:lnTo>
                    <a:pt x="50559" y="115046"/>
                  </a:lnTo>
                  <a:lnTo>
                    <a:pt x="49976" y="114076"/>
                  </a:lnTo>
                  <a:lnTo>
                    <a:pt x="47156" y="111691"/>
                  </a:lnTo>
                  <a:lnTo>
                    <a:pt x="45184" y="108356"/>
                  </a:lnTo>
                  <a:lnTo>
                    <a:pt x="43669" y="105606"/>
                  </a:lnTo>
                  <a:lnTo>
                    <a:pt x="42739" y="104870"/>
                  </a:lnTo>
                  <a:lnTo>
                    <a:pt x="41835" y="104779"/>
                  </a:lnTo>
                  <a:lnTo>
                    <a:pt x="39914" y="105324"/>
                  </a:lnTo>
                  <a:lnTo>
                    <a:pt x="38314" y="103600"/>
                  </a:lnTo>
                  <a:lnTo>
                    <a:pt x="37645" y="103600"/>
                  </a:lnTo>
                  <a:lnTo>
                    <a:pt x="36574" y="103097"/>
                  </a:lnTo>
                  <a:lnTo>
                    <a:pt x="35733" y="102486"/>
                  </a:lnTo>
                  <a:lnTo>
                    <a:pt x="34746" y="103221"/>
                  </a:lnTo>
                  <a:lnTo>
                    <a:pt x="32721" y="104448"/>
                  </a:lnTo>
                  <a:lnTo>
                    <a:pt x="31892" y="104180"/>
                  </a:lnTo>
                  <a:lnTo>
                    <a:pt x="31438" y="102463"/>
                  </a:lnTo>
                  <a:lnTo>
                    <a:pt x="31171" y="101152"/>
                  </a:lnTo>
                  <a:lnTo>
                    <a:pt x="30467" y="99782"/>
                  </a:lnTo>
                  <a:lnTo>
                    <a:pt x="29887" y="99782"/>
                  </a:lnTo>
                  <a:lnTo>
                    <a:pt x="29563" y="101004"/>
                  </a:lnTo>
                  <a:lnTo>
                    <a:pt x="27449" y="104094"/>
                  </a:lnTo>
                  <a:lnTo>
                    <a:pt x="23909" y="105805"/>
                  </a:lnTo>
                  <a:lnTo>
                    <a:pt x="23070" y="105681"/>
                  </a:lnTo>
                  <a:lnTo>
                    <a:pt x="22442" y="104446"/>
                  </a:lnTo>
                  <a:lnTo>
                    <a:pt x="20653" y="99149"/>
                  </a:lnTo>
                  <a:lnTo>
                    <a:pt x="20142" y="98288"/>
                  </a:lnTo>
                  <a:lnTo>
                    <a:pt x="19739" y="98208"/>
                  </a:lnTo>
                  <a:lnTo>
                    <a:pt x="18909" y="97581"/>
                  </a:lnTo>
                  <a:lnTo>
                    <a:pt x="18134" y="96565"/>
                  </a:lnTo>
                  <a:lnTo>
                    <a:pt x="17454" y="94395"/>
                  </a:lnTo>
                  <a:lnTo>
                    <a:pt x="16772" y="93161"/>
                  </a:lnTo>
                  <a:lnTo>
                    <a:pt x="16037" y="97410"/>
                  </a:lnTo>
                  <a:lnTo>
                    <a:pt x="14749" y="104835"/>
                  </a:lnTo>
                  <a:lnTo>
                    <a:pt x="14059" y="108814"/>
                  </a:lnTo>
                  <a:lnTo>
                    <a:pt x="13170" y="113941"/>
                  </a:lnTo>
                  <a:lnTo>
                    <a:pt x="12889" y="114095"/>
                  </a:lnTo>
                  <a:lnTo>
                    <a:pt x="12434" y="113724"/>
                  </a:lnTo>
                  <a:lnTo>
                    <a:pt x="10667" y="107340"/>
                  </a:lnTo>
                  <a:lnTo>
                    <a:pt x="9557" y="104938"/>
                  </a:lnTo>
                  <a:lnTo>
                    <a:pt x="8727" y="105167"/>
                  </a:lnTo>
                  <a:lnTo>
                    <a:pt x="8123" y="106347"/>
                  </a:lnTo>
                  <a:lnTo>
                    <a:pt x="7740" y="108477"/>
                  </a:lnTo>
                  <a:lnTo>
                    <a:pt x="7327" y="109798"/>
                  </a:lnTo>
                  <a:lnTo>
                    <a:pt x="6879" y="110309"/>
                  </a:lnTo>
                  <a:lnTo>
                    <a:pt x="5914" y="110055"/>
                  </a:lnTo>
                  <a:lnTo>
                    <a:pt x="4432" y="109037"/>
                  </a:lnTo>
                  <a:lnTo>
                    <a:pt x="2904" y="109257"/>
                  </a:lnTo>
                  <a:lnTo>
                    <a:pt x="1330" y="110716"/>
                  </a:lnTo>
                  <a:lnTo>
                    <a:pt x="1122" y="110757"/>
                  </a:lnTo>
                  <a:lnTo>
                    <a:pt x="754" y="102261"/>
                  </a:lnTo>
                  <a:lnTo>
                    <a:pt x="506" y="96584"/>
                  </a:lnTo>
                  <a:lnTo>
                    <a:pt x="246" y="90567"/>
                  </a:lnTo>
                  <a:lnTo>
                    <a:pt x="0" y="84894"/>
                  </a:lnTo>
                  <a:lnTo>
                    <a:pt x="1093" y="81405"/>
                  </a:lnTo>
                  <a:lnTo>
                    <a:pt x="1602" y="78097"/>
                  </a:lnTo>
                  <a:lnTo>
                    <a:pt x="2905" y="67333"/>
                  </a:lnTo>
                  <a:lnTo>
                    <a:pt x="3426" y="65191"/>
                  </a:lnTo>
                  <a:lnTo>
                    <a:pt x="4450" y="59427"/>
                  </a:lnTo>
                  <a:lnTo>
                    <a:pt x="4593" y="57762"/>
                  </a:lnTo>
                  <a:lnTo>
                    <a:pt x="5604" y="50496"/>
                  </a:lnTo>
                  <a:lnTo>
                    <a:pt x="5509" y="45669"/>
                  </a:lnTo>
                  <a:lnTo>
                    <a:pt x="5305" y="40790"/>
                  </a:lnTo>
                  <a:lnTo>
                    <a:pt x="5857" y="37902"/>
                  </a:lnTo>
                  <a:lnTo>
                    <a:pt x="6351" y="35591"/>
                  </a:lnTo>
                  <a:lnTo>
                    <a:pt x="6318" y="33642"/>
                  </a:lnTo>
                  <a:lnTo>
                    <a:pt x="6541" y="29091"/>
                  </a:lnTo>
                  <a:lnTo>
                    <a:pt x="6700" y="27959"/>
                  </a:lnTo>
                  <a:lnTo>
                    <a:pt x="7304" y="27888"/>
                  </a:lnTo>
                  <a:lnTo>
                    <a:pt x="8547" y="28475"/>
                  </a:lnTo>
                  <a:lnTo>
                    <a:pt x="9460" y="28018"/>
                  </a:lnTo>
                  <a:lnTo>
                    <a:pt x="10514" y="28012"/>
                  </a:lnTo>
                  <a:lnTo>
                    <a:pt x="11327" y="27875"/>
                  </a:lnTo>
                  <a:lnTo>
                    <a:pt x="11809" y="26487"/>
                  </a:lnTo>
                  <a:lnTo>
                    <a:pt x="12467" y="21185"/>
                  </a:lnTo>
                  <a:lnTo>
                    <a:pt x="12897" y="20121"/>
                  </a:lnTo>
                  <a:lnTo>
                    <a:pt x="13225" y="19799"/>
                  </a:lnTo>
                  <a:lnTo>
                    <a:pt x="14154" y="18817"/>
                  </a:lnTo>
                  <a:lnTo>
                    <a:pt x="14951" y="17273"/>
                  </a:lnTo>
                  <a:lnTo>
                    <a:pt x="15601" y="16165"/>
                  </a:lnTo>
                  <a:lnTo>
                    <a:pt x="15841" y="15943"/>
                  </a:lnTo>
                  <a:lnTo>
                    <a:pt x="16528" y="15803"/>
                  </a:lnTo>
                  <a:lnTo>
                    <a:pt x="17213" y="15151"/>
                  </a:lnTo>
                  <a:lnTo>
                    <a:pt x="17530" y="14402"/>
                  </a:lnTo>
                  <a:lnTo>
                    <a:pt x="18396" y="13807"/>
                  </a:lnTo>
                  <a:lnTo>
                    <a:pt x="19243" y="14142"/>
                  </a:lnTo>
                  <a:lnTo>
                    <a:pt x="19814" y="13490"/>
                  </a:lnTo>
                  <a:lnTo>
                    <a:pt x="20194" y="13067"/>
                  </a:lnTo>
                  <a:lnTo>
                    <a:pt x="20625" y="13034"/>
                  </a:lnTo>
                  <a:lnTo>
                    <a:pt x="21022" y="12419"/>
                  </a:lnTo>
                  <a:lnTo>
                    <a:pt x="21180" y="11476"/>
                  </a:lnTo>
                  <a:lnTo>
                    <a:pt x="21440" y="10876"/>
                  </a:lnTo>
                  <a:lnTo>
                    <a:pt x="22102" y="9499"/>
                  </a:lnTo>
                  <a:lnTo>
                    <a:pt x="22405" y="8502"/>
                  </a:lnTo>
                  <a:lnTo>
                    <a:pt x="22541" y="7499"/>
                  </a:lnTo>
                  <a:lnTo>
                    <a:pt x="22675" y="6699"/>
                  </a:lnTo>
                  <a:lnTo>
                    <a:pt x="22966" y="5352"/>
                  </a:lnTo>
                  <a:lnTo>
                    <a:pt x="24121" y="196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2989913" y="2811125"/>
              <a:ext cx="3137" cy="6020"/>
            </a:xfrm>
            <a:custGeom>
              <a:avLst/>
              <a:pathLst>
                <a:path w="3137" h="6020">
                  <a:moveTo>
                    <a:pt x="3137" y="1198"/>
                  </a:moveTo>
                  <a:lnTo>
                    <a:pt x="2022" y="6020"/>
                  </a:lnTo>
                  <a:lnTo>
                    <a:pt x="620" y="4215"/>
                  </a:lnTo>
                  <a:lnTo>
                    <a:pt x="283" y="3611"/>
                  </a:lnTo>
                  <a:lnTo>
                    <a:pt x="0" y="2620"/>
                  </a:lnTo>
                  <a:lnTo>
                    <a:pt x="1348" y="2423"/>
                  </a:lnTo>
                  <a:lnTo>
                    <a:pt x="271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3016969" y="2801989"/>
              <a:ext cx="4906" cy="12184"/>
            </a:xfrm>
            <a:custGeom>
              <a:avLst/>
              <a:pathLst>
                <a:path w="4906" h="12184">
                  <a:moveTo>
                    <a:pt x="4705" y="353"/>
                  </a:moveTo>
                  <a:lnTo>
                    <a:pt x="4635" y="2624"/>
                  </a:lnTo>
                  <a:lnTo>
                    <a:pt x="4906" y="4920"/>
                  </a:lnTo>
                  <a:lnTo>
                    <a:pt x="4836" y="8410"/>
                  </a:lnTo>
                  <a:lnTo>
                    <a:pt x="4289" y="10301"/>
                  </a:lnTo>
                  <a:lnTo>
                    <a:pt x="2878" y="12184"/>
                  </a:lnTo>
                  <a:lnTo>
                    <a:pt x="1768" y="11846"/>
                  </a:lnTo>
                  <a:lnTo>
                    <a:pt x="1141" y="11088"/>
                  </a:lnTo>
                  <a:lnTo>
                    <a:pt x="24" y="8030"/>
                  </a:lnTo>
                  <a:lnTo>
                    <a:pt x="0" y="4870"/>
                  </a:lnTo>
                  <a:lnTo>
                    <a:pt x="1018" y="2812"/>
                  </a:lnTo>
                  <a:lnTo>
                    <a:pt x="1458" y="155"/>
                  </a:lnTo>
                  <a:lnTo>
                    <a:pt x="4104" y="662"/>
                  </a:lnTo>
                  <a:lnTo>
                    <a:pt x="4335" y="150"/>
                  </a:lnTo>
                  <a:lnTo>
                    <a:pt x="4534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2999530" y="2800693"/>
              <a:ext cx="2575" cy="5603"/>
            </a:xfrm>
            <a:custGeom>
              <a:avLst/>
              <a:pathLst>
                <a:path w="2575" h="5603">
                  <a:moveTo>
                    <a:pt x="1613" y="5354"/>
                  </a:moveTo>
                  <a:lnTo>
                    <a:pt x="1145" y="5603"/>
                  </a:lnTo>
                  <a:lnTo>
                    <a:pt x="586" y="4872"/>
                  </a:lnTo>
                  <a:lnTo>
                    <a:pt x="0" y="2526"/>
                  </a:lnTo>
                  <a:lnTo>
                    <a:pt x="397" y="793"/>
                  </a:lnTo>
                  <a:lnTo>
                    <a:pt x="763" y="0"/>
                  </a:lnTo>
                  <a:lnTo>
                    <a:pt x="1272" y="115"/>
                  </a:lnTo>
                  <a:lnTo>
                    <a:pt x="2247" y="1395"/>
                  </a:lnTo>
                  <a:lnTo>
                    <a:pt x="2544" y="2719"/>
                  </a:lnTo>
                  <a:lnTo>
                    <a:pt x="2575" y="35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3004358" y="2789677"/>
              <a:ext cx="9047" cy="16807"/>
            </a:xfrm>
            <a:custGeom>
              <a:avLst/>
              <a:pathLst>
                <a:path w="9047" h="16807">
                  <a:moveTo>
                    <a:pt x="6569" y="5792"/>
                  </a:moveTo>
                  <a:lnTo>
                    <a:pt x="5605" y="12545"/>
                  </a:lnTo>
                  <a:lnTo>
                    <a:pt x="4707" y="15190"/>
                  </a:lnTo>
                  <a:lnTo>
                    <a:pt x="4172" y="16071"/>
                  </a:lnTo>
                  <a:lnTo>
                    <a:pt x="2846" y="16807"/>
                  </a:lnTo>
                  <a:lnTo>
                    <a:pt x="1272" y="12611"/>
                  </a:lnTo>
                  <a:lnTo>
                    <a:pt x="452" y="8354"/>
                  </a:lnTo>
                  <a:lnTo>
                    <a:pt x="0" y="6984"/>
                  </a:lnTo>
                  <a:lnTo>
                    <a:pt x="716" y="5905"/>
                  </a:lnTo>
                  <a:lnTo>
                    <a:pt x="1763" y="6091"/>
                  </a:lnTo>
                  <a:lnTo>
                    <a:pt x="4010" y="5185"/>
                  </a:lnTo>
                  <a:lnTo>
                    <a:pt x="4463" y="4824"/>
                  </a:lnTo>
                  <a:lnTo>
                    <a:pt x="6747" y="525"/>
                  </a:lnTo>
                  <a:lnTo>
                    <a:pt x="8995" y="0"/>
                  </a:lnTo>
                  <a:lnTo>
                    <a:pt x="9047" y="14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3032133" y="2784692"/>
              <a:ext cx="7648" cy="20349"/>
            </a:xfrm>
            <a:custGeom>
              <a:avLst/>
              <a:pathLst>
                <a:path w="7648" h="20349">
                  <a:moveTo>
                    <a:pt x="3395" y="17002"/>
                  </a:moveTo>
                  <a:lnTo>
                    <a:pt x="1831" y="20349"/>
                  </a:lnTo>
                  <a:lnTo>
                    <a:pt x="266" y="19570"/>
                  </a:lnTo>
                  <a:lnTo>
                    <a:pt x="0" y="19022"/>
                  </a:lnTo>
                  <a:lnTo>
                    <a:pt x="1567" y="18172"/>
                  </a:lnTo>
                  <a:lnTo>
                    <a:pt x="2989" y="15627"/>
                  </a:lnTo>
                  <a:lnTo>
                    <a:pt x="3903" y="9988"/>
                  </a:lnTo>
                  <a:lnTo>
                    <a:pt x="5333" y="3759"/>
                  </a:lnTo>
                  <a:lnTo>
                    <a:pt x="5620" y="1122"/>
                  </a:lnTo>
                  <a:lnTo>
                    <a:pt x="6187" y="95"/>
                  </a:lnTo>
                  <a:lnTo>
                    <a:pt x="6968" y="0"/>
                  </a:lnTo>
                  <a:lnTo>
                    <a:pt x="7302" y="196"/>
                  </a:lnTo>
                  <a:lnTo>
                    <a:pt x="7648" y="1579"/>
                  </a:lnTo>
                  <a:lnTo>
                    <a:pt x="7643" y="4713"/>
                  </a:lnTo>
                  <a:lnTo>
                    <a:pt x="7236" y="9909"/>
                  </a:lnTo>
                  <a:lnTo>
                    <a:pt x="6487" y="1451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2991752" y="2781675"/>
              <a:ext cx="3155" cy="10669"/>
            </a:xfrm>
            <a:custGeom>
              <a:avLst/>
              <a:pathLst>
                <a:path w="3155" h="10669">
                  <a:moveTo>
                    <a:pt x="1916" y="10447"/>
                  </a:moveTo>
                  <a:lnTo>
                    <a:pt x="1627" y="10669"/>
                  </a:lnTo>
                  <a:lnTo>
                    <a:pt x="1365" y="8338"/>
                  </a:lnTo>
                  <a:lnTo>
                    <a:pt x="0" y="2615"/>
                  </a:lnTo>
                  <a:lnTo>
                    <a:pt x="828" y="65"/>
                  </a:lnTo>
                  <a:lnTo>
                    <a:pt x="2338" y="0"/>
                  </a:lnTo>
                  <a:lnTo>
                    <a:pt x="2948" y="1779"/>
                  </a:lnTo>
                  <a:lnTo>
                    <a:pt x="3155" y="3614"/>
                  </a:lnTo>
                  <a:lnTo>
                    <a:pt x="2867" y="4674"/>
                  </a:lnTo>
                  <a:lnTo>
                    <a:pt x="2950" y="6818"/>
                  </a:lnTo>
                  <a:lnTo>
                    <a:pt x="2793" y="820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3039405" y="2770138"/>
              <a:ext cx="5028" cy="11575"/>
            </a:xfrm>
            <a:custGeom>
              <a:avLst/>
              <a:pathLst>
                <a:path w="5028" h="11575">
                  <a:moveTo>
                    <a:pt x="1656" y="9632"/>
                  </a:moveTo>
                  <a:lnTo>
                    <a:pt x="873" y="11575"/>
                  </a:lnTo>
                  <a:lnTo>
                    <a:pt x="0" y="10877"/>
                  </a:lnTo>
                  <a:lnTo>
                    <a:pt x="417" y="6615"/>
                  </a:lnTo>
                  <a:lnTo>
                    <a:pt x="825" y="5351"/>
                  </a:lnTo>
                  <a:lnTo>
                    <a:pt x="2414" y="3493"/>
                  </a:lnTo>
                  <a:lnTo>
                    <a:pt x="3738" y="2745"/>
                  </a:lnTo>
                  <a:lnTo>
                    <a:pt x="4125" y="767"/>
                  </a:lnTo>
                  <a:lnTo>
                    <a:pt x="4561" y="0"/>
                  </a:lnTo>
                  <a:lnTo>
                    <a:pt x="5028" y="1173"/>
                  </a:lnTo>
                  <a:lnTo>
                    <a:pt x="4674" y="2536"/>
                  </a:lnTo>
                  <a:lnTo>
                    <a:pt x="4395" y="6814"/>
                  </a:lnTo>
                  <a:lnTo>
                    <a:pt x="3512" y="818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3215039" y="2488506"/>
              <a:ext cx="2209" cy="3231"/>
            </a:xfrm>
            <a:custGeom>
              <a:avLst/>
              <a:pathLst>
                <a:path w="2209" h="3231">
                  <a:moveTo>
                    <a:pt x="2209" y="2840"/>
                  </a:moveTo>
                  <a:lnTo>
                    <a:pt x="1947" y="3231"/>
                  </a:lnTo>
                  <a:lnTo>
                    <a:pt x="1185" y="2872"/>
                  </a:lnTo>
                  <a:lnTo>
                    <a:pt x="43" y="2872"/>
                  </a:lnTo>
                  <a:lnTo>
                    <a:pt x="0" y="1677"/>
                  </a:lnTo>
                  <a:lnTo>
                    <a:pt x="175" y="844"/>
                  </a:lnTo>
                  <a:lnTo>
                    <a:pt x="395" y="0"/>
                  </a:lnTo>
                  <a:lnTo>
                    <a:pt x="1092" y="1663"/>
                  </a:lnTo>
                  <a:lnTo>
                    <a:pt x="2194" y="19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3212984" y="2478080"/>
              <a:ext cx="4606" cy="7794"/>
            </a:xfrm>
            <a:custGeom>
              <a:avLst/>
              <a:pathLst>
                <a:path w="4606" h="7794">
                  <a:moveTo>
                    <a:pt x="2553" y="5979"/>
                  </a:moveTo>
                  <a:lnTo>
                    <a:pt x="2136" y="7794"/>
                  </a:lnTo>
                  <a:lnTo>
                    <a:pt x="386" y="7152"/>
                  </a:lnTo>
                  <a:lnTo>
                    <a:pt x="0" y="6417"/>
                  </a:lnTo>
                  <a:lnTo>
                    <a:pt x="378" y="4363"/>
                  </a:lnTo>
                  <a:lnTo>
                    <a:pt x="879" y="4116"/>
                  </a:lnTo>
                  <a:lnTo>
                    <a:pt x="911" y="2656"/>
                  </a:lnTo>
                  <a:lnTo>
                    <a:pt x="1441" y="1188"/>
                  </a:lnTo>
                  <a:lnTo>
                    <a:pt x="3925" y="0"/>
                  </a:lnTo>
                  <a:lnTo>
                    <a:pt x="4486" y="994"/>
                  </a:lnTo>
                  <a:lnTo>
                    <a:pt x="4606" y="2429"/>
                  </a:lnTo>
                  <a:lnTo>
                    <a:pt x="3120" y="55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3226180" y="2452980"/>
              <a:ext cx="12564" cy="19775"/>
            </a:xfrm>
            <a:custGeom>
              <a:avLst/>
              <a:pathLst>
                <a:path w="12564" h="19775">
                  <a:moveTo>
                    <a:pt x="8922" y="5331"/>
                  </a:moveTo>
                  <a:lnTo>
                    <a:pt x="10024" y="6318"/>
                  </a:lnTo>
                  <a:lnTo>
                    <a:pt x="11187" y="5430"/>
                  </a:lnTo>
                  <a:lnTo>
                    <a:pt x="11805" y="5709"/>
                  </a:lnTo>
                  <a:lnTo>
                    <a:pt x="12416" y="6183"/>
                  </a:lnTo>
                  <a:lnTo>
                    <a:pt x="12564" y="8059"/>
                  </a:lnTo>
                  <a:lnTo>
                    <a:pt x="12021" y="10145"/>
                  </a:lnTo>
                  <a:lnTo>
                    <a:pt x="11263" y="12258"/>
                  </a:lnTo>
                  <a:lnTo>
                    <a:pt x="10621" y="14581"/>
                  </a:lnTo>
                  <a:lnTo>
                    <a:pt x="10066" y="17253"/>
                  </a:lnTo>
                  <a:lnTo>
                    <a:pt x="9028" y="18830"/>
                  </a:lnTo>
                  <a:lnTo>
                    <a:pt x="8088" y="19775"/>
                  </a:lnTo>
                  <a:lnTo>
                    <a:pt x="6100" y="17792"/>
                  </a:lnTo>
                  <a:lnTo>
                    <a:pt x="4945" y="17299"/>
                  </a:lnTo>
                  <a:lnTo>
                    <a:pt x="4600" y="16555"/>
                  </a:lnTo>
                  <a:lnTo>
                    <a:pt x="4326" y="13600"/>
                  </a:lnTo>
                  <a:lnTo>
                    <a:pt x="3804" y="12657"/>
                  </a:lnTo>
                  <a:lnTo>
                    <a:pt x="3038" y="12242"/>
                  </a:lnTo>
                  <a:lnTo>
                    <a:pt x="2369" y="12997"/>
                  </a:lnTo>
                  <a:lnTo>
                    <a:pt x="1490" y="14556"/>
                  </a:lnTo>
                  <a:lnTo>
                    <a:pt x="1021" y="13002"/>
                  </a:lnTo>
                  <a:lnTo>
                    <a:pt x="279" y="12709"/>
                  </a:lnTo>
                  <a:lnTo>
                    <a:pt x="0" y="11773"/>
                  </a:lnTo>
                  <a:lnTo>
                    <a:pt x="14" y="10561"/>
                  </a:lnTo>
                  <a:lnTo>
                    <a:pt x="4775" y="3418"/>
                  </a:lnTo>
                  <a:lnTo>
                    <a:pt x="6154" y="1838"/>
                  </a:lnTo>
                  <a:lnTo>
                    <a:pt x="9076" y="0"/>
                  </a:lnTo>
                  <a:lnTo>
                    <a:pt x="9523" y="278"/>
                  </a:lnTo>
                  <a:lnTo>
                    <a:pt x="9142" y="1367"/>
                  </a:lnTo>
                  <a:lnTo>
                    <a:pt x="9171" y="1855"/>
                  </a:lnTo>
                  <a:lnTo>
                    <a:pt x="9535" y="2383"/>
                  </a:lnTo>
                  <a:lnTo>
                    <a:pt x="9446" y="3224"/>
                  </a:lnTo>
                  <a:lnTo>
                    <a:pt x="9076" y="39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3243127" y="2449889"/>
              <a:ext cx="5516" cy="7234"/>
            </a:xfrm>
            <a:custGeom>
              <a:avLst/>
              <a:pathLst>
                <a:path w="5516" h="7234">
                  <a:moveTo>
                    <a:pt x="5189" y="6892"/>
                  </a:moveTo>
                  <a:lnTo>
                    <a:pt x="4978" y="7234"/>
                  </a:lnTo>
                  <a:lnTo>
                    <a:pt x="1438" y="3819"/>
                  </a:lnTo>
                  <a:lnTo>
                    <a:pt x="282" y="3438"/>
                  </a:lnTo>
                  <a:lnTo>
                    <a:pt x="0" y="2917"/>
                  </a:lnTo>
                  <a:lnTo>
                    <a:pt x="31" y="1141"/>
                  </a:lnTo>
                  <a:lnTo>
                    <a:pt x="123" y="356"/>
                  </a:lnTo>
                  <a:lnTo>
                    <a:pt x="2491" y="0"/>
                  </a:lnTo>
                  <a:lnTo>
                    <a:pt x="4408" y="1262"/>
                  </a:lnTo>
                  <a:lnTo>
                    <a:pt x="5437" y="4664"/>
                  </a:lnTo>
                  <a:lnTo>
                    <a:pt x="5516" y="52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3092621" y="2340869"/>
              <a:ext cx="144338" cy="228668"/>
            </a:xfrm>
            <a:custGeom>
              <a:avLst/>
              <a:pathLst>
                <a:path w="144338" h="228668">
                  <a:moveTo>
                    <a:pt x="85638" y="10555"/>
                  </a:moveTo>
                  <a:lnTo>
                    <a:pt x="85653" y="11582"/>
                  </a:lnTo>
                  <a:lnTo>
                    <a:pt x="86107" y="12996"/>
                  </a:lnTo>
                  <a:lnTo>
                    <a:pt x="86572" y="13519"/>
                  </a:lnTo>
                  <a:lnTo>
                    <a:pt x="87559" y="14244"/>
                  </a:lnTo>
                  <a:lnTo>
                    <a:pt x="88314" y="14341"/>
                  </a:lnTo>
                  <a:lnTo>
                    <a:pt x="89347" y="14682"/>
                  </a:lnTo>
                  <a:lnTo>
                    <a:pt x="90050" y="15497"/>
                  </a:lnTo>
                  <a:lnTo>
                    <a:pt x="90088" y="16767"/>
                  </a:lnTo>
                  <a:lnTo>
                    <a:pt x="89912" y="18185"/>
                  </a:lnTo>
                  <a:lnTo>
                    <a:pt x="89489" y="19489"/>
                  </a:lnTo>
                  <a:lnTo>
                    <a:pt x="89247" y="20489"/>
                  </a:lnTo>
                  <a:lnTo>
                    <a:pt x="89472" y="21062"/>
                  </a:lnTo>
                  <a:lnTo>
                    <a:pt x="89842" y="21505"/>
                  </a:lnTo>
                  <a:lnTo>
                    <a:pt x="90241" y="21627"/>
                  </a:lnTo>
                  <a:lnTo>
                    <a:pt x="90512" y="21480"/>
                  </a:lnTo>
                  <a:lnTo>
                    <a:pt x="90717" y="20692"/>
                  </a:lnTo>
                  <a:lnTo>
                    <a:pt x="91107" y="19726"/>
                  </a:lnTo>
                  <a:lnTo>
                    <a:pt x="91323" y="19607"/>
                  </a:lnTo>
                  <a:lnTo>
                    <a:pt x="91305" y="20154"/>
                  </a:lnTo>
                  <a:lnTo>
                    <a:pt x="91491" y="20829"/>
                  </a:lnTo>
                  <a:lnTo>
                    <a:pt x="92757" y="21967"/>
                  </a:lnTo>
                  <a:lnTo>
                    <a:pt x="95537" y="24083"/>
                  </a:lnTo>
                  <a:lnTo>
                    <a:pt x="96626" y="24122"/>
                  </a:lnTo>
                  <a:lnTo>
                    <a:pt x="97507" y="24370"/>
                  </a:lnTo>
                  <a:lnTo>
                    <a:pt x="97766" y="25265"/>
                  </a:lnTo>
                  <a:lnTo>
                    <a:pt x="99535" y="28531"/>
                  </a:lnTo>
                  <a:lnTo>
                    <a:pt x="99957" y="28442"/>
                  </a:lnTo>
                  <a:lnTo>
                    <a:pt x="100747" y="28521"/>
                  </a:lnTo>
                  <a:lnTo>
                    <a:pt x="101699" y="28262"/>
                  </a:lnTo>
                  <a:lnTo>
                    <a:pt x="102388" y="27650"/>
                  </a:lnTo>
                  <a:lnTo>
                    <a:pt x="102839" y="27752"/>
                  </a:lnTo>
                  <a:lnTo>
                    <a:pt x="103337" y="28384"/>
                  </a:lnTo>
                  <a:lnTo>
                    <a:pt x="103921" y="28935"/>
                  </a:lnTo>
                  <a:lnTo>
                    <a:pt x="104672" y="30010"/>
                  </a:lnTo>
                  <a:lnTo>
                    <a:pt x="105346" y="31342"/>
                  </a:lnTo>
                  <a:lnTo>
                    <a:pt x="105810" y="31778"/>
                  </a:lnTo>
                  <a:lnTo>
                    <a:pt x="106284" y="31626"/>
                  </a:lnTo>
                  <a:lnTo>
                    <a:pt x="108601" y="30885"/>
                  </a:lnTo>
                  <a:lnTo>
                    <a:pt x="109224" y="31665"/>
                  </a:lnTo>
                  <a:lnTo>
                    <a:pt x="109885" y="31655"/>
                  </a:lnTo>
                  <a:lnTo>
                    <a:pt x="110625" y="31452"/>
                  </a:lnTo>
                  <a:lnTo>
                    <a:pt x="112241" y="31861"/>
                  </a:lnTo>
                  <a:lnTo>
                    <a:pt x="113553" y="31763"/>
                  </a:lnTo>
                  <a:lnTo>
                    <a:pt x="113672" y="31437"/>
                  </a:lnTo>
                  <a:lnTo>
                    <a:pt x="113784" y="28488"/>
                  </a:lnTo>
                  <a:lnTo>
                    <a:pt x="113992" y="27445"/>
                  </a:lnTo>
                  <a:lnTo>
                    <a:pt x="114304" y="27168"/>
                  </a:lnTo>
                  <a:lnTo>
                    <a:pt x="115081" y="27377"/>
                  </a:lnTo>
                  <a:lnTo>
                    <a:pt x="117908" y="29123"/>
                  </a:lnTo>
                  <a:lnTo>
                    <a:pt x="119071" y="30214"/>
                  </a:lnTo>
                  <a:lnTo>
                    <a:pt x="120189" y="31068"/>
                  </a:lnTo>
                  <a:lnTo>
                    <a:pt x="121167" y="31162"/>
                  </a:lnTo>
                  <a:lnTo>
                    <a:pt x="121813" y="31731"/>
                  </a:lnTo>
                  <a:lnTo>
                    <a:pt x="122721" y="34532"/>
                  </a:lnTo>
                  <a:lnTo>
                    <a:pt x="122566" y="35936"/>
                  </a:lnTo>
                  <a:lnTo>
                    <a:pt x="122648" y="36455"/>
                  </a:lnTo>
                  <a:lnTo>
                    <a:pt x="122744" y="37429"/>
                  </a:lnTo>
                  <a:lnTo>
                    <a:pt x="122719" y="38508"/>
                  </a:lnTo>
                  <a:lnTo>
                    <a:pt x="122957" y="39214"/>
                  </a:lnTo>
                  <a:lnTo>
                    <a:pt x="123388" y="39302"/>
                  </a:lnTo>
                  <a:lnTo>
                    <a:pt x="123938" y="39088"/>
                  </a:lnTo>
                  <a:lnTo>
                    <a:pt x="124541" y="38667"/>
                  </a:lnTo>
                  <a:lnTo>
                    <a:pt x="125600" y="37464"/>
                  </a:lnTo>
                  <a:lnTo>
                    <a:pt x="125917" y="37268"/>
                  </a:lnTo>
                  <a:lnTo>
                    <a:pt x="127686" y="38634"/>
                  </a:lnTo>
                  <a:lnTo>
                    <a:pt x="128471" y="39543"/>
                  </a:lnTo>
                  <a:lnTo>
                    <a:pt x="128741" y="40534"/>
                  </a:lnTo>
                  <a:lnTo>
                    <a:pt x="129145" y="41547"/>
                  </a:lnTo>
                  <a:lnTo>
                    <a:pt x="129676" y="41694"/>
                  </a:lnTo>
                  <a:lnTo>
                    <a:pt x="130432" y="40732"/>
                  </a:lnTo>
                  <a:lnTo>
                    <a:pt x="131606" y="39702"/>
                  </a:lnTo>
                  <a:lnTo>
                    <a:pt x="133609" y="40608"/>
                  </a:lnTo>
                  <a:lnTo>
                    <a:pt x="135836" y="41922"/>
                  </a:lnTo>
                  <a:lnTo>
                    <a:pt x="136799" y="42079"/>
                  </a:lnTo>
                  <a:lnTo>
                    <a:pt x="136835" y="41440"/>
                  </a:lnTo>
                  <a:lnTo>
                    <a:pt x="137011" y="40527"/>
                  </a:lnTo>
                  <a:lnTo>
                    <a:pt x="137377" y="40070"/>
                  </a:lnTo>
                  <a:lnTo>
                    <a:pt x="137924" y="39935"/>
                  </a:lnTo>
                  <a:lnTo>
                    <a:pt x="138686" y="39456"/>
                  </a:lnTo>
                  <a:lnTo>
                    <a:pt x="139558" y="38664"/>
                  </a:lnTo>
                  <a:lnTo>
                    <a:pt x="140463" y="38334"/>
                  </a:lnTo>
                  <a:lnTo>
                    <a:pt x="141414" y="38925"/>
                  </a:lnTo>
                  <a:lnTo>
                    <a:pt x="142559" y="39404"/>
                  </a:lnTo>
                  <a:lnTo>
                    <a:pt x="143241" y="39400"/>
                  </a:lnTo>
                  <a:lnTo>
                    <a:pt x="143568" y="41270"/>
                  </a:lnTo>
                  <a:lnTo>
                    <a:pt x="144121" y="41984"/>
                  </a:lnTo>
                  <a:lnTo>
                    <a:pt x="144338" y="43602"/>
                  </a:lnTo>
                  <a:lnTo>
                    <a:pt x="143324" y="44447"/>
                  </a:lnTo>
                  <a:lnTo>
                    <a:pt x="142723" y="44561"/>
                  </a:lnTo>
                  <a:lnTo>
                    <a:pt x="142539" y="47340"/>
                  </a:lnTo>
                  <a:lnTo>
                    <a:pt x="142824" y="48122"/>
                  </a:lnTo>
                  <a:lnTo>
                    <a:pt x="143393" y="48856"/>
                  </a:lnTo>
                  <a:lnTo>
                    <a:pt x="143548" y="49711"/>
                  </a:lnTo>
                  <a:lnTo>
                    <a:pt x="143663" y="53788"/>
                  </a:lnTo>
                  <a:lnTo>
                    <a:pt x="142498" y="56247"/>
                  </a:lnTo>
                  <a:lnTo>
                    <a:pt x="140864" y="59012"/>
                  </a:lnTo>
                  <a:lnTo>
                    <a:pt x="132878" y="67904"/>
                  </a:lnTo>
                  <a:lnTo>
                    <a:pt x="130976" y="72211"/>
                  </a:lnTo>
                  <a:lnTo>
                    <a:pt x="130251" y="73197"/>
                  </a:lnTo>
                  <a:lnTo>
                    <a:pt x="124312" y="75909"/>
                  </a:lnTo>
                  <a:lnTo>
                    <a:pt x="120161" y="78806"/>
                  </a:lnTo>
                  <a:lnTo>
                    <a:pt x="118171" y="79856"/>
                  </a:lnTo>
                  <a:lnTo>
                    <a:pt x="115685" y="84892"/>
                  </a:lnTo>
                  <a:lnTo>
                    <a:pt x="114508" y="86924"/>
                  </a:lnTo>
                  <a:lnTo>
                    <a:pt x="115445" y="87487"/>
                  </a:lnTo>
                  <a:lnTo>
                    <a:pt x="116539" y="89893"/>
                  </a:lnTo>
                  <a:lnTo>
                    <a:pt x="116171" y="90961"/>
                  </a:lnTo>
                  <a:lnTo>
                    <a:pt x="114577" y="92609"/>
                  </a:lnTo>
                  <a:lnTo>
                    <a:pt x="113880" y="93115"/>
                  </a:lnTo>
                  <a:lnTo>
                    <a:pt x="113501" y="92852"/>
                  </a:lnTo>
                  <a:lnTo>
                    <a:pt x="113144" y="93080"/>
                  </a:lnTo>
                  <a:lnTo>
                    <a:pt x="110469" y="101811"/>
                  </a:lnTo>
                  <a:lnTo>
                    <a:pt x="108107" y="108089"/>
                  </a:lnTo>
                  <a:lnTo>
                    <a:pt x="106779" y="110826"/>
                  </a:lnTo>
                  <a:lnTo>
                    <a:pt x="106284" y="112312"/>
                  </a:lnTo>
                  <a:lnTo>
                    <a:pt x="105419" y="114905"/>
                  </a:lnTo>
                  <a:lnTo>
                    <a:pt x="102521" y="125426"/>
                  </a:lnTo>
                  <a:lnTo>
                    <a:pt x="102498" y="128463"/>
                  </a:lnTo>
                  <a:lnTo>
                    <a:pt x="103926" y="138938"/>
                  </a:lnTo>
                  <a:lnTo>
                    <a:pt x="104744" y="141689"/>
                  </a:lnTo>
                  <a:lnTo>
                    <a:pt x="105891" y="144002"/>
                  </a:lnTo>
                  <a:lnTo>
                    <a:pt x="106284" y="144357"/>
                  </a:lnTo>
                  <a:lnTo>
                    <a:pt x="108066" y="145968"/>
                  </a:lnTo>
                  <a:lnTo>
                    <a:pt x="108603" y="147903"/>
                  </a:lnTo>
                  <a:lnTo>
                    <a:pt x="107853" y="149747"/>
                  </a:lnTo>
                  <a:lnTo>
                    <a:pt x="106284" y="152114"/>
                  </a:lnTo>
                  <a:lnTo>
                    <a:pt x="105677" y="153030"/>
                  </a:lnTo>
                  <a:lnTo>
                    <a:pt x="101896" y="157464"/>
                  </a:lnTo>
                  <a:lnTo>
                    <a:pt x="100290" y="160961"/>
                  </a:lnTo>
                  <a:lnTo>
                    <a:pt x="99947" y="164334"/>
                  </a:lnTo>
                  <a:lnTo>
                    <a:pt x="98841" y="165849"/>
                  </a:lnTo>
                  <a:lnTo>
                    <a:pt x="98422" y="170572"/>
                  </a:lnTo>
                  <a:lnTo>
                    <a:pt x="97750" y="173701"/>
                  </a:lnTo>
                  <a:lnTo>
                    <a:pt x="97621" y="174762"/>
                  </a:lnTo>
                  <a:lnTo>
                    <a:pt x="96909" y="177135"/>
                  </a:lnTo>
                  <a:lnTo>
                    <a:pt x="96812" y="178858"/>
                  </a:lnTo>
                  <a:lnTo>
                    <a:pt x="97980" y="181238"/>
                  </a:lnTo>
                  <a:lnTo>
                    <a:pt x="97401" y="182267"/>
                  </a:lnTo>
                  <a:lnTo>
                    <a:pt x="96822" y="182724"/>
                  </a:lnTo>
                  <a:lnTo>
                    <a:pt x="95488" y="183003"/>
                  </a:lnTo>
                  <a:lnTo>
                    <a:pt x="91006" y="183304"/>
                  </a:lnTo>
                  <a:lnTo>
                    <a:pt x="87400" y="188451"/>
                  </a:lnTo>
                  <a:lnTo>
                    <a:pt x="85597" y="193005"/>
                  </a:lnTo>
                  <a:lnTo>
                    <a:pt x="83966" y="201486"/>
                  </a:lnTo>
                  <a:lnTo>
                    <a:pt x="81984" y="206485"/>
                  </a:lnTo>
                  <a:lnTo>
                    <a:pt x="81108" y="207407"/>
                  </a:lnTo>
                  <a:lnTo>
                    <a:pt x="79751" y="205209"/>
                  </a:lnTo>
                  <a:lnTo>
                    <a:pt x="78057" y="204875"/>
                  </a:lnTo>
                  <a:lnTo>
                    <a:pt x="76412" y="205603"/>
                  </a:lnTo>
                  <a:lnTo>
                    <a:pt x="75550" y="207345"/>
                  </a:lnTo>
                  <a:lnTo>
                    <a:pt x="74205" y="208314"/>
                  </a:lnTo>
                  <a:lnTo>
                    <a:pt x="72889" y="207475"/>
                  </a:lnTo>
                  <a:lnTo>
                    <a:pt x="70043" y="207022"/>
                  </a:lnTo>
                  <a:lnTo>
                    <a:pt x="68778" y="207103"/>
                  </a:lnTo>
                  <a:lnTo>
                    <a:pt x="66797" y="208516"/>
                  </a:lnTo>
                  <a:lnTo>
                    <a:pt x="65099" y="207573"/>
                  </a:lnTo>
                  <a:lnTo>
                    <a:pt x="62234" y="207094"/>
                  </a:lnTo>
                  <a:lnTo>
                    <a:pt x="56030" y="208215"/>
                  </a:lnTo>
                  <a:lnTo>
                    <a:pt x="55247" y="208743"/>
                  </a:lnTo>
                  <a:lnTo>
                    <a:pt x="54472" y="210844"/>
                  </a:lnTo>
                  <a:lnTo>
                    <a:pt x="52494" y="214469"/>
                  </a:lnTo>
                  <a:lnTo>
                    <a:pt x="49488" y="214599"/>
                  </a:lnTo>
                  <a:lnTo>
                    <a:pt x="46770" y="216912"/>
                  </a:lnTo>
                  <a:lnTo>
                    <a:pt x="46091" y="218394"/>
                  </a:lnTo>
                  <a:lnTo>
                    <a:pt x="44950" y="222469"/>
                  </a:lnTo>
                  <a:lnTo>
                    <a:pt x="44590" y="225448"/>
                  </a:lnTo>
                  <a:lnTo>
                    <a:pt x="44352" y="225472"/>
                  </a:lnTo>
                  <a:lnTo>
                    <a:pt x="44057" y="224739"/>
                  </a:lnTo>
                  <a:lnTo>
                    <a:pt x="43639" y="224985"/>
                  </a:lnTo>
                  <a:lnTo>
                    <a:pt x="43421" y="227254"/>
                  </a:lnTo>
                  <a:lnTo>
                    <a:pt x="42400" y="228287"/>
                  </a:lnTo>
                  <a:lnTo>
                    <a:pt x="41545" y="228668"/>
                  </a:lnTo>
                  <a:lnTo>
                    <a:pt x="39440" y="226824"/>
                  </a:lnTo>
                  <a:lnTo>
                    <a:pt x="37688" y="224064"/>
                  </a:lnTo>
                  <a:lnTo>
                    <a:pt x="36767" y="223867"/>
                  </a:lnTo>
                  <a:lnTo>
                    <a:pt x="35274" y="219571"/>
                  </a:lnTo>
                  <a:lnTo>
                    <a:pt x="34632" y="216833"/>
                  </a:lnTo>
                  <a:lnTo>
                    <a:pt x="34175" y="213877"/>
                  </a:lnTo>
                  <a:lnTo>
                    <a:pt x="34270" y="212744"/>
                  </a:lnTo>
                  <a:lnTo>
                    <a:pt x="34140" y="211802"/>
                  </a:lnTo>
                  <a:lnTo>
                    <a:pt x="32815" y="210611"/>
                  </a:lnTo>
                  <a:lnTo>
                    <a:pt x="32491" y="207897"/>
                  </a:lnTo>
                  <a:lnTo>
                    <a:pt x="33457" y="204373"/>
                  </a:lnTo>
                  <a:lnTo>
                    <a:pt x="34250" y="202871"/>
                  </a:lnTo>
                  <a:lnTo>
                    <a:pt x="34741" y="202439"/>
                  </a:lnTo>
                  <a:lnTo>
                    <a:pt x="33542" y="202589"/>
                  </a:lnTo>
                  <a:lnTo>
                    <a:pt x="32676" y="204860"/>
                  </a:lnTo>
                  <a:lnTo>
                    <a:pt x="31569" y="201226"/>
                  </a:lnTo>
                  <a:lnTo>
                    <a:pt x="27055" y="194146"/>
                  </a:lnTo>
                  <a:lnTo>
                    <a:pt x="27346" y="192523"/>
                  </a:lnTo>
                  <a:lnTo>
                    <a:pt x="27295" y="191644"/>
                  </a:lnTo>
                  <a:lnTo>
                    <a:pt x="26539" y="193534"/>
                  </a:lnTo>
                  <a:lnTo>
                    <a:pt x="26019" y="194022"/>
                  </a:lnTo>
                  <a:lnTo>
                    <a:pt x="23714" y="193716"/>
                  </a:lnTo>
                  <a:lnTo>
                    <a:pt x="21053" y="194583"/>
                  </a:lnTo>
                  <a:lnTo>
                    <a:pt x="20351" y="187238"/>
                  </a:lnTo>
                  <a:lnTo>
                    <a:pt x="20019" y="184414"/>
                  </a:lnTo>
                  <a:lnTo>
                    <a:pt x="19933" y="182585"/>
                  </a:lnTo>
                  <a:lnTo>
                    <a:pt x="20618" y="178366"/>
                  </a:lnTo>
                  <a:lnTo>
                    <a:pt x="21367" y="176649"/>
                  </a:lnTo>
                  <a:lnTo>
                    <a:pt x="22364" y="173101"/>
                  </a:lnTo>
                  <a:lnTo>
                    <a:pt x="23593" y="170149"/>
                  </a:lnTo>
                  <a:lnTo>
                    <a:pt x="24893" y="169449"/>
                  </a:lnTo>
                  <a:lnTo>
                    <a:pt x="25464" y="169015"/>
                  </a:lnTo>
                  <a:lnTo>
                    <a:pt x="25945" y="166732"/>
                  </a:lnTo>
                  <a:lnTo>
                    <a:pt x="26216" y="164784"/>
                  </a:lnTo>
                  <a:lnTo>
                    <a:pt x="26017" y="164591"/>
                  </a:lnTo>
                  <a:lnTo>
                    <a:pt x="24503" y="164988"/>
                  </a:lnTo>
                  <a:lnTo>
                    <a:pt x="21780" y="156820"/>
                  </a:lnTo>
                  <a:lnTo>
                    <a:pt x="21863" y="155519"/>
                  </a:lnTo>
                  <a:lnTo>
                    <a:pt x="22206" y="153587"/>
                  </a:lnTo>
                  <a:lnTo>
                    <a:pt x="22432" y="151148"/>
                  </a:lnTo>
                  <a:lnTo>
                    <a:pt x="22487" y="149222"/>
                  </a:lnTo>
                  <a:lnTo>
                    <a:pt x="23197" y="147569"/>
                  </a:lnTo>
                  <a:lnTo>
                    <a:pt x="24283" y="145901"/>
                  </a:lnTo>
                  <a:lnTo>
                    <a:pt x="25198" y="143534"/>
                  </a:lnTo>
                  <a:lnTo>
                    <a:pt x="25656" y="141223"/>
                  </a:lnTo>
                  <a:lnTo>
                    <a:pt x="25751" y="139119"/>
                  </a:lnTo>
                  <a:lnTo>
                    <a:pt x="25233" y="137623"/>
                  </a:lnTo>
                  <a:lnTo>
                    <a:pt x="23743" y="136792"/>
                  </a:lnTo>
                  <a:lnTo>
                    <a:pt x="22209" y="130796"/>
                  </a:lnTo>
                  <a:lnTo>
                    <a:pt x="21867" y="127043"/>
                  </a:lnTo>
                  <a:lnTo>
                    <a:pt x="21554" y="126653"/>
                  </a:lnTo>
                  <a:lnTo>
                    <a:pt x="20605" y="124944"/>
                  </a:lnTo>
                  <a:lnTo>
                    <a:pt x="19695" y="121736"/>
                  </a:lnTo>
                  <a:lnTo>
                    <a:pt x="19563" y="121239"/>
                  </a:lnTo>
                  <a:lnTo>
                    <a:pt x="20502" y="120674"/>
                  </a:lnTo>
                  <a:lnTo>
                    <a:pt x="24373" y="120644"/>
                  </a:lnTo>
                  <a:lnTo>
                    <a:pt x="25182" y="119939"/>
                  </a:lnTo>
                  <a:lnTo>
                    <a:pt x="25305" y="119690"/>
                  </a:lnTo>
                  <a:lnTo>
                    <a:pt x="26011" y="117196"/>
                  </a:lnTo>
                  <a:lnTo>
                    <a:pt x="26750" y="113097"/>
                  </a:lnTo>
                  <a:lnTo>
                    <a:pt x="26923" y="110593"/>
                  </a:lnTo>
                  <a:lnTo>
                    <a:pt x="26689" y="109559"/>
                  </a:lnTo>
                  <a:lnTo>
                    <a:pt x="25407" y="107024"/>
                  </a:lnTo>
                  <a:lnTo>
                    <a:pt x="25352" y="106276"/>
                  </a:lnTo>
                  <a:lnTo>
                    <a:pt x="25558" y="105082"/>
                  </a:lnTo>
                  <a:lnTo>
                    <a:pt x="26321" y="103803"/>
                  </a:lnTo>
                  <a:lnTo>
                    <a:pt x="27351" y="102352"/>
                  </a:lnTo>
                  <a:lnTo>
                    <a:pt x="27912" y="101100"/>
                  </a:lnTo>
                  <a:lnTo>
                    <a:pt x="27778" y="100120"/>
                  </a:lnTo>
                  <a:lnTo>
                    <a:pt x="27477" y="99094"/>
                  </a:lnTo>
                  <a:lnTo>
                    <a:pt x="27430" y="98140"/>
                  </a:lnTo>
                  <a:lnTo>
                    <a:pt x="27618" y="96962"/>
                  </a:lnTo>
                  <a:lnTo>
                    <a:pt x="27686" y="92945"/>
                  </a:lnTo>
                  <a:lnTo>
                    <a:pt x="27818" y="91912"/>
                  </a:lnTo>
                  <a:lnTo>
                    <a:pt x="27616" y="88264"/>
                  </a:lnTo>
                  <a:lnTo>
                    <a:pt x="27365" y="85285"/>
                  </a:lnTo>
                  <a:lnTo>
                    <a:pt x="26551" y="81419"/>
                  </a:lnTo>
                  <a:lnTo>
                    <a:pt x="26700" y="80565"/>
                  </a:lnTo>
                  <a:lnTo>
                    <a:pt x="27076" y="79845"/>
                  </a:lnTo>
                  <a:lnTo>
                    <a:pt x="28308" y="78506"/>
                  </a:lnTo>
                  <a:lnTo>
                    <a:pt x="29293" y="75351"/>
                  </a:lnTo>
                  <a:lnTo>
                    <a:pt x="30723" y="72715"/>
                  </a:lnTo>
                  <a:lnTo>
                    <a:pt x="32596" y="70597"/>
                  </a:lnTo>
                  <a:lnTo>
                    <a:pt x="33906" y="68244"/>
                  </a:lnTo>
                  <a:lnTo>
                    <a:pt x="34424" y="66444"/>
                  </a:lnTo>
                  <a:lnTo>
                    <a:pt x="34790" y="65968"/>
                  </a:lnTo>
                  <a:lnTo>
                    <a:pt x="34684" y="65129"/>
                  </a:lnTo>
                  <a:lnTo>
                    <a:pt x="34438" y="63906"/>
                  </a:lnTo>
                  <a:lnTo>
                    <a:pt x="33690" y="62713"/>
                  </a:lnTo>
                  <a:lnTo>
                    <a:pt x="32728" y="62028"/>
                  </a:lnTo>
                  <a:lnTo>
                    <a:pt x="31658" y="62057"/>
                  </a:lnTo>
                  <a:lnTo>
                    <a:pt x="30996" y="61817"/>
                  </a:lnTo>
                  <a:lnTo>
                    <a:pt x="30803" y="60885"/>
                  </a:lnTo>
                  <a:lnTo>
                    <a:pt x="30876" y="58359"/>
                  </a:lnTo>
                  <a:lnTo>
                    <a:pt x="30820" y="55860"/>
                  </a:lnTo>
                  <a:lnTo>
                    <a:pt x="30614" y="54708"/>
                  </a:lnTo>
                  <a:lnTo>
                    <a:pt x="30121" y="53843"/>
                  </a:lnTo>
                  <a:lnTo>
                    <a:pt x="29138" y="54074"/>
                  </a:lnTo>
                  <a:lnTo>
                    <a:pt x="28290" y="53367"/>
                  </a:lnTo>
                  <a:lnTo>
                    <a:pt x="27647" y="53199"/>
                  </a:lnTo>
                  <a:lnTo>
                    <a:pt x="27275" y="53758"/>
                  </a:lnTo>
                  <a:lnTo>
                    <a:pt x="25377" y="53599"/>
                  </a:lnTo>
                  <a:lnTo>
                    <a:pt x="24587" y="53198"/>
                  </a:lnTo>
                  <a:lnTo>
                    <a:pt x="24034" y="52697"/>
                  </a:lnTo>
                  <a:lnTo>
                    <a:pt x="23680" y="52977"/>
                  </a:lnTo>
                  <a:lnTo>
                    <a:pt x="23479" y="53463"/>
                  </a:lnTo>
                  <a:lnTo>
                    <a:pt x="23445" y="54227"/>
                  </a:lnTo>
                  <a:lnTo>
                    <a:pt x="23315" y="55235"/>
                  </a:lnTo>
                  <a:lnTo>
                    <a:pt x="22637" y="56147"/>
                  </a:lnTo>
                  <a:lnTo>
                    <a:pt x="21083" y="57054"/>
                  </a:lnTo>
                  <a:lnTo>
                    <a:pt x="19828" y="56987"/>
                  </a:lnTo>
                  <a:lnTo>
                    <a:pt x="18678" y="56338"/>
                  </a:lnTo>
                  <a:lnTo>
                    <a:pt x="18308" y="55864"/>
                  </a:lnTo>
                  <a:lnTo>
                    <a:pt x="17752" y="55436"/>
                  </a:lnTo>
                  <a:lnTo>
                    <a:pt x="15412" y="55965"/>
                  </a:lnTo>
                  <a:lnTo>
                    <a:pt x="15130" y="55579"/>
                  </a:lnTo>
                  <a:lnTo>
                    <a:pt x="14323" y="56516"/>
                  </a:lnTo>
                  <a:lnTo>
                    <a:pt x="13133" y="57630"/>
                  </a:lnTo>
                  <a:lnTo>
                    <a:pt x="12465" y="57697"/>
                  </a:lnTo>
                  <a:lnTo>
                    <a:pt x="12222" y="57460"/>
                  </a:lnTo>
                  <a:lnTo>
                    <a:pt x="12134" y="56958"/>
                  </a:lnTo>
                  <a:lnTo>
                    <a:pt x="11633" y="55218"/>
                  </a:lnTo>
                  <a:lnTo>
                    <a:pt x="11764" y="54294"/>
                  </a:lnTo>
                  <a:lnTo>
                    <a:pt x="12724" y="51604"/>
                  </a:lnTo>
                  <a:lnTo>
                    <a:pt x="12616" y="50960"/>
                  </a:lnTo>
                  <a:lnTo>
                    <a:pt x="12222" y="50090"/>
                  </a:lnTo>
                  <a:lnTo>
                    <a:pt x="11869" y="48835"/>
                  </a:lnTo>
                  <a:lnTo>
                    <a:pt x="11767" y="48190"/>
                  </a:lnTo>
                  <a:lnTo>
                    <a:pt x="11158" y="48080"/>
                  </a:lnTo>
                  <a:lnTo>
                    <a:pt x="10507" y="48740"/>
                  </a:lnTo>
                  <a:lnTo>
                    <a:pt x="8027" y="50091"/>
                  </a:lnTo>
                  <a:lnTo>
                    <a:pt x="7434" y="50582"/>
                  </a:lnTo>
                  <a:lnTo>
                    <a:pt x="6360" y="51889"/>
                  </a:lnTo>
                  <a:lnTo>
                    <a:pt x="5276" y="53882"/>
                  </a:lnTo>
                  <a:lnTo>
                    <a:pt x="4411" y="54300"/>
                  </a:lnTo>
                  <a:lnTo>
                    <a:pt x="4112" y="53710"/>
                  </a:lnTo>
                  <a:lnTo>
                    <a:pt x="4009" y="49029"/>
                  </a:lnTo>
                  <a:lnTo>
                    <a:pt x="5330" y="45917"/>
                  </a:lnTo>
                  <a:lnTo>
                    <a:pt x="6268" y="44039"/>
                  </a:lnTo>
                  <a:lnTo>
                    <a:pt x="5828" y="43659"/>
                  </a:lnTo>
                  <a:lnTo>
                    <a:pt x="4831" y="43711"/>
                  </a:lnTo>
                  <a:lnTo>
                    <a:pt x="4898" y="42257"/>
                  </a:lnTo>
                  <a:lnTo>
                    <a:pt x="5365" y="41557"/>
                  </a:lnTo>
                  <a:lnTo>
                    <a:pt x="5818" y="39974"/>
                  </a:lnTo>
                  <a:lnTo>
                    <a:pt x="5287" y="39292"/>
                  </a:lnTo>
                  <a:lnTo>
                    <a:pt x="4874" y="38250"/>
                  </a:lnTo>
                  <a:lnTo>
                    <a:pt x="4899" y="35523"/>
                  </a:lnTo>
                  <a:lnTo>
                    <a:pt x="5014" y="34414"/>
                  </a:lnTo>
                  <a:lnTo>
                    <a:pt x="4880" y="33219"/>
                  </a:lnTo>
                  <a:lnTo>
                    <a:pt x="2852" y="34835"/>
                  </a:lnTo>
                  <a:lnTo>
                    <a:pt x="2330" y="34593"/>
                  </a:lnTo>
                  <a:lnTo>
                    <a:pt x="2308" y="32568"/>
                  </a:lnTo>
                  <a:lnTo>
                    <a:pt x="3434" y="29485"/>
                  </a:lnTo>
                  <a:lnTo>
                    <a:pt x="3549" y="28543"/>
                  </a:lnTo>
                  <a:lnTo>
                    <a:pt x="2233" y="28087"/>
                  </a:lnTo>
                  <a:lnTo>
                    <a:pt x="1248" y="26574"/>
                  </a:lnTo>
                  <a:lnTo>
                    <a:pt x="646" y="25221"/>
                  </a:lnTo>
                  <a:lnTo>
                    <a:pt x="5" y="23274"/>
                  </a:lnTo>
                  <a:lnTo>
                    <a:pt x="0" y="21534"/>
                  </a:lnTo>
                  <a:lnTo>
                    <a:pt x="662" y="17449"/>
                  </a:lnTo>
                  <a:lnTo>
                    <a:pt x="1612" y="16262"/>
                  </a:lnTo>
                  <a:lnTo>
                    <a:pt x="2429" y="15530"/>
                  </a:lnTo>
                  <a:lnTo>
                    <a:pt x="4165" y="12709"/>
                  </a:lnTo>
                  <a:lnTo>
                    <a:pt x="6559" y="13236"/>
                  </a:lnTo>
                  <a:lnTo>
                    <a:pt x="8039" y="12631"/>
                  </a:lnTo>
                  <a:lnTo>
                    <a:pt x="9368" y="11190"/>
                  </a:lnTo>
                  <a:lnTo>
                    <a:pt x="10129" y="10865"/>
                  </a:lnTo>
                  <a:lnTo>
                    <a:pt x="11355" y="9607"/>
                  </a:lnTo>
                  <a:lnTo>
                    <a:pt x="11316" y="7908"/>
                  </a:lnTo>
                  <a:lnTo>
                    <a:pt x="10895" y="6647"/>
                  </a:lnTo>
                  <a:lnTo>
                    <a:pt x="11265" y="5456"/>
                  </a:lnTo>
                  <a:lnTo>
                    <a:pt x="12641" y="4003"/>
                  </a:lnTo>
                  <a:lnTo>
                    <a:pt x="14165" y="2073"/>
                  </a:lnTo>
                  <a:lnTo>
                    <a:pt x="15914" y="1701"/>
                  </a:lnTo>
                  <a:lnTo>
                    <a:pt x="17693" y="0"/>
                  </a:lnTo>
                  <a:lnTo>
                    <a:pt x="18885" y="1099"/>
                  </a:lnTo>
                  <a:lnTo>
                    <a:pt x="19932" y="727"/>
                  </a:lnTo>
                  <a:lnTo>
                    <a:pt x="21132" y="2031"/>
                  </a:lnTo>
                  <a:lnTo>
                    <a:pt x="22713" y="5021"/>
                  </a:lnTo>
                  <a:lnTo>
                    <a:pt x="25026" y="6222"/>
                  </a:lnTo>
                  <a:lnTo>
                    <a:pt x="26870" y="5286"/>
                  </a:lnTo>
                  <a:lnTo>
                    <a:pt x="30132" y="5087"/>
                  </a:lnTo>
                  <a:lnTo>
                    <a:pt x="31761" y="5485"/>
                  </a:lnTo>
                  <a:lnTo>
                    <a:pt x="34656" y="4748"/>
                  </a:lnTo>
                  <a:lnTo>
                    <a:pt x="36313" y="5012"/>
                  </a:lnTo>
                  <a:lnTo>
                    <a:pt x="39000" y="3530"/>
                  </a:lnTo>
                  <a:lnTo>
                    <a:pt x="41081" y="5380"/>
                  </a:lnTo>
                  <a:lnTo>
                    <a:pt x="45110" y="6245"/>
                  </a:lnTo>
                  <a:lnTo>
                    <a:pt x="47532" y="7762"/>
                  </a:lnTo>
                  <a:lnTo>
                    <a:pt x="54232" y="10307"/>
                  </a:lnTo>
                  <a:lnTo>
                    <a:pt x="56652" y="10336"/>
                  </a:lnTo>
                  <a:lnTo>
                    <a:pt x="60075" y="8907"/>
                  </a:lnTo>
                  <a:lnTo>
                    <a:pt x="61525" y="7834"/>
                  </a:lnTo>
                  <a:lnTo>
                    <a:pt x="62852" y="8470"/>
                  </a:lnTo>
                  <a:lnTo>
                    <a:pt x="64801" y="7241"/>
                  </a:lnTo>
                  <a:lnTo>
                    <a:pt x="65734" y="7491"/>
                  </a:lnTo>
                  <a:lnTo>
                    <a:pt x="66951" y="9244"/>
                  </a:lnTo>
                  <a:lnTo>
                    <a:pt x="71235" y="11611"/>
                  </a:lnTo>
                  <a:lnTo>
                    <a:pt x="72362" y="9599"/>
                  </a:lnTo>
                  <a:lnTo>
                    <a:pt x="73198" y="9163"/>
                  </a:lnTo>
                  <a:lnTo>
                    <a:pt x="76281" y="10395"/>
                  </a:lnTo>
                  <a:lnTo>
                    <a:pt x="79388" y="12898"/>
                  </a:lnTo>
                  <a:lnTo>
                    <a:pt x="81004" y="13079"/>
                  </a:lnTo>
                  <a:lnTo>
                    <a:pt x="83368" y="12395"/>
                  </a:lnTo>
                  <a:lnTo>
                    <a:pt x="85241" y="107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3450409" y="1901687"/>
              <a:ext cx="16902" cy="20567"/>
            </a:xfrm>
            <a:custGeom>
              <a:avLst/>
              <a:pathLst>
                <a:path w="16902" h="20567">
                  <a:moveTo>
                    <a:pt x="8779" y="181"/>
                  </a:moveTo>
                  <a:lnTo>
                    <a:pt x="9596" y="897"/>
                  </a:lnTo>
                  <a:lnTo>
                    <a:pt x="10349" y="670"/>
                  </a:lnTo>
                  <a:lnTo>
                    <a:pt x="11112" y="173"/>
                  </a:lnTo>
                  <a:lnTo>
                    <a:pt x="12771" y="640"/>
                  </a:lnTo>
                  <a:lnTo>
                    <a:pt x="16552" y="4252"/>
                  </a:lnTo>
                  <a:lnTo>
                    <a:pt x="16902" y="5217"/>
                  </a:lnTo>
                  <a:lnTo>
                    <a:pt x="14645" y="5655"/>
                  </a:lnTo>
                  <a:lnTo>
                    <a:pt x="14133" y="6763"/>
                  </a:lnTo>
                  <a:lnTo>
                    <a:pt x="13590" y="7537"/>
                  </a:lnTo>
                  <a:lnTo>
                    <a:pt x="12951" y="7786"/>
                  </a:lnTo>
                  <a:lnTo>
                    <a:pt x="11860" y="9340"/>
                  </a:lnTo>
                  <a:lnTo>
                    <a:pt x="10386" y="10829"/>
                  </a:lnTo>
                  <a:lnTo>
                    <a:pt x="10078" y="11722"/>
                  </a:lnTo>
                  <a:lnTo>
                    <a:pt x="7410" y="11558"/>
                  </a:lnTo>
                  <a:lnTo>
                    <a:pt x="5951" y="12122"/>
                  </a:lnTo>
                  <a:lnTo>
                    <a:pt x="4774" y="13789"/>
                  </a:lnTo>
                  <a:lnTo>
                    <a:pt x="4290" y="17007"/>
                  </a:lnTo>
                  <a:lnTo>
                    <a:pt x="3428" y="19519"/>
                  </a:lnTo>
                  <a:lnTo>
                    <a:pt x="2552" y="20428"/>
                  </a:lnTo>
                  <a:lnTo>
                    <a:pt x="1638" y="20567"/>
                  </a:lnTo>
                  <a:lnTo>
                    <a:pt x="1421" y="19623"/>
                  </a:lnTo>
                  <a:lnTo>
                    <a:pt x="1508" y="18681"/>
                  </a:lnTo>
                  <a:lnTo>
                    <a:pt x="3434" y="15130"/>
                  </a:lnTo>
                  <a:lnTo>
                    <a:pt x="3834" y="13978"/>
                  </a:lnTo>
                  <a:lnTo>
                    <a:pt x="2875" y="13465"/>
                  </a:lnTo>
                  <a:lnTo>
                    <a:pt x="2072" y="12233"/>
                  </a:lnTo>
                  <a:lnTo>
                    <a:pt x="318" y="10786"/>
                  </a:lnTo>
                  <a:lnTo>
                    <a:pt x="0" y="9624"/>
                  </a:lnTo>
                  <a:lnTo>
                    <a:pt x="420" y="9538"/>
                  </a:lnTo>
                  <a:lnTo>
                    <a:pt x="804" y="9205"/>
                  </a:lnTo>
                  <a:lnTo>
                    <a:pt x="1272" y="8231"/>
                  </a:lnTo>
                  <a:lnTo>
                    <a:pt x="1491" y="7113"/>
                  </a:lnTo>
                  <a:lnTo>
                    <a:pt x="89" y="3847"/>
                  </a:lnTo>
                  <a:lnTo>
                    <a:pt x="804" y="3342"/>
                  </a:lnTo>
                  <a:lnTo>
                    <a:pt x="1695" y="3461"/>
                  </a:lnTo>
                  <a:lnTo>
                    <a:pt x="2610" y="4410"/>
                  </a:lnTo>
                  <a:lnTo>
                    <a:pt x="3614" y="3296"/>
                  </a:lnTo>
                  <a:lnTo>
                    <a:pt x="4040" y="3132"/>
                  </a:lnTo>
                  <a:lnTo>
                    <a:pt x="4742" y="3529"/>
                  </a:lnTo>
                  <a:lnTo>
                    <a:pt x="5450" y="1374"/>
                  </a:lnTo>
                  <a:lnTo>
                    <a:pt x="7134" y="665"/>
                  </a:lnTo>
                  <a:lnTo>
                    <a:pt x="796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3464322" y="1900187"/>
              <a:ext cx="3371" cy="4081"/>
            </a:xfrm>
            <a:custGeom>
              <a:avLst/>
              <a:pathLst>
                <a:path w="3371" h="4081">
                  <a:moveTo>
                    <a:pt x="3223" y="3775"/>
                  </a:moveTo>
                  <a:lnTo>
                    <a:pt x="2265" y="4081"/>
                  </a:lnTo>
                  <a:lnTo>
                    <a:pt x="0" y="1981"/>
                  </a:lnTo>
                  <a:lnTo>
                    <a:pt x="524" y="558"/>
                  </a:lnTo>
                  <a:lnTo>
                    <a:pt x="1173" y="0"/>
                  </a:lnTo>
                  <a:lnTo>
                    <a:pt x="3099" y="872"/>
                  </a:lnTo>
                  <a:lnTo>
                    <a:pt x="3371" y="30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3452730" y="1888102"/>
              <a:ext cx="10960" cy="11734"/>
            </a:xfrm>
            <a:custGeom>
              <a:avLst/>
              <a:pathLst>
                <a:path w="10960" h="11734">
                  <a:moveTo>
                    <a:pt x="9983" y="7688"/>
                  </a:moveTo>
                  <a:lnTo>
                    <a:pt x="9039" y="9150"/>
                  </a:lnTo>
                  <a:lnTo>
                    <a:pt x="8477" y="8565"/>
                  </a:lnTo>
                  <a:lnTo>
                    <a:pt x="8182" y="7866"/>
                  </a:lnTo>
                  <a:lnTo>
                    <a:pt x="6964" y="11167"/>
                  </a:lnTo>
                  <a:lnTo>
                    <a:pt x="5592" y="11734"/>
                  </a:lnTo>
                  <a:lnTo>
                    <a:pt x="4792" y="11082"/>
                  </a:lnTo>
                  <a:lnTo>
                    <a:pt x="4863" y="9848"/>
                  </a:lnTo>
                  <a:lnTo>
                    <a:pt x="4082" y="6610"/>
                  </a:lnTo>
                  <a:lnTo>
                    <a:pt x="2890" y="5662"/>
                  </a:lnTo>
                  <a:lnTo>
                    <a:pt x="1216" y="5573"/>
                  </a:lnTo>
                  <a:lnTo>
                    <a:pt x="0" y="4240"/>
                  </a:lnTo>
                  <a:lnTo>
                    <a:pt x="4676" y="3332"/>
                  </a:lnTo>
                  <a:lnTo>
                    <a:pt x="5159" y="1791"/>
                  </a:lnTo>
                  <a:lnTo>
                    <a:pt x="6110" y="174"/>
                  </a:lnTo>
                  <a:lnTo>
                    <a:pt x="6826" y="0"/>
                  </a:lnTo>
                  <a:lnTo>
                    <a:pt x="7434" y="374"/>
                  </a:lnTo>
                  <a:lnTo>
                    <a:pt x="7548" y="1628"/>
                  </a:lnTo>
                  <a:lnTo>
                    <a:pt x="7701" y="2128"/>
                  </a:lnTo>
                  <a:lnTo>
                    <a:pt x="9823" y="2833"/>
                  </a:lnTo>
                  <a:lnTo>
                    <a:pt x="10649" y="4942"/>
                  </a:lnTo>
                  <a:lnTo>
                    <a:pt x="10960" y="74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3468563" y="1871794"/>
              <a:ext cx="54307" cy="62452"/>
            </a:xfrm>
            <a:custGeom>
              <a:avLst/>
              <a:pathLst>
                <a:path w="54307" h="62452">
                  <a:moveTo>
                    <a:pt x="52712" y="4572"/>
                  </a:moveTo>
                  <a:lnTo>
                    <a:pt x="53325" y="5491"/>
                  </a:lnTo>
                  <a:lnTo>
                    <a:pt x="54099" y="6971"/>
                  </a:lnTo>
                  <a:lnTo>
                    <a:pt x="54307" y="7818"/>
                  </a:lnTo>
                  <a:lnTo>
                    <a:pt x="54045" y="8316"/>
                  </a:lnTo>
                  <a:lnTo>
                    <a:pt x="53274" y="8739"/>
                  </a:lnTo>
                  <a:lnTo>
                    <a:pt x="53098" y="9195"/>
                  </a:lnTo>
                  <a:lnTo>
                    <a:pt x="52757" y="9966"/>
                  </a:lnTo>
                  <a:lnTo>
                    <a:pt x="51857" y="10105"/>
                  </a:lnTo>
                  <a:lnTo>
                    <a:pt x="51390" y="10678"/>
                  </a:lnTo>
                  <a:lnTo>
                    <a:pt x="50836" y="13188"/>
                  </a:lnTo>
                  <a:lnTo>
                    <a:pt x="49779" y="17345"/>
                  </a:lnTo>
                  <a:lnTo>
                    <a:pt x="48215" y="20508"/>
                  </a:lnTo>
                  <a:lnTo>
                    <a:pt x="46965" y="22242"/>
                  </a:lnTo>
                  <a:lnTo>
                    <a:pt x="46405" y="23571"/>
                  </a:lnTo>
                  <a:lnTo>
                    <a:pt x="46056" y="25168"/>
                  </a:lnTo>
                  <a:lnTo>
                    <a:pt x="45974" y="26770"/>
                  </a:lnTo>
                  <a:lnTo>
                    <a:pt x="47175" y="35569"/>
                  </a:lnTo>
                  <a:lnTo>
                    <a:pt x="47160" y="37158"/>
                  </a:lnTo>
                  <a:lnTo>
                    <a:pt x="46878" y="38790"/>
                  </a:lnTo>
                  <a:lnTo>
                    <a:pt x="46673" y="40450"/>
                  </a:lnTo>
                  <a:lnTo>
                    <a:pt x="46842" y="41890"/>
                  </a:lnTo>
                  <a:lnTo>
                    <a:pt x="47632" y="44350"/>
                  </a:lnTo>
                  <a:lnTo>
                    <a:pt x="48473" y="48019"/>
                  </a:lnTo>
                  <a:lnTo>
                    <a:pt x="48810" y="50363"/>
                  </a:lnTo>
                  <a:lnTo>
                    <a:pt x="49368" y="51224"/>
                  </a:lnTo>
                  <a:lnTo>
                    <a:pt x="49907" y="51854"/>
                  </a:lnTo>
                  <a:lnTo>
                    <a:pt x="50019" y="52251"/>
                  </a:lnTo>
                  <a:lnTo>
                    <a:pt x="50001" y="52664"/>
                  </a:lnTo>
                  <a:lnTo>
                    <a:pt x="49724" y="53129"/>
                  </a:lnTo>
                  <a:lnTo>
                    <a:pt x="47298" y="54358"/>
                  </a:lnTo>
                  <a:lnTo>
                    <a:pt x="46984" y="55398"/>
                  </a:lnTo>
                  <a:lnTo>
                    <a:pt x="46722" y="56558"/>
                  </a:lnTo>
                  <a:lnTo>
                    <a:pt x="45663" y="58277"/>
                  </a:lnTo>
                  <a:lnTo>
                    <a:pt x="45338" y="59880"/>
                  </a:lnTo>
                  <a:lnTo>
                    <a:pt x="45137" y="61719"/>
                  </a:lnTo>
                  <a:lnTo>
                    <a:pt x="45110" y="62374"/>
                  </a:lnTo>
                  <a:lnTo>
                    <a:pt x="44818" y="62452"/>
                  </a:lnTo>
                  <a:lnTo>
                    <a:pt x="43213" y="62073"/>
                  </a:lnTo>
                  <a:lnTo>
                    <a:pt x="41444" y="60878"/>
                  </a:lnTo>
                  <a:lnTo>
                    <a:pt x="40669" y="59981"/>
                  </a:lnTo>
                  <a:lnTo>
                    <a:pt x="39907" y="59991"/>
                  </a:lnTo>
                  <a:lnTo>
                    <a:pt x="38985" y="60584"/>
                  </a:lnTo>
                  <a:lnTo>
                    <a:pt x="35681" y="62289"/>
                  </a:lnTo>
                  <a:lnTo>
                    <a:pt x="34870" y="61891"/>
                  </a:lnTo>
                  <a:lnTo>
                    <a:pt x="32982" y="60219"/>
                  </a:lnTo>
                  <a:lnTo>
                    <a:pt x="32027" y="58396"/>
                  </a:lnTo>
                  <a:lnTo>
                    <a:pt x="29901" y="54768"/>
                  </a:lnTo>
                  <a:lnTo>
                    <a:pt x="29727" y="53905"/>
                  </a:lnTo>
                  <a:lnTo>
                    <a:pt x="29450" y="53212"/>
                  </a:lnTo>
                  <a:lnTo>
                    <a:pt x="27178" y="52315"/>
                  </a:lnTo>
                  <a:lnTo>
                    <a:pt x="26340" y="50977"/>
                  </a:lnTo>
                  <a:lnTo>
                    <a:pt x="25641" y="50790"/>
                  </a:lnTo>
                  <a:lnTo>
                    <a:pt x="24618" y="50122"/>
                  </a:lnTo>
                  <a:lnTo>
                    <a:pt x="21957" y="47265"/>
                  </a:lnTo>
                  <a:lnTo>
                    <a:pt x="21296" y="46998"/>
                  </a:lnTo>
                  <a:lnTo>
                    <a:pt x="21135" y="47479"/>
                  </a:lnTo>
                  <a:lnTo>
                    <a:pt x="21182" y="48154"/>
                  </a:lnTo>
                  <a:lnTo>
                    <a:pt x="21016" y="48545"/>
                  </a:lnTo>
                  <a:lnTo>
                    <a:pt x="20676" y="48532"/>
                  </a:lnTo>
                  <a:lnTo>
                    <a:pt x="20060" y="47481"/>
                  </a:lnTo>
                  <a:lnTo>
                    <a:pt x="19322" y="46557"/>
                  </a:lnTo>
                  <a:lnTo>
                    <a:pt x="17023" y="48295"/>
                  </a:lnTo>
                  <a:lnTo>
                    <a:pt x="16192" y="48764"/>
                  </a:lnTo>
                  <a:lnTo>
                    <a:pt x="15463" y="48866"/>
                  </a:lnTo>
                  <a:lnTo>
                    <a:pt x="11817" y="51153"/>
                  </a:lnTo>
                  <a:lnTo>
                    <a:pt x="10707" y="52386"/>
                  </a:lnTo>
                  <a:lnTo>
                    <a:pt x="10248" y="52254"/>
                  </a:lnTo>
                  <a:lnTo>
                    <a:pt x="10357" y="51097"/>
                  </a:lnTo>
                  <a:lnTo>
                    <a:pt x="11874" y="45300"/>
                  </a:lnTo>
                  <a:lnTo>
                    <a:pt x="12146" y="40700"/>
                  </a:lnTo>
                  <a:lnTo>
                    <a:pt x="12701" y="40068"/>
                  </a:lnTo>
                  <a:lnTo>
                    <a:pt x="12862" y="39430"/>
                  </a:lnTo>
                  <a:lnTo>
                    <a:pt x="12625" y="37963"/>
                  </a:lnTo>
                  <a:lnTo>
                    <a:pt x="11049" y="37022"/>
                  </a:lnTo>
                  <a:lnTo>
                    <a:pt x="10413" y="37161"/>
                  </a:lnTo>
                  <a:lnTo>
                    <a:pt x="9841" y="38738"/>
                  </a:lnTo>
                  <a:lnTo>
                    <a:pt x="9248" y="39875"/>
                  </a:lnTo>
                  <a:lnTo>
                    <a:pt x="7857" y="40567"/>
                  </a:lnTo>
                  <a:lnTo>
                    <a:pt x="6662" y="39370"/>
                  </a:lnTo>
                  <a:lnTo>
                    <a:pt x="3861" y="37768"/>
                  </a:lnTo>
                  <a:lnTo>
                    <a:pt x="3153" y="35636"/>
                  </a:lnTo>
                  <a:lnTo>
                    <a:pt x="2986" y="33490"/>
                  </a:lnTo>
                  <a:lnTo>
                    <a:pt x="1504" y="31415"/>
                  </a:lnTo>
                  <a:lnTo>
                    <a:pt x="888" y="28971"/>
                  </a:lnTo>
                  <a:lnTo>
                    <a:pt x="1135" y="27266"/>
                  </a:lnTo>
                  <a:lnTo>
                    <a:pt x="2479" y="26146"/>
                  </a:lnTo>
                  <a:lnTo>
                    <a:pt x="2862" y="25171"/>
                  </a:lnTo>
                  <a:lnTo>
                    <a:pt x="1168" y="25325"/>
                  </a:lnTo>
                  <a:lnTo>
                    <a:pt x="823" y="25092"/>
                  </a:lnTo>
                  <a:lnTo>
                    <a:pt x="749" y="24214"/>
                  </a:lnTo>
                  <a:lnTo>
                    <a:pt x="0" y="21226"/>
                  </a:lnTo>
                  <a:lnTo>
                    <a:pt x="663" y="20049"/>
                  </a:lnTo>
                  <a:lnTo>
                    <a:pt x="955" y="18905"/>
                  </a:lnTo>
                  <a:lnTo>
                    <a:pt x="411" y="17931"/>
                  </a:lnTo>
                  <a:lnTo>
                    <a:pt x="554" y="16823"/>
                  </a:lnTo>
                  <a:lnTo>
                    <a:pt x="977" y="15703"/>
                  </a:lnTo>
                  <a:lnTo>
                    <a:pt x="718" y="13100"/>
                  </a:lnTo>
                  <a:lnTo>
                    <a:pt x="2399" y="11721"/>
                  </a:lnTo>
                  <a:lnTo>
                    <a:pt x="4033" y="10751"/>
                  </a:lnTo>
                  <a:lnTo>
                    <a:pt x="7495" y="10256"/>
                  </a:lnTo>
                  <a:lnTo>
                    <a:pt x="7153" y="7880"/>
                  </a:lnTo>
                  <a:lnTo>
                    <a:pt x="8554" y="7773"/>
                  </a:lnTo>
                  <a:lnTo>
                    <a:pt x="10913" y="4915"/>
                  </a:lnTo>
                  <a:lnTo>
                    <a:pt x="13252" y="5417"/>
                  </a:lnTo>
                  <a:lnTo>
                    <a:pt x="16635" y="3455"/>
                  </a:lnTo>
                  <a:lnTo>
                    <a:pt x="23150" y="3482"/>
                  </a:lnTo>
                  <a:lnTo>
                    <a:pt x="24038" y="2350"/>
                  </a:lnTo>
                  <a:lnTo>
                    <a:pt x="23883" y="1211"/>
                  </a:lnTo>
                  <a:lnTo>
                    <a:pt x="23905" y="0"/>
                  </a:lnTo>
                  <a:lnTo>
                    <a:pt x="25130" y="339"/>
                  </a:lnTo>
                  <a:lnTo>
                    <a:pt x="27178" y="128"/>
                  </a:lnTo>
                  <a:lnTo>
                    <a:pt x="34855" y="2514"/>
                  </a:lnTo>
                  <a:lnTo>
                    <a:pt x="36744" y="2514"/>
                  </a:lnTo>
                  <a:lnTo>
                    <a:pt x="39357" y="4941"/>
                  </a:lnTo>
                  <a:lnTo>
                    <a:pt x="40769" y="5566"/>
                  </a:lnTo>
                  <a:lnTo>
                    <a:pt x="44925" y="5570"/>
                  </a:lnTo>
                  <a:lnTo>
                    <a:pt x="51332" y="6642"/>
                  </a:lnTo>
                  <a:lnTo>
                    <a:pt x="52589" y="49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3578659" y="3195199"/>
              <a:ext cx="172382" cy="336746"/>
            </a:xfrm>
            <a:custGeom>
              <a:avLst/>
              <a:pathLst>
                <a:path w="172382" h="336746">
                  <a:moveTo>
                    <a:pt x="107940" y="70500"/>
                  </a:moveTo>
                  <a:lnTo>
                    <a:pt x="106811" y="74700"/>
                  </a:lnTo>
                  <a:lnTo>
                    <a:pt x="105301" y="80319"/>
                  </a:lnTo>
                  <a:lnTo>
                    <a:pt x="103537" y="86872"/>
                  </a:lnTo>
                  <a:lnTo>
                    <a:pt x="103005" y="88482"/>
                  </a:lnTo>
                  <a:lnTo>
                    <a:pt x="101463" y="92444"/>
                  </a:lnTo>
                  <a:lnTo>
                    <a:pt x="101199" y="93559"/>
                  </a:lnTo>
                  <a:lnTo>
                    <a:pt x="100897" y="96423"/>
                  </a:lnTo>
                  <a:lnTo>
                    <a:pt x="100876" y="101631"/>
                  </a:lnTo>
                  <a:lnTo>
                    <a:pt x="101076" y="108282"/>
                  </a:lnTo>
                  <a:lnTo>
                    <a:pt x="101263" y="114408"/>
                  </a:lnTo>
                  <a:lnTo>
                    <a:pt x="102113" y="115137"/>
                  </a:lnTo>
                  <a:lnTo>
                    <a:pt x="103094" y="115574"/>
                  </a:lnTo>
                  <a:lnTo>
                    <a:pt x="104185" y="114766"/>
                  </a:lnTo>
                  <a:lnTo>
                    <a:pt x="105497" y="114079"/>
                  </a:lnTo>
                  <a:lnTo>
                    <a:pt x="107130" y="113677"/>
                  </a:lnTo>
                  <a:lnTo>
                    <a:pt x="108937" y="112440"/>
                  </a:lnTo>
                  <a:lnTo>
                    <a:pt x="110003" y="111445"/>
                  </a:lnTo>
                  <a:lnTo>
                    <a:pt x="111122" y="111517"/>
                  </a:lnTo>
                  <a:lnTo>
                    <a:pt x="112114" y="112579"/>
                  </a:lnTo>
                  <a:lnTo>
                    <a:pt x="112595" y="113557"/>
                  </a:lnTo>
                  <a:lnTo>
                    <a:pt x="113299" y="113892"/>
                  </a:lnTo>
                  <a:lnTo>
                    <a:pt x="114204" y="113851"/>
                  </a:lnTo>
                  <a:lnTo>
                    <a:pt x="114012" y="115006"/>
                  </a:lnTo>
                  <a:lnTo>
                    <a:pt x="113515" y="116691"/>
                  </a:lnTo>
                  <a:lnTo>
                    <a:pt x="112903" y="118382"/>
                  </a:lnTo>
                  <a:lnTo>
                    <a:pt x="112366" y="120128"/>
                  </a:lnTo>
                  <a:lnTo>
                    <a:pt x="111175" y="125019"/>
                  </a:lnTo>
                  <a:lnTo>
                    <a:pt x="111139" y="125651"/>
                  </a:lnTo>
                  <a:lnTo>
                    <a:pt x="111286" y="126609"/>
                  </a:lnTo>
                  <a:lnTo>
                    <a:pt x="111930" y="128850"/>
                  </a:lnTo>
                  <a:lnTo>
                    <a:pt x="112603" y="132458"/>
                  </a:lnTo>
                  <a:lnTo>
                    <a:pt x="112980" y="135775"/>
                  </a:lnTo>
                  <a:lnTo>
                    <a:pt x="113270" y="137380"/>
                  </a:lnTo>
                  <a:lnTo>
                    <a:pt x="114086" y="139219"/>
                  </a:lnTo>
                  <a:lnTo>
                    <a:pt x="115262" y="143008"/>
                  </a:lnTo>
                  <a:lnTo>
                    <a:pt x="115886" y="145560"/>
                  </a:lnTo>
                  <a:lnTo>
                    <a:pt x="117183" y="146927"/>
                  </a:lnTo>
                  <a:lnTo>
                    <a:pt x="117607" y="150172"/>
                  </a:lnTo>
                  <a:lnTo>
                    <a:pt x="118581" y="154931"/>
                  </a:lnTo>
                  <a:lnTo>
                    <a:pt x="119631" y="158738"/>
                  </a:lnTo>
                  <a:lnTo>
                    <a:pt x="120645" y="161716"/>
                  </a:lnTo>
                  <a:lnTo>
                    <a:pt x="121779" y="162861"/>
                  </a:lnTo>
                  <a:lnTo>
                    <a:pt x="122233" y="162959"/>
                  </a:lnTo>
                  <a:lnTo>
                    <a:pt x="124607" y="168474"/>
                  </a:lnTo>
                  <a:lnTo>
                    <a:pt x="126414" y="172668"/>
                  </a:lnTo>
                  <a:lnTo>
                    <a:pt x="126864" y="173342"/>
                  </a:lnTo>
                  <a:lnTo>
                    <a:pt x="130125" y="176089"/>
                  </a:lnTo>
                  <a:lnTo>
                    <a:pt x="133874" y="179250"/>
                  </a:lnTo>
                  <a:lnTo>
                    <a:pt x="136884" y="181788"/>
                  </a:lnTo>
                  <a:lnTo>
                    <a:pt x="140720" y="185020"/>
                  </a:lnTo>
                  <a:lnTo>
                    <a:pt x="144501" y="188206"/>
                  </a:lnTo>
                  <a:lnTo>
                    <a:pt x="148043" y="191253"/>
                  </a:lnTo>
                  <a:lnTo>
                    <a:pt x="153023" y="195535"/>
                  </a:lnTo>
                  <a:lnTo>
                    <a:pt x="157036" y="198987"/>
                  </a:lnTo>
                  <a:lnTo>
                    <a:pt x="160199" y="201706"/>
                  </a:lnTo>
                  <a:lnTo>
                    <a:pt x="160874" y="202565"/>
                  </a:lnTo>
                  <a:lnTo>
                    <a:pt x="164642" y="202565"/>
                  </a:lnTo>
                  <a:lnTo>
                    <a:pt x="168463" y="202565"/>
                  </a:lnTo>
                  <a:lnTo>
                    <a:pt x="172382" y="202565"/>
                  </a:lnTo>
                  <a:lnTo>
                    <a:pt x="169545" y="209590"/>
                  </a:lnTo>
                  <a:lnTo>
                    <a:pt x="166336" y="217534"/>
                  </a:lnTo>
                  <a:lnTo>
                    <a:pt x="162963" y="225885"/>
                  </a:lnTo>
                  <a:lnTo>
                    <a:pt x="160793" y="231258"/>
                  </a:lnTo>
                  <a:lnTo>
                    <a:pt x="157348" y="239791"/>
                  </a:lnTo>
                  <a:lnTo>
                    <a:pt x="154484" y="246883"/>
                  </a:lnTo>
                  <a:lnTo>
                    <a:pt x="151536" y="254642"/>
                  </a:lnTo>
                  <a:lnTo>
                    <a:pt x="148868" y="261659"/>
                  </a:lnTo>
                  <a:lnTo>
                    <a:pt x="145400" y="271379"/>
                  </a:lnTo>
                  <a:lnTo>
                    <a:pt x="143155" y="277668"/>
                  </a:lnTo>
                  <a:lnTo>
                    <a:pt x="139637" y="287530"/>
                  </a:lnTo>
                  <a:lnTo>
                    <a:pt x="137424" y="293725"/>
                  </a:lnTo>
                  <a:lnTo>
                    <a:pt x="137092" y="294083"/>
                  </a:lnTo>
                  <a:lnTo>
                    <a:pt x="133927" y="293614"/>
                  </a:lnTo>
                  <a:lnTo>
                    <a:pt x="130853" y="293158"/>
                  </a:lnTo>
                  <a:lnTo>
                    <a:pt x="126924" y="292574"/>
                  </a:lnTo>
                  <a:lnTo>
                    <a:pt x="126472" y="292587"/>
                  </a:lnTo>
                  <a:lnTo>
                    <a:pt x="125328" y="293171"/>
                  </a:lnTo>
                  <a:lnTo>
                    <a:pt x="124635" y="293743"/>
                  </a:lnTo>
                  <a:lnTo>
                    <a:pt x="121807" y="295411"/>
                  </a:lnTo>
                  <a:lnTo>
                    <a:pt x="121287" y="295843"/>
                  </a:lnTo>
                  <a:lnTo>
                    <a:pt x="118936" y="298501"/>
                  </a:lnTo>
                  <a:lnTo>
                    <a:pt x="116539" y="301631"/>
                  </a:lnTo>
                  <a:lnTo>
                    <a:pt x="115277" y="304029"/>
                  </a:lnTo>
                  <a:lnTo>
                    <a:pt x="114298" y="307516"/>
                  </a:lnTo>
                  <a:lnTo>
                    <a:pt x="113881" y="310005"/>
                  </a:lnTo>
                  <a:lnTo>
                    <a:pt x="113443" y="311094"/>
                  </a:lnTo>
                  <a:lnTo>
                    <a:pt x="112694" y="312046"/>
                  </a:lnTo>
                  <a:lnTo>
                    <a:pt x="107672" y="314403"/>
                  </a:lnTo>
                  <a:lnTo>
                    <a:pt x="106213" y="314716"/>
                  </a:lnTo>
                  <a:lnTo>
                    <a:pt x="103862" y="316599"/>
                  </a:lnTo>
                  <a:lnTo>
                    <a:pt x="102610" y="319750"/>
                  </a:lnTo>
                  <a:lnTo>
                    <a:pt x="102249" y="321332"/>
                  </a:lnTo>
                  <a:lnTo>
                    <a:pt x="100566" y="321293"/>
                  </a:lnTo>
                  <a:lnTo>
                    <a:pt x="97622" y="321759"/>
                  </a:lnTo>
                  <a:lnTo>
                    <a:pt x="96363" y="322264"/>
                  </a:lnTo>
                  <a:lnTo>
                    <a:pt x="95747" y="322357"/>
                  </a:lnTo>
                  <a:lnTo>
                    <a:pt x="94618" y="322342"/>
                  </a:lnTo>
                  <a:lnTo>
                    <a:pt x="93692" y="321768"/>
                  </a:lnTo>
                  <a:lnTo>
                    <a:pt x="93080" y="320913"/>
                  </a:lnTo>
                  <a:lnTo>
                    <a:pt x="92316" y="318976"/>
                  </a:lnTo>
                  <a:lnTo>
                    <a:pt x="90611" y="315050"/>
                  </a:lnTo>
                  <a:lnTo>
                    <a:pt x="89375" y="312606"/>
                  </a:lnTo>
                  <a:lnTo>
                    <a:pt x="86653" y="315425"/>
                  </a:lnTo>
                  <a:lnTo>
                    <a:pt x="84205" y="318230"/>
                  </a:lnTo>
                  <a:lnTo>
                    <a:pt x="80731" y="322213"/>
                  </a:lnTo>
                  <a:lnTo>
                    <a:pt x="78752" y="325064"/>
                  </a:lnTo>
                  <a:lnTo>
                    <a:pt x="78155" y="327936"/>
                  </a:lnTo>
                  <a:lnTo>
                    <a:pt x="76627" y="333149"/>
                  </a:lnTo>
                  <a:lnTo>
                    <a:pt x="75262" y="336359"/>
                  </a:lnTo>
                  <a:lnTo>
                    <a:pt x="74750" y="336746"/>
                  </a:lnTo>
                  <a:lnTo>
                    <a:pt x="71655" y="336077"/>
                  </a:lnTo>
                  <a:lnTo>
                    <a:pt x="70537" y="335423"/>
                  </a:lnTo>
                  <a:lnTo>
                    <a:pt x="68689" y="334840"/>
                  </a:lnTo>
                  <a:lnTo>
                    <a:pt x="66215" y="333706"/>
                  </a:lnTo>
                  <a:lnTo>
                    <a:pt x="64549" y="332491"/>
                  </a:lnTo>
                  <a:lnTo>
                    <a:pt x="62749" y="332351"/>
                  </a:lnTo>
                  <a:lnTo>
                    <a:pt x="60145" y="331933"/>
                  </a:lnTo>
                  <a:lnTo>
                    <a:pt x="58543" y="331051"/>
                  </a:lnTo>
                  <a:lnTo>
                    <a:pt x="56918" y="328158"/>
                  </a:lnTo>
                  <a:lnTo>
                    <a:pt x="54824" y="324674"/>
                  </a:lnTo>
                  <a:lnTo>
                    <a:pt x="52667" y="321090"/>
                  </a:lnTo>
                  <a:lnTo>
                    <a:pt x="50446" y="317399"/>
                  </a:lnTo>
                  <a:lnTo>
                    <a:pt x="47823" y="313153"/>
                  </a:lnTo>
                  <a:lnTo>
                    <a:pt x="44957" y="308516"/>
                  </a:lnTo>
                  <a:lnTo>
                    <a:pt x="44298" y="308047"/>
                  </a:lnTo>
                  <a:lnTo>
                    <a:pt x="44014" y="307965"/>
                  </a:lnTo>
                  <a:lnTo>
                    <a:pt x="40900" y="307754"/>
                  </a:lnTo>
                  <a:lnTo>
                    <a:pt x="37665" y="307533"/>
                  </a:lnTo>
                  <a:lnTo>
                    <a:pt x="35479" y="307386"/>
                  </a:lnTo>
                  <a:lnTo>
                    <a:pt x="34789" y="306842"/>
                  </a:lnTo>
                  <a:lnTo>
                    <a:pt x="34291" y="305787"/>
                  </a:lnTo>
                  <a:lnTo>
                    <a:pt x="33613" y="302359"/>
                  </a:lnTo>
                  <a:lnTo>
                    <a:pt x="32759" y="299912"/>
                  </a:lnTo>
                  <a:lnTo>
                    <a:pt x="31810" y="296799"/>
                  </a:lnTo>
                  <a:lnTo>
                    <a:pt x="31730" y="292588"/>
                  </a:lnTo>
                  <a:lnTo>
                    <a:pt x="31996" y="288006"/>
                  </a:lnTo>
                  <a:lnTo>
                    <a:pt x="32238" y="286488"/>
                  </a:lnTo>
                  <a:lnTo>
                    <a:pt x="32102" y="284976"/>
                  </a:lnTo>
                  <a:lnTo>
                    <a:pt x="32136" y="282894"/>
                  </a:lnTo>
                  <a:lnTo>
                    <a:pt x="31602" y="280961"/>
                  </a:lnTo>
                  <a:lnTo>
                    <a:pt x="28421" y="278742"/>
                  </a:lnTo>
                  <a:lnTo>
                    <a:pt x="27908" y="278913"/>
                  </a:lnTo>
                  <a:lnTo>
                    <a:pt x="27377" y="279744"/>
                  </a:lnTo>
                  <a:lnTo>
                    <a:pt x="26772" y="280343"/>
                  </a:lnTo>
                  <a:lnTo>
                    <a:pt x="26338" y="279776"/>
                  </a:lnTo>
                  <a:lnTo>
                    <a:pt x="26074" y="278949"/>
                  </a:lnTo>
                  <a:lnTo>
                    <a:pt x="26065" y="277595"/>
                  </a:lnTo>
                  <a:lnTo>
                    <a:pt x="26116" y="276579"/>
                  </a:lnTo>
                  <a:lnTo>
                    <a:pt x="25933" y="276025"/>
                  </a:lnTo>
                  <a:lnTo>
                    <a:pt x="24921" y="273951"/>
                  </a:lnTo>
                  <a:lnTo>
                    <a:pt x="23971" y="271235"/>
                  </a:lnTo>
                  <a:lnTo>
                    <a:pt x="23395" y="268228"/>
                  </a:lnTo>
                  <a:lnTo>
                    <a:pt x="22839" y="265763"/>
                  </a:lnTo>
                  <a:lnTo>
                    <a:pt x="22556" y="260245"/>
                  </a:lnTo>
                  <a:lnTo>
                    <a:pt x="21852" y="256854"/>
                  </a:lnTo>
                  <a:lnTo>
                    <a:pt x="21165" y="252707"/>
                  </a:lnTo>
                  <a:lnTo>
                    <a:pt x="20142" y="244796"/>
                  </a:lnTo>
                  <a:lnTo>
                    <a:pt x="19698" y="242065"/>
                  </a:lnTo>
                  <a:lnTo>
                    <a:pt x="18871" y="240237"/>
                  </a:lnTo>
                  <a:lnTo>
                    <a:pt x="17997" y="238533"/>
                  </a:lnTo>
                  <a:lnTo>
                    <a:pt x="17094" y="235030"/>
                  </a:lnTo>
                  <a:lnTo>
                    <a:pt x="14734" y="231944"/>
                  </a:lnTo>
                  <a:lnTo>
                    <a:pt x="13826" y="229528"/>
                  </a:lnTo>
                  <a:lnTo>
                    <a:pt x="12259" y="225357"/>
                  </a:lnTo>
                  <a:lnTo>
                    <a:pt x="11867" y="223252"/>
                  </a:lnTo>
                  <a:lnTo>
                    <a:pt x="11755" y="221154"/>
                  </a:lnTo>
                  <a:lnTo>
                    <a:pt x="11266" y="219186"/>
                  </a:lnTo>
                  <a:lnTo>
                    <a:pt x="10397" y="216971"/>
                  </a:lnTo>
                  <a:lnTo>
                    <a:pt x="7678" y="212200"/>
                  </a:lnTo>
                  <a:lnTo>
                    <a:pt x="6928" y="211626"/>
                  </a:lnTo>
                  <a:lnTo>
                    <a:pt x="5954" y="211114"/>
                  </a:lnTo>
                  <a:lnTo>
                    <a:pt x="4526" y="210642"/>
                  </a:lnTo>
                  <a:lnTo>
                    <a:pt x="2612" y="209551"/>
                  </a:lnTo>
                  <a:lnTo>
                    <a:pt x="941" y="207687"/>
                  </a:lnTo>
                  <a:lnTo>
                    <a:pt x="180" y="206362"/>
                  </a:lnTo>
                  <a:lnTo>
                    <a:pt x="0" y="205448"/>
                  </a:lnTo>
                  <a:lnTo>
                    <a:pt x="157" y="203911"/>
                  </a:lnTo>
                  <a:lnTo>
                    <a:pt x="763" y="201282"/>
                  </a:lnTo>
                  <a:lnTo>
                    <a:pt x="1913" y="195059"/>
                  </a:lnTo>
                  <a:lnTo>
                    <a:pt x="2708" y="190765"/>
                  </a:lnTo>
                  <a:lnTo>
                    <a:pt x="3246" y="189558"/>
                  </a:lnTo>
                  <a:lnTo>
                    <a:pt x="4723" y="189248"/>
                  </a:lnTo>
                  <a:lnTo>
                    <a:pt x="6287" y="189376"/>
                  </a:lnTo>
                  <a:lnTo>
                    <a:pt x="7433" y="189696"/>
                  </a:lnTo>
                  <a:lnTo>
                    <a:pt x="9046" y="189740"/>
                  </a:lnTo>
                  <a:lnTo>
                    <a:pt x="10983" y="189373"/>
                  </a:lnTo>
                  <a:lnTo>
                    <a:pt x="11747" y="187938"/>
                  </a:lnTo>
                  <a:lnTo>
                    <a:pt x="12357" y="186366"/>
                  </a:lnTo>
                  <a:lnTo>
                    <a:pt x="12608" y="185274"/>
                  </a:lnTo>
                  <a:lnTo>
                    <a:pt x="12691" y="182492"/>
                  </a:lnTo>
                  <a:lnTo>
                    <a:pt x="12689" y="180262"/>
                  </a:lnTo>
                  <a:lnTo>
                    <a:pt x="12567" y="171710"/>
                  </a:lnTo>
                  <a:lnTo>
                    <a:pt x="12493" y="166473"/>
                  </a:lnTo>
                  <a:lnTo>
                    <a:pt x="12408" y="160489"/>
                  </a:lnTo>
                  <a:lnTo>
                    <a:pt x="12419" y="159292"/>
                  </a:lnTo>
                  <a:lnTo>
                    <a:pt x="12432" y="157757"/>
                  </a:lnTo>
                  <a:lnTo>
                    <a:pt x="12904" y="151368"/>
                  </a:lnTo>
                  <a:lnTo>
                    <a:pt x="13351" y="147712"/>
                  </a:lnTo>
                  <a:lnTo>
                    <a:pt x="13652" y="145787"/>
                  </a:lnTo>
                  <a:lnTo>
                    <a:pt x="14875" y="139694"/>
                  </a:lnTo>
                  <a:lnTo>
                    <a:pt x="15102" y="137740"/>
                  </a:lnTo>
                  <a:lnTo>
                    <a:pt x="15143" y="135947"/>
                  </a:lnTo>
                  <a:lnTo>
                    <a:pt x="14692" y="127775"/>
                  </a:lnTo>
                  <a:lnTo>
                    <a:pt x="15478" y="123918"/>
                  </a:lnTo>
                  <a:lnTo>
                    <a:pt x="16485" y="120100"/>
                  </a:lnTo>
                  <a:lnTo>
                    <a:pt x="17366" y="118474"/>
                  </a:lnTo>
                  <a:lnTo>
                    <a:pt x="18101" y="117372"/>
                  </a:lnTo>
                  <a:lnTo>
                    <a:pt x="18445" y="117834"/>
                  </a:lnTo>
                  <a:lnTo>
                    <a:pt x="19288" y="119595"/>
                  </a:lnTo>
                  <a:lnTo>
                    <a:pt x="20396" y="121331"/>
                  </a:lnTo>
                  <a:lnTo>
                    <a:pt x="20913" y="120947"/>
                  </a:lnTo>
                  <a:lnTo>
                    <a:pt x="21674" y="119429"/>
                  </a:lnTo>
                  <a:lnTo>
                    <a:pt x="22239" y="117826"/>
                  </a:lnTo>
                  <a:lnTo>
                    <a:pt x="22164" y="114951"/>
                  </a:lnTo>
                  <a:lnTo>
                    <a:pt x="22673" y="109051"/>
                  </a:lnTo>
                  <a:lnTo>
                    <a:pt x="22576" y="105653"/>
                  </a:lnTo>
                  <a:lnTo>
                    <a:pt x="23119" y="101424"/>
                  </a:lnTo>
                  <a:lnTo>
                    <a:pt x="23715" y="95480"/>
                  </a:lnTo>
                  <a:lnTo>
                    <a:pt x="23980" y="91720"/>
                  </a:lnTo>
                  <a:lnTo>
                    <a:pt x="24320" y="89703"/>
                  </a:lnTo>
                  <a:lnTo>
                    <a:pt x="25933" y="85552"/>
                  </a:lnTo>
                  <a:lnTo>
                    <a:pt x="27318" y="79685"/>
                  </a:lnTo>
                  <a:lnTo>
                    <a:pt x="28202" y="75400"/>
                  </a:lnTo>
                  <a:lnTo>
                    <a:pt x="29888" y="68405"/>
                  </a:lnTo>
                  <a:lnTo>
                    <a:pt x="30741" y="65851"/>
                  </a:lnTo>
                  <a:lnTo>
                    <a:pt x="31435" y="64749"/>
                  </a:lnTo>
                  <a:lnTo>
                    <a:pt x="32472" y="64045"/>
                  </a:lnTo>
                  <a:lnTo>
                    <a:pt x="34393" y="63412"/>
                  </a:lnTo>
                  <a:lnTo>
                    <a:pt x="35773" y="62816"/>
                  </a:lnTo>
                  <a:lnTo>
                    <a:pt x="35977" y="61913"/>
                  </a:lnTo>
                  <a:lnTo>
                    <a:pt x="36094" y="60486"/>
                  </a:lnTo>
                  <a:lnTo>
                    <a:pt x="36114" y="57359"/>
                  </a:lnTo>
                  <a:lnTo>
                    <a:pt x="36379" y="51976"/>
                  </a:lnTo>
                  <a:lnTo>
                    <a:pt x="36978" y="46723"/>
                  </a:lnTo>
                  <a:lnTo>
                    <a:pt x="37684" y="42743"/>
                  </a:lnTo>
                  <a:lnTo>
                    <a:pt x="38067" y="40938"/>
                  </a:lnTo>
                  <a:lnTo>
                    <a:pt x="38521" y="39182"/>
                  </a:lnTo>
                  <a:lnTo>
                    <a:pt x="39031" y="36233"/>
                  </a:lnTo>
                  <a:lnTo>
                    <a:pt x="39681" y="29852"/>
                  </a:lnTo>
                  <a:lnTo>
                    <a:pt x="39645" y="25526"/>
                  </a:lnTo>
                  <a:lnTo>
                    <a:pt x="40570" y="17595"/>
                  </a:lnTo>
                  <a:lnTo>
                    <a:pt x="40778" y="17554"/>
                  </a:lnTo>
                  <a:lnTo>
                    <a:pt x="42351" y="16096"/>
                  </a:lnTo>
                  <a:lnTo>
                    <a:pt x="43880" y="15875"/>
                  </a:lnTo>
                  <a:lnTo>
                    <a:pt x="45362" y="16894"/>
                  </a:lnTo>
                  <a:lnTo>
                    <a:pt x="46326" y="17147"/>
                  </a:lnTo>
                  <a:lnTo>
                    <a:pt x="46775" y="16637"/>
                  </a:lnTo>
                  <a:lnTo>
                    <a:pt x="47188" y="15315"/>
                  </a:lnTo>
                  <a:lnTo>
                    <a:pt x="47570" y="13185"/>
                  </a:lnTo>
                  <a:lnTo>
                    <a:pt x="48175" y="12005"/>
                  </a:lnTo>
                  <a:lnTo>
                    <a:pt x="49004" y="11776"/>
                  </a:lnTo>
                  <a:lnTo>
                    <a:pt x="50115" y="14178"/>
                  </a:lnTo>
                  <a:lnTo>
                    <a:pt x="51881" y="20563"/>
                  </a:lnTo>
                  <a:lnTo>
                    <a:pt x="52336" y="20933"/>
                  </a:lnTo>
                  <a:lnTo>
                    <a:pt x="52617" y="20779"/>
                  </a:lnTo>
                  <a:lnTo>
                    <a:pt x="53506" y="15653"/>
                  </a:lnTo>
                  <a:lnTo>
                    <a:pt x="54196" y="11673"/>
                  </a:lnTo>
                  <a:lnTo>
                    <a:pt x="55484" y="4249"/>
                  </a:lnTo>
                  <a:lnTo>
                    <a:pt x="56219" y="0"/>
                  </a:lnTo>
                  <a:lnTo>
                    <a:pt x="56901" y="1233"/>
                  </a:lnTo>
                  <a:lnTo>
                    <a:pt x="57581" y="3403"/>
                  </a:lnTo>
                  <a:lnTo>
                    <a:pt x="58357" y="4419"/>
                  </a:lnTo>
                  <a:lnTo>
                    <a:pt x="59186" y="5047"/>
                  </a:lnTo>
                  <a:lnTo>
                    <a:pt x="59590" y="5126"/>
                  </a:lnTo>
                  <a:lnTo>
                    <a:pt x="60101" y="5987"/>
                  </a:lnTo>
                  <a:lnTo>
                    <a:pt x="61890" y="11284"/>
                  </a:lnTo>
                  <a:lnTo>
                    <a:pt x="62517" y="12519"/>
                  </a:lnTo>
                  <a:lnTo>
                    <a:pt x="63357" y="12643"/>
                  </a:lnTo>
                  <a:lnTo>
                    <a:pt x="66897" y="10932"/>
                  </a:lnTo>
                  <a:lnTo>
                    <a:pt x="69011" y="7843"/>
                  </a:lnTo>
                  <a:lnTo>
                    <a:pt x="69334" y="6621"/>
                  </a:lnTo>
                  <a:lnTo>
                    <a:pt x="69914" y="6621"/>
                  </a:lnTo>
                  <a:lnTo>
                    <a:pt x="70619" y="7990"/>
                  </a:lnTo>
                  <a:lnTo>
                    <a:pt x="70885" y="9301"/>
                  </a:lnTo>
                  <a:lnTo>
                    <a:pt x="71339" y="11018"/>
                  </a:lnTo>
                  <a:lnTo>
                    <a:pt x="72169" y="11287"/>
                  </a:lnTo>
                  <a:lnTo>
                    <a:pt x="74194" y="10059"/>
                  </a:lnTo>
                  <a:lnTo>
                    <a:pt x="75181" y="9324"/>
                  </a:lnTo>
                  <a:lnTo>
                    <a:pt x="76021" y="9935"/>
                  </a:lnTo>
                  <a:lnTo>
                    <a:pt x="77092" y="10438"/>
                  </a:lnTo>
                  <a:lnTo>
                    <a:pt x="77762" y="10438"/>
                  </a:lnTo>
                  <a:lnTo>
                    <a:pt x="79361" y="12163"/>
                  </a:lnTo>
                  <a:lnTo>
                    <a:pt x="81283" y="11617"/>
                  </a:lnTo>
                  <a:lnTo>
                    <a:pt x="82187" y="11708"/>
                  </a:lnTo>
                  <a:lnTo>
                    <a:pt x="83117" y="12444"/>
                  </a:lnTo>
                  <a:lnTo>
                    <a:pt x="84632" y="15194"/>
                  </a:lnTo>
                  <a:lnTo>
                    <a:pt x="86603" y="18530"/>
                  </a:lnTo>
                  <a:lnTo>
                    <a:pt x="89424" y="20915"/>
                  </a:lnTo>
                  <a:lnTo>
                    <a:pt x="90006" y="21884"/>
                  </a:lnTo>
                  <a:lnTo>
                    <a:pt x="91369" y="25683"/>
                  </a:lnTo>
                  <a:lnTo>
                    <a:pt x="93485" y="32981"/>
                  </a:lnTo>
                  <a:lnTo>
                    <a:pt x="96253" y="39964"/>
                  </a:lnTo>
                  <a:lnTo>
                    <a:pt x="99269" y="45477"/>
                  </a:lnTo>
                  <a:lnTo>
                    <a:pt x="100880" y="49298"/>
                  </a:lnTo>
                  <a:lnTo>
                    <a:pt x="101968" y="53968"/>
                  </a:lnTo>
                  <a:lnTo>
                    <a:pt x="103034" y="58210"/>
                  </a:lnTo>
                  <a:lnTo>
                    <a:pt x="104121" y="60034"/>
                  </a:lnTo>
                  <a:lnTo>
                    <a:pt x="105130" y="61487"/>
                  </a:lnTo>
                  <a:lnTo>
                    <a:pt x="106174" y="64722"/>
                  </a:lnTo>
                  <a:lnTo>
                    <a:pt x="106921" y="674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3446168" y="1856036"/>
              <a:ext cx="1865" cy="2198"/>
            </a:xfrm>
            <a:custGeom>
              <a:avLst/>
              <a:pathLst>
                <a:path w="1865" h="2198">
                  <a:moveTo>
                    <a:pt x="1637" y="1905"/>
                  </a:moveTo>
                  <a:lnTo>
                    <a:pt x="628" y="2198"/>
                  </a:lnTo>
                  <a:lnTo>
                    <a:pt x="0" y="1344"/>
                  </a:lnTo>
                  <a:lnTo>
                    <a:pt x="238" y="708"/>
                  </a:lnTo>
                  <a:lnTo>
                    <a:pt x="942" y="0"/>
                  </a:lnTo>
                  <a:lnTo>
                    <a:pt x="1703" y="98"/>
                  </a:lnTo>
                  <a:lnTo>
                    <a:pt x="1865" y="9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3448573" y="1855164"/>
              <a:ext cx="1948" cy="2826"/>
            </a:xfrm>
            <a:custGeom>
              <a:avLst/>
              <a:pathLst>
                <a:path w="1948" h="2826">
                  <a:moveTo>
                    <a:pt x="1590" y="1810"/>
                  </a:moveTo>
                  <a:lnTo>
                    <a:pt x="438" y="2826"/>
                  </a:lnTo>
                  <a:lnTo>
                    <a:pt x="0" y="2584"/>
                  </a:lnTo>
                  <a:lnTo>
                    <a:pt x="112" y="871"/>
                  </a:lnTo>
                  <a:lnTo>
                    <a:pt x="796" y="87"/>
                  </a:lnTo>
                  <a:lnTo>
                    <a:pt x="194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3452971" y="1850172"/>
              <a:ext cx="3894" cy="6062"/>
            </a:xfrm>
            <a:custGeom>
              <a:avLst/>
              <a:pathLst>
                <a:path w="3894" h="6062">
                  <a:moveTo>
                    <a:pt x="1127" y="0"/>
                  </a:moveTo>
                  <a:lnTo>
                    <a:pt x="2584" y="685"/>
                  </a:lnTo>
                  <a:lnTo>
                    <a:pt x="3197" y="439"/>
                  </a:lnTo>
                  <a:lnTo>
                    <a:pt x="3894" y="1990"/>
                  </a:lnTo>
                  <a:lnTo>
                    <a:pt x="2712" y="2977"/>
                  </a:lnTo>
                  <a:lnTo>
                    <a:pt x="2630" y="4201"/>
                  </a:lnTo>
                  <a:lnTo>
                    <a:pt x="3097" y="4961"/>
                  </a:lnTo>
                  <a:lnTo>
                    <a:pt x="3261" y="6062"/>
                  </a:lnTo>
                  <a:lnTo>
                    <a:pt x="2084" y="6061"/>
                  </a:lnTo>
                  <a:lnTo>
                    <a:pt x="1521" y="5134"/>
                  </a:lnTo>
                  <a:lnTo>
                    <a:pt x="1276" y="3958"/>
                  </a:lnTo>
                  <a:lnTo>
                    <a:pt x="729" y="3128"/>
                  </a:lnTo>
                  <a:lnTo>
                    <a:pt x="0" y="2494"/>
                  </a:lnTo>
                  <a:lnTo>
                    <a:pt x="357" y="1650"/>
                  </a:lnTo>
                  <a:lnTo>
                    <a:pt x="560" y="4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3449847" y="1847241"/>
              <a:ext cx="2170" cy="4067"/>
            </a:xfrm>
            <a:custGeom>
              <a:avLst/>
              <a:pathLst>
                <a:path w="2170" h="4067">
                  <a:moveTo>
                    <a:pt x="2170" y="3937"/>
                  </a:moveTo>
                  <a:lnTo>
                    <a:pt x="1332" y="4067"/>
                  </a:lnTo>
                  <a:lnTo>
                    <a:pt x="149" y="2602"/>
                  </a:lnTo>
                  <a:lnTo>
                    <a:pt x="0" y="2030"/>
                  </a:lnTo>
                  <a:lnTo>
                    <a:pt x="464" y="1698"/>
                  </a:lnTo>
                  <a:lnTo>
                    <a:pt x="157" y="520"/>
                  </a:lnTo>
                  <a:lnTo>
                    <a:pt x="248" y="0"/>
                  </a:lnTo>
                  <a:lnTo>
                    <a:pt x="1164" y="929"/>
                  </a:lnTo>
                  <a:lnTo>
                    <a:pt x="1664" y="2015"/>
                  </a:lnTo>
                  <a:lnTo>
                    <a:pt x="1175" y="2268"/>
                  </a:lnTo>
                  <a:lnTo>
                    <a:pt x="2003" y="33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3443044" y="1842267"/>
              <a:ext cx="2719" cy="4683"/>
            </a:xfrm>
            <a:custGeom>
              <a:avLst/>
              <a:pathLst>
                <a:path w="2719" h="4683">
                  <a:moveTo>
                    <a:pt x="2719" y="3211"/>
                  </a:moveTo>
                  <a:lnTo>
                    <a:pt x="2558" y="4586"/>
                  </a:lnTo>
                  <a:lnTo>
                    <a:pt x="1777" y="4433"/>
                  </a:lnTo>
                  <a:lnTo>
                    <a:pt x="983" y="4683"/>
                  </a:lnTo>
                  <a:lnTo>
                    <a:pt x="342" y="3318"/>
                  </a:lnTo>
                  <a:lnTo>
                    <a:pt x="0" y="1017"/>
                  </a:lnTo>
                  <a:lnTo>
                    <a:pt x="116" y="522"/>
                  </a:lnTo>
                  <a:lnTo>
                    <a:pt x="615" y="0"/>
                  </a:lnTo>
                  <a:lnTo>
                    <a:pt x="997" y="12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3441540" y="1764273"/>
              <a:ext cx="3890" cy="3715"/>
            </a:xfrm>
            <a:custGeom>
              <a:avLst/>
              <a:pathLst>
                <a:path w="3890" h="3715">
                  <a:moveTo>
                    <a:pt x="1540" y="1076"/>
                  </a:moveTo>
                  <a:lnTo>
                    <a:pt x="1664" y="1627"/>
                  </a:lnTo>
                  <a:lnTo>
                    <a:pt x="2338" y="1475"/>
                  </a:lnTo>
                  <a:lnTo>
                    <a:pt x="3246" y="471"/>
                  </a:lnTo>
                  <a:lnTo>
                    <a:pt x="3890" y="940"/>
                  </a:lnTo>
                  <a:lnTo>
                    <a:pt x="3817" y="2374"/>
                  </a:lnTo>
                  <a:lnTo>
                    <a:pt x="3380" y="2319"/>
                  </a:lnTo>
                  <a:lnTo>
                    <a:pt x="3260" y="2083"/>
                  </a:lnTo>
                  <a:lnTo>
                    <a:pt x="2699" y="2903"/>
                  </a:lnTo>
                  <a:lnTo>
                    <a:pt x="2599" y="3399"/>
                  </a:lnTo>
                  <a:lnTo>
                    <a:pt x="1950" y="3715"/>
                  </a:lnTo>
                  <a:lnTo>
                    <a:pt x="752" y="2312"/>
                  </a:lnTo>
                  <a:lnTo>
                    <a:pt x="0" y="5"/>
                  </a:lnTo>
                  <a:lnTo>
                    <a:pt x="1754" y="0"/>
                  </a:lnTo>
                  <a:lnTo>
                    <a:pt x="1586" y="5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3481734" y="1710828"/>
              <a:ext cx="4844" cy="3800"/>
            </a:xfrm>
            <a:custGeom>
              <a:avLst/>
              <a:pathLst>
                <a:path w="4844" h="3800">
                  <a:moveTo>
                    <a:pt x="3126" y="2819"/>
                  </a:moveTo>
                  <a:lnTo>
                    <a:pt x="1408" y="3800"/>
                  </a:lnTo>
                  <a:lnTo>
                    <a:pt x="23" y="3187"/>
                  </a:lnTo>
                  <a:lnTo>
                    <a:pt x="0" y="1286"/>
                  </a:lnTo>
                  <a:lnTo>
                    <a:pt x="858" y="367"/>
                  </a:lnTo>
                  <a:lnTo>
                    <a:pt x="2410" y="0"/>
                  </a:lnTo>
                  <a:lnTo>
                    <a:pt x="4534" y="918"/>
                  </a:lnTo>
                  <a:lnTo>
                    <a:pt x="4844" y="1409"/>
                  </a:lnTo>
                  <a:lnTo>
                    <a:pt x="3627" y="17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3436227" y="1563721"/>
              <a:ext cx="125603" cy="302842"/>
            </a:xfrm>
            <a:custGeom>
              <a:avLst/>
              <a:pathLst>
                <a:path w="125603" h="302842">
                  <a:moveTo>
                    <a:pt x="96019" y="30815"/>
                  </a:moveTo>
                  <a:lnTo>
                    <a:pt x="95249" y="31179"/>
                  </a:lnTo>
                  <a:lnTo>
                    <a:pt x="92870" y="32616"/>
                  </a:lnTo>
                  <a:lnTo>
                    <a:pt x="91418" y="33586"/>
                  </a:lnTo>
                  <a:lnTo>
                    <a:pt x="89669" y="34297"/>
                  </a:lnTo>
                  <a:lnTo>
                    <a:pt x="90123" y="35239"/>
                  </a:lnTo>
                  <a:lnTo>
                    <a:pt x="93028" y="35438"/>
                  </a:lnTo>
                  <a:lnTo>
                    <a:pt x="93476" y="35706"/>
                  </a:lnTo>
                  <a:lnTo>
                    <a:pt x="93798" y="36191"/>
                  </a:lnTo>
                  <a:lnTo>
                    <a:pt x="93853" y="36966"/>
                  </a:lnTo>
                  <a:lnTo>
                    <a:pt x="93559" y="38219"/>
                  </a:lnTo>
                  <a:lnTo>
                    <a:pt x="90420" y="45127"/>
                  </a:lnTo>
                  <a:lnTo>
                    <a:pt x="90321" y="46583"/>
                  </a:lnTo>
                  <a:lnTo>
                    <a:pt x="91350" y="50631"/>
                  </a:lnTo>
                  <a:lnTo>
                    <a:pt x="92789" y="55405"/>
                  </a:lnTo>
                  <a:lnTo>
                    <a:pt x="97137" y="57528"/>
                  </a:lnTo>
                  <a:lnTo>
                    <a:pt x="100369" y="59186"/>
                  </a:lnTo>
                  <a:lnTo>
                    <a:pt x="102445" y="63109"/>
                  </a:lnTo>
                  <a:lnTo>
                    <a:pt x="105867" y="68283"/>
                  </a:lnTo>
                  <a:lnTo>
                    <a:pt x="107681" y="70216"/>
                  </a:lnTo>
                  <a:lnTo>
                    <a:pt x="107783" y="70816"/>
                  </a:lnTo>
                  <a:lnTo>
                    <a:pt x="107244" y="74386"/>
                  </a:lnTo>
                  <a:lnTo>
                    <a:pt x="105050" y="77962"/>
                  </a:lnTo>
                  <a:lnTo>
                    <a:pt x="102998" y="80978"/>
                  </a:lnTo>
                  <a:lnTo>
                    <a:pt x="100874" y="84611"/>
                  </a:lnTo>
                  <a:lnTo>
                    <a:pt x="99213" y="87709"/>
                  </a:lnTo>
                  <a:lnTo>
                    <a:pt x="97413" y="91421"/>
                  </a:lnTo>
                  <a:lnTo>
                    <a:pt x="97207" y="92624"/>
                  </a:lnTo>
                  <a:lnTo>
                    <a:pt x="97174" y="93761"/>
                  </a:lnTo>
                  <a:lnTo>
                    <a:pt x="97483" y="95018"/>
                  </a:lnTo>
                  <a:lnTo>
                    <a:pt x="99787" y="99560"/>
                  </a:lnTo>
                  <a:lnTo>
                    <a:pt x="100684" y="101879"/>
                  </a:lnTo>
                  <a:lnTo>
                    <a:pt x="101756" y="104386"/>
                  </a:lnTo>
                  <a:lnTo>
                    <a:pt x="102676" y="107119"/>
                  </a:lnTo>
                  <a:lnTo>
                    <a:pt x="103210" y="109567"/>
                  </a:lnTo>
                  <a:lnTo>
                    <a:pt x="104133" y="111953"/>
                  </a:lnTo>
                  <a:lnTo>
                    <a:pt x="104706" y="113172"/>
                  </a:lnTo>
                  <a:lnTo>
                    <a:pt x="105659" y="114880"/>
                  </a:lnTo>
                  <a:lnTo>
                    <a:pt x="106809" y="117421"/>
                  </a:lnTo>
                  <a:lnTo>
                    <a:pt x="107191" y="119434"/>
                  </a:lnTo>
                  <a:lnTo>
                    <a:pt x="108927" y="126420"/>
                  </a:lnTo>
                  <a:lnTo>
                    <a:pt x="109102" y="128200"/>
                  </a:lnTo>
                  <a:lnTo>
                    <a:pt x="109017" y="129518"/>
                  </a:lnTo>
                  <a:lnTo>
                    <a:pt x="108254" y="129842"/>
                  </a:lnTo>
                  <a:lnTo>
                    <a:pt x="106569" y="130051"/>
                  </a:lnTo>
                  <a:lnTo>
                    <a:pt x="104743" y="130916"/>
                  </a:lnTo>
                  <a:lnTo>
                    <a:pt x="104651" y="131206"/>
                  </a:lnTo>
                  <a:lnTo>
                    <a:pt x="105842" y="132855"/>
                  </a:lnTo>
                  <a:lnTo>
                    <a:pt x="104790" y="135671"/>
                  </a:lnTo>
                  <a:lnTo>
                    <a:pt x="104639" y="139704"/>
                  </a:lnTo>
                  <a:lnTo>
                    <a:pt x="103515" y="141820"/>
                  </a:lnTo>
                  <a:lnTo>
                    <a:pt x="103409" y="142312"/>
                  </a:lnTo>
                  <a:lnTo>
                    <a:pt x="103460" y="142723"/>
                  </a:lnTo>
                  <a:lnTo>
                    <a:pt x="103659" y="143045"/>
                  </a:lnTo>
                  <a:lnTo>
                    <a:pt x="105740" y="143611"/>
                  </a:lnTo>
                  <a:lnTo>
                    <a:pt x="105920" y="144185"/>
                  </a:lnTo>
                  <a:lnTo>
                    <a:pt x="105929" y="145374"/>
                  </a:lnTo>
                  <a:lnTo>
                    <a:pt x="105743" y="146472"/>
                  </a:lnTo>
                  <a:lnTo>
                    <a:pt x="104698" y="147287"/>
                  </a:lnTo>
                  <a:lnTo>
                    <a:pt x="103575" y="148494"/>
                  </a:lnTo>
                  <a:lnTo>
                    <a:pt x="103327" y="149603"/>
                  </a:lnTo>
                  <a:lnTo>
                    <a:pt x="103365" y="150594"/>
                  </a:lnTo>
                  <a:lnTo>
                    <a:pt x="103748" y="152268"/>
                  </a:lnTo>
                  <a:lnTo>
                    <a:pt x="104487" y="154218"/>
                  </a:lnTo>
                  <a:lnTo>
                    <a:pt x="105425" y="155444"/>
                  </a:lnTo>
                  <a:lnTo>
                    <a:pt x="108759" y="156603"/>
                  </a:lnTo>
                  <a:lnTo>
                    <a:pt x="109189" y="157563"/>
                  </a:lnTo>
                  <a:lnTo>
                    <a:pt x="109372" y="158877"/>
                  </a:lnTo>
                  <a:lnTo>
                    <a:pt x="109302" y="160162"/>
                  </a:lnTo>
                  <a:lnTo>
                    <a:pt x="107754" y="162730"/>
                  </a:lnTo>
                  <a:lnTo>
                    <a:pt x="107766" y="163718"/>
                  </a:lnTo>
                  <a:lnTo>
                    <a:pt x="108402" y="166109"/>
                  </a:lnTo>
                  <a:lnTo>
                    <a:pt x="109164" y="168392"/>
                  </a:lnTo>
                  <a:lnTo>
                    <a:pt x="112416" y="170865"/>
                  </a:lnTo>
                  <a:lnTo>
                    <a:pt x="113535" y="172221"/>
                  </a:lnTo>
                  <a:lnTo>
                    <a:pt x="113833" y="173300"/>
                  </a:lnTo>
                  <a:lnTo>
                    <a:pt x="113996" y="175040"/>
                  </a:lnTo>
                  <a:lnTo>
                    <a:pt x="113974" y="176926"/>
                  </a:lnTo>
                  <a:lnTo>
                    <a:pt x="113719" y="178601"/>
                  </a:lnTo>
                  <a:lnTo>
                    <a:pt x="112700" y="180761"/>
                  </a:lnTo>
                  <a:lnTo>
                    <a:pt x="110340" y="185022"/>
                  </a:lnTo>
                  <a:lnTo>
                    <a:pt x="107967" y="186676"/>
                  </a:lnTo>
                  <a:lnTo>
                    <a:pt x="107822" y="187036"/>
                  </a:lnTo>
                  <a:lnTo>
                    <a:pt x="108557" y="188399"/>
                  </a:lnTo>
                  <a:lnTo>
                    <a:pt x="112737" y="193865"/>
                  </a:lnTo>
                  <a:lnTo>
                    <a:pt x="115461" y="196423"/>
                  </a:lnTo>
                  <a:lnTo>
                    <a:pt x="119138" y="199875"/>
                  </a:lnTo>
                  <a:lnTo>
                    <a:pt x="121510" y="202604"/>
                  </a:lnTo>
                  <a:lnTo>
                    <a:pt x="122276" y="204566"/>
                  </a:lnTo>
                  <a:lnTo>
                    <a:pt x="123303" y="206747"/>
                  </a:lnTo>
                  <a:lnTo>
                    <a:pt x="124457" y="208531"/>
                  </a:lnTo>
                  <a:lnTo>
                    <a:pt x="125289" y="210079"/>
                  </a:lnTo>
                  <a:lnTo>
                    <a:pt x="125603" y="211075"/>
                  </a:lnTo>
                  <a:lnTo>
                    <a:pt x="125573" y="212145"/>
                  </a:lnTo>
                  <a:lnTo>
                    <a:pt x="124461" y="215374"/>
                  </a:lnTo>
                  <a:lnTo>
                    <a:pt x="123829" y="217870"/>
                  </a:lnTo>
                  <a:lnTo>
                    <a:pt x="122715" y="221529"/>
                  </a:lnTo>
                  <a:lnTo>
                    <a:pt x="121577" y="224083"/>
                  </a:lnTo>
                  <a:lnTo>
                    <a:pt x="118689" y="228740"/>
                  </a:lnTo>
                  <a:lnTo>
                    <a:pt x="114429" y="234538"/>
                  </a:lnTo>
                  <a:lnTo>
                    <a:pt x="113440" y="236292"/>
                  </a:lnTo>
                  <a:lnTo>
                    <a:pt x="111447" y="239347"/>
                  </a:lnTo>
                  <a:lnTo>
                    <a:pt x="108035" y="245477"/>
                  </a:lnTo>
                  <a:lnTo>
                    <a:pt x="107151" y="246831"/>
                  </a:lnTo>
                  <a:lnTo>
                    <a:pt x="104354" y="251720"/>
                  </a:lnTo>
                  <a:lnTo>
                    <a:pt x="103080" y="253276"/>
                  </a:lnTo>
                  <a:lnTo>
                    <a:pt x="102078" y="254730"/>
                  </a:lnTo>
                  <a:lnTo>
                    <a:pt x="99308" y="259353"/>
                  </a:lnTo>
                  <a:lnTo>
                    <a:pt x="96331" y="262862"/>
                  </a:lnTo>
                  <a:lnTo>
                    <a:pt x="93409" y="266121"/>
                  </a:lnTo>
                  <a:lnTo>
                    <a:pt x="92533" y="267773"/>
                  </a:lnTo>
                  <a:lnTo>
                    <a:pt x="91443" y="269033"/>
                  </a:lnTo>
                  <a:lnTo>
                    <a:pt x="90141" y="270232"/>
                  </a:lnTo>
                  <a:lnTo>
                    <a:pt x="89593" y="270903"/>
                  </a:lnTo>
                  <a:lnTo>
                    <a:pt x="86653" y="275367"/>
                  </a:lnTo>
                  <a:lnTo>
                    <a:pt x="82575" y="281564"/>
                  </a:lnTo>
                  <a:lnTo>
                    <a:pt x="82161" y="281660"/>
                  </a:lnTo>
                  <a:lnTo>
                    <a:pt x="81099" y="282662"/>
                  </a:lnTo>
                  <a:lnTo>
                    <a:pt x="79439" y="282904"/>
                  </a:lnTo>
                  <a:lnTo>
                    <a:pt x="78717" y="283670"/>
                  </a:lnTo>
                  <a:lnTo>
                    <a:pt x="76180" y="281489"/>
                  </a:lnTo>
                  <a:lnTo>
                    <a:pt x="75758" y="281347"/>
                  </a:lnTo>
                  <a:lnTo>
                    <a:pt x="74266" y="281888"/>
                  </a:lnTo>
                  <a:lnTo>
                    <a:pt x="72834" y="283474"/>
                  </a:lnTo>
                  <a:lnTo>
                    <a:pt x="70191" y="283959"/>
                  </a:lnTo>
                  <a:lnTo>
                    <a:pt x="68878" y="284473"/>
                  </a:lnTo>
                  <a:lnTo>
                    <a:pt x="68041" y="285205"/>
                  </a:lnTo>
                  <a:lnTo>
                    <a:pt x="67869" y="283471"/>
                  </a:lnTo>
                  <a:lnTo>
                    <a:pt x="68231" y="281272"/>
                  </a:lnTo>
                  <a:lnTo>
                    <a:pt x="68813" y="279806"/>
                  </a:lnTo>
                  <a:lnTo>
                    <a:pt x="68867" y="278851"/>
                  </a:lnTo>
                  <a:lnTo>
                    <a:pt x="68440" y="278951"/>
                  </a:lnTo>
                  <a:lnTo>
                    <a:pt x="67594" y="281101"/>
                  </a:lnTo>
                  <a:lnTo>
                    <a:pt x="67141" y="283613"/>
                  </a:lnTo>
                  <a:lnTo>
                    <a:pt x="66235" y="284875"/>
                  </a:lnTo>
                  <a:lnTo>
                    <a:pt x="64244" y="285392"/>
                  </a:lnTo>
                  <a:lnTo>
                    <a:pt x="62303" y="283373"/>
                  </a:lnTo>
                  <a:lnTo>
                    <a:pt x="61381" y="283393"/>
                  </a:lnTo>
                  <a:lnTo>
                    <a:pt x="61960" y="284839"/>
                  </a:lnTo>
                  <a:lnTo>
                    <a:pt x="62351" y="286426"/>
                  </a:lnTo>
                  <a:lnTo>
                    <a:pt x="62300" y="287315"/>
                  </a:lnTo>
                  <a:lnTo>
                    <a:pt x="61265" y="287159"/>
                  </a:lnTo>
                  <a:lnTo>
                    <a:pt x="60113" y="288110"/>
                  </a:lnTo>
                  <a:lnTo>
                    <a:pt x="59103" y="289501"/>
                  </a:lnTo>
                  <a:lnTo>
                    <a:pt x="58613" y="289504"/>
                  </a:lnTo>
                  <a:lnTo>
                    <a:pt x="57934" y="287560"/>
                  </a:lnTo>
                  <a:lnTo>
                    <a:pt x="56689" y="288468"/>
                  </a:lnTo>
                  <a:lnTo>
                    <a:pt x="55625" y="289687"/>
                  </a:lnTo>
                  <a:lnTo>
                    <a:pt x="53463" y="290068"/>
                  </a:lnTo>
                  <a:lnTo>
                    <a:pt x="52174" y="291671"/>
                  </a:lnTo>
                  <a:lnTo>
                    <a:pt x="49892" y="292753"/>
                  </a:lnTo>
                  <a:lnTo>
                    <a:pt x="48639" y="292727"/>
                  </a:lnTo>
                  <a:lnTo>
                    <a:pt x="45782" y="294030"/>
                  </a:lnTo>
                  <a:lnTo>
                    <a:pt x="44833" y="296038"/>
                  </a:lnTo>
                  <a:lnTo>
                    <a:pt x="44000" y="296777"/>
                  </a:lnTo>
                  <a:lnTo>
                    <a:pt x="42814" y="296155"/>
                  </a:lnTo>
                  <a:lnTo>
                    <a:pt x="39162" y="297135"/>
                  </a:lnTo>
                  <a:lnTo>
                    <a:pt x="35670" y="298420"/>
                  </a:lnTo>
                  <a:lnTo>
                    <a:pt x="34184" y="298347"/>
                  </a:lnTo>
                  <a:lnTo>
                    <a:pt x="32699" y="297813"/>
                  </a:lnTo>
                  <a:lnTo>
                    <a:pt x="31124" y="299599"/>
                  </a:lnTo>
                  <a:lnTo>
                    <a:pt x="29452" y="301988"/>
                  </a:lnTo>
                  <a:lnTo>
                    <a:pt x="27609" y="302842"/>
                  </a:lnTo>
                  <a:lnTo>
                    <a:pt x="26948" y="302537"/>
                  </a:lnTo>
                  <a:lnTo>
                    <a:pt x="27476" y="301283"/>
                  </a:lnTo>
                  <a:lnTo>
                    <a:pt x="28695" y="299986"/>
                  </a:lnTo>
                  <a:lnTo>
                    <a:pt x="29533" y="298227"/>
                  </a:lnTo>
                  <a:lnTo>
                    <a:pt x="29647" y="296761"/>
                  </a:lnTo>
                  <a:lnTo>
                    <a:pt x="29072" y="296185"/>
                  </a:lnTo>
                  <a:lnTo>
                    <a:pt x="28286" y="296009"/>
                  </a:lnTo>
                  <a:lnTo>
                    <a:pt x="27296" y="294494"/>
                  </a:lnTo>
                  <a:lnTo>
                    <a:pt x="26348" y="291209"/>
                  </a:lnTo>
                  <a:lnTo>
                    <a:pt x="25834" y="291029"/>
                  </a:lnTo>
                  <a:lnTo>
                    <a:pt x="25573" y="291891"/>
                  </a:lnTo>
                  <a:lnTo>
                    <a:pt x="25282" y="294411"/>
                  </a:lnTo>
                  <a:lnTo>
                    <a:pt x="24987" y="295136"/>
                  </a:lnTo>
                  <a:lnTo>
                    <a:pt x="24484" y="295714"/>
                  </a:lnTo>
                  <a:lnTo>
                    <a:pt x="23881" y="296295"/>
                  </a:lnTo>
                  <a:lnTo>
                    <a:pt x="23292" y="296578"/>
                  </a:lnTo>
                  <a:lnTo>
                    <a:pt x="21180" y="296543"/>
                  </a:lnTo>
                  <a:lnTo>
                    <a:pt x="20903" y="295271"/>
                  </a:lnTo>
                  <a:lnTo>
                    <a:pt x="20903" y="294738"/>
                  </a:lnTo>
                  <a:lnTo>
                    <a:pt x="21277" y="293063"/>
                  </a:lnTo>
                  <a:lnTo>
                    <a:pt x="20950" y="292770"/>
                  </a:lnTo>
                  <a:lnTo>
                    <a:pt x="21261" y="291457"/>
                  </a:lnTo>
                  <a:lnTo>
                    <a:pt x="21759" y="291528"/>
                  </a:lnTo>
                  <a:lnTo>
                    <a:pt x="22349" y="291333"/>
                  </a:lnTo>
                  <a:lnTo>
                    <a:pt x="22645" y="290658"/>
                  </a:lnTo>
                  <a:lnTo>
                    <a:pt x="22622" y="289851"/>
                  </a:lnTo>
                  <a:lnTo>
                    <a:pt x="21802" y="289642"/>
                  </a:lnTo>
                  <a:lnTo>
                    <a:pt x="21751" y="289092"/>
                  </a:lnTo>
                  <a:lnTo>
                    <a:pt x="22483" y="286796"/>
                  </a:lnTo>
                  <a:lnTo>
                    <a:pt x="22587" y="286161"/>
                  </a:lnTo>
                  <a:lnTo>
                    <a:pt x="22304" y="286029"/>
                  </a:lnTo>
                  <a:lnTo>
                    <a:pt x="21846" y="286279"/>
                  </a:lnTo>
                  <a:lnTo>
                    <a:pt x="18824" y="285559"/>
                  </a:lnTo>
                  <a:lnTo>
                    <a:pt x="15096" y="282623"/>
                  </a:lnTo>
                  <a:lnTo>
                    <a:pt x="14179" y="282471"/>
                  </a:lnTo>
                  <a:lnTo>
                    <a:pt x="13615" y="279850"/>
                  </a:lnTo>
                  <a:lnTo>
                    <a:pt x="12716" y="280182"/>
                  </a:lnTo>
                  <a:lnTo>
                    <a:pt x="11405" y="281717"/>
                  </a:lnTo>
                  <a:lnTo>
                    <a:pt x="10422" y="280551"/>
                  </a:lnTo>
                  <a:lnTo>
                    <a:pt x="9366" y="279783"/>
                  </a:lnTo>
                  <a:lnTo>
                    <a:pt x="9073" y="278584"/>
                  </a:lnTo>
                  <a:lnTo>
                    <a:pt x="9088" y="276816"/>
                  </a:lnTo>
                  <a:lnTo>
                    <a:pt x="8997" y="274729"/>
                  </a:lnTo>
                  <a:lnTo>
                    <a:pt x="8708" y="272288"/>
                  </a:lnTo>
                  <a:lnTo>
                    <a:pt x="8497" y="268818"/>
                  </a:lnTo>
                  <a:lnTo>
                    <a:pt x="8695" y="266107"/>
                  </a:lnTo>
                  <a:lnTo>
                    <a:pt x="9537" y="264100"/>
                  </a:lnTo>
                  <a:lnTo>
                    <a:pt x="9861" y="262819"/>
                  </a:lnTo>
                  <a:lnTo>
                    <a:pt x="10257" y="259548"/>
                  </a:lnTo>
                  <a:lnTo>
                    <a:pt x="10346" y="255717"/>
                  </a:lnTo>
                  <a:lnTo>
                    <a:pt x="10122" y="254413"/>
                  </a:lnTo>
                  <a:lnTo>
                    <a:pt x="10178" y="253546"/>
                  </a:lnTo>
                  <a:lnTo>
                    <a:pt x="10850" y="253546"/>
                  </a:lnTo>
                  <a:lnTo>
                    <a:pt x="10704" y="252801"/>
                  </a:lnTo>
                  <a:lnTo>
                    <a:pt x="10408" y="252394"/>
                  </a:lnTo>
                  <a:lnTo>
                    <a:pt x="10081" y="251547"/>
                  </a:lnTo>
                  <a:lnTo>
                    <a:pt x="10360" y="251098"/>
                  </a:lnTo>
                  <a:lnTo>
                    <a:pt x="11165" y="251067"/>
                  </a:lnTo>
                  <a:lnTo>
                    <a:pt x="11230" y="250781"/>
                  </a:lnTo>
                  <a:lnTo>
                    <a:pt x="11321" y="250377"/>
                  </a:lnTo>
                  <a:lnTo>
                    <a:pt x="10698" y="248152"/>
                  </a:lnTo>
                  <a:lnTo>
                    <a:pt x="10626" y="247092"/>
                  </a:lnTo>
                  <a:lnTo>
                    <a:pt x="9762" y="243873"/>
                  </a:lnTo>
                  <a:lnTo>
                    <a:pt x="8777" y="240821"/>
                  </a:lnTo>
                  <a:lnTo>
                    <a:pt x="7293" y="238614"/>
                  </a:lnTo>
                  <a:lnTo>
                    <a:pt x="7819" y="234979"/>
                  </a:lnTo>
                  <a:lnTo>
                    <a:pt x="8418" y="231694"/>
                  </a:lnTo>
                  <a:lnTo>
                    <a:pt x="8299" y="230111"/>
                  </a:lnTo>
                  <a:lnTo>
                    <a:pt x="8070" y="228185"/>
                  </a:lnTo>
                  <a:lnTo>
                    <a:pt x="6254" y="226073"/>
                  </a:lnTo>
                  <a:lnTo>
                    <a:pt x="5984" y="223096"/>
                  </a:lnTo>
                  <a:lnTo>
                    <a:pt x="5540" y="219900"/>
                  </a:lnTo>
                  <a:lnTo>
                    <a:pt x="5707" y="217941"/>
                  </a:lnTo>
                  <a:lnTo>
                    <a:pt x="6003" y="216442"/>
                  </a:lnTo>
                  <a:lnTo>
                    <a:pt x="6600" y="214948"/>
                  </a:lnTo>
                  <a:lnTo>
                    <a:pt x="9613" y="210236"/>
                  </a:lnTo>
                  <a:lnTo>
                    <a:pt x="9797" y="207776"/>
                  </a:lnTo>
                  <a:lnTo>
                    <a:pt x="11839" y="207597"/>
                  </a:lnTo>
                  <a:lnTo>
                    <a:pt x="10892" y="205399"/>
                  </a:lnTo>
                  <a:lnTo>
                    <a:pt x="10668" y="204164"/>
                  </a:lnTo>
                  <a:lnTo>
                    <a:pt x="10621" y="202722"/>
                  </a:lnTo>
                  <a:lnTo>
                    <a:pt x="13559" y="201735"/>
                  </a:lnTo>
                  <a:lnTo>
                    <a:pt x="14655" y="202546"/>
                  </a:lnTo>
                  <a:lnTo>
                    <a:pt x="17240" y="201545"/>
                  </a:lnTo>
                  <a:lnTo>
                    <a:pt x="19535" y="199585"/>
                  </a:lnTo>
                  <a:lnTo>
                    <a:pt x="19495" y="198545"/>
                  </a:lnTo>
                  <a:lnTo>
                    <a:pt x="19142" y="197613"/>
                  </a:lnTo>
                  <a:lnTo>
                    <a:pt x="18655" y="195818"/>
                  </a:lnTo>
                  <a:lnTo>
                    <a:pt x="19000" y="195320"/>
                  </a:lnTo>
                  <a:lnTo>
                    <a:pt x="19837" y="195687"/>
                  </a:lnTo>
                  <a:lnTo>
                    <a:pt x="19453" y="194795"/>
                  </a:lnTo>
                  <a:lnTo>
                    <a:pt x="19523" y="193854"/>
                  </a:lnTo>
                  <a:lnTo>
                    <a:pt x="20436" y="194245"/>
                  </a:lnTo>
                  <a:lnTo>
                    <a:pt x="21928" y="191621"/>
                  </a:lnTo>
                  <a:lnTo>
                    <a:pt x="21982" y="189615"/>
                  </a:lnTo>
                  <a:lnTo>
                    <a:pt x="24559" y="188566"/>
                  </a:lnTo>
                  <a:lnTo>
                    <a:pt x="27530" y="184475"/>
                  </a:lnTo>
                  <a:lnTo>
                    <a:pt x="28901" y="183201"/>
                  </a:lnTo>
                  <a:lnTo>
                    <a:pt x="30226" y="182279"/>
                  </a:lnTo>
                  <a:lnTo>
                    <a:pt x="33048" y="178191"/>
                  </a:lnTo>
                  <a:lnTo>
                    <a:pt x="34256" y="178001"/>
                  </a:lnTo>
                  <a:lnTo>
                    <a:pt x="34878" y="175245"/>
                  </a:lnTo>
                  <a:lnTo>
                    <a:pt x="37277" y="171579"/>
                  </a:lnTo>
                  <a:lnTo>
                    <a:pt x="38006" y="171110"/>
                  </a:lnTo>
                  <a:lnTo>
                    <a:pt x="39128" y="167804"/>
                  </a:lnTo>
                  <a:lnTo>
                    <a:pt x="42075" y="163984"/>
                  </a:lnTo>
                  <a:lnTo>
                    <a:pt x="43943" y="159113"/>
                  </a:lnTo>
                  <a:lnTo>
                    <a:pt x="44973" y="157383"/>
                  </a:lnTo>
                  <a:lnTo>
                    <a:pt x="45292" y="155540"/>
                  </a:lnTo>
                  <a:lnTo>
                    <a:pt x="46440" y="155384"/>
                  </a:lnTo>
                  <a:lnTo>
                    <a:pt x="47475" y="154031"/>
                  </a:lnTo>
                  <a:lnTo>
                    <a:pt x="49715" y="153087"/>
                  </a:lnTo>
                  <a:lnTo>
                    <a:pt x="51925" y="153349"/>
                  </a:lnTo>
                  <a:lnTo>
                    <a:pt x="52846" y="153991"/>
                  </a:lnTo>
                  <a:lnTo>
                    <a:pt x="53696" y="153787"/>
                  </a:lnTo>
                  <a:lnTo>
                    <a:pt x="53611" y="152131"/>
                  </a:lnTo>
                  <a:lnTo>
                    <a:pt x="53004" y="151108"/>
                  </a:lnTo>
                  <a:lnTo>
                    <a:pt x="53500" y="150125"/>
                  </a:lnTo>
                  <a:lnTo>
                    <a:pt x="54668" y="149381"/>
                  </a:lnTo>
                  <a:lnTo>
                    <a:pt x="54549" y="147736"/>
                  </a:lnTo>
                  <a:lnTo>
                    <a:pt x="54295" y="146746"/>
                  </a:lnTo>
                  <a:lnTo>
                    <a:pt x="53324" y="145427"/>
                  </a:lnTo>
                  <a:lnTo>
                    <a:pt x="53808" y="142474"/>
                  </a:lnTo>
                  <a:lnTo>
                    <a:pt x="53923" y="139238"/>
                  </a:lnTo>
                  <a:lnTo>
                    <a:pt x="54383" y="135499"/>
                  </a:lnTo>
                  <a:lnTo>
                    <a:pt x="53162" y="133518"/>
                  </a:lnTo>
                  <a:lnTo>
                    <a:pt x="48531" y="130148"/>
                  </a:lnTo>
                  <a:lnTo>
                    <a:pt x="47667" y="130265"/>
                  </a:lnTo>
                  <a:lnTo>
                    <a:pt x="46639" y="129842"/>
                  </a:lnTo>
                  <a:lnTo>
                    <a:pt x="45564" y="127288"/>
                  </a:lnTo>
                  <a:lnTo>
                    <a:pt x="46044" y="125085"/>
                  </a:lnTo>
                  <a:lnTo>
                    <a:pt x="46099" y="124273"/>
                  </a:lnTo>
                  <a:lnTo>
                    <a:pt x="45680" y="124297"/>
                  </a:lnTo>
                  <a:lnTo>
                    <a:pt x="45001" y="125371"/>
                  </a:lnTo>
                  <a:lnTo>
                    <a:pt x="43524" y="126599"/>
                  </a:lnTo>
                  <a:lnTo>
                    <a:pt x="41605" y="125656"/>
                  </a:lnTo>
                  <a:lnTo>
                    <a:pt x="40661" y="125866"/>
                  </a:lnTo>
                  <a:lnTo>
                    <a:pt x="39436" y="120412"/>
                  </a:lnTo>
                  <a:lnTo>
                    <a:pt x="38810" y="118328"/>
                  </a:lnTo>
                  <a:lnTo>
                    <a:pt x="37805" y="115731"/>
                  </a:lnTo>
                  <a:lnTo>
                    <a:pt x="36012" y="114463"/>
                  </a:lnTo>
                  <a:lnTo>
                    <a:pt x="35661" y="113746"/>
                  </a:lnTo>
                  <a:lnTo>
                    <a:pt x="35423" y="112646"/>
                  </a:lnTo>
                  <a:lnTo>
                    <a:pt x="35345" y="111120"/>
                  </a:lnTo>
                  <a:lnTo>
                    <a:pt x="35118" y="108862"/>
                  </a:lnTo>
                  <a:lnTo>
                    <a:pt x="35213" y="107009"/>
                  </a:lnTo>
                  <a:lnTo>
                    <a:pt x="35433" y="105906"/>
                  </a:lnTo>
                  <a:lnTo>
                    <a:pt x="36206" y="105164"/>
                  </a:lnTo>
                  <a:lnTo>
                    <a:pt x="37324" y="103073"/>
                  </a:lnTo>
                  <a:lnTo>
                    <a:pt x="37558" y="101554"/>
                  </a:lnTo>
                  <a:lnTo>
                    <a:pt x="37654" y="99224"/>
                  </a:lnTo>
                  <a:lnTo>
                    <a:pt x="38168" y="97190"/>
                  </a:lnTo>
                  <a:lnTo>
                    <a:pt x="38740" y="96161"/>
                  </a:lnTo>
                  <a:lnTo>
                    <a:pt x="38596" y="95343"/>
                  </a:lnTo>
                  <a:lnTo>
                    <a:pt x="38202" y="94173"/>
                  </a:lnTo>
                  <a:lnTo>
                    <a:pt x="37368" y="92512"/>
                  </a:lnTo>
                  <a:lnTo>
                    <a:pt x="36098" y="90486"/>
                  </a:lnTo>
                  <a:lnTo>
                    <a:pt x="35159" y="88550"/>
                  </a:lnTo>
                  <a:lnTo>
                    <a:pt x="34746" y="86739"/>
                  </a:lnTo>
                  <a:lnTo>
                    <a:pt x="34534" y="85122"/>
                  </a:lnTo>
                  <a:lnTo>
                    <a:pt x="34569" y="83650"/>
                  </a:lnTo>
                  <a:lnTo>
                    <a:pt x="34920" y="82649"/>
                  </a:lnTo>
                  <a:lnTo>
                    <a:pt x="36121" y="81388"/>
                  </a:lnTo>
                  <a:lnTo>
                    <a:pt x="36281" y="80852"/>
                  </a:lnTo>
                  <a:lnTo>
                    <a:pt x="35806" y="78066"/>
                  </a:lnTo>
                  <a:lnTo>
                    <a:pt x="34969" y="77560"/>
                  </a:lnTo>
                  <a:lnTo>
                    <a:pt x="33545" y="77290"/>
                  </a:lnTo>
                  <a:lnTo>
                    <a:pt x="32750" y="77267"/>
                  </a:lnTo>
                  <a:lnTo>
                    <a:pt x="32599" y="76962"/>
                  </a:lnTo>
                  <a:lnTo>
                    <a:pt x="32559" y="76403"/>
                  </a:lnTo>
                  <a:lnTo>
                    <a:pt x="32720" y="75260"/>
                  </a:lnTo>
                  <a:lnTo>
                    <a:pt x="33169" y="73951"/>
                  </a:lnTo>
                  <a:lnTo>
                    <a:pt x="33544" y="73117"/>
                  </a:lnTo>
                  <a:lnTo>
                    <a:pt x="33593" y="72411"/>
                  </a:lnTo>
                  <a:lnTo>
                    <a:pt x="33120" y="69991"/>
                  </a:lnTo>
                  <a:lnTo>
                    <a:pt x="32977" y="67025"/>
                  </a:lnTo>
                  <a:lnTo>
                    <a:pt x="33139" y="64701"/>
                  </a:lnTo>
                  <a:lnTo>
                    <a:pt x="34647" y="62987"/>
                  </a:lnTo>
                  <a:lnTo>
                    <a:pt x="34716" y="62361"/>
                  </a:lnTo>
                  <a:lnTo>
                    <a:pt x="32821" y="60501"/>
                  </a:lnTo>
                  <a:lnTo>
                    <a:pt x="31455" y="58393"/>
                  </a:lnTo>
                  <a:lnTo>
                    <a:pt x="31030" y="57163"/>
                  </a:lnTo>
                  <a:lnTo>
                    <a:pt x="29464" y="56977"/>
                  </a:lnTo>
                  <a:lnTo>
                    <a:pt x="28490" y="53403"/>
                  </a:lnTo>
                  <a:lnTo>
                    <a:pt x="27081" y="51663"/>
                  </a:lnTo>
                  <a:lnTo>
                    <a:pt x="25685" y="50159"/>
                  </a:lnTo>
                  <a:lnTo>
                    <a:pt x="24860" y="49459"/>
                  </a:lnTo>
                  <a:lnTo>
                    <a:pt x="20023" y="47301"/>
                  </a:lnTo>
                  <a:lnTo>
                    <a:pt x="18101" y="46890"/>
                  </a:lnTo>
                  <a:lnTo>
                    <a:pt x="15826" y="45630"/>
                  </a:lnTo>
                  <a:lnTo>
                    <a:pt x="14132" y="44049"/>
                  </a:lnTo>
                  <a:lnTo>
                    <a:pt x="12680" y="43032"/>
                  </a:lnTo>
                  <a:lnTo>
                    <a:pt x="11437" y="41778"/>
                  </a:lnTo>
                  <a:lnTo>
                    <a:pt x="9704" y="40605"/>
                  </a:lnTo>
                  <a:lnTo>
                    <a:pt x="9208" y="39602"/>
                  </a:lnTo>
                  <a:lnTo>
                    <a:pt x="7337" y="37745"/>
                  </a:lnTo>
                  <a:lnTo>
                    <a:pt x="6458" y="36523"/>
                  </a:lnTo>
                  <a:lnTo>
                    <a:pt x="3410" y="34215"/>
                  </a:lnTo>
                  <a:lnTo>
                    <a:pt x="3300" y="33304"/>
                  </a:lnTo>
                  <a:lnTo>
                    <a:pt x="3278" y="32425"/>
                  </a:lnTo>
                  <a:lnTo>
                    <a:pt x="3141" y="32060"/>
                  </a:lnTo>
                  <a:lnTo>
                    <a:pt x="0" y="30375"/>
                  </a:lnTo>
                  <a:lnTo>
                    <a:pt x="618" y="29411"/>
                  </a:lnTo>
                  <a:lnTo>
                    <a:pt x="3073" y="29354"/>
                  </a:lnTo>
                  <a:lnTo>
                    <a:pt x="5104" y="30231"/>
                  </a:lnTo>
                  <a:lnTo>
                    <a:pt x="5550" y="29856"/>
                  </a:lnTo>
                  <a:lnTo>
                    <a:pt x="5819" y="29077"/>
                  </a:lnTo>
                  <a:lnTo>
                    <a:pt x="4953" y="25952"/>
                  </a:lnTo>
                  <a:lnTo>
                    <a:pt x="5108" y="25138"/>
                  </a:lnTo>
                  <a:lnTo>
                    <a:pt x="6002" y="24158"/>
                  </a:lnTo>
                  <a:lnTo>
                    <a:pt x="7418" y="23378"/>
                  </a:lnTo>
                  <a:lnTo>
                    <a:pt x="9655" y="23265"/>
                  </a:lnTo>
                  <a:lnTo>
                    <a:pt x="11181" y="23380"/>
                  </a:lnTo>
                  <a:lnTo>
                    <a:pt x="11503" y="23465"/>
                  </a:lnTo>
                  <a:lnTo>
                    <a:pt x="13781" y="26900"/>
                  </a:lnTo>
                  <a:lnTo>
                    <a:pt x="15734" y="30250"/>
                  </a:lnTo>
                  <a:lnTo>
                    <a:pt x="16773" y="31678"/>
                  </a:lnTo>
                  <a:lnTo>
                    <a:pt x="19313" y="35724"/>
                  </a:lnTo>
                  <a:lnTo>
                    <a:pt x="20262" y="38065"/>
                  </a:lnTo>
                  <a:lnTo>
                    <a:pt x="20585" y="39742"/>
                  </a:lnTo>
                  <a:lnTo>
                    <a:pt x="21618" y="39732"/>
                  </a:lnTo>
                  <a:lnTo>
                    <a:pt x="25189" y="40468"/>
                  </a:lnTo>
                  <a:lnTo>
                    <a:pt x="28189" y="41087"/>
                  </a:lnTo>
                  <a:lnTo>
                    <a:pt x="29025" y="42026"/>
                  </a:lnTo>
                  <a:lnTo>
                    <a:pt x="31093" y="41837"/>
                  </a:lnTo>
                  <a:lnTo>
                    <a:pt x="32686" y="40990"/>
                  </a:lnTo>
                  <a:lnTo>
                    <a:pt x="35500" y="39920"/>
                  </a:lnTo>
                  <a:lnTo>
                    <a:pt x="36254" y="38604"/>
                  </a:lnTo>
                  <a:lnTo>
                    <a:pt x="37192" y="37200"/>
                  </a:lnTo>
                  <a:lnTo>
                    <a:pt x="38841" y="37421"/>
                  </a:lnTo>
                  <a:lnTo>
                    <a:pt x="40645" y="38530"/>
                  </a:lnTo>
                  <a:lnTo>
                    <a:pt x="42693" y="39989"/>
                  </a:lnTo>
                  <a:lnTo>
                    <a:pt x="44517" y="40664"/>
                  </a:lnTo>
                  <a:lnTo>
                    <a:pt x="46965" y="41723"/>
                  </a:lnTo>
                  <a:lnTo>
                    <a:pt x="48106" y="43092"/>
                  </a:lnTo>
                  <a:lnTo>
                    <a:pt x="49706" y="43483"/>
                  </a:lnTo>
                  <a:lnTo>
                    <a:pt x="51380" y="42114"/>
                  </a:lnTo>
                  <a:lnTo>
                    <a:pt x="52369" y="38400"/>
                  </a:lnTo>
                  <a:lnTo>
                    <a:pt x="53247" y="36744"/>
                  </a:lnTo>
                  <a:lnTo>
                    <a:pt x="54490" y="35529"/>
                  </a:lnTo>
                  <a:lnTo>
                    <a:pt x="55914" y="34992"/>
                  </a:lnTo>
                  <a:lnTo>
                    <a:pt x="57000" y="34799"/>
                  </a:lnTo>
                  <a:lnTo>
                    <a:pt x="57822" y="33854"/>
                  </a:lnTo>
                  <a:lnTo>
                    <a:pt x="58992" y="31756"/>
                  </a:lnTo>
                  <a:lnTo>
                    <a:pt x="59220" y="29215"/>
                  </a:lnTo>
                  <a:lnTo>
                    <a:pt x="58995" y="24626"/>
                  </a:lnTo>
                  <a:lnTo>
                    <a:pt x="59209" y="23112"/>
                  </a:lnTo>
                  <a:lnTo>
                    <a:pt x="60164" y="20635"/>
                  </a:lnTo>
                  <a:lnTo>
                    <a:pt x="61445" y="14071"/>
                  </a:lnTo>
                  <a:lnTo>
                    <a:pt x="62021" y="12180"/>
                  </a:lnTo>
                  <a:lnTo>
                    <a:pt x="62722" y="11030"/>
                  </a:lnTo>
                  <a:lnTo>
                    <a:pt x="63685" y="10346"/>
                  </a:lnTo>
                  <a:lnTo>
                    <a:pt x="65435" y="8359"/>
                  </a:lnTo>
                  <a:lnTo>
                    <a:pt x="67934" y="4426"/>
                  </a:lnTo>
                  <a:lnTo>
                    <a:pt x="68612" y="4093"/>
                  </a:lnTo>
                  <a:lnTo>
                    <a:pt x="70407" y="3894"/>
                  </a:lnTo>
                  <a:lnTo>
                    <a:pt x="72640" y="4039"/>
                  </a:lnTo>
                  <a:lnTo>
                    <a:pt x="74647" y="4732"/>
                  </a:lnTo>
                  <a:lnTo>
                    <a:pt x="74864" y="4679"/>
                  </a:lnTo>
                  <a:lnTo>
                    <a:pt x="75763" y="4318"/>
                  </a:lnTo>
                  <a:lnTo>
                    <a:pt x="77401" y="3096"/>
                  </a:lnTo>
                  <a:lnTo>
                    <a:pt x="80205" y="667"/>
                  </a:lnTo>
                  <a:lnTo>
                    <a:pt x="82002" y="0"/>
                  </a:lnTo>
                  <a:lnTo>
                    <a:pt x="83638" y="93"/>
                  </a:lnTo>
                  <a:lnTo>
                    <a:pt x="85448" y="2752"/>
                  </a:lnTo>
                  <a:lnTo>
                    <a:pt x="88001" y="5714"/>
                  </a:lnTo>
                  <a:lnTo>
                    <a:pt x="89642" y="7153"/>
                  </a:lnTo>
                  <a:lnTo>
                    <a:pt x="94115" y="9850"/>
                  </a:lnTo>
                  <a:lnTo>
                    <a:pt x="98042" y="11624"/>
                  </a:lnTo>
                  <a:lnTo>
                    <a:pt x="100249" y="17488"/>
                  </a:lnTo>
                  <a:lnTo>
                    <a:pt x="99161" y="19824"/>
                  </a:lnTo>
                  <a:lnTo>
                    <a:pt x="98619" y="20629"/>
                  </a:lnTo>
                  <a:lnTo>
                    <a:pt x="96699" y="22955"/>
                  </a:lnTo>
                  <a:lnTo>
                    <a:pt x="94643" y="26237"/>
                  </a:lnTo>
                  <a:lnTo>
                    <a:pt x="94486" y="27948"/>
                  </a:lnTo>
                  <a:lnTo>
                    <a:pt x="95168" y="296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5208066" y="4274323"/>
              <a:ext cx="488" cy="1134"/>
            </a:xfrm>
            <a:custGeom>
              <a:avLst/>
              <a:pathLst>
                <a:path w="488" h="1134">
                  <a:moveTo>
                    <a:pt x="488" y="813"/>
                  </a:moveTo>
                  <a:lnTo>
                    <a:pt x="398" y="1134"/>
                  </a:lnTo>
                  <a:lnTo>
                    <a:pt x="66" y="1030"/>
                  </a:lnTo>
                  <a:lnTo>
                    <a:pt x="0" y="372"/>
                  </a:lnTo>
                  <a:lnTo>
                    <a:pt x="195" y="0"/>
                  </a:lnTo>
                  <a:lnTo>
                    <a:pt x="466" y="2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142063" y="4244131"/>
              <a:ext cx="188" cy="623"/>
            </a:xfrm>
            <a:custGeom>
              <a:avLst/>
              <a:pathLst>
                <a:path w="188" h="623">
                  <a:moveTo>
                    <a:pt x="85" y="623"/>
                  </a:moveTo>
                  <a:lnTo>
                    <a:pt x="16" y="427"/>
                  </a:lnTo>
                  <a:lnTo>
                    <a:pt x="0" y="210"/>
                  </a:lnTo>
                  <a:lnTo>
                    <a:pt x="69" y="0"/>
                  </a:lnTo>
                  <a:lnTo>
                    <a:pt x="130" y="196"/>
                  </a:lnTo>
                  <a:lnTo>
                    <a:pt x="188" y="4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143581" y="4198840"/>
              <a:ext cx="731" cy="1832"/>
            </a:xfrm>
            <a:custGeom>
              <a:avLst/>
              <a:pathLst>
                <a:path w="731" h="1832">
                  <a:moveTo>
                    <a:pt x="731" y="1566"/>
                  </a:moveTo>
                  <a:lnTo>
                    <a:pt x="602" y="1832"/>
                  </a:lnTo>
                  <a:lnTo>
                    <a:pt x="287" y="1535"/>
                  </a:lnTo>
                  <a:lnTo>
                    <a:pt x="31" y="1134"/>
                  </a:lnTo>
                  <a:lnTo>
                    <a:pt x="0" y="712"/>
                  </a:lnTo>
                  <a:lnTo>
                    <a:pt x="107" y="173"/>
                  </a:lnTo>
                  <a:lnTo>
                    <a:pt x="483" y="0"/>
                  </a:lnTo>
                  <a:lnTo>
                    <a:pt x="410" y="170"/>
                  </a:lnTo>
                  <a:lnTo>
                    <a:pt x="259" y="360"/>
                  </a:lnTo>
                  <a:lnTo>
                    <a:pt x="283" y="891"/>
                  </a:lnTo>
                  <a:lnTo>
                    <a:pt x="478" y="1214"/>
                  </a:lnTo>
                  <a:lnTo>
                    <a:pt x="668" y="13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5246865" y="4193566"/>
              <a:ext cx="6090" cy="6417"/>
            </a:xfrm>
            <a:custGeom>
              <a:avLst/>
              <a:pathLst>
                <a:path w="6090" h="6417">
                  <a:moveTo>
                    <a:pt x="6090" y="1171"/>
                  </a:moveTo>
                  <a:lnTo>
                    <a:pt x="6087" y="2441"/>
                  </a:lnTo>
                  <a:lnTo>
                    <a:pt x="4606" y="3283"/>
                  </a:lnTo>
                  <a:lnTo>
                    <a:pt x="4107" y="2236"/>
                  </a:lnTo>
                  <a:lnTo>
                    <a:pt x="3789" y="2045"/>
                  </a:lnTo>
                  <a:lnTo>
                    <a:pt x="2907" y="3901"/>
                  </a:lnTo>
                  <a:lnTo>
                    <a:pt x="2652" y="4663"/>
                  </a:lnTo>
                  <a:lnTo>
                    <a:pt x="2567" y="5237"/>
                  </a:lnTo>
                  <a:lnTo>
                    <a:pt x="2340" y="5526"/>
                  </a:lnTo>
                  <a:lnTo>
                    <a:pt x="714" y="6417"/>
                  </a:lnTo>
                  <a:lnTo>
                    <a:pt x="0" y="5528"/>
                  </a:lnTo>
                  <a:lnTo>
                    <a:pt x="484" y="4922"/>
                  </a:lnTo>
                  <a:lnTo>
                    <a:pt x="1073" y="3713"/>
                  </a:lnTo>
                  <a:lnTo>
                    <a:pt x="1673" y="3892"/>
                  </a:lnTo>
                  <a:lnTo>
                    <a:pt x="2278" y="2761"/>
                  </a:lnTo>
                  <a:lnTo>
                    <a:pt x="2873" y="1038"/>
                  </a:lnTo>
                  <a:lnTo>
                    <a:pt x="3723" y="666"/>
                  </a:lnTo>
                  <a:lnTo>
                    <a:pt x="4322" y="0"/>
                  </a:lnTo>
                  <a:lnTo>
                    <a:pt x="5312" y="4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128981" y="4193263"/>
              <a:ext cx="802" cy="2325"/>
            </a:xfrm>
            <a:custGeom>
              <a:avLst/>
              <a:pathLst>
                <a:path w="802" h="2325">
                  <a:moveTo>
                    <a:pt x="776" y="476"/>
                  </a:moveTo>
                  <a:lnTo>
                    <a:pt x="802" y="1347"/>
                  </a:lnTo>
                  <a:lnTo>
                    <a:pt x="631" y="1298"/>
                  </a:lnTo>
                  <a:lnTo>
                    <a:pt x="427" y="926"/>
                  </a:lnTo>
                  <a:lnTo>
                    <a:pt x="322" y="1108"/>
                  </a:lnTo>
                  <a:lnTo>
                    <a:pt x="251" y="1376"/>
                  </a:lnTo>
                  <a:lnTo>
                    <a:pt x="215" y="1982"/>
                  </a:lnTo>
                  <a:lnTo>
                    <a:pt x="185" y="2325"/>
                  </a:lnTo>
                  <a:lnTo>
                    <a:pt x="26" y="2201"/>
                  </a:lnTo>
                  <a:lnTo>
                    <a:pt x="0" y="1601"/>
                  </a:lnTo>
                  <a:lnTo>
                    <a:pt x="52" y="1180"/>
                  </a:lnTo>
                  <a:lnTo>
                    <a:pt x="128" y="562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140713" y="4171459"/>
              <a:ext cx="989" cy="1953"/>
            </a:xfrm>
            <a:custGeom>
              <a:avLst/>
              <a:pathLst>
                <a:path w="989" h="1953">
                  <a:moveTo>
                    <a:pt x="989" y="1405"/>
                  </a:moveTo>
                  <a:lnTo>
                    <a:pt x="854" y="1953"/>
                  </a:lnTo>
                  <a:lnTo>
                    <a:pt x="236" y="1059"/>
                  </a:lnTo>
                  <a:lnTo>
                    <a:pt x="0" y="464"/>
                  </a:lnTo>
                  <a:lnTo>
                    <a:pt x="656" y="0"/>
                  </a:lnTo>
                  <a:lnTo>
                    <a:pt x="975" y="1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5261766" y="4164299"/>
              <a:ext cx="1253" cy="4917"/>
            </a:xfrm>
            <a:custGeom>
              <a:avLst/>
              <a:pathLst>
                <a:path w="1253" h="4917">
                  <a:moveTo>
                    <a:pt x="1102" y="4677"/>
                  </a:moveTo>
                  <a:lnTo>
                    <a:pt x="1000" y="4917"/>
                  </a:lnTo>
                  <a:lnTo>
                    <a:pt x="0" y="2556"/>
                  </a:lnTo>
                  <a:lnTo>
                    <a:pt x="33" y="1624"/>
                  </a:lnTo>
                  <a:lnTo>
                    <a:pt x="210" y="787"/>
                  </a:lnTo>
                  <a:lnTo>
                    <a:pt x="608" y="0"/>
                  </a:lnTo>
                  <a:lnTo>
                    <a:pt x="970" y="1344"/>
                  </a:lnTo>
                  <a:lnTo>
                    <a:pt x="1253" y="35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1138053" y="4163601"/>
              <a:ext cx="1046" cy="2109"/>
            </a:xfrm>
            <a:custGeom>
              <a:avLst/>
              <a:pathLst>
                <a:path w="1046" h="2109">
                  <a:moveTo>
                    <a:pt x="1046" y="1662"/>
                  </a:moveTo>
                  <a:lnTo>
                    <a:pt x="697" y="2109"/>
                  </a:lnTo>
                  <a:lnTo>
                    <a:pt x="457" y="2008"/>
                  </a:lnTo>
                  <a:lnTo>
                    <a:pt x="174" y="1535"/>
                  </a:lnTo>
                  <a:lnTo>
                    <a:pt x="0" y="701"/>
                  </a:lnTo>
                  <a:lnTo>
                    <a:pt x="361" y="0"/>
                  </a:lnTo>
                  <a:lnTo>
                    <a:pt x="919" y="7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146360" y="4162282"/>
              <a:ext cx="1221" cy="2585"/>
            </a:xfrm>
            <a:custGeom>
              <a:avLst/>
              <a:pathLst>
                <a:path w="1221" h="2585">
                  <a:moveTo>
                    <a:pt x="1221" y="2273"/>
                  </a:moveTo>
                  <a:lnTo>
                    <a:pt x="579" y="2585"/>
                  </a:lnTo>
                  <a:lnTo>
                    <a:pt x="0" y="1333"/>
                  </a:lnTo>
                  <a:lnTo>
                    <a:pt x="366" y="0"/>
                  </a:lnTo>
                  <a:lnTo>
                    <a:pt x="884" y="314"/>
                  </a:lnTo>
                  <a:lnTo>
                    <a:pt x="1181" y="16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5255945" y="4154690"/>
              <a:ext cx="1206" cy="3780"/>
            </a:xfrm>
            <a:custGeom>
              <a:avLst/>
              <a:pathLst>
                <a:path w="1206" h="3780">
                  <a:moveTo>
                    <a:pt x="919" y="3255"/>
                  </a:moveTo>
                  <a:lnTo>
                    <a:pt x="326" y="3780"/>
                  </a:lnTo>
                  <a:lnTo>
                    <a:pt x="0" y="1976"/>
                  </a:lnTo>
                  <a:lnTo>
                    <a:pt x="453" y="164"/>
                  </a:lnTo>
                  <a:lnTo>
                    <a:pt x="959" y="0"/>
                  </a:lnTo>
                  <a:lnTo>
                    <a:pt x="1206" y="18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5238766" y="4145652"/>
              <a:ext cx="16258" cy="28103"/>
            </a:xfrm>
            <a:custGeom>
              <a:avLst/>
              <a:pathLst>
                <a:path w="16258" h="28103">
                  <a:moveTo>
                    <a:pt x="11799" y="1742"/>
                  </a:moveTo>
                  <a:lnTo>
                    <a:pt x="11799" y="3050"/>
                  </a:lnTo>
                  <a:lnTo>
                    <a:pt x="12136" y="3615"/>
                  </a:lnTo>
                  <a:lnTo>
                    <a:pt x="12471" y="3708"/>
                  </a:lnTo>
                  <a:lnTo>
                    <a:pt x="13303" y="6207"/>
                  </a:lnTo>
                  <a:lnTo>
                    <a:pt x="14596" y="8356"/>
                  </a:lnTo>
                  <a:lnTo>
                    <a:pt x="15383" y="10001"/>
                  </a:lnTo>
                  <a:lnTo>
                    <a:pt x="15430" y="11406"/>
                  </a:lnTo>
                  <a:lnTo>
                    <a:pt x="15190" y="12893"/>
                  </a:lnTo>
                  <a:lnTo>
                    <a:pt x="15523" y="15553"/>
                  </a:lnTo>
                  <a:lnTo>
                    <a:pt x="15685" y="18315"/>
                  </a:lnTo>
                  <a:lnTo>
                    <a:pt x="16258" y="22689"/>
                  </a:lnTo>
                  <a:lnTo>
                    <a:pt x="15449" y="23520"/>
                  </a:lnTo>
                  <a:lnTo>
                    <a:pt x="14176" y="23619"/>
                  </a:lnTo>
                  <a:lnTo>
                    <a:pt x="13881" y="24406"/>
                  </a:lnTo>
                  <a:lnTo>
                    <a:pt x="13447" y="23971"/>
                  </a:lnTo>
                  <a:lnTo>
                    <a:pt x="12390" y="24297"/>
                  </a:lnTo>
                  <a:lnTo>
                    <a:pt x="11379" y="25737"/>
                  </a:lnTo>
                  <a:lnTo>
                    <a:pt x="10417" y="27693"/>
                  </a:lnTo>
                  <a:lnTo>
                    <a:pt x="9310" y="27699"/>
                  </a:lnTo>
                  <a:lnTo>
                    <a:pt x="8062" y="28103"/>
                  </a:lnTo>
                  <a:lnTo>
                    <a:pt x="6815" y="27832"/>
                  </a:lnTo>
                  <a:lnTo>
                    <a:pt x="5937" y="26787"/>
                  </a:lnTo>
                  <a:lnTo>
                    <a:pt x="4390" y="25650"/>
                  </a:lnTo>
                  <a:lnTo>
                    <a:pt x="2329" y="24680"/>
                  </a:lnTo>
                  <a:lnTo>
                    <a:pt x="1476" y="23867"/>
                  </a:lnTo>
                  <a:lnTo>
                    <a:pt x="765" y="22591"/>
                  </a:lnTo>
                  <a:lnTo>
                    <a:pt x="98" y="19374"/>
                  </a:lnTo>
                  <a:lnTo>
                    <a:pt x="0" y="17787"/>
                  </a:lnTo>
                  <a:lnTo>
                    <a:pt x="104" y="16266"/>
                  </a:lnTo>
                  <a:lnTo>
                    <a:pt x="706" y="15752"/>
                  </a:lnTo>
                  <a:lnTo>
                    <a:pt x="1211" y="14982"/>
                  </a:lnTo>
                  <a:lnTo>
                    <a:pt x="1283" y="13978"/>
                  </a:lnTo>
                  <a:lnTo>
                    <a:pt x="1505" y="13276"/>
                  </a:lnTo>
                  <a:lnTo>
                    <a:pt x="1795" y="13022"/>
                  </a:lnTo>
                  <a:lnTo>
                    <a:pt x="1937" y="12538"/>
                  </a:lnTo>
                  <a:lnTo>
                    <a:pt x="1734" y="10907"/>
                  </a:lnTo>
                  <a:lnTo>
                    <a:pt x="1677" y="9415"/>
                  </a:lnTo>
                  <a:lnTo>
                    <a:pt x="2872" y="6694"/>
                  </a:lnTo>
                  <a:lnTo>
                    <a:pt x="4178" y="4374"/>
                  </a:lnTo>
                  <a:lnTo>
                    <a:pt x="6479" y="2230"/>
                  </a:lnTo>
                  <a:lnTo>
                    <a:pt x="7887" y="2426"/>
                  </a:lnTo>
                  <a:lnTo>
                    <a:pt x="10043" y="776"/>
                  </a:lnTo>
                  <a:lnTo>
                    <a:pt x="10733" y="0"/>
                  </a:lnTo>
                  <a:lnTo>
                    <a:pt x="11419" y="4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5263143" y="4143973"/>
              <a:ext cx="852" cy="4068"/>
            </a:xfrm>
            <a:custGeom>
              <a:avLst/>
              <a:pathLst>
                <a:path w="852" h="4068">
                  <a:moveTo>
                    <a:pt x="566" y="3269"/>
                  </a:moveTo>
                  <a:lnTo>
                    <a:pt x="182" y="4068"/>
                  </a:lnTo>
                  <a:lnTo>
                    <a:pt x="0" y="0"/>
                  </a:lnTo>
                  <a:lnTo>
                    <a:pt x="396" y="34"/>
                  </a:lnTo>
                  <a:lnTo>
                    <a:pt x="686" y="455"/>
                  </a:lnTo>
                  <a:lnTo>
                    <a:pt x="852" y="14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0"/>
            <p:cNvSpPr/>
            <p:nvPr/>
          </p:nvSpPr>
          <p:spPr>
            <a:xfrm>
              <a:off x="1138759" y="4140787"/>
              <a:ext cx="1183" cy="4689"/>
            </a:xfrm>
            <a:custGeom>
              <a:avLst/>
              <a:pathLst>
                <a:path w="1183" h="4689">
                  <a:moveTo>
                    <a:pt x="704" y="3679"/>
                  </a:moveTo>
                  <a:lnTo>
                    <a:pt x="412" y="4689"/>
                  </a:lnTo>
                  <a:lnTo>
                    <a:pt x="158" y="4331"/>
                  </a:lnTo>
                  <a:lnTo>
                    <a:pt x="485" y="2634"/>
                  </a:lnTo>
                  <a:lnTo>
                    <a:pt x="531" y="1901"/>
                  </a:lnTo>
                  <a:lnTo>
                    <a:pt x="31" y="1007"/>
                  </a:lnTo>
                  <a:lnTo>
                    <a:pt x="0" y="383"/>
                  </a:lnTo>
                  <a:lnTo>
                    <a:pt x="145" y="0"/>
                  </a:lnTo>
                  <a:lnTo>
                    <a:pt x="746" y="995"/>
                  </a:lnTo>
                  <a:lnTo>
                    <a:pt x="1110" y="1774"/>
                  </a:lnTo>
                  <a:lnTo>
                    <a:pt x="1183" y="2207"/>
                  </a:lnTo>
                  <a:lnTo>
                    <a:pt x="1071" y="29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1"/>
            <p:cNvSpPr/>
            <p:nvPr/>
          </p:nvSpPr>
          <p:spPr>
            <a:xfrm>
              <a:off x="5237937" y="4137841"/>
              <a:ext cx="1203" cy="3405"/>
            </a:xfrm>
            <a:custGeom>
              <a:avLst/>
              <a:pathLst>
                <a:path w="1203" h="3405">
                  <a:moveTo>
                    <a:pt x="591" y="2908"/>
                  </a:moveTo>
                  <a:lnTo>
                    <a:pt x="0" y="3405"/>
                  </a:lnTo>
                  <a:lnTo>
                    <a:pt x="314" y="1053"/>
                  </a:lnTo>
                  <a:lnTo>
                    <a:pt x="649" y="317"/>
                  </a:lnTo>
                  <a:lnTo>
                    <a:pt x="859" y="164"/>
                  </a:lnTo>
                  <a:lnTo>
                    <a:pt x="1203" y="0"/>
                  </a:lnTo>
                  <a:lnTo>
                    <a:pt x="1069" y="16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2"/>
            <p:cNvSpPr/>
            <p:nvPr/>
          </p:nvSpPr>
          <p:spPr>
            <a:xfrm>
              <a:off x="5269171" y="4127193"/>
              <a:ext cx="3230" cy="9219"/>
            </a:xfrm>
            <a:custGeom>
              <a:avLst/>
              <a:pathLst>
                <a:path w="3230" h="9219">
                  <a:moveTo>
                    <a:pt x="1185" y="8120"/>
                  </a:moveTo>
                  <a:lnTo>
                    <a:pt x="332" y="9219"/>
                  </a:lnTo>
                  <a:lnTo>
                    <a:pt x="0" y="8149"/>
                  </a:lnTo>
                  <a:lnTo>
                    <a:pt x="391" y="5546"/>
                  </a:lnTo>
                  <a:lnTo>
                    <a:pt x="1185" y="2879"/>
                  </a:lnTo>
                  <a:lnTo>
                    <a:pt x="2410" y="357"/>
                  </a:lnTo>
                  <a:lnTo>
                    <a:pt x="2785" y="0"/>
                  </a:lnTo>
                  <a:lnTo>
                    <a:pt x="3230" y="2276"/>
                  </a:lnTo>
                  <a:lnTo>
                    <a:pt x="2707" y="4787"/>
                  </a:lnTo>
                  <a:lnTo>
                    <a:pt x="1474" y="69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3"/>
            <p:cNvSpPr/>
            <p:nvPr/>
          </p:nvSpPr>
          <p:spPr>
            <a:xfrm>
              <a:off x="5270180" y="4119606"/>
              <a:ext cx="1316" cy="3240"/>
            </a:xfrm>
            <a:custGeom>
              <a:avLst/>
              <a:pathLst>
                <a:path w="1316" h="3240">
                  <a:moveTo>
                    <a:pt x="176" y="3205"/>
                  </a:moveTo>
                  <a:lnTo>
                    <a:pt x="29" y="3240"/>
                  </a:lnTo>
                  <a:lnTo>
                    <a:pt x="0" y="2677"/>
                  </a:lnTo>
                  <a:lnTo>
                    <a:pt x="176" y="1693"/>
                  </a:lnTo>
                  <a:lnTo>
                    <a:pt x="824" y="291"/>
                  </a:lnTo>
                  <a:lnTo>
                    <a:pt x="1316" y="0"/>
                  </a:lnTo>
                  <a:lnTo>
                    <a:pt x="1012" y="1405"/>
                  </a:lnTo>
                  <a:lnTo>
                    <a:pt x="988" y="21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4"/>
            <p:cNvSpPr/>
            <p:nvPr/>
          </p:nvSpPr>
          <p:spPr>
            <a:xfrm>
              <a:off x="5253065" y="4110580"/>
              <a:ext cx="17929" cy="25119"/>
            </a:xfrm>
            <a:custGeom>
              <a:avLst/>
              <a:pathLst>
                <a:path w="17929" h="25119">
                  <a:moveTo>
                    <a:pt x="17291" y="1246"/>
                  </a:moveTo>
                  <a:lnTo>
                    <a:pt x="15544" y="5188"/>
                  </a:lnTo>
                  <a:lnTo>
                    <a:pt x="14918" y="7216"/>
                  </a:lnTo>
                  <a:lnTo>
                    <a:pt x="14393" y="9461"/>
                  </a:lnTo>
                  <a:lnTo>
                    <a:pt x="12908" y="11868"/>
                  </a:lnTo>
                  <a:lnTo>
                    <a:pt x="12275" y="15094"/>
                  </a:lnTo>
                  <a:lnTo>
                    <a:pt x="12321" y="18361"/>
                  </a:lnTo>
                  <a:lnTo>
                    <a:pt x="13805" y="14947"/>
                  </a:lnTo>
                  <a:lnTo>
                    <a:pt x="15461" y="12157"/>
                  </a:lnTo>
                  <a:lnTo>
                    <a:pt x="15967" y="11594"/>
                  </a:lnTo>
                  <a:lnTo>
                    <a:pt x="16489" y="11623"/>
                  </a:lnTo>
                  <a:lnTo>
                    <a:pt x="16446" y="12575"/>
                  </a:lnTo>
                  <a:lnTo>
                    <a:pt x="16209" y="13519"/>
                  </a:lnTo>
                  <a:lnTo>
                    <a:pt x="16026" y="15983"/>
                  </a:lnTo>
                  <a:lnTo>
                    <a:pt x="16462" y="18271"/>
                  </a:lnTo>
                  <a:lnTo>
                    <a:pt x="15229" y="18049"/>
                  </a:lnTo>
                  <a:lnTo>
                    <a:pt x="14008" y="18245"/>
                  </a:lnTo>
                  <a:lnTo>
                    <a:pt x="12561" y="19530"/>
                  </a:lnTo>
                  <a:lnTo>
                    <a:pt x="11139" y="20092"/>
                  </a:lnTo>
                  <a:lnTo>
                    <a:pt x="10608" y="20107"/>
                  </a:lnTo>
                  <a:lnTo>
                    <a:pt x="10098" y="19677"/>
                  </a:lnTo>
                  <a:lnTo>
                    <a:pt x="9765" y="19019"/>
                  </a:lnTo>
                  <a:lnTo>
                    <a:pt x="9504" y="17492"/>
                  </a:lnTo>
                  <a:lnTo>
                    <a:pt x="9241" y="17264"/>
                  </a:lnTo>
                  <a:lnTo>
                    <a:pt x="8111" y="17334"/>
                  </a:lnTo>
                  <a:lnTo>
                    <a:pt x="6421" y="20314"/>
                  </a:lnTo>
                  <a:lnTo>
                    <a:pt x="5862" y="22874"/>
                  </a:lnTo>
                  <a:lnTo>
                    <a:pt x="5212" y="22987"/>
                  </a:lnTo>
                  <a:lnTo>
                    <a:pt x="4444" y="22456"/>
                  </a:lnTo>
                  <a:lnTo>
                    <a:pt x="3515" y="24409"/>
                  </a:lnTo>
                  <a:lnTo>
                    <a:pt x="2407" y="25119"/>
                  </a:lnTo>
                  <a:lnTo>
                    <a:pt x="1928" y="23460"/>
                  </a:lnTo>
                  <a:lnTo>
                    <a:pt x="1618" y="21428"/>
                  </a:lnTo>
                  <a:lnTo>
                    <a:pt x="1222" y="19931"/>
                  </a:lnTo>
                  <a:lnTo>
                    <a:pt x="0" y="19556"/>
                  </a:lnTo>
                  <a:lnTo>
                    <a:pt x="187" y="17729"/>
                  </a:lnTo>
                  <a:lnTo>
                    <a:pt x="512" y="16973"/>
                  </a:lnTo>
                  <a:lnTo>
                    <a:pt x="809" y="15891"/>
                  </a:lnTo>
                  <a:lnTo>
                    <a:pt x="991" y="14650"/>
                  </a:lnTo>
                  <a:lnTo>
                    <a:pt x="1574" y="15438"/>
                  </a:lnTo>
                  <a:lnTo>
                    <a:pt x="2173" y="15943"/>
                  </a:lnTo>
                  <a:lnTo>
                    <a:pt x="2843" y="15013"/>
                  </a:lnTo>
                  <a:lnTo>
                    <a:pt x="3540" y="14933"/>
                  </a:lnTo>
                  <a:lnTo>
                    <a:pt x="4238" y="12232"/>
                  </a:lnTo>
                  <a:lnTo>
                    <a:pt x="5329" y="10541"/>
                  </a:lnTo>
                  <a:lnTo>
                    <a:pt x="6835" y="9202"/>
                  </a:lnTo>
                  <a:lnTo>
                    <a:pt x="8368" y="8247"/>
                  </a:lnTo>
                  <a:lnTo>
                    <a:pt x="9161" y="8053"/>
                  </a:lnTo>
                  <a:lnTo>
                    <a:pt x="9916" y="7499"/>
                  </a:lnTo>
                  <a:lnTo>
                    <a:pt x="11250" y="4966"/>
                  </a:lnTo>
                  <a:lnTo>
                    <a:pt x="12133" y="3658"/>
                  </a:lnTo>
                  <a:lnTo>
                    <a:pt x="13093" y="2871"/>
                  </a:lnTo>
                  <a:lnTo>
                    <a:pt x="14012" y="2409"/>
                  </a:lnTo>
                  <a:lnTo>
                    <a:pt x="14861" y="2819"/>
                  </a:lnTo>
                  <a:lnTo>
                    <a:pt x="15543" y="2605"/>
                  </a:lnTo>
                  <a:lnTo>
                    <a:pt x="17291" y="793"/>
                  </a:lnTo>
                  <a:lnTo>
                    <a:pt x="17643" y="0"/>
                  </a:lnTo>
                  <a:lnTo>
                    <a:pt x="17929" y="0"/>
                  </a:lnTo>
                  <a:lnTo>
                    <a:pt x="17795" y="6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5235905" y="4002752"/>
              <a:ext cx="1388" cy="1142"/>
            </a:xfrm>
            <a:custGeom>
              <a:avLst/>
              <a:pathLst>
                <a:path w="1388" h="1142">
                  <a:moveTo>
                    <a:pt x="1326" y="842"/>
                  </a:moveTo>
                  <a:lnTo>
                    <a:pt x="876" y="1142"/>
                  </a:lnTo>
                  <a:lnTo>
                    <a:pt x="150" y="897"/>
                  </a:lnTo>
                  <a:lnTo>
                    <a:pt x="0" y="418"/>
                  </a:lnTo>
                  <a:lnTo>
                    <a:pt x="231" y="311"/>
                  </a:lnTo>
                  <a:lnTo>
                    <a:pt x="705" y="0"/>
                  </a:lnTo>
                  <a:lnTo>
                    <a:pt x="1286" y="158"/>
                  </a:lnTo>
                  <a:lnTo>
                    <a:pt x="1388" y="4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2510801" y="5174585"/>
              <a:ext cx="1292" cy="3448"/>
            </a:xfrm>
            <a:custGeom>
              <a:avLst/>
              <a:pathLst>
                <a:path w="1292" h="3448">
                  <a:moveTo>
                    <a:pt x="1273" y="2879"/>
                  </a:moveTo>
                  <a:lnTo>
                    <a:pt x="537" y="3448"/>
                  </a:lnTo>
                  <a:lnTo>
                    <a:pt x="332" y="3191"/>
                  </a:lnTo>
                  <a:lnTo>
                    <a:pt x="97" y="2083"/>
                  </a:lnTo>
                  <a:lnTo>
                    <a:pt x="84" y="649"/>
                  </a:lnTo>
                  <a:lnTo>
                    <a:pt x="0" y="0"/>
                  </a:lnTo>
                  <a:lnTo>
                    <a:pt x="461" y="213"/>
                  </a:lnTo>
                  <a:lnTo>
                    <a:pt x="1292" y="135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2525208" y="5170603"/>
              <a:ext cx="1250" cy="2943"/>
            </a:xfrm>
            <a:custGeom>
              <a:avLst/>
              <a:pathLst>
                <a:path w="1250" h="2943">
                  <a:moveTo>
                    <a:pt x="1180" y="343"/>
                  </a:moveTo>
                  <a:lnTo>
                    <a:pt x="1250" y="2943"/>
                  </a:lnTo>
                  <a:lnTo>
                    <a:pt x="328" y="2118"/>
                  </a:lnTo>
                  <a:lnTo>
                    <a:pt x="0" y="857"/>
                  </a:lnTo>
                  <a:lnTo>
                    <a:pt x="510" y="0"/>
                  </a:lnTo>
                  <a:lnTo>
                    <a:pt x="930" y="6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2495245" y="5164289"/>
              <a:ext cx="3096" cy="4743"/>
            </a:xfrm>
            <a:custGeom>
              <a:avLst/>
              <a:pathLst>
                <a:path w="3096" h="4743">
                  <a:moveTo>
                    <a:pt x="1453" y="0"/>
                  </a:moveTo>
                  <a:lnTo>
                    <a:pt x="2275" y="406"/>
                  </a:lnTo>
                  <a:lnTo>
                    <a:pt x="3096" y="251"/>
                  </a:lnTo>
                  <a:lnTo>
                    <a:pt x="2633" y="3286"/>
                  </a:lnTo>
                  <a:lnTo>
                    <a:pt x="2272" y="4743"/>
                  </a:lnTo>
                  <a:lnTo>
                    <a:pt x="1300" y="4631"/>
                  </a:lnTo>
                  <a:lnTo>
                    <a:pt x="336" y="2646"/>
                  </a:lnTo>
                  <a:lnTo>
                    <a:pt x="0" y="1586"/>
                  </a:lnTo>
                  <a:lnTo>
                    <a:pt x="1074" y="8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2497358" y="5151540"/>
              <a:ext cx="19487" cy="24833"/>
            </a:xfrm>
            <a:custGeom>
              <a:avLst/>
              <a:pathLst>
                <a:path w="19487" h="24833">
                  <a:moveTo>
                    <a:pt x="7770" y="3179"/>
                  </a:moveTo>
                  <a:lnTo>
                    <a:pt x="9435" y="3742"/>
                  </a:lnTo>
                  <a:lnTo>
                    <a:pt x="10964" y="1662"/>
                  </a:lnTo>
                  <a:lnTo>
                    <a:pt x="12018" y="998"/>
                  </a:lnTo>
                  <a:lnTo>
                    <a:pt x="12886" y="1448"/>
                  </a:lnTo>
                  <a:lnTo>
                    <a:pt x="13498" y="2709"/>
                  </a:lnTo>
                  <a:lnTo>
                    <a:pt x="14386" y="2510"/>
                  </a:lnTo>
                  <a:lnTo>
                    <a:pt x="16893" y="1223"/>
                  </a:lnTo>
                  <a:lnTo>
                    <a:pt x="17219" y="1662"/>
                  </a:lnTo>
                  <a:lnTo>
                    <a:pt x="18111" y="167"/>
                  </a:lnTo>
                  <a:lnTo>
                    <a:pt x="18879" y="865"/>
                  </a:lnTo>
                  <a:lnTo>
                    <a:pt x="19487" y="2164"/>
                  </a:lnTo>
                  <a:lnTo>
                    <a:pt x="19189" y="3670"/>
                  </a:lnTo>
                  <a:lnTo>
                    <a:pt x="18496" y="4628"/>
                  </a:lnTo>
                  <a:lnTo>
                    <a:pt x="18056" y="5964"/>
                  </a:lnTo>
                  <a:lnTo>
                    <a:pt x="17543" y="7043"/>
                  </a:lnTo>
                  <a:lnTo>
                    <a:pt x="16654" y="8045"/>
                  </a:lnTo>
                  <a:lnTo>
                    <a:pt x="15975" y="9649"/>
                  </a:lnTo>
                  <a:lnTo>
                    <a:pt x="14345" y="13398"/>
                  </a:lnTo>
                  <a:lnTo>
                    <a:pt x="11968" y="18179"/>
                  </a:lnTo>
                  <a:lnTo>
                    <a:pt x="11182" y="18609"/>
                  </a:lnTo>
                  <a:lnTo>
                    <a:pt x="9541" y="18898"/>
                  </a:lnTo>
                  <a:lnTo>
                    <a:pt x="8834" y="18569"/>
                  </a:lnTo>
                  <a:lnTo>
                    <a:pt x="8229" y="18678"/>
                  </a:lnTo>
                  <a:lnTo>
                    <a:pt x="7746" y="21258"/>
                  </a:lnTo>
                  <a:lnTo>
                    <a:pt x="6996" y="23215"/>
                  </a:lnTo>
                  <a:lnTo>
                    <a:pt x="6642" y="23630"/>
                  </a:lnTo>
                  <a:lnTo>
                    <a:pt x="5862" y="23815"/>
                  </a:lnTo>
                  <a:lnTo>
                    <a:pt x="5493" y="24112"/>
                  </a:lnTo>
                  <a:lnTo>
                    <a:pt x="5213" y="24833"/>
                  </a:lnTo>
                  <a:lnTo>
                    <a:pt x="3165" y="24646"/>
                  </a:lnTo>
                  <a:lnTo>
                    <a:pt x="1717" y="23445"/>
                  </a:lnTo>
                  <a:lnTo>
                    <a:pt x="0" y="20773"/>
                  </a:lnTo>
                  <a:lnTo>
                    <a:pt x="2289" y="17498"/>
                  </a:lnTo>
                  <a:lnTo>
                    <a:pt x="4262" y="17648"/>
                  </a:lnTo>
                  <a:lnTo>
                    <a:pt x="5888" y="15449"/>
                  </a:lnTo>
                  <a:lnTo>
                    <a:pt x="7214" y="14338"/>
                  </a:lnTo>
                  <a:lnTo>
                    <a:pt x="7742" y="13207"/>
                  </a:lnTo>
                  <a:lnTo>
                    <a:pt x="8319" y="12341"/>
                  </a:lnTo>
                  <a:lnTo>
                    <a:pt x="8323" y="11213"/>
                  </a:lnTo>
                  <a:lnTo>
                    <a:pt x="7881" y="10705"/>
                  </a:lnTo>
                  <a:lnTo>
                    <a:pt x="7285" y="10757"/>
                  </a:lnTo>
                  <a:lnTo>
                    <a:pt x="6695" y="11254"/>
                  </a:lnTo>
                  <a:lnTo>
                    <a:pt x="5309" y="11885"/>
                  </a:lnTo>
                  <a:lnTo>
                    <a:pt x="4360" y="10590"/>
                  </a:lnTo>
                  <a:lnTo>
                    <a:pt x="4987" y="10108"/>
                  </a:lnTo>
                  <a:lnTo>
                    <a:pt x="5687" y="10131"/>
                  </a:lnTo>
                  <a:lnTo>
                    <a:pt x="7830" y="8916"/>
                  </a:lnTo>
                  <a:lnTo>
                    <a:pt x="8242" y="8408"/>
                  </a:lnTo>
                  <a:lnTo>
                    <a:pt x="7581" y="6683"/>
                  </a:lnTo>
                  <a:lnTo>
                    <a:pt x="6288" y="5635"/>
                  </a:lnTo>
                  <a:lnTo>
                    <a:pt x="5243" y="3875"/>
                  </a:lnTo>
                  <a:lnTo>
                    <a:pt x="5048" y="3217"/>
                  </a:lnTo>
                  <a:lnTo>
                    <a:pt x="5099" y="2172"/>
                  </a:lnTo>
                  <a:lnTo>
                    <a:pt x="4522" y="103"/>
                  </a:lnTo>
                  <a:lnTo>
                    <a:pt x="5129" y="0"/>
                  </a:lnTo>
                  <a:lnTo>
                    <a:pt x="5937" y="13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0"/>
            <p:cNvSpPr/>
            <p:nvPr/>
          </p:nvSpPr>
          <p:spPr>
            <a:xfrm>
              <a:off x="2505247" y="5149151"/>
              <a:ext cx="2371" cy="3621"/>
            </a:xfrm>
            <a:custGeom>
              <a:avLst/>
              <a:pathLst>
                <a:path w="2371" h="3621">
                  <a:moveTo>
                    <a:pt x="1889" y="3618"/>
                  </a:moveTo>
                  <a:lnTo>
                    <a:pt x="311" y="3621"/>
                  </a:lnTo>
                  <a:lnTo>
                    <a:pt x="0" y="2651"/>
                  </a:lnTo>
                  <a:lnTo>
                    <a:pt x="6" y="210"/>
                  </a:lnTo>
                  <a:lnTo>
                    <a:pt x="1202" y="0"/>
                  </a:lnTo>
                  <a:lnTo>
                    <a:pt x="2371" y="1018"/>
                  </a:lnTo>
                  <a:lnTo>
                    <a:pt x="2294" y="204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1"/>
            <p:cNvSpPr/>
            <p:nvPr/>
          </p:nvSpPr>
          <p:spPr>
            <a:xfrm>
              <a:off x="2512459" y="5149047"/>
              <a:ext cx="21374" cy="30674"/>
            </a:xfrm>
            <a:custGeom>
              <a:avLst/>
              <a:pathLst>
                <a:path w="21374" h="30674">
                  <a:moveTo>
                    <a:pt x="9194" y="0"/>
                  </a:moveTo>
                  <a:lnTo>
                    <a:pt x="10951" y="1731"/>
                  </a:lnTo>
                  <a:lnTo>
                    <a:pt x="13152" y="1128"/>
                  </a:lnTo>
                  <a:lnTo>
                    <a:pt x="14078" y="1604"/>
                  </a:lnTo>
                  <a:lnTo>
                    <a:pt x="14620" y="3047"/>
                  </a:lnTo>
                  <a:lnTo>
                    <a:pt x="14297" y="4386"/>
                  </a:lnTo>
                  <a:lnTo>
                    <a:pt x="13599" y="4192"/>
                  </a:lnTo>
                  <a:lnTo>
                    <a:pt x="13003" y="4550"/>
                  </a:lnTo>
                  <a:lnTo>
                    <a:pt x="13121" y="6313"/>
                  </a:lnTo>
                  <a:lnTo>
                    <a:pt x="13527" y="7067"/>
                  </a:lnTo>
                  <a:lnTo>
                    <a:pt x="15853" y="9006"/>
                  </a:lnTo>
                  <a:lnTo>
                    <a:pt x="16279" y="9121"/>
                  </a:lnTo>
                  <a:lnTo>
                    <a:pt x="16204" y="8307"/>
                  </a:lnTo>
                  <a:lnTo>
                    <a:pt x="15800" y="6977"/>
                  </a:lnTo>
                  <a:lnTo>
                    <a:pt x="15649" y="5543"/>
                  </a:lnTo>
                  <a:lnTo>
                    <a:pt x="15995" y="4348"/>
                  </a:lnTo>
                  <a:lnTo>
                    <a:pt x="16602" y="3982"/>
                  </a:lnTo>
                  <a:lnTo>
                    <a:pt x="19249" y="3381"/>
                  </a:lnTo>
                  <a:lnTo>
                    <a:pt x="19870" y="3947"/>
                  </a:lnTo>
                  <a:lnTo>
                    <a:pt x="21182" y="7329"/>
                  </a:lnTo>
                  <a:lnTo>
                    <a:pt x="19952" y="7797"/>
                  </a:lnTo>
                  <a:lnTo>
                    <a:pt x="19433" y="9257"/>
                  </a:lnTo>
                  <a:lnTo>
                    <a:pt x="20516" y="9889"/>
                  </a:lnTo>
                  <a:lnTo>
                    <a:pt x="21374" y="10821"/>
                  </a:lnTo>
                  <a:lnTo>
                    <a:pt x="20921" y="12252"/>
                  </a:lnTo>
                  <a:lnTo>
                    <a:pt x="20840" y="12979"/>
                  </a:lnTo>
                  <a:lnTo>
                    <a:pt x="18933" y="13992"/>
                  </a:lnTo>
                  <a:lnTo>
                    <a:pt x="17241" y="14641"/>
                  </a:lnTo>
                  <a:lnTo>
                    <a:pt x="16474" y="16327"/>
                  </a:lnTo>
                  <a:lnTo>
                    <a:pt x="15112" y="17547"/>
                  </a:lnTo>
                  <a:lnTo>
                    <a:pt x="11113" y="19688"/>
                  </a:lnTo>
                  <a:lnTo>
                    <a:pt x="11578" y="21420"/>
                  </a:lnTo>
                  <a:lnTo>
                    <a:pt x="11640" y="22254"/>
                  </a:lnTo>
                  <a:lnTo>
                    <a:pt x="11466" y="24504"/>
                  </a:lnTo>
                  <a:lnTo>
                    <a:pt x="5960" y="21806"/>
                  </a:lnTo>
                  <a:lnTo>
                    <a:pt x="5216" y="22095"/>
                  </a:lnTo>
                  <a:lnTo>
                    <a:pt x="6687" y="26686"/>
                  </a:lnTo>
                  <a:lnTo>
                    <a:pt x="5597" y="27534"/>
                  </a:lnTo>
                  <a:lnTo>
                    <a:pt x="4520" y="26983"/>
                  </a:lnTo>
                  <a:lnTo>
                    <a:pt x="3540" y="27364"/>
                  </a:lnTo>
                  <a:lnTo>
                    <a:pt x="2917" y="30674"/>
                  </a:lnTo>
                  <a:lnTo>
                    <a:pt x="1345" y="28559"/>
                  </a:lnTo>
                  <a:lnTo>
                    <a:pt x="5" y="25543"/>
                  </a:lnTo>
                  <a:lnTo>
                    <a:pt x="0" y="23855"/>
                  </a:lnTo>
                  <a:lnTo>
                    <a:pt x="1294" y="20704"/>
                  </a:lnTo>
                  <a:lnTo>
                    <a:pt x="901" y="19368"/>
                  </a:lnTo>
                  <a:lnTo>
                    <a:pt x="3917" y="15086"/>
                  </a:lnTo>
                  <a:lnTo>
                    <a:pt x="4458" y="13810"/>
                  </a:lnTo>
                  <a:lnTo>
                    <a:pt x="5398" y="13077"/>
                  </a:lnTo>
                  <a:lnTo>
                    <a:pt x="6372" y="12829"/>
                  </a:lnTo>
                  <a:lnTo>
                    <a:pt x="6785" y="12278"/>
                  </a:lnTo>
                  <a:lnTo>
                    <a:pt x="6718" y="11236"/>
                  </a:lnTo>
                  <a:lnTo>
                    <a:pt x="6326" y="9450"/>
                  </a:lnTo>
                  <a:lnTo>
                    <a:pt x="6358" y="6544"/>
                  </a:lnTo>
                  <a:lnTo>
                    <a:pt x="8774" y="2600"/>
                  </a:lnTo>
                  <a:lnTo>
                    <a:pt x="8420" y="6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2"/>
            <p:cNvSpPr/>
            <p:nvPr/>
          </p:nvSpPr>
          <p:spPr>
            <a:xfrm>
              <a:off x="3834528" y="4250615"/>
              <a:ext cx="6976" cy="14889"/>
            </a:xfrm>
            <a:custGeom>
              <a:avLst/>
              <a:pathLst>
                <a:path w="6976" h="14889">
                  <a:moveTo>
                    <a:pt x="6496" y="14012"/>
                  </a:moveTo>
                  <a:lnTo>
                    <a:pt x="4871" y="14889"/>
                  </a:lnTo>
                  <a:lnTo>
                    <a:pt x="3737" y="14572"/>
                  </a:lnTo>
                  <a:lnTo>
                    <a:pt x="1494" y="12070"/>
                  </a:lnTo>
                  <a:lnTo>
                    <a:pt x="892" y="10408"/>
                  </a:lnTo>
                  <a:lnTo>
                    <a:pt x="0" y="5710"/>
                  </a:lnTo>
                  <a:lnTo>
                    <a:pt x="197" y="4057"/>
                  </a:lnTo>
                  <a:lnTo>
                    <a:pt x="903" y="1151"/>
                  </a:lnTo>
                  <a:lnTo>
                    <a:pt x="2505" y="0"/>
                  </a:lnTo>
                  <a:lnTo>
                    <a:pt x="4185" y="427"/>
                  </a:lnTo>
                  <a:lnTo>
                    <a:pt x="4938" y="1214"/>
                  </a:lnTo>
                  <a:lnTo>
                    <a:pt x="5827" y="4619"/>
                  </a:lnTo>
                  <a:lnTo>
                    <a:pt x="6976" y="8079"/>
                  </a:lnTo>
                  <a:lnTo>
                    <a:pt x="6785" y="1219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3717258" y="4007955"/>
              <a:ext cx="2077" cy="9808"/>
            </a:xfrm>
            <a:custGeom>
              <a:avLst/>
              <a:pathLst>
                <a:path w="2077" h="9808">
                  <a:moveTo>
                    <a:pt x="1584" y="9565"/>
                  </a:moveTo>
                  <a:lnTo>
                    <a:pt x="863" y="9808"/>
                  </a:lnTo>
                  <a:lnTo>
                    <a:pt x="519" y="9026"/>
                  </a:lnTo>
                  <a:lnTo>
                    <a:pt x="309" y="7167"/>
                  </a:lnTo>
                  <a:lnTo>
                    <a:pt x="525" y="5378"/>
                  </a:lnTo>
                  <a:lnTo>
                    <a:pt x="586" y="3933"/>
                  </a:lnTo>
                  <a:lnTo>
                    <a:pt x="0" y="1425"/>
                  </a:lnTo>
                  <a:lnTo>
                    <a:pt x="573" y="0"/>
                  </a:lnTo>
                  <a:lnTo>
                    <a:pt x="1060" y="1659"/>
                  </a:lnTo>
                  <a:lnTo>
                    <a:pt x="1337" y="1771"/>
                  </a:lnTo>
                  <a:lnTo>
                    <a:pt x="2077" y="2928"/>
                  </a:lnTo>
                  <a:lnTo>
                    <a:pt x="1861" y="5061"/>
                  </a:lnTo>
                  <a:lnTo>
                    <a:pt x="1910" y="5759"/>
                  </a:lnTo>
                  <a:lnTo>
                    <a:pt x="1574" y="789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4"/>
            <p:cNvSpPr/>
            <p:nvPr/>
          </p:nvSpPr>
          <p:spPr>
            <a:xfrm>
              <a:off x="2570378" y="3463211"/>
              <a:ext cx="34106" cy="108184"/>
            </a:xfrm>
            <a:custGeom>
              <a:avLst/>
              <a:pathLst>
                <a:path w="34106" h="108184">
                  <a:moveTo>
                    <a:pt x="34106" y="50852"/>
                  </a:moveTo>
                  <a:lnTo>
                    <a:pt x="33750" y="51490"/>
                  </a:lnTo>
                  <a:lnTo>
                    <a:pt x="32788" y="52879"/>
                  </a:lnTo>
                  <a:lnTo>
                    <a:pt x="32348" y="54733"/>
                  </a:lnTo>
                  <a:lnTo>
                    <a:pt x="32093" y="56516"/>
                  </a:lnTo>
                  <a:lnTo>
                    <a:pt x="31494" y="57728"/>
                  </a:lnTo>
                  <a:lnTo>
                    <a:pt x="30926" y="59253"/>
                  </a:lnTo>
                  <a:lnTo>
                    <a:pt x="30748" y="60490"/>
                  </a:lnTo>
                  <a:lnTo>
                    <a:pt x="30215" y="61468"/>
                  </a:lnTo>
                  <a:lnTo>
                    <a:pt x="30113" y="63097"/>
                  </a:lnTo>
                  <a:lnTo>
                    <a:pt x="28771" y="68847"/>
                  </a:lnTo>
                  <a:lnTo>
                    <a:pt x="28236" y="71435"/>
                  </a:lnTo>
                  <a:lnTo>
                    <a:pt x="27467" y="74184"/>
                  </a:lnTo>
                  <a:lnTo>
                    <a:pt x="26986" y="75205"/>
                  </a:lnTo>
                  <a:lnTo>
                    <a:pt x="26334" y="76841"/>
                  </a:lnTo>
                  <a:lnTo>
                    <a:pt x="26003" y="78733"/>
                  </a:lnTo>
                  <a:lnTo>
                    <a:pt x="26003" y="80688"/>
                  </a:lnTo>
                  <a:lnTo>
                    <a:pt x="25546" y="83033"/>
                  </a:lnTo>
                  <a:lnTo>
                    <a:pt x="25292" y="85053"/>
                  </a:lnTo>
                  <a:lnTo>
                    <a:pt x="24862" y="86226"/>
                  </a:lnTo>
                  <a:lnTo>
                    <a:pt x="23724" y="92623"/>
                  </a:lnTo>
                  <a:lnTo>
                    <a:pt x="23669" y="94825"/>
                  </a:lnTo>
                  <a:lnTo>
                    <a:pt x="23398" y="96132"/>
                  </a:lnTo>
                  <a:lnTo>
                    <a:pt x="22591" y="99181"/>
                  </a:lnTo>
                  <a:lnTo>
                    <a:pt x="22045" y="101015"/>
                  </a:lnTo>
                  <a:lnTo>
                    <a:pt x="21092" y="102388"/>
                  </a:lnTo>
                  <a:lnTo>
                    <a:pt x="20091" y="103881"/>
                  </a:lnTo>
                  <a:lnTo>
                    <a:pt x="19710" y="105510"/>
                  </a:lnTo>
                  <a:lnTo>
                    <a:pt x="19004" y="106337"/>
                  </a:lnTo>
                  <a:lnTo>
                    <a:pt x="18488" y="106390"/>
                  </a:lnTo>
                  <a:lnTo>
                    <a:pt x="17653" y="105800"/>
                  </a:lnTo>
                  <a:lnTo>
                    <a:pt x="16527" y="105516"/>
                  </a:lnTo>
                  <a:lnTo>
                    <a:pt x="15955" y="105707"/>
                  </a:lnTo>
                  <a:lnTo>
                    <a:pt x="15697" y="104897"/>
                  </a:lnTo>
                  <a:lnTo>
                    <a:pt x="15314" y="103037"/>
                  </a:lnTo>
                  <a:lnTo>
                    <a:pt x="14751" y="101722"/>
                  </a:lnTo>
                  <a:lnTo>
                    <a:pt x="14387" y="102180"/>
                  </a:lnTo>
                  <a:lnTo>
                    <a:pt x="13630" y="103503"/>
                  </a:lnTo>
                  <a:lnTo>
                    <a:pt x="12742" y="104281"/>
                  </a:lnTo>
                  <a:lnTo>
                    <a:pt x="12109" y="104021"/>
                  </a:lnTo>
                  <a:lnTo>
                    <a:pt x="10732" y="103105"/>
                  </a:lnTo>
                  <a:lnTo>
                    <a:pt x="10144" y="102643"/>
                  </a:lnTo>
                  <a:lnTo>
                    <a:pt x="9967" y="101861"/>
                  </a:lnTo>
                  <a:lnTo>
                    <a:pt x="9764" y="101276"/>
                  </a:lnTo>
                  <a:lnTo>
                    <a:pt x="9459" y="101537"/>
                  </a:lnTo>
                  <a:lnTo>
                    <a:pt x="9053" y="102514"/>
                  </a:lnTo>
                  <a:lnTo>
                    <a:pt x="8511" y="103538"/>
                  </a:lnTo>
                  <a:lnTo>
                    <a:pt x="7708" y="104889"/>
                  </a:lnTo>
                  <a:lnTo>
                    <a:pt x="6059" y="107314"/>
                  </a:lnTo>
                  <a:lnTo>
                    <a:pt x="5595" y="108184"/>
                  </a:lnTo>
                  <a:lnTo>
                    <a:pt x="5165" y="107711"/>
                  </a:lnTo>
                  <a:lnTo>
                    <a:pt x="4468" y="107230"/>
                  </a:lnTo>
                  <a:lnTo>
                    <a:pt x="3719" y="107203"/>
                  </a:lnTo>
                  <a:lnTo>
                    <a:pt x="2107" y="105629"/>
                  </a:lnTo>
                  <a:lnTo>
                    <a:pt x="1164" y="104508"/>
                  </a:lnTo>
                  <a:lnTo>
                    <a:pt x="756" y="103101"/>
                  </a:lnTo>
                  <a:lnTo>
                    <a:pt x="279" y="102489"/>
                  </a:lnTo>
                  <a:lnTo>
                    <a:pt x="0" y="102105"/>
                  </a:lnTo>
                  <a:lnTo>
                    <a:pt x="132" y="101838"/>
                  </a:lnTo>
                  <a:lnTo>
                    <a:pt x="550" y="101638"/>
                  </a:lnTo>
                  <a:lnTo>
                    <a:pt x="924" y="101616"/>
                  </a:lnTo>
                  <a:lnTo>
                    <a:pt x="1504" y="99465"/>
                  </a:lnTo>
                  <a:lnTo>
                    <a:pt x="2465" y="98123"/>
                  </a:lnTo>
                  <a:lnTo>
                    <a:pt x="4137" y="90671"/>
                  </a:lnTo>
                  <a:lnTo>
                    <a:pt x="4842" y="87593"/>
                  </a:lnTo>
                  <a:lnTo>
                    <a:pt x="4927" y="85910"/>
                  </a:lnTo>
                  <a:lnTo>
                    <a:pt x="5127" y="82401"/>
                  </a:lnTo>
                  <a:lnTo>
                    <a:pt x="4754" y="78128"/>
                  </a:lnTo>
                  <a:lnTo>
                    <a:pt x="4928" y="76929"/>
                  </a:lnTo>
                  <a:lnTo>
                    <a:pt x="6364" y="71771"/>
                  </a:lnTo>
                  <a:lnTo>
                    <a:pt x="6981" y="68958"/>
                  </a:lnTo>
                  <a:lnTo>
                    <a:pt x="7023" y="66535"/>
                  </a:lnTo>
                  <a:lnTo>
                    <a:pt x="7201" y="64791"/>
                  </a:lnTo>
                  <a:lnTo>
                    <a:pt x="7023" y="63879"/>
                  </a:lnTo>
                  <a:lnTo>
                    <a:pt x="6698" y="63614"/>
                  </a:lnTo>
                  <a:lnTo>
                    <a:pt x="6148" y="61351"/>
                  </a:lnTo>
                  <a:lnTo>
                    <a:pt x="5793" y="59476"/>
                  </a:lnTo>
                  <a:lnTo>
                    <a:pt x="4819" y="57555"/>
                  </a:lnTo>
                  <a:lnTo>
                    <a:pt x="4151" y="55586"/>
                  </a:lnTo>
                  <a:lnTo>
                    <a:pt x="3055" y="51064"/>
                  </a:lnTo>
                  <a:lnTo>
                    <a:pt x="3154" y="48525"/>
                  </a:lnTo>
                  <a:lnTo>
                    <a:pt x="2843" y="47611"/>
                  </a:lnTo>
                  <a:lnTo>
                    <a:pt x="2507" y="46679"/>
                  </a:lnTo>
                  <a:lnTo>
                    <a:pt x="2532" y="45529"/>
                  </a:lnTo>
                  <a:lnTo>
                    <a:pt x="2304" y="42685"/>
                  </a:lnTo>
                  <a:lnTo>
                    <a:pt x="2020" y="40015"/>
                  </a:lnTo>
                  <a:lnTo>
                    <a:pt x="1917" y="38331"/>
                  </a:lnTo>
                  <a:lnTo>
                    <a:pt x="2188" y="35435"/>
                  </a:lnTo>
                  <a:lnTo>
                    <a:pt x="2025" y="32215"/>
                  </a:lnTo>
                  <a:lnTo>
                    <a:pt x="1669" y="30521"/>
                  </a:lnTo>
                  <a:lnTo>
                    <a:pt x="1571" y="27944"/>
                  </a:lnTo>
                  <a:lnTo>
                    <a:pt x="1644" y="25634"/>
                  </a:lnTo>
                  <a:lnTo>
                    <a:pt x="1949" y="24331"/>
                  </a:lnTo>
                  <a:lnTo>
                    <a:pt x="1888" y="22715"/>
                  </a:lnTo>
                  <a:lnTo>
                    <a:pt x="3275" y="17576"/>
                  </a:lnTo>
                  <a:lnTo>
                    <a:pt x="4327" y="14597"/>
                  </a:lnTo>
                  <a:lnTo>
                    <a:pt x="5297" y="12506"/>
                  </a:lnTo>
                  <a:lnTo>
                    <a:pt x="6110" y="10945"/>
                  </a:lnTo>
                  <a:lnTo>
                    <a:pt x="7211" y="3138"/>
                  </a:lnTo>
                  <a:lnTo>
                    <a:pt x="8013" y="390"/>
                  </a:lnTo>
                  <a:lnTo>
                    <a:pt x="8850" y="0"/>
                  </a:lnTo>
                  <a:lnTo>
                    <a:pt x="13370" y="6463"/>
                  </a:lnTo>
                  <a:lnTo>
                    <a:pt x="15488" y="7061"/>
                  </a:lnTo>
                  <a:lnTo>
                    <a:pt x="19758" y="10554"/>
                  </a:lnTo>
                  <a:lnTo>
                    <a:pt x="21304" y="15032"/>
                  </a:lnTo>
                  <a:lnTo>
                    <a:pt x="24883" y="22483"/>
                  </a:lnTo>
                  <a:lnTo>
                    <a:pt x="26764" y="24822"/>
                  </a:lnTo>
                  <a:lnTo>
                    <a:pt x="26783" y="26774"/>
                  </a:lnTo>
                  <a:lnTo>
                    <a:pt x="26372" y="29883"/>
                  </a:lnTo>
                  <a:lnTo>
                    <a:pt x="27576" y="27168"/>
                  </a:lnTo>
                  <a:lnTo>
                    <a:pt x="29439" y="31465"/>
                  </a:lnTo>
                  <a:lnTo>
                    <a:pt x="29966" y="33574"/>
                  </a:lnTo>
                  <a:lnTo>
                    <a:pt x="30546" y="37462"/>
                  </a:lnTo>
                  <a:lnTo>
                    <a:pt x="30345" y="39960"/>
                  </a:lnTo>
                  <a:lnTo>
                    <a:pt x="30088" y="41250"/>
                  </a:lnTo>
                  <a:lnTo>
                    <a:pt x="30074" y="42253"/>
                  </a:lnTo>
                  <a:lnTo>
                    <a:pt x="30628" y="40870"/>
                  </a:lnTo>
                  <a:lnTo>
                    <a:pt x="30940" y="39775"/>
                  </a:lnTo>
                  <a:lnTo>
                    <a:pt x="31033" y="37170"/>
                  </a:lnTo>
                  <a:lnTo>
                    <a:pt x="31485" y="33936"/>
                  </a:lnTo>
                  <a:lnTo>
                    <a:pt x="32092" y="33878"/>
                  </a:lnTo>
                  <a:lnTo>
                    <a:pt x="32574" y="35805"/>
                  </a:lnTo>
                  <a:lnTo>
                    <a:pt x="33576" y="44187"/>
                  </a:lnTo>
                  <a:lnTo>
                    <a:pt x="33953" y="45902"/>
                  </a:lnTo>
                  <a:lnTo>
                    <a:pt x="34098" y="48562"/>
                  </a:lnTo>
                  <a:lnTo>
                    <a:pt x="34042" y="4975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5"/>
            <p:cNvSpPr/>
            <p:nvPr/>
          </p:nvSpPr>
          <p:spPr>
            <a:xfrm>
              <a:off x="2494385" y="3194519"/>
              <a:ext cx="4527" cy="13268"/>
            </a:xfrm>
            <a:custGeom>
              <a:avLst/>
              <a:pathLst>
                <a:path w="4527" h="13268">
                  <a:moveTo>
                    <a:pt x="4527" y="11252"/>
                  </a:moveTo>
                  <a:lnTo>
                    <a:pt x="4408" y="12939"/>
                  </a:lnTo>
                  <a:lnTo>
                    <a:pt x="4115" y="13268"/>
                  </a:lnTo>
                  <a:lnTo>
                    <a:pt x="3686" y="11864"/>
                  </a:lnTo>
                  <a:lnTo>
                    <a:pt x="1795" y="12061"/>
                  </a:lnTo>
                  <a:lnTo>
                    <a:pt x="1505" y="10806"/>
                  </a:lnTo>
                  <a:lnTo>
                    <a:pt x="1489" y="10212"/>
                  </a:lnTo>
                  <a:lnTo>
                    <a:pt x="2398" y="8078"/>
                  </a:lnTo>
                  <a:lnTo>
                    <a:pt x="1328" y="7506"/>
                  </a:lnTo>
                  <a:lnTo>
                    <a:pt x="904" y="6586"/>
                  </a:lnTo>
                  <a:lnTo>
                    <a:pt x="0" y="2094"/>
                  </a:lnTo>
                  <a:lnTo>
                    <a:pt x="73" y="789"/>
                  </a:lnTo>
                  <a:lnTo>
                    <a:pt x="447" y="99"/>
                  </a:lnTo>
                  <a:lnTo>
                    <a:pt x="1062" y="0"/>
                  </a:lnTo>
                  <a:lnTo>
                    <a:pt x="2216" y="1451"/>
                  </a:lnTo>
                  <a:lnTo>
                    <a:pt x="3074" y="3517"/>
                  </a:lnTo>
                  <a:lnTo>
                    <a:pt x="3367" y="3549"/>
                  </a:lnTo>
                  <a:lnTo>
                    <a:pt x="3464" y="4135"/>
                  </a:lnTo>
                  <a:lnTo>
                    <a:pt x="3291" y="5588"/>
                  </a:lnTo>
                  <a:lnTo>
                    <a:pt x="3804" y="6818"/>
                  </a:lnTo>
                  <a:lnTo>
                    <a:pt x="4025" y="772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6"/>
            <p:cNvSpPr/>
            <p:nvPr/>
          </p:nvSpPr>
          <p:spPr>
            <a:xfrm>
              <a:off x="2493250" y="3161099"/>
              <a:ext cx="1323" cy="3553"/>
            </a:xfrm>
            <a:custGeom>
              <a:avLst/>
              <a:pathLst>
                <a:path w="1323" h="3553">
                  <a:moveTo>
                    <a:pt x="1011" y="3438"/>
                  </a:moveTo>
                  <a:lnTo>
                    <a:pt x="370" y="3553"/>
                  </a:lnTo>
                  <a:lnTo>
                    <a:pt x="88" y="3298"/>
                  </a:lnTo>
                  <a:lnTo>
                    <a:pt x="0" y="1519"/>
                  </a:lnTo>
                  <a:lnTo>
                    <a:pt x="496" y="297"/>
                  </a:lnTo>
                  <a:lnTo>
                    <a:pt x="787" y="0"/>
                  </a:lnTo>
                  <a:lnTo>
                    <a:pt x="1220" y="1370"/>
                  </a:lnTo>
                  <a:lnTo>
                    <a:pt x="1323" y="251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7"/>
            <p:cNvSpPr/>
            <p:nvPr/>
          </p:nvSpPr>
          <p:spPr>
            <a:xfrm>
              <a:off x="2487775" y="3150787"/>
              <a:ext cx="2782" cy="11619"/>
            </a:xfrm>
            <a:custGeom>
              <a:avLst/>
              <a:pathLst>
                <a:path w="2782" h="11619">
                  <a:moveTo>
                    <a:pt x="2353" y="10293"/>
                  </a:moveTo>
                  <a:lnTo>
                    <a:pt x="1422" y="11619"/>
                  </a:lnTo>
                  <a:lnTo>
                    <a:pt x="964" y="11209"/>
                  </a:lnTo>
                  <a:lnTo>
                    <a:pt x="398" y="8664"/>
                  </a:lnTo>
                  <a:lnTo>
                    <a:pt x="0" y="1604"/>
                  </a:lnTo>
                  <a:lnTo>
                    <a:pt x="310" y="437"/>
                  </a:lnTo>
                  <a:lnTo>
                    <a:pt x="529" y="0"/>
                  </a:lnTo>
                  <a:lnTo>
                    <a:pt x="1756" y="865"/>
                  </a:lnTo>
                  <a:lnTo>
                    <a:pt x="2267" y="1864"/>
                  </a:lnTo>
                  <a:lnTo>
                    <a:pt x="2782" y="2493"/>
                  </a:lnTo>
                  <a:lnTo>
                    <a:pt x="2520" y="3786"/>
                  </a:lnTo>
                  <a:lnTo>
                    <a:pt x="2649" y="908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8"/>
            <p:cNvSpPr/>
            <p:nvPr/>
          </p:nvSpPr>
          <p:spPr>
            <a:xfrm>
              <a:off x="2490700" y="3146314"/>
              <a:ext cx="4227" cy="8491"/>
            </a:xfrm>
            <a:custGeom>
              <a:avLst/>
              <a:pathLst>
                <a:path w="4227" h="8491">
                  <a:moveTo>
                    <a:pt x="2449" y="8162"/>
                  </a:moveTo>
                  <a:lnTo>
                    <a:pt x="1095" y="8491"/>
                  </a:lnTo>
                  <a:lnTo>
                    <a:pt x="205" y="8232"/>
                  </a:lnTo>
                  <a:lnTo>
                    <a:pt x="0" y="6117"/>
                  </a:lnTo>
                  <a:lnTo>
                    <a:pt x="453" y="4327"/>
                  </a:lnTo>
                  <a:lnTo>
                    <a:pt x="127" y="2152"/>
                  </a:lnTo>
                  <a:lnTo>
                    <a:pt x="337" y="855"/>
                  </a:lnTo>
                  <a:lnTo>
                    <a:pt x="791" y="0"/>
                  </a:lnTo>
                  <a:lnTo>
                    <a:pt x="1536" y="1132"/>
                  </a:lnTo>
                  <a:lnTo>
                    <a:pt x="1655" y="2754"/>
                  </a:lnTo>
                  <a:lnTo>
                    <a:pt x="2123" y="4239"/>
                  </a:lnTo>
                  <a:lnTo>
                    <a:pt x="4227" y="740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59"/>
            <p:cNvSpPr/>
            <p:nvPr/>
          </p:nvSpPr>
          <p:spPr>
            <a:xfrm>
              <a:off x="3297479" y="2362826"/>
              <a:ext cx="11402" cy="48359"/>
            </a:xfrm>
            <a:custGeom>
              <a:avLst/>
              <a:pathLst>
                <a:path w="11402" h="48359">
                  <a:moveTo>
                    <a:pt x="10526" y="6384"/>
                  </a:moveTo>
                  <a:lnTo>
                    <a:pt x="10225" y="10723"/>
                  </a:lnTo>
                  <a:lnTo>
                    <a:pt x="10444" y="11994"/>
                  </a:lnTo>
                  <a:lnTo>
                    <a:pt x="10860" y="12880"/>
                  </a:lnTo>
                  <a:lnTo>
                    <a:pt x="11054" y="13853"/>
                  </a:lnTo>
                  <a:lnTo>
                    <a:pt x="11402" y="25428"/>
                  </a:lnTo>
                  <a:lnTo>
                    <a:pt x="11336" y="26350"/>
                  </a:lnTo>
                  <a:lnTo>
                    <a:pt x="9929" y="30999"/>
                  </a:lnTo>
                  <a:lnTo>
                    <a:pt x="9612" y="32364"/>
                  </a:lnTo>
                  <a:lnTo>
                    <a:pt x="9542" y="38126"/>
                  </a:lnTo>
                  <a:lnTo>
                    <a:pt x="9305" y="39674"/>
                  </a:lnTo>
                  <a:lnTo>
                    <a:pt x="8806" y="41201"/>
                  </a:lnTo>
                  <a:lnTo>
                    <a:pt x="7915" y="46138"/>
                  </a:lnTo>
                  <a:lnTo>
                    <a:pt x="7140" y="48359"/>
                  </a:lnTo>
                  <a:lnTo>
                    <a:pt x="5033" y="45650"/>
                  </a:lnTo>
                  <a:lnTo>
                    <a:pt x="3790" y="44480"/>
                  </a:lnTo>
                  <a:lnTo>
                    <a:pt x="3181" y="43218"/>
                  </a:lnTo>
                  <a:lnTo>
                    <a:pt x="2783" y="42346"/>
                  </a:lnTo>
                  <a:lnTo>
                    <a:pt x="3039" y="41185"/>
                  </a:lnTo>
                  <a:lnTo>
                    <a:pt x="3606" y="39977"/>
                  </a:lnTo>
                  <a:lnTo>
                    <a:pt x="3696" y="39028"/>
                  </a:lnTo>
                  <a:lnTo>
                    <a:pt x="2363" y="37952"/>
                  </a:lnTo>
                  <a:lnTo>
                    <a:pt x="1753" y="37233"/>
                  </a:lnTo>
                  <a:lnTo>
                    <a:pt x="1761" y="35975"/>
                  </a:lnTo>
                  <a:lnTo>
                    <a:pt x="2221" y="34013"/>
                  </a:lnTo>
                  <a:lnTo>
                    <a:pt x="2011" y="32395"/>
                  </a:lnTo>
                  <a:lnTo>
                    <a:pt x="1242" y="32477"/>
                  </a:lnTo>
                  <a:lnTo>
                    <a:pt x="647" y="32231"/>
                  </a:lnTo>
                  <a:lnTo>
                    <a:pt x="569" y="31391"/>
                  </a:lnTo>
                  <a:lnTo>
                    <a:pt x="1010" y="30315"/>
                  </a:lnTo>
                  <a:lnTo>
                    <a:pt x="1575" y="28909"/>
                  </a:lnTo>
                  <a:lnTo>
                    <a:pt x="1557" y="27358"/>
                  </a:lnTo>
                  <a:lnTo>
                    <a:pt x="874" y="26690"/>
                  </a:lnTo>
                  <a:lnTo>
                    <a:pt x="255" y="25431"/>
                  </a:lnTo>
                  <a:lnTo>
                    <a:pt x="6" y="23718"/>
                  </a:lnTo>
                  <a:lnTo>
                    <a:pt x="486" y="22546"/>
                  </a:lnTo>
                  <a:lnTo>
                    <a:pt x="1264" y="21790"/>
                  </a:lnTo>
                  <a:lnTo>
                    <a:pt x="693" y="20036"/>
                  </a:lnTo>
                  <a:lnTo>
                    <a:pt x="307" y="19997"/>
                  </a:lnTo>
                  <a:lnTo>
                    <a:pt x="0" y="19613"/>
                  </a:lnTo>
                  <a:lnTo>
                    <a:pt x="251" y="18798"/>
                  </a:lnTo>
                  <a:lnTo>
                    <a:pt x="856" y="17579"/>
                  </a:lnTo>
                  <a:lnTo>
                    <a:pt x="1696" y="13939"/>
                  </a:lnTo>
                  <a:lnTo>
                    <a:pt x="2868" y="12220"/>
                  </a:lnTo>
                  <a:lnTo>
                    <a:pt x="4940" y="11115"/>
                  </a:lnTo>
                  <a:lnTo>
                    <a:pt x="5501" y="10632"/>
                  </a:lnTo>
                  <a:lnTo>
                    <a:pt x="6015" y="9352"/>
                  </a:lnTo>
                  <a:lnTo>
                    <a:pt x="6585" y="8527"/>
                  </a:lnTo>
                  <a:lnTo>
                    <a:pt x="7277" y="8636"/>
                  </a:lnTo>
                  <a:lnTo>
                    <a:pt x="7916" y="9131"/>
                  </a:lnTo>
                  <a:lnTo>
                    <a:pt x="8309" y="9658"/>
                  </a:lnTo>
                  <a:lnTo>
                    <a:pt x="8605" y="9110"/>
                  </a:lnTo>
                  <a:lnTo>
                    <a:pt x="8892" y="7522"/>
                  </a:lnTo>
                  <a:lnTo>
                    <a:pt x="8716" y="6129"/>
                  </a:lnTo>
                  <a:lnTo>
                    <a:pt x="8807" y="2295"/>
                  </a:lnTo>
                  <a:lnTo>
                    <a:pt x="9178" y="121"/>
                  </a:lnTo>
                  <a:lnTo>
                    <a:pt x="9777" y="0"/>
                  </a:lnTo>
                  <a:lnTo>
                    <a:pt x="10330" y="1196"/>
                  </a:lnTo>
                  <a:lnTo>
                    <a:pt x="10302" y="2253"/>
                  </a:lnTo>
                  <a:lnTo>
                    <a:pt x="10506" y="47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0"/>
            <p:cNvSpPr/>
            <p:nvPr/>
          </p:nvSpPr>
          <p:spPr>
            <a:xfrm>
              <a:off x="3182923" y="2273325"/>
              <a:ext cx="2422" cy="6908"/>
            </a:xfrm>
            <a:custGeom>
              <a:avLst/>
              <a:pathLst>
                <a:path w="2422" h="6908">
                  <a:moveTo>
                    <a:pt x="2422" y="4324"/>
                  </a:moveTo>
                  <a:lnTo>
                    <a:pt x="2017" y="6908"/>
                  </a:lnTo>
                  <a:lnTo>
                    <a:pt x="1249" y="4529"/>
                  </a:lnTo>
                  <a:lnTo>
                    <a:pt x="232" y="2444"/>
                  </a:lnTo>
                  <a:lnTo>
                    <a:pt x="0" y="515"/>
                  </a:lnTo>
                  <a:lnTo>
                    <a:pt x="2" y="0"/>
                  </a:lnTo>
                  <a:lnTo>
                    <a:pt x="1194" y="1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1"/>
            <p:cNvSpPr/>
            <p:nvPr/>
          </p:nvSpPr>
          <p:spPr>
            <a:xfrm>
              <a:off x="3144099" y="2124199"/>
              <a:ext cx="148486" cy="258750"/>
            </a:xfrm>
            <a:custGeom>
              <a:avLst/>
              <a:pathLst>
                <a:path w="148486" h="258750">
                  <a:moveTo>
                    <a:pt x="121435" y="46062"/>
                  </a:moveTo>
                  <a:lnTo>
                    <a:pt x="121823" y="47043"/>
                  </a:lnTo>
                  <a:lnTo>
                    <a:pt x="122720" y="47496"/>
                  </a:lnTo>
                  <a:lnTo>
                    <a:pt x="123037" y="47857"/>
                  </a:lnTo>
                  <a:lnTo>
                    <a:pt x="123389" y="48533"/>
                  </a:lnTo>
                  <a:lnTo>
                    <a:pt x="123987" y="48804"/>
                  </a:lnTo>
                  <a:lnTo>
                    <a:pt x="124708" y="48533"/>
                  </a:lnTo>
                  <a:lnTo>
                    <a:pt x="125235" y="47630"/>
                  </a:lnTo>
                  <a:lnTo>
                    <a:pt x="125939" y="47224"/>
                  </a:lnTo>
                  <a:lnTo>
                    <a:pt x="126642" y="47360"/>
                  </a:lnTo>
                  <a:lnTo>
                    <a:pt x="127047" y="47857"/>
                  </a:lnTo>
                  <a:lnTo>
                    <a:pt x="127818" y="48589"/>
                  </a:lnTo>
                  <a:lnTo>
                    <a:pt x="128254" y="48429"/>
                  </a:lnTo>
                  <a:lnTo>
                    <a:pt x="129127" y="48881"/>
                  </a:lnTo>
                  <a:lnTo>
                    <a:pt x="130004" y="50305"/>
                  </a:lnTo>
                  <a:lnTo>
                    <a:pt x="130372" y="51738"/>
                  </a:lnTo>
                  <a:lnTo>
                    <a:pt x="130469" y="52521"/>
                  </a:lnTo>
                  <a:lnTo>
                    <a:pt x="130848" y="53372"/>
                  </a:lnTo>
                  <a:lnTo>
                    <a:pt x="132319" y="57222"/>
                  </a:lnTo>
                  <a:lnTo>
                    <a:pt x="132788" y="57412"/>
                  </a:lnTo>
                  <a:lnTo>
                    <a:pt x="133300" y="56828"/>
                  </a:lnTo>
                  <a:lnTo>
                    <a:pt x="133631" y="56000"/>
                  </a:lnTo>
                  <a:lnTo>
                    <a:pt x="134111" y="55835"/>
                  </a:lnTo>
                  <a:lnTo>
                    <a:pt x="134883" y="56216"/>
                  </a:lnTo>
                  <a:lnTo>
                    <a:pt x="135380" y="56652"/>
                  </a:lnTo>
                  <a:lnTo>
                    <a:pt x="135618" y="58320"/>
                  </a:lnTo>
                  <a:lnTo>
                    <a:pt x="135786" y="58637"/>
                  </a:lnTo>
                  <a:lnTo>
                    <a:pt x="136119" y="58278"/>
                  </a:lnTo>
                  <a:lnTo>
                    <a:pt x="136714" y="58199"/>
                  </a:lnTo>
                  <a:lnTo>
                    <a:pt x="137664" y="58610"/>
                  </a:lnTo>
                  <a:lnTo>
                    <a:pt x="138969" y="58140"/>
                  </a:lnTo>
                  <a:lnTo>
                    <a:pt x="140015" y="57444"/>
                  </a:lnTo>
                  <a:lnTo>
                    <a:pt x="140548" y="57470"/>
                  </a:lnTo>
                  <a:lnTo>
                    <a:pt x="141410" y="59415"/>
                  </a:lnTo>
                  <a:lnTo>
                    <a:pt x="142394" y="60142"/>
                  </a:lnTo>
                  <a:lnTo>
                    <a:pt x="144561" y="60729"/>
                  </a:lnTo>
                  <a:lnTo>
                    <a:pt x="146886" y="61644"/>
                  </a:lnTo>
                  <a:lnTo>
                    <a:pt x="147799" y="62384"/>
                  </a:lnTo>
                  <a:lnTo>
                    <a:pt x="148423" y="62748"/>
                  </a:lnTo>
                  <a:lnTo>
                    <a:pt x="148486" y="65323"/>
                  </a:lnTo>
                  <a:lnTo>
                    <a:pt x="148298" y="65711"/>
                  </a:lnTo>
                  <a:lnTo>
                    <a:pt x="145982" y="70875"/>
                  </a:lnTo>
                  <a:lnTo>
                    <a:pt x="145007" y="72722"/>
                  </a:lnTo>
                  <a:lnTo>
                    <a:pt x="144510" y="75358"/>
                  </a:lnTo>
                  <a:lnTo>
                    <a:pt x="144168" y="79401"/>
                  </a:lnTo>
                  <a:lnTo>
                    <a:pt x="143484" y="83242"/>
                  </a:lnTo>
                  <a:lnTo>
                    <a:pt x="142459" y="86883"/>
                  </a:lnTo>
                  <a:lnTo>
                    <a:pt x="142086" y="89616"/>
                  </a:lnTo>
                  <a:lnTo>
                    <a:pt x="142366" y="91440"/>
                  </a:lnTo>
                  <a:lnTo>
                    <a:pt x="142190" y="94304"/>
                  </a:lnTo>
                  <a:lnTo>
                    <a:pt x="141561" y="98205"/>
                  </a:lnTo>
                  <a:lnTo>
                    <a:pt x="141455" y="101153"/>
                  </a:lnTo>
                  <a:lnTo>
                    <a:pt x="141870" y="103143"/>
                  </a:lnTo>
                  <a:lnTo>
                    <a:pt x="142448" y="103551"/>
                  </a:lnTo>
                  <a:lnTo>
                    <a:pt x="141059" y="104891"/>
                  </a:lnTo>
                  <a:lnTo>
                    <a:pt x="140742" y="106064"/>
                  </a:lnTo>
                  <a:lnTo>
                    <a:pt x="140197" y="107615"/>
                  </a:lnTo>
                  <a:lnTo>
                    <a:pt x="139312" y="108268"/>
                  </a:lnTo>
                  <a:lnTo>
                    <a:pt x="138421" y="108484"/>
                  </a:lnTo>
                  <a:lnTo>
                    <a:pt x="137701" y="108279"/>
                  </a:lnTo>
                  <a:lnTo>
                    <a:pt x="137290" y="107659"/>
                  </a:lnTo>
                  <a:lnTo>
                    <a:pt x="137311" y="107082"/>
                  </a:lnTo>
                  <a:lnTo>
                    <a:pt x="136929" y="106591"/>
                  </a:lnTo>
                  <a:lnTo>
                    <a:pt x="135978" y="106605"/>
                  </a:lnTo>
                  <a:lnTo>
                    <a:pt x="134999" y="107673"/>
                  </a:lnTo>
                  <a:lnTo>
                    <a:pt x="134217" y="109416"/>
                  </a:lnTo>
                  <a:lnTo>
                    <a:pt x="134460" y="110391"/>
                  </a:lnTo>
                  <a:lnTo>
                    <a:pt x="135180" y="110648"/>
                  </a:lnTo>
                  <a:lnTo>
                    <a:pt x="135370" y="111035"/>
                  </a:lnTo>
                  <a:lnTo>
                    <a:pt x="135370" y="111536"/>
                  </a:lnTo>
                  <a:lnTo>
                    <a:pt x="135116" y="112140"/>
                  </a:lnTo>
                  <a:lnTo>
                    <a:pt x="134811" y="113170"/>
                  </a:lnTo>
                  <a:lnTo>
                    <a:pt x="133300" y="116243"/>
                  </a:lnTo>
                  <a:lnTo>
                    <a:pt x="131774" y="119344"/>
                  </a:lnTo>
                  <a:lnTo>
                    <a:pt x="131530" y="120282"/>
                  </a:lnTo>
                  <a:lnTo>
                    <a:pt x="131045" y="120937"/>
                  </a:lnTo>
                  <a:lnTo>
                    <a:pt x="129106" y="122592"/>
                  </a:lnTo>
                  <a:lnTo>
                    <a:pt x="128902" y="123256"/>
                  </a:lnTo>
                  <a:lnTo>
                    <a:pt x="128792" y="126022"/>
                  </a:lnTo>
                  <a:lnTo>
                    <a:pt x="128575" y="128293"/>
                  </a:lnTo>
                  <a:lnTo>
                    <a:pt x="127137" y="130431"/>
                  </a:lnTo>
                  <a:lnTo>
                    <a:pt x="125705" y="132559"/>
                  </a:lnTo>
                  <a:lnTo>
                    <a:pt x="125347" y="133860"/>
                  </a:lnTo>
                  <a:lnTo>
                    <a:pt x="125087" y="135365"/>
                  </a:lnTo>
                  <a:lnTo>
                    <a:pt x="124637" y="137065"/>
                  </a:lnTo>
                  <a:lnTo>
                    <a:pt x="124548" y="137962"/>
                  </a:lnTo>
                  <a:lnTo>
                    <a:pt x="125273" y="139427"/>
                  </a:lnTo>
                  <a:lnTo>
                    <a:pt x="125189" y="140637"/>
                  </a:lnTo>
                  <a:lnTo>
                    <a:pt x="124959" y="142359"/>
                  </a:lnTo>
                  <a:lnTo>
                    <a:pt x="124271" y="143579"/>
                  </a:lnTo>
                  <a:lnTo>
                    <a:pt x="123510" y="144270"/>
                  </a:lnTo>
                  <a:lnTo>
                    <a:pt x="123527" y="146146"/>
                  </a:lnTo>
                  <a:lnTo>
                    <a:pt x="123931" y="146409"/>
                  </a:lnTo>
                  <a:lnTo>
                    <a:pt x="124852" y="146270"/>
                  </a:lnTo>
                  <a:lnTo>
                    <a:pt x="126150" y="144909"/>
                  </a:lnTo>
                  <a:lnTo>
                    <a:pt x="126996" y="143161"/>
                  </a:lnTo>
                  <a:lnTo>
                    <a:pt x="126497" y="141500"/>
                  </a:lnTo>
                  <a:lnTo>
                    <a:pt x="126435" y="141175"/>
                  </a:lnTo>
                  <a:lnTo>
                    <a:pt x="126556" y="140786"/>
                  </a:lnTo>
                  <a:lnTo>
                    <a:pt x="127559" y="138981"/>
                  </a:lnTo>
                  <a:lnTo>
                    <a:pt x="128791" y="137893"/>
                  </a:lnTo>
                  <a:lnTo>
                    <a:pt x="130509" y="137691"/>
                  </a:lnTo>
                  <a:lnTo>
                    <a:pt x="132579" y="138329"/>
                  </a:lnTo>
                  <a:lnTo>
                    <a:pt x="132786" y="138599"/>
                  </a:lnTo>
                  <a:lnTo>
                    <a:pt x="132686" y="139705"/>
                  </a:lnTo>
                  <a:lnTo>
                    <a:pt x="132879" y="141337"/>
                  </a:lnTo>
                  <a:lnTo>
                    <a:pt x="133255" y="142483"/>
                  </a:lnTo>
                  <a:lnTo>
                    <a:pt x="132740" y="145735"/>
                  </a:lnTo>
                  <a:lnTo>
                    <a:pt x="133127" y="146753"/>
                  </a:lnTo>
                  <a:lnTo>
                    <a:pt x="133729" y="147973"/>
                  </a:lnTo>
                  <a:lnTo>
                    <a:pt x="134181" y="149085"/>
                  </a:lnTo>
                  <a:lnTo>
                    <a:pt x="134830" y="150108"/>
                  </a:lnTo>
                  <a:lnTo>
                    <a:pt x="135408" y="151831"/>
                  </a:lnTo>
                  <a:lnTo>
                    <a:pt x="135606" y="152808"/>
                  </a:lnTo>
                  <a:lnTo>
                    <a:pt x="134682" y="154504"/>
                  </a:lnTo>
                  <a:lnTo>
                    <a:pt x="133113" y="156094"/>
                  </a:lnTo>
                  <a:lnTo>
                    <a:pt x="132937" y="157113"/>
                  </a:lnTo>
                  <a:lnTo>
                    <a:pt x="132957" y="158272"/>
                  </a:lnTo>
                  <a:lnTo>
                    <a:pt x="133133" y="159183"/>
                  </a:lnTo>
                  <a:lnTo>
                    <a:pt x="133999" y="160355"/>
                  </a:lnTo>
                  <a:lnTo>
                    <a:pt x="134930" y="163008"/>
                  </a:lnTo>
                  <a:lnTo>
                    <a:pt x="135520" y="165375"/>
                  </a:lnTo>
                  <a:lnTo>
                    <a:pt x="136814" y="167644"/>
                  </a:lnTo>
                  <a:lnTo>
                    <a:pt x="137129" y="168317"/>
                  </a:lnTo>
                  <a:lnTo>
                    <a:pt x="137048" y="168884"/>
                  </a:lnTo>
                  <a:lnTo>
                    <a:pt x="136707" y="169850"/>
                  </a:lnTo>
                  <a:lnTo>
                    <a:pt x="136264" y="173074"/>
                  </a:lnTo>
                  <a:lnTo>
                    <a:pt x="135736" y="173586"/>
                  </a:lnTo>
                  <a:lnTo>
                    <a:pt x="135147" y="173793"/>
                  </a:lnTo>
                  <a:lnTo>
                    <a:pt x="133548" y="176155"/>
                  </a:lnTo>
                  <a:lnTo>
                    <a:pt x="132836" y="175870"/>
                  </a:lnTo>
                  <a:lnTo>
                    <a:pt x="131822" y="175900"/>
                  </a:lnTo>
                  <a:lnTo>
                    <a:pt x="131079" y="176678"/>
                  </a:lnTo>
                  <a:lnTo>
                    <a:pt x="131160" y="178149"/>
                  </a:lnTo>
                  <a:lnTo>
                    <a:pt x="131812" y="179495"/>
                  </a:lnTo>
                  <a:lnTo>
                    <a:pt x="132195" y="180961"/>
                  </a:lnTo>
                  <a:lnTo>
                    <a:pt x="132350" y="182486"/>
                  </a:lnTo>
                  <a:lnTo>
                    <a:pt x="133074" y="183616"/>
                  </a:lnTo>
                  <a:lnTo>
                    <a:pt x="134090" y="184291"/>
                  </a:lnTo>
                  <a:lnTo>
                    <a:pt x="134671" y="184338"/>
                  </a:lnTo>
                  <a:lnTo>
                    <a:pt x="135051" y="184743"/>
                  </a:lnTo>
                  <a:lnTo>
                    <a:pt x="135279" y="185267"/>
                  </a:lnTo>
                  <a:lnTo>
                    <a:pt x="135716" y="188535"/>
                  </a:lnTo>
                  <a:lnTo>
                    <a:pt x="135454" y="189354"/>
                  </a:lnTo>
                  <a:lnTo>
                    <a:pt x="134907" y="189704"/>
                  </a:lnTo>
                  <a:lnTo>
                    <a:pt x="134580" y="191048"/>
                  </a:lnTo>
                  <a:lnTo>
                    <a:pt x="133927" y="193031"/>
                  </a:lnTo>
                  <a:lnTo>
                    <a:pt x="133556" y="194622"/>
                  </a:lnTo>
                  <a:lnTo>
                    <a:pt x="133966" y="196023"/>
                  </a:lnTo>
                  <a:lnTo>
                    <a:pt x="134141" y="197060"/>
                  </a:lnTo>
                  <a:lnTo>
                    <a:pt x="133922" y="198128"/>
                  </a:lnTo>
                  <a:lnTo>
                    <a:pt x="134215" y="199792"/>
                  </a:lnTo>
                  <a:lnTo>
                    <a:pt x="134987" y="201438"/>
                  </a:lnTo>
                  <a:lnTo>
                    <a:pt x="137083" y="203752"/>
                  </a:lnTo>
                  <a:lnTo>
                    <a:pt x="139029" y="205635"/>
                  </a:lnTo>
                  <a:lnTo>
                    <a:pt x="139631" y="205948"/>
                  </a:lnTo>
                  <a:lnTo>
                    <a:pt x="142261" y="204738"/>
                  </a:lnTo>
                  <a:lnTo>
                    <a:pt x="142696" y="204842"/>
                  </a:lnTo>
                  <a:lnTo>
                    <a:pt x="143016" y="206285"/>
                  </a:lnTo>
                  <a:lnTo>
                    <a:pt x="143156" y="207255"/>
                  </a:lnTo>
                  <a:lnTo>
                    <a:pt x="142860" y="208718"/>
                  </a:lnTo>
                  <a:lnTo>
                    <a:pt x="142149" y="210734"/>
                  </a:lnTo>
                  <a:lnTo>
                    <a:pt x="141378" y="212340"/>
                  </a:lnTo>
                  <a:lnTo>
                    <a:pt x="140910" y="213705"/>
                  </a:lnTo>
                  <a:lnTo>
                    <a:pt x="141008" y="214944"/>
                  </a:lnTo>
                  <a:lnTo>
                    <a:pt x="141038" y="216593"/>
                  </a:lnTo>
                  <a:lnTo>
                    <a:pt x="140411" y="217087"/>
                  </a:lnTo>
                  <a:lnTo>
                    <a:pt x="140391" y="216761"/>
                  </a:lnTo>
                  <a:lnTo>
                    <a:pt x="140133" y="216482"/>
                  </a:lnTo>
                  <a:lnTo>
                    <a:pt x="139909" y="216647"/>
                  </a:lnTo>
                  <a:lnTo>
                    <a:pt x="139737" y="217005"/>
                  </a:lnTo>
                  <a:lnTo>
                    <a:pt x="139710" y="217639"/>
                  </a:lnTo>
                  <a:lnTo>
                    <a:pt x="138373" y="218693"/>
                  </a:lnTo>
                  <a:lnTo>
                    <a:pt x="137451" y="219785"/>
                  </a:lnTo>
                  <a:lnTo>
                    <a:pt x="133807" y="226309"/>
                  </a:lnTo>
                  <a:lnTo>
                    <a:pt x="132102" y="228223"/>
                  </a:lnTo>
                  <a:lnTo>
                    <a:pt x="131766" y="229375"/>
                  </a:lnTo>
                  <a:lnTo>
                    <a:pt x="131418" y="231530"/>
                  </a:lnTo>
                  <a:lnTo>
                    <a:pt x="130417" y="233379"/>
                  </a:lnTo>
                  <a:lnTo>
                    <a:pt x="129540" y="234259"/>
                  </a:lnTo>
                  <a:lnTo>
                    <a:pt x="127369" y="235163"/>
                  </a:lnTo>
                  <a:lnTo>
                    <a:pt x="125189" y="237123"/>
                  </a:lnTo>
                  <a:lnTo>
                    <a:pt x="124207" y="236278"/>
                  </a:lnTo>
                  <a:lnTo>
                    <a:pt x="121662" y="236369"/>
                  </a:lnTo>
                  <a:lnTo>
                    <a:pt x="120076" y="234007"/>
                  </a:lnTo>
                  <a:lnTo>
                    <a:pt x="117025" y="232509"/>
                  </a:lnTo>
                  <a:lnTo>
                    <a:pt x="116032" y="229069"/>
                  </a:lnTo>
                  <a:lnTo>
                    <a:pt x="114643" y="228846"/>
                  </a:lnTo>
                  <a:lnTo>
                    <a:pt x="113733" y="228950"/>
                  </a:lnTo>
                  <a:lnTo>
                    <a:pt x="113189" y="228429"/>
                  </a:lnTo>
                  <a:lnTo>
                    <a:pt x="113047" y="227256"/>
                  </a:lnTo>
                  <a:lnTo>
                    <a:pt x="113035" y="226126"/>
                  </a:lnTo>
                  <a:lnTo>
                    <a:pt x="112070" y="226646"/>
                  </a:lnTo>
                  <a:lnTo>
                    <a:pt x="111333" y="226646"/>
                  </a:lnTo>
                  <a:lnTo>
                    <a:pt x="110894" y="227099"/>
                  </a:lnTo>
                  <a:lnTo>
                    <a:pt x="110547" y="227621"/>
                  </a:lnTo>
                  <a:lnTo>
                    <a:pt x="110136" y="227288"/>
                  </a:lnTo>
                  <a:lnTo>
                    <a:pt x="109898" y="227400"/>
                  </a:lnTo>
                  <a:lnTo>
                    <a:pt x="109919" y="228065"/>
                  </a:lnTo>
                  <a:lnTo>
                    <a:pt x="109034" y="228231"/>
                  </a:lnTo>
                  <a:lnTo>
                    <a:pt x="108074" y="227823"/>
                  </a:lnTo>
                  <a:lnTo>
                    <a:pt x="105555" y="226047"/>
                  </a:lnTo>
                  <a:lnTo>
                    <a:pt x="105168" y="225776"/>
                  </a:lnTo>
                  <a:lnTo>
                    <a:pt x="103419" y="225089"/>
                  </a:lnTo>
                  <a:lnTo>
                    <a:pt x="102712" y="224379"/>
                  </a:lnTo>
                  <a:lnTo>
                    <a:pt x="102140" y="222624"/>
                  </a:lnTo>
                  <a:lnTo>
                    <a:pt x="101703" y="222069"/>
                  </a:lnTo>
                  <a:lnTo>
                    <a:pt x="101445" y="221737"/>
                  </a:lnTo>
                  <a:lnTo>
                    <a:pt x="99813" y="222623"/>
                  </a:lnTo>
                  <a:lnTo>
                    <a:pt x="99246" y="224004"/>
                  </a:lnTo>
                  <a:lnTo>
                    <a:pt x="98362" y="225621"/>
                  </a:lnTo>
                  <a:lnTo>
                    <a:pt x="92310" y="233552"/>
                  </a:lnTo>
                  <a:lnTo>
                    <a:pt x="91205" y="236875"/>
                  </a:lnTo>
                  <a:lnTo>
                    <a:pt x="89926" y="241769"/>
                  </a:lnTo>
                  <a:lnTo>
                    <a:pt x="89826" y="244052"/>
                  </a:lnTo>
                  <a:lnTo>
                    <a:pt x="90377" y="251351"/>
                  </a:lnTo>
                  <a:lnTo>
                    <a:pt x="91608" y="255183"/>
                  </a:lnTo>
                  <a:lnTo>
                    <a:pt x="91764" y="256071"/>
                  </a:lnTo>
                  <a:lnTo>
                    <a:pt x="91082" y="256075"/>
                  </a:lnTo>
                  <a:lnTo>
                    <a:pt x="89937" y="255596"/>
                  </a:lnTo>
                  <a:lnTo>
                    <a:pt x="88986" y="255004"/>
                  </a:lnTo>
                  <a:lnTo>
                    <a:pt x="88081" y="255335"/>
                  </a:lnTo>
                  <a:lnTo>
                    <a:pt x="87209" y="256127"/>
                  </a:lnTo>
                  <a:lnTo>
                    <a:pt x="86447" y="256606"/>
                  </a:lnTo>
                  <a:lnTo>
                    <a:pt x="85900" y="256740"/>
                  </a:lnTo>
                  <a:lnTo>
                    <a:pt x="85533" y="257197"/>
                  </a:lnTo>
                  <a:lnTo>
                    <a:pt x="85358" y="258111"/>
                  </a:lnTo>
                  <a:lnTo>
                    <a:pt x="85322" y="258750"/>
                  </a:lnTo>
                  <a:lnTo>
                    <a:pt x="84359" y="258593"/>
                  </a:lnTo>
                  <a:lnTo>
                    <a:pt x="82132" y="257278"/>
                  </a:lnTo>
                  <a:lnTo>
                    <a:pt x="80129" y="256372"/>
                  </a:lnTo>
                  <a:lnTo>
                    <a:pt x="78954" y="257402"/>
                  </a:lnTo>
                  <a:lnTo>
                    <a:pt x="78199" y="258365"/>
                  </a:lnTo>
                  <a:lnTo>
                    <a:pt x="77668" y="258217"/>
                  </a:lnTo>
                  <a:lnTo>
                    <a:pt x="77264" y="257204"/>
                  </a:lnTo>
                  <a:lnTo>
                    <a:pt x="76993" y="256213"/>
                  </a:lnTo>
                  <a:lnTo>
                    <a:pt x="76209" y="255304"/>
                  </a:lnTo>
                  <a:lnTo>
                    <a:pt x="74440" y="253938"/>
                  </a:lnTo>
                  <a:lnTo>
                    <a:pt x="74531" y="253279"/>
                  </a:lnTo>
                  <a:lnTo>
                    <a:pt x="74833" y="252360"/>
                  </a:lnTo>
                  <a:lnTo>
                    <a:pt x="74824" y="251793"/>
                  </a:lnTo>
                  <a:lnTo>
                    <a:pt x="74484" y="250950"/>
                  </a:lnTo>
                  <a:lnTo>
                    <a:pt x="72853" y="250047"/>
                  </a:lnTo>
                  <a:lnTo>
                    <a:pt x="72084" y="249819"/>
                  </a:lnTo>
                  <a:lnTo>
                    <a:pt x="71596" y="250441"/>
                  </a:lnTo>
                  <a:lnTo>
                    <a:pt x="71244" y="251202"/>
                  </a:lnTo>
                  <a:lnTo>
                    <a:pt x="70336" y="248402"/>
                  </a:lnTo>
                  <a:lnTo>
                    <a:pt x="69690" y="247832"/>
                  </a:lnTo>
                  <a:lnTo>
                    <a:pt x="68712" y="247738"/>
                  </a:lnTo>
                  <a:lnTo>
                    <a:pt x="67594" y="246884"/>
                  </a:lnTo>
                  <a:lnTo>
                    <a:pt x="66430" y="245793"/>
                  </a:lnTo>
                  <a:lnTo>
                    <a:pt x="63604" y="244047"/>
                  </a:lnTo>
                  <a:lnTo>
                    <a:pt x="62826" y="243838"/>
                  </a:lnTo>
                  <a:lnTo>
                    <a:pt x="62515" y="244115"/>
                  </a:lnTo>
                  <a:lnTo>
                    <a:pt x="62307" y="245158"/>
                  </a:lnTo>
                  <a:lnTo>
                    <a:pt x="62195" y="248108"/>
                  </a:lnTo>
                  <a:lnTo>
                    <a:pt x="62076" y="248434"/>
                  </a:lnTo>
                  <a:lnTo>
                    <a:pt x="60764" y="248532"/>
                  </a:lnTo>
                  <a:lnTo>
                    <a:pt x="59148" y="248122"/>
                  </a:lnTo>
                  <a:lnTo>
                    <a:pt x="58407" y="248325"/>
                  </a:lnTo>
                  <a:lnTo>
                    <a:pt x="57747" y="248336"/>
                  </a:lnTo>
                  <a:lnTo>
                    <a:pt x="57124" y="247555"/>
                  </a:lnTo>
                  <a:lnTo>
                    <a:pt x="54807" y="248297"/>
                  </a:lnTo>
                  <a:lnTo>
                    <a:pt x="54333" y="248448"/>
                  </a:lnTo>
                  <a:lnTo>
                    <a:pt x="53869" y="248012"/>
                  </a:lnTo>
                  <a:lnTo>
                    <a:pt x="53195" y="246681"/>
                  </a:lnTo>
                  <a:lnTo>
                    <a:pt x="52444" y="245606"/>
                  </a:lnTo>
                  <a:lnTo>
                    <a:pt x="51860" y="245055"/>
                  </a:lnTo>
                  <a:lnTo>
                    <a:pt x="51362" y="244423"/>
                  </a:lnTo>
                  <a:lnTo>
                    <a:pt x="50910" y="244320"/>
                  </a:lnTo>
                  <a:lnTo>
                    <a:pt x="50221" y="244932"/>
                  </a:lnTo>
                  <a:lnTo>
                    <a:pt x="49270" y="245192"/>
                  </a:lnTo>
                  <a:lnTo>
                    <a:pt x="48479" y="245112"/>
                  </a:lnTo>
                  <a:lnTo>
                    <a:pt x="48058" y="245202"/>
                  </a:lnTo>
                  <a:lnTo>
                    <a:pt x="46289" y="241935"/>
                  </a:lnTo>
                  <a:lnTo>
                    <a:pt x="46030" y="241041"/>
                  </a:lnTo>
                  <a:lnTo>
                    <a:pt x="45149" y="240792"/>
                  </a:lnTo>
                  <a:lnTo>
                    <a:pt x="44060" y="240754"/>
                  </a:lnTo>
                  <a:lnTo>
                    <a:pt x="41280" y="238637"/>
                  </a:lnTo>
                  <a:lnTo>
                    <a:pt x="40014" y="237500"/>
                  </a:lnTo>
                  <a:lnTo>
                    <a:pt x="39828" y="236825"/>
                  </a:lnTo>
                  <a:lnTo>
                    <a:pt x="39846" y="236278"/>
                  </a:lnTo>
                  <a:lnTo>
                    <a:pt x="39629" y="236396"/>
                  </a:lnTo>
                  <a:lnTo>
                    <a:pt x="39239" y="237363"/>
                  </a:lnTo>
                  <a:lnTo>
                    <a:pt x="39035" y="238151"/>
                  </a:lnTo>
                  <a:lnTo>
                    <a:pt x="38764" y="238298"/>
                  </a:lnTo>
                  <a:lnTo>
                    <a:pt x="38364" y="238175"/>
                  </a:lnTo>
                  <a:lnTo>
                    <a:pt x="37995" y="237732"/>
                  </a:lnTo>
                  <a:lnTo>
                    <a:pt x="37769" y="237159"/>
                  </a:lnTo>
                  <a:lnTo>
                    <a:pt x="38012" y="236160"/>
                  </a:lnTo>
                  <a:lnTo>
                    <a:pt x="38435" y="234855"/>
                  </a:lnTo>
                  <a:lnTo>
                    <a:pt x="38611" y="233437"/>
                  </a:lnTo>
                  <a:lnTo>
                    <a:pt x="38572" y="232167"/>
                  </a:lnTo>
                  <a:lnTo>
                    <a:pt x="37870" y="231352"/>
                  </a:lnTo>
                  <a:lnTo>
                    <a:pt x="36837" y="231011"/>
                  </a:lnTo>
                  <a:lnTo>
                    <a:pt x="36081" y="230915"/>
                  </a:lnTo>
                  <a:lnTo>
                    <a:pt x="35095" y="230189"/>
                  </a:lnTo>
                  <a:lnTo>
                    <a:pt x="34630" y="229667"/>
                  </a:lnTo>
                  <a:lnTo>
                    <a:pt x="34176" y="228253"/>
                  </a:lnTo>
                  <a:lnTo>
                    <a:pt x="34161" y="227226"/>
                  </a:lnTo>
                  <a:lnTo>
                    <a:pt x="36032" y="226318"/>
                  </a:lnTo>
                  <a:lnTo>
                    <a:pt x="37719" y="222603"/>
                  </a:lnTo>
                  <a:lnTo>
                    <a:pt x="39317" y="209115"/>
                  </a:lnTo>
                  <a:lnTo>
                    <a:pt x="40473" y="193169"/>
                  </a:lnTo>
                  <a:lnTo>
                    <a:pt x="41333" y="190156"/>
                  </a:lnTo>
                  <a:lnTo>
                    <a:pt x="42413" y="189328"/>
                  </a:lnTo>
                  <a:lnTo>
                    <a:pt x="41539" y="187137"/>
                  </a:lnTo>
                  <a:lnTo>
                    <a:pt x="40992" y="188246"/>
                  </a:lnTo>
                  <a:lnTo>
                    <a:pt x="40763" y="189424"/>
                  </a:lnTo>
                  <a:lnTo>
                    <a:pt x="40477" y="190012"/>
                  </a:lnTo>
                  <a:lnTo>
                    <a:pt x="41123" y="175392"/>
                  </a:lnTo>
                  <a:lnTo>
                    <a:pt x="41583" y="170039"/>
                  </a:lnTo>
                  <a:lnTo>
                    <a:pt x="42366" y="164431"/>
                  </a:lnTo>
                  <a:lnTo>
                    <a:pt x="43969" y="166657"/>
                  </a:lnTo>
                  <a:lnTo>
                    <a:pt x="45297" y="168915"/>
                  </a:lnTo>
                  <a:lnTo>
                    <a:pt x="45984" y="170875"/>
                  </a:lnTo>
                  <a:lnTo>
                    <a:pt x="46853" y="177402"/>
                  </a:lnTo>
                  <a:lnTo>
                    <a:pt x="47511" y="178771"/>
                  </a:lnTo>
                  <a:lnTo>
                    <a:pt x="48495" y="180146"/>
                  </a:lnTo>
                  <a:lnTo>
                    <a:pt x="48106" y="178646"/>
                  </a:lnTo>
                  <a:lnTo>
                    <a:pt x="47429" y="177499"/>
                  </a:lnTo>
                  <a:lnTo>
                    <a:pt x="46370" y="168798"/>
                  </a:lnTo>
                  <a:lnTo>
                    <a:pt x="45706" y="166334"/>
                  </a:lnTo>
                  <a:lnTo>
                    <a:pt x="44672" y="164261"/>
                  </a:lnTo>
                  <a:lnTo>
                    <a:pt x="41343" y="159895"/>
                  </a:lnTo>
                  <a:lnTo>
                    <a:pt x="41043" y="159052"/>
                  </a:lnTo>
                  <a:lnTo>
                    <a:pt x="40882" y="157384"/>
                  </a:lnTo>
                  <a:lnTo>
                    <a:pt x="41983" y="157455"/>
                  </a:lnTo>
                  <a:lnTo>
                    <a:pt x="42933" y="158266"/>
                  </a:lnTo>
                  <a:lnTo>
                    <a:pt x="42821" y="157332"/>
                  </a:lnTo>
                  <a:lnTo>
                    <a:pt x="42539" y="156357"/>
                  </a:lnTo>
                  <a:lnTo>
                    <a:pt x="42097" y="152821"/>
                  </a:lnTo>
                  <a:lnTo>
                    <a:pt x="41729" y="144562"/>
                  </a:lnTo>
                  <a:lnTo>
                    <a:pt x="41779" y="143148"/>
                  </a:lnTo>
                  <a:lnTo>
                    <a:pt x="41615" y="141414"/>
                  </a:lnTo>
                  <a:lnTo>
                    <a:pt x="40550" y="141025"/>
                  </a:lnTo>
                  <a:lnTo>
                    <a:pt x="39699" y="140955"/>
                  </a:lnTo>
                  <a:lnTo>
                    <a:pt x="38782" y="140269"/>
                  </a:lnTo>
                  <a:lnTo>
                    <a:pt x="34247" y="135401"/>
                  </a:lnTo>
                  <a:lnTo>
                    <a:pt x="32695" y="130379"/>
                  </a:lnTo>
                  <a:lnTo>
                    <a:pt x="31107" y="126671"/>
                  </a:lnTo>
                  <a:lnTo>
                    <a:pt x="30726" y="125053"/>
                  </a:lnTo>
                  <a:lnTo>
                    <a:pt x="30752" y="123414"/>
                  </a:lnTo>
                  <a:lnTo>
                    <a:pt x="31573" y="119953"/>
                  </a:lnTo>
                  <a:lnTo>
                    <a:pt x="30848" y="117767"/>
                  </a:lnTo>
                  <a:lnTo>
                    <a:pt x="30138" y="117333"/>
                  </a:lnTo>
                  <a:lnTo>
                    <a:pt x="29523" y="116251"/>
                  </a:lnTo>
                  <a:lnTo>
                    <a:pt x="30081" y="114449"/>
                  </a:lnTo>
                  <a:lnTo>
                    <a:pt x="30544" y="113296"/>
                  </a:lnTo>
                  <a:lnTo>
                    <a:pt x="31473" y="112981"/>
                  </a:lnTo>
                  <a:lnTo>
                    <a:pt x="32691" y="113364"/>
                  </a:lnTo>
                  <a:lnTo>
                    <a:pt x="33847" y="114407"/>
                  </a:lnTo>
                  <a:lnTo>
                    <a:pt x="34754" y="114684"/>
                  </a:lnTo>
                  <a:lnTo>
                    <a:pt x="32074" y="111885"/>
                  </a:lnTo>
                  <a:lnTo>
                    <a:pt x="27728" y="112828"/>
                  </a:lnTo>
                  <a:lnTo>
                    <a:pt x="26791" y="112468"/>
                  </a:lnTo>
                  <a:lnTo>
                    <a:pt x="26001" y="111844"/>
                  </a:lnTo>
                  <a:lnTo>
                    <a:pt x="25691" y="109790"/>
                  </a:lnTo>
                  <a:lnTo>
                    <a:pt x="26309" y="108863"/>
                  </a:lnTo>
                  <a:lnTo>
                    <a:pt x="26869" y="107151"/>
                  </a:lnTo>
                  <a:lnTo>
                    <a:pt x="26235" y="105947"/>
                  </a:lnTo>
                  <a:lnTo>
                    <a:pt x="25414" y="105492"/>
                  </a:lnTo>
                  <a:lnTo>
                    <a:pt x="24127" y="105518"/>
                  </a:lnTo>
                  <a:lnTo>
                    <a:pt x="22926" y="105881"/>
                  </a:lnTo>
                  <a:lnTo>
                    <a:pt x="22621" y="105190"/>
                  </a:lnTo>
                  <a:lnTo>
                    <a:pt x="23354" y="103283"/>
                  </a:lnTo>
                  <a:lnTo>
                    <a:pt x="22731" y="102581"/>
                  </a:lnTo>
                  <a:lnTo>
                    <a:pt x="21901" y="102909"/>
                  </a:lnTo>
                  <a:lnTo>
                    <a:pt x="20696" y="103304"/>
                  </a:lnTo>
                  <a:lnTo>
                    <a:pt x="19544" y="102705"/>
                  </a:lnTo>
                  <a:lnTo>
                    <a:pt x="18455" y="100538"/>
                  </a:lnTo>
                  <a:lnTo>
                    <a:pt x="17732" y="100554"/>
                  </a:lnTo>
                  <a:lnTo>
                    <a:pt x="17236" y="100821"/>
                  </a:lnTo>
                  <a:lnTo>
                    <a:pt x="16501" y="99987"/>
                  </a:lnTo>
                  <a:lnTo>
                    <a:pt x="15726" y="99778"/>
                  </a:lnTo>
                  <a:lnTo>
                    <a:pt x="15174" y="100055"/>
                  </a:lnTo>
                  <a:lnTo>
                    <a:pt x="14439" y="98811"/>
                  </a:lnTo>
                  <a:lnTo>
                    <a:pt x="9915" y="96317"/>
                  </a:lnTo>
                  <a:lnTo>
                    <a:pt x="7961" y="96012"/>
                  </a:lnTo>
                  <a:lnTo>
                    <a:pt x="6169" y="97142"/>
                  </a:lnTo>
                  <a:lnTo>
                    <a:pt x="5183" y="96749"/>
                  </a:lnTo>
                  <a:lnTo>
                    <a:pt x="4458" y="95138"/>
                  </a:lnTo>
                  <a:lnTo>
                    <a:pt x="3849" y="92434"/>
                  </a:lnTo>
                  <a:lnTo>
                    <a:pt x="963" y="90349"/>
                  </a:lnTo>
                  <a:lnTo>
                    <a:pt x="1534" y="88981"/>
                  </a:lnTo>
                  <a:lnTo>
                    <a:pt x="2878" y="88658"/>
                  </a:lnTo>
                  <a:lnTo>
                    <a:pt x="4426" y="87710"/>
                  </a:lnTo>
                  <a:lnTo>
                    <a:pt x="4983" y="86494"/>
                  </a:lnTo>
                  <a:lnTo>
                    <a:pt x="3773" y="85076"/>
                  </a:lnTo>
                  <a:lnTo>
                    <a:pt x="2880" y="84728"/>
                  </a:lnTo>
                  <a:lnTo>
                    <a:pt x="2510" y="84219"/>
                  </a:lnTo>
                  <a:lnTo>
                    <a:pt x="2133" y="82946"/>
                  </a:lnTo>
                  <a:lnTo>
                    <a:pt x="2667" y="82365"/>
                  </a:lnTo>
                  <a:lnTo>
                    <a:pt x="3045" y="82673"/>
                  </a:lnTo>
                  <a:lnTo>
                    <a:pt x="4133" y="82857"/>
                  </a:lnTo>
                  <a:lnTo>
                    <a:pt x="5996" y="82543"/>
                  </a:lnTo>
                  <a:lnTo>
                    <a:pt x="5302" y="81261"/>
                  </a:lnTo>
                  <a:lnTo>
                    <a:pt x="4581" y="80975"/>
                  </a:lnTo>
                  <a:lnTo>
                    <a:pt x="4250" y="80653"/>
                  </a:lnTo>
                  <a:lnTo>
                    <a:pt x="2735" y="80515"/>
                  </a:lnTo>
                  <a:lnTo>
                    <a:pt x="2045" y="80952"/>
                  </a:lnTo>
                  <a:lnTo>
                    <a:pt x="496" y="80786"/>
                  </a:lnTo>
                  <a:lnTo>
                    <a:pt x="160" y="79401"/>
                  </a:lnTo>
                  <a:lnTo>
                    <a:pt x="0" y="78212"/>
                  </a:lnTo>
                  <a:lnTo>
                    <a:pt x="480" y="75563"/>
                  </a:lnTo>
                  <a:lnTo>
                    <a:pt x="2661" y="73197"/>
                  </a:lnTo>
                  <a:lnTo>
                    <a:pt x="8097" y="70610"/>
                  </a:lnTo>
                  <a:lnTo>
                    <a:pt x="10435" y="70988"/>
                  </a:lnTo>
                  <a:lnTo>
                    <a:pt x="12057" y="70522"/>
                  </a:lnTo>
                  <a:lnTo>
                    <a:pt x="13999" y="68892"/>
                  </a:lnTo>
                  <a:lnTo>
                    <a:pt x="14857" y="67495"/>
                  </a:lnTo>
                  <a:lnTo>
                    <a:pt x="17619" y="66671"/>
                  </a:lnTo>
                  <a:lnTo>
                    <a:pt x="20245" y="68153"/>
                  </a:lnTo>
                  <a:lnTo>
                    <a:pt x="22666" y="73755"/>
                  </a:lnTo>
                  <a:lnTo>
                    <a:pt x="23823" y="75654"/>
                  </a:lnTo>
                  <a:lnTo>
                    <a:pt x="26656" y="72360"/>
                  </a:lnTo>
                  <a:lnTo>
                    <a:pt x="30876" y="72457"/>
                  </a:lnTo>
                  <a:lnTo>
                    <a:pt x="31748" y="74316"/>
                  </a:lnTo>
                  <a:lnTo>
                    <a:pt x="32100" y="72750"/>
                  </a:lnTo>
                  <a:lnTo>
                    <a:pt x="32876" y="70917"/>
                  </a:lnTo>
                  <a:lnTo>
                    <a:pt x="33494" y="71753"/>
                  </a:lnTo>
                  <a:lnTo>
                    <a:pt x="33808" y="72885"/>
                  </a:lnTo>
                  <a:lnTo>
                    <a:pt x="38262" y="72563"/>
                  </a:lnTo>
                  <a:lnTo>
                    <a:pt x="38966" y="72233"/>
                  </a:lnTo>
                  <a:lnTo>
                    <a:pt x="37769" y="70903"/>
                  </a:lnTo>
                  <a:lnTo>
                    <a:pt x="36791" y="67714"/>
                  </a:lnTo>
                  <a:lnTo>
                    <a:pt x="36588" y="55987"/>
                  </a:lnTo>
                  <a:lnTo>
                    <a:pt x="35354" y="52713"/>
                  </a:lnTo>
                  <a:lnTo>
                    <a:pt x="33938" y="47484"/>
                  </a:lnTo>
                  <a:lnTo>
                    <a:pt x="33286" y="44382"/>
                  </a:lnTo>
                  <a:lnTo>
                    <a:pt x="33225" y="43310"/>
                  </a:lnTo>
                  <a:lnTo>
                    <a:pt x="33443" y="41762"/>
                  </a:lnTo>
                  <a:lnTo>
                    <a:pt x="35184" y="41846"/>
                  </a:lnTo>
                  <a:lnTo>
                    <a:pt x="36529" y="42238"/>
                  </a:lnTo>
                  <a:lnTo>
                    <a:pt x="39090" y="41068"/>
                  </a:lnTo>
                  <a:lnTo>
                    <a:pt x="40322" y="41869"/>
                  </a:lnTo>
                  <a:lnTo>
                    <a:pt x="40250" y="44290"/>
                  </a:lnTo>
                  <a:lnTo>
                    <a:pt x="40626" y="47344"/>
                  </a:lnTo>
                  <a:lnTo>
                    <a:pt x="41055" y="48823"/>
                  </a:lnTo>
                  <a:lnTo>
                    <a:pt x="41704" y="50506"/>
                  </a:lnTo>
                  <a:lnTo>
                    <a:pt x="43769" y="50350"/>
                  </a:lnTo>
                  <a:lnTo>
                    <a:pt x="45997" y="51338"/>
                  </a:lnTo>
                  <a:lnTo>
                    <a:pt x="48812" y="51491"/>
                  </a:lnTo>
                  <a:lnTo>
                    <a:pt x="52925" y="53198"/>
                  </a:lnTo>
                  <a:lnTo>
                    <a:pt x="54678" y="52209"/>
                  </a:lnTo>
                  <a:lnTo>
                    <a:pt x="54807" y="52050"/>
                  </a:lnTo>
                  <a:lnTo>
                    <a:pt x="56373" y="50103"/>
                  </a:lnTo>
                  <a:lnTo>
                    <a:pt x="59604" y="48718"/>
                  </a:lnTo>
                  <a:lnTo>
                    <a:pt x="59862" y="47985"/>
                  </a:lnTo>
                  <a:lnTo>
                    <a:pt x="58002" y="48278"/>
                  </a:lnTo>
                  <a:lnTo>
                    <a:pt x="56296" y="46943"/>
                  </a:lnTo>
                  <a:lnTo>
                    <a:pt x="56065" y="45493"/>
                  </a:lnTo>
                  <a:lnTo>
                    <a:pt x="56263" y="44192"/>
                  </a:lnTo>
                  <a:lnTo>
                    <a:pt x="56955" y="41194"/>
                  </a:lnTo>
                  <a:lnTo>
                    <a:pt x="61898" y="36468"/>
                  </a:lnTo>
                  <a:lnTo>
                    <a:pt x="65441" y="35072"/>
                  </a:lnTo>
                  <a:lnTo>
                    <a:pt x="69140" y="32470"/>
                  </a:lnTo>
                  <a:lnTo>
                    <a:pt x="71001" y="29802"/>
                  </a:lnTo>
                  <a:lnTo>
                    <a:pt x="72231" y="26358"/>
                  </a:lnTo>
                  <a:lnTo>
                    <a:pt x="72626" y="25601"/>
                  </a:lnTo>
                  <a:lnTo>
                    <a:pt x="73136" y="24966"/>
                  </a:lnTo>
                  <a:lnTo>
                    <a:pt x="72662" y="23732"/>
                  </a:lnTo>
                  <a:lnTo>
                    <a:pt x="72984" y="10574"/>
                  </a:lnTo>
                  <a:lnTo>
                    <a:pt x="73330" y="8203"/>
                  </a:lnTo>
                  <a:lnTo>
                    <a:pt x="74051" y="6267"/>
                  </a:lnTo>
                  <a:lnTo>
                    <a:pt x="75149" y="4769"/>
                  </a:lnTo>
                  <a:lnTo>
                    <a:pt x="76816" y="3146"/>
                  </a:lnTo>
                  <a:lnTo>
                    <a:pt x="82952" y="904"/>
                  </a:lnTo>
                  <a:lnTo>
                    <a:pt x="83863" y="0"/>
                  </a:lnTo>
                  <a:lnTo>
                    <a:pt x="83991" y="1406"/>
                  </a:lnTo>
                  <a:lnTo>
                    <a:pt x="84438" y="3207"/>
                  </a:lnTo>
                  <a:lnTo>
                    <a:pt x="84744" y="4191"/>
                  </a:lnTo>
                  <a:lnTo>
                    <a:pt x="84489" y="5476"/>
                  </a:lnTo>
                  <a:lnTo>
                    <a:pt x="84691" y="6535"/>
                  </a:lnTo>
                  <a:lnTo>
                    <a:pt x="85523" y="8441"/>
                  </a:lnTo>
                  <a:lnTo>
                    <a:pt x="86562" y="10238"/>
                  </a:lnTo>
                  <a:lnTo>
                    <a:pt x="87487" y="11386"/>
                  </a:lnTo>
                  <a:lnTo>
                    <a:pt x="87747" y="11261"/>
                  </a:lnTo>
                  <a:lnTo>
                    <a:pt x="88433" y="10935"/>
                  </a:lnTo>
                  <a:lnTo>
                    <a:pt x="89594" y="9757"/>
                  </a:lnTo>
                  <a:lnTo>
                    <a:pt x="90560" y="9386"/>
                  </a:lnTo>
                  <a:lnTo>
                    <a:pt x="91113" y="10288"/>
                  </a:lnTo>
                  <a:lnTo>
                    <a:pt x="91426" y="10798"/>
                  </a:lnTo>
                  <a:lnTo>
                    <a:pt x="92035" y="12829"/>
                  </a:lnTo>
                  <a:lnTo>
                    <a:pt x="92206" y="14950"/>
                  </a:lnTo>
                  <a:lnTo>
                    <a:pt x="92476" y="16712"/>
                  </a:lnTo>
                  <a:lnTo>
                    <a:pt x="92970" y="17426"/>
                  </a:lnTo>
                  <a:lnTo>
                    <a:pt x="94820" y="17660"/>
                  </a:lnTo>
                  <a:lnTo>
                    <a:pt x="96183" y="18313"/>
                  </a:lnTo>
                  <a:lnTo>
                    <a:pt x="96544" y="18905"/>
                  </a:lnTo>
                  <a:lnTo>
                    <a:pt x="97010" y="22821"/>
                  </a:lnTo>
                  <a:lnTo>
                    <a:pt x="97264" y="23375"/>
                  </a:lnTo>
                  <a:lnTo>
                    <a:pt x="97603" y="22913"/>
                  </a:lnTo>
                  <a:lnTo>
                    <a:pt x="97939" y="22268"/>
                  </a:lnTo>
                  <a:lnTo>
                    <a:pt x="98406" y="22166"/>
                  </a:lnTo>
                  <a:lnTo>
                    <a:pt x="99206" y="22414"/>
                  </a:lnTo>
                  <a:lnTo>
                    <a:pt x="100260" y="22492"/>
                  </a:lnTo>
                  <a:lnTo>
                    <a:pt x="101347" y="22923"/>
                  </a:lnTo>
                  <a:lnTo>
                    <a:pt x="102848" y="25135"/>
                  </a:lnTo>
                  <a:lnTo>
                    <a:pt x="102791" y="25865"/>
                  </a:lnTo>
                  <a:lnTo>
                    <a:pt x="102498" y="27146"/>
                  </a:lnTo>
                  <a:lnTo>
                    <a:pt x="102395" y="28169"/>
                  </a:lnTo>
                  <a:lnTo>
                    <a:pt x="102654" y="28580"/>
                  </a:lnTo>
                  <a:lnTo>
                    <a:pt x="103051" y="29637"/>
                  </a:lnTo>
                  <a:lnTo>
                    <a:pt x="102955" y="30857"/>
                  </a:lnTo>
                  <a:lnTo>
                    <a:pt x="102568" y="31713"/>
                  </a:lnTo>
                  <a:lnTo>
                    <a:pt x="102413" y="32418"/>
                  </a:lnTo>
                  <a:lnTo>
                    <a:pt x="102416" y="32877"/>
                  </a:lnTo>
                  <a:lnTo>
                    <a:pt x="102557" y="33258"/>
                  </a:lnTo>
                  <a:lnTo>
                    <a:pt x="102865" y="33593"/>
                  </a:lnTo>
                  <a:lnTo>
                    <a:pt x="105082" y="34044"/>
                  </a:lnTo>
                  <a:lnTo>
                    <a:pt x="107111" y="33593"/>
                  </a:lnTo>
                  <a:lnTo>
                    <a:pt x="108390" y="32346"/>
                  </a:lnTo>
                  <a:lnTo>
                    <a:pt x="108608" y="31033"/>
                  </a:lnTo>
                  <a:lnTo>
                    <a:pt x="108971" y="29550"/>
                  </a:lnTo>
                  <a:lnTo>
                    <a:pt x="109733" y="28309"/>
                  </a:lnTo>
                  <a:lnTo>
                    <a:pt x="110260" y="27892"/>
                  </a:lnTo>
                  <a:lnTo>
                    <a:pt x="110742" y="28403"/>
                  </a:lnTo>
                  <a:lnTo>
                    <a:pt x="109931" y="33613"/>
                  </a:lnTo>
                  <a:lnTo>
                    <a:pt x="110523" y="34945"/>
                  </a:lnTo>
                  <a:lnTo>
                    <a:pt x="110611" y="36936"/>
                  </a:lnTo>
                  <a:lnTo>
                    <a:pt x="110823" y="38679"/>
                  </a:lnTo>
                  <a:lnTo>
                    <a:pt x="111548" y="38646"/>
                  </a:lnTo>
                  <a:lnTo>
                    <a:pt x="112427" y="38967"/>
                  </a:lnTo>
                  <a:lnTo>
                    <a:pt x="113049" y="39612"/>
                  </a:lnTo>
                  <a:lnTo>
                    <a:pt x="113775" y="40648"/>
                  </a:lnTo>
                  <a:lnTo>
                    <a:pt x="114822" y="41600"/>
                  </a:lnTo>
                  <a:lnTo>
                    <a:pt x="115556" y="41935"/>
                  </a:lnTo>
                  <a:lnTo>
                    <a:pt x="115822" y="42732"/>
                  </a:lnTo>
                  <a:lnTo>
                    <a:pt x="116415" y="43652"/>
                  </a:lnTo>
                  <a:lnTo>
                    <a:pt x="117349" y="45583"/>
                  </a:lnTo>
                  <a:lnTo>
                    <a:pt x="118185" y="46871"/>
                  </a:lnTo>
                  <a:lnTo>
                    <a:pt x="118589" y="46867"/>
                  </a:lnTo>
                  <a:lnTo>
                    <a:pt x="119368" y="46359"/>
                  </a:lnTo>
                  <a:lnTo>
                    <a:pt x="120523" y="460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2"/>
            <p:cNvSpPr/>
            <p:nvPr/>
          </p:nvSpPr>
          <p:spPr>
            <a:xfrm>
              <a:off x="3119099" y="1812834"/>
              <a:ext cx="2936" cy="6501"/>
            </a:xfrm>
            <a:custGeom>
              <a:avLst/>
              <a:pathLst>
                <a:path w="2936" h="6501">
                  <a:moveTo>
                    <a:pt x="2709" y="5605"/>
                  </a:moveTo>
                  <a:lnTo>
                    <a:pt x="2936" y="6501"/>
                  </a:lnTo>
                  <a:lnTo>
                    <a:pt x="2667" y="6401"/>
                  </a:lnTo>
                  <a:lnTo>
                    <a:pt x="1891" y="5380"/>
                  </a:lnTo>
                  <a:lnTo>
                    <a:pt x="537" y="2942"/>
                  </a:lnTo>
                  <a:lnTo>
                    <a:pt x="64" y="927"/>
                  </a:lnTo>
                  <a:lnTo>
                    <a:pt x="0" y="0"/>
                  </a:lnTo>
                  <a:lnTo>
                    <a:pt x="333" y="103"/>
                  </a:lnTo>
                  <a:lnTo>
                    <a:pt x="612" y="932"/>
                  </a:lnTo>
                  <a:lnTo>
                    <a:pt x="1897" y="1476"/>
                  </a:lnTo>
                  <a:lnTo>
                    <a:pt x="2235" y="1885"/>
                  </a:lnTo>
                  <a:lnTo>
                    <a:pt x="2230" y="2894"/>
                  </a:lnTo>
                  <a:lnTo>
                    <a:pt x="2662" y="40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3"/>
            <p:cNvSpPr/>
            <p:nvPr/>
          </p:nvSpPr>
          <p:spPr>
            <a:xfrm>
              <a:off x="3119675" y="1804874"/>
              <a:ext cx="3010" cy="4001"/>
            </a:xfrm>
            <a:custGeom>
              <a:avLst/>
              <a:pathLst>
                <a:path w="3010" h="4001">
                  <a:moveTo>
                    <a:pt x="3010" y="2888"/>
                  </a:moveTo>
                  <a:lnTo>
                    <a:pt x="2784" y="4001"/>
                  </a:lnTo>
                  <a:lnTo>
                    <a:pt x="2469" y="3990"/>
                  </a:lnTo>
                  <a:lnTo>
                    <a:pt x="1386" y="2611"/>
                  </a:lnTo>
                  <a:lnTo>
                    <a:pt x="524" y="1859"/>
                  </a:lnTo>
                  <a:lnTo>
                    <a:pt x="239" y="1225"/>
                  </a:lnTo>
                  <a:lnTo>
                    <a:pt x="0" y="135"/>
                  </a:lnTo>
                  <a:lnTo>
                    <a:pt x="494" y="0"/>
                  </a:lnTo>
                  <a:lnTo>
                    <a:pt x="1081" y="246"/>
                  </a:lnTo>
                  <a:lnTo>
                    <a:pt x="2562" y="1239"/>
                  </a:lnTo>
                  <a:lnTo>
                    <a:pt x="2979" y="227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4"/>
            <p:cNvSpPr/>
            <p:nvPr/>
          </p:nvSpPr>
          <p:spPr>
            <a:xfrm>
              <a:off x="3113486" y="1797561"/>
              <a:ext cx="4113" cy="3285"/>
            </a:xfrm>
            <a:custGeom>
              <a:avLst/>
              <a:pathLst>
                <a:path w="4113" h="3285">
                  <a:moveTo>
                    <a:pt x="2712" y="352"/>
                  </a:moveTo>
                  <a:lnTo>
                    <a:pt x="3745" y="1497"/>
                  </a:lnTo>
                  <a:lnTo>
                    <a:pt x="4113" y="2304"/>
                  </a:lnTo>
                  <a:lnTo>
                    <a:pt x="3519" y="3084"/>
                  </a:lnTo>
                  <a:lnTo>
                    <a:pt x="2798" y="3285"/>
                  </a:lnTo>
                  <a:lnTo>
                    <a:pt x="1929" y="3104"/>
                  </a:lnTo>
                  <a:lnTo>
                    <a:pt x="500" y="2258"/>
                  </a:lnTo>
                  <a:lnTo>
                    <a:pt x="0" y="323"/>
                  </a:lnTo>
                  <a:lnTo>
                    <a:pt x="987" y="370"/>
                  </a:lnTo>
                  <a:lnTo>
                    <a:pt x="2155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5"/>
            <p:cNvSpPr/>
            <p:nvPr/>
          </p:nvSpPr>
          <p:spPr>
            <a:xfrm>
              <a:off x="3116368" y="1792684"/>
              <a:ext cx="6227" cy="10779"/>
            </a:xfrm>
            <a:custGeom>
              <a:avLst/>
              <a:pathLst>
                <a:path w="6227" h="10779">
                  <a:moveTo>
                    <a:pt x="6227" y="2611"/>
                  </a:moveTo>
                  <a:lnTo>
                    <a:pt x="5942" y="6579"/>
                  </a:lnTo>
                  <a:lnTo>
                    <a:pt x="5474" y="6557"/>
                  </a:lnTo>
                  <a:lnTo>
                    <a:pt x="4640" y="5459"/>
                  </a:lnTo>
                  <a:lnTo>
                    <a:pt x="4013" y="5234"/>
                  </a:lnTo>
                  <a:lnTo>
                    <a:pt x="3816" y="5820"/>
                  </a:lnTo>
                  <a:lnTo>
                    <a:pt x="3849" y="6525"/>
                  </a:lnTo>
                  <a:lnTo>
                    <a:pt x="4173" y="6968"/>
                  </a:lnTo>
                  <a:lnTo>
                    <a:pt x="5174" y="9629"/>
                  </a:lnTo>
                  <a:lnTo>
                    <a:pt x="5267" y="10404"/>
                  </a:lnTo>
                  <a:lnTo>
                    <a:pt x="5143" y="10779"/>
                  </a:lnTo>
                  <a:lnTo>
                    <a:pt x="4171" y="10011"/>
                  </a:lnTo>
                  <a:lnTo>
                    <a:pt x="1825" y="6567"/>
                  </a:lnTo>
                  <a:lnTo>
                    <a:pt x="0" y="906"/>
                  </a:lnTo>
                  <a:lnTo>
                    <a:pt x="2457" y="0"/>
                  </a:lnTo>
                  <a:lnTo>
                    <a:pt x="4240" y="148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6"/>
            <p:cNvSpPr/>
            <p:nvPr/>
          </p:nvSpPr>
          <p:spPr>
            <a:xfrm>
              <a:off x="3123419" y="1791520"/>
              <a:ext cx="1765" cy="4998"/>
            </a:xfrm>
            <a:custGeom>
              <a:avLst/>
              <a:pathLst>
                <a:path w="1765" h="4998">
                  <a:moveTo>
                    <a:pt x="1765" y="2866"/>
                  </a:moveTo>
                  <a:lnTo>
                    <a:pt x="1215" y="4998"/>
                  </a:lnTo>
                  <a:lnTo>
                    <a:pt x="400" y="4663"/>
                  </a:lnTo>
                  <a:lnTo>
                    <a:pt x="176" y="4433"/>
                  </a:lnTo>
                  <a:lnTo>
                    <a:pt x="0" y="3875"/>
                  </a:lnTo>
                  <a:lnTo>
                    <a:pt x="85" y="2291"/>
                  </a:lnTo>
                  <a:lnTo>
                    <a:pt x="56" y="0"/>
                  </a:lnTo>
                  <a:lnTo>
                    <a:pt x="994" y="188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7"/>
            <p:cNvSpPr/>
            <p:nvPr/>
          </p:nvSpPr>
          <p:spPr>
            <a:xfrm>
              <a:off x="5073812" y="3476426"/>
              <a:ext cx="832" cy="1706"/>
            </a:xfrm>
            <a:custGeom>
              <a:avLst/>
              <a:pathLst>
                <a:path w="832" h="1706">
                  <a:moveTo>
                    <a:pt x="714" y="274"/>
                  </a:moveTo>
                  <a:lnTo>
                    <a:pt x="832" y="1706"/>
                  </a:lnTo>
                  <a:lnTo>
                    <a:pt x="101" y="1011"/>
                  </a:lnTo>
                  <a:lnTo>
                    <a:pt x="0" y="504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8"/>
            <p:cNvSpPr/>
            <p:nvPr/>
          </p:nvSpPr>
          <p:spPr>
            <a:xfrm>
              <a:off x="5018648" y="3427885"/>
              <a:ext cx="2385" cy="5517"/>
            </a:xfrm>
            <a:custGeom>
              <a:avLst/>
              <a:pathLst>
                <a:path w="2385" h="5517">
                  <a:moveTo>
                    <a:pt x="2154" y="4847"/>
                  </a:moveTo>
                  <a:lnTo>
                    <a:pt x="1483" y="5517"/>
                  </a:lnTo>
                  <a:lnTo>
                    <a:pt x="641" y="5214"/>
                  </a:lnTo>
                  <a:lnTo>
                    <a:pt x="382" y="2804"/>
                  </a:lnTo>
                  <a:lnTo>
                    <a:pt x="0" y="2159"/>
                  </a:lnTo>
                  <a:lnTo>
                    <a:pt x="82" y="972"/>
                  </a:lnTo>
                  <a:lnTo>
                    <a:pt x="673" y="0"/>
                  </a:lnTo>
                  <a:lnTo>
                    <a:pt x="1921" y="787"/>
                  </a:lnTo>
                  <a:lnTo>
                    <a:pt x="2385" y="2498"/>
                  </a:lnTo>
                  <a:lnTo>
                    <a:pt x="2091" y="363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69"/>
            <p:cNvSpPr/>
            <p:nvPr/>
          </p:nvSpPr>
          <p:spPr>
            <a:xfrm>
              <a:off x="4943180" y="3415690"/>
              <a:ext cx="929" cy="1696"/>
            </a:xfrm>
            <a:custGeom>
              <a:avLst/>
              <a:pathLst>
                <a:path w="929" h="1696">
                  <a:moveTo>
                    <a:pt x="897" y="1307"/>
                  </a:moveTo>
                  <a:lnTo>
                    <a:pt x="802" y="1696"/>
                  </a:lnTo>
                  <a:lnTo>
                    <a:pt x="98" y="1546"/>
                  </a:lnTo>
                  <a:lnTo>
                    <a:pt x="0" y="1327"/>
                  </a:lnTo>
                  <a:lnTo>
                    <a:pt x="61" y="1155"/>
                  </a:lnTo>
                  <a:lnTo>
                    <a:pt x="397" y="981"/>
                  </a:lnTo>
                  <a:lnTo>
                    <a:pt x="438" y="444"/>
                  </a:lnTo>
                  <a:lnTo>
                    <a:pt x="266" y="330"/>
                  </a:lnTo>
                  <a:lnTo>
                    <a:pt x="413" y="50"/>
                  </a:lnTo>
                  <a:lnTo>
                    <a:pt x="687" y="0"/>
                  </a:lnTo>
                  <a:lnTo>
                    <a:pt x="846" y="330"/>
                  </a:lnTo>
                  <a:lnTo>
                    <a:pt x="929" y="8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0"/>
            <p:cNvSpPr/>
            <p:nvPr/>
          </p:nvSpPr>
          <p:spPr>
            <a:xfrm>
              <a:off x="4946474" y="3413425"/>
              <a:ext cx="651" cy="1191"/>
            </a:xfrm>
            <a:custGeom>
              <a:avLst/>
              <a:pathLst>
                <a:path w="651" h="1191">
                  <a:moveTo>
                    <a:pt x="293" y="1035"/>
                  </a:moveTo>
                  <a:lnTo>
                    <a:pt x="95" y="1191"/>
                  </a:lnTo>
                  <a:lnTo>
                    <a:pt x="0" y="1043"/>
                  </a:lnTo>
                  <a:lnTo>
                    <a:pt x="46" y="287"/>
                  </a:lnTo>
                  <a:lnTo>
                    <a:pt x="107" y="27"/>
                  </a:lnTo>
                  <a:lnTo>
                    <a:pt x="297" y="0"/>
                  </a:lnTo>
                  <a:lnTo>
                    <a:pt x="628" y="204"/>
                  </a:lnTo>
                  <a:lnTo>
                    <a:pt x="651" y="3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1"/>
            <p:cNvSpPr/>
            <p:nvPr/>
          </p:nvSpPr>
          <p:spPr>
            <a:xfrm>
              <a:off x="4787731" y="3350597"/>
              <a:ext cx="1745" cy="5149"/>
            </a:xfrm>
            <a:custGeom>
              <a:avLst/>
              <a:pathLst>
                <a:path w="1745" h="5149">
                  <a:moveTo>
                    <a:pt x="929" y="2737"/>
                  </a:moveTo>
                  <a:lnTo>
                    <a:pt x="59" y="5149"/>
                  </a:lnTo>
                  <a:lnTo>
                    <a:pt x="0" y="4360"/>
                  </a:lnTo>
                  <a:lnTo>
                    <a:pt x="266" y="2917"/>
                  </a:lnTo>
                  <a:lnTo>
                    <a:pt x="632" y="1274"/>
                  </a:lnTo>
                  <a:lnTo>
                    <a:pt x="978" y="287"/>
                  </a:lnTo>
                  <a:lnTo>
                    <a:pt x="1426" y="0"/>
                  </a:lnTo>
                  <a:lnTo>
                    <a:pt x="1745" y="1362"/>
                  </a:lnTo>
                  <a:lnTo>
                    <a:pt x="1387" y="25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2"/>
            <p:cNvSpPr/>
            <p:nvPr/>
          </p:nvSpPr>
          <p:spPr>
            <a:xfrm>
              <a:off x="3299062" y="3566042"/>
              <a:ext cx="66487" cy="183750"/>
            </a:xfrm>
            <a:custGeom>
              <a:avLst/>
              <a:pathLst>
                <a:path w="66487" h="183750">
                  <a:moveTo>
                    <a:pt x="52826" y="4155"/>
                  </a:moveTo>
                  <a:lnTo>
                    <a:pt x="52770" y="6220"/>
                  </a:lnTo>
                  <a:lnTo>
                    <a:pt x="51859" y="11281"/>
                  </a:lnTo>
                  <a:lnTo>
                    <a:pt x="51430" y="15177"/>
                  </a:lnTo>
                  <a:lnTo>
                    <a:pt x="51321" y="19328"/>
                  </a:lnTo>
                  <a:lnTo>
                    <a:pt x="51572" y="22668"/>
                  </a:lnTo>
                  <a:lnTo>
                    <a:pt x="52012" y="25045"/>
                  </a:lnTo>
                  <a:lnTo>
                    <a:pt x="52295" y="27643"/>
                  </a:lnTo>
                  <a:lnTo>
                    <a:pt x="52076" y="29453"/>
                  </a:lnTo>
                  <a:lnTo>
                    <a:pt x="51636" y="30227"/>
                  </a:lnTo>
                  <a:lnTo>
                    <a:pt x="51937" y="31137"/>
                  </a:lnTo>
                  <a:lnTo>
                    <a:pt x="52603" y="31356"/>
                  </a:lnTo>
                  <a:lnTo>
                    <a:pt x="53733" y="30566"/>
                  </a:lnTo>
                  <a:lnTo>
                    <a:pt x="55471" y="29182"/>
                  </a:lnTo>
                  <a:lnTo>
                    <a:pt x="57748" y="27182"/>
                  </a:lnTo>
                  <a:lnTo>
                    <a:pt x="59246" y="26105"/>
                  </a:lnTo>
                  <a:lnTo>
                    <a:pt x="61718" y="26780"/>
                  </a:lnTo>
                  <a:lnTo>
                    <a:pt x="63038" y="27539"/>
                  </a:lnTo>
                  <a:lnTo>
                    <a:pt x="63715" y="28947"/>
                  </a:lnTo>
                  <a:lnTo>
                    <a:pt x="64444" y="34907"/>
                  </a:lnTo>
                  <a:lnTo>
                    <a:pt x="64805" y="35812"/>
                  </a:lnTo>
                  <a:lnTo>
                    <a:pt x="65403" y="38347"/>
                  </a:lnTo>
                  <a:lnTo>
                    <a:pt x="65903" y="41390"/>
                  </a:lnTo>
                  <a:lnTo>
                    <a:pt x="66010" y="42937"/>
                  </a:lnTo>
                  <a:lnTo>
                    <a:pt x="65956" y="44049"/>
                  </a:lnTo>
                  <a:lnTo>
                    <a:pt x="65452" y="45697"/>
                  </a:lnTo>
                  <a:lnTo>
                    <a:pt x="64886" y="48116"/>
                  </a:lnTo>
                  <a:lnTo>
                    <a:pt x="64687" y="49582"/>
                  </a:lnTo>
                  <a:lnTo>
                    <a:pt x="64214" y="50669"/>
                  </a:lnTo>
                  <a:lnTo>
                    <a:pt x="63614" y="51742"/>
                  </a:lnTo>
                  <a:lnTo>
                    <a:pt x="61963" y="52172"/>
                  </a:lnTo>
                  <a:lnTo>
                    <a:pt x="61710" y="52810"/>
                  </a:lnTo>
                  <a:lnTo>
                    <a:pt x="61247" y="55388"/>
                  </a:lnTo>
                  <a:lnTo>
                    <a:pt x="60376" y="57573"/>
                  </a:lnTo>
                  <a:lnTo>
                    <a:pt x="59980" y="59636"/>
                  </a:lnTo>
                  <a:lnTo>
                    <a:pt x="59628" y="62389"/>
                  </a:lnTo>
                  <a:lnTo>
                    <a:pt x="59698" y="65802"/>
                  </a:lnTo>
                  <a:lnTo>
                    <a:pt x="59523" y="70711"/>
                  </a:lnTo>
                  <a:lnTo>
                    <a:pt x="59346" y="74035"/>
                  </a:lnTo>
                  <a:lnTo>
                    <a:pt x="59783" y="75195"/>
                  </a:lnTo>
                  <a:lnTo>
                    <a:pt x="61755" y="76009"/>
                  </a:lnTo>
                  <a:lnTo>
                    <a:pt x="62140" y="76667"/>
                  </a:lnTo>
                  <a:lnTo>
                    <a:pt x="62663" y="78721"/>
                  </a:lnTo>
                  <a:lnTo>
                    <a:pt x="63335" y="80655"/>
                  </a:lnTo>
                  <a:lnTo>
                    <a:pt x="65143" y="81873"/>
                  </a:lnTo>
                  <a:lnTo>
                    <a:pt x="65844" y="83353"/>
                  </a:lnTo>
                  <a:lnTo>
                    <a:pt x="66412" y="84972"/>
                  </a:lnTo>
                  <a:lnTo>
                    <a:pt x="66487" y="86299"/>
                  </a:lnTo>
                  <a:lnTo>
                    <a:pt x="66076" y="91632"/>
                  </a:lnTo>
                  <a:lnTo>
                    <a:pt x="65682" y="96751"/>
                  </a:lnTo>
                  <a:lnTo>
                    <a:pt x="65836" y="100647"/>
                  </a:lnTo>
                  <a:lnTo>
                    <a:pt x="65984" y="104366"/>
                  </a:lnTo>
                  <a:lnTo>
                    <a:pt x="66199" y="109785"/>
                  </a:lnTo>
                  <a:lnTo>
                    <a:pt x="66103" y="113092"/>
                  </a:lnTo>
                  <a:lnTo>
                    <a:pt x="65593" y="115109"/>
                  </a:lnTo>
                  <a:lnTo>
                    <a:pt x="65593" y="116694"/>
                  </a:lnTo>
                  <a:lnTo>
                    <a:pt x="65827" y="118601"/>
                  </a:lnTo>
                  <a:lnTo>
                    <a:pt x="65375" y="123876"/>
                  </a:lnTo>
                  <a:lnTo>
                    <a:pt x="65083" y="124768"/>
                  </a:lnTo>
                  <a:lnTo>
                    <a:pt x="64275" y="125752"/>
                  </a:lnTo>
                  <a:lnTo>
                    <a:pt x="63850" y="127169"/>
                  </a:lnTo>
                  <a:lnTo>
                    <a:pt x="63714" y="129393"/>
                  </a:lnTo>
                  <a:lnTo>
                    <a:pt x="63278" y="132441"/>
                  </a:lnTo>
                  <a:lnTo>
                    <a:pt x="62831" y="133555"/>
                  </a:lnTo>
                  <a:lnTo>
                    <a:pt x="62831" y="134971"/>
                  </a:lnTo>
                  <a:lnTo>
                    <a:pt x="63262" y="136007"/>
                  </a:lnTo>
                  <a:lnTo>
                    <a:pt x="63256" y="137592"/>
                  </a:lnTo>
                  <a:lnTo>
                    <a:pt x="62450" y="139476"/>
                  </a:lnTo>
                  <a:lnTo>
                    <a:pt x="61962" y="140922"/>
                  </a:lnTo>
                  <a:lnTo>
                    <a:pt x="60885" y="141623"/>
                  </a:lnTo>
                  <a:lnTo>
                    <a:pt x="59655" y="140878"/>
                  </a:lnTo>
                  <a:lnTo>
                    <a:pt x="59366" y="139828"/>
                  </a:lnTo>
                  <a:lnTo>
                    <a:pt x="59664" y="138192"/>
                  </a:lnTo>
                  <a:lnTo>
                    <a:pt x="59558" y="136882"/>
                  </a:lnTo>
                  <a:lnTo>
                    <a:pt x="59133" y="135508"/>
                  </a:lnTo>
                  <a:lnTo>
                    <a:pt x="58475" y="131965"/>
                  </a:lnTo>
                  <a:lnTo>
                    <a:pt x="57893" y="131217"/>
                  </a:lnTo>
                  <a:lnTo>
                    <a:pt x="57568" y="132666"/>
                  </a:lnTo>
                  <a:lnTo>
                    <a:pt x="56567" y="135358"/>
                  </a:lnTo>
                  <a:lnTo>
                    <a:pt x="54799" y="138809"/>
                  </a:lnTo>
                  <a:lnTo>
                    <a:pt x="53560" y="139086"/>
                  </a:lnTo>
                  <a:lnTo>
                    <a:pt x="51273" y="138033"/>
                  </a:lnTo>
                  <a:lnTo>
                    <a:pt x="49356" y="136385"/>
                  </a:lnTo>
                  <a:lnTo>
                    <a:pt x="48454" y="132334"/>
                  </a:lnTo>
                  <a:lnTo>
                    <a:pt x="47888" y="128995"/>
                  </a:lnTo>
                  <a:lnTo>
                    <a:pt x="47072" y="125111"/>
                  </a:lnTo>
                  <a:lnTo>
                    <a:pt x="46153" y="123267"/>
                  </a:lnTo>
                  <a:lnTo>
                    <a:pt x="45172" y="122090"/>
                  </a:lnTo>
                  <a:lnTo>
                    <a:pt x="44735" y="122009"/>
                  </a:lnTo>
                  <a:lnTo>
                    <a:pt x="43333" y="124170"/>
                  </a:lnTo>
                  <a:lnTo>
                    <a:pt x="42913" y="125025"/>
                  </a:lnTo>
                  <a:lnTo>
                    <a:pt x="42916" y="126840"/>
                  </a:lnTo>
                  <a:lnTo>
                    <a:pt x="43047" y="128531"/>
                  </a:lnTo>
                  <a:lnTo>
                    <a:pt x="43264" y="129350"/>
                  </a:lnTo>
                  <a:lnTo>
                    <a:pt x="43447" y="130435"/>
                  </a:lnTo>
                  <a:lnTo>
                    <a:pt x="43414" y="132126"/>
                  </a:lnTo>
                  <a:lnTo>
                    <a:pt x="43163" y="134383"/>
                  </a:lnTo>
                  <a:lnTo>
                    <a:pt x="43077" y="136876"/>
                  </a:lnTo>
                  <a:lnTo>
                    <a:pt x="38682" y="139317"/>
                  </a:lnTo>
                  <a:lnTo>
                    <a:pt x="37920" y="138437"/>
                  </a:lnTo>
                  <a:lnTo>
                    <a:pt x="37368" y="137315"/>
                  </a:lnTo>
                  <a:lnTo>
                    <a:pt x="36702" y="137511"/>
                  </a:lnTo>
                  <a:lnTo>
                    <a:pt x="34796" y="138789"/>
                  </a:lnTo>
                  <a:lnTo>
                    <a:pt x="34095" y="137897"/>
                  </a:lnTo>
                  <a:lnTo>
                    <a:pt x="33400" y="137248"/>
                  </a:lnTo>
                  <a:lnTo>
                    <a:pt x="33081" y="137791"/>
                  </a:lnTo>
                  <a:lnTo>
                    <a:pt x="33051" y="138858"/>
                  </a:lnTo>
                  <a:lnTo>
                    <a:pt x="33376" y="144719"/>
                  </a:lnTo>
                  <a:lnTo>
                    <a:pt x="33274" y="146953"/>
                  </a:lnTo>
                  <a:lnTo>
                    <a:pt x="32844" y="149867"/>
                  </a:lnTo>
                  <a:lnTo>
                    <a:pt x="32621" y="151850"/>
                  </a:lnTo>
                  <a:lnTo>
                    <a:pt x="33786" y="152401"/>
                  </a:lnTo>
                  <a:lnTo>
                    <a:pt x="34208" y="153324"/>
                  </a:lnTo>
                  <a:lnTo>
                    <a:pt x="34618" y="154799"/>
                  </a:lnTo>
                  <a:lnTo>
                    <a:pt x="35180" y="156175"/>
                  </a:lnTo>
                  <a:lnTo>
                    <a:pt x="35218" y="157006"/>
                  </a:lnTo>
                  <a:lnTo>
                    <a:pt x="34580" y="158538"/>
                  </a:lnTo>
                  <a:lnTo>
                    <a:pt x="34362" y="160426"/>
                  </a:lnTo>
                  <a:lnTo>
                    <a:pt x="34665" y="161903"/>
                  </a:lnTo>
                  <a:lnTo>
                    <a:pt x="35459" y="163444"/>
                  </a:lnTo>
                  <a:lnTo>
                    <a:pt x="36617" y="165043"/>
                  </a:lnTo>
                  <a:lnTo>
                    <a:pt x="37183" y="166087"/>
                  </a:lnTo>
                  <a:lnTo>
                    <a:pt x="37126" y="167045"/>
                  </a:lnTo>
                  <a:lnTo>
                    <a:pt x="36592" y="169091"/>
                  </a:lnTo>
                  <a:lnTo>
                    <a:pt x="36384" y="170817"/>
                  </a:lnTo>
                  <a:lnTo>
                    <a:pt x="36017" y="172378"/>
                  </a:lnTo>
                  <a:lnTo>
                    <a:pt x="36093" y="173815"/>
                  </a:lnTo>
                  <a:lnTo>
                    <a:pt x="36614" y="175154"/>
                  </a:lnTo>
                  <a:lnTo>
                    <a:pt x="36558" y="176352"/>
                  </a:lnTo>
                  <a:lnTo>
                    <a:pt x="36204" y="177261"/>
                  </a:lnTo>
                  <a:lnTo>
                    <a:pt x="35482" y="177070"/>
                  </a:lnTo>
                  <a:lnTo>
                    <a:pt x="34872" y="177197"/>
                  </a:lnTo>
                  <a:lnTo>
                    <a:pt x="34324" y="176828"/>
                  </a:lnTo>
                  <a:lnTo>
                    <a:pt x="32610" y="172188"/>
                  </a:lnTo>
                  <a:lnTo>
                    <a:pt x="32236" y="172049"/>
                  </a:lnTo>
                  <a:lnTo>
                    <a:pt x="29750" y="175619"/>
                  </a:lnTo>
                  <a:lnTo>
                    <a:pt x="29130" y="177087"/>
                  </a:lnTo>
                  <a:lnTo>
                    <a:pt x="28619" y="179191"/>
                  </a:lnTo>
                  <a:lnTo>
                    <a:pt x="27930" y="183750"/>
                  </a:lnTo>
                  <a:lnTo>
                    <a:pt x="26801" y="181096"/>
                  </a:lnTo>
                  <a:lnTo>
                    <a:pt x="25825" y="176239"/>
                  </a:lnTo>
                  <a:lnTo>
                    <a:pt x="24689" y="173261"/>
                  </a:lnTo>
                  <a:lnTo>
                    <a:pt x="22297" y="168436"/>
                  </a:lnTo>
                  <a:lnTo>
                    <a:pt x="21661" y="164890"/>
                  </a:lnTo>
                  <a:lnTo>
                    <a:pt x="18925" y="157061"/>
                  </a:lnTo>
                  <a:lnTo>
                    <a:pt x="14995" y="149238"/>
                  </a:lnTo>
                  <a:lnTo>
                    <a:pt x="12156" y="142448"/>
                  </a:lnTo>
                  <a:lnTo>
                    <a:pt x="11726" y="140942"/>
                  </a:lnTo>
                  <a:lnTo>
                    <a:pt x="12204" y="141126"/>
                  </a:lnTo>
                  <a:lnTo>
                    <a:pt x="14946" y="144511"/>
                  </a:lnTo>
                  <a:lnTo>
                    <a:pt x="15321" y="144133"/>
                  </a:lnTo>
                  <a:lnTo>
                    <a:pt x="15638" y="143374"/>
                  </a:lnTo>
                  <a:lnTo>
                    <a:pt x="14453" y="141600"/>
                  </a:lnTo>
                  <a:lnTo>
                    <a:pt x="13323" y="140203"/>
                  </a:lnTo>
                  <a:lnTo>
                    <a:pt x="12262" y="139332"/>
                  </a:lnTo>
                  <a:lnTo>
                    <a:pt x="11200" y="139407"/>
                  </a:lnTo>
                  <a:lnTo>
                    <a:pt x="10604" y="137972"/>
                  </a:lnTo>
                  <a:lnTo>
                    <a:pt x="10217" y="135788"/>
                  </a:lnTo>
                  <a:lnTo>
                    <a:pt x="10022" y="133921"/>
                  </a:lnTo>
                  <a:lnTo>
                    <a:pt x="9552" y="131967"/>
                  </a:lnTo>
                  <a:lnTo>
                    <a:pt x="8045" y="127942"/>
                  </a:lnTo>
                  <a:lnTo>
                    <a:pt x="7680" y="126387"/>
                  </a:lnTo>
                  <a:lnTo>
                    <a:pt x="6856" y="124260"/>
                  </a:lnTo>
                  <a:lnTo>
                    <a:pt x="7357" y="123983"/>
                  </a:lnTo>
                  <a:lnTo>
                    <a:pt x="8972" y="126011"/>
                  </a:lnTo>
                  <a:lnTo>
                    <a:pt x="9116" y="125203"/>
                  </a:lnTo>
                  <a:lnTo>
                    <a:pt x="8977" y="124012"/>
                  </a:lnTo>
                  <a:lnTo>
                    <a:pt x="7354" y="122084"/>
                  </a:lnTo>
                  <a:lnTo>
                    <a:pt x="6473" y="121957"/>
                  </a:lnTo>
                  <a:lnTo>
                    <a:pt x="6269" y="120604"/>
                  </a:lnTo>
                  <a:lnTo>
                    <a:pt x="6390" y="119037"/>
                  </a:lnTo>
                  <a:lnTo>
                    <a:pt x="5229" y="113170"/>
                  </a:lnTo>
                  <a:lnTo>
                    <a:pt x="4024" y="108778"/>
                  </a:lnTo>
                  <a:lnTo>
                    <a:pt x="3834" y="106704"/>
                  </a:lnTo>
                  <a:lnTo>
                    <a:pt x="7085" y="116252"/>
                  </a:lnTo>
                  <a:lnTo>
                    <a:pt x="7520" y="116417"/>
                  </a:lnTo>
                  <a:lnTo>
                    <a:pt x="8092" y="116327"/>
                  </a:lnTo>
                  <a:lnTo>
                    <a:pt x="9439" y="115257"/>
                  </a:lnTo>
                  <a:lnTo>
                    <a:pt x="9182" y="113981"/>
                  </a:lnTo>
                  <a:lnTo>
                    <a:pt x="8575" y="112613"/>
                  </a:lnTo>
                  <a:lnTo>
                    <a:pt x="7987" y="113242"/>
                  </a:lnTo>
                  <a:lnTo>
                    <a:pt x="7221" y="113372"/>
                  </a:lnTo>
                  <a:lnTo>
                    <a:pt x="6820" y="112801"/>
                  </a:lnTo>
                  <a:lnTo>
                    <a:pt x="6640" y="111817"/>
                  </a:lnTo>
                  <a:lnTo>
                    <a:pt x="7406" y="107180"/>
                  </a:lnTo>
                  <a:lnTo>
                    <a:pt x="7074" y="107413"/>
                  </a:lnTo>
                  <a:lnTo>
                    <a:pt x="6830" y="108242"/>
                  </a:lnTo>
                  <a:lnTo>
                    <a:pt x="6410" y="108634"/>
                  </a:lnTo>
                  <a:lnTo>
                    <a:pt x="5761" y="108876"/>
                  </a:lnTo>
                  <a:lnTo>
                    <a:pt x="4160" y="106392"/>
                  </a:lnTo>
                  <a:lnTo>
                    <a:pt x="2747" y="99689"/>
                  </a:lnTo>
                  <a:lnTo>
                    <a:pt x="2373" y="98315"/>
                  </a:lnTo>
                  <a:lnTo>
                    <a:pt x="1995" y="95983"/>
                  </a:lnTo>
                  <a:lnTo>
                    <a:pt x="1623" y="95022"/>
                  </a:lnTo>
                  <a:lnTo>
                    <a:pt x="0" y="85491"/>
                  </a:lnTo>
                  <a:lnTo>
                    <a:pt x="622" y="86198"/>
                  </a:lnTo>
                  <a:lnTo>
                    <a:pt x="1360" y="88960"/>
                  </a:lnTo>
                  <a:lnTo>
                    <a:pt x="2799" y="88380"/>
                  </a:lnTo>
                  <a:lnTo>
                    <a:pt x="3361" y="86781"/>
                  </a:lnTo>
                  <a:lnTo>
                    <a:pt x="3852" y="86842"/>
                  </a:lnTo>
                  <a:lnTo>
                    <a:pt x="4354" y="86475"/>
                  </a:lnTo>
                  <a:lnTo>
                    <a:pt x="4987" y="84969"/>
                  </a:lnTo>
                  <a:lnTo>
                    <a:pt x="6830" y="78407"/>
                  </a:lnTo>
                  <a:lnTo>
                    <a:pt x="7318" y="69749"/>
                  </a:lnTo>
                  <a:lnTo>
                    <a:pt x="7159" y="64605"/>
                  </a:lnTo>
                  <a:lnTo>
                    <a:pt x="6890" y="59502"/>
                  </a:lnTo>
                  <a:lnTo>
                    <a:pt x="7500" y="57874"/>
                  </a:lnTo>
                  <a:lnTo>
                    <a:pt x="7740" y="58949"/>
                  </a:lnTo>
                  <a:lnTo>
                    <a:pt x="7860" y="60761"/>
                  </a:lnTo>
                  <a:lnTo>
                    <a:pt x="8147" y="62104"/>
                  </a:lnTo>
                  <a:lnTo>
                    <a:pt x="8804" y="63306"/>
                  </a:lnTo>
                  <a:lnTo>
                    <a:pt x="10025" y="63627"/>
                  </a:lnTo>
                  <a:lnTo>
                    <a:pt x="11913" y="65517"/>
                  </a:lnTo>
                  <a:lnTo>
                    <a:pt x="12585" y="66720"/>
                  </a:lnTo>
                  <a:lnTo>
                    <a:pt x="12769" y="64316"/>
                  </a:lnTo>
                  <a:lnTo>
                    <a:pt x="14941" y="62266"/>
                  </a:lnTo>
                  <a:lnTo>
                    <a:pt x="14285" y="61530"/>
                  </a:lnTo>
                  <a:lnTo>
                    <a:pt x="12354" y="62340"/>
                  </a:lnTo>
                  <a:lnTo>
                    <a:pt x="9705" y="59282"/>
                  </a:lnTo>
                  <a:lnTo>
                    <a:pt x="8826" y="57333"/>
                  </a:lnTo>
                  <a:lnTo>
                    <a:pt x="8006" y="53645"/>
                  </a:lnTo>
                  <a:lnTo>
                    <a:pt x="7154" y="51713"/>
                  </a:lnTo>
                  <a:lnTo>
                    <a:pt x="7213" y="49977"/>
                  </a:lnTo>
                  <a:lnTo>
                    <a:pt x="9116" y="48382"/>
                  </a:lnTo>
                  <a:lnTo>
                    <a:pt x="9618" y="48564"/>
                  </a:lnTo>
                  <a:lnTo>
                    <a:pt x="9822" y="50470"/>
                  </a:lnTo>
                  <a:lnTo>
                    <a:pt x="10333" y="51252"/>
                  </a:lnTo>
                  <a:lnTo>
                    <a:pt x="10528" y="50992"/>
                  </a:lnTo>
                  <a:lnTo>
                    <a:pt x="10612" y="49363"/>
                  </a:lnTo>
                  <a:lnTo>
                    <a:pt x="10619" y="44995"/>
                  </a:lnTo>
                  <a:lnTo>
                    <a:pt x="10038" y="38735"/>
                  </a:lnTo>
                  <a:lnTo>
                    <a:pt x="10215" y="37533"/>
                  </a:lnTo>
                  <a:lnTo>
                    <a:pt x="10737" y="37099"/>
                  </a:lnTo>
                  <a:lnTo>
                    <a:pt x="11201" y="36271"/>
                  </a:lnTo>
                  <a:lnTo>
                    <a:pt x="11524" y="36115"/>
                  </a:lnTo>
                  <a:lnTo>
                    <a:pt x="12168" y="36271"/>
                  </a:lnTo>
                  <a:lnTo>
                    <a:pt x="12492" y="37719"/>
                  </a:lnTo>
                  <a:lnTo>
                    <a:pt x="12667" y="38516"/>
                  </a:lnTo>
                  <a:lnTo>
                    <a:pt x="13317" y="38885"/>
                  </a:lnTo>
                  <a:lnTo>
                    <a:pt x="13851" y="39657"/>
                  </a:lnTo>
                  <a:lnTo>
                    <a:pt x="14310" y="39449"/>
                  </a:lnTo>
                  <a:lnTo>
                    <a:pt x="14691" y="38546"/>
                  </a:lnTo>
                  <a:lnTo>
                    <a:pt x="15252" y="38360"/>
                  </a:lnTo>
                  <a:lnTo>
                    <a:pt x="16983" y="38373"/>
                  </a:lnTo>
                  <a:lnTo>
                    <a:pt x="18554" y="38387"/>
                  </a:lnTo>
                  <a:lnTo>
                    <a:pt x="21682" y="38415"/>
                  </a:lnTo>
                  <a:lnTo>
                    <a:pt x="24808" y="38441"/>
                  </a:lnTo>
                  <a:lnTo>
                    <a:pt x="27936" y="38467"/>
                  </a:lnTo>
                  <a:lnTo>
                    <a:pt x="30291" y="38487"/>
                  </a:lnTo>
                  <a:lnTo>
                    <a:pt x="30283" y="34910"/>
                  </a:lnTo>
                  <a:lnTo>
                    <a:pt x="30271" y="29388"/>
                  </a:lnTo>
                  <a:lnTo>
                    <a:pt x="30256" y="22865"/>
                  </a:lnTo>
                  <a:lnTo>
                    <a:pt x="30243" y="16606"/>
                  </a:lnTo>
                  <a:lnTo>
                    <a:pt x="30231" y="10824"/>
                  </a:lnTo>
                  <a:lnTo>
                    <a:pt x="30215" y="3982"/>
                  </a:lnTo>
                  <a:lnTo>
                    <a:pt x="30344" y="2019"/>
                  </a:lnTo>
                  <a:lnTo>
                    <a:pt x="30498" y="1204"/>
                  </a:lnTo>
                  <a:lnTo>
                    <a:pt x="30442" y="73"/>
                  </a:lnTo>
                  <a:lnTo>
                    <a:pt x="32865" y="0"/>
                  </a:lnTo>
                  <a:lnTo>
                    <a:pt x="37247" y="503"/>
                  </a:lnTo>
                  <a:lnTo>
                    <a:pt x="39162" y="434"/>
                  </a:lnTo>
                  <a:lnTo>
                    <a:pt x="39706" y="526"/>
                  </a:lnTo>
                  <a:lnTo>
                    <a:pt x="42098" y="183"/>
                  </a:lnTo>
                  <a:lnTo>
                    <a:pt x="44037" y="616"/>
                  </a:lnTo>
                  <a:lnTo>
                    <a:pt x="44861" y="1097"/>
                  </a:lnTo>
                  <a:lnTo>
                    <a:pt x="45601" y="1341"/>
                  </a:lnTo>
                  <a:lnTo>
                    <a:pt x="47923" y="1637"/>
                  </a:lnTo>
                  <a:lnTo>
                    <a:pt x="50954" y="1263"/>
                  </a:lnTo>
                  <a:lnTo>
                    <a:pt x="51984" y="1351"/>
                  </a:lnTo>
                  <a:lnTo>
                    <a:pt x="52554" y="230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3"/>
            <p:cNvSpPr/>
            <p:nvPr/>
          </p:nvSpPr>
          <p:spPr>
            <a:xfrm>
              <a:off x="3180914" y="2133762"/>
              <a:ext cx="5729" cy="5465"/>
            </a:xfrm>
            <a:custGeom>
              <a:avLst/>
              <a:pathLst>
                <a:path w="5729" h="5465">
                  <a:moveTo>
                    <a:pt x="5729" y="2459"/>
                  </a:moveTo>
                  <a:lnTo>
                    <a:pt x="4765" y="3480"/>
                  </a:lnTo>
                  <a:lnTo>
                    <a:pt x="4460" y="4676"/>
                  </a:lnTo>
                  <a:lnTo>
                    <a:pt x="4227" y="5149"/>
                  </a:lnTo>
                  <a:lnTo>
                    <a:pt x="3590" y="5456"/>
                  </a:lnTo>
                  <a:lnTo>
                    <a:pt x="2959" y="5465"/>
                  </a:lnTo>
                  <a:lnTo>
                    <a:pt x="553" y="3064"/>
                  </a:lnTo>
                  <a:lnTo>
                    <a:pt x="0" y="3172"/>
                  </a:lnTo>
                  <a:lnTo>
                    <a:pt x="549" y="2073"/>
                  </a:lnTo>
                  <a:lnTo>
                    <a:pt x="2043" y="1180"/>
                  </a:lnTo>
                  <a:lnTo>
                    <a:pt x="2884" y="0"/>
                  </a:lnTo>
                  <a:lnTo>
                    <a:pt x="4824" y="11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4"/>
            <p:cNvSpPr/>
            <p:nvPr/>
          </p:nvSpPr>
          <p:spPr>
            <a:xfrm>
              <a:off x="3146338" y="2055581"/>
              <a:ext cx="5966" cy="8424"/>
            </a:xfrm>
            <a:custGeom>
              <a:avLst/>
              <a:pathLst>
                <a:path w="5966" h="8424">
                  <a:moveTo>
                    <a:pt x="4270" y="2891"/>
                  </a:moveTo>
                  <a:lnTo>
                    <a:pt x="4752" y="3441"/>
                  </a:lnTo>
                  <a:lnTo>
                    <a:pt x="5966" y="3354"/>
                  </a:lnTo>
                  <a:lnTo>
                    <a:pt x="5565" y="4579"/>
                  </a:lnTo>
                  <a:lnTo>
                    <a:pt x="4228" y="5945"/>
                  </a:lnTo>
                  <a:lnTo>
                    <a:pt x="3328" y="7294"/>
                  </a:lnTo>
                  <a:lnTo>
                    <a:pt x="2242" y="8424"/>
                  </a:lnTo>
                  <a:lnTo>
                    <a:pt x="1714" y="7129"/>
                  </a:lnTo>
                  <a:lnTo>
                    <a:pt x="1103" y="7178"/>
                  </a:lnTo>
                  <a:lnTo>
                    <a:pt x="168" y="4693"/>
                  </a:lnTo>
                  <a:lnTo>
                    <a:pt x="0" y="969"/>
                  </a:lnTo>
                  <a:lnTo>
                    <a:pt x="1221" y="0"/>
                  </a:lnTo>
                  <a:lnTo>
                    <a:pt x="2909" y="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5"/>
            <p:cNvSpPr/>
            <p:nvPr/>
          </p:nvSpPr>
          <p:spPr>
            <a:xfrm>
              <a:off x="3105175" y="2001728"/>
              <a:ext cx="30777" cy="35178"/>
            </a:xfrm>
            <a:custGeom>
              <a:avLst/>
              <a:pathLst>
                <a:path w="30777" h="35178">
                  <a:moveTo>
                    <a:pt x="22173" y="34072"/>
                  </a:moveTo>
                  <a:lnTo>
                    <a:pt x="21188" y="33890"/>
                  </a:lnTo>
                  <a:lnTo>
                    <a:pt x="20497" y="34415"/>
                  </a:lnTo>
                  <a:lnTo>
                    <a:pt x="20049" y="34902"/>
                  </a:lnTo>
                  <a:lnTo>
                    <a:pt x="19615" y="34813"/>
                  </a:lnTo>
                  <a:lnTo>
                    <a:pt x="18374" y="35001"/>
                  </a:lnTo>
                  <a:lnTo>
                    <a:pt x="17204" y="34961"/>
                  </a:lnTo>
                  <a:lnTo>
                    <a:pt x="17039" y="34189"/>
                  </a:lnTo>
                  <a:lnTo>
                    <a:pt x="17238" y="31864"/>
                  </a:lnTo>
                  <a:lnTo>
                    <a:pt x="16977" y="31235"/>
                  </a:lnTo>
                  <a:lnTo>
                    <a:pt x="15860" y="30913"/>
                  </a:lnTo>
                  <a:lnTo>
                    <a:pt x="15446" y="30359"/>
                  </a:lnTo>
                  <a:lnTo>
                    <a:pt x="14804" y="28755"/>
                  </a:lnTo>
                  <a:lnTo>
                    <a:pt x="14679" y="28005"/>
                  </a:lnTo>
                  <a:lnTo>
                    <a:pt x="14587" y="26969"/>
                  </a:lnTo>
                  <a:lnTo>
                    <a:pt x="13909" y="25633"/>
                  </a:lnTo>
                  <a:lnTo>
                    <a:pt x="13085" y="24676"/>
                  </a:lnTo>
                  <a:lnTo>
                    <a:pt x="12602" y="24630"/>
                  </a:lnTo>
                  <a:lnTo>
                    <a:pt x="11638" y="26193"/>
                  </a:lnTo>
                  <a:lnTo>
                    <a:pt x="10843" y="27775"/>
                  </a:lnTo>
                  <a:lnTo>
                    <a:pt x="11125" y="28570"/>
                  </a:lnTo>
                  <a:lnTo>
                    <a:pt x="11385" y="29616"/>
                  </a:lnTo>
                  <a:lnTo>
                    <a:pt x="10952" y="30367"/>
                  </a:lnTo>
                  <a:lnTo>
                    <a:pt x="9644" y="32084"/>
                  </a:lnTo>
                  <a:lnTo>
                    <a:pt x="9440" y="32750"/>
                  </a:lnTo>
                  <a:lnTo>
                    <a:pt x="9087" y="33111"/>
                  </a:lnTo>
                  <a:lnTo>
                    <a:pt x="8463" y="32636"/>
                  </a:lnTo>
                  <a:lnTo>
                    <a:pt x="6909" y="32746"/>
                  </a:lnTo>
                  <a:lnTo>
                    <a:pt x="6194" y="32443"/>
                  </a:lnTo>
                  <a:lnTo>
                    <a:pt x="5363" y="31177"/>
                  </a:lnTo>
                  <a:lnTo>
                    <a:pt x="3336" y="30332"/>
                  </a:lnTo>
                  <a:lnTo>
                    <a:pt x="2996" y="28308"/>
                  </a:lnTo>
                  <a:lnTo>
                    <a:pt x="2605" y="27930"/>
                  </a:lnTo>
                  <a:lnTo>
                    <a:pt x="305" y="24452"/>
                  </a:lnTo>
                  <a:lnTo>
                    <a:pt x="0" y="23293"/>
                  </a:lnTo>
                  <a:lnTo>
                    <a:pt x="297" y="22600"/>
                  </a:lnTo>
                  <a:lnTo>
                    <a:pt x="1156" y="21551"/>
                  </a:lnTo>
                  <a:lnTo>
                    <a:pt x="4039" y="19814"/>
                  </a:lnTo>
                  <a:lnTo>
                    <a:pt x="4493" y="19114"/>
                  </a:lnTo>
                  <a:lnTo>
                    <a:pt x="4586" y="18497"/>
                  </a:lnTo>
                  <a:lnTo>
                    <a:pt x="3740" y="17791"/>
                  </a:lnTo>
                  <a:lnTo>
                    <a:pt x="2977" y="17012"/>
                  </a:lnTo>
                  <a:lnTo>
                    <a:pt x="2716" y="16501"/>
                  </a:lnTo>
                  <a:lnTo>
                    <a:pt x="2695" y="16058"/>
                  </a:lnTo>
                  <a:lnTo>
                    <a:pt x="3128" y="15481"/>
                  </a:lnTo>
                  <a:lnTo>
                    <a:pt x="3999" y="15439"/>
                  </a:lnTo>
                  <a:lnTo>
                    <a:pt x="4687" y="15700"/>
                  </a:lnTo>
                  <a:lnTo>
                    <a:pt x="5234" y="15181"/>
                  </a:lnTo>
                  <a:lnTo>
                    <a:pt x="6195" y="14659"/>
                  </a:lnTo>
                  <a:lnTo>
                    <a:pt x="6840" y="14001"/>
                  </a:lnTo>
                  <a:lnTo>
                    <a:pt x="7395" y="12303"/>
                  </a:lnTo>
                  <a:lnTo>
                    <a:pt x="7981" y="10776"/>
                  </a:lnTo>
                  <a:lnTo>
                    <a:pt x="8042" y="9948"/>
                  </a:lnTo>
                  <a:lnTo>
                    <a:pt x="8555" y="7046"/>
                  </a:lnTo>
                  <a:lnTo>
                    <a:pt x="8837" y="6326"/>
                  </a:lnTo>
                  <a:lnTo>
                    <a:pt x="10658" y="4426"/>
                  </a:lnTo>
                  <a:lnTo>
                    <a:pt x="11119" y="5464"/>
                  </a:lnTo>
                  <a:lnTo>
                    <a:pt x="12016" y="5717"/>
                  </a:lnTo>
                  <a:lnTo>
                    <a:pt x="12820" y="4762"/>
                  </a:lnTo>
                  <a:lnTo>
                    <a:pt x="13782" y="1751"/>
                  </a:lnTo>
                  <a:lnTo>
                    <a:pt x="14452" y="1562"/>
                  </a:lnTo>
                  <a:lnTo>
                    <a:pt x="15190" y="1806"/>
                  </a:lnTo>
                  <a:lnTo>
                    <a:pt x="16640" y="1428"/>
                  </a:lnTo>
                  <a:lnTo>
                    <a:pt x="19215" y="23"/>
                  </a:lnTo>
                  <a:lnTo>
                    <a:pt x="20363" y="0"/>
                  </a:lnTo>
                  <a:lnTo>
                    <a:pt x="21987" y="737"/>
                  </a:lnTo>
                  <a:lnTo>
                    <a:pt x="23196" y="721"/>
                  </a:lnTo>
                  <a:lnTo>
                    <a:pt x="24270" y="2874"/>
                  </a:lnTo>
                  <a:lnTo>
                    <a:pt x="24846" y="6267"/>
                  </a:lnTo>
                  <a:lnTo>
                    <a:pt x="26188" y="9620"/>
                  </a:lnTo>
                  <a:lnTo>
                    <a:pt x="27941" y="12538"/>
                  </a:lnTo>
                  <a:lnTo>
                    <a:pt x="28011" y="14322"/>
                  </a:lnTo>
                  <a:lnTo>
                    <a:pt x="27385" y="15280"/>
                  </a:lnTo>
                  <a:lnTo>
                    <a:pt x="26074" y="16471"/>
                  </a:lnTo>
                  <a:lnTo>
                    <a:pt x="26079" y="17743"/>
                  </a:lnTo>
                  <a:lnTo>
                    <a:pt x="26944" y="17101"/>
                  </a:lnTo>
                  <a:lnTo>
                    <a:pt x="27690" y="16805"/>
                  </a:lnTo>
                  <a:lnTo>
                    <a:pt x="29487" y="17090"/>
                  </a:lnTo>
                  <a:lnTo>
                    <a:pt x="30115" y="18384"/>
                  </a:lnTo>
                  <a:lnTo>
                    <a:pt x="30549" y="20322"/>
                  </a:lnTo>
                  <a:lnTo>
                    <a:pt x="30777" y="21913"/>
                  </a:lnTo>
                  <a:lnTo>
                    <a:pt x="30622" y="23643"/>
                  </a:lnTo>
                  <a:lnTo>
                    <a:pt x="30138" y="23095"/>
                  </a:lnTo>
                  <a:lnTo>
                    <a:pt x="29647" y="21547"/>
                  </a:lnTo>
                  <a:lnTo>
                    <a:pt x="29102" y="20834"/>
                  </a:lnTo>
                  <a:lnTo>
                    <a:pt x="28467" y="20449"/>
                  </a:lnTo>
                  <a:lnTo>
                    <a:pt x="28755" y="22572"/>
                  </a:lnTo>
                  <a:lnTo>
                    <a:pt x="28642" y="25414"/>
                  </a:lnTo>
                  <a:lnTo>
                    <a:pt x="28919" y="25682"/>
                  </a:lnTo>
                  <a:lnTo>
                    <a:pt x="29771" y="25731"/>
                  </a:lnTo>
                  <a:lnTo>
                    <a:pt x="29207" y="28640"/>
                  </a:lnTo>
                  <a:lnTo>
                    <a:pt x="28042" y="29429"/>
                  </a:lnTo>
                  <a:lnTo>
                    <a:pt x="26683" y="29725"/>
                  </a:lnTo>
                  <a:lnTo>
                    <a:pt x="26355" y="30755"/>
                  </a:lnTo>
                  <a:lnTo>
                    <a:pt x="26108" y="32082"/>
                  </a:lnTo>
                  <a:lnTo>
                    <a:pt x="25399" y="34062"/>
                  </a:lnTo>
                  <a:lnTo>
                    <a:pt x="24463" y="35178"/>
                  </a:lnTo>
                  <a:lnTo>
                    <a:pt x="23307" y="349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6"/>
            <p:cNvSpPr/>
            <p:nvPr/>
          </p:nvSpPr>
          <p:spPr>
            <a:xfrm>
              <a:off x="3136846" y="1987688"/>
              <a:ext cx="3428" cy="7944"/>
            </a:xfrm>
            <a:custGeom>
              <a:avLst/>
              <a:pathLst>
                <a:path w="3428" h="7944">
                  <a:moveTo>
                    <a:pt x="3305" y="7922"/>
                  </a:moveTo>
                  <a:lnTo>
                    <a:pt x="1854" y="7944"/>
                  </a:lnTo>
                  <a:lnTo>
                    <a:pt x="1330" y="7688"/>
                  </a:lnTo>
                  <a:lnTo>
                    <a:pt x="704" y="6970"/>
                  </a:lnTo>
                  <a:lnTo>
                    <a:pt x="0" y="2913"/>
                  </a:lnTo>
                  <a:lnTo>
                    <a:pt x="251" y="1477"/>
                  </a:lnTo>
                  <a:lnTo>
                    <a:pt x="540" y="774"/>
                  </a:lnTo>
                  <a:lnTo>
                    <a:pt x="858" y="229"/>
                  </a:lnTo>
                  <a:lnTo>
                    <a:pt x="1623" y="0"/>
                  </a:lnTo>
                  <a:lnTo>
                    <a:pt x="2384" y="767"/>
                  </a:lnTo>
                  <a:lnTo>
                    <a:pt x="2673" y="1481"/>
                  </a:lnTo>
                  <a:lnTo>
                    <a:pt x="3310" y="4224"/>
                  </a:lnTo>
                  <a:lnTo>
                    <a:pt x="3428" y="65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7"/>
            <p:cNvSpPr/>
            <p:nvPr/>
          </p:nvSpPr>
          <p:spPr>
            <a:xfrm>
              <a:off x="3124153" y="1981375"/>
              <a:ext cx="5067" cy="9563"/>
            </a:xfrm>
            <a:custGeom>
              <a:avLst/>
              <a:pathLst>
                <a:path w="5067" h="9563">
                  <a:moveTo>
                    <a:pt x="4220" y="0"/>
                  </a:moveTo>
                  <a:lnTo>
                    <a:pt x="4635" y="3794"/>
                  </a:lnTo>
                  <a:lnTo>
                    <a:pt x="5040" y="6147"/>
                  </a:lnTo>
                  <a:lnTo>
                    <a:pt x="5067" y="6951"/>
                  </a:lnTo>
                  <a:lnTo>
                    <a:pt x="4686" y="8068"/>
                  </a:lnTo>
                  <a:lnTo>
                    <a:pt x="2790" y="9554"/>
                  </a:lnTo>
                  <a:lnTo>
                    <a:pt x="2193" y="9563"/>
                  </a:lnTo>
                  <a:lnTo>
                    <a:pt x="2168" y="9202"/>
                  </a:lnTo>
                  <a:lnTo>
                    <a:pt x="2596" y="7690"/>
                  </a:lnTo>
                  <a:lnTo>
                    <a:pt x="2227" y="5974"/>
                  </a:lnTo>
                  <a:lnTo>
                    <a:pt x="2407" y="4670"/>
                  </a:lnTo>
                  <a:lnTo>
                    <a:pt x="2231" y="4431"/>
                  </a:lnTo>
                  <a:lnTo>
                    <a:pt x="1861" y="4615"/>
                  </a:lnTo>
                  <a:lnTo>
                    <a:pt x="502" y="6687"/>
                  </a:lnTo>
                  <a:lnTo>
                    <a:pt x="49" y="6892"/>
                  </a:lnTo>
                  <a:lnTo>
                    <a:pt x="0" y="6471"/>
                  </a:lnTo>
                  <a:lnTo>
                    <a:pt x="336" y="4774"/>
                  </a:lnTo>
                  <a:lnTo>
                    <a:pt x="377" y="3614"/>
                  </a:lnTo>
                  <a:lnTo>
                    <a:pt x="579" y="2901"/>
                  </a:lnTo>
                  <a:lnTo>
                    <a:pt x="949" y="2243"/>
                  </a:lnTo>
                  <a:lnTo>
                    <a:pt x="1389" y="1750"/>
                  </a:lnTo>
                  <a:lnTo>
                    <a:pt x="1743" y="1679"/>
                  </a:lnTo>
                  <a:lnTo>
                    <a:pt x="2121" y="2188"/>
                  </a:lnTo>
                  <a:lnTo>
                    <a:pt x="3222" y="76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8"/>
            <p:cNvSpPr/>
            <p:nvPr/>
          </p:nvSpPr>
          <p:spPr>
            <a:xfrm>
              <a:off x="3129029" y="1975768"/>
              <a:ext cx="3991" cy="9352"/>
            </a:xfrm>
            <a:custGeom>
              <a:avLst/>
              <a:pathLst>
                <a:path w="3991" h="9352">
                  <a:moveTo>
                    <a:pt x="1172" y="9034"/>
                  </a:moveTo>
                  <a:lnTo>
                    <a:pt x="932" y="9352"/>
                  </a:lnTo>
                  <a:lnTo>
                    <a:pt x="350" y="9264"/>
                  </a:lnTo>
                  <a:lnTo>
                    <a:pt x="133" y="8788"/>
                  </a:lnTo>
                  <a:lnTo>
                    <a:pt x="14" y="8056"/>
                  </a:lnTo>
                  <a:lnTo>
                    <a:pt x="0" y="6713"/>
                  </a:lnTo>
                  <a:lnTo>
                    <a:pt x="352" y="5752"/>
                  </a:lnTo>
                  <a:lnTo>
                    <a:pt x="1843" y="4301"/>
                  </a:lnTo>
                  <a:lnTo>
                    <a:pt x="1169" y="3785"/>
                  </a:lnTo>
                  <a:lnTo>
                    <a:pt x="1142" y="3423"/>
                  </a:lnTo>
                  <a:lnTo>
                    <a:pt x="1529" y="2217"/>
                  </a:lnTo>
                  <a:lnTo>
                    <a:pt x="3134" y="340"/>
                  </a:lnTo>
                  <a:lnTo>
                    <a:pt x="3564" y="0"/>
                  </a:lnTo>
                  <a:lnTo>
                    <a:pt x="3991" y="51"/>
                  </a:lnTo>
                  <a:lnTo>
                    <a:pt x="3161" y="33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79"/>
            <p:cNvSpPr/>
            <p:nvPr/>
          </p:nvSpPr>
          <p:spPr>
            <a:xfrm>
              <a:off x="3126108" y="1960121"/>
              <a:ext cx="6501" cy="10671"/>
            </a:xfrm>
            <a:custGeom>
              <a:avLst/>
              <a:pathLst>
                <a:path w="6501" h="10671">
                  <a:moveTo>
                    <a:pt x="6305" y="9027"/>
                  </a:moveTo>
                  <a:lnTo>
                    <a:pt x="1722" y="10671"/>
                  </a:lnTo>
                  <a:lnTo>
                    <a:pt x="142" y="10525"/>
                  </a:lnTo>
                  <a:lnTo>
                    <a:pt x="0" y="9718"/>
                  </a:lnTo>
                  <a:lnTo>
                    <a:pt x="314" y="9180"/>
                  </a:lnTo>
                  <a:lnTo>
                    <a:pt x="1622" y="8656"/>
                  </a:lnTo>
                  <a:lnTo>
                    <a:pt x="2151" y="4705"/>
                  </a:lnTo>
                  <a:lnTo>
                    <a:pt x="174" y="2887"/>
                  </a:lnTo>
                  <a:lnTo>
                    <a:pt x="70" y="2376"/>
                  </a:lnTo>
                  <a:lnTo>
                    <a:pt x="225" y="1509"/>
                  </a:lnTo>
                  <a:lnTo>
                    <a:pt x="454" y="1122"/>
                  </a:lnTo>
                  <a:lnTo>
                    <a:pt x="1654" y="203"/>
                  </a:lnTo>
                  <a:lnTo>
                    <a:pt x="2158" y="0"/>
                  </a:lnTo>
                  <a:lnTo>
                    <a:pt x="2567" y="123"/>
                  </a:lnTo>
                  <a:lnTo>
                    <a:pt x="3409" y="1183"/>
                  </a:lnTo>
                  <a:lnTo>
                    <a:pt x="4363" y="3407"/>
                  </a:lnTo>
                  <a:lnTo>
                    <a:pt x="5636" y="3761"/>
                  </a:lnTo>
                  <a:lnTo>
                    <a:pt x="6501" y="47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0"/>
            <p:cNvSpPr/>
            <p:nvPr/>
          </p:nvSpPr>
          <p:spPr>
            <a:xfrm>
              <a:off x="3122164" y="1959456"/>
              <a:ext cx="2127" cy="2745"/>
            </a:xfrm>
            <a:custGeom>
              <a:avLst/>
              <a:pathLst>
                <a:path w="2127" h="2745">
                  <a:moveTo>
                    <a:pt x="701" y="2581"/>
                  </a:moveTo>
                  <a:lnTo>
                    <a:pt x="47" y="2745"/>
                  </a:lnTo>
                  <a:lnTo>
                    <a:pt x="0" y="2327"/>
                  </a:lnTo>
                  <a:lnTo>
                    <a:pt x="1135" y="328"/>
                  </a:lnTo>
                  <a:lnTo>
                    <a:pt x="1870" y="0"/>
                  </a:lnTo>
                  <a:lnTo>
                    <a:pt x="2127" y="194"/>
                  </a:lnTo>
                  <a:lnTo>
                    <a:pt x="1593" y="13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1"/>
            <p:cNvSpPr/>
            <p:nvPr/>
          </p:nvSpPr>
          <p:spPr>
            <a:xfrm>
              <a:off x="3112101" y="1949215"/>
              <a:ext cx="1657" cy="1988"/>
            </a:xfrm>
            <a:custGeom>
              <a:avLst/>
              <a:pathLst>
                <a:path w="1657" h="1988">
                  <a:moveTo>
                    <a:pt x="1450" y="1581"/>
                  </a:moveTo>
                  <a:lnTo>
                    <a:pt x="439" y="1988"/>
                  </a:lnTo>
                  <a:lnTo>
                    <a:pt x="64" y="1750"/>
                  </a:lnTo>
                  <a:lnTo>
                    <a:pt x="0" y="1376"/>
                  </a:lnTo>
                  <a:lnTo>
                    <a:pt x="230" y="359"/>
                  </a:lnTo>
                  <a:lnTo>
                    <a:pt x="1006" y="0"/>
                  </a:lnTo>
                  <a:lnTo>
                    <a:pt x="1568" y="551"/>
                  </a:lnTo>
                  <a:lnTo>
                    <a:pt x="1657" y="10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2"/>
            <p:cNvSpPr/>
            <p:nvPr/>
          </p:nvSpPr>
          <p:spPr>
            <a:xfrm>
              <a:off x="3124879" y="1948281"/>
              <a:ext cx="1980" cy="2917"/>
            </a:xfrm>
            <a:custGeom>
              <a:avLst/>
              <a:pathLst>
                <a:path w="1980" h="2917">
                  <a:moveTo>
                    <a:pt x="1767" y="2536"/>
                  </a:moveTo>
                  <a:lnTo>
                    <a:pt x="1425" y="2917"/>
                  </a:lnTo>
                  <a:lnTo>
                    <a:pt x="994" y="2843"/>
                  </a:lnTo>
                  <a:lnTo>
                    <a:pt x="566" y="2353"/>
                  </a:lnTo>
                  <a:lnTo>
                    <a:pt x="0" y="963"/>
                  </a:lnTo>
                  <a:lnTo>
                    <a:pt x="1268" y="0"/>
                  </a:lnTo>
                  <a:lnTo>
                    <a:pt x="1776" y="565"/>
                  </a:lnTo>
                  <a:lnTo>
                    <a:pt x="1971" y="1211"/>
                  </a:lnTo>
                  <a:lnTo>
                    <a:pt x="1980" y="19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3"/>
            <p:cNvSpPr/>
            <p:nvPr/>
          </p:nvSpPr>
          <p:spPr>
            <a:xfrm>
              <a:off x="3113489" y="1938437"/>
              <a:ext cx="2011" cy="8094"/>
            </a:xfrm>
            <a:custGeom>
              <a:avLst/>
              <a:pathLst>
                <a:path w="2011" h="8094">
                  <a:moveTo>
                    <a:pt x="1985" y="7929"/>
                  </a:moveTo>
                  <a:lnTo>
                    <a:pt x="1499" y="8094"/>
                  </a:lnTo>
                  <a:lnTo>
                    <a:pt x="862" y="7935"/>
                  </a:lnTo>
                  <a:lnTo>
                    <a:pt x="470" y="7476"/>
                  </a:lnTo>
                  <a:lnTo>
                    <a:pt x="74" y="5660"/>
                  </a:lnTo>
                  <a:lnTo>
                    <a:pt x="0" y="4560"/>
                  </a:lnTo>
                  <a:lnTo>
                    <a:pt x="176" y="2517"/>
                  </a:lnTo>
                  <a:lnTo>
                    <a:pt x="135" y="76"/>
                  </a:lnTo>
                  <a:lnTo>
                    <a:pt x="1449" y="0"/>
                  </a:lnTo>
                  <a:lnTo>
                    <a:pt x="1786" y="351"/>
                  </a:lnTo>
                  <a:lnTo>
                    <a:pt x="2011" y="76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4"/>
            <p:cNvSpPr/>
            <p:nvPr/>
          </p:nvSpPr>
          <p:spPr>
            <a:xfrm>
              <a:off x="3121098" y="1929918"/>
              <a:ext cx="12572" cy="18543"/>
            </a:xfrm>
            <a:custGeom>
              <a:avLst/>
              <a:pathLst>
                <a:path w="12572" h="18543">
                  <a:moveTo>
                    <a:pt x="7093" y="4934"/>
                  </a:moveTo>
                  <a:lnTo>
                    <a:pt x="7077" y="6240"/>
                  </a:lnTo>
                  <a:lnTo>
                    <a:pt x="6874" y="7775"/>
                  </a:lnTo>
                  <a:lnTo>
                    <a:pt x="7138" y="9405"/>
                  </a:lnTo>
                  <a:lnTo>
                    <a:pt x="7199" y="10570"/>
                  </a:lnTo>
                  <a:lnTo>
                    <a:pt x="7684" y="10941"/>
                  </a:lnTo>
                  <a:lnTo>
                    <a:pt x="7980" y="11477"/>
                  </a:lnTo>
                  <a:lnTo>
                    <a:pt x="10136" y="12077"/>
                  </a:lnTo>
                  <a:lnTo>
                    <a:pt x="12142" y="11909"/>
                  </a:lnTo>
                  <a:lnTo>
                    <a:pt x="12528" y="12389"/>
                  </a:lnTo>
                  <a:lnTo>
                    <a:pt x="12572" y="13151"/>
                  </a:lnTo>
                  <a:lnTo>
                    <a:pt x="12255" y="13992"/>
                  </a:lnTo>
                  <a:lnTo>
                    <a:pt x="11113" y="15526"/>
                  </a:lnTo>
                  <a:lnTo>
                    <a:pt x="9751" y="18004"/>
                  </a:lnTo>
                  <a:lnTo>
                    <a:pt x="9345" y="18521"/>
                  </a:lnTo>
                  <a:lnTo>
                    <a:pt x="8905" y="18543"/>
                  </a:lnTo>
                  <a:lnTo>
                    <a:pt x="8589" y="18321"/>
                  </a:lnTo>
                  <a:lnTo>
                    <a:pt x="8363" y="13910"/>
                  </a:lnTo>
                  <a:lnTo>
                    <a:pt x="6886" y="14474"/>
                  </a:lnTo>
                  <a:lnTo>
                    <a:pt x="5696" y="14409"/>
                  </a:lnTo>
                  <a:lnTo>
                    <a:pt x="5045" y="13872"/>
                  </a:lnTo>
                  <a:lnTo>
                    <a:pt x="4588" y="12838"/>
                  </a:lnTo>
                  <a:lnTo>
                    <a:pt x="3667" y="10179"/>
                  </a:lnTo>
                  <a:lnTo>
                    <a:pt x="986" y="9133"/>
                  </a:lnTo>
                  <a:lnTo>
                    <a:pt x="228" y="7668"/>
                  </a:lnTo>
                  <a:lnTo>
                    <a:pt x="0" y="6784"/>
                  </a:lnTo>
                  <a:lnTo>
                    <a:pt x="96" y="6295"/>
                  </a:lnTo>
                  <a:lnTo>
                    <a:pt x="655" y="5207"/>
                  </a:lnTo>
                  <a:lnTo>
                    <a:pt x="1354" y="5595"/>
                  </a:lnTo>
                  <a:lnTo>
                    <a:pt x="1786" y="5357"/>
                  </a:lnTo>
                  <a:lnTo>
                    <a:pt x="2049" y="4871"/>
                  </a:lnTo>
                  <a:lnTo>
                    <a:pt x="2044" y="4471"/>
                  </a:lnTo>
                  <a:lnTo>
                    <a:pt x="1678" y="3523"/>
                  </a:lnTo>
                  <a:lnTo>
                    <a:pt x="1661" y="3228"/>
                  </a:lnTo>
                  <a:lnTo>
                    <a:pt x="4403" y="2028"/>
                  </a:lnTo>
                  <a:lnTo>
                    <a:pt x="4643" y="153"/>
                  </a:lnTo>
                  <a:lnTo>
                    <a:pt x="5238" y="0"/>
                  </a:lnTo>
                  <a:lnTo>
                    <a:pt x="5917" y="613"/>
                  </a:lnTo>
                  <a:lnTo>
                    <a:pt x="6848" y="25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5"/>
            <p:cNvSpPr/>
            <p:nvPr/>
          </p:nvSpPr>
          <p:spPr>
            <a:xfrm>
              <a:off x="3112415" y="1929593"/>
              <a:ext cx="4866" cy="4422"/>
            </a:xfrm>
            <a:custGeom>
              <a:avLst/>
              <a:pathLst>
                <a:path w="4866" h="4422">
                  <a:moveTo>
                    <a:pt x="3568" y="0"/>
                  </a:moveTo>
                  <a:lnTo>
                    <a:pt x="4866" y="1663"/>
                  </a:lnTo>
                  <a:lnTo>
                    <a:pt x="3832" y="4422"/>
                  </a:lnTo>
                  <a:lnTo>
                    <a:pt x="2244" y="4409"/>
                  </a:lnTo>
                  <a:lnTo>
                    <a:pt x="10" y="2393"/>
                  </a:lnTo>
                  <a:lnTo>
                    <a:pt x="0" y="1982"/>
                  </a:lnTo>
                  <a:lnTo>
                    <a:pt x="186" y="1378"/>
                  </a:lnTo>
                  <a:lnTo>
                    <a:pt x="521" y="898"/>
                  </a:lnTo>
                  <a:lnTo>
                    <a:pt x="869" y="785"/>
                  </a:lnTo>
                  <a:lnTo>
                    <a:pt x="1423" y="1115"/>
                  </a:lnTo>
                  <a:lnTo>
                    <a:pt x="2195" y="585"/>
                  </a:lnTo>
                  <a:lnTo>
                    <a:pt x="2812" y="7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6"/>
            <p:cNvSpPr/>
            <p:nvPr/>
          </p:nvSpPr>
          <p:spPr>
            <a:xfrm>
              <a:off x="3117249" y="1905367"/>
              <a:ext cx="10373" cy="22245"/>
            </a:xfrm>
            <a:custGeom>
              <a:avLst/>
              <a:pathLst>
                <a:path w="10373" h="22245">
                  <a:moveTo>
                    <a:pt x="10321" y="4123"/>
                  </a:moveTo>
                  <a:lnTo>
                    <a:pt x="8858" y="9277"/>
                  </a:lnTo>
                  <a:lnTo>
                    <a:pt x="8286" y="9404"/>
                  </a:lnTo>
                  <a:lnTo>
                    <a:pt x="7783" y="10692"/>
                  </a:lnTo>
                  <a:lnTo>
                    <a:pt x="6226" y="12113"/>
                  </a:lnTo>
                  <a:lnTo>
                    <a:pt x="7584" y="12142"/>
                  </a:lnTo>
                  <a:lnTo>
                    <a:pt x="7966" y="12616"/>
                  </a:lnTo>
                  <a:lnTo>
                    <a:pt x="7976" y="13636"/>
                  </a:lnTo>
                  <a:lnTo>
                    <a:pt x="7715" y="14229"/>
                  </a:lnTo>
                  <a:lnTo>
                    <a:pt x="5955" y="16591"/>
                  </a:lnTo>
                  <a:lnTo>
                    <a:pt x="4744" y="17486"/>
                  </a:lnTo>
                  <a:lnTo>
                    <a:pt x="3441" y="19954"/>
                  </a:lnTo>
                  <a:lnTo>
                    <a:pt x="2783" y="19984"/>
                  </a:lnTo>
                  <a:lnTo>
                    <a:pt x="2131" y="21554"/>
                  </a:lnTo>
                  <a:lnTo>
                    <a:pt x="1595" y="22243"/>
                  </a:lnTo>
                  <a:lnTo>
                    <a:pt x="1294" y="22245"/>
                  </a:lnTo>
                  <a:lnTo>
                    <a:pt x="948" y="21897"/>
                  </a:lnTo>
                  <a:lnTo>
                    <a:pt x="139" y="20361"/>
                  </a:lnTo>
                  <a:lnTo>
                    <a:pt x="1607" y="18850"/>
                  </a:lnTo>
                  <a:lnTo>
                    <a:pt x="1743" y="18000"/>
                  </a:lnTo>
                  <a:lnTo>
                    <a:pt x="2747" y="17117"/>
                  </a:lnTo>
                  <a:lnTo>
                    <a:pt x="2663" y="16842"/>
                  </a:lnTo>
                  <a:lnTo>
                    <a:pt x="1071" y="15599"/>
                  </a:lnTo>
                  <a:lnTo>
                    <a:pt x="443" y="14764"/>
                  </a:lnTo>
                  <a:lnTo>
                    <a:pt x="502" y="14327"/>
                  </a:lnTo>
                  <a:lnTo>
                    <a:pt x="1269" y="13366"/>
                  </a:lnTo>
                  <a:lnTo>
                    <a:pt x="905" y="13239"/>
                  </a:lnTo>
                  <a:lnTo>
                    <a:pt x="660" y="12721"/>
                  </a:lnTo>
                  <a:lnTo>
                    <a:pt x="215" y="12523"/>
                  </a:lnTo>
                  <a:lnTo>
                    <a:pt x="82" y="12040"/>
                  </a:lnTo>
                  <a:lnTo>
                    <a:pt x="0" y="10772"/>
                  </a:lnTo>
                  <a:lnTo>
                    <a:pt x="119" y="9474"/>
                  </a:lnTo>
                  <a:lnTo>
                    <a:pt x="583" y="8902"/>
                  </a:lnTo>
                  <a:lnTo>
                    <a:pt x="773" y="8288"/>
                  </a:lnTo>
                  <a:lnTo>
                    <a:pt x="961" y="8100"/>
                  </a:lnTo>
                  <a:lnTo>
                    <a:pt x="1680" y="8425"/>
                  </a:lnTo>
                  <a:lnTo>
                    <a:pt x="2409" y="9463"/>
                  </a:lnTo>
                  <a:lnTo>
                    <a:pt x="3260" y="9063"/>
                  </a:lnTo>
                  <a:lnTo>
                    <a:pt x="4248" y="9261"/>
                  </a:lnTo>
                  <a:lnTo>
                    <a:pt x="4268" y="9020"/>
                  </a:lnTo>
                  <a:lnTo>
                    <a:pt x="3542" y="6469"/>
                  </a:lnTo>
                  <a:lnTo>
                    <a:pt x="3672" y="5948"/>
                  </a:lnTo>
                  <a:lnTo>
                    <a:pt x="4066" y="5354"/>
                  </a:lnTo>
                  <a:lnTo>
                    <a:pt x="6345" y="3536"/>
                  </a:lnTo>
                  <a:lnTo>
                    <a:pt x="9188" y="478"/>
                  </a:lnTo>
                  <a:lnTo>
                    <a:pt x="9875" y="0"/>
                  </a:lnTo>
                  <a:lnTo>
                    <a:pt x="10083" y="416"/>
                  </a:lnTo>
                  <a:lnTo>
                    <a:pt x="10373" y="20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3128319" y="1901018"/>
              <a:ext cx="90686" cy="254967"/>
            </a:xfrm>
            <a:custGeom>
              <a:avLst/>
              <a:pathLst>
                <a:path w="90686" h="254967">
                  <a:moveTo>
                    <a:pt x="34800" y="3974"/>
                  </a:moveTo>
                  <a:lnTo>
                    <a:pt x="34898" y="6391"/>
                  </a:lnTo>
                  <a:lnTo>
                    <a:pt x="34763" y="7124"/>
                  </a:lnTo>
                  <a:lnTo>
                    <a:pt x="34488" y="8027"/>
                  </a:lnTo>
                  <a:lnTo>
                    <a:pt x="33618" y="9714"/>
                  </a:lnTo>
                  <a:lnTo>
                    <a:pt x="31333" y="12125"/>
                  </a:lnTo>
                  <a:lnTo>
                    <a:pt x="27143" y="17667"/>
                  </a:lnTo>
                  <a:lnTo>
                    <a:pt x="24669" y="20417"/>
                  </a:lnTo>
                  <a:lnTo>
                    <a:pt x="24328" y="21740"/>
                  </a:lnTo>
                  <a:lnTo>
                    <a:pt x="24145" y="23580"/>
                  </a:lnTo>
                  <a:lnTo>
                    <a:pt x="25626" y="23945"/>
                  </a:lnTo>
                  <a:lnTo>
                    <a:pt x="26198" y="24568"/>
                  </a:lnTo>
                  <a:lnTo>
                    <a:pt x="25844" y="25503"/>
                  </a:lnTo>
                  <a:lnTo>
                    <a:pt x="23652" y="28749"/>
                  </a:lnTo>
                  <a:lnTo>
                    <a:pt x="23006" y="31684"/>
                  </a:lnTo>
                  <a:lnTo>
                    <a:pt x="24687" y="31580"/>
                  </a:lnTo>
                  <a:lnTo>
                    <a:pt x="26071" y="31016"/>
                  </a:lnTo>
                  <a:lnTo>
                    <a:pt x="28833" y="29186"/>
                  </a:lnTo>
                  <a:lnTo>
                    <a:pt x="31427" y="27827"/>
                  </a:lnTo>
                  <a:lnTo>
                    <a:pt x="32673" y="27771"/>
                  </a:lnTo>
                  <a:lnTo>
                    <a:pt x="35096" y="28855"/>
                  </a:lnTo>
                  <a:lnTo>
                    <a:pt x="35648" y="28889"/>
                  </a:lnTo>
                  <a:lnTo>
                    <a:pt x="36676" y="28389"/>
                  </a:lnTo>
                  <a:lnTo>
                    <a:pt x="37716" y="28299"/>
                  </a:lnTo>
                  <a:lnTo>
                    <a:pt x="44761" y="28637"/>
                  </a:lnTo>
                  <a:lnTo>
                    <a:pt x="46718" y="28000"/>
                  </a:lnTo>
                  <a:lnTo>
                    <a:pt x="48013" y="28761"/>
                  </a:lnTo>
                  <a:lnTo>
                    <a:pt x="49096" y="30661"/>
                  </a:lnTo>
                  <a:lnTo>
                    <a:pt x="50126" y="34166"/>
                  </a:lnTo>
                  <a:lnTo>
                    <a:pt x="50094" y="34749"/>
                  </a:lnTo>
                  <a:lnTo>
                    <a:pt x="49472" y="36346"/>
                  </a:lnTo>
                  <a:lnTo>
                    <a:pt x="48324" y="38348"/>
                  </a:lnTo>
                  <a:lnTo>
                    <a:pt x="47337" y="41106"/>
                  </a:lnTo>
                  <a:lnTo>
                    <a:pt x="47047" y="42593"/>
                  </a:lnTo>
                  <a:lnTo>
                    <a:pt x="46853" y="44221"/>
                  </a:lnTo>
                  <a:lnTo>
                    <a:pt x="46540" y="45726"/>
                  </a:lnTo>
                  <a:lnTo>
                    <a:pt x="44575" y="52794"/>
                  </a:lnTo>
                  <a:lnTo>
                    <a:pt x="42660" y="56713"/>
                  </a:lnTo>
                  <a:lnTo>
                    <a:pt x="41805" y="59494"/>
                  </a:lnTo>
                  <a:lnTo>
                    <a:pt x="40750" y="61711"/>
                  </a:lnTo>
                  <a:lnTo>
                    <a:pt x="39734" y="63104"/>
                  </a:lnTo>
                  <a:lnTo>
                    <a:pt x="38649" y="64034"/>
                  </a:lnTo>
                  <a:lnTo>
                    <a:pt x="35517" y="65026"/>
                  </a:lnTo>
                  <a:lnTo>
                    <a:pt x="34640" y="65738"/>
                  </a:lnTo>
                  <a:lnTo>
                    <a:pt x="33594" y="66960"/>
                  </a:lnTo>
                  <a:lnTo>
                    <a:pt x="32495" y="67564"/>
                  </a:lnTo>
                  <a:lnTo>
                    <a:pt x="33784" y="67488"/>
                  </a:lnTo>
                  <a:lnTo>
                    <a:pt x="35061" y="66808"/>
                  </a:lnTo>
                  <a:lnTo>
                    <a:pt x="37384" y="66558"/>
                  </a:lnTo>
                  <a:lnTo>
                    <a:pt x="40059" y="68900"/>
                  </a:lnTo>
                  <a:lnTo>
                    <a:pt x="39811" y="70816"/>
                  </a:lnTo>
                  <a:lnTo>
                    <a:pt x="38737" y="72331"/>
                  </a:lnTo>
                  <a:lnTo>
                    <a:pt x="36295" y="72569"/>
                  </a:lnTo>
                  <a:lnTo>
                    <a:pt x="34011" y="75937"/>
                  </a:lnTo>
                  <a:lnTo>
                    <a:pt x="32981" y="76973"/>
                  </a:lnTo>
                  <a:lnTo>
                    <a:pt x="31893" y="77488"/>
                  </a:lnTo>
                  <a:lnTo>
                    <a:pt x="30534" y="77335"/>
                  </a:lnTo>
                  <a:lnTo>
                    <a:pt x="28063" y="76433"/>
                  </a:lnTo>
                  <a:lnTo>
                    <a:pt x="26982" y="75491"/>
                  </a:lnTo>
                  <a:lnTo>
                    <a:pt x="27959" y="77029"/>
                  </a:lnTo>
                  <a:lnTo>
                    <a:pt x="29067" y="77831"/>
                  </a:lnTo>
                  <a:lnTo>
                    <a:pt x="35501" y="79724"/>
                  </a:lnTo>
                  <a:lnTo>
                    <a:pt x="35889" y="79528"/>
                  </a:lnTo>
                  <a:lnTo>
                    <a:pt x="37940" y="77528"/>
                  </a:lnTo>
                  <a:lnTo>
                    <a:pt x="40673" y="77498"/>
                  </a:lnTo>
                  <a:lnTo>
                    <a:pt x="45878" y="81171"/>
                  </a:lnTo>
                  <a:lnTo>
                    <a:pt x="47376" y="83979"/>
                  </a:lnTo>
                  <a:lnTo>
                    <a:pt x="49523" y="88005"/>
                  </a:lnTo>
                  <a:lnTo>
                    <a:pt x="50692" y="89576"/>
                  </a:lnTo>
                  <a:lnTo>
                    <a:pt x="51536" y="91000"/>
                  </a:lnTo>
                  <a:lnTo>
                    <a:pt x="52057" y="93135"/>
                  </a:lnTo>
                  <a:lnTo>
                    <a:pt x="53065" y="100185"/>
                  </a:lnTo>
                  <a:lnTo>
                    <a:pt x="54214" y="107073"/>
                  </a:lnTo>
                  <a:lnTo>
                    <a:pt x="55721" y="114535"/>
                  </a:lnTo>
                  <a:lnTo>
                    <a:pt x="56404" y="116609"/>
                  </a:lnTo>
                  <a:lnTo>
                    <a:pt x="57302" y="118063"/>
                  </a:lnTo>
                  <a:lnTo>
                    <a:pt x="61848" y="121405"/>
                  </a:lnTo>
                  <a:lnTo>
                    <a:pt x="62860" y="122513"/>
                  </a:lnTo>
                  <a:lnTo>
                    <a:pt x="64624" y="125727"/>
                  </a:lnTo>
                  <a:lnTo>
                    <a:pt x="66324" y="129153"/>
                  </a:lnTo>
                  <a:lnTo>
                    <a:pt x="67907" y="131784"/>
                  </a:lnTo>
                  <a:lnTo>
                    <a:pt x="69615" y="133914"/>
                  </a:lnTo>
                  <a:lnTo>
                    <a:pt x="68788" y="135020"/>
                  </a:lnTo>
                  <a:lnTo>
                    <a:pt x="68221" y="136761"/>
                  </a:lnTo>
                  <a:lnTo>
                    <a:pt x="68644" y="139127"/>
                  </a:lnTo>
                  <a:lnTo>
                    <a:pt x="69341" y="141386"/>
                  </a:lnTo>
                  <a:lnTo>
                    <a:pt x="70586" y="144681"/>
                  </a:lnTo>
                  <a:lnTo>
                    <a:pt x="70708" y="145002"/>
                  </a:lnTo>
                  <a:lnTo>
                    <a:pt x="71914" y="148948"/>
                  </a:lnTo>
                  <a:lnTo>
                    <a:pt x="71469" y="148352"/>
                  </a:lnTo>
                  <a:lnTo>
                    <a:pt x="71002" y="148025"/>
                  </a:lnTo>
                  <a:lnTo>
                    <a:pt x="70586" y="148088"/>
                  </a:lnTo>
                  <a:lnTo>
                    <a:pt x="70363" y="148123"/>
                  </a:lnTo>
                  <a:lnTo>
                    <a:pt x="69738" y="147932"/>
                  </a:lnTo>
                  <a:lnTo>
                    <a:pt x="68586" y="146697"/>
                  </a:lnTo>
                  <a:lnTo>
                    <a:pt x="67479" y="145181"/>
                  </a:lnTo>
                  <a:lnTo>
                    <a:pt x="65277" y="145790"/>
                  </a:lnTo>
                  <a:lnTo>
                    <a:pt x="64054" y="145517"/>
                  </a:lnTo>
                  <a:lnTo>
                    <a:pt x="62992" y="145557"/>
                  </a:lnTo>
                  <a:lnTo>
                    <a:pt x="65004" y="146433"/>
                  </a:lnTo>
                  <a:lnTo>
                    <a:pt x="67206" y="146494"/>
                  </a:lnTo>
                  <a:lnTo>
                    <a:pt x="70586" y="151102"/>
                  </a:lnTo>
                  <a:lnTo>
                    <a:pt x="72063" y="153115"/>
                  </a:lnTo>
                  <a:lnTo>
                    <a:pt x="73705" y="157038"/>
                  </a:lnTo>
                  <a:lnTo>
                    <a:pt x="74681" y="162225"/>
                  </a:lnTo>
                  <a:lnTo>
                    <a:pt x="74016" y="164555"/>
                  </a:lnTo>
                  <a:lnTo>
                    <a:pt x="72982" y="166064"/>
                  </a:lnTo>
                  <a:lnTo>
                    <a:pt x="72018" y="167791"/>
                  </a:lnTo>
                  <a:lnTo>
                    <a:pt x="71115" y="169741"/>
                  </a:lnTo>
                  <a:lnTo>
                    <a:pt x="73806" y="172605"/>
                  </a:lnTo>
                  <a:lnTo>
                    <a:pt x="74386" y="172518"/>
                  </a:lnTo>
                  <a:lnTo>
                    <a:pt x="74982" y="172117"/>
                  </a:lnTo>
                  <a:lnTo>
                    <a:pt x="75554" y="171143"/>
                  </a:lnTo>
                  <a:lnTo>
                    <a:pt x="76519" y="168773"/>
                  </a:lnTo>
                  <a:lnTo>
                    <a:pt x="77017" y="167928"/>
                  </a:lnTo>
                  <a:lnTo>
                    <a:pt x="78694" y="167624"/>
                  </a:lnTo>
                  <a:lnTo>
                    <a:pt x="80101" y="167806"/>
                  </a:lnTo>
                  <a:lnTo>
                    <a:pt x="81502" y="168330"/>
                  </a:lnTo>
                  <a:lnTo>
                    <a:pt x="82734" y="168164"/>
                  </a:lnTo>
                  <a:lnTo>
                    <a:pt x="85216" y="169181"/>
                  </a:lnTo>
                  <a:lnTo>
                    <a:pt x="86492" y="170098"/>
                  </a:lnTo>
                  <a:lnTo>
                    <a:pt x="89652" y="174229"/>
                  </a:lnTo>
                  <a:lnTo>
                    <a:pt x="90336" y="176489"/>
                  </a:lnTo>
                  <a:lnTo>
                    <a:pt x="90649" y="179406"/>
                  </a:lnTo>
                  <a:lnTo>
                    <a:pt x="90686" y="182642"/>
                  </a:lnTo>
                  <a:lnTo>
                    <a:pt x="90155" y="185600"/>
                  </a:lnTo>
                  <a:lnTo>
                    <a:pt x="89544" y="188271"/>
                  </a:lnTo>
                  <a:lnTo>
                    <a:pt x="89168" y="191719"/>
                  </a:lnTo>
                  <a:lnTo>
                    <a:pt x="88900" y="192961"/>
                  </a:lnTo>
                  <a:lnTo>
                    <a:pt x="88527" y="193934"/>
                  </a:lnTo>
                  <a:lnTo>
                    <a:pt x="86853" y="196655"/>
                  </a:lnTo>
                  <a:lnTo>
                    <a:pt x="85740" y="197773"/>
                  </a:lnTo>
                  <a:lnTo>
                    <a:pt x="85270" y="197283"/>
                  </a:lnTo>
                  <a:lnTo>
                    <a:pt x="84769" y="197350"/>
                  </a:lnTo>
                  <a:lnTo>
                    <a:pt x="84716" y="198004"/>
                  </a:lnTo>
                  <a:lnTo>
                    <a:pt x="85246" y="199394"/>
                  </a:lnTo>
                  <a:lnTo>
                    <a:pt x="85252" y="201070"/>
                  </a:lnTo>
                  <a:lnTo>
                    <a:pt x="84263" y="202311"/>
                  </a:lnTo>
                  <a:lnTo>
                    <a:pt x="83259" y="202840"/>
                  </a:lnTo>
                  <a:lnTo>
                    <a:pt x="81578" y="202180"/>
                  </a:lnTo>
                  <a:lnTo>
                    <a:pt x="79243" y="204491"/>
                  </a:lnTo>
                  <a:lnTo>
                    <a:pt x="80921" y="205679"/>
                  </a:lnTo>
                  <a:lnTo>
                    <a:pt x="81259" y="206942"/>
                  </a:lnTo>
                  <a:lnTo>
                    <a:pt x="80839" y="209164"/>
                  </a:lnTo>
                  <a:lnTo>
                    <a:pt x="79784" y="210156"/>
                  </a:lnTo>
                  <a:lnTo>
                    <a:pt x="78614" y="210594"/>
                  </a:lnTo>
                  <a:lnTo>
                    <a:pt x="77416" y="210700"/>
                  </a:lnTo>
                  <a:lnTo>
                    <a:pt x="76424" y="211243"/>
                  </a:lnTo>
                  <a:lnTo>
                    <a:pt x="75472" y="212291"/>
                  </a:lnTo>
                  <a:lnTo>
                    <a:pt x="76666" y="211734"/>
                  </a:lnTo>
                  <a:lnTo>
                    <a:pt x="77495" y="212222"/>
                  </a:lnTo>
                  <a:lnTo>
                    <a:pt x="78015" y="214092"/>
                  </a:lnTo>
                  <a:lnTo>
                    <a:pt x="78487" y="214627"/>
                  </a:lnTo>
                  <a:lnTo>
                    <a:pt x="80821" y="215426"/>
                  </a:lnTo>
                  <a:lnTo>
                    <a:pt x="82266" y="215420"/>
                  </a:lnTo>
                  <a:lnTo>
                    <a:pt x="85054" y="214966"/>
                  </a:lnTo>
                  <a:lnTo>
                    <a:pt x="86392" y="214978"/>
                  </a:lnTo>
                  <a:lnTo>
                    <a:pt x="86870" y="215315"/>
                  </a:lnTo>
                  <a:lnTo>
                    <a:pt x="86878" y="216865"/>
                  </a:lnTo>
                  <a:lnTo>
                    <a:pt x="86670" y="220671"/>
                  </a:lnTo>
                  <a:lnTo>
                    <a:pt x="86301" y="221456"/>
                  </a:lnTo>
                  <a:lnTo>
                    <a:pt x="82606" y="224653"/>
                  </a:lnTo>
                  <a:lnTo>
                    <a:pt x="81848" y="226887"/>
                  </a:lnTo>
                  <a:lnTo>
                    <a:pt x="81636" y="228240"/>
                  </a:lnTo>
                  <a:lnTo>
                    <a:pt x="79475" y="228000"/>
                  </a:lnTo>
                  <a:lnTo>
                    <a:pt x="78462" y="229432"/>
                  </a:lnTo>
                  <a:lnTo>
                    <a:pt x="76712" y="230381"/>
                  </a:lnTo>
                  <a:lnTo>
                    <a:pt x="75359" y="231392"/>
                  </a:lnTo>
                  <a:lnTo>
                    <a:pt x="74035" y="232669"/>
                  </a:lnTo>
                  <a:lnTo>
                    <a:pt x="72946" y="233052"/>
                  </a:lnTo>
                  <a:lnTo>
                    <a:pt x="70586" y="232291"/>
                  </a:lnTo>
                  <a:lnTo>
                    <a:pt x="68240" y="231535"/>
                  </a:lnTo>
                  <a:lnTo>
                    <a:pt x="65399" y="231659"/>
                  </a:lnTo>
                  <a:lnTo>
                    <a:pt x="61550" y="232981"/>
                  </a:lnTo>
                  <a:lnTo>
                    <a:pt x="60558" y="232763"/>
                  </a:lnTo>
                  <a:lnTo>
                    <a:pt x="59072" y="231498"/>
                  </a:lnTo>
                  <a:lnTo>
                    <a:pt x="57549" y="230642"/>
                  </a:lnTo>
                  <a:lnTo>
                    <a:pt x="55798" y="230266"/>
                  </a:lnTo>
                  <a:lnTo>
                    <a:pt x="54286" y="229097"/>
                  </a:lnTo>
                  <a:lnTo>
                    <a:pt x="55229" y="231345"/>
                  </a:lnTo>
                  <a:lnTo>
                    <a:pt x="53132" y="233512"/>
                  </a:lnTo>
                  <a:lnTo>
                    <a:pt x="52164" y="233943"/>
                  </a:lnTo>
                  <a:lnTo>
                    <a:pt x="51162" y="233876"/>
                  </a:lnTo>
                  <a:lnTo>
                    <a:pt x="49112" y="234464"/>
                  </a:lnTo>
                  <a:lnTo>
                    <a:pt x="47213" y="234164"/>
                  </a:lnTo>
                  <a:lnTo>
                    <a:pt x="47498" y="235705"/>
                  </a:lnTo>
                  <a:lnTo>
                    <a:pt x="48007" y="237048"/>
                  </a:lnTo>
                  <a:lnTo>
                    <a:pt x="47594" y="237633"/>
                  </a:lnTo>
                  <a:lnTo>
                    <a:pt x="47158" y="237778"/>
                  </a:lnTo>
                  <a:lnTo>
                    <a:pt x="43541" y="236764"/>
                  </a:lnTo>
                  <a:lnTo>
                    <a:pt x="43028" y="236956"/>
                  </a:lnTo>
                  <a:lnTo>
                    <a:pt x="42582" y="237892"/>
                  </a:lnTo>
                  <a:lnTo>
                    <a:pt x="41267" y="237387"/>
                  </a:lnTo>
                  <a:lnTo>
                    <a:pt x="39988" y="235809"/>
                  </a:lnTo>
                  <a:lnTo>
                    <a:pt x="38629" y="234750"/>
                  </a:lnTo>
                  <a:lnTo>
                    <a:pt x="37203" y="234252"/>
                  </a:lnTo>
                  <a:lnTo>
                    <a:pt x="36069" y="234424"/>
                  </a:lnTo>
                  <a:lnTo>
                    <a:pt x="31406" y="236911"/>
                  </a:lnTo>
                  <a:lnTo>
                    <a:pt x="30476" y="239407"/>
                  </a:lnTo>
                  <a:lnTo>
                    <a:pt x="30010" y="242947"/>
                  </a:lnTo>
                  <a:lnTo>
                    <a:pt x="29337" y="246089"/>
                  </a:lnTo>
                  <a:lnTo>
                    <a:pt x="28239" y="248509"/>
                  </a:lnTo>
                  <a:lnTo>
                    <a:pt x="26932" y="248825"/>
                  </a:lnTo>
                  <a:lnTo>
                    <a:pt x="25703" y="247150"/>
                  </a:lnTo>
                  <a:lnTo>
                    <a:pt x="23364" y="245300"/>
                  </a:lnTo>
                  <a:lnTo>
                    <a:pt x="22568" y="244050"/>
                  </a:lnTo>
                  <a:lnTo>
                    <a:pt x="22315" y="243977"/>
                  </a:lnTo>
                  <a:lnTo>
                    <a:pt x="22054" y="244424"/>
                  </a:lnTo>
                  <a:lnTo>
                    <a:pt x="21137" y="244988"/>
                  </a:lnTo>
                  <a:lnTo>
                    <a:pt x="20187" y="245014"/>
                  </a:lnTo>
                  <a:lnTo>
                    <a:pt x="18723" y="245512"/>
                  </a:lnTo>
                  <a:lnTo>
                    <a:pt x="16177" y="247015"/>
                  </a:lnTo>
                  <a:lnTo>
                    <a:pt x="15148" y="248035"/>
                  </a:lnTo>
                  <a:lnTo>
                    <a:pt x="12937" y="250849"/>
                  </a:lnTo>
                  <a:lnTo>
                    <a:pt x="12486" y="251628"/>
                  </a:lnTo>
                  <a:lnTo>
                    <a:pt x="11682" y="254466"/>
                  </a:lnTo>
                  <a:lnTo>
                    <a:pt x="10454" y="254967"/>
                  </a:lnTo>
                  <a:lnTo>
                    <a:pt x="9331" y="253147"/>
                  </a:lnTo>
                  <a:lnTo>
                    <a:pt x="8052" y="252513"/>
                  </a:lnTo>
                  <a:lnTo>
                    <a:pt x="6703" y="253134"/>
                  </a:lnTo>
                  <a:lnTo>
                    <a:pt x="5887" y="254101"/>
                  </a:lnTo>
                  <a:lnTo>
                    <a:pt x="5506" y="253316"/>
                  </a:lnTo>
                  <a:lnTo>
                    <a:pt x="5494" y="251702"/>
                  </a:lnTo>
                  <a:lnTo>
                    <a:pt x="6479" y="249778"/>
                  </a:lnTo>
                  <a:lnTo>
                    <a:pt x="9107" y="248325"/>
                  </a:lnTo>
                  <a:lnTo>
                    <a:pt x="11414" y="244555"/>
                  </a:lnTo>
                  <a:lnTo>
                    <a:pt x="12546" y="242257"/>
                  </a:lnTo>
                  <a:lnTo>
                    <a:pt x="12995" y="240964"/>
                  </a:lnTo>
                  <a:lnTo>
                    <a:pt x="13548" y="240140"/>
                  </a:lnTo>
                  <a:lnTo>
                    <a:pt x="14271" y="239829"/>
                  </a:lnTo>
                  <a:lnTo>
                    <a:pt x="14642" y="238400"/>
                  </a:lnTo>
                  <a:lnTo>
                    <a:pt x="17846" y="232658"/>
                  </a:lnTo>
                  <a:lnTo>
                    <a:pt x="18110" y="231341"/>
                  </a:lnTo>
                  <a:lnTo>
                    <a:pt x="18270" y="228984"/>
                  </a:lnTo>
                  <a:lnTo>
                    <a:pt x="18534" y="226716"/>
                  </a:lnTo>
                  <a:lnTo>
                    <a:pt x="21142" y="225248"/>
                  </a:lnTo>
                  <a:lnTo>
                    <a:pt x="22389" y="220479"/>
                  </a:lnTo>
                  <a:lnTo>
                    <a:pt x="22731" y="220101"/>
                  </a:lnTo>
                  <a:lnTo>
                    <a:pt x="26369" y="219227"/>
                  </a:lnTo>
                  <a:lnTo>
                    <a:pt x="29066" y="219296"/>
                  </a:lnTo>
                  <a:lnTo>
                    <a:pt x="31746" y="220229"/>
                  </a:lnTo>
                  <a:lnTo>
                    <a:pt x="33119" y="220313"/>
                  </a:lnTo>
                  <a:lnTo>
                    <a:pt x="34497" y="219991"/>
                  </a:lnTo>
                  <a:lnTo>
                    <a:pt x="35578" y="218704"/>
                  </a:lnTo>
                  <a:lnTo>
                    <a:pt x="37429" y="214063"/>
                  </a:lnTo>
                  <a:lnTo>
                    <a:pt x="38469" y="212020"/>
                  </a:lnTo>
                  <a:lnTo>
                    <a:pt x="39662" y="210174"/>
                  </a:lnTo>
                  <a:lnTo>
                    <a:pt x="40777" y="208066"/>
                  </a:lnTo>
                  <a:lnTo>
                    <a:pt x="42587" y="204162"/>
                  </a:lnTo>
                  <a:lnTo>
                    <a:pt x="41363" y="205507"/>
                  </a:lnTo>
                  <a:lnTo>
                    <a:pt x="39887" y="207641"/>
                  </a:lnTo>
                  <a:lnTo>
                    <a:pt x="39030" y="208879"/>
                  </a:lnTo>
                  <a:lnTo>
                    <a:pt x="36309" y="210127"/>
                  </a:lnTo>
                  <a:lnTo>
                    <a:pt x="35137" y="211399"/>
                  </a:lnTo>
                  <a:lnTo>
                    <a:pt x="33084" y="214275"/>
                  </a:lnTo>
                  <a:lnTo>
                    <a:pt x="32689" y="214513"/>
                  </a:lnTo>
                  <a:lnTo>
                    <a:pt x="29591" y="213822"/>
                  </a:lnTo>
                  <a:lnTo>
                    <a:pt x="27285" y="210095"/>
                  </a:lnTo>
                  <a:lnTo>
                    <a:pt x="25811" y="208567"/>
                  </a:lnTo>
                  <a:lnTo>
                    <a:pt x="25203" y="208394"/>
                  </a:lnTo>
                  <a:lnTo>
                    <a:pt x="24573" y="208848"/>
                  </a:lnTo>
                  <a:lnTo>
                    <a:pt x="23227" y="209313"/>
                  </a:lnTo>
                  <a:lnTo>
                    <a:pt x="21855" y="209234"/>
                  </a:lnTo>
                  <a:lnTo>
                    <a:pt x="22555" y="207512"/>
                  </a:lnTo>
                  <a:lnTo>
                    <a:pt x="23507" y="206550"/>
                  </a:lnTo>
                  <a:lnTo>
                    <a:pt x="21376" y="205882"/>
                  </a:lnTo>
                  <a:lnTo>
                    <a:pt x="20784" y="205358"/>
                  </a:lnTo>
                  <a:lnTo>
                    <a:pt x="20109" y="204152"/>
                  </a:lnTo>
                  <a:lnTo>
                    <a:pt x="18438" y="203946"/>
                  </a:lnTo>
                  <a:lnTo>
                    <a:pt x="17640" y="204253"/>
                  </a:lnTo>
                  <a:lnTo>
                    <a:pt x="16296" y="205847"/>
                  </a:lnTo>
                  <a:lnTo>
                    <a:pt x="14170" y="207544"/>
                  </a:lnTo>
                  <a:lnTo>
                    <a:pt x="11610" y="205192"/>
                  </a:lnTo>
                  <a:lnTo>
                    <a:pt x="11109" y="204162"/>
                  </a:lnTo>
                  <a:lnTo>
                    <a:pt x="11122" y="202172"/>
                  </a:lnTo>
                  <a:lnTo>
                    <a:pt x="10738" y="200597"/>
                  </a:lnTo>
                  <a:lnTo>
                    <a:pt x="10027" y="200041"/>
                  </a:lnTo>
                  <a:lnTo>
                    <a:pt x="10936" y="197988"/>
                  </a:lnTo>
                  <a:lnTo>
                    <a:pt x="12032" y="196622"/>
                  </a:lnTo>
                  <a:lnTo>
                    <a:pt x="14444" y="195264"/>
                  </a:lnTo>
                  <a:lnTo>
                    <a:pt x="18097" y="192042"/>
                  </a:lnTo>
                  <a:lnTo>
                    <a:pt x="20145" y="190670"/>
                  </a:lnTo>
                  <a:lnTo>
                    <a:pt x="22049" y="188303"/>
                  </a:lnTo>
                  <a:lnTo>
                    <a:pt x="22835" y="186860"/>
                  </a:lnTo>
                  <a:lnTo>
                    <a:pt x="23406" y="184884"/>
                  </a:lnTo>
                  <a:lnTo>
                    <a:pt x="23973" y="182461"/>
                  </a:lnTo>
                  <a:lnTo>
                    <a:pt x="24781" y="180493"/>
                  </a:lnTo>
                  <a:lnTo>
                    <a:pt x="23997" y="180024"/>
                  </a:lnTo>
                  <a:lnTo>
                    <a:pt x="23646" y="178539"/>
                  </a:lnTo>
                  <a:lnTo>
                    <a:pt x="23740" y="177033"/>
                  </a:lnTo>
                  <a:lnTo>
                    <a:pt x="24102" y="175697"/>
                  </a:lnTo>
                  <a:lnTo>
                    <a:pt x="23778" y="174021"/>
                  </a:lnTo>
                  <a:lnTo>
                    <a:pt x="23202" y="172270"/>
                  </a:lnTo>
                  <a:lnTo>
                    <a:pt x="23234" y="170906"/>
                  </a:lnTo>
                  <a:lnTo>
                    <a:pt x="23386" y="169449"/>
                  </a:lnTo>
                  <a:lnTo>
                    <a:pt x="21917" y="169527"/>
                  </a:lnTo>
                  <a:lnTo>
                    <a:pt x="20452" y="169983"/>
                  </a:lnTo>
                  <a:lnTo>
                    <a:pt x="19124" y="171016"/>
                  </a:lnTo>
                  <a:lnTo>
                    <a:pt x="17837" y="172420"/>
                  </a:lnTo>
                  <a:lnTo>
                    <a:pt x="16693" y="172680"/>
                  </a:lnTo>
                  <a:lnTo>
                    <a:pt x="16712" y="171557"/>
                  </a:lnTo>
                  <a:lnTo>
                    <a:pt x="17208" y="170169"/>
                  </a:lnTo>
                  <a:lnTo>
                    <a:pt x="18505" y="168187"/>
                  </a:lnTo>
                  <a:lnTo>
                    <a:pt x="19892" y="166543"/>
                  </a:lnTo>
                  <a:lnTo>
                    <a:pt x="20386" y="165295"/>
                  </a:lnTo>
                  <a:lnTo>
                    <a:pt x="20775" y="163845"/>
                  </a:lnTo>
                  <a:lnTo>
                    <a:pt x="21464" y="162681"/>
                  </a:lnTo>
                  <a:lnTo>
                    <a:pt x="23276" y="160482"/>
                  </a:lnTo>
                  <a:lnTo>
                    <a:pt x="26749" y="158007"/>
                  </a:lnTo>
                  <a:lnTo>
                    <a:pt x="27268" y="157862"/>
                  </a:lnTo>
                  <a:lnTo>
                    <a:pt x="28629" y="158149"/>
                  </a:lnTo>
                  <a:lnTo>
                    <a:pt x="29968" y="157775"/>
                  </a:lnTo>
                  <a:lnTo>
                    <a:pt x="31140" y="156885"/>
                  </a:lnTo>
                  <a:lnTo>
                    <a:pt x="32309" y="156693"/>
                  </a:lnTo>
                  <a:lnTo>
                    <a:pt x="34940" y="159260"/>
                  </a:lnTo>
                  <a:lnTo>
                    <a:pt x="34157" y="155289"/>
                  </a:lnTo>
                  <a:lnTo>
                    <a:pt x="35317" y="154338"/>
                  </a:lnTo>
                  <a:lnTo>
                    <a:pt x="36999" y="157928"/>
                  </a:lnTo>
                  <a:lnTo>
                    <a:pt x="37625" y="158306"/>
                  </a:lnTo>
                  <a:lnTo>
                    <a:pt x="38945" y="157785"/>
                  </a:lnTo>
                  <a:lnTo>
                    <a:pt x="38436" y="157179"/>
                  </a:lnTo>
                  <a:lnTo>
                    <a:pt x="37841" y="157143"/>
                  </a:lnTo>
                  <a:lnTo>
                    <a:pt x="37062" y="156602"/>
                  </a:lnTo>
                  <a:lnTo>
                    <a:pt x="36408" y="155451"/>
                  </a:lnTo>
                  <a:lnTo>
                    <a:pt x="35319" y="151798"/>
                  </a:lnTo>
                  <a:lnTo>
                    <a:pt x="35378" y="149629"/>
                  </a:lnTo>
                  <a:lnTo>
                    <a:pt x="36112" y="147374"/>
                  </a:lnTo>
                  <a:lnTo>
                    <a:pt x="36924" y="145299"/>
                  </a:lnTo>
                  <a:lnTo>
                    <a:pt x="36243" y="144887"/>
                  </a:lnTo>
                  <a:lnTo>
                    <a:pt x="35696" y="144093"/>
                  </a:lnTo>
                  <a:lnTo>
                    <a:pt x="35540" y="142017"/>
                  </a:lnTo>
                  <a:lnTo>
                    <a:pt x="35754" y="140183"/>
                  </a:lnTo>
                  <a:lnTo>
                    <a:pt x="37215" y="138564"/>
                  </a:lnTo>
                  <a:lnTo>
                    <a:pt x="37646" y="136107"/>
                  </a:lnTo>
                  <a:lnTo>
                    <a:pt x="37829" y="133405"/>
                  </a:lnTo>
                  <a:lnTo>
                    <a:pt x="37586" y="132165"/>
                  </a:lnTo>
                  <a:lnTo>
                    <a:pt x="36137" y="132364"/>
                  </a:lnTo>
                  <a:lnTo>
                    <a:pt x="35432" y="132869"/>
                  </a:lnTo>
                  <a:lnTo>
                    <a:pt x="34800" y="133670"/>
                  </a:lnTo>
                  <a:lnTo>
                    <a:pt x="34152" y="133622"/>
                  </a:lnTo>
                  <a:lnTo>
                    <a:pt x="32362" y="130633"/>
                  </a:lnTo>
                  <a:lnTo>
                    <a:pt x="31341" y="128372"/>
                  </a:lnTo>
                  <a:lnTo>
                    <a:pt x="29510" y="123586"/>
                  </a:lnTo>
                  <a:lnTo>
                    <a:pt x="29249" y="120726"/>
                  </a:lnTo>
                  <a:lnTo>
                    <a:pt x="30716" y="114558"/>
                  </a:lnTo>
                  <a:lnTo>
                    <a:pt x="32979" y="110614"/>
                  </a:lnTo>
                  <a:lnTo>
                    <a:pt x="35645" y="109240"/>
                  </a:lnTo>
                  <a:lnTo>
                    <a:pt x="35129" y="108977"/>
                  </a:lnTo>
                  <a:lnTo>
                    <a:pt x="31067" y="108924"/>
                  </a:lnTo>
                  <a:lnTo>
                    <a:pt x="29728" y="109407"/>
                  </a:lnTo>
                  <a:lnTo>
                    <a:pt x="28486" y="111019"/>
                  </a:lnTo>
                  <a:lnTo>
                    <a:pt x="27785" y="111514"/>
                  </a:lnTo>
                  <a:lnTo>
                    <a:pt x="27049" y="111697"/>
                  </a:lnTo>
                  <a:lnTo>
                    <a:pt x="26377" y="112499"/>
                  </a:lnTo>
                  <a:lnTo>
                    <a:pt x="25721" y="113613"/>
                  </a:lnTo>
                  <a:lnTo>
                    <a:pt x="25039" y="114326"/>
                  </a:lnTo>
                  <a:lnTo>
                    <a:pt x="23682" y="114141"/>
                  </a:lnTo>
                  <a:lnTo>
                    <a:pt x="23024" y="114377"/>
                  </a:lnTo>
                  <a:lnTo>
                    <a:pt x="22551" y="113732"/>
                  </a:lnTo>
                  <a:lnTo>
                    <a:pt x="22156" y="112665"/>
                  </a:lnTo>
                  <a:lnTo>
                    <a:pt x="21638" y="112381"/>
                  </a:lnTo>
                  <a:lnTo>
                    <a:pt x="21060" y="112709"/>
                  </a:lnTo>
                  <a:lnTo>
                    <a:pt x="19837" y="114146"/>
                  </a:lnTo>
                  <a:lnTo>
                    <a:pt x="18599" y="114994"/>
                  </a:lnTo>
                  <a:lnTo>
                    <a:pt x="17102" y="114088"/>
                  </a:lnTo>
                  <a:lnTo>
                    <a:pt x="15140" y="112400"/>
                  </a:lnTo>
                  <a:lnTo>
                    <a:pt x="14753" y="113016"/>
                  </a:lnTo>
                  <a:lnTo>
                    <a:pt x="14318" y="114583"/>
                  </a:lnTo>
                  <a:lnTo>
                    <a:pt x="14068" y="117030"/>
                  </a:lnTo>
                  <a:lnTo>
                    <a:pt x="12674" y="114905"/>
                  </a:lnTo>
                  <a:lnTo>
                    <a:pt x="11487" y="112064"/>
                  </a:lnTo>
                  <a:lnTo>
                    <a:pt x="11088" y="110279"/>
                  </a:lnTo>
                  <a:lnTo>
                    <a:pt x="11059" y="108271"/>
                  </a:lnTo>
                  <a:lnTo>
                    <a:pt x="11703" y="107491"/>
                  </a:lnTo>
                  <a:lnTo>
                    <a:pt x="12403" y="108204"/>
                  </a:lnTo>
                  <a:lnTo>
                    <a:pt x="13447" y="103437"/>
                  </a:lnTo>
                  <a:lnTo>
                    <a:pt x="15522" y="97233"/>
                  </a:lnTo>
                  <a:lnTo>
                    <a:pt x="16255" y="95414"/>
                  </a:lnTo>
                  <a:lnTo>
                    <a:pt x="16766" y="93040"/>
                  </a:lnTo>
                  <a:lnTo>
                    <a:pt x="16678" y="91486"/>
                  </a:lnTo>
                  <a:lnTo>
                    <a:pt x="16220" y="90175"/>
                  </a:lnTo>
                  <a:lnTo>
                    <a:pt x="14291" y="87195"/>
                  </a:lnTo>
                  <a:lnTo>
                    <a:pt x="14316" y="84770"/>
                  </a:lnTo>
                  <a:lnTo>
                    <a:pt x="14523" y="82030"/>
                  </a:lnTo>
                  <a:lnTo>
                    <a:pt x="15048" y="80387"/>
                  </a:lnTo>
                  <a:lnTo>
                    <a:pt x="15269" y="80073"/>
                  </a:lnTo>
                  <a:lnTo>
                    <a:pt x="17832" y="80117"/>
                  </a:lnTo>
                  <a:lnTo>
                    <a:pt x="16833" y="79268"/>
                  </a:lnTo>
                  <a:lnTo>
                    <a:pt x="14840" y="76792"/>
                  </a:lnTo>
                  <a:lnTo>
                    <a:pt x="14876" y="75915"/>
                  </a:lnTo>
                  <a:lnTo>
                    <a:pt x="15344" y="73625"/>
                  </a:lnTo>
                  <a:lnTo>
                    <a:pt x="15127" y="73858"/>
                  </a:lnTo>
                  <a:lnTo>
                    <a:pt x="14700" y="74915"/>
                  </a:lnTo>
                  <a:lnTo>
                    <a:pt x="13885" y="77475"/>
                  </a:lnTo>
                  <a:lnTo>
                    <a:pt x="13387" y="78072"/>
                  </a:lnTo>
                  <a:lnTo>
                    <a:pt x="11978" y="78680"/>
                  </a:lnTo>
                  <a:lnTo>
                    <a:pt x="11723" y="79941"/>
                  </a:lnTo>
                  <a:lnTo>
                    <a:pt x="11496" y="80270"/>
                  </a:lnTo>
                  <a:lnTo>
                    <a:pt x="10792" y="80413"/>
                  </a:lnTo>
                  <a:lnTo>
                    <a:pt x="10576" y="81588"/>
                  </a:lnTo>
                  <a:lnTo>
                    <a:pt x="10420" y="81663"/>
                  </a:lnTo>
                  <a:lnTo>
                    <a:pt x="10220" y="80395"/>
                  </a:lnTo>
                  <a:lnTo>
                    <a:pt x="10200" y="78293"/>
                  </a:lnTo>
                  <a:lnTo>
                    <a:pt x="10480" y="76360"/>
                  </a:lnTo>
                  <a:lnTo>
                    <a:pt x="11016" y="74847"/>
                  </a:lnTo>
                  <a:lnTo>
                    <a:pt x="13081" y="71409"/>
                  </a:lnTo>
                  <a:lnTo>
                    <a:pt x="12076" y="72470"/>
                  </a:lnTo>
                  <a:lnTo>
                    <a:pt x="9797" y="75647"/>
                  </a:lnTo>
                  <a:lnTo>
                    <a:pt x="8633" y="77736"/>
                  </a:lnTo>
                  <a:lnTo>
                    <a:pt x="8323" y="78442"/>
                  </a:lnTo>
                  <a:lnTo>
                    <a:pt x="8225" y="79036"/>
                  </a:lnTo>
                  <a:lnTo>
                    <a:pt x="8232" y="79721"/>
                  </a:lnTo>
                  <a:lnTo>
                    <a:pt x="8755" y="83396"/>
                  </a:lnTo>
                  <a:lnTo>
                    <a:pt x="8606" y="85097"/>
                  </a:lnTo>
                  <a:lnTo>
                    <a:pt x="6642" y="96341"/>
                  </a:lnTo>
                  <a:lnTo>
                    <a:pt x="6270" y="97470"/>
                  </a:lnTo>
                  <a:lnTo>
                    <a:pt x="5929" y="98060"/>
                  </a:lnTo>
                  <a:lnTo>
                    <a:pt x="5606" y="98195"/>
                  </a:lnTo>
                  <a:lnTo>
                    <a:pt x="4638" y="97980"/>
                  </a:lnTo>
                  <a:lnTo>
                    <a:pt x="4205" y="97138"/>
                  </a:lnTo>
                  <a:lnTo>
                    <a:pt x="4209" y="96182"/>
                  </a:lnTo>
                  <a:lnTo>
                    <a:pt x="4391" y="94750"/>
                  </a:lnTo>
                  <a:lnTo>
                    <a:pt x="5205" y="89416"/>
                  </a:lnTo>
                  <a:lnTo>
                    <a:pt x="5559" y="87934"/>
                  </a:lnTo>
                  <a:lnTo>
                    <a:pt x="6083" y="86556"/>
                  </a:lnTo>
                  <a:lnTo>
                    <a:pt x="7240" y="84144"/>
                  </a:lnTo>
                  <a:lnTo>
                    <a:pt x="7212" y="83986"/>
                  </a:lnTo>
                  <a:lnTo>
                    <a:pt x="6442" y="84460"/>
                  </a:lnTo>
                  <a:lnTo>
                    <a:pt x="6114" y="84304"/>
                  </a:lnTo>
                  <a:lnTo>
                    <a:pt x="5878" y="83826"/>
                  </a:lnTo>
                  <a:lnTo>
                    <a:pt x="6031" y="76671"/>
                  </a:lnTo>
                  <a:lnTo>
                    <a:pt x="6656" y="74317"/>
                  </a:lnTo>
                  <a:lnTo>
                    <a:pt x="6890" y="70893"/>
                  </a:lnTo>
                  <a:lnTo>
                    <a:pt x="7431" y="67961"/>
                  </a:lnTo>
                  <a:lnTo>
                    <a:pt x="8059" y="65826"/>
                  </a:lnTo>
                  <a:lnTo>
                    <a:pt x="8536" y="63093"/>
                  </a:lnTo>
                  <a:lnTo>
                    <a:pt x="9255" y="61878"/>
                  </a:lnTo>
                  <a:lnTo>
                    <a:pt x="9448" y="60020"/>
                  </a:lnTo>
                  <a:lnTo>
                    <a:pt x="10254" y="58008"/>
                  </a:lnTo>
                  <a:lnTo>
                    <a:pt x="10878" y="55905"/>
                  </a:lnTo>
                  <a:lnTo>
                    <a:pt x="10542" y="56113"/>
                  </a:lnTo>
                  <a:lnTo>
                    <a:pt x="6553" y="61588"/>
                  </a:lnTo>
                  <a:lnTo>
                    <a:pt x="5538" y="62585"/>
                  </a:lnTo>
                  <a:lnTo>
                    <a:pt x="4153" y="62318"/>
                  </a:lnTo>
                  <a:lnTo>
                    <a:pt x="3093" y="61702"/>
                  </a:lnTo>
                  <a:lnTo>
                    <a:pt x="2266" y="60406"/>
                  </a:lnTo>
                  <a:lnTo>
                    <a:pt x="1896" y="57919"/>
                  </a:lnTo>
                  <a:lnTo>
                    <a:pt x="874" y="57852"/>
                  </a:lnTo>
                  <a:lnTo>
                    <a:pt x="0" y="57423"/>
                  </a:lnTo>
                  <a:lnTo>
                    <a:pt x="10" y="57088"/>
                  </a:lnTo>
                  <a:lnTo>
                    <a:pt x="1139" y="55732"/>
                  </a:lnTo>
                  <a:lnTo>
                    <a:pt x="2946" y="55267"/>
                  </a:lnTo>
                  <a:lnTo>
                    <a:pt x="4638" y="53097"/>
                  </a:lnTo>
                  <a:lnTo>
                    <a:pt x="3133" y="51631"/>
                  </a:lnTo>
                  <a:lnTo>
                    <a:pt x="3260" y="51166"/>
                  </a:lnTo>
                  <a:lnTo>
                    <a:pt x="4573" y="49918"/>
                  </a:lnTo>
                  <a:lnTo>
                    <a:pt x="6241" y="45731"/>
                  </a:lnTo>
                  <a:lnTo>
                    <a:pt x="6580" y="41879"/>
                  </a:lnTo>
                  <a:lnTo>
                    <a:pt x="5782" y="40070"/>
                  </a:lnTo>
                  <a:lnTo>
                    <a:pt x="5493" y="38884"/>
                  </a:lnTo>
                  <a:lnTo>
                    <a:pt x="3898" y="37562"/>
                  </a:lnTo>
                  <a:lnTo>
                    <a:pt x="3632" y="35870"/>
                  </a:lnTo>
                  <a:lnTo>
                    <a:pt x="3817" y="34926"/>
                  </a:lnTo>
                  <a:lnTo>
                    <a:pt x="4338" y="34004"/>
                  </a:lnTo>
                  <a:lnTo>
                    <a:pt x="5121" y="33286"/>
                  </a:lnTo>
                  <a:lnTo>
                    <a:pt x="6351" y="32599"/>
                  </a:lnTo>
                  <a:lnTo>
                    <a:pt x="5235" y="31863"/>
                  </a:lnTo>
                  <a:lnTo>
                    <a:pt x="4818" y="30994"/>
                  </a:lnTo>
                  <a:lnTo>
                    <a:pt x="4503" y="29736"/>
                  </a:lnTo>
                  <a:lnTo>
                    <a:pt x="4473" y="29007"/>
                  </a:lnTo>
                  <a:lnTo>
                    <a:pt x="5051" y="25760"/>
                  </a:lnTo>
                  <a:lnTo>
                    <a:pt x="5388" y="24421"/>
                  </a:lnTo>
                  <a:lnTo>
                    <a:pt x="6045" y="22713"/>
                  </a:lnTo>
                  <a:lnTo>
                    <a:pt x="9030" y="22809"/>
                  </a:lnTo>
                  <a:lnTo>
                    <a:pt x="9373" y="22055"/>
                  </a:lnTo>
                  <a:lnTo>
                    <a:pt x="9711" y="22026"/>
                  </a:lnTo>
                  <a:lnTo>
                    <a:pt x="11237" y="22713"/>
                  </a:lnTo>
                  <a:lnTo>
                    <a:pt x="11010" y="21972"/>
                  </a:lnTo>
                  <a:lnTo>
                    <a:pt x="8515" y="17918"/>
                  </a:lnTo>
                  <a:lnTo>
                    <a:pt x="8291" y="17146"/>
                  </a:lnTo>
                  <a:lnTo>
                    <a:pt x="9003" y="14960"/>
                  </a:lnTo>
                  <a:lnTo>
                    <a:pt x="9054" y="13986"/>
                  </a:lnTo>
                  <a:lnTo>
                    <a:pt x="8950" y="12945"/>
                  </a:lnTo>
                  <a:lnTo>
                    <a:pt x="9153" y="12152"/>
                  </a:lnTo>
                  <a:lnTo>
                    <a:pt x="9944" y="11777"/>
                  </a:lnTo>
                  <a:lnTo>
                    <a:pt x="12356" y="11815"/>
                  </a:lnTo>
                  <a:lnTo>
                    <a:pt x="12951" y="11445"/>
                  </a:lnTo>
                  <a:lnTo>
                    <a:pt x="12680" y="10392"/>
                  </a:lnTo>
                  <a:lnTo>
                    <a:pt x="12118" y="9007"/>
                  </a:lnTo>
                  <a:lnTo>
                    <a:pt x="12009" y="7844"/>
                  </a:lnTo>
                  <a:lnTo>
                    <a:pt x="12140" y="6817"/>
                  </a:lnTo>
                  <a:lnTo>
                    <a:pt x="12171" y="4749"/>
                  </a:lnTo>
                  <a:lnTo>
                    <a:pt x="12281" y="3835"/>
                  </a:lnTo>
                  <a:lnTo>
                    <a:pt x="12853" y="2465"/>
                  </a:lnTo>
                  <a:lnTo>
                    <a:pt x="13326" y="2059"/>
                  </a:lnTo>
                  <a:lnTo>
                    <a:pt x="13913" y="1820"/>
                  </a:lnTo>
                  <a:lnTo>
                    <a:pt x="15237" y="2278"/>
                  </a:lnTo>
                  <a:lnTo>
                    <a:pt x="15742" y="2830"/>
                  </a:lnTo>
                  <a:lnTo>
                    <a:pt x="16321" y="4136"/>
                  </a:lnTo>
                  <a:lnTo>
                    <a:pt x="16749" y="4031"/>
                  </a:lnTo>
                  <a:lnTo>
                    <a:pt x="18398" y="2613"/>
                  </a:lnTo>
                  <a:lnTo>
                    <a:pt x="18893" y="2409"/>
                  </a:lnTo>
                  <a:lnTo>
                    <a:pt x="19568" y="4052"/>
                  </a:lnTo>
                  <a:lnTo>
                    <a:pt x="22383" y="2741"/>
                  </a:lnTo>
                  <a:lnTo>
                    <a:pt x="26171" y="2154"/>
                  </a:lnTo>
                  <a:lnTo>
                    <a:pt x="28446" y="1291"/>
                  </a:lnTo>
                  <a:lnTo>
                    <a:pt x="30843" y="978"/>
                  </a:lnTo>
                  <a:lnTo>
                    <a:pt x="33080" y="0"/>
                  </a:lnTo>
                  <a:lnTo>
                    <a:pt x="35451" y="448"/>
                  </a:lnTo>
                  <a:lnTo>
                    <a:pt x="35531" y="1018"/>
                  </a:lnTo>
                  <a:lnTo>
                    <a:pt x="35406" y="18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8"/>
            <p:cNvSpPr/>
            <p:nvPr/>
          </p:nvSpPr>
          <p:spPr>
            <a:xfrm>
              <a:off x="3163974" y="1895531"/>
              <a:ext cx="1599" cy="2868"/>
            </a:xfrm>
            <a:custGeom>
              <a:avLst/>
              <a:pathLst>
                <a:path w="1599" h="2868">
                  <a:moveTo>
                    <a:pt x="1110" y="2868"/>
                  </a:moveTo>
                  <a:lnTo>
                    <a:pt x="691" y="2327"/>
                  </a:lnTo>
                  <a:lnTo>
                    <a:pt x="0" y="385"/>
                  </a:lnTo>
                  <a:lnTo>
                    <a:pt x="1084" y="0"/>
                  </a:lnTo>
                  <a:lnTo>
                    <a:pt x="1599" y="239"/>
                  </a:lnTo>
                  <a:lnTo>
                    <a:pt x="1408" y="10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89"/>
            <p:cNvSpPr/>
            <p:nvPr/>
          </p:nvSpPr>
          <p:spPr>
            <a:xfrm>
              <a:off x="3159769" y="1893070"/>
              <a:ext cx="2788" cy="4078"/>
            </a:xfrm>
            <a:custGeom>
              <a:avLst/>
              <a:pathLst>
                <a:path w="2788" h="4078">
                  <a:moveTo>
                    <a:pt x="2714" y="3687"/>
                  </a:moveTo>
                  <a:lnTo>
                    <a:pt x="2056" y="4078"/>
                  </a:lnTo>
                  <a:lnTo>
                    <a:pt x="1404" y="4050"/>
                  </a:lnTo>
                  <a:lnTo>
                    <a:pt x="387" y="2341"/>
                  </a:lnTo>
                  <a:lnTo>
                    <a:pt x="0" y="1099"/>
                  </a:lnTo>
                  <a:lnTo>
                    <a:pt x="70" y="277"/>
                  </a:lnTo>
                  <a:lnTo>
                    <a:pt x="499" y="0"/>
                  </a:lnTo>
                  <a:lnTo>
                    <a:pt x="1483" y="405"/>
                  </a:lnTo>
                  <a:lnTo>
                    <a:pt x="1993" y="1826"/>
                  </a:lnTo>
                  <a:lnTo>
                    <a:pt x="2056" y="2751"/>
                  </a:lnTo>
                  <a:lnTo>
                    <a:pt x="2177" y="3115"/>
                  </a:lnTo>
                  <a:lnTo>
                    <a:pt x="2788" y="34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0"/>
            <p:cNvSpPr/>
            <p:nvPr/>
          </p:nvSpPr>
          <p:spPr>
            <a:xfrm>
              <a:off x="3160311" y="1886423"/>
              <a:ext cx="6804" cy="7488"/>
            </a:xfrm>
            <a:custGeom>
              <a:avLst/>
              <a:pathLst>
                <a:path w="6804" h="7488">
                  <a:moveTo>
                    <a:pt x="3409" y="3377"/>
                  </a:moveTo>
                  <a:lnTo>
                    <a:pt x="3256" y="4106"/>
                  </a:lnTo>
                  <a:lnTo>
                    <a:pt x="4131" y="4089"/>
                  </a:lnTo>
                  <a:lnTo>
                    <a:pt x="5398" y="4710"/>
                  </a:lnTo>
                  <a:lnTo>
                    <a:pt x="6165" y="4788"/>
                  </a:lnTo>
                  <a:lnTo>
                    <a:pt x="6804" y="5559"/>
                  </a:lnTo>
                  <a:lnTo>
                    <a:pt x="6452" y="7003"/>
                  </a:lnTo>
                  <a:lnTo>
                    <a:pt x="6070" y="7407"/>
                  </a:lnTo>
                  <a:lnTo>
                    <a:pt x="5638" y="7488"/>
                  </a:lnTo>
                  <a:lnTo>
                    <a:pt x="4130" y="6045"/>
                  </a:lnTo>
                  <a:lnTo>
                    <a:pt x="2153" y="6644"/>
                  </a:lnTo>
                  <a:lnTo>
                    <a:pt x="1759" y="6461"/>
                  </a:lnTo>
                  <a:lnTo>
                    <a:pt x="1500" y="6062"/>
                  </a:lnTo>
                  <a:lnTo>
                    <a:pt x="1393" y="5567"/>
                  </a:lnTo>
                  <a:lnTo>
                    <a:pt x="1391" y="4559"/>
                  </a:lnTo>
                  <a:lnTo>
                    <a:pt x="1283" y="4262"/>
                  </a:lnTo>
                  <a:lnTo>
                    <a:pt x="568" y="5215"/>
                  </a:lnTo>
                  <a:lnTo>
                    <a:pt x="253" y="5103"/>
                  </a:lnTo>
                  <a:lnTo>
                    <a:pt x="76" y="4646"/>
                  </a:lnTo>
                  <a:lnTo>
                    <a:pt x="0" y="3699"/>
                  </a:lnTo>
                  <a:lnTo>
                    <a:pt x="79" y="2333"/>
                  </a:lnTo>
                  <a:lnTo>
                    <a:pt x="498" y="388"/>
                  </a:lnTo>
                  <a:lnTo>
                    <a:pt x="1209" y="0"/>
                  </a:lnTo>
                  <a:lnTo>
                    <a:pt x="2269" y="225"/>
                  </a:lnTo>
                  <a:lnTo>
                    <a:pt x="3482" y="1327"/>
                  </a:lnTo>
                  <a:lnTo>
                    <a:pt x="3849" y="2006"/>
                  </a:lnTo>
                  <a:lnTo>
                    <a:pt x="3840" y="25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1"/>
            <p:cNvSpPr/>
            <p:nvPr/>
          </p:nvSpPr>
          <p:spPr>
            <a:xfrm>
              <a:off x="3168271" y="1881689"/>
              <a:ext cx="2935" cy="2185"/>
            </a:xfrm>
            <a:custGeom>
              <a:avLst/>
              <a:pathLst>
                <a:path w="2935" h="2185">
                  <a:moveTo>
                    <a:pt x="1302" y="2151"/>
                  </a:moveTo>
                  <a:lnTo>
                    <a:pt x="0" y="2185"/>
                  </a:lnTo>
                  <a:lnTo>
                    <a:pt x="672" y="438"/>
                  </a:lnTo>
                  <a:lnTo>
                    <a:pt x="1454" y="0"/>
                  </a:lnTo>
                  <a:lnTo>
                    <a:pt x="2935" y="194"/>
                  </a:lnTo>
                  <a:lnTo>
                    <a:pt x="2672" y="9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2"/>
            <p:cNvSpPr/>
            <p:nvPr/>
          </p:nvSpPr>
          <p:spPr>
            <a:xfrm>
              <a:off x="3163783" y="1880419"/>
              <a:ext cx="3822" cy="5472"/>
            </a:xfrm>
            <a:custGeom>
              <a:avLst/>
              <a:pathLst>
                <a:path w="3822" h="5472">
                  <a:moveTo>
                    <a:pt x="3713" y="4738"/>
                  </a:moveTo>
                  <a:lnTo>
                    <a:pt x="2725" y="5472"/>
                  </a:lnTo>
                  <a:lnTo>
                    <a:pt x="2303" y="4865"/>
                  </a:lnTo>
                  <a:lnTo>
                    <a:pt x="2193" y="2963"/>
                  </a:lnTo>
                  <a:lnTo>
                    <a:pt x="1015" y="2149"/>
                  </a:lnTo>
                  <a:lnTo>
                    <a:pt x="443" y="1644"/>
                  </a:lnTo>
                  <a:lnTo>
                    <a:pt x="0" y="686"/>
                  </a:lnTo>
                  <a:lnTo>
                    <a:pt x="112" y="392"/>
                  </a:lnTo>
                  <a:lnTo>
                    <a:pt x="880" y="0"/>
                  </a:lnTo>
                  <a:lnTo>
                    <a:pt x="2191" y="1737"/>
                  </a:lnTo>
                  <a:lnTo>
                    <a:pt x="2727" y="3141"/>
                  </a:lnTo>
                  <a:lnTo>
                    <a:pt x="3698" y="3556"/>
                  </a:lnTo>
                  <a:lnTo>
                    <a:pt x="3822" y="377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3"/>
            <p:cNvSpPr/>
            <p:nvPr/>
          </p:nvSpPr>
          <p:spPr>
            <a:xfrm>
              <a:off x="3179759" y="1843115"/>
              <a:ext cx="7035" cy="21597"/>
            </a:xfrm>
            <a:custGeom>
              <a:avLst/>
              <a:pathLst>
                <a:path w="7035" h="21597">
                  <a:moveTo>
                    <a:pt x="4093" y="2129"/>
                  </a:moveTo>
                  <a:lnTo>
                    <a:pt x="4331" y="4211"/>
                  </a:lnTo>
                  <a:lnTo>
                    <a:pt x="4925" y="3671"/>
                  </a:lnTo>
                  <a:lnTo>
                    <a:pt x="5823" y="5668"/>
                  </a:lnTo>
                  <a:lnTo>
                    <a:pt x="6281" y="5671"/>
                  </a:lnTo>
                  <a:lnTo>
                    <a:pt x="7035" y="4878"/>
                  </a:lnTo>
                  <a:lnTo>
                    <a:pt x="6882" y="6736"/>
                  </a:lnTo>
                  <a:lnTo>
                    <a:pt x="6100" y="11895"/>
                  </a:lnTo>
                  <a:lnTo>
                    <a:pt x="5880" y="12771"/>
                  </a:lnTo>
                  <a:lnTo>
                    <a:pt x="5731" y="14340"/>
                  </a:lnTo>
                  <a:lnTo>
                    <a:pt x="5575" y="14646"/>
                  </a:lnTo>
                  <a:lnTo>
                    <a:pt x="5344" y="17817"/>
                  </a:lnTo>
                  <a:lnTo>
                    <a:pt x="4815" y="18861"/>
                  </a:lnTo>
                  <a:lnTo>
                    <a:pt x="4372" y="21353"/>
                  </a:lnTo>
                  <a:lnTo>
                    <a:pt x="4192" y="21597"/>
                  </a:lnTo>
                  <a:lnTo>
                    <a:pt x="3543" y="20638"/>
                  </a:lnTo>
                  <a:lnTo>
                    <a:pt x="4191" y="16834"/>
                  </a:lnTo>
                  <a:lnTo>
                    <a:pt x="4460" y="14624"/>
                  </a:lnTo>
                  <a:lnTo>
                    <a:pt x="4290" y="13477"/>
                  </a:lnTo>
                  <a:lnTo>
                    <a:pt x="3923" y="12445"/>
                  </a:lnTo>
                  <a:lnTo>
                    <a:pt x="2931" y="12412"/>
                  </a:lnTo>
                  <a:lnTo>
                    <a:pt x="2097" y="12888"/>
                  </a:lnTo>
                  <a:lnTo>
                    <a:pt x="1920" y="12279"/>
                  </a:lnTo>
                  <a:lnTo>
                    <a:pt x="1894" y="11458"/>
                  </a:lnTo>
                  <a:lnTo>
                    <a:pt x="1693" y="11186"/>
                  </a:lnTo>
                  <a:lnTo>
                    <a:pt x="583" y="11242"/>
                  </a:lnTo>
                  <a:lnTo>
                    <a:pt x="257" y="11015"/>
                  </a:lnTo>
                  <a:lnTo>
                    <a:pt x="42" y="10262"/>
                  </a:lnTo>
                  <a:lnTo>
                    <a:pt x="0" y="9663"/>
                  </a:lnTo>
                  <a:lnTo>
                    <a:pt x="1002" y="9194"/>
                  </a:lnTo>
                  <a:lnTo>
                    <a:pt x="1948" y="9369"/>
                  </a:lnTo>
                  <a:lnTo>
                    <a:pt x="3327" y="8174"/>
                  </a:lnTo>
                  <a:lnTo>
                    <a:pt x="2465" y="4166"/>
                  </a:lnTo>
                  <a:lnTo>
                    <a:pt x="1322" y="3790"/>
                  </a:lnTo>
                  <a:lnTo>
                    <a:pt x="1058" y="3402"/>
                  </a:lnTo>
                  <a:lnTo>
                    <a:pt x="1278" y="2722"/>
                  </a:lnTo>
                  <a:lnTo>
                    <a:pt x="1906" y="2356"/>
                  </a:lnTo>
                  <a:lnTo>
                    <a:pt x="2871" y="320"/>
                  </a:lnTo>
                  <a:lnTo>
                    <a:pt x="3450" y="0"/>
                  </a:lnTo>
                  <a:lnTo>
                    <a:pt x="4166" y="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4"/>
            <p:cNvSpPr/>
            <p:nvPr/>
          </p:nvSpPr>
          <p:spPr>
            <a:xfrm>
              <a:off x="3185493" y="1839845"/>
              <a:ext cx="2000" cy="6439"/>
            </a:xfrm>
            <a:custGeom>
              <a:avLst/>
              <a:pathLst>
                <a:path w="2000" h="6439">
                  <a:moveTo>
                    <a:pt x="1415" y="6097"/>
                  </a:moveTo>
                  <a:lnTo>
                    <a:pt x="1123" y="6439"/>
                  </a:lnTo>
                  <a:lnTo>
                    <a:pt x="0" y="3436"/>
                  </a:lnTo>
                  <a:lnTo>
                    <a:pt x="831" y="0"/>
                  </a:lnTo>
                  <a:lnTo>
                    <a:pt x="1840" y="109"/>
                  </a:lnTo>
                  <a:lnTo>
                    <a:pt x="2000" y="1010"/>
                  </a:lnTo>
                  <a:lnTo>
                    <a:pt x="1900" y="1838"/>
                  </a:lnTo>
                  <a:lnTo>
                    <a:pt x="1386" y="1911"/>
                  </a:lnTo>
                  <a:lnTo>
                    <a:pt x="1340" y="2165"/>
                  </a:lnTo>
                  <a:lnTo>
                    <a:pt x="1500" y="3761"/>
                  </a:lnTo>
                  <a:lnTo>
                    <a:pt x="1510" y="56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5"/>
            <p:cNvSpPr/>
            <p:nvPr/>
          </p:nvSpPr>
          <p:spPr>
            <a:xfrm>
              <a:off x="3188110" y="1836546"/>
              <a:ext cx="1885" cy="4371"/>
            </a:xfrm>
            <a:custGeom>
              <a:avLst/>
              <a:pathLst>
                <a:path w="1885" h="4371">
                  <a:moveTo>
                    <a:pt x="1885" y="588"/>
                  </a:moveTo>
                  <a:lnTo>
                    <a:pt x="1884" y="927"/>
                  </a:lnTo>
                  <a:lnTo>
                    <a:pt x="1287" y="3419"/>
                  </a:lnTo>
                  <a:lnTo>
                    <a:pt x="1295" y="4371"/>
                  </a:lnTo>
                  <a:lnTo>
                    <a:pt x="333" y="4281"/>
                  </a:lnTo>
                  <a:lnTo>
                    <a:pt x="182" y="3977"/>
                  </a:lnTo>
                  <a:lnTo>
                    <a:pt x="0" y="2548"/>
                  </a:lnTo>
                  <a:lnTo>
                    <a:pt x="121" y="1025"/>
                  </a:lnTo>
                  <a:lnTo>
                    <a:pt x="256" y="633"/>
                  </a:lnTo>
                  <a:lnTo>
                    <a:pt x="537" y="471"/>
                  </a:lnTo>
                  <a:lnTo>
                    <a:pt x="841" y="770"/>
                  </a:lnTo>
                  <a:lnTo>
                    <a:pt x="1319" y="0"/>
                  </a:lnTo>
                  <a:lnTo>
                    <a:pt x="1568" y="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6"/>
            <p:cNvSpPr/>
            <p:nvPr/>
          </p:nvSpPr>
          <p:spPr>
            <a:xfrm>
              <a:off x="3658979" y="2346625"/>
              <a:ext cx="77037" cy="73859"/>
            </a:xfrm>
            <a:custGeom>
              <a:avLst/>
              <a:pathLst>
                <a:path w="77037" h="73859">
                  <a:moveTo>
                    <a:pt x="74245" y="49607"/>
                  </a:moveTo>
                  <a:lnTo>
                    <a:pt x="73964" y="50667"/>
                  </a:lnTo>
                  <a:lnTo>
                    <a:pt x="73305" y="52585"/>
                  </a:lnTo>
                  <a:lnTo>
                    <a:pt x="72779" y="53563"/>
                  </a:lnTo>
                  <a:lnTo>
                    <a:pt x="72196" y="53720"/>
                  </a:lnTo>
                  <a:lnTo>
                    <a:pt x="71620" y="54160"/>
                  </a:lnTo>
                  <a:lnTo>
                    <a:pt x="71418" y="55186"/>
                  </a:lnTo>
                  <a:lnTo>
                    <a:pt x="71393" y="56518"/>
                  </a:lnTo>
                  <a:lnTo>
                    <a:pt x="71490" y="57470"/>
                  </a:lnTo>
                  <a:lnTo>
                    <a:pt x="71639" y="57832"/>
                  </a:lnTo>
                  <a:lnTo>
                    <a:pt x="72228" y="58141"/>
                  </a:lnTo>
                  <a:lnTo>
                    <a:pt x="72813" y="60931"/>
                  </a:lnTo>
                  <a:lnTo>
                    <a:pt x="73728" y="62346"/>
                  </a:lnTo>
                  <a:lnTo>
                    <a:pt x="75153" y="63950"/>
                  </a:lnTo>
                  <a:lnTo>
                    <a:pt x="76420" y="65777"/>
                  </a:lnTo>
                  <a:lnTo>
                    <a:pt x="77037" y="67459"/>
                  </a:lnTo>
                  <a:lnTo>
                    <a:pt x="76920" y="68680"/>
                  </a:lnTo>
                  <a:lnTo>
                    <a:pt x="76506" y="71216"/>
                  </a:lnTo>
                  <a:lnTo>
                    <a:pt x="75447" y="73317"/>
                  </a:lnTo>
                  <a:lnTo>
                    <a:pt x="74567" y="73859"/>
                  </a:lnTo>
                  <a:lnTo>
                    <a:pt x="74257" y="73657"/>
                  </a:lnTo>
                  <a:lnTo>
                    <a:pt x="73679" y="72999"/>
                  </a:lnTo>
                  <a:lnTo>
                    <a:pt x="72519" y="71370"/>
                  </a:lnTo>
                  <a:lnTo>
                    <a:pt x="71262" y="70088"/>
                  </a:lnTo>
                  <a:lnTo>
                    <a:pt x="70293" y="70502"/>
                  </a:lnTo>
                  <a:lnTo>
                    <a:pt x="69657" y="70991"/>
                  </a:lnTo>
                  <a:lnTo>
                    <a:pt x="68399" y="70417"/>
                  </a:lnTo>
                  <a:lnTo>
                    <a:pt x="66913" y="69303"/>
                  </a:lnTo>
                  <a:lnTo>
                    <a:pt x="66138" y="68203"/>
                  </a:lnTo>
                  <a:lnTo>
                    <a:pt x="65796" y="67394"/>
                  </a:lnTo>
                  <a:lnTo>
                    <a:pt x="66025" y="65957"/>
                  </a:lnTo>
                  <a:lnTo>
                    <a:pt x="62649" y="63367"/>
                  </a:lnTo>
                  <a:lnTo>
                    <a:pt x="61023" y="62650"/>
                  </a:lnTo>
                  <a:lnTo>
                    <a:pt x="60289" y="63429"/>
                  </a:lnTo>
                  <a:lnTo>
                    <a:pt x="57805" y="67336"/>
                  </a:lnTo>
                  <a:lnTo>
                    <a:pt x="57512" y="67734"/>
                  </a:lnTo>
                  <a:lnTo>
                    <a:pt x="55618" y="68270"/>
                  </a:lnTo>
                  <a:lnTo>
                    <a:pt x="55614" y="68589"/>
                  </a:lnTo>
                  <a:lnTo>
                    <a:pt x="56046" y="69428"/>
                  </a:lnTo>
                  <a:lnTo>
                    <a:pt x="55964" y="69688"/>
                  </a:lnTo>
                  <a:lnTo>
                    <a:pt x="52781" y="69782"/>
                  </a:lnTo>
                  <a:lnTo>
                    <a:pt x="51725" y="70290"/>
                  </a:lnTo>
                  <a:lnTo>
                    <a:pt x="48898" y="69630"/>
                  </a:lnTo>
                  <a:lnTo>
                    <a:pt x="47967" y="69925"/>
                  </a:lnTo>
                  <a:lnTo>
                    <a:pt x="47170" y="70541"/>
                  </a:lnTo>
                  <a:lnTo>
                    <a:pt x="45236" y="71236"/>
                  </a:lnTo>
                  <a:lnTo>
                    <a:pt x="43901" y="72060"/>
                  </a:lnTo>
                  <a:lnTo>
                    <a:pt x="42196" y="72487"/>
                  </a:lnTo>
                  <a:lnTo>
                    <a:pt x="40435" y="72520"/>
                  </a:lnTo>
                  <a:lnTo>
                    <a:pt x="39830" y="72768"/>
                  </a:lnTo>
                  <a:lnTo>
                    <a:pt x="39855" y="72212"/>
                  </a:lnTo>
                  <a:lnTo>
                    <a:pt x="39761" y="71339"/>
                  </a:lnTo>
                  <a:lnTo>
                    <a:pt x="39403" y="70717"/>
                  </a:lnTo>
                  <a:lnTo>
                    <a:pt x="38904" y="70316"/>
                  </a:lnTo>
                  <a:lnTo>
                    <a:pt x="37987" y="70461"/>
                  </a:lnTo>
                  <a:lnTo>
                    <a:pt x="37138" y="70049"/>
                  </a:lnTo>
                  <a:lnTo>
                    <a:pt x="36532" y="68948"/>
                  </a:lnTo>
                  <a:lnTo>
                    <a:pt x="36396" y="68108"/>
                  </a:lnTo>
                  <a:lnTo>
                    <a:pt x="36744" y="67426"/>
                  </a:lnTo>
                  <a:lnTo>
                    <a:pt x="36488" y="66859"/>
                  </a:lnTo>
                  <a:lnTo>
                    <a:pt x="35431" y="65508"/>
                  </a:lnTo>
                  <a:lnTo>
                    <a:pt x="33700" y="62139"/>
                  </a:lnTo>
                  <a:lnTo>
                    <a:pt x="32721" y="61385"/>
                  </a:lnTo>
                  <a:lnTo>
                    <a:pt x="32332" y="59277"/>
                  </a:lnTo>
                  <a:lnTo>
                    <a:pt x="31943" y="58828"/>
                  </a:lnTo>
                  <a:lnTo>
                    <a:pt x="31118" y="58626"/>
                  </a:lnTo>
                  <a:lnTo>
                    <a:pt x="30249" y="58831"/>
                  </a:lnTo>
                  <a:lnTo>
                    <a:pt x="30060" y="59070"/>
                  </a:lnTo>
                  <a:lnTo>
                    <a:pt x="29795" y="59408"/>
                  </a:lnTo>
                  <a:lnTo>
                    <a:pt x="29110" y="62044"/>
                  </a:lnTo>
                  <a:lnTo>
                    <a:pt x="28633" y="62937"/>
                  </a:lnTo>
                  <a:lnTo>
                    <a:pt x="27458" y="62519"/>
                  </a:lnTo>
                  <a:lnTo>
                    <a:pt x="26487" y="61898"/>
                  </a:lnTo>
                  <a:lnTo>
                    <a:pt x="25695" y="61552"/>
                  </a:lnTo>
                  <a:lnTo>
                    <a:pt x="24160" y="61334"/>
                  </a:lnTo>
                  <a:lnTo>
                    <a:pt x="22411" y="61288"/>
                  </a:lnTo>
                  <a:lnTo>
                    <a:pt x="21234" y="63158"/>
                  </a:lnTo>
                  <a:lnTo>
                    <a:pt x="20726" y="62917"/>
                  </a:lnTo>
                  <a:lnTo>
                    <a:pt x="19833" y="61999"/>
                  </a:lnTo>
                  <a:lnTo>
                    <a:pt x="18392" y="61239"/>
                  </a:lnTo>
                  <a:lnTo>
                    <a:pt x="17627" y="60643"/>
                  </a:lnTo>
                  <a:lnTo>
                    <a:pt x="19833" y="55090"/>
                  </a:lnTo>
                  <a:lnTo>
                    <a:pt x="20489" y="51788"/>
                  </a:lnTo>
                  <a:lnTo>
                    <a:pt x="20512" y="49787"/>
                  </a:lnTo>
                  <a:lnTo>
                    <a:pt x="20538" y="47271"/>
                  </a:lnTo>
                  <a:lnTo>
                    <a:pt x="19390" y="42045"/>
                  </a:lnTo>
                  <a:lnTo>
                    <a:pt x="18406" y="34629"/>
                  </a:lnTo>
                  <a:lnTo>
                    <a:pt x="17382" y="26903"/>
                  </a:lnTo>
                  <a:lnTo>
                    <a:pt x="16584" y="24588"/>
                  </a:lnTo>
                  <a:lnTo>
                    <a:pt x="13238" y="21915"/>
                  </a:lnTo>
                  <a:lnTo>
                    <a:pt x="12466" y="18879"/>
                  </a:lnTo>
                  <a:lnTo>
                    <a:pt x="9877" y="14960"/>
                  </a:lnTo>
                  <a:lnTo>
                    <a:pt x="6279" y="13259"/>
                  </a:lnTo>
                  <a:lnTo>
                    <a:pt x="5567" y="12531"/>
                  </a:lnTo>
                  <a:lnTo>
                    <a:pt x="2443" y="7605"/>
                  </a:lnTo>
                  <a:lnTo>
                    <a:pt x="0" y="4431"/>
                  </a:lnTo>
                  <a:lnTo>
                    <a:pt x="522" y="2509"/>
                  </a:lnTo>
                  <a:lnTo>
                    <a:pt x="1222" y="492"/>
                  </a:lnTo>
                  <a:lnTo>
                    <a:pt x="1977" y="0"/>
                  </a:lnTo>
                  <a:lnTo>
                    <a:pt x="4188" y="799"/>
                  </a:lnTo>
                  <a:lnTo>
                    <a:pt x="6221" y="1707"/>
                  </a:lnTo>
                  <a:lnTo>
                    <a:pt x="7707" y="1060"/>
                  </a:lnTo>
                  <a:lnTo>
                    <a:pt x="9475" y="2654"/>
                  </a:lnTo>
                  <a:lnTo>
                    <a:pt x="11089" y="4483"/>
                  </a:lnTo>
                  <a:lnTo>
                    <a:pt x="12713" y="5771"/>
                  </a:lnTo>
                  <a:lnTo>
                    <a:pt x="15879" y="6984"/>
                  </a:lnTo>
                  <a:lnTo>
                    <a:pt x="17059" y="8671"/>
                  </a:lnTo>
                  <a:lnTo>
                    <a:pt x="18438" y="10358"/>
                  </a:lnTo>
                  <a:lnTo>
                    <a:pt x="23841" y="11218"/>
                  </a:lnTo>
                  <a:lnTo>
                    <a:pt x="24275" y="10952"/>
                  </a:lnTo>
                  <a:lnTo>
                    <a:pt x="24672" y="10710"/>
                  </a:lnTo>
                  <a:lnTo>
                    <a:pt x="26484" y="10096"/>
                  </a:lnTo>
                  <a:lnTo>
                    <a:pt x="28087" y="10211"/>
                  </a:lnTo>
                  <a:lnTo>
                    <a:pt x="29779" y="12252"/>
                  </a:lnTo>
                  <a:lnTo>
                    <a:pt x="30863" y="12135"/>
                  </a:lnTo>
                  <a:lnTo>
                    <a:pt x="32019" y="11825"/>
                  </a:lnTo>
                  <a:lnTo>
                    <a:pt x="33508" y="12917"/>
                  </a:lnTo>
                  <a:lnTo>
                    <a:pt x="34677" y="14132"/>
                  </a:lnTo>
                  <a:lnTo>
                    <a:pt x="34775" y="15369"/>
                  </a:lnTo>
                  <a:lnTo>
                    <a:pt x="35799" y="17159"/>
                  </a:lnTo>
                  <a:lnTo>
                    <a:pt x="38777" y="19889"/>
                  </a:lnTo>
                  <a:lnTo>
                    <a:pt x="41193" y="21431"/>
                  </a:lnTo>
                  <a:lnTo>
                    <a:pt x="41943" y="22518"/>
                  </a:lnTo>
                  <a:lnTo>
                    <a:pt x="43780" y="24311"/>
                  </a:lnTo>
                  <a:lnTo>
                    <a:pt x="43965" y="24880"/>
                  </a:lnTo>
                  <a:lnTo>
                    <a:pt x="43927" y="25613"/>
                  </a:lnTo>
                  <a:lnTo>
                    <a:pt x="43403" y="26956"/>
                  </a:lnTo>
                  <a:lnTo>
                    <a:pt x="43270" y="28153"/>
                  </a:lnTo>
                  <a:lnTo>
                    <a:pt x="43518" y="28837"/>
                  </a:lnTo>
                  <a:lnTo>
                    <a:pt x="44279" y="29497"/>
                  </a:lnTo>
                  <a:lnTo>
                    <a:pt x="45791" y="29644"/>
                  </a:lnTo>
                  <a:lnTo>
                    <a:pt x="46335" y="28785"/>
                  </a:lnTo>
                  <a:lnTo>
                    <a:pt x="47463" y="28172"/>
                  </a:lnTo>
                  <a:lnTo>
                    <a:pt x="48579" y="27071"/>
                  </a:lnTo>
                  <a:lnTo>
                    <a:pt x="50073" y="25597"/>
                  </a:lnTo>
                  <a:lnTo>
                    <a:pt x="52103" y="24264"/>
                  </a:lnTo>
                  <a:lnTo>
                    <a:pt x="52915" y="24268"/>
                  </a:lnTo>
                  <a:lnTo>
                    <a:pt x="53696" y="24675"/>
                  </a:lnTo>
                  <a:lnTo>
                    <a:pt x="54242" y="25416"/>
                  </a:lnTo>
                  <a:lnTo>
                    <a:pt x="55155" y="28159"/>
                  </a:lnTo>
                  <a:lnTo>
                    <a:pt x="56069" y="24317"/>
                  </a:lnTo>
                  <a:lnTo>
                    <a:pt x="56305" y="24034"/>
                  </a:lnTo>
                  <a:lnTo>
                    <a:pt x="57137" y="24806"/>
                  </a:lnTo>
                  <a:lnTo>
                    <a:pt x="58613" y="25874"/>
                  </a:lnTo>
                  <a:lnTo>
                    <a:pt x="59634" y="26439"/>
                  </a:lnTo>
                  <a:lnTo>
                    <a:pt x="60185" y="27230"/>
                  </a:lnTo>
                  <a:lnTo>
                    <a:pt x="61745" y="30730"/>
                  </a:lnTo>
                  <a:lnTo>
                    <a:pt x="64267" y="30554"/>
                  </a:lnTo>
                  <a:lnTo>
                    <a:pt x="65334" y="31088"/>
                  </a:lnTo>
                  <a:lnTo>
                    <a:pt x="65906" y="31667"/>
                  </a:lnTo>
                  <a:lnTo>
                    <a:pt x="66162" y="32348"/>
                  </a:lnTo>
                  <a:lnTo>
                    <a:pt x="65711" y="35825"/>
                  </a:lnTo>
                  <a:lnTo>
                    <a:pt x="65089" y="39449"/>
                  </a:lnTo>
                  <a:lnTo>
                    <a:pt x="65138" y="40325"/>
                  </a:lnTo>
                  <a:lnTo>
                    <a:pt x="66151" y="41690"/>
                  </a:lnTo>
                  <a:lnTo>
                    <a:pt x="67525" y="43136"/>
                  </a:lnTo>
                  <a:lnTo>
                    <a:pt x="68266" y="44296"/>
                  </a:lnTo>
                  <a:lnTo>
                    <a:pt x="68768" y="45339"/>
                  </a:lnTo>
                  <a:lnTo>
                    <a:pt x="69855" y="46127"/>
                  </a:lnTo>
                  <a:lnTo>
                    <a:pt x="71136" y="46620"/>
                  </a:lnTo>
                  <a:lnTo>
                    <a:pt x="71745" y="46684"/>
                  </a:lnTo>
                  <a:lnTo>
                    <a:pt x="72379" y="47557"/>
                  </a:lnTo>
                  <a:lnTo>
                    <a:pt x="74033" y="492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7"/>
            <p:cNvSpPr/>
            <p:nvPr/>
          </p:nvSpPr>
          <p:spPr>
            <a:xfrm>
              <a:off x="3168454" y="2171197"/>
              <a:ext cx="1540" cy="2301"/>
            </a:xfrm>
            <a:custGeom>
              <a:avLst/>
              <a:pathLst>
                <a:path w="1540" h="2301">
                  <a:moveTo>
                    <a:pt x="1540" y="356"/>
                  </a:moveTo>
                  <a:lnTo>
                    <a:pt x="1136" y="2301"/>
                  </a:lnTo>
                  <a:lnTo>
                    <a:pt x="82" y="1644"/>
                  </a:lnTo>
                  <a:lnTo>
                    <a:pt x="0" y="1134"/>
                  </a:lnTo>
                  <a:lnTo>
                    <a:pt x="1196" y="0"/>
                  </a:lnTo>
                  <a:lnTo>
                    <a:pt x="1441" y="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8"/>
            <p:cNvSpPr/>
            <p:nvPr/>
          </p:nvSpPr>
          <p:spPr>
            <a:xfrm>
              <a:off x="3161575" y="3304099"/>
              <a:ext cx="50993" cy="189245"/>
            </a:xfrm>
            <a:custGeom>
              <a:avLst/>
              <a:pathLst>
                <a:path w="50993" h="189245">
                  <a:moveTo>
                    <a:pt x="36541" y="1514"/>
                  </a:moveTo>
                  <a:lnTo>
                    <a:pt x="37276" y="3289"/>
                  </a:lnTo>
                  <a:lnTo>
                    <a:pt x="37330" y="3631"/>
                  </a:lnTo>
                  <a:lnTo>
                    <a:pt x="37439" y="4311"/>
                  </a:lnTo>
                  <a:lnTo>
                    <a:pt x="37330" y="5861"/>
                  </a:lnTo>
                  <a:lnTo>
                    <a:pt x="37171" y="8141"/>
                  </a:lnTo>
                  <a:lnTo>
                    <a:pt x="36633" y="10824"/>
                  </a:lnTo>
                  <a:lnTo>
                    <a:pt x="36293" y="13337"/>
                  </a:lnTo>
                  <a:lnTo>
                    <a:pt x="36337" y="14592"/>
                  </a:lnTo>
                  <a:lnTo>
                    <a:pt x="36666" y="15846"/>
                  </a:lnTo>
                  <a:lnTo>
                    <a:pt x="37330" y="17018"/>
                  </a:lnTo>
                  <a:lnTo>
                    <a:pt x="37784" y="17818"/>
                  </a:lnTo>
                  <a:lnTo>
                    <a:pt x="38358" y="19097"/>
                  </a:lnTo>
                  <a:lnTo>
                    <a:pt x="39036" y="21042"/>
                  </a:lnTo>
                  <a:lnTo>
                    <a:pt x="39816" y="22940"/>
                  </a:lnTo>
                  <a:lnTo>
                    <a:pt x="41149" y="25411"/>
                  </a:lnTo>
                  <a:lnTo>
                    <a:pt x="41713" y="25856"/>
                  </a:lnTo>
                  <a:lnTo>
                    <a:pt x="41688" y="26545"/>
                  </a:lnTo>
                  <a:lnTo>
                    <a:pt x="41504" y="27493"/>
                  </a:lnTo>
                  <a:lnTo>
                    <a:pt x="41380" y="36699"/>
                  </a:lnTo>
                  <a:lnTo>
                    <a:pt x="41278" y="39073"/>
                  </a:lnTo>
                  <a:lnTo>
                    <a:pt x="41181" y="40273"/>
                  </a:lnTo>
                  <a:lnTo>
                    <a:pt x="41058" y="43711"/>
                  </a:lnTo>
                  <a:lnTo>
                    <a:pt x="40918" y="44202"/>
                  </a:lnTo>
                  <a:lnTo>
                    <a:pt x="40664" y="44163"/>
                  </a:lnTo>
                  <a:lnTo>
                    <a:pt x="40432" y="44293"/>
                  </a:lnTo>
                  <a:lnTo>
                    <a:pt x="40375" y="44978"/>
                  </a:lnTo>
                  <a:lnTo>
                    <a:pt x="40469" y="45681"/>
                  </a:lnTo>
                  <a:lnTo>
                    <a:pt x="41273" y="46177"/>
                  </a:lnTo>
                  <a:lnTo>
                    <a:pt x="41098" y="46697"/>
                  </a:lnTo>
                  <a:lnTo>
                    <a:pt x="40501" y="47168"/>
                  </a:lnTo>
                  <a:lnTo>
                    <a:pt x="40225" y="48201"/>
                  </a:lnTo>
                  <a:lnTo>
                    <a:pt x="40345" y="49385"/>
                  </a:lnTo>
                  <a:lnTo>
                    <a:pt x="40016" y="50332"/>
                  </a:lnTo>
                  <a:lnTo>
                    <a:pt x="40110" y="50972"/>
                  </a:lnTo>
                  <a:lnTo>
                    <a:pt x="40322" y="51441"/>
                  </a:lnTo>
                  <a:lnTo>
                    <a:pt x="40660" y="51269"/>
                  </a:lnTo>
                  <a:lnTo>
                    <a:pt x="41600" y="49682"/>
                  </a:lnTo>
                  <a:lnTo>
                    <a:pt x="41994" y="49507"/>
                  </a:lnTo>
                  <a:lnTo>
                    <a:pt x="42481" y="49838"/>
                  </a:lnTo>
                  <a:lnTo>
                    <a:pt x="43380" y="52254"/>
                  </a:lnTo>
                  <a:lnTo>
                    <a:pt x="43418" y="53442"/>
                  </a:lnTo>
                  <a:lnTo>
                    <a:pt x="43052" y="57492"/>
                  </a:lnTo>
                  <a:lnTo>
                    <a:pt x="42695" y="60621"/>
                  </a:lnTo>
                  <a:lnTo>
                    <a:pt x="42628" y="64791"/>
                  </a:lnTo>
                  <a:lnTo>
                    <a:pt x="43007" y="67134"/>
                  </a:lnTo>
                  <a:lnTo>
                    <a:pt x="42955" y="68418"/>
                  </a:lnTo>
                  <a:lnTo>
                    <a:pt x="42545" y="69532"/>
                  </a:lnTo>
                  <a:lnTo>
                    <a:pt x="41618" y="71142"/>
                  </a:lnTo>
                  <a:lnTo>
                    <a:pt x="41688" y="72243"/>
                  </a:lnTo>
                  <a:lnTo>
                    <a:pt x="42110" y="74291"/>
                  </a:lnTo>
                  <a:lnTo>
                    <a:pt x="42892" y="76579"/>
                  </a:lnTo>
                  <a:lnTo>
                    <a:pt x="44422" y="79405"/>
                  </a:lnTo>
                  <a:lnTo>
                    <a:pt x="45229" y="83092"/>
                  </a:lnTo>
                  <a:lnTo>
                    <a:pt x="45249" y="84588"/>
                  </a:lnTo>
                  <a:lnTo>
                    <a:pt x="44777" y="86089"/>
                  </a:lnTo>
                  <a:lnTo>
                    <a:pt x="44226" y="87386"/>
                  </a:lnTo>
                  <a:lnTo>
                    <a:pt x="44046" y="89270"/>
                  </a:lnTo>
                  <a:lnTo>
                    <a:pt x="44295" y="101609"/>
                  </a:lnTo>
                  <a:lnTo>
                    <a:pt x="43084" y="106968"/>
                  </a:lnTo>
                  <a:lnTo>
                    <a:pt x="43072" y="108497"/>
                  </a:lnTo>
                  <a:lnTo>
                    <a:pt x="43195" y="110270"/>
                  </a:lnTo>
                  <a:lnTo>
                    <a:pt x="43514" y="111345"/>
                  </a:lnTo>
                  <a:lnTo>
                    <a:pt x="44132" y="111638"/>
                  </a:lnTo>
                  <a:lnTo>
                    <a:pt x="44635" y="112677"/>
                  </a:lnTo>
                  <a:lnTo>
                    <a:pt x="44460" y="116433"/>
                  </a:lnTo>
                  <a:lnTo>
                    <a:pt x="44191" y="120272"/>
                  </a:lnTo>
                  <a:lnTo>
                    <a:pt x="44149" y="122123"/>
                  </a:lnTo>
                  <a:lnTo>
                    <a:pt x="43999" y="123006"/>
                  </a:lnTo>
                  <a:lnTo>
                    <a:pt x="43523" y="123727"/>
                  </a:lnTo>
                  <a:lnTo>
                    <a:pt x="43350" y="124934"/>
                  </a:lnTo>
                  <a:lnTo>
                    <a:pt x="43469" y="126427"/>
                  </a:lnTo>
                  <a:lnTo>
                    <a:pt x="43379" y="127532"/>
                  </a:lnTo>
                  <a:lnTo>
                    <a:pt x="43637" y="128963"/>
                  </a:lnTo>
                  <a:lnTo>
                    <a:pt x="44186" y="130745"/>
                  </a:lnTo>
                  <a:lnTo>
                    <a:pt x="45073" y="135168"/>
                  </a:lnTo>
                  <a:lnTo>
                    <a:pt x="45412" y="135515"/>
                  </a:lnTo>
                  <a:lnTo>
                    <a:pt x="45564" y="136445"/>
                  </a:lnTo>
                  <a:lnTo>
                    <a:pt x="45469" y="137348"/>
                  </a:lnTo>
                  <a:lnTo>
                    <a:pt x="45811" y="139303"/>
                  </a:lnTo>
                  <a:lnTo>
                    <a:pt x="46795" y="141259"/>
                  </a:lnTo>
                  <a:lnTo>
                    <a:pt x="47828" y="142968"/>
                  </a:lnTo>
                  <a:lnTo>
                    <a:pt x="48665" y="143211"/>
                  </a:lnTo>
                  <a:lnTo>
                    <a:pt x="48863" y="144741"/>
                  </a:lnTo>
                  <a:lnTo>
                    <a:pt x="49413" y="146689"/>
                  </a:lnTo>
                  <a:lnTo>
                    <a:pt x="49811" y="147541"/>
                  </a:lnTo>
                  <a:lnTo>
                    <a:pt x="50446" y="148095"/>
                  </a:lnTo>
                  <a:lnTo>
                    <a:pt x="50968" y="148391"/>
                  </a:lnTo>
                  <a:lnTo>
                    <a:pt x="50993" y="150035"/>
                  </a:lnTo>
                  <a:lnTo>
                    <a:pt x="50053" y="151158"/>
                  </a:lnTo>
                  <a:lnTo>
                    <a:pt x="49417" y="152854"/>
                  </a:lnTo>
                  <a:lnTo>
                    <a:pt x="48931" y="155442"/>
                  </a:lnTo>
                  <a:lnTo>
                    <a:pt x="48260" y="158283"/>
                  </a:lnTo>
                  <a:lnTo>
                    <a:pt x="45948" y="159765"/>
                  </a:lnTo>
                  <a:lnTo>
                    <a:pt x="45062" y="159776"/>
                  </a:lnTo>
                  <a:lnTo>
                    <a:pt x="40319" y="159847"/>
                  </a:lnTo>
                  <a:lnTo>
                    <a:pt x="37330" y="163606"/>
                  </a:lnTo>
                  <a:lnTo>
                    <a:pt x="35875" y="165437"/>
                  </a:lnTo>
                  <a:lnTo>
                    <a:pt x="33317" y="167428"/>
                  </a:lnTo>
                  <a:lnTo>
                    <a:pt x="31744" y="170576"/>
                  </a:lnTo>
                  <a:lnTo>
                    <a:pt x="29627" y="172812"/>
                  </a:lnTo>
                  <a:lnTo>
                    <a:pt x="28150" y="175526"/>
                  </a:lnTo>
                  <a:lnTo>
                    <a:pt x="25082" y="176828"/>
                  </a:lnTo>
                  <a:lnTo>
                    <a:pt x="20049" y="181103"/>
                  </a:lnTo>
                  <a:lnTo>
                    <a:pt x="18475" y="182791"/>
                  </a:lnTo>
                  <a:lnTo>
                    <a:pt x="16882" y="185760"/>
                  </a:lnTo>
                  <a:lnTo>
                    <a:pt x="14293" y="189245"/>
                  </a:lnTo>
                  <a:lnTo>
                    <a:pt x="13276" y="189197"/>
                  </a:lnTo>
                  <a:lnTo>
                    <a:pt x="11249" y="185946"/>
                  </a:lnTo>
                  <a:lnTo>
                    <a:pt x="9723" y="184313"/>
                  </a:lnTo>
                  <a:lnTo>
                    <a:pt x="5993" y="181820"/>
                  </a:lnTo>
                  <a:lnTo>
                    <a:pt x="3209" y="180858"/>
                  </a:lnTo>
                  <a:lnTo>
                    <a:pt x="1864" y="179788"/>
                  </a:lnTo>
                  <a:lnTo>
                    <a:pt x="1494" y="179605"/>
                  </a:lnTo>
                  <a:lnTo>
                    <a:pt x="1808" y="178434"/>
                  </a:lnTo>
                  <a:lnTo>
                    <a:pt x="2586" y="178360"/>
                  </a:lnTo>
                  <a:lnTo>
                    <a:pt x="3401" y="178714"/>
                  </a:lnTo>
                  <a:lnTo>
                    <a:pt x="4018" y="177822"/>
                  </a:lnTo>
                  <a:lnTo>
                    <a:pt x="4928" y="177704"/>
                  </a:lnTo>
                  <a:lnTo>
                    <a:pt x="5163" y="176773"/>
                  </a:lnTo>
                  <a:lnTo>
                    <a:pt x="5238" y="174421"/>
                  </a:lnTo>
                  <a:lnTo>
                    <a:pt x="5228" y="172527"/>
                  </a:lnTo>
                  <a:lnTo>
                    <a:pt x="5546" y="171678"/>
                  </a:lnTo>
                  <a:lnTo>
                    <a:pt x="5626" y="169445"/>
                  </a:lnTo>
                  <a:lnTo>
                    <a:pt x="5181" y="164493"/>
                  </a:lnTo>
                  <a:lnTo>
                    <a:pt x="4864" y="163929"/>
                  </a:lnTo>
                  <a:lnTo>
                    <a:pt x="3241" y="163225"/>
                  </a:lnTo>
                  <a:lnTo>
                    <a:pt x="3119" y="162242"/>
                  </a:lnTo>
                  <a:lnTo>
                    <a:pt x="2826" y="161206"/>
                  </a:lnTo>
                  <a:lnTo>
                    <a:pt x="2515" y="158653"/>
                  </a:lnTo>
                  <a:lnTo>
                    <a:pt x="2160" y="154855"/>
                  </a:lnTo>
                  <a:lnTo>
                    <a:pt x="1591" y="150146"/>
                  </a:lnTo>
                  <a:lnTo>
                    <a:pt x="498" y="142386"/>
                  </a:lnTo>
                  <a:lnTo>
                    <a:pt x="228" y="139643"/>
                  </a:lnTo>
                  <a:lnTo>
                    <a:pt x="41" y="136849"/>
                  </a:lnTo>
                  <a:lnTo>
                    <a:pt x="0" y="133508"/>
                  </a:lnTo>
                  <a:lnTo>
                    <a:pt x="227" y="132265"/>
                  </a:lnTo>
                  <a:lnTo>
                    <a:pt x="192" y="130541"/>
                  </a:lnTo>
                  <a:lnTo>
                    <a:pt x="93" y="128824"/>
                  </a:lnTo>
                  <a:lnTo>
                    <a:pt x="863" y="124872"/>
                  </a:lnTo>
                  <a:lnTo>
                    <a:pt x="2372" y="120037"/>
                  </a:lnTo>
                  <a:lnTo>
                    <a:pt x="2689" y="118288"/>
                  </a:lnTo>
                  <a:lnTo>
                    <a:pt x="2970" y="117073"/>
                  </a:lnTo>
                  <a:lnTo>
                    <a:pt x="3010" y="115337"/>
                  </a:lnTo>
                  <a:lnTo>
                    <a:pt x="3277" y="109696"/>
                  </a:lnTo>
                  <a:lnTo>
                    <a:pt x="3999" y="102886"/>
                  </a:lnTo>
                  <a:lnTo>
                    <a:pt x="4453" y="100313"/>
                  </a:lnTo>
                  <a:lnTo>
                    <a:pt x="4761" y="98925"/>
                  </a:lnTo>
                  <a:lnTo>
                    <a:pt x="5129" y="96651"/>
                  </a:lnTo>
                  <a:lnTo>
                    <a:pt x="5226" y="95590"/>
                  </a:lnTo>
                  <a:lnTo>
                    <a:pt x="6617" y="92922"/>
                  </a:lnTo>
                  <a:lnTo>
                    <a:pt x="7256" y="92199"/>
                  </a:lnTo>
                  <a:lnTo>
                    <a:pt x="7398" y="91149"/>
                  </a:lnTo>
                  <a:lnTo>
                    <a:pt x="7180" y="90000"/>
                  </a:lnTo>
                  <a:lnTo>
                    <a:pt x="7275" y="89218"/>
                  </a:lnTo>
                  <a:lnTo>
                    <a:pt x="7608" y="88827"/>
                  </a:lnTo>
                  <a:lnTo>
                    <a:pt x="8120" y="88507"/>
                  </a:lnTo>
                  <a:lnTo>
                    <a:pt x="8493" y="87410"/>
                  </a:lnTo>
                  <a:lnTo>
                    <a:pt x="7906" y="79010"/>
                  </a:lnTo>
                  <a:lnTo>
                    <a:pt x="7433" y="70637"/>
                  </a:lnTo>
                  <a:lnTo>
                    <a:pt x="7405" y="69926"/>
                  </a:lnTo>
                  <a:lnTo>
                    <a:pt x="7123" y="68769"/>
                  </a:lnTo>
                  <a:lnTo>
                    <a:pt x="6843" y="65312"/>
                  </a:lnTo>
                  <a:lnTo>
                    <a:pt x="6375" y="63288"/>
                  </a:lnTo>
                  <a:lnTo>
                    <a:pt x="5719" y="62696"/>
                  </a:lnTo>
                  <a:lnTo>
                    <a:pt x="5722" y="60790"/>
                  </a:lnTo>
                  <a:lnTo>
                    <a:pt x="6383" y="57570"/>
                  </a:lnTo>
                  <a:lnTo>
                    <a:pt x="6555" y="55678"/>
                  </a:lnTo>
                  <a:lnTo>
                    <a:pt x="6238" y="55115"/>
                  </a:lnTo>
                  <a:lnTo>
                    <a:pt x="6192" y="53647"/>
                  </a:lnTo>
                  <a:lnTo>
                    <a:pt x="6418" y="51272"/>
                  </a:lnTo>
                  <a:lnTo>
                    <a:pt x="6306" y="49806"/>
                  </a:lnTo>
                  <a:lnTo>
                    <a:pt x="6187" y="48252"/>
                  </a:lnTo>
                  <a:lnTo>
                    <a:pt x="5500" y="44584"/>
                  </a:lnTo>
                  <a:lnTo>
                    <a:pt x="5332" y="41990"/>
                  </a:lnTo>
                  <a:lnTo>
                    <a:pt x="5686" y="40472"/>
                  </a:lnTo>
                  <a:lnTo>
                    <a:pt x="5675" y="37149"/>
                  </a:lnTo>
                  <a:lnTo>
                    <a:pt x="5301" y="32024"/>
                  </a:lnTo>
                  <a:lnTo>
                    <a:pt x="5240" y="28790"/>
                  </a:lnTo>
                  <a:lnTo>
                    <a:pt x="5493" y="27442"/>
                  </a:lnTo>
                  <a:lnTo>
                    <a:pt x="5371" y="26159"/>
                  </a:lnTo>
                  <a:lnTo>
                    <a:pt x="4874" y="24940"/>
                  </a:lnTo>
                  <a:lnTo>
                    <a:pt x="4838" y="23756"/>
                  </a:lnTo>
                  <a:lnTo>
                    <a:pt x="5262" y="22604"/>
                  </a:lnTo>
                  <a:lnTo>
                    <a:pt x="5210" y="21702"/>
                  </a:lnTo>
                  <a:lnTo>
                    <a:pt x="4680" y="21046"/>
                  </a:lnTo>
                  <a:lnTo>
                    <a:pt x="4205" y="19470"/>
                  </a:lnTo>
                  <a:lnTo>
                    <a:pt x="3786" y="16977"/>
                  </a:lnTo>
                  <a:lnTo>
                    <a:pt x="3873" y="12969"/>
                  </a:lnTo>
                  <a:lnTo>
                    <a:pt x="4664" y="5596"/>
                  </a:lnTo>
                  <a:lnTo>
                    <a:pt x="4763" y="4979"/>
                  </a:lnTo>
                  <a:lnTo>
                    <a:pt x="5659" y="5021"/>
                  </a:lnTo>
                  <a:lnTo>
                    <a:pt x="5664" y="5334"/>
                  </a:lnTo>
                  <a:lnTo>
                    <a:pt x="8455" y="5264"/>
                  </a:lnTo>
                  <a:lnTo>
                    <a:pt x="11645" y="5185"/>
                  </a:lnTo>
                  <a:lnTo>
                    <a:pt x="15458" y="5088"/>
                  </a:lnTo>
                  <a:lnTo>
                    <a:pt x="18921" y="5000"/>
                  </a:lnTo>
                  <a:lnTo>
                    <a:pt x="19073" y="4668"/>
                  </a:lnTo>
                  <a:lnTo>
                    <a:pt x="19645" y="4262"/>
                  </a:lnTo>
                  <a:lnTo>
                    <a:pt x="23145" y="5013"/>
                  </a:lnTo>
                  <a:lnTo>
                    <a:pt x="25334" y="4634"/>
                  </a:lnTo>
                  <a:lnTo>
                    <a:pt x="26262" y="4881"/>
                  </a:lnTo>
                  <a:lnTo>
                    <a:pt x="26939" y="5383"/>
                  </a:lnTo>
                  <a:lnTo>
                    <a:pt x="28451" y="5071"/>
                  </a:lnTo>
                  <a:lnTo>
                    <a:pt x="29259" y="5257"/>
                  </a:lnTo>
                  <a:lnTo>
                    <a:pt x="29867" y="7095"/>
                  </a:lnTo>
                  <a:lnTo>
                    <a:pt x="30113" y="7077"/>
                  </a:lnTo>
                  <a:lnTo>
                    <a:pt x="30453" y="6300"/>
                  </a:lnTo>
                  <a:lnTo>
                    <a:pt x="31056" y="5413"/>
                  </a:lnTo>
                  <a:lnTo>
                    <a:pt x="31672" y="4706"/>
                  </a:lnTo>
                  <a:lnTo>
                    <a:pt x="32111" y="3268"/>
                  </a:lnTo>
                  <a:lnTo>
                    <a:pt x="32378" y="2175"/>
                  </a:lnTo>
                  <a:lnTo>
                    <a:pt x="32778" y="2399"/>
                  </a:lnTo>
                  <a:lnTo>
                    <a:pt x="33352" y="2333"/>
                  </a:lnTo>
                  <a:lnTo>
                    <a:pt x="33734" y="1418"/>
                  </a:lnTo>
                  <a:lnTo>
                    <a:pt x="33884" y="0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599"/>
            <p:cNvSpPr/>
            <p:nvPr/>
          </p:nvSpPr>
          <p:spPr>
            <a:xfrm>
              <a:off x="3025695" y="3259568"/>
              <a:ext cx="84814" cy="161278"/>
            </a:xfrm>
            <a:custGeom>
              <a:avLst/>
              <a:pathLst>
                <a:path w="84814" h="161278">
                  <a:moveTo>
                    <a:pt x="42140" y="7964"/>
                  </a:moveTo>
                  <a:lnTo>
                    <a:pt x="41810" y="8753"/>
                  </a:lnTo>
                  <a:lnTo>
                    <a:pt x="41471" y="10480"/>
                  </a:lnTo>
                  <a:lnTo>
                    <a:pt x="41160" y="12610"/>
                  </a:lnTo>
                  <a:lnTo>
                    <a:pt x="40842" y="14044"/>
                  </a:lnTo>
                  <a:lnTo>
                    <a:pt x="40954" y="14980"/>
                  </a:lnTo>
                  <a:lnTo>
                    <a:pt x="41849" y="16840"/>
                  </a:lnTo>
                  <a:lnTo>
                    <a:pt x="43109" y="19457"/>
                  </a:lnTo>
                  <a:lnTo>
                    <a:pt x="43621" y="19794"/>
                  </a:lnTo>
                  <a:lnTo>
                    <a:pt x="44208" y="19179"/>
                  </a:lnTo>
                  <a:lnTo>
                    <a:pt x="45134" y="17106"/>
                  </a:lnTo>
                  <a:lnTo>
                    <a:pt x="45864" y="14866"/>
                  </a:lnTo>
                  <a:lnTo>
                    <a:pt x="46569" y="13781"/>
                  </a:lnTo>
                  <a:lnTo>
                    <a:pt x="47390" y="13851"/>
                  </a:lnTo>
                  <a:lnTo>
                    <a:pt x="48046" y="15426"/>
                  </a:lnTo>
                  <a:lnTo>
                    <a:pt x="48848" y="18901"/>
                  </a:lnTo>
                  <a:lnTo>
                    <a:pt x="49579" y="22063"/>
                  </a:lnTo>
                  <a:lnTo>
                    <a:pt x="49672" y="22382"/>
                  </a:lnTo>
                  <a:lnTo>
                    <a:pt x="49967" y="22906"/>
                  </a:lnTo>
                  <a:lnTo>
                    <a:pt x="50334" y="22886"/>
                  </a:lnTo>
                  <a:lnTo>
                    <a:pt x="50721" y="22114"/>
                  </a:lnTo>
                  <a:lnTo>
                    <a:pt x="51006" y="21651"/>
                  </a:lnTo>
                  <a:lnTo>
                    <a:pt x="51345" y="20200"/>
                  </a:lnTo>
                  <a:lnTo>
                    <a:pt x="52769" y="15816"/>
                  </a:lnTo>
                  <a:lnTo>
                    <a:pt x="53840" y="14608"/>
                  </a:lnTo>
                  <a:lnTo>
                    <a:pt x="54218" y="14291"/>
                  </a:lnTo>
                  <a:lnTo>
                    <a:pt x="54966" y="13630"/>
                  </a:lnTo>
                  <a:lnTo>
                    <a:pt x="56206" y="14670"/>
                  </a:lnTo>
                  <a:lnTo>
                    <a:pt x="58007" y="16472"/>
                  </a:lnTo>
                  <a:lnTo>
                    <a:pt x="60193" y="18658"/>
                  </a:lnTo>
                  <a:lnTo>
                    <a:pt x="60960" y="19029"/>
                  </a:lnTo>
                  <a:lnTo>
                    <a:pt x="61412" y="18658"/>
                  </a:lnTo>
                  <a:lnTo>
                    <a:pt x="62062" y="15684"/>
                  </a:lnTo>
                  <a:lnTo>
                    <a:pt x="62874" y="14522"/>
                  </a:lnTo>
                  <a:lnTo>
                    <a:pt x="64035" y="13157"/>
                  </a:lnTo>
                  <a:lnTo>
                    <a:pt x="64977" y="12454"/>
                  </a:lnTo>
                  <a:lnTo>
                    <a:pt x="65516" y="12366"/>
                  </a:lnTo>
                  <a:lnTo>
                    <a:pt x="65722" y="11558"/>
                  </a:lnTo>
                  <a:lnTo>
                    <a:pt x="65822" y="10347"/>
                  </a:lnTo>
                  <a:lnTo>
                    <a:pt x="65715" y="9098"/>
                  </a:lnTo>
                  <a:lnTo>
                    <a:pt x="65107" y="6846"/>
                  </a:lnTo>
                  <a:lnTo>
                    <a:pt x="65087" y="6183"/>
                  </a:lnTo>
                  <a:lnTo>
                    <a:pt x="65435" y="5751"/>
                  </a:lnTo>
                  <a:lnTo>
                    <a:pt x="66185" y="5426"/>
                  </a:lnTo>
                  <a:lnTo>
                    <a:pt x="67157" y="5645"/>
                  </a:lnTo>
                  <a:lnTo>
                    <a:pt x="68251" y="6618"/>
                  </a:lnTo>
                  <a:lnTo>
                    <a:pt x="69142" y="8024"/>
                  </a:lnTo>
                  <a:lnTo>
                    <a:pt x="69650" y="9692"/>
                  </a:lnTo>
                  <a:lnTo>
                    <a:pt x="70203" y="13248"/>
                  </a:lnTo>
                  <a:lnTo>
                    <a:pt x="70629" y="16706"/>
                  </a:lnTo>
                  <a:lnTo>
                    <a:pt x="71728" y="22203"/>
                  </a:lnTo>
                  <a:lnTo>
                    <a:pt x="71708" y="25613"/>
                  </a:lnTo>
                  <a:lnTo>
                    <a:pt x="71686" y="29569"/>
                  </a:lnTo>
                  <a:lnTo>
                    <a:pt x="72172" y="30307"/>
                  </a:lnTo>
                  <a:lnTo>
                    <a:pt x="72709" y="30625"/>
                  </a:lnTo>
                  <a:lnTo>
                    <a:pt x="72958" y="31208"/>
                  </a:lnTo>
                  <a:lnTo>
                    <a:pt x="73493" y="34245"/>
                  </a:lnTo>
                  <a:lnTo>
                    <a:pt x="73997" y="35128"/>
                  </a:lnTo>
                  <a:lnTo>
                    <a:pt x="74600" y="35336"/>
                  </a:lnTo>
                  <a:lnTo>
                    <a:pt x="75728" y="37282"/>
                  </a:lnTo>
                  <a:lnTo>
                    <a:pt x="76456" y="38048"/>
                  </a:lnTo>
                  <a:lnTo>
                    <a:pt x="76559" y="38631"/>
                  </a:lnTo>
                  <a:lnTo>
                    <a:pt x="76534" y="39433"/>
                  </a:lnTo>
                  <a:lnTo>
                    <a:pt x="76251" y="40458"/>
                  </a:lnTo>
                  <a:lnTo>
                    <a:pt x="75811" y="41168"/>
                  </a:lnTo>
                  <a:lnTo>
                    <a:pt x="75158" y="42491"/>
                  </a:lnTo>
                  <a:lnTo>
                    <a:pt x="74617" y="44232"/>
                  </a:lnTo>
                  <a:lnTo>
                    <a:pt x="73505" y="48403"/>
                  </a:lnTo>
                  <a:lnTo>
                    <a:pt x="73473" y="49182"/>
                  </a:lnTo>
                  <a:lnTo>
                    <a:pt x="73709" y="49744"/>
                  </a:lnTo>
                  <a:lnTo>
                    <a:pt x="74169" y="49848"/>
                  </a:lnTo>
                  <a:lnTo>
                    <a:pt x="74660" y="49561"/>
                  </a:lnTo>
                  <a:lnTo>
                    <a:pt x="75682" y="48033"/>
                  </a:lnTo>
                  <a:lnTo>
                    <a:pt x="76490" y="48578"/>
                  </a:lnTo>
                  <a:lnTo>
                    <a:pt x="77263" y="49739"/>
                  </a:lnTo>
                  <a:lnTo>
                    <a:pt x="77546" y="50947"/>
                  </a:lnTo>
                  <a:lnTo>
                    <a:pt x="77620" y="52533"/>
                  </a:lnTo>
                  <a:lnTo>
                    <a:pt x="77443" y="54576"/>
                  </a:lnTo>
                  <a:lnTo>
                    <a:pt x="77415" y="56864"/>
                  </a:lnTo>
                  <a:lnTo>
                    <a:pt x="77675" y="60763"/>
                  </a:lnTo>
                  <a:lnTo>
                    <a:pt x="78077" y="64651"/>
                  </a:lnTo>
                  <a:lnTo>
                    <a:pt x="78481" y="66069"/>
                  </a:lnTo>
                  <a:lnTo>
                    <a:pt x="81062" y="69500"/>
                  </a:lnTo>
                  <a:lnTo>
                    <a:pt x="81310" y="70784"/>
                  </a:lnTo>
                  <a:lnTo>
                    <a:pt x="81439" y="72229"/>
                  </a:lnTo>
                  <a:lnTo>
                    <a:pt x="81253" y="74210"/>
                  </a:lnTo>
                  <a:lnTo>
                    <a:pt x="80990" y="75309"/>
                  </a:lnTo>
                  <a:lnTo>
                    <a:pt x="80250" y="77029"/>
                  </a:lnTo>
                  <a:lnTo>
                    <a:pt x="79573" y="78359"/>
                  </a:lnTo>
                  <a:lnTo>
                    <a:pt x="79360" y="79804"/>
                  </a:lnTo>
                  <a:lnTo>
                    <a:pt x="79467" y="82506"/>
                  </a:lnTo>
                  <a:lnTo>
                    <a:pt x="79465" y="88621"/>
                  </a:lnTo>
                  <a:lnTo>
                    <a:pt x="79569" y="93913"/>
                  </a:lnTo>
                  <a:lnTo>
                    <a:pt x="80125" y="95835"/>
                  </a:lnTo>
                  <a:lnTo>
                    <a:pt x="80789" y="96810"/>
                  </a:lnTo>
                  <a:lnTo>
                    <a:pt x="81575" y="96627"/>
                  </a:lnTo>
                  <a:lnTo>
                    <a:pt x="82340" y="96272"/>
                  </a:lnTo>
                  <a:lnTo>
                    <a:pt x="82296" y="99439"/>
                  </a:lnTo>
                  <a:lnTo>
                    <a:pt x="82088" y="102990"/>
                  </a:lnTo>
                  <a:lnTo>
                    <a:pt x="82994" y="104081"/>
                  </a:lnTo>
                  <a:lnTo>
                    <a:pt x="83449" y="105161"/>
                  </a:lnTo>
                  <a:lnTo>
                    <a:pt x="83700" y="106171"/>
                  </a:lnTo>
                  <a:lnTo>
                    <a:pt x="82272" y="108055"/>
                  </a:lnTo>
                  <a:lnTo>
                    <a:pt x="81857" y="109158"/>
                  </a:lnTo>
                  <a:lnTo>
                    <a:pt x="81663" y="112123"/>
                  </a:lnTo>
                  <a:lnTo>
                    <a:pt x="81710" y="114860"/>
                  </a:lnTo>
                  <a:lnTo>
                    <a:pt x="83631" y="116816"/>
                  </a:lnTo>
                  <a:lnTo>
                    <a:pt x="84372" y="119109"/>
                  </a:lnTo>
                  <a:lnTo>
                    <a:pt x="84702" y="121488"/>
                  </a:lnTo>
                  <a:lnTo>
                    <a:pt x="84814" y="125984"/>
                  </a:lnTo>
                  <a:lnTo>
                    <a:pt x="84643" y="127011"/>
                  </a:lnTo>
                  <a:lnTo>
                    <a:pt x="84149" y="127021"/>
                  </a:lnTo>
                  <a:lnTo>
                    <a:pt x="83592" y="125641"/>
                  </a:lnTo>
                  <a:lnTo>
                    <a:pt x="83176" y="124290"/>
                  </a:lnTo>
                  <a:lnTo>
                    <a:pt x="82656" y="124294"/>
                  </a:lnTo>
                  <a:lnTo>
                    <a:pt x="81685" y="123993"/>
                  </a:lnTo>
                  <a:lnTo>
                    <a:pt x="80580" y="123474"/>
                  </a:lnTo>
                  <a:lnTo>
                    <a:pt x="79215" y="123611"/>
                  </a:lnTo>
                  <a:lnTo>
                    <a:pt x="78729" y="123830"/>
                  </a:lnTo>
                  <a:lnTo>
                    <a:pt x="78418" y="124645"/>
                  </a:lnTo>
                  <a:lnTo>
                    <a:pt x="78336" y="126056"/>
                  </a:lnTo>
                  <a:lnTo>
                    <a:pt x="78198" y="130613"/>
                  </a:lnTo>
                  <a:lnTo>
                    <a:pt x="78647" y="131618"/>
                  </a:lnTo>
                  <a:lnTo>
                    <a:pt x="79527" y="132748"/>
                  </a:lnTo>
                  <a:lnTo>
                    <a:pt x="80104" y="133230"/>
                  </a:lnTo>
                  <a:lnTo>
                    <a:pt x="80586" y="133094"/>
                  </a:lnTo>
                  <a:lnTo>
                    <a:pt x="80953" y="133827"/>
                  </a:lnTo>
                  <a:lnTo>
                    <a:pt x="81032" y="135789"/>
                  </a:lnTo>
                  <a:lnTo>
                    <a:pt x="80780" y="137231"/>
                  </a:lnTo>
                  <a:lnTo>
                    <a:pt x="80296" y="138570"/>
                  </a:lnTo>
                  <a:lnTo>
                    <a:pt x="79686" y="142018"/>
                  </a:lnTo>
                  <a:lnTo>
                    <a:pt x="79789" y="143309"/>
                  </a:lnTo>
                  <a:lnTo>
                    <a:pt x="79817" y="145179"/>
                  </a:lnTo>
                  <a:lnTo>
                    <a:pt x="78775" y="150218"/>
                  </a:lnTo>
                  <a:lnTo>
                    <a:pt x="78477" y="151208"/>
                  </a:lnTo>
                  <a:lnTo>
                    <a:pt x="77097" y="150208"/>
                  </a:lnTo>
                  <a:lnTo>
                    <a:pt x="76197" y="149874"/>
                  </a:lnTo>
                  <a:lnTo>
                    <a:pt x="75548" y="151156"/>
                  </a:lnTo>
                  <a:lnTo>
                    <a:pt x="75135" y="150356"/>
                  </a:lnTo>
                  <a:lnTo>
                    <a:pt x="74650" y="149188"/>
                  </a:lnTo>
                  <a:lnTo>
                    <a:pt x="74484" y="147652"/>
                  </a:lnTo>
                  <a:lnTo>
                    <a:pt x="74156" y="147331"/>
                  </a:lnTo>
                  <a:lnTo>
                    <a:pt x="73553" y="147318"/>
                  </a:lnTo>
                  <a:lnTo>
                    <a:pt x="72994" y="148189"/>
                  </a:lnTo>
                  <a:lnTo>
                    <a:pt x="72751" y="149773"/>
                  </a:lnTo>
                  <a:lnTo>
                    <a:pt x="72714" y="151597"/>
                  </a:lnTo>
                  <a:lnTo>
                    <a:pt x="72627" y="153011"/>
                  </a:lnTo>
                  <a:lnTo>
                    <a:pt x="72294" y="153865"/>
                  </a:lnTo>
                  <a:lnTo>
                    <a:pt x="71618" y="156077"/>
                  </a:lnTo>
                  <a:lnTo>
                    <a:pt x="71300" y="158120"/>
                  </a:lnTo>
                  <a:lnTo>
                    <a:pt x="70907" y="159896"/>
                  </a:lnTo>
                  <a:lnTo>
                    <a:pt x="70346" y="159794"/>
                  </a:lnTo>
                  <a:lnTo>
                    <a:pt x="70086" y="159544"/>
                  </a:lnTo>
                  <a:lnTo>
                    <a:pt x="69907" y="160009"/>
                  </a:lnTo>
                  <a:lnTo>
                    <a:pt x="69035" y="160996"/>
                  </a:lnTo>
                  <a:lnTo>
                    <a:pt x="68284" y="161278"/>
                  </a:lnTo>
                  <a:lnTo>
                    <a:pt x="68086" y="160254"/>
                  </a:lnTo>
                  <a:lnTo>
                    <a:pt x="67648" y="159432"/>
                  </a:lnTo>
                  <a:lnTo>
                    <a:pt x="67161" y="157810"/>
                  </a:lnTo>
                  <a:lnTo>
                    <a:pt x="66607" y="156497"/>
                  </a:lnTo>
                  <a:lnTo>
                    <a:pt x="65548" y="155582"/>
                  </a:lnTo>
                  <a:lnTo>
                    <a:pt x="65130" y="155989"/>
                  </a:lnTo>
                  <a:lnTo>
                    <a:pt x="64630" y="155885"/>
                  </a:lnTo>
                  <a:lnTo>
                    <a:pt x="64300" y="155370"/>
                  </a:lnTo>
                  <a:lnTo>
                    <a:pt x="64346" y="154582"/>
                  </a:lnTo>
                  <a:lnTo>
                    <a:pt x="64902" y="152590"/>
                  </a:lnTo>
                  <a:lnTo>
                    <a:pt x="65218" y="150760"/>
                  </a:lnTo>
                  <a:lnTo>
                    <a:pt x="65391" y="148760"/>
                  </a:lnTo>
                  <a:lnTo>
                    <a:pt x="65389" y="146862"/>
                  </a:lnTo>
                  <a:lnTo>
                    <a:pt x="65093" y="144178"/>
                  </a:lnTo>
                  <a:lnTo>
                    <a:pt x="64616" y="142048"/>
                  </a:lnTo>
                  <a:lnTo>
                    <a:pt x="64500" y="140813"/>
                  </a:lnTo>
                  <a:lnTo>
                    <a:pt x="64556" y="139057"/>
                  </a:lnTo>
                  <a:lnTo>
                    <a:pt x="64446" y="137423"/>
                  </a:lnTo>
                  <a:lnTo>
                    <a:pt x="64291" y="136570"/>
                  </a:lnTo>
                  <a:lnTo>
                    <a:pt x="64215" y="134948"/>
                  </a:lnTo>
                  <a:lnTo>
                    <a:pt x="64066" y="133471"/>
                  </a:lnTo>
                  <a:lnTo>
                    <a:pt x="63786" y="132901"/>
                  </a:lnTo>
                  <a:lnTo>
                    <a:pt x="63628" y="130426"/>
                  </a:lnTo>
                  <a:lnTo>
                    <a:pt x="63673" y="127883"/>
                  </a:lnTo>
                  <a:lnTo>
                    <a:pt x="63263" y="126922"/>
                  </a:lnTo>
                  <a:lnTo>
                    <a:pt x="62616" y="126221"/>
                  </a:lnTo>
                  <a:lnTo>
                    <a:pt x="62235" y="125225"/>
                  </a:lnTo>
                  <a:lnTo>
                    <a:pt x="62001" y="124117"/>
                  </a:lnTo>
                  <a:lnTo>
                    <a:pt x="61767" y="123795"/>
                  </a:lnTo>
                  <a:lnTo>
                    <a:pt x="61568" y="123862"/>
                  </a:lnTo>
                  <a:lnTo>
                    <a:pt x="61387" y="124550"/>
                  </a:lnTo>
                  <a:lnTo>
                    <a:pt x="61172" y="124696"/>
                  </a:lnTo>
                  <a:lnTo>
                    <a:pt x="60796" y="122314"/>
                  </a:lnTo>
                  <a:lnTo>
                    <a:pt x="60638" y="122221"/>
                  </a:lnTo>
                  <a:lnTo>
                    <a:pt x="60376" y="122768"/>
                  </a:lnTo>
                  <a:lnTo>
                    <a:pt x="57389" y="125407"/>
                  </a:lnTo>
                  <a:lnTo>
                    <a:pt x="57258" y="124381"/>
                  </a:lnTo>
                  <a:lnTo>
                    <a:pt x="57005" y="123162"/>
                  </a:lnTo>
                  <a:lnTo>
                    <a:pt x="56433" y="122752"/>
                  </a:lnTo>
                  <a:lnTo>
                    <a:pt x="55447" y="123665"/>
                  </a:lnTo>
                  <a:lnTo>
                    <a:pt x="54870" y="123774"/>
                  </a:lnTo>
                  <a:lnTo>
                    <a:pt x="53986" y="123468"/>
                  </a:lnTo>
                  <a:lnTo>
                    <a:pt x="53590" y="123898"/>
                  </a:lnTo>
                  <a:lnTo>
                    <a:pt x="52416" y="127410"/>
                  </a:lnTo>
                  <a:lnTo>
                    <a:pt x="51711" y="128782"/>
                  </a:lnTo>
                  <a:lnTo>
                    <a:pt x="51178" y="128669"/>
                  </a:lnTo>
                  <a:lnTo>
                    <a:pt x="50619" y="128350"/>
                  </a:lnTo>
                  <a:lnTo>
                    <a:pt x="50224" y="128604"/>
                  </a:lnTo>
                  <a:lnTo>
                    <a:pt x="49934" y="128203"/>
                  </a:lnTo>
                  <a:lnTo>
                    <a:pt x="50049" y="127347"/>
                  </a:lnTo>
                  <a:lnTo>
                    <a:pt x="50334" y="126273"/>
                  </a:lnTo>
                  <a:lnTo>
                    <a:pt x="50897" y="122449"/>
                  </a:lnTo>
                  <a:lnTo>
                    <a:pt x="52339" y="118598"/>
                  </a:lnTo>
                  <a:lnTo>
                    <a:pt x="52369" y="117793"/>
                  </a:lnTo>
                  <a:lnTo>
                    <a:pt x="51780" y="115541"/>
                  </a:lnTo>
                  <a:lnTo>
                    <a:pt x="51160" y="112473"/>
                  </a:lnTo>
                  <a:lnTo>
                    <a:pt x="51158" y="109187"/>
                  </a:lnTo>
                  <a:lnTo>
                    <a:pt x="51041" y="106812"/>
                  </a:lnTo>
                  <a:lnTo>
                    <a:pt x="49765" y="106147"/>
                  </a:lnTo>
                  <a:lnTo>
                    <a:pt x="49532" y="105746"/>
                  </a:lnTo>
                  <a:lnTo>
                    <a:pt x="49499" y="104945"/>
                  </a:lnTo>
                  <a:lnTo>
                    <a:pt x="49829" y="102814"/>
                  </a:lnTo>
                  <a:lnTo>
                    <a:pt x="50216" y="100844"/>
                  </a:lnTo>
                  <a:lnTo>
                    <a:pt x="50273" y="100010"/>
                  </a:lnTo>
                  <a:lnTo>
                    <a:pt x="50183" y="99274"/>
                  </a:lnTo>
                  <a:lnTo>
                    <a:pt x="49399" y="97174"/>
                  </a:lnTo>
                  <a:lnTo>
                    <a:pt x="48177" y="93300"/>
                  </a:lnTo>
                  <a:lnTo>
                    <a:pt x="47046" y="89010"/>
                  </a:lnTo>
                  <a:lnTo>
                    <a:pt x="46075" y="85325"/>
                  </a:lnTo>
                  <a:lnTo>
                    <a:pt x="45290" y="83646"/>
                  </a:lnTo>
                  <a:lnTo>
                    <a:pt x="44540" y="81218"/>
                  </a:lnTo>
                  <a:lnTo>
                    <a:pt x="44254" y="79669"/>
                  </a:lnTo>
                  <a:lnTo>
                    <a:pt x="43472" y="79114"/>
                  </a:lnTo>
                  <a:lnTo>
                    <a:pt x="41190" y="79146"/>
                  </a:lnTo>
                  <a:lnTo>
                    <a:pt x="38450" y="79183"/>
                  </a:lnTo>
                  <a:lnTo>
                    <a:pt x="36136" y="79218"/>
                  </a:lnTo>
                  <a:lnTo>
                    <a:pt x="36002" y="81294"/>
                  </a:lnTo>
                  <a:lnTo>
                    <a:pt x="33475" y="82694"/>
                  </a:lnTo>
                  <a:lnTo>
                    <a:pt x="31917" y="81086"/>
                  </a:lnTo>
                  <a:lnTo>
                    <a:pt x="30188" y="82021"/>
                  </a:lnTo>
                  <a:lnTo>
                    <a:pt x="29342" y="83085"/>
                  </a:lnTo>
                  <a:lnTo>
                    <a:pt x="29079" y="85299"/>
                  </a:lnTo>
                  <a:lnTo>
                    <a:pt x="28693" y="87729"/>
                  </a:lnTo>
                  <a:lnTo>
                    <a:pt x="28325" y="88729"/>
                  </a:lnTo>
                  <a:lnTo>
                    <a:pt x="28167" y="89820"/>
                  </a:lnTo>
                  <a:lnTo>
                    <a:pt x="27953" y="90812"/>
                  </a:lnTo>
                  <a:lnTo>
                    <a:pt x="27614" y="91956"/>
                  </a:lnTo>
                  <a:lnTo>
                    <a:pt x="27237" y="94253"/>
                  </a:lnTo>
                  <a:lnTo>
                    <a:pt x="26415" y="97521"/>
                  </a:lnTo>
                  <a:lnTo>
                    <a:pt x="25549" y="99629"/>
                  </a:lnTo>
                  <a:lnTo>
                    <a:pt x="24079" y="100779"/>
                  </a:lnTo>
                  <a:lnTo>
                    <a:pt x="23621" y="104219"/>
                  </a:lnTo>
                  <a:lnTo>
                    <a:pt x="23283" y="105500"/>
                  </a:lnTo>
                  <a:lnTo>
                    <a:pt x="22716" y="106503"/>
                  </a:lnTo>
                  <a:lnTo>
                    <a:pt x="22110" y="107155"/>
                  </a:lnTo>
                  <a:lnTo>
                    <a:pt x="21552" y="106761"/>
                  </a:lnTo>
                  <a:lnTo>
                    <a:pt x="20910" y="106489"/>
                  </a:lnTo>
                  <a:lnTo>
                    <a:pt x="20237" y="107106"/>
                  </a:lnTo>
                  <a:lnTo>
                    <a:pt x="20122" y="106245"/>
                  </a:lnTo>
                  <a:lnTo>
                    <a:pt x="20504" y="103521"/>
                  </a:lnTo>
                  <a:lnTo>
                    <a:pt x="20200" y="102104"/>
                  </a:lnTo>
                  <a:lnTo>
                    <a:pt x="19047" y="99273"/>
                  </a:lnTo>
                  <a:lnTo>
                    <a:pt x="18938" y="97904"/>
                  </a:lnTo>
                  <a:lnTo>
                    <a:pt x="18584" y="96141"/>
                  </a:lnTo>
                  <a:lnTo>
                    <a:pt x="17065" y="92503"/>
                  </a:lnTo>
                  <a:lnTo>
                    <a:pt x="15649" y="92728"/>
                  </a:lnTo>
                  <a:lnTo>
                    <a:pt x="16043" y="89675"/>
                  </a:lnTo>
                  <a:lnTo>
                    <a:pt x="16025" y="85620"/>
                  </a:lnTo>
                  <a:lnTo>
                    <a:pt x="15544" y="83406"/>
                  </a:lnTo>
                  <a:lnTo>
                    <a:pt x="15667" y="81145"/>
                  </a:lnTo>
                  <a:lnTo>
                    <a:pt x="15404" y="81288"/>
                  </a:lnTo>
                  <a:lnTo>
                    <a:pt x="14931" y="82845"/>
                  </a:lnTo>
                  <a:lnTo>
                    <a:pt x="14167" y="82344"/>
                  </a:lnTo>
                  <a:lnTo>
                    <a:pt x="12619" y="79936"/>
                  </a:lnTo>
                  <a:lnTo>
                    <a:pt x="11845" y="77597"/>
                  </a:lnTo>
                  <a:lnTo>
                    <a:pt x="11753" y="75609"/>
                  </a:lnTo>
                  <a:lnTo>
                    <a:pt x="11579" y="74837"/>
                  </a:lnTo>
                  <a:lnTo>
                    <a:pt x="11104" y="75251"/>
                  </a:lnTo>
                  <a:lnTo>
                    <a:pt x="10136" y="75211"/>
                  </a:lnTo>
                  <a:lnTo>
                    <a:pt x="7184" y="71673"/>
                  </a:lnTo>
                  <a:lnTo>
                    <a:pt x="5082" y="62764"/>
                  </a:lnTo>
                  <a:lnTo>
                    <a:pt x="5035" y="60755"/>
                  </a:lnTo>
                  <a:lnTo>
                    <a:pt x="5337" y="57295"/>
                  </a:lnTo>
                  <a:lnTo>
                    <a:pt x="5267" y="56356"/>
                  </a:lnTo>
                  <a:lnTo>
                    <a:pt x="4302" y="58653"/>
                  </a:lnTo>
                  <a:lnTo>
                    <a:pt x="4118" y="57115"/>
                  </a:lnTo>
                  <a:lnTo>
                    <a:pt x="3381" y="53538"/>
                  </a:lnTo>
                  <a:lnTo>
                    <a:pt x="3168" y="51482"/>
                  </a:lnTo>
                  <a:lnTo>
                    <a:pt x="2460" y="50569"/>
                  </a:lnTo>
                  <a:lnTo>
                    <a:pt x="1893" y="50406"/>
                  </a:lnTo>
                  <a:lnTo>
                    <a:pt x="1454" y="51090"/>
                  </a:lnTo>
                  <a:lnTo>
                    <a:pt x="877" y="55271"/>
                  </a:lnTo>
                  <a:lnTo>
                    <a:pt x="446" y="55244"/>
                  </a:lnTo>
                  <a:lnTo>
                    <a:pt x="0" y="54351"/>
                  </a:lnTo>
                  <a:lnTo>
                    <a:pt x="94" y="51231"/>
                  </a:lnTo>
                  <a:lnTo>
                    <a:pt x="600" y="49693"/>
                  </a:lnTo>
                  <a:lnTo>
                    <a:pt x="1228" y="47330"/>
                  </a:lnTo>
                  <a:lnTo>
                    <a:pt x="3129" y="37480"/>
                  </a:lnTo>
                  <a:lnTo>
                    <a:pt x="3808" y="35222"/>
                  </a:lnTo>
                  <a:lnTo>
                    <a:pt x="4237" y="34437"/>
                  </a:lnTo>
                  <a:lnTo>
                    <a:pt x="5137" y="34344"/>
                  </a:lnTo>
                  <a:lnTo>
                    <a:pt x="6890" y="33027"/>
                  </a:lnTo>
                  <a:lnTo>
                    <a:pt x="8324" y="30853"/>
                  </a:lnTo>
                  <a:lnTo>
                    <a:pt x="9041" y="29963"/>
                  </a:lnTo>
                  <a:lnTo>
                    <a:pt x="10689" y="30198"/>
                  </a:lnTo>
                  <a:lnTo>
                    <a:pt x="12635" y="29824"/>
                  </a:lnTo>
                  <a:lnTo>
                    <a:pt x="15172" y="27713"/>
                  </a:lnTo>
                  <a:lnTo>
                    <a:pt x="15221" y="24815"/>
                  </a:lnTo>
                  <a:lnTo>
                    <a:pt x="15197" y="21099"/>
                  </a:lnTo>
                  <a:lnTo>
                    <a:pt x="15112" y="19628"/>
                  </a:lnTo>
                  <a:lnTo>
                    <a:pt x="14211" y="18303"/>
                  </a:lnTo>
                  <a:lnTo>
                    <a:pt x="13686" y="17156"/>
                  </a:lnTo>
                  <a:lnTo>
                    <a:pt x="13234" y="15692"/>
                  </a:lnTo>
                  <a:lnTo>
                    <a:pt x="12685" y="14649"/>
                  </a:lnTo>
                  <a:lnTo>
                    <a:pt x="12703" y="13553"/>
                  </a:lnTo>
                  <a:lnTo>
                    <a:pt x="13392" y="12618"/>
                  </a:lnTo>
                  <a:lnTo>
                    <a:pt x="13829" y="12142"/>
                  </a:lnTo>
                  <a:lnTo>
                    <a:pt x="14862" y="12161"/>
                  </a:lnTo>
                  <a:lnTo>
                    <a:pt x="15203" y="11616"/>
                  </a:lnTo>
                  <a:lnTo>
                    <a:pt x="15458" y="10674"/>
                  </a:lnTo>
                  <a:lnTo>
                    <a:pt x="15752" y="8289"/>
                  </a:lnTo>
                  <a:lnTo>
                    <a:pt x="15854" y="5774"/>
                  </a:lnTo>
                  <a:lnTo>
                    <a:pt x="15174" y="2396"/>
                  </a:lnTo>
                  <a:lnTo>
                    <a:pt x="15213" y="0"/>
                  </a:lnTo>
                  <a:lnTo>
                    <a:pt x="18936" y="344"/>
                  </a:lnTo>
                  <a:lnTo>
                    <a:pt x="19318" y="600"/>
                  </a:lnTo>
                  <a:lnTo>
                    <a:pt x="20980" y="1014"/>
                  </a:lnTo>
                  <a:lnTo>
                    <a:pt x="22011" y="1009"/>
                  </a:lnTo>
                  <a:lnTo>
                    <a:pt x="22651" y="1193"/>
                  </a:lnTo>
                  <a:lnTo>
                    <a:pt x="22917" y="1740"/>
                  </a:lnTo>
                  <a:lnTo>
                    <a:pt x="22864" y="2744"/>
                  </a:lnTo>
                  <a:lnTo>
                    <a:pt x="22686" y="4067"/>
                  </a:lnTo>
                  <a:lnTo>
                    <a:pt x="22900" y="5435"/>
                  </a:lnTo>
                  <a:lnTo>
                    <a:pt x="23468" y="5800"/>
                  </a:lnTo>
                  <a:lnTo>
                    <a:pt x="23770" y="5386"/>
                  </a:lnTo>
                  <a:lnTo>
                    <a:pt x="24059" y="4715"/>
                  </a:lnTo>
                  <a:lnTo>
                    <a:pt x="24402" y="4185"/>
                  </a:lnTo>
                  <a:lnTo>
                    <a:pt x="24892" y="4547"/>
                  </a:lnTo>
                  <a:lnTo>
                    <a:pt x="25938" y="6560"/>
                  </a:lnTo>
                  <a:lnTo>
                    <a:pt x="26907" y="7114"/>
                  </a:lnTo>
                  <a:lnTo>
                    <a:pt x="27969" y="8206"/>
                  </a:lnTo>
                  <a:lnTo>
                    <a:pt x="28965" y="8809"/>
                  </a:lnTo>
                  <a:lnTo>
                    <a:pt x="29850" y="8733"/>
                  </a:lnTo>
                  <a:lnTo>
                    <a:pt x="30521" y="9864"/>
                  </a:lnTo>
                  <a:lnTo>
                    <a:pt x="31762" y="10220"/>
                  </a:lnTo>
                  <a:lnTo>
                    <a:pt x="33364" y="8785"/>
                  </a:lnTo>
                  <a:lnTo>
                    <a:pt x="34625" y="8151"/>
                  </a:lnTo>
                  <a:lnTo>
                    <a:pt x="36395" y="7996"/>
                  </a:lnTo>
                  <a:lnTo>
                    <a:pt x="37321" y="8469"/>
                  </a:lnTo>
                  <a:lnTo>
                    <a:pt x="40019" y="7316"/>
                  </a:lnTo>
                  <a:lnTo>
                    <a:pt x="41365" y="7574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0"/>
            <p:cNvSpPr/>
            <p:nvPr/>
          </p:nvSpPr>
          <p:spPr>
            <a:xfrm>
              <a:off x="3005285" y="3225935"/>
              <a:ext cx="34502" cy="22101"/>
            </a:xfrm>
            <a:custGeom>
              <a:avLst/>
              <a:pathLst>
                <a:path w="34502" h="22101">
                  <a:moveTo>
                    <a:pt x="707" y="22101"/>
                  </a:moveTo>
                  <a:lnTo>
                    <a:pt x="638" y="19609"/>
                  </a:lnTo>
                  <a:lnTo>
                    <a:pt x="0" y="13918"/>
                  </a:lnTo>
                  <a:lnTo>
                    <a:pt x="856" y="11427"/>
                  </a:lnTo>
                  <a:lnTo>
                    <a:pt x="1789" y="9961"/>
                  </a:lnTo>
                  <a:lnTo>
                    <a:pt x="2416" y="11134"/>
                  </a:lnTo>
                  <a:lnTo>
                    <a:pt x="2606" y="13452"/>
                  </a:lnTo>
                  <a:lnTo>
                    <a:pt x="3088" y="15037"/>
                  </a:lnTo>
                  <a:lnTo>
                    <a:pt x="4734" y="16026"/>
                  </a:lnTo>
                  <a:lnTo>
                    <a:pt x="6365" y="15315"/>
                  </a:lnTo>
                  <a:lnTo>
                    <a:pt x="7362" y="15643"/>
                  </a:lnTo>
                  <a:lnTo>
                    <a:pt x="7329" y="14358"/>
                  </a:lnTo>
                  <a:lnTo>
                    <a:pt x="7669" y="12649"/>
                  </a:lnTo>
                  <a:lnTo>
                    <a:pt x="9648" y="11916"/>
                  </a:lnTo>
                  <a:lnTo>
                    <a:pt x="11741" y="11427"/>
                  </a:lnTo>
                  <a:lnTo>
                    <a:pt x="13891" y="10401"/>
                  </a:lnTo>
                  <a:lnTo>
                    <a:pt x="15576" y="10444"/>
                  </a:lnTo>
                  <a:lnTo>
                    <a:pt x="16080" y="10157"/>
                  </a:lnTo>
                  <a:lnTo>
                    <a:pt x="15957" y="9718"/>
                  </a:lnTo>
                  <a:lnTo>
                    <a:pt x="14445" y="9226"/>
                  </a:lnTo>
                  <a:lnTo>
                    <a:pt x="11219" y="10405"/>
                  </a:lnTo>
                  <a:lnTo>
                    <a:pt x="7933" y="10751"/>
                  </a:lnTo>
                  <a:lnTo>
                    <a:pt x="5443" y="13851"/>
                  </a:lnTo>
                  <a:lnTo>
                    <a:pt x="4422" y="13561"/>
                  </a:lnTo>
                  <a:lnTo>
                    <a:pt x="3391" y="10464"/>
                  </a:lnTo>
                  <a:lnTo>
                    <a:pt x="3020" y="6642"/>
                  </a:lnTo>
                  <a:lnTo>
                    <a:pt x="5938" y="6359"/>
                  </a:lnTo>
                  <a:lnTo>
                    <a:pt x="9473" y="6481"/>
                  </a:lnTo>
                  <a:lnTo>
                    <a:pt x="13321" y="6613"/>
                  </a:lnTo>
                  <a:lnTo>
                    <a:pt x="15134" y="6674"/>
                  </a:lnTo>
                  <a:lnTo>
                    <a:pt x="16087" y="2514"/>
                  </a:lnTo>
                  <a:lnTo>
                    <a:pt x="17898" y="679"/>
                  </a:lnTo>
                  <a:lnTo>
                    <a:pt x="19753" y="0"/>
                  </a:lnTo>
                  <a:lnTo>
                    <a:pt x="20718" y="180"/>
                  </a:lnTo>
                  <a:lnTo>
                    <a:pt x="21738" y="794"/>
                  </a:lnTo>
                  <a:lnTo>
                    <a:pt x="23692" y="4226"/>
                  </a:lnTo>
                  <a:lnTo>
                    <a:pt x="24910" y="5008"/>
                  </a:lnTo>
                  <a:lnTo>
                    <a:pt x="25938" y="5790"/>
                  </a:lnTo>
                  <a:lnTo>
                    <a:pt x="26673" y="7457"/>
                  </a:lnTo>
                  <a:lnTo>
                    <a:pt x="27841" y="9112"/>
                  </a:lnTo>
                  <a:lnTo>
                    <a:pt x="28761" y="9560"/>
                  </a:lnTo>
                  <a:lnTo>
                    <a:pt x="29308" y="9306"/>
                  </a:lnTo>
                  <a:lnTo>
                    <a:pt x="30217" y="8668"/>
                  </a:lnTo>
                  <a:lnTo>
                    <a:pt x="30816" y="8154"/>
                  </a:lnTo>
                  <a:lnTo>
                    <a:pt x="32768" y="7938"/>
                  </a:lnTo>
                  <a:lnTo>
                    <a:pt x="34201" y="9855"/>
                  </a:lnTo>
                  <a:lnTo>
                    <a:pt x="34502" y="11946"/>
                  </a:lnTo>
                  <a:lnTo>
                    <a:pt x="34262" y="14089"/>
                  </a:lnTo>
                  <a:lnTo>
                    <a:pt x="32336" y="15239"/>
                  </a:lnTo>
                  <a:lnTo>
                    <a:pt x="29668" y="17028"/>
                  </a:lnTo>
                  <a:lnTo>
                    <a:pt x="27460" y="16051"/>
                  </a:lnTo>
                  <a:lnTo>
                    <a:pt x="24775" y="13604"/>
                  </a:lnTo>
                  <a:lnTo>
                    <a:pt x="23206" y="11848"/>
                  </a:lnTo>
                  <a:lnTo>
                    <a:pt x="22553" y="11147"/>
                  </a:lnTo>
                  <a:lnTo>
                    <a:pt x="21571" y="10031"/>
                  </a:lnTo>
                  <a:lnTo>
                    <a:pt x="20716" y="8828"/>
                  </a:lnTo>
                  <a:lnTo>
                    <a:pt x="19890" y="8050"/>
                  </a:lnTo>
                  <a:lnTo>
                    <a:pt x="19260" y="7553"/>
                  </a:lnTo>
                  <a:lnTo>
                    <a:pt x="18794" y="8180"/>
                  </a:lnTo>
                  <a:lnTo>
                    <a:pt x="18559" y="9664"/>
                  </a:lnTo>
                  <a:lnTo>
                    <a:pt x="18185" y="11317"/>
                  </a:lnTo>
                  <a:lnTo>
                    <a:pt x="17706" y="12295"/>
                  </a:lnTo>
                  <a:lnTo>
                    <a:pt x="15454" y="12875"/>
                  </a:lnTo>
                  <a:lnTo>
                    <a:pt x="13435" y="13483"/>
                  </a:lnTo>
                  <a:lnTo>
                    <a:pt x="12350" y="13998"/>
                  </a:lnTo>
                  <a:lnTo>
                    <a:pt x="11627" y="14389"/>
                  </a:lnTo>
                  <a:lnTo>
                    <a:pt x="11399" y="19374"/>
                  </a:lnTo>
                  <a:lnTo>
                    <a:pt x="9111" y="19317"/>
                  </a:lnTo>
                  <a:lnTo>
                    <a:pt x="6864" y="19260"/>
                  </a:lnTo>
                  <a:lnTo>
                    <a:pt x="4533" y="19348"/>
                  </a:lnTo>
                  <a:lnTo>
                    <a:pt x="2025" y="19442"/>
                  </a:lnTo>
                  <a:lnTo>
                    <a:pt x="1384" y="20459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1"/>
            <p:cNvSpPr/>
            <p:nvPr/>
          </p:nvSpPr>
          <p:spPr>
            <a:xfrm>
              <a:off x="3015191" y="3303334"/>
              <a:ext cx="783" cy="4078"/>
            </a:xfrm>
            <a:custGeom>
              <a:avLst/>
              <a:pathLst>
                <a:path w="783" h="4078">
                  <a:moveTo>
                    <a:pt x="783" y="3259"/>
                  </a:moveTo>
                  <a:lnTo>
                    <a:pt x="676" y="4078"/>
                  </a:lnTo>
                  <a:lnTo>
                    <a:pt x="0" y="3953"/>
                  </a:lnTo>
                  <a:lnTo>
                    <a:pt x="153" y="3122"/>
                  </a:lnTo>
                  <a:lnTo>
                    <a:pt x="5" y="2879"/>
                  </a:lnTo>
                  <a:lnTo>
                    <a:pt x="201" y="385"/>
                  </a:lnTo>
                  <a:lnTo>
                    <a:pt x="302" y="0"/>
                  </a:lnTo>
                  <a:lnTo>
                    <a:pt x="631" y="929"/>
                  </a:lnTo>
                  <a:lnTo>
                    <a:pt x="675" y="1312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2"/>
            <p:cNvSpPr/>
            <p:nvPr/>
          </p:nvSpPr>
          <p:spPr>
            <a:xfrm>
              <a:off x="3012056" y="3303157"/>
              <a:ext cx="2113" cy="4556"/>
            </a:xfrm>
            <a:custGeom>
              <a:avLst/>
              <a:pathLst>
                <a:path w="2113" h="4556">
                  <a:moveTo>
                    <a:pt x="1403" y="4117"/>
                  </a:moveTo>
                  <a:lnTo>
                    <a:pt x="482" y="4556"/>
                  </a:lnTo>
                  <a:lnTo>
                    <a:pt x="62" y="3089"/>
                  </a:lnTo>
                  <a:lnTo>
                    <a:pt x="0" y="2522"/>
                  </a:lnTo>
                  <a:lnTo>
                    <a:pt x="480" y="2028"/>
                  </a:lnTo>
                  <a:lnTo>
                    <a:pt x="696" y="2008"/>
                  </a:lnTo>
                  <a:lnTo>
                    <a:pt x="1063" y="943"/>
                  </a:lnTo>
                  <a:lnTo>
                    <a:pt x="1514" y="229"/>
                  </a:lnTo>
                  <a:lnTo>
                    <a:pt x="1714" y="0"/>
                  </a:lnTo>
                  <a:lnTo>
                    <a:pt x="1945" y="46"/>
                  </a:lnTo>
                  <a:lnTo>
                    <a:pt x="2113" y="2400"/>
                  </a:lnTo>
                  <a:lnTo>
                    <a:pt x="1889" y="3389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3"/>
            <p:cNvSpPr/>
            <p:nvPr/>
          </p:nvSpPr>
          <p:spPr>
            <a:xfrm>
              <a:off x="3017311" y="3300114"/>
              <a:ext cx="1397" cy="3760"/>
            </a:xfrm>
            <a:custGeom>
              <a:avLst/>
              <a:pathLst>
                <a:path w="1397" h="3760">
                  <a:moveTo>
                    <a:pt x="628" y="2549"/>
                  </a:moveTo>
                  <a:lnTo>
                    <a:pt x="628" y="3760"/>
                  </a:lnTo>
                  <a:lnTo>
                    <a:pt x="141" y="3530"/>
                  </a:lnTo>
                  <a:lnTo>
                    <a:pt x="0" y="3168"/>
                  </a:lnTo>
                  <a:lnTo>
                    <a:pt x="288" y="976"/>
                  </a:lnTo>
                  <a:lnTo>
                    <a:pt x="717" y="0"/>
                  </a:lnTo>
                  <a:lnTo>
                    <a:pt x="1241" y="155"/>
                  </a:lnTo>
                  <a:lnTo>
                    <a:pt x="1397" y="451"/>
                  </a:lnTo>
                  <a:lnTo>
                    <a:pt x="1295" y="1297"/>
                  </a:lnTo>
                  <a:lnTo>
                    <a:pt x="1066" y="1992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4"/>
            <p:cNvSpPr/>
            <p:nvPr/>
          </p:nvSpPr>
          <p:spPr>
            <a:xfrm>
              <a:off x="3014510" y="3291352"/>
              <a:ext cx="1396" cy="4842"/>
            </a:xfrm>
            <a:custGeom>
              <a:avLst/>
              <a:pathLst>
                <a:path w="1396" h="4842">
                  <a:moveTo>
                    <a:pt x="1396" y="3914"/>
                  </a:moveTo>
                  <a:lnTo>
                    <a:pt x="856" y="4842"/>
                  </a:lnTo>
                  <a:lnTo>
                    <a:pt x="298" y="4406"/>
                  </a:lnTo>
                  <a:lnTo>
                    <a:pt x="0" y="3579"/>
                  </a:lnTo>
                  <a:lnTo>
                    <a:pt x="44" y="2097"/>
                  </a:lnTo>
                  <a:lnTo>
                    <a:pt x="674" y="0"/>
                  </a:lnTo>
                  <a:lnTo>
                    <a:pt x="1241" y="271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5"/>
            <p:cNvSpPr/>
            <p:nvPr/>
          </p:nvSpPr>
          <p:spPr>
            <a:xfrm>
              <a:off x="3019154" y="3290346"/>
              <a:ext cx="1578" cy="3503"/>
            </a:xfrm>
            <a:custGeom>
              <a:avLst/>
              <a:pathLst>
                <a:path w="1578" h="3503">
                  <a:moveTo>
                    <a:pt x="761" y="2816"/>
                  </a:moveTo>
                  <a:lnTo>
                    <a:pt x="654" y="3503"/>
                  </a:lnTo>
                  <a:lnTo>
                    <a:pt x="0" y="2920"/>
                  </a:lnTo>
                  <a:lnTo>
                    <a:pt x="955" y="434"/>
                  </a:lnTo>
                  <a:lnTo>
                    <a:pt x="1578" y="0"/>
                  </a:lnTo>
                  <a:lnTo>
                    <a:pt x="1555" y="1914"/>
                  </a:lnTo>
                  <a:lnTo>
                    <a:pt x="1074" y="2318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6"/>
            <p:cNvSpPr/>
            <p:nvPr/>
          </p:nvSpPr>
          <p:spPr>
            <a:xfrm>
              <a:off x="3013022" y="3282830"/>
              <a:ext cx="1910" cy="3751"/>
            </a:xfrm>
            <a:custGeom>
              <a:avLst/>
              <a:pathLst>
                <a:path w="1910" h="3751">
                  <a:moveTo>
                    <a:pt x="1910" y="137"/>
                  </a:moveTo>
                  <a:lnTo>
                    <a:pt x="1313" y="3751"/>
                  </a:lnTo>
                  <a:lnTo>
                    <a:pt x="575" y="3353"/>
                  </a:lnTo>
                  <a:lnTo>
                    <a:pt x="58" y="1201"/>
                  </a:lnTo>
                  <a:lnTo>
                    <a:pt x="0" y="291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7"/>
            <p:cNvSpPr/>
            <p:nvPr/>
          </p:nvSpPr>
          <p:spPr>
            <a:xfrm>
              <a:off x="3006585" y="3259390"/>
              <a:ext cx="34964" cy="51409"/>
            </a:xfrm>
            <a:custGeom>
              <a:avLst/>
              <a:pathLst>
                <a:path w="34964" h="51409">
                  <a:moveTo>
                    <a:pt x="19204" y="51409"/>
                  </a:moveTo>
                  <a:lnTo>
                    <a:pt x="18620" y="49314"/>
                  </a:lnTo>
                  <a:lnTo>
                    <a:pt x="19071" y="45446"/>
                  </a:lnTo>
                  <a:lnTo>
                    <a:pt x="18585" y="45502"/>
                  </a:lnTo>
                  <a:lnTo>
                    <a:pt x="17616" y="48628"/>
                  </a:lnTo>
                  <a:lnTo>
                    <a:pt x="17143" y="48727"/>
                  </a:lnTo>
                  <a:lnTo>
                    <a:pt x="17205" y="45023"/>
                  </a:lnTo>
                  <a:lnTo>
                    <a:pt x="16668" y="44886"/>
                  </a:lnTo>
                  <a:lnTo>
                    <a:pt x="16046" y="45148"/>
                  </a:lnTo>
                  <a:lnTo>
                    <a:pt x="15175" y="43221"/>
                  </a:lnTo>
                  <a:lnTo>
                    <a:pt x="15089" y="41774"/>
                  </a:lnTo>
                  <a:lnTo>
                    <a:pt x="15159" y="39757"/>
                  </a:lnTo>
                  <a:lnTo>
                    <a:pt x="15689" y="38468"/>
                  </a:lnTo>
                  <a:lnTo>
                    <a:pt x="15617" y="37928"/>
                  </a:lnTo>
                  <a:lnTo>
                    <a:pt x="15106" y="37777"/>
                  </a:lnTo>
                  <a:lnTo>
                    <a:pt x="14532" y="38123"/>
                  </a:lnTo>
                  <a:lnTo>
                    <a:pt x="14181" y="37516"/>
                  </a:lnTo>
                  <a:lnTo>
                    <a:pt x="14761" y="34899"/>
                  </a:lnTo>
                  <a:lnTo>
                    <a:pt x="16792" y="32700"/>
                  </a:lnTo>
                  <a:lnTo>
                    <a:pt x="17815" y="32473"/>
                  </a:lnTo>
                  <a:lnTo>
                    <a:pt x="18863" y="31975"/>
                  </a:lnTo>
                  <a:lnTo>
                    <a:pt x="18290" y="30091"/>
                  </a:lnTo>
                  <a:lnTo>
                    <a:pt x="17048" y="29347"/>
                  </a:lnTo>
                  <a:lnTo>
                    <a:pt x="16055" y="29866"/>
                  </a:lnTo>
                  <a:lnTo>
                    <a:pt x="15560" y="31234"/>
                  </a:lnTo>
                  <a:lnTo>
                    <a:pt x="14947" y="31460"/>
                  </a:lnTo>
                  <a:lnTo>
                    <a:pt x="13923" y="28253"/>
                  </a:lnTo>
                  <a:lnTo>
                    <a:pt x="13942" y="26640"/>
                  </a:lnTo>
                  <a:lnTo>
                    <a:pt x="14323" y="24735"/>
                  </a:lnTo>
                  <a:lnTo>
                    <a:pt x="14915" y="23880"/>
                  </a:lnTo>
                  <a:lnTo>
                    <a:pt x="17273" y="23904"/>
                  </a:lnTo>
                  <a:lnTo>
                    <a:pt x="18167" y="22829"/>
                  </a:lnTo>
                  <a:lnTo>
                    <a:pt x="18529" y="22633"/>
                  </a:lnTo>
                  <a:lnTo>
                    <a:pt x="18871" y="21656"/>
                  </a:lnTo>
                  <a:lnTo>
                    <a:pt x="18798" y="21007"/>
                  </a:lnTo>
                  <a:lnTo>
                    <a:pt x="18416" y="20970"/>
                  </a:lnTo>
                  <a:lnTo>
                    <a:pt x="17535" y="22239"/>
                  </a:lnTo>
                  <a:lnTo>
                    <a:pt x="14696" y="21759"/>
                  </a:lnTo>
                  <a:lnTo>
                    <a:pt x="13790" y="22526"/>
                  </a:lnTo>
                  <a:lnTo>
                    <a:pt x="12211" y="25458"/>
                  </a:lnTo>
                  <a:lnTo>
                    <a:pt x="10270" y="27080"/>
                  </a:lnTo>
                  <a:lnTo>
                    <a:pt x="8861" y="26396"/>
                  </a:lnTo>
                  <a:lnTo>
                    <a:pt x="9310" y="22464"/>
                  </a:lnTo>
                  <a:lnTo>
                    <a:pt x="9109" y="21929"/>
                  </a:lnTo>
                  <a:lnTo>
                    <a:pt x="8665" y="21284"/>
                  </a:lnTo>
                  <a:lnTo>
                    <a:pt x="6598" y="22535"/>
                  </a:lnTo>
                  <a:lnTo>
                    <a:pt x="5034" y="20737"/>
                  </a:lnTo>
                  <a:lnTo>
                    <a:pt x="4416" y="18566"/>
                  </a:lnTo>
                  <a:lnTo>
                    <a:pt x="4522" y="15843"/>
                  </a:lnTo>
                  <a:lnTo>
                    <a:pt x="5260" y="14002"/>
                  </a:lnTo>
                  <a:lnTo>
                    <a:pt x="5376" y="13084"/>
                  </a:lnTo>
                  <a:lnTo>
                    <a:pt x="4597" y="12910"/>
                  </a:lnTo>
                  <a:lnTo>
                    <a:pt x="3164" y="14058"/>
                  </a:lnTo>
                  <a:lnTo>
                    <a:pt x="0" y="9606"/>
                  </a:lnTo>
                  <a:lnTo>
                    <a:pt x="631" y="9324"/>
                  </a:lnTo>
                  <a:lnTo>
                    <a:pt x="2192" y="9789"/>
                  </a:lnTo>
                  <a:lnTo>
                    <a:pt x="3400" y="9226"/>
                  </a:lnTo>
                  <a:lnTo>
                    <a:pt x="4252" y="8286"/>
                  </a:lnTo>
                  <a:lnTo>
                    <a:pt x="5412" y="6991"/>
                  </a:lnTo>
                  <a:lnTo>
                    <a:pt x="6532" y="6574"/>
                  </a:lnTo>
                  <a:lnTo>
                    <a:pt x="10038" y="7152"/>
                  </a:lnTo>
                  <a:lnTo>
                    <a:pt x="13084" y="5601"/>
                  </a:lnTo>
                  <a:lnTo>
                    <a:pt x="15350" y="2687"/>
                  </a:lnTo>
                  <a:lnTo>
                    <a:pt x="17443" y="0"/>
                  </a:lnTo>
                  <a:lnTo>
                    <a:pt x="20153" y="28"/>
                  </a:lnTo>
                  <a:lnTo>
                    <a:pt x="23058" y="57"/>
                  </a:lnTo>
                  <a:lnTo>
                    <a:pt x="27188" y="103"/>
                  </a:lnTo>
                  <a:lnTo>
                    <a:pt x="30461" y="137"/>
                  </a:lnTo>
                  <a:lnTo>
                    <a:pt x="34323" y="177"/>
                  </a:lnTo>
                  <a:lnTo>
                    <a:pt x="34284" y="2574"/>
                  </a:lnTo>
                  <a:lnTo>
                    <a:pt x="34964" y="5951"/>
                  </a:lnTo>
                  <a:lnTo>
                    <a:pt x="34863" y="8466"/>
                  </a:lnTo>
                  <a:lnTo>
                    <a:pt x="34569" y="10851"/>
                  </a:lnTo>
                  <a:lnTo>
                    <a:pt x="34314" y="11793"/>
                  </a:lnTo>
                  <a:lnTo>
                    <a:pt x="33972" y="12339"/>
                  </a:lnTo>
                  <a:lnTo>
                    <a:pt x="32940" y="12320"/>
                  </a:lnTo>
                  <a:lnTo>
                    <a:pt x="32502" y="12796"/>
                  </a:lnTo>
                  <a:lnTo>
                    <a:pt x="31814" y="13731"/>
                  </a:lnTo>
                  <a:lnTo>
                    <a:pt x="31796" y="14826"/>
                  </a:lnTo>
                  <a:lnTo>
                    <a:pt x="32345" y="15869"/>
                  </a:lnTo>
                  <a:lnTo>
                    <a:pt x="32796" y="17334"/>
                  </a:lnTo>
                  <a:lnTo>
                    <a:pt x="33321" y="18481"/>
                  </a:lnTo>
                  <a:lnTo>
                    <a:pt x="34223" y="19805"/>
                  </a:lnTo>
                  <a:lnTo>
                    <a:pt x="34307" y="21277"/>
                  </a:lnTo>
                  <a:lnTo>
                    <a:pt x="34331" y="24992"/>
                  </a:lnTo>
                  <a:lnTo>
                    <a:pt x="34283" y="27891"/>
                  </a:lnTo>
                  <a:lnTo>
                    <a:pt x="31746" y="30002"/>
                  </a:lnTo>
                  <a:lnTo>
                    <a:pt x="29800" y="30375"/>
                  </a:lnTo>
                  <a:lnTo>
                    <a:pt x="28151" y="30140"/>
                  </a:lnTo>
                  <a:lnTo>
                    <a:pt x="27435" y="31030"/>
                  </a:lnTo>
                  <a:lnTo>
                    <a:pt x="26001" y="33205"/>
                  </a:lnTo>
                  <a:lnTo>
                    <a:pt x="24247" y="34522"/>
                  </a:lnTo>
                  <a:lnTo>
                    <a:pt x="23348" y="34614"/>
                  </a:lnTo>
                  <a:lnTo>
                    <a:pt x="22918" y="35399"/>
                  </a:lnTo>
                  <a:lnTo>
                    <a:pt x="22239" y="37657"/>
                  </a:lnTo>
                  <a:lnTo>
                    <a:pt x="20339" y="47507"/>
                  </a:lnTo>
                  <a:lnTo>
                    <a:pt x="19710" y="49871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8"/>
            <p:cNvSpPr/>
            <p:nvPr/>
          </p:nvSpPr>
          <p:spPr>
            <a:xfrm>
              <a:off x="3306920" y="3565976"/>
              <a:ext cx="22433" cy="39723"/>
            </a:xfrm>
            <a:custGeom>
              <a:avLst/>
              <a:pathLst>
                <a:path w="22433" h="39723">
                  <a:moveTo>
                    <a:pt x="2357" y="37600"/>
                  </a:moveTo>
                  <a:lnTo>
                    <a:pt x="2456" y="36936"/>
                  </a:lnTo>
                  <a:lnTo>
                    <a:pt x="1426" y="35152"/>
                  </a:lnTo>
                  <a:lnTo>
                    <a:pt x="683" y="34979"/>
                  </a:lnTo>
                  <a:lnTo>
                    <a:pt x="0" y="34430"/>
                  </a:lnTo>
                  <a:lnTo>
                    <a:pt x="554" y="29787"/>
                  </a:lnTo>
                  <a:lnTo>
                    <a:pt x="1246" y="25682"/>
                  </a:lnTo>
                  <a:lnTo>
                    <a:pt x="2282" y="22581"/>
                  </a:lnTo>
                  <a:lnTo>
                    <a:pt x="2833" y="21834"/>
                  </a:lnTo>
                  <a:lnTo>
                    <a:pt x="3011" y="20296"/>
                  </a:lnTo>
                  <a:lnTo>
                    <a:pt x="3831" y="15240"/>
                  </a:lnTo>
                  <a:lnTo>
                    <a:pt x="4845" y="11138"/>
                  </a:lnTo>
                  <a:lnTo>
                    <a:pt x="4531" y="6980"/>
                  </a:lnTo>
                  <a:lnTo>
                    <a:pt x="4774" y="0"/>
                  </a:lnTo>
                  <a:lnTo>
                    <a:pt x="5066" y="196"/>
                  </a:lnTo>
                  <a:lnTo>
                    <a:pt x="5114" y="855"/>
                  </a:lnTo>
                  <a:lnTo>
                    <a:pt x="5189" y="1833"/>
                  </a:lnTo>
                  <a:lnTo>
                    <a:pt x="5571" y="2693"/>
                  </a:lnTo>
                  <a:lnTo>
                    <a:pt x="6835" y="4038"/>
                  </a:lnTo>
                  <a:lnTo>
                    <a:pt x="10600" y="4039"/>
                  </a:lnTo>
                  <a:lnTo>
                    <a:pt x="12846" y="4042"/>
                  </a:lnTo>
                  <a:lnTo>
                    <a:pt x="16168" y="4044"/>
                  </a:lnTo>
                  <a:lnTo>
                    <a:pt x="19686" y="4047"/>
                  </a:lnTo>
                  <a:lnTo>
                    <a:pt x="22357" y="4048"/>
                  </a:lnTo>
                  <a:lnTo>
                    <a:pt x="22373" y="10890"/>
                  </a:lnTo>
                  <a:lnTo>
                    <a:pt x="22385" y="16673"/>
                  </a:lnTo>
                  <a:lnTo>
                    <a:pt x="22399" y="22932"/>
                  </a:lnTo>
                  <a:lnTo>
                    <a:pt x="22413" y="29455"/>
                  </a:lnTo>
                  <a:lnTo>
                    <a:pt x="22426" y="34976"/>
                  </a:lnTo>
                  <a:lnTo>
                    <a:pt x="22433" y="38553"/>
                  </a:lnTo>
                  <a:lnTo>
                    <a:pt x="20078" y="38533"/>
                  </a:lnTo>
                  <a:lnTo>
                    <a:pt x="16950" y="38507"/>
                  </a:lnTo>
                  <a:lnTo>
                    <a:pt x="13824" y="38481"/>
                  </a:lnTo>
                  <a:lnTo>
                    <a:pt x="10696" y="38454"/>
                  </a:lnTo>
                  <a:lnTo>
                    <a:pt x="9125" y="38439"/>
                  </a:lnTo>
                  <a:lnTo>
                    <a:pt x="7394" y="38426"/>
                  </a:lnTo>
                  <a:lnTo>
                    <a:pt x="6834" y="38612"/>
                  </a:lnTo>
                  <a:lnTo>
                    <a:pt x="6453" y="39516"/>
                  </a:lnTo>
                  <a:lnTo>
                    <a:pt x="5993" y="39723"/>
                  </a:lnTo>
                  <a:lnTo>
                    <a:pt x="5459" y="38951"/>
                  </a:lnTo>
                  <a:lnTo>
                    <a:pt x="4809" y="38582"/>
                  </a:lnTo>
                  <a:lnTo>
                    <a:pt x="4634" y="37786"/>
                  </a:lnTo>
                  <a:lnTo>
                    <a:pt x="4311" y="36337"/>
                  </a:lnTo>
                  <a:lnTo>
                    <a:pt x="3667" y="36181"/>
                  </a:lnTo>
                  <a:lnTo>
                    <a:pt x="3343" y="36337"/>
                  </a:lnTo>
                  <a:lnTo>
                    <a:pt x="2879" y="3716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09"/>
            <p:cNvSpPr/>
            <p:nvPr/>
          </p:nvSpPr>
          <p:spPr>
            <a:xfrm>
              <a:off x="3295968" y="3523016"/>
              <a:ext cx="5942" cy="15992"/>
            </a:xfrm>
            <a:custGeom>
              <a:avLst/>
              <a:pathLst>
                <a:path w="5942" h="15992">
                  <a:moveTo>
                    <a:pt x="3469" y="0"/>
                  </a:moveTo>
                  <a:lnTo>
                    <a:pt x="3753" y="116"/>
                  </a:lnTo>
                  <a:lnTo>
                    <a:pt x="5475" y="2"/>
                  </a:lnTo>
                  <a:lnTo>
                    <a:pt x="5942" y="1565"/>
                  </a:lnTo>
                  <a:lnTo>
                    <a:pt x="5890" y="3863"/>
                  </a:lnTo>
                  <a:lnTo>
                    <a:pt x="4118" y="10575"/>
                  </a:lnTo>
                  <a:lnTo>
                    <a:pt x="3788" y="13405"/>
                  </a:lnTo>
                  <a:lnTo>
                    <a:pt x="3104" y="15798"/>
                  </a:lnTo>
                  <a:lnTo>
                    <a:pt x="2509" y="15992"/>
                  </a:lnTo>
                  <a:lnTo>
                    <a:pt x="467" y="14586"/>
                  </a:lnTo>
                  <a:lnTo>
                    <a:pt x="122" y="13734"/>
                  </a:lnTo>
                  <a:lnTo>
                    <a:pt x="0" y="12584"/>
                  </a:lnTo>
                  <a:lnTo>
                    <a:pt x="201" y="9910"/>
                  </a:lnTo>
                  <a:lnTo>
                    <a:pt x="349" y="9092"/>
                  </a:lnTo>
                  <a:lnTo>
                    <a:pt x="1329" y="8589"/>
                  </a:lnTo>
                  <a:lnTo>
                    <a:pt x="1645" y="8153"/>
                  </a:lnTo>
                  <a:lnTo>
                    <a:pt x="2169" y="5269"/>
                  </a:lnTo>
                  <a:lnTo>
                    <a:pt x="2340" y="2643"/>
                  </a:lnTo>
                  <a:lnTo>
                    <a:pt x="2780" y="660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0"/>
            <p:cNvSpPr/>
            <p:nvPr/>
          </p:nvSpPr>
          <p:spPr>
            <a:xfrm>
              <a:off x="3469892" y="2580483"/>
              <a:ext cx="31907" cy="21306"/>
            </a:xfrm>
            <a:custGeom>
              <a:avLst/>
              <a:pathLst>
                <a:path w="31907" h="21306">
                  <a:moveTo>
                    <a:pt x="3506" y="3547"/>
                  </a:moveTo>
                  <a:lnTo>
                    <a:pt x="4293" y="3762"/>
                  </a:lnTo>
                  <a:lnTo>
                    <a:pt x="5359" y="3725"/>
                  </a:lnTo>
                  <a:lnTo>
                    <a:pt x="5602" y="3549"/>
                  </a:lnTo>
                  <a:lnTo>
                    <a:pt x="6281" y="1822"/>
                  </a:lnTo>
                  <a:lnTo>
                    <a:pt x="7117" y="1781"/>
                  </a:lnTo>
                  <a:lnTo>
                    <a:pt x="7482" y="3488"/>
                  </a:lnTo>
                  <a:lnTo>
                    <a:pt x="6634" y="4275"/>
                  </a:lnTo>
                  <a:lnTo>
                    <a:pt x="6460" y="4719"/>
                  </a:lnTo>
                  <a:lnTo>
                    <a:pt x="6623" y="5078"/>
                  </a:lnTo>
                  <a:lnTo>
                    <a:pt x="7261" y="5791"/>
                  </a:lnTo>
                  <a:lnTo>
                    <a:pt x="8145" y="5523"/>
                  </a:lnTo>
                  <a:lnTo>
                    <a:pt x="8172" y="6866"/>
                  </a:lnTo>
                  <a:lnTo>
                    <a:pt x="8370" y="7964"/>
                  </a:lnTo>
                  <a:lnTo>
                    <a:pt x="8807" y="8619"/>
                  </a:lnTo>
                  <a:lnTo>
                    <a:pt x="9280" y="8747"/>
                  </a:lnTo>
                  <a:lnTo>
                    <a:pt x="10326" y="8554"/>
                  </a:lnTo>
                  <a:lnTo>
                    <a:pt x="11358" y="8118"/>
                  </a:lnTo>
                  <a:lnTo>
                    <a:pt x="12421" y="7257"/>
                  </a:lnTo>
                  <a:lnTo>
                    <a:pt x="13507" y="6817"/>
                  </a:lnTo>
                  <a:lnTo>
                    <a:pt x="16750" y="7258"/>
                  </a:lnTo>
                  <a:lnTo>
                    <a:pt x="17915" y="9118"/>
                  </a:lnTo>
                  <a:lnTo>
                    <a:pt x="20130" y="9342"/>
                  </a:lnTo>
                  <a:lnTo>
                    <a:pt x="22188" y="10321"/>
                  </a:lnTo>
                  <a:lnTo>
                    <a:pt x="23270" y="9675"/>
                  </a:lnTo>
                  <a:lnTo>
                    <a:pt x="25117" y="9069"/>
                  </a:lnTo>
                  <a:lnTo>
                    <a:pt x="25413" y="9726"/>
                  </a:lnTo>
                  <a:lnTo>
                    <a:pt x="25175" y="13931"/>
                  </a:lnTo>
                  <a:lnTo>
                    <a:pt x="25288" y="15152"/>
                  </a:lnTo>
                  <a:lnTo>
                    <a:pt x="25821" y="15739"/>
                  </a:lnTo>
                  <a:lnTo>
                    <a:pt x="26348" y="15452"/>
                  </a:lnTo>
                  <a:lnTo>
                    <a:pt x="26995" y="14074"/>
                  </a:lnTo>
                  <a:lnTo>
                    <a:pt x="28545" y="13008"/>
                  </a:lnTo>
                  <a:lnTo>
                    <a:pt x="30154" y="13014"/>
                  </a:lnTo>
                  <a:lnTo>
                    <a:pt x="31508" y="10216"/>
                  </a:lnTo>
                  <a:lnTo>
                    <a:pt x="31907" y="10057"/>
                  </a:lnTo>
                  <a:lnTo>
                    <a:pt x="31659" y="11432"/>
                  </a:lnTo>
                  <a:lnTo>
                    <a:pt x="31455" y="14664"/>
                  </a:lnTo>
                  <a:lnTo>
                    <a:pt x="31163" y="16557"/>
                  </a:lnTo>
                  <a:lnTo>
                    <a:pt x="31034" y="18049"/>
                  </a:lnTo>
                  <a:lnTo>
                    <a:pt x="30128" y="18820"/>
                  </a:lnTo>
                  <a:lnTo>
                    <a:pt x="28760" y="18951"/>
                  </a:lnTo>
                  <a:lnTo>
                    <a:pt x="26262" y="18625"/>
                  </a:lnTo>
                  <a:lnTo>
                    <a:pt x="23745" y="19153"/>
                  </a:lnTo>
                  <a:lnTo>
                    <a:pt x="19082" y="20573"/>
                  </a:lnTo>
                  <a:lnTo>
                    <a:pt x="14410" y="21306"/>
                  </a:lnTo>
                  <a:lnTo>
                    <a:pt x="13782" y="20828"/>
                  </a:lnTo>
                  <a:lnTo>
                    <a:pt x="13768" y="18945"/>
                  </a:lnTo>
                  <a:lnTo>
                    <a:pt x="13666" y="17647"/>
                  </a:lnTo>
                  <a:lnTo>
                    <a:pt x="13364" y="16738"/>
                  </a:lnTo>
                  <a:lnTo>
                    <a:pt x="11920" y="15962"/>
                  </a:lnTo>
                  <a:lnTo>
                    <a:pt x="10542" y="14631"/>
                  </a:lnTo>
                  <a:lnTo>
                    <a:pt x="5141" y="12812"/>
                  </a:lnTo>
                  <a:lnTo>
                    <a:pt x="3867" y="12098"/>
                  </a:lnTo>
                  <a:lnTo>
                    <a:pt x="1799" y="12470"/>
                  </a:lnTo>
                  <a:lnTo>
                    <a:pt x="1041" y="12421"/>
                  </a:lnTo>
                  <a:lnTo>
                    <a:pt x="520" y="11769"/>
                  </a:lnTo>
                  <a:lnTo>
                    <a:pt x="161" y="10648"/>
                  </a:lnTo>
                  <a:lnTo>
                    <a:pt x="0" y="7090"/>
                  </a:lnTo>
                  <a:lnTo>
                    <a:pt x="256" y="3568"/>
                  </a:lnTo>
                  <a:lnTo>
                    <a:pt x="703" y="2637"/>
                  </a:lnTo>
                  <a:lnTo>
                    <a:pt x="909" y="3697"/>
                  </a:lnTo>
                  <a:lnTo>
                    <a:pt x="1439" y="4184"/>
                  </a:lnTo>
                  <a:lnTo>
                    <a:pt x="1931" y="3113"/>
                  </a:lnTo>
                  <a:lnTo>
                    <a:pt x="1927" y="1500"/>
                  </a:lnTo>
                  <a:lnTo>
                    <a:pt x="2179" y="0"/>
                  </a:lnTo>
                  <a:lnTo>
                    <a:pt x="2569" y="629"/>
                  </a:lnTo>
                  <a:lnTo>
                    <a:pt x="2828" y="29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1"/>
            <p:cNvSpPr/>
            <p:nvPr/>
          </p:nvSpPr>
          <p:spPr>
            <a:xfrm>
              <a:off x="3510437" y="2575610"/>
              <a:ext cx="1874" cy="12155"/>
            </a:xfrm>
            <a:custGeom>
              <a:avLst/>
              <a:pathLst>
                <a:path w="1874" h="12155">
                  <a:moveTo>
                    <a:pt x="1212" y="10495"/>
                  </a:moveTo>
                  <a:lnTo>
                    <a:pt x="773" y="12155"/>
                  </a:lnTo>
                  <a:lnTo>
                    <a:pt x="327" y="10756"/>
                  </a:lnTo>
                  <a:lnTo>
                    <a:pt x="519" y="9140"/>
                  </a:lnTo>
                  <a:lnTo>
                    <a:pt x="0" y="6580"/>
                  </a:lnTo>
                  <a:lnTo>
                    <a:pt x="982" y="2783"/>
                  </a:lnTo>
                  <a:lnTo>
                    <a:pt x="1004" y="939"/>
                  </a:lnTo>
                  <a:lnTo>
                    <a:pt x="1754" y="0"/>
                  </a:lnTo>
                  <a:lnTo>
                    <a:pt x="1568" y="3132"/>
                  </a:lnTo>
                  <a:lnTo>
                    <a:pt x="995" y="5642"/>
                  </a:lnTo>
                  <a:lnTo>
                    <a:pt x="1590" y="7727"/>
                  </a:lnTo>
                  <a:lnTo>
                    <a:pt x="1874" y="101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2"/>
            <p:cNvSpPr/>
            <p:nvPr/>
          </p:nvSpPr>
          <p:spPr>
            <a:xfrm>
              <a:off x="3462506" y="2558959"/>
              <a:ext cx="2202" cy="7019"/>
            </a:xfrm>
            <a:custGeom>
              <a:avLst/>
              <a:pathLst>
                <a:path w="2202" h="7019">
                  <a:moveTo>
                    <a:pt x="1704" y="5736"/>
                  </a:moveTo>
                  <a:lnTo>
                    <a:pt x="1571" y="7019"/>
                  </a:lnTo>
                  <a:lnTo>
                    <a:pt x="388" y="6137"/>
                  </a:lnTo>
                  <a:lnTo>
                    <a:pt x="59" y="4814"/>
                  </a:lnTo>
                  <a:lnTo>
                    <a:pt x="0" y="1880"/>
                  </a:lnTo>
                  <a:lnTo>
                    <a:pt x="310" y="448"/>
                  </a:lnTo>
                  <a:lnTo>
                    <a:pt x="515" y="0"/>
                  </a:lnTo>
                  <a:lnTo>
                    <a:pt x="1060" y="1649"/>
                  </a:lnTo>
                  <a:lnTo>
                    <a:pt x="2202" y="405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3"/>
            <p:cNvSpPr/>
            <p:nvPr/>
          </p:nvSpPr>
          <p:spPr>
            <a:xfrm>
              <a:off x="3517858" y="2557491"/>
              <a:ext cx="5941" cy="15523"/>
            </a:xfrm>
            <a:custGeom>
              <a:avLst/>
              <a:pathLst>
                <a:path w="5941" h="15523">
                  <a:moveTo>
                    <a:pt x="1464" y="14902"/>
                  </a:moveTo>
                  <a:lnTo>
                    <a:pt x="633" y="15523"/>
                  </a:lnTo>
                  <a:lnTo>
                    <a:pt x="347" y="15442"/>
                  </a:lnTo>
                  <a:lnTo>
                    <a:pt x="0" y="14074"/>
                  </a:lnTo>
                  <a:lnTo>
                    <a:pt x="480" y="10769"/>
                  </a:lnTo>
                  <a:lnTo>
                    <a:pt x="35" y="8643"/>
                  </a:lnTo>
                  <a:lnTo>
                    <a:pt x="8" y="7743"/>
                  </a:lnTo>
                  <a:lnTo>
                    <a:pt x="677" y="6497"/>
                  </a:lnTo>
                  <a:lnTo>
                    <a:pt x="1147" y="4630"/>
                  </a:lnTo>
                  <a:lnTo>
                    <a:pt x="2289" y="2610"/>
                  </a:lnTo>
                  <a:lnTo>
                    <a:pt x="5247" y="219"/>
                  </a:lnTo>
                  <a:lnTo>
                    <a:pt x="5941" y="0"/>
                  </a:lnTo>
                  <a:lnTo>
                    <a:pt x="5921" y="1872"/>
                  </a:lnTo>
                  <a:lnTo>
                    <a:pt x="4931" y="6612"/>
                  </a:lnTo>
                  <a:lnTo>
                    <a:pt x="4052" y="8981"/>
                  </a:lnTo>
                  <a:lnTo>
                    <a:pt x="4284" y="10883"/>
                  </a:lnTo>
                  <a:lnTo>
                    <a:pt x="2876" y="11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4"/>
            <p:cNvSpPr/>
            <p:nvPr/>
          </p:nvSpPr>
          <p:spPr>
            <a:xfrm>
              <a:off x="3490871" y="2556306"/>
              <a:ext cx="1287" cy="3948"/>
            </a:xfrm>
            <a:custGeom>
              <a:avLst/>
              <a:pathLst>
                <a:path w="1287" h="3948">
                  <a:moveTo>
                    <a:pt x="1287" y="2396"/>
                  </a:moveTo>
                  <a:lnTo>
                    <a:pt x="752" y="3948"/>
                  </a:lnTo>
                  <a:lnTo>
                    <a:pt x="0" y="3392"/>
                  </a:lnTo>
                  <a:lnTo>
                    <a:pt x="306" y="2800"/>
                  </a:lnTo>
                  <a:lnTo>
                    <a:pt x="487" y="2034"/>
                  </a:lnTo>
                  <a:lnTo>
                    <a:pt x="507" y="929"/>
                  </a:lnTo>
                  <a:lnTo>
                    <a:pt x="303" y="248"/>
                  </a:lnTo>
                  <a:lnTo>
                    <a:pt x="442" y="0"/>
                  </a:lnTo>
                  <a:lnTo>
                    <a:pt x="1114" y="11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5"/>
            <p:cNvSpPr/>
            <p:nvPr/>
          </p:nvSpPr>
          <p:spPr>
            <a:xfrm>
              <a:off x="3501220" y="2551435"/>
              <a:ext cx="2195" cy="3758"/>
            </a:xfrm>
            <a:custGeom>
              <a:avLst/>
              <a:pathLst>
                <a:path w="2195" h="3758">
                  <a:moveTo>
                    <a:pt x="2195" y="1571"/>
                  </a:moveTo>
                  <a:lnTo>
                    <a:pt x="1286" y="2276"/>
                  </a:lnTo>
                  <a:lnTo>
                    <a:pt x="709" y="3758"/>
                  </a:lnTo>
                  <a:lnTo>
                    <a:pt x="2" y="2708"/>
                  </a:lnTo>
                  <a:lnTo>
                    <a:pt x="0" y="1275"/>
                  </a:lnTo>
                  <a:lnTo>
                    <a:pt x="773" y="1714"/>
                  </a:lnTo>
                  <a:lnTo>
                    <a:pt x="1316" y="907"/>
                  </a:lnTo>
                  <a:lnTo>
                    <a:pt x="1153" y="0"/>
                  </a:lnTo>
                  <a:lnTo>
                    <a:pt x="1743" y="4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6"/>
            <p:cNvSpPr/>
            <p:nvPr/>
          </p:nvSpPr>
          <p:spPr>
            <a:xfrm>
              <a:off x="3518666" y="2551359"/>
              <a:ext cx="967" cy="3048"/>
            </a:xfrm>
            <a:custGeom>
              <a:avLst/>
              <a:pathLst>
                <a:path w="967" h="3048">
                  <a:moveTo>
                    <a:pt x="856" y="2578"/>
                  </a:moveTo>
                  <a:lnTo>
                    <a:pt x="604" y="3048"/>
                  </a:lnTo>
                  <a:lnTo>
                    <a:pt x="26" y="1698"/>
                  </a:lnTo>
                  <a:lnTo>
                    <a:pt x="0" y="994"/>
                  </a:lnTo>
                  <a:lnTo>
                    <a:pt x="587" y="186"/>
                  </a:lnTo>
                  <a:lnTo>
                    <a:pt x="883" y="0"/>
                  </a:lnTo>
                  <a:lnTo>
                    <a:pt x="967" y="551"/>
                  </a:lnTo>
                  <a:lnTo>
                    <a:pt x="958" y="17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7"/>
            <p:cNvSpPr/>
            <p:nvPr/>
          </p:nvSpPr>
          <p:spPr>
            <a:xfrm>
              <a:off x="3478851" y="2547736"/>
              <a:ext cx="2434" cy="3195"/>
            </a:xfrm>
            <a:custGeom>
              <a:avLst/>
              <a:pathLst>
                <a:path w="2434" h="3195">
                  <a:moveTo>
                    <a:pt x="2413" y="0"/>
                  </a:moveTo>
                  <a:lnTo>
                    <a:pt x="2434" y="1735"/>
                  </a:lnTo>
                  <a:lnTo>
                    <a:pt x="2355" y="2357"/>
                  </a:lnTo>
                  <a:lnTo>
                    <a:pt x="0" y="3195"/>
                  </a:lnTo>
                  <a:lnTo>
                    <a:pt x="218" y="1204"/>
                  </a:lnTo>
                  <a:lnTo>
                    <a:pt x="361" y="575"/>
                  </a:lnTo>
                  <a:lnTo>
                    <a:pt x="1141" y="1502"/>
                  </a:lnTo>
                  <a:lnTo>
                    <a:pt x="1429" y="1028"/>
                  </a:lnTo>
                  <a:lnTo>
                    <a:pt x="1546" y="4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8"/>
            <p:cNvSpPr/>
            <p:nvPr/>
          </p:nvSpPr>
          <p:spPr>
            <a:xfrm>
              <a:off x="3489599" y="2546985"/>
              <a:ext cx="1691" cy="3865"/>
            </a:xfrm>
            <a:custGeom>
              <a:avLst/>
              <a:pathLst>
                <a:path w="1691" h="3865">
                  <a:moveTo>
                    <a:pt x="1401" y="3402"/>
                  </a:moveTo>
                  <a:lnTo>
                    <a:pt x="1201" y="3865"/>
                  </a:lnTo>
                  <a:lnTo>
                    <a:pt x="330" y="1998"/>
                  </a:lnTo>
                  <a:lnTo>
                    <a:pt x="0" y="907"/>
                  </a:lnTo>
                  <a:lnTo>
                    <a:pt x="413" y="0"/>
                  </a:lnTo>
                  <a:lnTo>
                    <a:pt x="1691" y="21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19"/>
            <p:cNvSpPr/>
            <p:nvPr/>
          </p:nvSpPr>
          <p:spPr>
            <a:xfrm>
              <a:off x="3508684" y="2543559"/>
              <a:ext cx="4992" cy="5295"/>
            </a:xfrm>
            <a:custGeom>
              <a:avLst/>
              <a:pathLst>
                <a:path w="4992" h="5295">
                  <a:moveTo>
                    <a:pt x="359" y="5260"/>
                  </a:moveTo>
                  <a:lnTo>
                    <a:pt x="0" y="5295"/>
                  </a:lnTo>
                  <a:lnTo>
                    <a:pt x="428" y="3868"/>
                  </a:lnTo>
                  <a:lnTo>
                    <a:pt x="1643" y="1913"/>
                  </a:lnTo>
                  <a:lnTo>
                    <a:pt x="3413" y="191"/>
                  </a:lnTo>
                  <a:lnTo>
                    <a:pt x="3996" y="0"/>
                  </a:lnTo>
                  <a:lnTo>
                    <a:pt x="4992" y="1070"/>
                  </a:lnTo>
                  <a:lnTo>
                    <a:pt x="3162" y="2836"/>
                  </a:lnTo>
                  <a:lnTo>
                    <a:pt x="2676" y="3768"/>
                  </a:lnTo>
                  <a:lnTo>
                    <a:pt x="1326" y="39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0"/>
            <p:cNvSpPr/>
            <p:nvPr/>
          </p:nvSpPr>
          <p:spPr>
            <a:xfrm>
              <a:off x="3495160" y="2542605"/>
              <a:ext cx="3697" cy="4585"/>
            </a:xfrm>
            <a:custGeom>
              <a:avLst/>
              <a:pathLst>
                <a:path w="3697" h="4585">
                  <a:moveTo>
                    <a:pt x="1337" y="4343"/>
                  </a:moveTo>
                  <a:lnTo>
                    <a:pt x="321" y="4585"/>
                  </a:lnTo>
                  <a:lnTo>
                    <a:pt x="0" y="4363"/>
                  </a:lnTo>
                  <a:lnTo>
                    <a:pt x="616" y="3852"/>
                  </a:lnTo>
                  <a:lnTo>
                    <a:pt x="1049" y="3309"/>
                  </a:lnTo>
                  <a:lnTo>
                    <a:pt x="1257" y="2654"/>
                  </a:lnTo>
                  <a:lnTo>
                    <a:pt x="2288" y="1502"/>
                  </a:lnTo>
                  <a:lnTo>
                    <a:pt x="2963" y="0"/>
                  </a:lnTo>
                  <a:lnTo>
                    <a:pt x="3697" y="1024"/>
                  </a:lnTo>
                  <a:lnTo>
                    <a:pt x="2779" y="17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1"/>
            <p:cNvSpPr/>
            <p:nvPr/>
          </p:nvSpPr>
          <p:spPr>
            <a:xfrm>
              <a:off x="3482821" y="2540051"/>
              <a:ext cx="1060" cy="3154"/>
            </a:xfrm>
            <a:custGeom>
              <a:avLst/>
              <a:pathLst>
                <a:path w="1060" h="3154">
                  <a:moveTo>
                    <a:pt x="574" y="3025"/>
                  </a:moveTo>
                  <a:lnTo>
                    <a:pt x="364" y="3154"/>
                  </a:lnTo>
                  <a:lnTo>
                    <a:pt x="62" y="1907"/>
                  </a:lnTo>
                  <a:lnTo>
                    <a:pt x="0" y="745"/>
                  </a:lnTo>
                  <a:lnTo>
                    <a:pt x="120" y="65"/>
                  </a:lnTo>
                  <a:lnTo>
                    <a:pt x="519" y="0"/>
                  </a:lnTo>
                  <a:lnTo>
                    <a:pt x="1060" y="22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2"/>
            <p:cNvSpPr/>
            <p:nvPr/>
          </p:nvSpPr>
          <p:spPr>
            <a:xfrm>
              <a:off x="3508342" y="2538177"/>
              <a:ext cx="1743" cy="4197"/>
            </a:xfrm>
            <a:custGeom>
              <a:avLst/>
              <a:pathLst>
                <a:path w="1743" h="4197">
                  <a:moveTo>
                    <a:pt x="1508" y="3788"/>
                  </a:moveTo>
                  <a:lnTo>
                    <a:pt x="359" y="4197"/>
                  </a:lnTo>
                  <a:lnTo>
                    <a:pt x="564" y="1851"/>
                  </a:lnTo>
                  <a:lnTo>
                    <a:pt x="0" y="0"/>
                  </a:lnTo>
                  <a:lnTo>
                    <a:pt x="896" y="1038"/>
                  </a:lnTo>
                  <a:lnTo>
                    <a:pt x="1465" y="2292"/>
                  </a:lnTo>
                  <a:lnTo>
                    <a:pt x="1743" y="2532"/>
                  </a:lnTo>
                  <a:lnTo>
                    <a:pt x="1679" y="32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3"/>
            <p:cNvSpPr/>
            <p:nvPr/>
          </p:nvSpPr>
          <p:spPr>
            <a:xfrm>
              <a:off x="3487821" y="2536366"/>
              <a:ext cx="1995" cy="4646"/>
            </a:xfrm>
            <a:custGeom>
              <a:avLst/>
              <a:pathLst>
                <a:path w="1995" h="4646">
                  <a:moveTo>
                    <a:pt x="1995" y="2367"/>
                  </a:moveTo>
                  <a:lnTo>
                    <a:pt x="1081" y="4646"/>
                  </a:lnTo>
                  <a:lnTo>
                    <a:pt x="320" y="4399"/>
                  </a:lnTo>
                  <a:lnTo>
                    <a:pt x="0" y="3356"/>
                  </a:lnTo>
                  <a:lnTo>
                    <a:pt x="472" y="1214"/>
                  </a:lnTo>
                  <a:lnTo>
                    <a:pt x="1491" y="0"/>
                  </a:lnTo>
                  <a:lnTo>
                    <a:pt x="1954" y="315"/>
                  </a:lnTo>
                  <a:lnTo>
                    <a:pt x="1910" y="19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4"/>
            <p:cNvSpPr/>
            <p:nvPr/>
          </p:nvSpPr>
          <p:spPr>
            <a:xfrm>
              <a:off x="3490772" y="2534952"/>
              <a:ext cx="2600" cy="7880"/>
            </a:xfrm>
            <a:custGeom>
              <a:avLst/>
              <a:pathLst>
                <a:path w="2600" h="7880">
                  <a:moveTo>
                    <a:pt x="2117" y="6761"/>
                  </a:moveTo>
                  <a:lnTo>
                    <a:pt x="1091" y="7880"/>
                  </a:lnTo>
                  <a:lnTo>
                    <a:pt x="391" y="6264"/>
                  </a:lnTo>
                  <a:lnTo>
                    <a:pt x="0" y="3722"/>
                  </a:lnTo>
                  <a:lnTo>
                    <a:pt x="1880" y="0"/>
                  </a:lnTo>
                  <a:lnTo>
                    <a:pt x="2329" y="333"/>
                  </a:lnTo>
                  <a:lnTo>
                    <a:pt x="2600" y="1295"/>
                  </a:lnTo>
                  <a:lnTo>
                    <a:pt x="2558" y="46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5"/>
            <p:cNvSpPr/>
            <p:nvPr/>
          </p:nvSpPr>
          <p:spPr>
            <a:xfrm>
              <a:off x="3479988" y="2534544"/>
              <a:ext cx="1278" cy="2959"/>
            </a:xfrm>
            <a:custGeom>
              <a:avLst/>
              <a:pathLst>
                <a:path w="1278" h="2959">
                  <a:moveTo>
                    <a:pt x="1136" y="2514"/>
                  </a:moveTo>
                  <a:lnTo>
                    <a:pt x="710" y="2959"/>
                  </a:lnTo>
                  <a:lnTo>
                    <a:pt x="0" y="2311"/>
                  </a:lnTo>
                  <a:lnTo>
                    <a:pt x="188" y="689"/>
                  </a:lnTo>
                  <a:lnTo>
                    <a:pt x="678" y="0"/>
                  </a:lnTo>
                  <a:lnTo>
                    <a:pt x="1200" y="528"/>
                  </a:lnTo>
                  <a:lnTo>
                    <a:pt x="1278" y="12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3479354" y="2526714"/>
              <a:ext cx="1285" cy="4759"/>
            </a:xfrm>
            <a:custGeom>
              <a:avLst/>
              <a:pathLst>
                <a:path w="1285" h="4759">
                  <a:moveTo>
                    <a:pt x="759" y="3863"/>
                  </a:moveTo>
                  <a:lnTo>
                    <a:pt x="105" y="4759"/>
                  </a:lnTo>
                  <a:lnTo>
                    <a:pt x="322" y="2711"/>
                  </a:lnTo>
                  <a:lnTo>
                    <a:pt x="0" y="1642"/>
                  </a:lnTo>
                  <a:lnTo>
                    <a:pt x="288" y="733"/>
                  </a:lnTo>
                  <a:lnTo>
                    <a:pt x="707" y="0"/>
                  </a:lnTo>
                  <a:lnTo>
                    <a:pt x="906" y="757"/>
                  </a:lnTo>
                  <a:lnTo>
                    <a:pt x="1285" y="19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3485403" y="2525718"/>
              <a:ext cx="547" cy="3521"/>
            </a:xfrm>
            <a:custGeom>
              <a:avLst/>
              <a:pathLst>
                <a:path w="547" h="3521">
                  <a:moveTo>
                    <a:pt x="547" y="454"/>
                  </a:moveTo>
                  <a:lnTo>
                    <a:pt x="489" y="3521"/>
                  </a:lnTo>
                  <a:lnTo>
                    <a:pt x="186" y="3495"/>
                  </a:lnTo>
                  <a:lnTo>
                    <a:pt x="10" y="3022"/>
                  </a:lnTo>
                  <a:lnTo>
                    <a:pt x="0" y="1848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3490142" y="2525710"/>
              <a:ext cx="1793" cy="2842"/>
            </a:xfrm>
            <a:custGeom>
              <a:avLst/>
              <a:pathLst>
                <a:path w="1793" h="2842">
                  <a:moveTo>
                    <a:pt x="1100" y="2660"/>
                  </a:moveTo>
                  <a:lnTo>
                    <a:pt x="0" y="2842"/>
                  </a:lnTo>
                  <a:lnTo>
                    <a:pt x="64" y="587"/>
                  </a:lnTo>
                  <a:lnTo>
                    <a:pt x="472" y="0"/>
                  </a:lnTo>
                  <a:lnTo>
                    <a:pt x="1793" y="1125"/>
                  </a:lnTo>
                  <a:lnTo>
                    <a:pt x="1729" y="18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3497913" y="2520830"/>
              <a:ext cx="4245" cy="4394"/>
            </a:xfrm>
            <a:custGeom>
              <a:avLst/>
              <a:pathLst>
                <a:path w="4245" h="4394">
                  <a:moveTo>
                    <a:pt x="539" y="4282"/>
                  </a:moveTo>
                  <a:lnTo>
                    <a:pt x="0" y="4394"/>
                  </a:lnTo>
                  <a:lnTo>
                    <a:pt x="165" y="3213"/>
                  </a:lnTo>
                  <a:lnTo>
                    <a:pt x="1195" y="1164"/>
                  </a:lnTo>
                  <a:lnTo>
                    <a:pt x="2636" y="1064"/>
                  </a:lnTo>
                  <a:lnTo>
                    <a:pt x="3949" y="37"/>
                  </a:lnTo>
                  <a:lnTo>
                    <a:pt x="4245" y="0"/>
                  </a:lnTo>
                  <a:lnTo>
                    <a:pt x="3618" y="1617"/>
                  </a:lnTo>
                  <a:lnTo>
                    <a:pt x="2560" y="31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3486567" y="2520642"/>
              <a:ext cx="2984" cy="4301"/>
            </a:xfrm>
            <a:custGeom>
              <a:avLst/>
              <a:pathLst>
                <a:path w="2984" h="4301">
                  <a:moveTo>
                    <a:pt x="2984" y="2395"/>
                  </a:moveTo>
                  <a:lnTo>
                    <a:pt x="2557" y="4301"/>
                  </a:lnTo>
                  <a:lnTo>
                    <a:pt x="1839" y="4006"/>
                  </a:lnTo>
                  <a:lnTo>
                    <a:pt x="638" y="1956"/>
                  </a:lnTo>
                  <a:lnTo>
                    <a:pt x="228" y="1025"/>
                  </a:lnTo>
                  <a:lnTo>
                    <a:pt x="0" y="111"/>
                  </a:lnTo>
                  <a:lnTo>
                    <a:pt x="493" y="0"/>
                  </a:lnTo>
                  <a:lnTo>
                    <a:pt x="1096" y="965"/>
                  </a:lnTo>
                  <a:lnTo>
                    <a:pt x="2634" y="14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3478292" y="2520582"/>
              <a:ext cx="1419" cy="4563"/>
            </a:xfrm>
            <a:custGeom>
              <a:avLst/>
              <a:pathLst>
                <a:path w="1419" h="4563">
                  <a:moveTo>
                    <a:pt x="903" y="3127"/>
                  </a:moveTo>
                  <a:lnTo>
                    <a:pt x="132" y="4563"/>
                  </a:lnTo>
                  <a:lnTo>
                    <a:pt x="0" y="2410"/>
                  </a:lnTo>
                  <a:lnTo>
                    <a:pt x="494" y="147"/>
                  </a:lnTo>
                  <a:lnTo>
                    <a:pt x="1169" y="0"/>
                  </a:lnTo>
                  <a:lnTo>
                    <a:pt x="1419" y="9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3504802" y="2516778"/>
              <a:ext cx="5455" cy="4925"/>
            </a:xfrm>
            <a:custGeom>
              <a:avLst/>
              <a:pathLst>
                <a:path w="5455" h="4925">
                  <a:moveTo>
                    <a:pt x="2800" y="0"/>
                  </a:moveTo>
                  <a:lnTo>
                    <a:pt x="4215" y="973"/>
                  </a:lnTo>
                  <a:lnTo>
                    <a:pt x="4608" y="869"/>
                  </a:lnTo>
                  <a:lnTo>
                    <a:pt x="5277" y="1223"/>
                  </a:lnTo>
                  <a:lnTo>
                    <a:pt x="5455" y="3018"/>
                  </a:lnTo>
                  <a:lnTo>
                    <a:pt x="4569" y="3278"/>
                  </a:lnTo>
                  <a:lnTo>
                    <a:pt x="3036" y="4925"/>
                  </a:lnTo>
                  <a:lnTo>
                    <a:pt x="2384" y="4563"/>
                  </a:lnTo>
                  <a:lnTo>
                    <a:pt x="1604" y="3130"/>
                  </a:lnTo>
                  <a:lnTo>
                    <a:pt x="366" y="2982"/>
                  </a:lnTo>
                  <a:lnTo>
                    <a:pt x="0" y="2591"/>
                  </a:lnTo>
                  <a:lnTo>
                    <a:pt x="663" y="903"/>
                  </a:lnTo>
                  <a:lnTo>
                    <a:pt x="1867" y="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3436197" y="2513288"/>
              <a:ext cx="4308" cy="7824"/>
            </a:xfrm>
            <a:custGeom>
              <a:avLst/>
              <a:pathLst>
                <a:path w="4308" h="7824">
                  <a:moveTo>
                    <a:pt x="3095" y="3669"/>
                  </a:moveTo>
                  <a:lnTo>
                    <a:pt x="4308" y="6546"/>
                  </a:lnTo>
                  <a:lnTo>
                    <a:pt x="3332" y="5833"/>
                  </a:lnTo>
                  <a:lnTo>
                    <a:pt x="2290" y="7824"/>
                  </a:lnTo>
                  <a:lnTo>
                    <a:pt x="969" y="5498"/>
                  </a:lnTo>
                  <a:lnTo>
                    <a:pt x="178" y="3143"/>
                  </a:lnTo>
                  <a:lnTo>
                    <a:pt x="0" y="2201"/>
                  </a:lnTo>
                  <a:lnTo>
                    <a:pt x="828" y="0"/>
                  </a:lnTo>
                  <a:lnTo>
                    <a:pt x="1601" y="2262"/>
                  </a:lnTo>
                  <a:lnTo>
                    <a:pt x="2535" y="26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3483157" y="2511498"/>
              <a:ext cx="3354" cy="8798"/>
            </a:xfrm>
            <a:custGeom>
              <a:avLst/>
              <a:pathLst>
                <a:path w="3354" h="8798">
                  <a:moveTo>
                    <a:pt x="3354" y="6811"/>
                  </a:moveTo>
                  <a:lnTo>
                    <a:pt x="3015" y="8798"/>
                  </a:lnTo>
                  <a:lnTo>
                    <a:pt x="2116" y="6489"/>
                  </a:lnTo>
                  <a:lnTo>
                    <a:pt x="1131" y="4908"/>
                  </a:lnTo>
                  <a:lnTo>
                    <a:pt x="763" y="3529"/>
                  </a:lnTo>
                  <a:lnTo>
                    <a:pt x="162" y="2696"/>
                  </a:lnTo>
                  <a:lnTo>
                    <a:pt x="0" y="841"/>
                  </a:lnTo>
                  <a:lnTo>
                    <a:pt x="727" y="78"/>
                  </a:lnTo>
                  <a:lnTo>
                    <a:pt x="1038" y="0"/>
                  </a:lnTo>
                  <a:lnTo>
                    <a:pt x="1782" y="2259"/>
                  </a:lnTo>
                  <a:lnTo>
                    <a:pt x="2947" y="2522"/>
                  </a:lnTo>
                  <a:lnTo>
                    <a:pt x="2856" y="3914"/>
                  </a:lnTo>
                  <a:lnTo>
                    <a:pt x="3225" y="57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3468417" y="2511469"/>
              <a:ext cx="1514" cy="2657"/>
            </a:xfrm>
            <a:custGeom>
              <a:avLst/>
              <a:pathLst>
                <a:path w="1514" h="2657">
                  <a:moveTo>
                    <a:pt x="1514" y="1927"/>
                  </a:moveTo>
                  <a:lnTo>
                    <a:pt x="1059" y="2657"/>
                  </a:lnTo>
                  <a:lnTo>
                    <a:pt x="546" y="2621"/>
                  </a:lnTo>
                  <a:lnTo>
                    <a:pt x="183" y="2353"/>
                  </a:lnTo>
                  <a:lnTo>
                    <a:pt x="0" y="1768"/>
                  </a:lnTo>
                  <a:lnTo>
                    <a:pt x="227" y="1490"/>
                  </a:lnTo>
                  <a:lnTo>
                    <a:pt x="493" y="317"/>
                  </a:lnTo>
                  <a:lnTo>
                    <a:pt x="740" y="0"/>
                  </a:lnTo>
                  <a:lnTo>
                    <a:pt x="1106" y="150"/>
                  </a:lnTo>
                  <a:lnTo>
                    <a:pt x="1329" y="61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6"/>
            <p:cNvSpPr/>
            <p:nvPr/>
          </p:nvSpPr>
          <p:spPr>
            <a:xfrm>
              <a:off x="3433121" y="2497172"/>
              <a:ext cx="5024" cy="11949"/>
            </a:xfrm>
            <a:custGeom>
              <a:avLst/>
              <a:pathLst>
                <a:path w="5024" h="11949">
                  <a:moveTo>
                    <a:pt x="2992" y="2706"/>
                  </a:moveTo>
                  <a:lnTo>
                    <a:pt x="3135" y="6119"/>
                  </a:lnTo>
                  <a:lnTo>
                    <a:pt x="3946" y="6759"/>
                  </a:lnTo>
                  <a:lnTo>
                    <a:pt x="5024" y="9835"/>
                  </a:lnTo>
                  <a:lnTo>
                    <a:pt x="4931" y="11409"/>
                  </a:lnTo>
                  <a:lnTo>
                    <a:pt x="4707" y="11949"/>
                  </a:lnTo>
                  <a:lnTo>
                    <a:pt x="2921" y="10496"/>
                  </a:lnTo>
                  <a:lnTo>
                    <a:pt x="2493" y="11148"/>
                  </a:lnTo>
                  <a:lnTo>
                    <a:pt x="1971" y="10883"/>
                  </a:lnTo>
                  <a:lnTo>
                    <a:pt x="1648" y="9183"/>
                  </a:lnTo>
                  <a:lnTo>
                    <a:pt x="1685" y="8586"/>
                  </a:lnTo>
                  <a:lnTo>
                    <a:pt x="1393" y="7568"/>
                  </a:lnTo>
                  <a:lnTo>
                    <a:pt x="1149" y="7114"/>
                  </a:lnTo>
                  <a:lnTo>
                    <a:pt x="446" y="8466"/>
                  </a:lnTo>
                  <a:lnTo>
                    <a:pt x="3" y="8718"/>
                  </a:lnTo>
                  <a:lnTo>
                    <a:pt x="0" y="7482"/>
                  </a:lnTo>
                  <a:lnTo>
                    <a:pt x="649" y="4083"/>
                  </a:lnTo>
                  <a:lnTo>
                    <a:pt x="953" y="3508"/>
                  </a:lnTo>
                  <a:lnTo>
                    <a:pt x="1486" y="4631"/>
                  </a:lnTo>
                  <a:lnTo>
                    <a:pt x="1926" y="4214"/>
                  </a:lnTo>
                  <a:lnTo>
                    <a:pt x="2256" y="2376"/>
                  </a:lnTo>
                  <a:lnTo>
                    <a:pt x="2279" y="543"/>
                  </a:lnTo>
                  <a:lnTo>
                    <a:pt x="24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7"/>
            <p:cNvSpPr/>
            <p:nvPr/>
          </p:nvSpPr>
          <p:spPr>
            <a:xfrm>
              <a:off x="3436244" y="2496905"/>
              <a:ext cx="1554" cy="4886"/>
            </a:xfrm>
            <a:custGeom>
              <a:avLst/>
              <a:pathLst>
                <a:path w="1554" h="4886">
                  <a:moveTo>
                    <a:pt x="1554" y="4566"/>
                  </a:moveTo>
                  <a:lnTo>
                    <a:pt x="985" y="4886"/>
                  </a:lnTo>
                  <a:lnTo>
                    <a:pt x="261" y="2058"/>
                  </a:lnTo>
                  <a:lnTo>
                    <a:pt x="0" y="108"/>
                  </a:lnTo>
                  <a:lnTo>
                    <a:pt x="300" y="0"/>
                  </a:lnTo>
                  <a:lnTo>
                    <a:pt x="588" y="226"/>
                  </a:lnTo>
                  <a:lnTo>
                    <a:pt x="893" y="962"/>
                  </a:lnTo>
                  <a:lnTo>
                    <a:pt x="891" y="1715"/>
                  </a:lnTo>
                  <a:lnTo>
                    <a:pt x="1012" y="2522"/>
                  </a:lnTo>
                  <a:lnTo>
                    <a:pt x="1329" y="34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8"/>
            <p:cNvSpPr/>
            <p:nvPr/>
          </p:nvSpPr>
          <p:spPr>
            <a:xfrm>
              <a:off x="3496344" y="2493426"/>
              <a:ext cx="3616" cy="13007"/>
            </a:xfrm>
            <a:custGeom>
              <a:avLst/>
              <a:pathLst>
                <a:path w="3616" h="13007">
                  <a:moveTo>
                    <a:pt x="2853" y="11336"/>
                  </a:moveTo>
                  <a:lnTo>
                    <a:pt x="1754" y="13007"/>
                  </a:lnTo>
                  <a:lnTo>
                    <a:pt x="527" y="10590"/>
                  </a:lnTo>
                  <a:lnTo>
                    <a:pt x="324" y="9812"/>
                  </a:lnTo>
                  <a:lnTo>
                    <a:pt x="1226" y="8837"/>
                  </a:lnTo>
                  <a:lnTo>
                    <a:pt x="1672" y="7333"/>
                  </a:lnTo>
                  <a:lnTo>
                    <a:pt x="1310" y="5487"/>
                  </a:lnTo>
                  <a:lnTo>
                    <a:pt x="59" y="2757"/>
                  </a:lnTo>
                  <a:lnTo>
                    <a:pt x="0" y="818"/>
                  </a:lnTo>
                  <a:lnTo>
                    <a:pt x="1915" y="0"/>
                  </a:lnTo>
                  <a:lnTo>
                    <a:pt x="3042" y="1686"/>
                  </a:lnTo>
                  <a:lnTo>
                    <a:pt x="3616" y="1802"/>
                  </a:lnTo>
                  <a:lnTo>
                    <a:pt x="3396" y="3413"/>
                  </a:lnTo>
                  <a:lnTo>
                    <a:pt x="3492" y="3937"/>
                  </a:lnTo>
                  <a:lnTo>
                    <a:pt x="3578" y="8828"/>
                  </a:lnTo>
                  <a:lnTo>
                    <a:pt x="3045" y="9516"/>
                  </a:lnTo>
                  <a:lnTo>
                    <a:pt x="2957" y="108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39"/>
            <p:cNvSpPr/>
            <p:nvPr/>
          </p:nvSpPr>
          <p:spPr>
            <a:xfrm>
              <a:off x="3435450" y="2486260"/>
              <a:ext cx="1898" cy="7732"/>
            </a:xfrm>
            <a:custGeom>
              <a:avLst/>
              <a:pathLst>
                <a:path w="1898" h="7732">
                  <a:moveTo>
                    <a:pt x="1519" y="6960"/>
                  </a:moveTo>
                  <a:lnTo>
                    <a:pt x="1072" y="7188"/>
                  </a:lnTo>
                  <a:lnTo>
                    <a:pt x="686" y="7032"/>
                  </a:lnTo>
                  <a:lnTo>
                    <a:pt x="337" y="7166"/>
                  </a:lnTo>
                  <a:lnTo>
                    <a:pt x="0" y="7732"/>
                  </a:lnTo>
                  <a:lnTo>
                    <a:pt x="37" y="5388"/>
                  </a:lnTo>
                  <a:lnTo>
                    <a:pt x="434" y="2484"/>
                  </a:lnTo>
                  <a:lnTo>
                    <a:pt x="920" y="787"/>
                  </a:lnTo>
                  <a:lnTo>
                    <a:pt x="1604" y="0"/>
                  </a:lnTo>
                  <a:lnTo>
                    <a:pt x="1898" y="1331"/>
                  </a:lnTo>
                  <a:lnTo>
                    <a:pt x="1843" y="60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3480405" y="2482240"/>
              <a:ext cx="2458" cy="5775"/>
            </a:xfrm>
            <a:custGeom>
              <a:avLst/>
              <a:pathLst>
                <a:path w="2458" h="5775">
                  <a:moveTo>
                    <a:pt x="2458" y="5054"/>
                  </a:moveTo>
                  <a:lnTo>
                    <a:pt x="1242" y="5775"/>
                  </a:lnTo>
                  <a:lnTo>
                    <a:pt x="920" y="5661"/>
                  </a:lnTo>
                  <a:lnTo>
                    <a:pt x="1191" y="4752"/>
                  </a:lnTo>
                  <a:lnTo>
                    <a:pt x="1212" y="4370"/>
                  </a:lnTo>
                  <a:lnTo>
                    <a:pt x="0" y="2708"/>
                  </a:lnTo>
                  <a:lnTo>
                    <a:pt x="142" y="549"/>
                  </a:lnTo>
                  <a:lnTo>
                    <a:pt x="283" y="0"/>
                  </a:lnTo>
                  <a:lnTo>
                    <a:pt x="1185" y="1123"/>
                  </a:lnTo>
                  <a:lnTo>
                    <a:pt x="1383" y="29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1"/>
            <p:cNvSpPr/>
            <p:nvPr/>
          </p:nvSpPr>
          <p:spPr>
            <a:xfrm>
              <a:off x="3462099" y="2480626"/>
              <a:ext cx="19771" cy="31469"/>
            </a:xfrm>
            <a:custGeom>
              <a:avLst/>
              <a:pathLst>
                <a:path w="19771" h="31469">
                  <a:moveTo>
                    <a:pt x="6273" y="2253"/>
                  </a:moveTo>
                  <a:lnTo>
                    <a:pt x="6923" y="5461"/>
                  </a:lnTo>
                  <a:lnTo>
                    <a:pt x="7534" y="6543"/>
                  </a:lnTo>
                  <a:lnTo>
                    <a:pt x="8814" y="7821"/>
                  </a:lnTo>
                  <a:lnTo>
                    <a:pt x="9415" y="7984"/>
                  </a:lnTo>
                  <a:lnTo>
                    <a:pt x="11599" y="10293"/>
                  </a:lnTo>
                  <a:lnTo>
                    <a:pt x="14140" y="10753"/>
                  </a:lnTo>
                  <a:lnTo>
                    <a:pt x="14468" y="11418"/>
                  </a:lnTo>
                  <a:lnTo>
                    <a:pt x="14780" y="13197"/>
                  </a:lnTo>
                  <a:lnTo>
                    <a:pt x="15298" y="14594"/>
                  </a:lnTo>
                  <a:lnTo>
                    <a:pt x="15429" y="15680"/>
                  </a:lnTo>
                  <a:lnTo>
                    <a:pt x="15158" y="16886"/>
                  </a:lnTo>
                  <a:lnTo>
                    <a:pt x="15533" y="20574"/>
                  </a:lnTo>
                  <a:lnTo>
                    <a:pt x="16174" y="24079"/>
                  </a:lnTo>
                  <a:lnTo>
                    <a:pt x="17139" y="25778"/>
                  </a:lnTo>
                  <a:lnTo>
                    <a:pt x="18339" y="26292"/>
                  </a:lnTo>
                  <a:lnTo>
                    <a:pt x="19482" y="26221"/>
                  </a:lnTo>
                  <a:lnTo>
                    <a:pt x="19771" y="26917"/>
                  </a:lnTo>
                  <a:lnTo>
                    <a:pt x="19658" y="29984"/>
                  </a:lnTo>
                  <a:lnTo>
                    <a:pt x="19174" y="31179"/>
                  </a:lnTo>
                  <a:lnTo>
                    <a:pt x="18781" y="31469"/>
                  </a:lnTo>
                  <a:lnTo>
                    <a:pt x="18439" y="31156"/>
                  </a:lnTo>
                  <a:lnTo>
                    <a:pt x="18130" y="30433"/>
                  </a:lnTo>
                  <a:lnTo>
                    <a:pt x="17793" y="30091"/>
                  </a:lnTo>
                  <a:lnTo>
                    <a:pt x="17137" y="30032"/>
                  </a:lnTo>
                  <a:lnTo>
                    <a:pt x="16657" y="28797"/>
                  </a:lnTo>
                  <a:lnTo>
                    <a:pt x="15440" y="27107"/>
                  </a:lnTo>
                  <a:lnTo>
                    <a:pt x="15216" y="26099"/>
                  </a:lnTo>
                  <a:lnTo>
                    <a:pt x="15176" y="24543"/>
                  </a:lnTo>
                  <a:lnTo>
                    <a:pt x="14659" y="23398"/>
                  </a:lnTo>
                  <a:lnTo>
                    <a:pt x="14183" y="21218"/>
                  </a:lnTo>
                  <a:lnTo>
                    <a:pt x="13732" y="20616"/>
                  </a:lnTo>
                  <a:lnTo>
                    <a:pt x="13482" y="19525"/>
                  </a:lnTo>
                  <a:lnTo>
                    <a:pt x="13462" y="19056"/>
                  </a:lnTo>
                  <a:lnTo>
                    <a:pt x="11691" y="18739"/>
                  </a:lnTo>
                  <a:lnTo>
                    <a:pt x="10224" y="18724"/>
                  </a:lnTo>
                  <a:lnTo>
                    <a:pt x="8981" y="17488"/>
                  </a:lnTo>
                  <a:lnTo>
                    <a:pt x="8597" y="14253"/>
                  </a:lnTo>
                  <a:lnTo>
                    <a:pt x="7860" y="13383"/>
                  </a:lnTo>
                  <a:lnTo>
                    <a:pt x="7307" y="12468"/>
                  </a:lnTo>
                  <a:lnTo>
                    <a:pt x="6846" y="11200"/>
                  </a:lnTo>
                  <a:lnTo>
                    <a:pt x="5682" y="8861"/>
                  </a:lnTo>
                  <a:lnTo>
                    <a:pt x="4394" y="6905"/>
                  </a:lnTo>
                  <a:lnTo>
                    <a:pt x="3148" y="5616"/>
                  </a:lnTo>
                  <a:lnTo>
                    <a:pt x="1827" y="4772"/>
                  </a:lnTo>
                  <a:lnTo>
                    <a:pt x="752" y="5769"/>
                  </a:lnTo>
                  <a:lnTo>
                    <a:pt x="126" y="5533"/>
                  </a:lnTo>
                  <a:lnTo>
                    <a:pt x="0" y="4858"/>
                  </a:lnTo>
                  <a:lnTo>
                    <a:pt x="1335" y="3516"/>
                  </a:lnTo>
                  <a:lnTo>
                    <a:pt x="3170" y="952"/>
                  </a:lnTo>
                  <a:lnTo>
                    <a:pt x="4463" y="105"/>
                  </a:lnTo>
                  <a:lnTo>
                    <a:pt x="509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2"/>
            <p:cNvSpPr/>
            <p:nvPr/>
          </p:nvSpPr>
          <p:spPr>
            <a:xfrm>
              <a:off x="3470426" y="2475493"/>
              <a:ext cx="2138" cy="3783"/>
            </a:xfrm>
            <a:custGeom>
              <a:avLst/>
              <a:pathLst>
                <a:path w="2138" h="3783">
                  <a:moveTo>
                    <a:pt x="2138" y="2783"/>
                  </a:moveTo>
                  <a:lnTo>
                    <a:pt x="1625" y="3783"/>
                  </a:lnTo>
                  <a:lnTo>
                    <a:pt x="830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3"/>
            <p:cNvSpPr/>
            <p:nvPr/>
          </p:nvSpPr>
          <p:spPr>
            <a:xfrm>
              <a:off x="3473272" y="2473746"/>
              <a:ext cx="1492" cy="3579"/>
            </a:xfrm>
            <a:custGeom>
              <a:avLst/>
              <a:pathLst>
                <a:path w="1492" h="3579">
                  <a:moveTo>
                    <a:pt x="538" y="3233"/>
                  </a:moveTo>
                  <a:lnTo>
                    <a:pt x="0" y="3579"/>
                  </a:lnTo>
                  <a:lnTo>
                    <a:pt x="539" y="1222"/>
                  </a:lnTo>
                  <a:lnTo>
                    <a:pt x="1492" y="0"/>
                  </a:lnTo>
                  <a:lnTo>
                    <a:pt x="1133" y="19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3496322" y="2470340"/>
              <a:ext cx="8647" cy="12121"/>
            </a:xfrm>
            <a:custGeom>
              <a:avLst/>
              <a:pathLst>
                <a:path w="8647" h="12121">
                  <a:moveTo>
                    <a:pt x="6513" y="1582"/>
                  </a:moveTo>
                  <a:lnTo>
                    <a:pt x="6313" y="3335"/>
                  </a:lnTo>
                  <a:lnTo>
                    <a:pt x="7905" y="6241"/>
                  </a:lnTo>
                  <a:lnTo>
                    <a:pt x="8447" y="8081"/>
                  </a:lnTo>
                  <a:lnTo>
                    <a:pt x="8647" y="9874"/>
                  </a:lnTo>
                  <a:lnTo>
                    <a:pt x="8514" y="10388"/>
                  </a:lnTo>
                  <a:lnTo>
                    <a:pt x="7910" y="9415"/>
                  </a:lnTo>
                  <a:lnTo>
                    <a:pt x="7417" y="9107"/>
                  </a:lnTo>
                  <a:lnTo>
                    <a:pt x="7583" y="10388"/>
                  </a:lnTo>
                  <a:lnTo>
                    <a:pt x="8090" y="11490"/>
                  </a:lnTo>
                  <a:lnTo>
                    <a:pt x="7188" y="12121"/>
                  </a:lnTo>
                  <a:lnTo>
                    <a:pt x="6283" y="12087"/>
                  </a:lnTo>
                  <a:lnTo>
                    <a:pt x="3644" y="10552"/>
                  </a:lnTo>
                  <a:lnTo>
                    <a:pt x="3035" y="8922"/>
                  </a:lnTo>
                  <a:lnTo>
                    <a:pt x="4614" y="6468"/>
                  </a:lnTo>
                  <a:lnTo>
                    <a:pt x="4936" y="5479"/>
                  </a:lnTo>
                  <a:lnTo>
                    <a:pt x="3818" y="5576"/>
                  </a:lnTo>
                  <a:lnTo>
                    <a:pt x="2626" y="8492"/>
                  </a:lnTo>
                  <a:lnTo>
                    <a:pt x="714" y="7211"/>
                  </a:lnTo>
                  <a:lnTo>
                    <a:pt x="130" y="6038"/>
                  </a:lnTo>
                  <a:lnTo>
                    <a:pt x="0" y="5406"/>
                  </a:lnTo>
                  <a:lnTo>
                    <a:pt x="752" y="2820"/>
                  </a:lnTo>
                  <a:lnTo>
                    <a:pt x="2098" y="2907"/>
                  </a:lnTo>
                  <a:lnTo>
                    <a:pt x="2810" y="2325"/>
                  </a:lnTo>
                  <a:lnTo>
                    <a:pt x="3690" y="1507"/>
                  </a:lnTo>
                  <a:lnTo>
                    <a:pt x="3697" y="279"/>
                  </a:lnTo>
                  <a:lnTo>
                    <a:pt x="579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5"/>
            <p:cNvSpPr/>
            <p:nvPr/>
          </p:nvSpPr>
          <p:spPr>
            <a:xfrm>
              <a:off x="3424999" y="2457424"/>
              <a:ext cx="5214" cy="13105"/>
            </a:xfrm>
            <a:custGeom>
              <a:avLst/>
              <a:pathLst>
                <a:path w="5214" h="13105">
                  <a:moveTo>
                    <a:pt x="4965" y="11447"/>
                  </a:moveTo>
                  <a:lnTo>
                    <a:pt x="5214" y="13105"/>
                  </a:lnTo>
                  <a:lnTo>
                    <a:pt x="3780" y="12076"/>
                  </a:lnTo>
                  <a:lnTo>
                    <a:pt x="2733" y="10595"/>
                  </a:lnTo>
                  <a:lnTo>
                    <a:pt x="1868" y="6938"/>
                  </a:lnTo>
                  <a:lnTo>
                    <a:pt x="28" y="2775"/>
                  </a:lnTo>
                  <a:lnTo>
                    <a:pt x="0" y="1566"/>
                  </a:lnTo>
                  <a:lnTo>
                    <a:pt x="700" y="650"/>
                  </a:lnTo>
                  <a:lnTo>
                    <a:pt x="2210" y="0"/>
                  </a:lnTo>
                  <a:lnTo>
                    <a:pt x="2821" y="675"/>
                  </a:lnTo>
                  <a:lnTo>
                    <a:pt x="3217" y="1370"/>
                  </a:lnTo>
                  <a:lnTo>
                    <a:pt x="3341" y="2168"/>
                  </a:lnTo>
                  <a:lnTo>
                    <a:pt x="2482" y="3767"/>
                  </a:lnTo>
                  <a:lnTo>
                    <a:pt x="2303" y="4491"/>
                  </a:lnTo>
                  <a:lnTo>
                    <a:pt x="2964" y="5928"/>
                  </a:lnTo>
                  <a:lnTo>
                    <a:pt x="2953" y="6504"/>
                  </a:lnTo>
                  <a:lnTo>
                    <a:pt x="3232" y="9284"/>
                  </a:lnTo>
                  <a:lnTo>
                    <a:pt x="3553" y="10333"/>
                  </a:lnTo>
                  <a:lnTo>
                    <a:pt x="4387" y="111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6"/>
            <p:cNvSpPr/>
            <p:nvPr/>
          </p:nvSpPr>
          <p:spPr>
            <a:xfrm>
              <a:off x="3487210" y="2451079"/>
              <a:ext cx="4566" cy="6758"/>
            </a:xfrm>
            <a:custGeom>
              <a:avLst/>
              <a:pathLst>
                <a:path w="4566" h="6758">
                  <a:moveTo>
                    <a:pt x="4434" y="1522"/>
                  </a:moveTo>
                  <a:lnTo>
                    <a:pt x="3999" y="2519"/>
                  </a:lnTo>
                  <a:lnTo>
                    <a:pt x="3679" y="4240"/>
                  </a:lnTo>
                  <a:lnTo>
                    <a:pt x="3506" y="6699"/>
                  </a:lnTo>
                  <a:lnTo>
                    <a:pt x="2835" y="6758"/>
                  </a:lnTo>
                  <a:lnTo>
                    <a:pt x="2428" y="6260"/>
                  </a:lnTo>
                  <a:lnTo>
                    <a:pt x="2294" y="5331"/>
                  </a:lnTo>
                  <a:lnTo>
                    <a:pt x="2267" y="4156"/>
                  </a:lnTo>
                  <a:lnTo>
                    <a:pt x="1973" y="4203"/>
                  </a:lnTo>
                  <a:lnTo>
                    <a:pt x="1736" y="5478"/>
                  </a:lnTo>
                  <a:lnTo>
                    <a:pt x="1528" y="6054"/>
                  </a:lnTo>
                  <a:lnTo>
                    <a:pt x="852" y="6175"/>
                  </a:lnTo>
                  <a:lnTo>
                    <a:pt x="113" y="5390"/>
                  </a:lnTo>
                  <a:lnTo>
                    <a:pt x="148" y="3692"/>
                  </a:lnTo>
                  <a:lnTo>
                    <a:pt x="0" y="1727"/>
                  </a:lnTo>
                  <a:lnTo>
                    <a:pt x="65" y="1038"/>
                  </a:lnTo>
                  <a:lnTo>
                    <a:pt x="2092" y="868"/>
                  </a:lnTo>
                  <a:lnTo>
                    <a:pt x="2685" y="2320"/>
                  </a:lnTo>
                  <a:lnTo>
                    <a:pt x="3402" y="1479"/>
                  </a:lnTo>
                  <a:lnTo>
                    <a:pt x="3697" y="570"/>
                  </a:lnTo>
                  <a:lnTo>
                    <a:pt x="456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7"/>
            <p:cNvSpPr/>
            <p:nvPr/>
          </p:nvSpPr>
          <p:spPr>
            <a:xfrm>
              <a:off x="3491763" y="2436865"/>
              <a:ext cx="2735" cy="3410"/>
            </a:xfrm>
            <a:custGeom>
              <a:avLst/>
              <a:pathLst>
                <a:path w="2735" h="3410">
                  <a:moveTo>
                    <a:pt x="2735" y="2639"/>
                  </a:moveTo>
                  <a:lnTo>
                    <a:pt x="1434" y="3410"/>
                  </a:lnTo>
                  <a:lnTo>
                    <a:pt x="0" y="976"/>
                  </a:lnTo>
                  <a:lnTo>
                    <a:pt x="1386" y="0"/>
                  </a:lnTo>
                  <a:lnTo>
                    <a:pt x="2028" y="705"/>
                  </a:lnTo>
                  <a:lnTo>
                    <a:pt x="2488" y="15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8"/>
            <p:cNvSpPr/>
            <p:nvPr/>
          </p:nvSpPr>
          <p:spPr>
            <a:xfrm>
              <a:off x="3481032" y="2428678"/>
              <a:ext cx="3116" cy="6307"/>
            </a:xfrm>
            <a:custGeom>
              <a:avLst/>
              <a:pathLst>
                <a:path w="3116" h="6307">
                  <a:moveTo>
                    <a:pt x="2977" y="5251"/>
                  </a:moveTo>
                  <a:lnTo>
                    <a:pt x="1500" y="6307"/>
                  </a:lnTo>
                  <a:lnTo>
                    <a:pt x="0" y="4311"/>
                  </a:lnTo>
                  <a:lnTo>
                    <a:pt x="13" y="3123"/>
                  </a:lnTo>
                  <a:lnTo>
                    <a:pt x="805" y="714"/>
                  </a:lnTo>
                  <a:lnTo>
                    <a:pt x="1240" y="0"/>
                  </a:lnTo>
                  <a:lnTo>
                    <a:pt x="2343" y="196"/>
                  </a:lnTo>
                  <a:lnTo>
                    <a:pt x="2970" y="1851"/>
                  </a:lnTo>
                  <a:lnTo>
                    <a:pt x="3116" y="2631"/>
                  </a:lnTo>
                  <a:lnTo>
                    <a:pt x="2912" y="39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49"/>
            <p:cNvSpPr/>
            <p:nvPr/>
          </p:nvSpPr>
          <p:spPr>
            <a:xfrm>
              <a:off x="3429082" y="2400581"/>
              <a:ext cx="76225" cy="156517"/>
            </a:xfrm>
            <a:custGeom>
              <a:avLst/>
              <a:pathLst>
                <a:path w="76225" h="156517">
                  <a:moveTo>
                    <a:pt x="69482" y="30052"/>
                  </a:moveTo>
                  <a:lnTo>
                    <a:pt x="69157" y="28800"/>
                  </a:lnTo>
                  <a:lnTo>
                    <a:pt x="67372" y="26585"/>
                  </a:lnTo>
                  <a:lnTo>
                    <a:pt x="63242" y="25294"/>
                  </a:lnTo>
                  <a:lnTo>
                    <a:pt x="61269" y="23659"/>
                  </a:lnTo>
                  <a:lnTo>
                    <a:pt x="60403" y="23963"/>
                  </a:lnTo>
                  <a:lnTo>
                    <a:pt x="58728" y="22134"/>
                  </a:lnTo>
                  <a:lnTo>
                    <a:pt x="57579" y="22937"/>
                  </a:lnTo>
                  <a:lnTo>
                    <a:pt x="55143" y="26188"/>
                  </a:lnTo>
                  <a:lnTo>
                    <a:pt x="53828" y="25835"/>
                  </a:lnTo>
                  <a:lnTo>
                    <a:pt x="52422" y="23881"/>
                  </a:lnTo>
                  <a:lnTo>
                    <a:pt x="51507" y="23522"/>
                  </a:lnTo>
                  <a:lnTo>
                    <a:pt x="50434" y="24556"/>
                  </a:lnTo>
                  <a:lnTo>
                    <a:pt x="48714" y="28298"/>
                  </a:lnTo>
                  <a:lnTo>
                    <a:pt x="46965" y="30131"/>
                  </a:lnTo>
                  <a:lnTo>
                    <a:pt x="45397" y="29414"/>
                  </a:lnTo>
                  <a:lnTo>
                    <a:pt x="43287" y="29430"/>
                  </a:lnTo>
                  <a:lnTo>
                    <a:pt x="43063" y="31522"/>
                  </a:lnTo>
                  <a:lnTo>
                    <a:pt x="43471" y="32971"/>
                  </a:lnTo>
                  <a:lnTo>
                    <a:pt x="44624" y="35441"/>
                  </a:lnTo>
                  <a:lnTo>
                    <a:pt x="44083" y="37298"/>
                  </a:lnTo>
                  <a:lnTo>
                    <a:pt x="44484" y="39159"/>
                  </a:lnTo>
                  <a:lnTo>
                    <a:pt x="45235" y="39537"/>
                  </a:lnTo>
                  <a:lnTo>
                    <a:pt x="46369" y="39432"/>
                  </a:lnTo>
                  <a:lnTo>
                    <a:pt x="48466" y="41841"/>
                  </a:lnTo>
                  <a:lnTo>
                    <a:pt x="49383" y="44382"/>
                  </a:lnTo>
                  <a:lnTo>
                    <a:pt x="49969" y="47163"/>
                  </a:lnTo>
                  <a:lnTo>
                    <a:pt x="48692" y="45168"/>
                  </a:lnTo>
                  <a:lnTo>
                    <a:pt x="47844" y="43252"/>
                  </a:lnTo>
                  <a:lnTo>
                    <a:pt x="46662" y="42557"/>
                  </a:lnTo>
                  <a:lnTo>
                    <a:pt x="45018" y="40925"/>
                  </a:lnTo>
                  <a:lnTo>
                    <a:pt x="43985" y="40653"/>
                  </a:lnTo>
                  <a:lnTo>
                    <a:pt x="42886" y="41784"/>
                  </a:lnTo>
                  <a:lnTo>
                    <a:pt x="42801" y="43068"/>
                  </a:lnTo>
                  <a:lnTo>
                    <a:pt x="43985" y="45466"/>
                  </a:lnTo>
                  <a:lnTo>
                    <a:pt x="45069" y="46940"/>
                  </a:lnTo>
                  <a:lnTo>
                    <a:pt x="45643" y="48142"/>
                  </a:lnTo>
                  <a:lnTo>
                    <a:pt x="46026" y="50800"/>
                  </a:lnTo>
                  <a:lnTo>
                    <a:pt x="45808" y="51703"/>
                  </a:lnTo>
                  <a:lnTo>
                    <a:pt x="45408" y="52544"/>
                  </a:lnTo>
                  <a:lnTo>
                    <a:pt x="44122" y="50869"/>
                  </a:lnTo>
                  <a:lnTo>
                    <a:pt x="42157" y="44913"/>
                  </a:lnTo>
                  <a:lnTo>
                    <a:pt x="39415" y="43727"/>
                  </a:lnTo>
                  <a:lnTo>
                    <a:pt x="38956" y="44968"/>
                  </a:lnTo>
                  <a:lnTo>
                    <a:pt x="39494" y="48116"/>
                  </a:lnTo>
                  <a:lnTo>
                    <a:pt x="39884" y="49343"/>
                  </a:lnTo>
                  <a:lnTo>
                    <a:pt x="42267" y="52742"/>
                  </a:lnTo>
                  <a:lnTo>
                    <a:pt x="42076" y="53463"/>
                  </a:lnTo>
                  <a:lnTo>
                    <a:pt x="41729" y="53771"/>
                  </a:lnTo>
                  <a:lnTo>
                    <a:pt x="39062" y="51827"/>
                  </a:lnTo>
                  <a:lnTo>
                    <a:pt x="38286" y="48869"/>
                  </a:lnTo>
                  <a:lnTo>
                    <a:pt x="38100" y="45131"/>
                  </a:lnTo>
                  <a:lnTo>
                    <a:pt x="35639" y="42535"/>
                  </a:lnTo>
                  <a:lnTo>
                    <a:pt x="33318" y="39710"/>
                  </a:lnTo>
                  <a:lnTo>
                    <a:pt x="32799" y="37030"/>
                  </a:lnTo>
                  <a:lnTo>
                    <a:pt x="33276" y="36036"/>
                  </a:lnTo>
                  <a:lnTo>
                    <a:pt x="33615" y="34067"/>
                  </a:lnTo>
                  <a:lnTo>
                    <a:pt x="32339" y="34430"/>
                  </a:lnTo>
                  <a:lnTo>
                    <a:pt x="31539" y="35675"/>
                  </a:lnTo>
                  <a:lnTo>
                    <a:pt x="30245" y="36884"/>
                  </a:lnTo>
                  <a:lnTo>
                    <a:pt x="30192" y="38862"/>
                  </a:lnTo>
                  <a:lnTo>
                    <a:pt x="30397" y="40694"/>
                  </a:lnTo>
                  <a:lnTo>
                    <a:pt x="29969" y="43359"/>
                  </a:lnTo>
                  <a:lnTo>
                    <a:pt x="29553" y="48001"/>
                  </a:lnTo>
                  <a:lnTo>
                    <a:pt x="29816" y="50436"/>
                  </a:lnTo>
                  <a:lnTo>
                    <a:pt x="32619" y="57420"/>
                  </a:lnTo>
                  <a:lnTo>
                    <a:pt x="33577" y="62493"/>
                  </a:lnTo>
                  <a:lnTo>
                    <a:pt x="34265" y="64416"/>
                  </a:lnTo>
                  <a:lnTo>
                    <a:pt x="35699" y="66537"/>
                  </a:lnTo>
                  <a:lnTo>
                    <a:pt x="37195" y="70484"/>
                  </a:lnTo>
                  <a:lnTo>
                    <a:pt x="37829" y="72542"/>
                  </a:lnTo>
                  <a:lnTo>
                    <a:pt x="38281" y="75908"/>
                  </a:lnTo>
                  <a:lnTo>
                    <a:pt x="37022" y="77991"/>
                  </a:lnTo>
                  <a:lnTo>
                    <a:pt x="36289" y="78078"/>
                  </a:lnTo>
                  <a:lnTo>
                    <a:pt x="35884" y="77153"/>
                  </a:lnTo>
                  <a:lnTo>
                    <a:pt x="36451" y="74858"/>
                  </a:lnTo>
                  <a:lnTo>
                    <a:pt x="36370" y="73459"/>
                  </a:lnTo>
                  <a:lnTo>
                    <a:pt x="34427" y="71294"/>
                  </a:lnTo>
                  <a:lnTo>
                    <a:pt x="33604" y="72024"/>
                  </a:lnTo>
                  <a:lnTo>
                    <a:pt x="32656" y="73435"/>
                  </a:lnTo>
                  <a:lnTo>
                    <a:pt x="33198" y="76054"/>
                  </a:lnTo>
                  <a:lnTo>
                    <a:pt x="33807" y="77781"/>
                  </a:lnTo>
                  <a:lnTo>
                    <a:pt x="34112" y="80163"/>
                  </a:lnTo>
                  <a:lnTo>
                    <a:pt x="35277" y="79955"/>
                  </a:lnTo>
                  <a:lnTo>
                    <a:pt x="33709" y="82621"/>
                  </a:lnTo>
                  <a:lnTo>
                    <a:pt x="32238" y="83983"/>
                  </a:lnTo>
                  <a:lnTo>
                    <a:pt x="30790" y="84063"/>
                  </a:lnTo>
                  <a:lnTo>
                    <a:pt x="29869" y="84309"/>
                  </a:lnTo>
                  <a:lnTo>
                    <a:pt x="29551" y="84992"/>
                  </a:lnTo>
                  <a:lnTo>
                    <a:pt x="30300" y="85488"/>
                  </a:lnTo>
                  <a:lnTo>
                    <a:pt x="30913" y="85533"/>
                  </a:lnTo>
                  <a:lnTo>
                    <a:pt x="31909" y="86974"/>
                  </a:lnTo>
                  <a:lnTo>
                    <a:pt x="34743" y="88703"/>
                  </a:lnTo>
                  <a:lnTo>
                    <a:pt x="36094" y="90887"/>
                  </a:lnTo>
                  <a:lnTo>
                    <a:pt x="37420" y="91086"/>
                  </a:lnTo>
                  <a:lnTo>
                    <a:pt x="38755" y="95096"/>
                  </a:lnTo>
                  <a:lnTo>
                    <a:pt x="41064" y="96164"/>
                  </a:lnTo>
                  <a:lnTo>
                    <a:pt x="42380" y="100211"/>
                  </a:lnTo>
                  <a:lnTo>
                    <a:pt x="44130" y="101007"/>
                  </a:lnTo>
                  <a:lnTo>
                    <a:pt x="45637" y="102499"/>
                  </a:lnTo>
                  <a:lnTo>
                    <a:pt x="46079" y="103923"/>
                  </a:lnTo>
                  <a:lnTo>
                    <a:pt x="46299" y="106494"/>
                  </a:lnTo>
                  <a:lnTo>
                    <a:pt x="46397" y="111945"/>
                  </a:lnTo>
                  <a:lnTo>
                    <a:pt x="46723" y="116005"/>
                  </a:lnTo>
                  <a:lnTo>
                    <a:pt x="46734" y="117288"/>
                  </a:lnTo>
                  <a:lnTo>
                    <a:pt x="46654" y="119206"/>
                  </a:lnTo>
                  <a:lnTo>
                    <a:pt x="46244" y="120148"/>
                  </a:lnTo>
                  <a:lnTo>
                    <a:pt x="45690" y="120177"/>
                  </a:lnTo>
                  <a:lnTo>
                    <a:pt x="44606" y="117191"/>
                  </a:lnTo>
                  <a:lnTo>
                    <a:pt x="42942" y="114050"/>
                  </a:lnTo>
                  <a:lnTo>
                    <a:pt x="41189" y="110313"/>
                  </a:lnTo>
                  <a:lnTo>
                    <a:pt x="40691" y="109657"/>
                  </a:lnTo>
                  <a:lnTo>
                    <a:pt x="40283" y="109595"/>
                  </a:lnTo>
                  <a:lnTo>
                    <a:pt x="39345" y="110859"/>
                  </a:lnTo>
                  <a:lnTo>
                    <a:pt x="36738" y="111836"/>
                  </a:lnTo>
                  <a:lnTo>
                    <a:pt x="35515" y="113201"/>
                  </a:lnTo>
                  <a:lnTo>
                    <a:pt x="35055" y="113502"/>
                  </a:lnTo>
                  <a:lnTo>
                    <a:pt x="34927" y="114219"/>
                  </a:lnTo>
                  <a:lnTo>
                    <a:pt x="35500" y="114965"/>
                  </a:lnTo>
                  <a:lnTo>
                    <a:pt x="36203" y="116674"/>
                  </a:lnTo>
                  <a:lnTo>
                    <a:pt x="36203" y="119009"/>
                  </a:lnTo>
                  <a:lnTo>
                    <a:pt x="36783" y="121847"/>
                  </a:lnTo>
                  <a:lnTo>
                    <a:pt x="37532" y="122580"/>
                  </a:lnTo>
                  <a:lnTo>
                    <a:pt x="38509" y="122517"/>
                  </a:lnTo>
                  <a:lnTo>
                    <a:pt x="39068" y="123042"/>
                  </a:lnTo>
                  <a:lnTo>
                    <a:pt x="39213" y="124172"/>
                  </a:lnTo>
                  <a:lnTo>
                    <a:pt x="39781" y="125491"/>
                  </a:lnTo>
                  <a:lnTo>
                    <a:pt x="40155" y="126467"/>
                  </a:lnTo>
                  <a:lnTo>
                    <a:pt x="40139" y="127167"/>
                  </a:lnTo>
                  <a:lnTo>
                    <a:pt x="37415" y="129025"/>
                  </a:lnTo>
                  <a:lnTo>
                    <a:pt x="36846" y="129875"/>
                  </a:lnTo>
                  <a:lnTo>
                    <a:pt x="36368" y="130310"/>
                  </a:lnTo>
                  <a:lnTo>
                    <a:pt x="35660" y="129425"/>
                  </a:lnTo>
                  <a:lnTo>
                    <a:pt x="35619" y="127156"/>
                  </a:lnTo>
                  <a:lnTo>
                    <a:pt x="34683" y="125938"/>
                  </a:lnTo>
                  <a:lnTo>
                    <a:pt x="33825" y="124895"/>
                  </a:lnTo>
                  <a:lnTo>
                    <a:pt x="32795" y="124447"/>
                  </a:lnTo>
                  <a:lnTo>
                    <a:pt x="31920" y="122885"/>
                  </a:lnTo>
                  <a:lnTo>
                    <a:pt x="31349" y="124155"/>
                  </a:lnTo>
                  <a:lnTo>
                    <a:pt x="31805" y="128552"/>
                  </a:lnTo>
                  <a:lnTo>
                    <a:pt x="32795" y="131581"/>
                  </a:lnTo>
                  <a:lnTo>
                    <a:pt x="34452" y="139705"/>
                  </a:lnTo>
                  <a:lnTo>
                    <a:pt x="35204" y="144503"/>
                  </a:lnTo>
                  <a:lnTo>
                    <a:pt x="35355" y="146824"/>
                  </a:lnTo>
                  <a:lnTo>
                    <a:pt x="34981" y="150678"/>
                  </a:lnTo>
                  <a:lnTo>
                    <a:pt x="35795" y="153542"/>
                  </a:lnTo>
                  <a:lnTo>
                    <a:pt x="36352" y="156482"/>
                  </a:lnTo>
                  <a:lnTo>
                    <a:pt x="35739" y="156371"/>
                  </a:lnTo>
                  <a:lnTo>
                    <a:pt x="35206" y="155334"/>
                  </a:lnTo>
                  <a:lnTo>
                    <a:pt x="34312" y="154111"/>
                  </a:lnTo>
                  <a:lnTo>
                    <a:pt x="32579" y="149420"/>
                  </a:lnTo>
                  <a:lnTo>
                    <a:pt x="31976" y="146492"/>
                  </a:lnTo>
                  <a:lnTo>
                    <a:pt x="31254" y="146263"/>
                  </a:lnTo>
                  <a:lnTo>
                    <a:pt x="30002" y="146683"/>
                  </a:lnTo>
                  <a:lnTo>
                    <a:pt x="28629" y="152934"/>
                  </a:lnTo>
                  <a:lnTo>
                    <a:pt x="28634" y="156517"/>
                  </a:lnTo>
                  <a:lnTo>
                    <a:pt x="27923" y="155664"/>
                  </a:lnTo>
                  <a:lnTo>
                    <a:pt x="27314" y="154548"/>
                  </a:lnTo>
                  <a:lnTo>
                    <a:pt x="27388" y="150629"/>
                  </a:lnTo>
                  <a:lnTo>
                    <a:pt x="27328" y="148983"/>
                  </a:lnTo>
                  <a:lnTo>
                    <a:pt x="25661" y="143644"/>
                  </a:lnTo>
                  <a:lnTo>
                    <a:pt x="24897" y="143045"/>
                  </a:lnTo>
                  <a:lnTo>
                    <a:pt x="24541" y="141241"/>
                  </a:lnTo>
                  <a:lnTo>
                    <a:pt x="23927" y="139319"/>
                  </a:lnTo>
                  <a:lnTo>
                    <a:pt x="23136" y="139687"/>
                  </a:lnTo>
                  <a:lnTo>
                    <a:pt x="22490" y="140467"/>
                  </a:lnTo>
                  <a:lnTo>
                    <a:pt x="22311" y="143371"/>
                  </a:lnTo>
                  <a:lnTo>
                    <a:pt x="22245" y="145976"/>
                  </a:lnTo>
                  <a:lnTo>
                    <a:pt x="21763" y="147937"/>
                  </a:lnTo>
                  <a:lnTo>
                    <a:pt x="19987" y="144216"/>
                  </a:lnTo>
                  <a:lnTo>
                    <a:pt x="18201" y="137782"/>
                  </a:lnTo>
                  <a:lnTo>
                    <a:pt x="18154" y="134253"/>
                  </a:lnTo>
                  <a:lnTo>
                    <a:pt x="19462" y="131035"/>
                  </a:lnTo>
                  <a:lnTo>
                    <a:pt x="19306" y="128733"/>
                  </a:lnTo>
                  <a:lnTo>
                    <a:pt x="18067" y="124188"/>
                  </a:lnTo>
                  <a:lnTo>
                    <a:pt x="16283" y="121265"/>
                  </a:lnTo>
                  <a:lnTo>
                    <a:pt x="15283" y="120396"/>
                  </a:lnTo>
                  <a:lnTo>
                    <a:pt x="14813" y="117288"/>
                  </a:lnTo>
                  <a:lnTo>
                    <a:pt x="13855" y="115682"/>
                  </a:lnTo>
                  <a:lnTo>
                    <a:pt x="13081" y="114935"/>
                  </a:lnTo>
                  <a:lnTo>
                    <a:pt x="12928" y="113828"/>
                  </a:lnTo>
                  <a:lnTo>
                    <a:pt x="13162" y="113010"/>
                  </a:lnTo>
                  <a:lnTo>
                    <a:pt x="15039" y="109814"/>
                  </a:lnTo>
                  <a:lnTo>
                    <a:pt x="16139" y="104813"/>
                  </a:lnTo>
                  <a:lnTo>
                    <a:pt x="16685" y="104575"/>
                  </a:lnTo>
                  <a:lnTo>
                    <a:pt x="17808" y="105761"/>
                  </a:lnTo>
                  <a:lnTo>
                    <a:pt x="19070" y="105451"/>
                  </a:lnTo>
                  <a:lnTo>
                    <a:pt x="20106" y="102522"/>
                  </a:lnTo>
                  <a:lnTo>
                    <a:pt x="20984" y="100929"/>
                  </a:lnTo>
                  <a:lnTo>
                    <a:pt x="22464" y="101134"/>
                  </a:lnTo>
                  <a:lnTo>
                    <a:pt x="25806" y="105049"/>
                  </a:lnTo>
                  <a:lnTo>
                    <a:pt x="29398" y="107279"/>
                  </a:lnTo>
                  <a:lnTo>
                    <a:pt x="31189" y="109239"/>
                  </a:lnTo>
                  <a:lnTo>
                    <a:pt x="32203" y="111181"/>
                  </a:lnTo>
                  <a:lnTo>
                    <a:pt x="32741" y="111583"/>
                  </a:lnTo>
                  <a:lnTo>
                    <a:pt x="33592" y="111857"/>
                  </a:lnTo>
                  <a:lnTo>
                    <a:pt x="33554" y="110404"/>
                  </a:lnTo>
                  <a:lnTo>
                    <a:pt x="33280" y="109120"/>
                  </a:lnTo>
                  <a:lnTo>
                    <a:pt x="33989" y="108421"/>
                  </a:lnTo>
                  <a:lnTo>
                    <a:pt x="35914" y="108458"/>
                  </a:lnTo>
                  <a:lnTo>
                    <a:pt x="36265" y="107777"/>
                  </a:lnTo>
                  <a:lnTo>
                    <a:pt x="36621" y="106675"/>
                  </a:lnTo>
                  <a:lnTo>
                    <a:pt x="36223" y="105422"/>
                  </a:lnTo>
                  <a:lnTo>
                    <a:pt x="35586" y="104821"/>
                  </a:lnTo>
                  <a:lnTo>
                    <a:pt x="34905" y="104653"/>
                  </a:lnTo>
                  <a:lnTo>
                    <a:pt x="34456" y="104257"/>
                  </a:lnTo>
                  <a:lnTo>
                    <a:pt x="33732" y="104658"/>
                  </a:lnTo>
                  <a:lnTo>
                    <a:pt x="32603" y="103690"/>
                  </a:lnTo>
                  <a:lnTo>
                    <a:pt x="32020" y="102892"/>
                  </a:lnTo>
                  <a:lnTo>
                    <a:pt x="31677" y="102071"/>
                  </a:lnTo>
                  <a:lnTo>
                    <a:pt x="29715" y="100433"/>
                  </a:lnTo>
                  <a:lnTo>
                    <a:pt x="27854" y="97667"/>
                  </a:lnTo>
                  <a:lnTo>
                    <a:pt x="27435" y="99233"/>
                  </a:lnTo>
                  <a:lnTo>
                    <a:pt x="26683" y="100081"/>
                  </a:lnTo>
                  <a:lnTo>
                    <a:pt x="25612" y="100199"/>
                  </a:lnTo>
                  <a:lnTo>
                    <a:pt x="22602" y="98438"/>
                  </a:lnTo>
                  <a:lnTo>
                    <a:pt x="20753" y="99782"/>
                  </a:lnTo>
                  <a:lnTo>
                    <a:pt x="19745" y="100134"/>
                  </a:lnTo>
                  <a:lnTo>
                    <a:pt x="18974" y="100165"/>
                  </a:lnTo>
                  <a:lnTo>
                    <a:pt x="18026" y="100768"/>
                  </a:lnTo>
                  <a:lnTo>
                    <a:pt x="16931" y="101128"/>
                  </a:lnTo>
                  <a:lnTo>
                    <a:pt x="15983" y="98575"/>
                  </a:lnTo>
                  <a:lnTo>
                    <a:pt x="15584" y="96595"/>
                  </a:lnTo>
                  <a:lnTo>
                    <a:pt x="15303" y="96226"/>
                  </a:lnTo>
                  <a:lnTo>
                    <a:pt x="15288" y="98086"/>
                  </a:lnTo>
                  <a:lnTo>
                    <a:pt x="14984" y="99576"/>
                  </a:lnTo>
                  <a:lnTo>
                    <a:pt x="13595" y="100414"/>
                  </a:lnTo>
                  <a:lnTo>
                    <a:pt x="12795" y="99258"/>
                  </a:lnTo>
                  <a:lnTo>
                    <a:pt x="12181" y="95754"/>
                  </a:lnTo>
                  <a:lnTo>
                    <a:pt x="11403" y="91300"/>
                  </a:lnTo>
                  <a:lnTo>
                    <a:pt x="10034" y="87703"/>
                  </a:lnTo>
                  <a:lnTo>
                    <a:pt x="8925" y="86764"/>
                  </a:lnTo>
                  <a:lnTo>
                    <a:pt x="8829" y="84787"/>
                  </a:lnTo>
                  <a:lnTo>
                    <a:pt x="8931" y="83207"/>
                  </a:lnTo>
                  <a:lnTo>
                    <a:pt x="10263" y="82816"/>
                  </a:lnTo>
                  <a:lnTo>
                    <a:pt x="12347" y="84470"/>
                  </a:lnTo>
                  <a:lnTo>
                    <a:pt x="12777" y="84141"/>
                  </a:lnTo>
                  <a:lnTo>
                    <a:pt x="13246" y="83379"/>
                  </a:lnTo>
                  <a:lnTo>
                    <a:pt x="13156" y="81691"/>
                  </a:lnTo>
                  <a:lnTo>
                    <a:pt x="12855" y="80190"/>
                  </a:lnTo>
                  <a:lnTo>
                    <a:pt x="12282" y="80122"/>
                  </a:lnTo>
                  <a:lnTo>
                    <a:pt x="11885" y="80300"/>
                  </a:lnTo>
                  <a:lnTo>
                    <a:pt x="10604" y="79990"/>
                  </a:lnTo>
                  <a:lnTo>
                    <a:pt x="8958" y="80824"/>
                  </a:lnTo>
                  <a:lnTo>
                    <a:pt x="8194" y="80037"/>
                  </a:lnTo>
                  <a:lnTo>
                    <a:pt x="7941" y="79082"/>
                  </a:lnTo>
                  <a:lnTo>
                    <a:pt x="6564" y="76712"/>
                  </a:lnTo>
                  <a:lnTo>
                    <a:pt x="5374" y="73533"/>
                  </a:lnTo>
                  <a:lnTo>
                    <a:pt x="3446" y="71411"/>
                  </a:lnTo>
                  <a:lnTo>
                    <a:pt x="2188" y="64948"/>
                  </a:lnTo>
                  <a:lnTo>
                    <a:pt x="1129" y="62127"/>
                  </a:lnTo>
                  <a:lnTo>
                    <a:pt x="0" y="60113"/>
                  </a:lnTo>
                  <a:lnTo>
                    <a:pt x="244" y="60076"/>
                  </a:lnTo>
                  <a:lnTo>
                    <a:pt x="673" y="60418"/>
                  </a:lnTo>
                  <a:lnTo>
                    <a:pt x="1493" y="61526"/>
                  </a:lnTo>
                  <a:lnTo>
                    <a:pt x="2365" y="61765"/>
                  </a:lnTo>
                  <a:lnTo>
                    <a:pt x="2842" y="61031"/>
                  </a:lnTo>
                  <a:lnTo>
                    <a:pt x="3116" y="60357"/>
                  </a:lnTo>
                  <a:lnTo>
                    <a:pt x="3295" y="59252"/>
                  </a:lnTo>
                  <a:lnTo>
                    <a:pt x="3367" y="57962"/>
                  </a:lnTo>
                  <a:lnTo>
                    <a:pt x="3508" y="57535"/>
                  </a:lnTo>
                  <a:lnTo>
                    <a:pt x="4175" y="57681"/>
                  </a:lnTo>
                  <a:lnTo>
                    <a:pt x="4386" y="57359"/>
                  </a:lnTo>
                  <a:lnTo>
                    <a:pt x="4377" y="56202"/>
                  </a:lnTo>
                  <a:lnTo>
                    <a:pt x="3946" y="54759"/>
                  </a:lnTo>
                  <a:lnTo>
                    <a:pt x="3568" y="52981"/>
                  </a:lnTo>
                  <a:lnTo>
                    <a:pt x="3565" y="52134"/>
                  </a:lnTo>
                  <a:lnTo>
                    <a:pt x="3880" y="51791"/>
                  </a:lnTo>
                  <a:lnTo>
                    <a:pt x="4400" y="51019"/>
                  </a:lnTo>
                  <a:lnTo>
                    <a:pt x="4680" y="50066"/>
                  </a:lnTo>
                  <a:lnTo>
                    <a:pt x="5233" y="49589"/>
                  </a:lnTo>
                  <a:lnTo>
                    <a:pt x="6050" y="49503"/>
                  </a:lnTo>
                  <a:lnTo>
                    <a:pt x="6962" y="49084"/>
                  </a:lnTo>
                  <a:lnTo>
                    <a:pt x="7551" y="48059"/>
                  </a:lnTo>
                  <a:lnTo>
                    <a:pt x="7637" y="47043"/>
                  </a:lnTo>
                  <a:lnTo>
                    <a:pt x="8006" y="44247"/>
                  </a:lnTo>
                  <a:lnTo>
                    <a:pt x="8246" y="42879"/>
                  </a:lnTo>
                  <a:lnTo>
                    <a:pt x="8635" y="41631"/>
                  </a:lnTo>
                  <a:lnTo>
                    <a:pt x="8846" y="39947"/>
                  </a:lnTo>
                  <a:lnTo>
                    <a:pt x="9261" y="38364"/>
                  </a:lnTo>
                  <a:lnTo>
                    <a:pt x="10131" y="37701"/>
                  </a:lnTo>
                  <a:lnTo>
                    <a:pt x="10920" y="36918"/>
                  </a:lnTo>
                  <a:lnTo>
                    <a:pt x="11515" y="34880"/>
                  </a:lnTo>
                  <a:lnTo>
                    <a:pt x="11848" y="33134"/>
                  </a:lnTo>
                  <a:lnTo>
                    <a:pt x="11850" y="32065"/>
                  </a:lnTo>
                  <a:lnTo>
                    <a:pt x="11354" y="30318"/>
                  </a:lnTo>
                  <a:lnTo>
                    <a:pt x="10984" y="28618"/>
                  </a:lnTo>
                  <a:lnTo>
                    <a:pt x="11082" y="26413"/>
                  </a:lnTo>
                  <a:lnTo>
                    <a:pt x="12644" y="26229"/>
                  </a:lnTo>
                  <a:lnTo>
                    <a:pt x="13191" y="26022"/>
                  </a:lnTo>
                  <a:lnTo>
                    <a:pt x="15218" y="25904"/>
                  </a:lnTo>
                  <a:lnTo>
                    <a:pt x="16143" y="24721"/>
                  </a:lnTo>
                  <a:lnTo>
                    <a:pt x="16783" y="24826"/>
                  </a:lnTo>
                  <a:lnTo>
                    <a:pt x="18119" y="25851"/>
                  </a:lnTo>
                  <a:lnTo>
                    <a:pt x="18715" y="25041"/>
                  </a:lnTo>
                  <a:lnTo>
                    <a:pt x="20463" y="23442"/>
                  </a:lnTo>
                  <a:lnTo>
                    <a:pt x="22190" y="18804"/>
                  </a:lnTo>
                  <a:lnTo>
                    <a:pt x="22925" y="18108"/>
                  </a:lnTo>
                  <a:lnTo>
                    <a:pt x="24599" y="17825"/>
                  </a:lnTo>
                  <a:lnTo>
                    <a:pt x="25124" y="17290"/>
                  </a:lnTo>
                  <a:lnTo>
                    <a:pt x="25736" y="17393"/>
                  </a:lnTo>
                  <a:lnTo>
                    <a:pt x="27613" y="18332"/>
                  </a:lnTo>
                  <a:lnTo>
                    <a:pt x="28681" y="18476"/>
                  </a:lnTo>
                  <a:lnTo>
                    <a:pt x="29947" y="17836"/>
                  </a:lnTo>
                  <a:lnTo>
                    <a:pt x="31342" y="16703"/>
                  </a:lnTo>
                  <a:lnTo>
                    <a:pt x="31690" y="12737"/>
                  </a:lnTo>
                  <a:lnTo>
                    <a:pt x="32022" y="12168"/>
                  </a:lnTo>
                  <a:lnTo>
                    <a:pt x="32890" y="12010"/>
                  </a:lnTo>
                  <a:lnTo>
                    <a:pt x="33543" y="12041"/>
                  </a:lnTo>
                  <a:lnTo>
                    <a:pt x="34804" y="12356"/>
                  </a:lnTo>
                  <a:lnTo>
                    <a:pt x="36304" y="12461"/>
                  </a:lnTo>
                  <a:lnTo>
                    <a:pt x="37269" y="10603"/>
                  </a:lnTo>
                  <a:lnTo>
                    <a:pt x="38791" y="10464"/>
                  </a:lnTo>
                  <a:lnTo>
                    <a:pt x="39497" y="10196"/>
                  </a:lnTo>
                  <a:lnTo>
                    <a:pt x="40676" y="10571"/>
                  </a:lnTo>
                  <a:lnTo>
                    <a:pt x="41818" y="10549"/>
                  </a:lnTo>
                  <a:lnTo>
                    <a:pt x="43282" y="9775"/>
                  </a:lnTo>
                  <a:lnTo>
                    <a:pt x="44646" y="8505"/>
                  </a:lnTo>
                  <a:lnTo>
                    <a:pt x="45713" y="8613"/>
                  </a:lnTo>
                  <a:lnTo>
                    <a:pt x="46147" y="8384"/>
                  </a:lnTo>
                  <a:lnTo>
                    <a:pt x="46396" y="8117"/>
                  </a:lnTo>
                  <a:lnTo>
                    <a:pt x="46662" y="6398"/>
                  </a:lnTo>
                  <a:lnTo>
                    <a:pt x="48668" y="6293"/>
                  </a:lnTo>
                  <a:lnTo>
                    <a:pt x="49348" y="6463"/>
                  </a:lnTo>
                  <a:lnTo>
                    <a:pt x="50468" y="6508"/>
                  </a:lnTo>
                  <a:lnTo>
                    <a:pt x="51632" y="5572"/>
                  </a:lnTo>
                  <a:lnTo>
                    <a:pt x="51981" y="5651"/>
                  </a:lnTo>
                  <a:lnTo>
                    <a:pt x="52569" y="8167"/>
                  </a:lnTo>
                  <a:lnTo>
                    <a:pt x="52876" y="8896"/>
                  </a:lnTo>
                  <a:lnTo>
                    <a:pt x="53510" y="9568"/>
                  </a:lnTo>
                  <a:lnTo>
                    <a:pt x="54921" y="11456"/>
                  </a:lnTo>
                  <a:lnTo>
                    <a:pt x="55175" y="10959"/>
                  </a:lnTo>
                  <a:lnTo>
                    <a:pt x="55763" y="10329"/>
                  </a:lnTo>
                  <a:lnTo>
                    <a:pt x="57451" y="11193"/>
                  </a:lnTo>
                  <a:lnTo>
                    <a:pt x="59060" y="12647"/>
                  </a:lnTo>
                  <a:lnTo>
                    <a:pt x="60416" y="14781"/>
                  </a:lnTo>
                  <a:lnTo>
                    <a:pt x="61921" y="14167"/>
                  </a:lnTo>
                  <a:lnTo>
                    <a:pt x="63591" y="13119"/>
                  </a:lnTo>
                  <a:lnTo>
                    <a:pt x="64677" y="12815"/>
                  </a:lnTo>
                  <a:lnTo>
                    <a:pt x="65856" y="12669"/>
                  </a:lnTo>
                  <a:lnTo>
                    <a:pt x="66559" y="12214"/>
                  </a:lnTo>
                  <a:lnTo>
                    <a:pt x="68151" y="12761"/>
                  </a:lnTo>
                  <a:lnTo>
                    <a:pt x="69797" y="11616"/>
                  </a:lnTo>
                  <a:lnTo>
                    <a:pt x="70591" y="10580"/>
                  </a:lnTo>
                  <a:lnTo>
                    <a:pt x="70819" y="9128"/>
                  </a:lnTo>
                  <a:lnTo>
                    <a:pt x="70685" y="6567"/>
                  </a:lnTo>
                  <a:lnTo>
                    <a:pt x="70313" y="4006"/>
                  </a:lnTo>
                  <a:lnTo>
                    <a:pt x="69919" y="3061"/>
                  </a:lnTo>
                  <a:lnTo>
                    <a:pt x="69793" y="2084"/>
                  </a:lnTo>
                  <a:lnTo>
                    <a:pt x="70018" y="1171"/>
                  </a:lnTo>
                  <a:lnTo>
                    <a:pt x="70269" y="535"/>
                  </a:lnTo>
                  <a:lnTo>
                    <a:pt x="71342" y="0"/>
                  </a:lnTo>
                  <a:lnTo>
                    <a:pt x="72726" y="805"/>
                  </a:lnTo>
                  <a:lnTo>
                    <a:pt x="73758" y="1402"/>
                  </a:lnTo>
                  <a:lnTo>
                    <a:pt x="74356" y="2376"/>
                  </a:lnTo>
                  <a:lnTo>
                    <a:pt x="74730" y="3266"/>
                  </a:lnTo>
                  <a:lnTo>
                    <a:pt x="75300" y="4035"/>
                  </a:lnTo>
                  <a:lnTo>
                    <a:pt x="75723" y="4211"/>
                  </a:lnTo>
                  <a:lnTo>
                    <a:pt x="76050" y="6844"/>
                  </a:lnTo>
                  <a:lnTo>
                    <a:pt x="76225" y="10106"/>
                  </a:lnTo>
                  <a:lnTo>
                    <a:pt x="75965" y="11513"/>
                  </a:lnTo>
                  <a:lnTo>
                    <a:pt x="75206" y="11839"/>
                  </a:lnTo>
                  <a:lnTo>
                    <a:pt x="72839" y="14923"/>
                  </a:lnTo>
                  <a:lnTo>
                    <a:pt x="72781" y="17745"/>
                  </a:lnTo>
                  <a:lnTo>
                    <a:pt x="72813" y="19111"/>
                  </a:lnTo>
                  <a:lnTo>
                    <a:pt x="72861" y="20078"/>
                  </a:lnTo>
                  <a:lnTo>
                    <a:pt x="73108" y="20892"/>
                  </a:lnTo>
                  <a:lnTo>
                    <a:pt x="73108" y="22065"/>
                  </a:lnTo>
                  <a:lnTo>
                    <a:pt x="72843" y="23323"/>
                  </a:lnTo>
                  <a:lnTo>
                    <a:pt x="71809" y="25429"/>
                  </a:lnTo>
                  <a:lnTo>
                    <a:pt x="71092" y="27104"/>
                  </a:lnTo>
                  <a:lnTo>
                    <a:pt x="70290" y="29375"/>
                  </a:lnTo>
                  <a:lnTo>
                    <a:pt x="69836" y="296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0"/>
            <p:cNvSpPr/>
            <p:nvPr/>
          </p:nvSpPr>
          <p:spPr>
            <a:xfrm>
              <a:off x="2487913" y="3272478"/>
              <a:ext cx="2015" cy="6753"/>
            </a:xfrm>
            <a:custGeom>
              <a:avLst/>
              <a:pathLst>
                <a:path w="2015" h="6753">
                  <a:moveTo>
                    <a:pt x="767" y="6629"/>
                  </a:moveTo>
                  <a:lnTo>
                    <a:pt x="0" y="6753"/>
                  </a:lnTo>
                  <a:lnTo>
                    <a:pt x="303" y="5660"/>
                  </a:lnTo>
                  <a:lnTo>
                    <a:pt x="371" y="3798"/>
                  </a:lnTo>
                  <a:lnTo>
                    <a:pt x="773" y="1532"/>
                  </a:lnTo>
                  <a:lnTo>
                    <a:pt x="1400" y="0"/>
                  </a:lnTo>
                  <a:lnTo>
                    <a:pt x="2015" y="405"/>
                  </a:lnTo>
                  <a:lnTo>
                    <a:pt x="1784" y="5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1"/>
            <p:cNvSpPr/>
            <p:nvPr/>
          </p:nvSpPr>
          <p:spPr>
            <a:xfrm>
              <a:off x="2660444" y="1833248"/>
              <a:ext cx="6729" cy="8368"/>
            </a:xfrm>
            <a:custGeom>
              <a:avLst/>
              <a:pathLst>
                <a:path w="6729" h="8368">
                  <a:moveTo>
                    <a:pt x="6022" y="4790"/>
                  </a:moveTo>
                  <a:lnTo>
                    <a:pt x="4700" y="8368"/>
                  </a:lnTo>
                  <a:lnTo>
                    <a:pt x="3379" y="7589"/>
                  </a:lnTo>
                  <a:lnTo>
                    <a:pt x="2725" y="5990"/>
                  </a:lnTo>
                  <a:lnTo>
                    <a:pt x="1424" y="5247"/>
                  </a:lnTo>
                  <a:lnTo>
                    <a:pt x="21" y="5469"/>
                  </a:lnTo>
                  <a:lnTo>
                    <a:pt x="0" y="4836"/>
                  </a:lnTo>
                  <a:lnTo>
                    <a:pt x="4558" y="1025"/>
                  </a:lnTo>
                  <a:lnTo>
                    <a:pt x="6729" y="0"/>
                  </a:lnTo>
                  <a:lnTo>
                    <a:pt x="6575" y="1605"/>
                  </a:lnTo>
                  <a:lnTo>
                    <a:pt x="6162" y="30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2"/>
            <p:cNvSpPr/>
            <p:nvPr/>
          </p:nvSpPr>
          <p:spPr>
            <a:xfrm>
              <a:off x="2770364" y="1692040"/>
              <a:ext cx="3283" cy="5641"/>
            </a:xfrm>
            <a:custGeom>
              <a:avLst/>
              <a:pathLst>
                <a:path w="3283" h="5641">
                  <a:moveTo>
                    <a:pt x="2384" y="5622"/>
                  </a:moveTo>
                  <a:lnTo>
                    <a:pt x="593" y="5641"/>
                  </a:lnTo>
                  <a:lnTo>
                    <a:pt x="0" y="3321"/>
                  </a:lnTo>
                  <a:lnTo>
                    <a:pt x="178" y="792"/>
                  </a:lnTo>
                  <a:lnTo>
                    <a:pt x="2197" y="0"/>
                  </a:lnTo>
                  <a:lnTo>
                    <a:pt x="3283" y="1741"/>
                  </a:lnTo>
                  <a:lnTo>
                    <a:pt x="2894" y="43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3"/>
            <p:cNvSpPr/>
            <p:nvPr/>
          </p:nvSpPr>
          <p:spPr>
            <a:xfrm>
              <a:off x="2607963" y="1567877"/>
              <a:ext cx="7725" cy="12027"/>
            </a:xfrm>
            <a:custGeom>
              <a:avLst/>
              <a:pathLst>
                <a:path w="7725" h="12027">
                  <a:moveTo>
                    <a:pt x="3873" y="10982"/>
                  </a:moveTo>
                  <a:lnTo>
                    <a:pt x="2070" y="12027"/>
                  </a:lnTo>
                  <a:lnTo>
                    <a:pt x="1705" y="11795"/>
                  </a:lnTo>
                  <a:lnTo>
                    <a:pt x="1338" y="11001"/>
                  </a:lnTo>
                  <a:lnTo>
                    <a:pt x="407" y="7390"/>
                  </a:lnTo>
                  <a:lnTo>
                    <a:pt x="131" y="5677"/>
                  </a:lnTo>
                  <a:lnTo>
                    <a:pt x="360" y="3549"/>
                  </a:lnTo>
                  <a:lnTo>
                    <a:pt x="0" y="2050"/>
                  </a:lnTo>
                  <a:lnTo>
                    <a:pt x="1627" y="302"/>
                  </a:lnTo>
                  <a:lnTo>
                    <a:pt x="2942" y="0"/>
                  </a:lnTo>
                  <a:lnTo>
                    <a:pt x="4718" y="457"/>
                  </a:lnTo>
                  <a:lnTo>
                    <a:pt x="7725" y="2235"/>
                  </a:lnTo>
                  <a:lnTo>
                    <a:pt x="7507" y="2810"/>
                  </a:lnTo>
                  <a:lnTo>
                    <a:pt x="6857" y="3738"/>
                  </a:lnTo>
                  <a:lnTo>
                    <a:pt x="5047" y="4948"/>
                  </a:lnTo>
                  <a:lnTo>
                    <a:pt x="4408" y="7680"/>
                  </a:lnTo>
                  <a:lnTo>
                    <a:pt x="4285" y="9052"/>
                  </a:lnTo>
                  <a:lnTo>
                    <a:pt x="4371" y="100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4"/>
            <p:cNvSpPr/>
            <p:nvPr/>
          </p:nvSpPr>
          <p:spPr>
            <a:xfrm>
              <a:off x="2566893" y="1556261"/>
              <a:ext cx="34742" cy="31340"/>
            </a:xfrm>
            <a:custGeom>
              <a:avLst/>
              <a:pathLst>
                <a:path w="34742" h="31340">
                  <a:moveTo>
                    <a:pt x="25179" y="11008"/>
                  </a:moveTo>
                  <a:lnTo>
                    <a:pt x="29010" y="13410"/>
                  </a:lnTo>
                  <a:lnTo>
                    <a:pt x="33072" y="15071"/>
                  </a:lnTo>
                  <a:lnTo>
                    <a:pt x="33469" y="15830"/>
                  </a:lnTo>
                  <a:lnTo>
                    <a:pt x="33784" y="16979"/>
                  </a:lnTo>
                  <a:lnTo>
                    <a:pt x="33857" y="17577"/>
                  </a:lnTo>
                  <a:lnTo>
                    <a:pt x="33765" y="18133"/>
                  </a:lnTo>
                  <a:lnTo>
                    <a:pt x="33507" y="18645"/>
                  </a:lnTo>
                  <a:lnTo>
                    <a:pt x="33804" y="19304"/>
                  </a:lnTo>
                  <a:lnTo>
                    <a:pt x="34655" y="20111"/>
                  </a:lnTo>
                  <a:lnTo>
                    <a:pt x="34742" y="21053"/>
                  </a:lnTo>
                  <a:lnTo>
                    <a:pt x="33726" y="22672"/>
                  </a:lnTo>
                  <a:lnTo>
                    <a:pt x="32297" y="24471"/>
                  </a:lnTo>
                  <a:lnTo>
                    <a:pt x="24727" y="28171"/>
                  </a:lnTo>
                  <a:lnTo>
                    <a:pt x="22049" y="28800"/>
                  </a:lnTo>
                  <a:lnTo>
                    <a:pt x="15429" y="31340"/>
                  </a:lnTo>
                  <a:lnTo>
                    <a:pt x="13404" y="31237"/>
                  </a:lnTo>
                  <a:lnTo>
                    <a:pt x="12957" y="31117"/>
                  </a:lnTo>
                  <a:lnTo>
                    <a:pt x="11704" y="30000"/>
                  </a:lnTo>
                  <a:lnTo>
                    <a:pt x="9988" y="28961"/>
                  </a:lnTo>
                  <a:lnTo>
                    <a:pt x="9184" y="28156"/>
                  </a:lnTo>
                  <a:lnTo>
                    <a:pt x="8474" y="27001"/>
                  </a:lnTo>
                  <a:lnTo>
                    <a:pt x="8757" y="26283"/>
                  </a:lnTo>
                  <a:lnTo>
                    <a:pt x="10032" y="26002"/>
                  </a:lnTo>
                  <a:lnTo>
                    <a:pt x="11848" y="26021"/>
                  </a:lnTo>
                  <a:lnTo>
                    <a:pt x="14509" y="25180"/>
                  </a:lnTo>
                  <a:lnTo>
                    <a:pt x="13773" y="24424"/>
                  </a:lnTo>
                  <a:lnTo>
                    <a:pt x="13074" y="23963"/>
                  </a:lnTo>
                  <a:lnTo>
                    <a:pt x="12591" y="22958"/>
                  </a:lnTo>
                  <a:lnTo>
                    <a:pt x="11481" y="23154"/>
                  </a:lnTo>
                  <a:lnTo>
                    <a:pt x="10649" y="22578"/>
                  </a:lnTo>
                  <a:lnTo>
                    <a:pt x="9044" y="22216"/>
                  </a:lnTo>
                  <a:lnTo>
                    <a:pt x="4858" y="21868"/>
                  </a:lnTo>
                  <a:lnTo>
                    <a:pt x="2129" y="20883"/>
                  </a:lnTo>
                  <a:lnTo>
                    <a:pt x="1323" y="20293"/>
                  </a:lnTo>
                  <a:lnTo>
                    <a:pt x="614" y="19273"/>
                  </a:lnTo>
                  <a:lnTo>
                    <a:pt x="0" y="17837"/>
                  </a:lnTo>
                  <a:lnTo>
                    <a:pt x="896" y="12274"/>
                  </a:lnTo>
                  <a:lnTo>
                    <a:pt x="1510" y="10857"/>
                  </a:lnTo>
                  <a:lnTo>
                    <a:pt x="2929" y="10389"/>
                  </a:lnTo>
                  <a:lnTo>
                    <a:pt x="6399" y="11626"/>
                  </a:lnTo>
                  <a:lnTo>
                    <a:pt x="6864" y="11092"/>
                  </a:lnTo>
                  <a:lnTo>
                    <a:pt x="3069" y="9045"/>
                  </a:lnTo>
                  <a:lnTo>
                    <a:pt x="1674" y="7823"/>
                  </a:lnTo>
                  <a:lnTo>
                    <a:pt x="1263" y="6860"/>
                  </a:lnTo>
                  <a:lnTo>
                    <a:pt x="1017" y="5446"/>
                  </a:lnTo>
                  <a:lnTo>
                    <a:pt x="1020" y="4615"/>
                  </a:lnTo>
                  <a:lnTo>
                    <a:pt x="1191" y="3778"/>
                  </a:lnTo>
                  <a:lnTo>
                    <a:pt x="1529" y="2940"/>
                  </a:lnTo>
                  <a:lnTo>
                    <a:pt x="2453" y="1806"/>
                  </a:lnTo>
                  <a:lnTo>
                    <a:pt x="6300" y="0"/>
                  </a:lnTo>
                  <a:lnTo>
                    <a:pt x="10494" y="615"/>
                  </a:lnTo>
                  <a:lnTo>
                    <a:pt x="17768" y="2836"/>
                  </a:lnTo>
                  <a:lnTo>
                    <a:pt x="18670" y="3306"/>
                  </a:lnTo>
                  <a:lnTo>
                    <a:pt x="20901" y="52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5"/>
            <p:cNvSpPr/>
            <p:nvPr/>
          </p:nvSpPr>
          <p:spPr>
            <a:xfrm>
              <a:off x="2598783" y="1536783"/>
              <a:ext cx="6227" cy="3661"/>
            </a:xfrm>
            <a:custGeom>
              <a:avLst/>
              <a:pathLst>
                <a:path w="6227" h="3661">
                  <a:moveTo>
                    <a:pt x="5442" y="3582"/>
                  </a:moveTo>
                  <a:lnTo>
                    <a:pt x="3905" y="3661"/>
                  </a:lnTo>
                  <a:lnTo>
                    <a:pt x="329" y="3126"/>
                  </a:lnTo>
                  <a:lnTo>
                    <a:pt x="44" y="2783"/>
                  </a:lnTo>
                  <a:lnTo>
                    <a:pt x="0" y="2129"/>
                  </a:lnTo>
                  <a:lnTo>
                    <a:pt x="475" y="249"/>
                  </a:lnTo>
                  <a:lnTo>
                    <a:pt x="2051" y="0"/>
                  </a:lnTo>
                  <a:lnTo>
                    <a:pt x="3925" y="1028"/>
                  </a:lnTo>
                  <a:lnTo>
                    <a:pt x="5946" y="2491"/>
                  </a:lnTo>
                  <a:lnTo>
                    <a:pt x="6227" y="317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6"/>
            <p:cNvSpPr/>
            <p:nvPr/>
          </p:nvSpPr>
          <p:spPr>
            <a:xfrm>
              <a:off x="2876256" y="1534798"/>
              <a:ext cx="30962" cy="17423"/>
            </a:xfrm>
            <a:custGeom>
              <a:avLst/>
              <a:pathLst>
                <a:path w="30962" h="17423">
                  <a:moveTo>
                    <a:pt x="29972" y="3614"/>
                  </a:moveTo>
                  <a:lnTo>
                    <a:pt x="30376" y="5354"/>
                  </a:lnTo>
                  <a:lnTo>
                    <a:pt x="30417" y="6175"/>
                  </a:lnTo>
                  <a:lnTo>
                    <a:pt x="30328" y="6866"/>
                  </a:lnTo>
                  <a:lnTo>
                    <a:pt x="30105" y="7359"/>
                  </a:lnTo>
                  <a:lnTo>
                    <a:pt x="29564" y="7800"/>
                  </a:lnTo>
                  <a:lnTo>
                    <a:pt x="30573" y="8955"/>
                  </a:lnTo>
                  <a:lnTo>
                    <a:pt x="30900" y="9731"/>
                  </a:lnTo>
                  <a:lnTo>
                    <a:pt x="30962" y="10352"/>
                  </a:lnTo>
                  <a:lnTo>
                    <a:pt x="30318" y="11552"/>
                  </a:lnTo>
                  <a:lnTo>
                    <a:pt x="25734" y="13141"/>
                  </a:lnTo>
                  <a:lnTo>
                    <a:pt x="24460" y="13906"/>
                  </a:lnTo>
                  <a:lnTo>
                    <a:pt x="22867" y="15794"/>
                  </a:lnTo>
                  <a:lnTo>
                    <a:pt x="20932" y="17422"/>
                  </a:lnTo>
                  <a:lnTo>
                    <a:pt x="20288" y="17413"/>
                  </a:lnTo>
                  <a:lnTo>
                    <a:pt x="19536" y="15727"/>
                  </a:lnTo>
                  <a:lnTo>
                    <a:pt x="16481" y="14487"/>
                  </a:lnTo>
                  <a:lnTo>
                    <a:pt x="10725" y="15133"/>
                  </a:lnTo>
                  <a:lnTo>
                    <a:pt x="3990" y="16695"/>
                  </a:lnTo>
                  <a:lnTo>
                    <a:pt x="1597" y="17423"/>
                  </a:lnTo>
                  <a:lnTo>
                    <a:pt x="388" y="17035"/>
                  </a:lnTo>
                  <a:lnTo>
                    <a:pt x="17" y="16454"/>
                  </a:lnTo>
                  <a:lnTo>
                    <a:pt x="0" y="15640"/>
                  </a:lnTo>
                  <a:lnTo>
                    <a:pt x="797" y="13262"/>
                  </a:lnTo>
                  <a:lnTo>
                    <a:pt x="1119" y="12658"/>
                  </a:lnTo>
                  <a:lnTo>
                    <a:pt x="2664" y="11867"/>
                  </a:lnTo>
                  <a:lnTo>
                    <a:pt x="3712" y="9776"/>
                  </a:lnTo>
                  <a:lnTo>
                    <a:pt x="3369" y="7502"/>
                  </a:lnTo>
                  <a:lnTo>
                    <a:pt x="3773" y="4330"/>
                  </a:lnTo>
                  <a:lnTo>
                    <a:pt x="4828" y="3837"/>
                  </a:lnTo>
                  <a:lnTo>
                    <a:pt x="7472" y="4964"/>
                  </a:lnTo>
                  <a:lnTo>
                    <a:pt x="9182" y="5202"/>
                  </a:lnTo>
                  <a:lnTo>
                    <a:pt x="12212" y="5347"/>
                  </a:lnTo>
                  <a:lnTo>
                    <a:pt x="16284" y="4964"/>
                  </a:lnTo>
                  <a:lnTo>
                    <a:pt x="19556" y="3676"/>
                  </a:lnTo>
                  <a:lnTo>
                    <a:pt x="25523" y="0"/>
                  </a:lnTo>
                  <a:lnTo>
                    <a:pt x="26583" y="47"/>
                  </a:lnTo>
                  <a:lnTo>
                    <a:pt x="27342" y="1350"/>
                  </a:lnTo>
                  <a:lnTo>
                    <a:pt x="27901" y="1989"/>
                  </a:lnTo>
                  <a:lnTo>
                    <a:pt x="29674" y="29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7"/>
            <p:cNvSpPr/>
            <p:nvPr/>
          </p:nvSpPr>
          <p:spPr>
            <a:xfrm>
              <a:off x="2577956" y="1527310"/>
              <a:ext cx="6049" cy="7765"/>
            </a:xfrm>
            <a:custGeom>
              <a:avLst/>
              <a:pathLst>
                <a:path w="6049" h="7765">
                  <a:moveTo>
                    <a:pt x="4863" y="7572"/>
                  </a:moveTo>
                  <a:lnTo>
                    <a:pt x="3786" y="7765"/>
                  </a:lnTo>
                  <a:lnTo>
                    <a:pt x="693" y="6261"/>
                  </a:lnTo>
                  <a:lnTo>
                    <a:pt x="191" y="5696"/>
                  </a:lnTo>
                  <a:lnTo>
                    <a:pt x="0" y="5003"/>
                  </a:lnTo>
                  <a:lnTo>
                    <a:pt x="119" y="4182"/>
                  </a:lnTo>
                  <a:lnTo>
                    <a:pt x="1104" y="2654"/>
                  </a:lnTo>
                  <a:lnTo>
                    <a:pt x="2955" y="415"/>
                  </a:lnTo>
                  <a:lnTo>
                    <a:pt x="4296" y="0"/>
                  </a:lnTo>
                  <a:lnTo>
                    <a:pt x="5126" y="1402"/>
                  </a:lnTo>
                  <a:lnTo>
                    <a:pt x="5942" y="3286"/>
                  </a:lnTo>
                  <a:lnTo>
                    <a:pt x="6049" y="4244"/>
                  </a:lnTo>
                  <a:lnTo>
                    <a:pt x="5994" y="5373"/>
                  </a:lnTo>
                  <a:lnTo>
                    <a:pt x="5781" y="6328"/>
                  </a:lnTo>
                  <a:lnTo>
                    <a:pt x="5409" y="71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8"/>
            <p:cNvSpPr/>
            <p:nvPr/>
          </p:nvSpPr>
          <p:spPr>
            <a:xfrm>
              <a:off x="2551982" y="1481669"/>
              <a:ext cx="13785" cy="8193"/>
            </a:xfrm>
            <a:custGeom>
              <a:avLst/>
              <a:pathLst>
                <a:path w="13785" h="8193">
                  <a:moveTo>
                    <a:pt x="13785" y="1493"/>
                  </a:moveTo>
                  <a:lnTo>
                    <a:pt x="12159" y="3497"/>
                  </a:lnTo>
                  <a:lnTo>
                    <a:pt x="10831" y="4648"/>
                  </a:lnTo>
                  <a:lnTo>
                    <a:pt x="7953" y="8073"/>
                  </a:lnTo>
                  <a:lnTo>
                    <a:pt x="7459" y="8193"/>
                  </a:lnTo>
                  <a:lnTo>
                    <a:pt x="6682" y="7747"/>
                  </a:lnTo>
                  <a:lnTo>
                    <a:pt x="6079" y="6847"/>
                  </a:lnTo>
                  <a:lnTo>
                    <a:pt x="4992" y="6631"/>
                  </a:lnTo>
                  <a:lnTo>
                    <a:pt x="4613" y="6062"/>
                  </a:lnTo>
                  <a:lnTo>
                    <a:pt x="4461" y="5599"/>
                  </a:lnTo>
                  <a:lnTo>
                    <a:pt x="3978" y="5305"/>
                  </a:lnTo>
                  <a:lnTo>
                    <a:pt x="3211" y="5120"/>
                  </a:lnTo>
                  <a:lnTo>
                    <a:pt x="1980" y="5472"/>
                  </a:lnTo>
                  <a:lnTo>
                    <a:pt x="850" y="5117"/>
                  </a:lnTo>
                  <a:lnTo>
                    <a:pt x="0" y="3618"/>
                  </a:lnTo>
                  <a:lnTo>
                    <a:pt x="1573" y="2613"/>
                  </a:lnTo>
                  <a:lnTo>
                    <a:pt x="2546" y="1754"/>
                  </a:lnTo>
                  <a:lnTo>
                    <a:pt x="6310" y="1416"/>
                  </a:lnTo>
                  <a:lnTo>
                    <a:pt x="7371" y="1810"/>
                  </a:lnTo>
                  <a:lnTo>
                    <a:pt x="8038" y="1800"/>
                  </a:lnTo>
                  <a:lnTo>
                    <a:pt x="9055" y="1567"/>
                  </a:lnTo>
                  <a:lnTo>
                    <a:pt x="11279" y="497"/>
                  </a:lnTo>
                  <a:lnTo>
                    <a:pt x="11611" y="0"/>
                  </a:lnTo>
                  <a:lnTo>
                    <a:pt x="13600" y="6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59"/>
            <p:cNvSpPr/>
            <p:nvPr/>
          </p:nvSpPr>
          <p:spPr>
            <a:xfrm>
              <a:off x="2981503" y="1405855"/>
              <a:ext cx="17254" cy="12249"/>
            </a:xfrm>
            <a:custGeom>
              <a:avLst/>
              <a:pathLst>
                <a:path w="17254" h="12249">
                  <a:moveTo>
                    <a:pt x="10251" y="0"/>
                  </a:moveTo>
                  <a:lnTo>
                    <a:pt x="11164" y="3126"/>
                  </a:lnTo>
                  <a:lnTo>
                    <a:pt x="11570" y="5994"/>
                  </a:lnTo>
                  <a:lnTo>
                    <a:pt x="12991" y="7817"/>
                  </a:lnTo>
                  <a:lnTo>
                    <a:pt x="16035" y="7559"/>
                  </a:lnTo>
                  <a:lnTo>
                    <a:pt x="17254" y="10945"/>
                  </a:lnTo>
                  <a:lnTo>
                    <a:pt x="15021" y="12249"/>
                  </a:lnTo>
                  <a:lnTo>
                    <a:pt x="6191" y="11727"/>
                  </a:lnTo>
                  <a:lnTo>
                    <a:pt x="2537" y="11987"/>
                  </a:lnTo>
                  <a:lnTo>
                    <a:pt x="0" y="9903"/>
                  </a:lnTo>
                  <a:lnTo>
                    <a:pt x="101" y="6254"/>
                  </a:lnTo>
                  <a:lnTo>
                    <a:pt x="405" y="2605"/>
                  </a:lnTo>
                  <a:lnTo>
                    <a:pt x="2943" y="522"/>
                  </a:lnTo>
                  <a:lnTo>
                    <a:pt x="5074" y="2344"/>
                  </a:lnTo>
                  <a:lnTo>
                    <a:pt x="7611" y="10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0"/>
            <p:cNvSpPr/>
            <p:nvPr/>
          </p:nvSpPr>
          <p:spPr>
            <a:xfrm>
              <a:off x="2979270" y="1367546"/>
              <a:ext cx="5785" cy="20328"/>
            </a:xfrm>
            <a:custGeom>
              <a:avLst/>
              <a:pathLst>
                <a:path w="5785" h="20328">
                  <a:moveTo>
                    <a:pt x="5785" y="19545"/>
                  </a:moveTo>
                  <a:lnTo>
                    <a:pt x="4466" y="20328"/>
                  </a:lnTo>
                  <a:lnTo>
                    <a:pt x="0" y="8080"/>
                  </a:lnTo>
                  <a:lnTo>
                    <a:pt x="0" y="3650"/>
                  </a:lnTo>
                  <a:lnTo>
                    <a:pt x="304" y="261"/>
                  </a:lnTo>
                  <a:lnTo>
                    <a:pt x="2334" y="0"/>
                  </a:lnTo>
                  <a:lnTo>
                    <a:pt x="4059" y="1825"/>
                  </a:lnTo>
                  <a:lnTo>
                    <a:pt x="4871" y="88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1"/>
            <p:cNvSpPr/>
            <p:nvPr/>
          </p:nvSpPr>
          <p:spPr>
            <a:xfrm>
              <a:off x="2364630" y="1344992"/>
              <a:ext cx="12215" cy="4450"/>
            </a:xfrm>
            <a:custGeom>
              <a:avLst/>
              <a:pathLst>
                <a:path w="12215" h="4450">
                  <a:moveTo>
                    <a:pt x="9524" y="4189"/>
                  </a:moveTo>
                  <a:lnTo>
                    <a:pt x="5424" y="4450"/>
                  </a:lnTo>
                  <a:lnTo>
                    <a:pt x="1386" y="3299"/>
                  </a:lnTo>
                  <a:lnTo>
                    <a:pt x="0" y="2409"/>
                  </a:lnTo>
                  <a:lnTo>
                    <a:pt x="61" y="1047"/>
                  </a:lnTo>
                  <a:lnTo>
                    <a:pt x="673" y="577"/>
                  </a:lnTo>
                  <a:lnTo>
                    <a:pt x="2855" y="105"/>
                  </a:lnTo>
                  <a:lnTo>
                    <a:pt x="4670" y="0"/>
                  </a:lnTo>
                  <a:lnTo>
                    <a:pt x="5893" y="210"/>
                  </a:lnTo>
                  <a:lnTo>
                    <a:pt x="8769" y="1047"/>
                  </a:lnTo>
                  <a:lnTo>
                    <a:pt x="10849" y="1885"/>
                  </a:lnTo>
                  <a:lnTo>
                    <a:pt x="12215" y="2148"/>
                  </a:lnTo>
                  <a:lnTo>
                    <a:pt x="11828" y="33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2"/>
            <p:cNvSpPr/>
            <p:nvPr/>
          </p:nvSpPr>
          <p:spPr>
            <a:xfrm>
              <a:off x="2989229" y="1332950"/>
              <a:ext cx="6659" cy="6863"/>
            </a:xfrm>
            <a:custGeom>
              <a:avLst/>
              <a:pathLst>
                <a:path w="6659" h="6863">
                  <a:moveTo>
                    <a:pt x="3064" y="6863"/>
                  </a:moveTo>
                  <a:lnTo>
                    <a:pt x="828" y="6863"/>
                  </a:lnTo>
                  <a:lnTo>
                    <a:pt x="0" y="6094"/>
                  </a:lnTo>
                  <a:lnTo>
                    <a:pt x="529" y="4735"/>
                  </a:lnTo>
                  <a:lnTo>
                    <a:pt x="3640" y="354"/>
                  </a:lnTo>
                  <a:lnTo>
                    <a:pt x="4677" y="0"/>
                  </a:lnTo>
                  <a:lnTo>
                    <a:pt x="6197" y="472"/>
                  </a:lnTo>
                  <a:lnTo>
                    <a:pt x="6659" y="2722"/>
                  </a:lnTo>
                  <a:lnTo>
                    <a:pt x="5645" y="49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3"/>
            <p:cNvSpPr/>
            <p:nvPr/>
          </p:nvSpPr>
          <p:spPr>
            <a:xfrm>
              <a:off x="2976631" y="1316207"/>
              <a:ext cx="4974" cy="14854"/>
            </a:xfrm>
            <a:custGeom>
              <a:avLst/>
              <a:pathLst>
                <a:path w="4974" h="14854">
                  <a:moveTo>
                    <a:pt x="3654" y="13812"/>
                  </a:moveTo>
                  <a:lnTo>
                    <a:pt x="2131" y="14854"/>
                  </a:lnTo>
                  <a:lnTo>
                    <a:pt x="1117" y="11727"/>
                  </a:lnTo>
                  <a:lnTo>
                    <a:pt x="203" y="7557"/>
                  </a:lnTo>
                  <a:lnTo>
                    <a:pt x="0" y="2866"/>
                  </a:lnTo>
                  <a:lnTo>
                    <a:pt x="2334" y="520"/>
                  </a:lnTo>
                  <a:lnTo>
                    <a:pt x="3553" y="0"/>
                  </a:lnTo>
                  <a:lnTo>
                    <a:pt x="4364" y="520"/>
                  </a:lnTo>
                  <a:lnTo>
                    <a:pt x="4162" y="2607"/>
                  </a:lnTo>
                  <a:lnTo>
                    <a:pt x="4162" y="6775"/>
                  </a:lnTo>
                  <a:lnTo>
                    <a:pt x="4974" y="96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4"/>
            <p:cNvSpPr/>
            <p:nvPr/>
          </p:nvSpPr>
          <p:spPr>
            <a:xfrm>
              <a:off x="2978661" y="1268516"/>
              <a:ext cx="19994" cy="10163"/>
            </a:xfrm>
            <a:custGeom>
              <a:avLst/>
              <a:pathLst>
                <a:path w="19994" h="10163">
                  <a:moveTo>
                    <a:pt x="17558" y="6775"/>
                  </a:moveTo>
                  <a:lnTo>
                    <a:pt x="12686" y="10163"/>
                  </a:lnTo>
                  <a:lnTo>
                    <a:pt x="5480" y="9903"/>
                  </a:lnTo>
                  <a:lnTo>
                    <a:pt x="1218" y="8339"/>
                  </a:lnTo>
                  <a:lnTo>
                    <a:pt x="0" y="5993"/>
                  </a:lnTo>
                  <a:lnTo>
                    <a:pt x="1623" y="3389"/>
                  </a:lnTo>
                  <a:lnTo>
                    <a:pt x="6800" y="1302"/>
                  </a:lnTo>
                  <a:lnTo>
                    <a:pt x="13296" y="0"/>
                  </a:lnTo>
                  <a:lnTo>
                    <a:pt x="19182" y="782"/>
                  </a:lnTo>
                  <a:lnTo>
                    <a:pt x="19994" y="33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5"/>
            <p:cNvSpPr/>
            <p:nvPr/>
          </p:nvSpPr>
          <p:spPr>
            <a:xfrm>
              <a:off x="2973226" y="1207408"/>
              <a:ext cx="10884" cy="9127"/>
            </a:xfrm>
            <a:custGeom>
              <a:avLst/>
              <a:pathLst>
                <a:path w="10884" h="9127">
                  <a:moveTo>
                    <a:pt x="10884" y="8176"/>
                  </a:moveTo>
                  <a:lnTo>
                    <a:pt x="9699" y="9127"/>
                  </a:lnTo>
                  <a:lnTo>
                    <a:pt x="6664" y="8746"/>
                  </a:lnTo>
                  <a:lnTo>
                    <a:pt x="2776" y="6084"/>
                  </a:lnTo>
                  <a:lnTo>
                    <a:pt x="184" y="3898"/>
                  </a:lnTo>
                  <a:lnTo>
                    <a:pt x="0" y="1331"/>
                  </a:lnTo>
                  <a:lnTo>
                    <a:pt x="1332" y="192"/>
                  </a:lnTo>
                  <a:lnTo>
                    <a:pt x="3406" y="0"/>
                  </a:lnTo>
                  <a:lnTo>
                    <a:pt x="6256" y="2187"/>
                  </a:lnTo>
                  <a:lnTo>
                    <a:pt x="9181" y="51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6"/>
            <p:cNvSpPr/>
            <p:nvPr/>
          </p:nvSpPr>
          <p:spPr>
            <a:xfrm>
              <a:off x="2653985" y="1190596"/>
              <a:ext cx="29936" cy="18501"/>
            </a:xfrm>
            <a:custGeom>
              <a:avLst/>
              <a:pathLst>
                <a:path w="29936" h="18501">
                  <a:moveTo>
                    <a:pt x="28616" y="17980"/>
                  </a:moveTo>
                  <a:lnTo>
                    <a:pt x="26282" y="18501"/>
                  </a:lnTo>
                  <a:lnTo>
                    <a:pt x="21410" y="15374"/>
                  </a:lnTo>
                  <a:lnTo>
                    <a:pt x="13696" y="12246"/>
                  </a:lnTo>
                  <a:lnTo>
                    <a:pt x="6897" y="10163"/>
                  </a:lnTo>
                  <a:lnTo>
                    <a:pt x="502" y="4690"/>
                  </a:lnTo>
                  <a:lnTo>
                    <a:pt x="0" y="2745"/>
                  </a:lnTo>
                  <a:lnTo>
                    <a:pt x="908" y="1040"/>
                  </a:lnTo>
                  <a:lnTo>
                    <a:pt x="6490" y="780"/>
                  </a:lnTo>
                  <a:lnTo>
                    <a:pt x="10956" y="0"/>
                  </a:lnTo>
                  <a:lnTo>
                    <a:pt x="22323" y="3386"/>
                  </a:lnTo>
                  <a:lnTo>
                    <a:pt x="28007" y="6253"/>
                  </a:lnTo>
                  <a:lnTo>
                    <a:pt x="29936" y="8599"/>
                  </a:lnTo>
                  <a:lnTo>
                    <a:pt x="29631" y="132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7"/>
            <p:cNvSpPr/>
            <p:nvPr/>
          </p:nvSpPr>
          <p:spPr>
            <a:xfrm>
              <a:off x="2360911" y="1163781"/>
              <a:ext cx="706509" cy="702798"/>
            </a:xfrm>
            <a:custGeom>
              <a:avLst/>
              <a:pathLst>
                <a:path w="706509" h="702798">
                  <a:moveTo>
                    <a:pt x="493295" y="1027"/>
                  </a:moveTo>
                  <a:lnTo>
                    <a:pt x="504353" y="2802"/>
                  </a:lnTo>
                  <a:lnTo>
                    <a:pt x="510201" y="4866"/>
                  </a:lnTo>
                  <a:lnTo>
                    <a:pt x="511430" y="4798"/>
                  </a:lnTo>
                  <a:lnTo>
                    <a:pt x="519355" y="5590"/>
                  </a:lnTo>
                  <a:lnTo>
                    <a:pt x="526881" y="6580"/>
                  </a:lnTo>
                  <a:lnTo>
                    <a:pt x="539390" y="9159"/>
                  </a:lnTo>
                  <a:lnTo>
                    <a:pt x="541143" y="10005"/>
                  </a:lnTo>
                  <a:lnTo>
                    <a:pt x="539792" y="10699"/>
                  </a:lnTo>
                  <a:lnTo>
                    <a:pt x="536682" y="11176"/>
                  </a:lnTo>
                  <a:lnTo>
                    <a:pt x="520696" y="12025"/>
                  </a:lnTo>
                  <a:lnTo>
                    <a:pt x="491694" y="13066"/>
                  </a:lnTo>
                  <a:lnTo>
                    <a:pt x="475099" y="15090"/>
                  </a:lnTo>
                  <a:lnTo>
                    <a:pt x="469821" y="15195"/>
                  </a:lnTo>
                  <a:lnTo>
                    <a:pt x="469360" y="18207"/>
                  </a:lnTo>
                  <a:lnTo>
                    <a:pt x="471615" y="18371"/>
                  </a:lnTo>
                  <a:lnTo>
                    <a:pt x="475311" y="17964"/>
                  </a:lnTo>
                  <a:lnTo>
                    <a:pt x="488310" y="14949"/>
                  </a:lnTo>
                  <a:lnTo>
                    <a:pt x="493172" y="14452"/>
                  </a:lnTo>
                  <a:lnTo>
                    <a:pt x="502247" y="14703"/>
                  </a:lnTo>
                  <a:lnTo>
                    <a:pt x="514026" y="15834"/>
                  </a:lnTo>
                  <a:lnTo>
                    <a:pt x="518778" y="15436"/>
                  </a:lnTo>
                  <a:lnTo>
                    <a:pt x="527253" y="15732"/>
                  </a:lnTo>
                  <a:lnTo>
                    <a:pt x="537164" y="14868"/>
                  </a:lnTo>
                  <a:lnTo>
                    <a:pt x="548873" y="13001"/>
                  </a:lnTo>
                  <a:lnTo>
                    <a:pt x="552075" y="17169"/>
                  </a:lnTo>
                  <a:lnTo>
                    <a:pt x="556389" y="21340"/>
                  </a:lnTo>
                  <a:lnTo>
                    <a:pt x="559803" y="20879"/>
                  </a:lnTo>
                  <a:lnTo>
                    <a:pt x="562727" y="21112"/>
                  </a:lnTo>
                  <a:lnTo>
                    <a:pt x="563716" y="22482"/>
                  </a:lnTo>
                  <a:lnTo>
                    <a:pt x="565315" y="23062"/>
                  </a:lnTo>
                  <a:lnTo>
                    <a:pt x="568626" y="22750"/>
                  </a:lnTo>
                  <a:lnTo>
                    <a:pt x="578776" y="23947"/>
                  </a:lnTo>
                  <a:lnTo>
                    <a:pt x="585741" y="26097"/>
                  </a:lnTo>
                  <a:lnTo>
                    <a:pt x="588364" y="27099"/>
                  </a:lnTo>
                  <a:lnTo>
                    <a:pt x="589621" y="28527"/>
                  </a:lnTo>
                  <a:lnTo>
                    <a:pt x="590333" y="29673"/>
                  </a:lnTo>
                  <a:lnTo>
                    <a:pt x="589239" y="31082"/>
                  </a:lnTo>
                  <a:lnTo>
                    <a:pt x="584887" y="33591"/>
                  </a:lnTo>
                  <a:lnTo>
                    <a:pt x="579379" y="35898"/>
                  </a:lnTo>
                  <a:lnTo>
                    <a:pt x="571950" y="37672"/>
                  </a:lnTo>
                  <a:lnTo>
                    <a:pt x="563387" y="38784"/>
                  </a:lnTo>
                  <a:lnTo>
                    <a:pt x="497593" y="42504"/>
                  </a:lnTo>
                  <a:lnTo>
                    <a:pt x="495368" y="43388"/>
                  </a:lnTo>
                  <a:lnTo>
                    <a:pt x="494048" y="45646"/>
                  </a:lnTo>
                  <a:lnTo>
                    <a:pt x="494928" y="48582"/>
                  </a:lnTo>
                  <a:lnTo>
                    <a:pt x="498002" y="49041"/>
                  </a:lnTo>
                  <a:lnTo>
                    <a:pt x="505188" y="47388"/>
                  </a:lnTo>
                  <a:lnTo>
                    <a:pt x="517616" y="45822"/>
                  </a:lnTo>
                  <a:lnTo>
                    <a:pt x="526748" y="45897"/>
                  </a:lnTo>
                  <a:lnTo>
                    <a:pt x="548580" y="47233"/>
                  </a:lnTo>
                  <a:lnTo>
                    <a:pt x="555021" y="50729"/>
                  </a:lnTo>
                  <a:lnTo>
                    <a:pt x="558428" y="56102"/>
                  </a:lnTo>
                  <a:lnTo>
                    <a:pt x="565984" y="54895"/>
                  </a:lnTo>
                  <a:lnTo>
                    <a:pt x="567599" y="53973"/>
                  </a:lnTo>
                  <a:lnTo>
                    <a:pt x="568787" y="52373"/>
                  </a:lnTo>
                  <a:lnTo>
                    <a:pt x="569735" y="50656"/>
                  </a:lnTo>
                  <a:lnTo>
                    <a:pt x="570446" y="48825"/>
                  </a:lnTo>
                  <a:lnTo>
                    <a:pt x="571239" y="47578"/>
                  </a:lnTo>
                  <a:lnTo>
                    <a:pt x="572115" y="46917"/>
                  </a:lnTo>
                  <a:lnTo>
                    <a:pt x="573998" y="46365"/>
                  </a:lnTo>
                  <a:lnTo>
                    <a:pt x="578334" y="45699"/>
                  </a:lnTo>
                  <a:lnTo>
                    <a:pt x="589702" y="45052"/>
                  </a:lnTo>
                  <a:lnTo>
                    <a:pt x="592435" y="45237"/>
                  </a:lnTo>
                  <a:lnTo>
                    <a:pt x="594399" y="47744"/>
                  </a:lnTo>
                  <a:lnTo>
                    <a:pt x="594825" y="49210"/>
                  </a:lnTo>
                  <a:lnTo>
                    <a:pt x="594967" y="51119"/>
                  </a:lnTo>
                  <a:lnTo>
                    <a:pt x="594905" y="53473"/>
                  </a:lnTo>
                  <a:lnTo>
                    <a:pt x="594638" y="56274"/>
                  </a:lnTo>
                  <a:lnTo>
                    <a:pt x="593672" y="59046"/>
                  </a:lnTo>
                  <a:lnTo>
                    <a:pt x="590526" y="63888"/>
                  </a:lnTo>
                  <a:lnTo>
                    <a:pt x="587997" y="66525"/>
                  </a:lnTo>
                  <a:lnTo>
                    <a:pt x="585269" y="68425"/>
                  </a:lnTo>
                  <a:lnTo>
                    <a:pt x="580038" y="72764"/>
                  </a:lnTo>
                  <a:lnTo>
                    <a:pt x="578226" y="73923"/>
                  </a:lnTo>
                  <a:lnTo>
                    <a:pt x="572475" y="78981"/>
                  </a:lnTo>
                  <a:lnTo>
                    <a:pt x="571049" y="81326"/>
                  </a:lnTo>
                  <a:lnTo>
                    <a:pt x="570965" y="83043"/>
                  </a:lnTo>
                  <a:lnTo>
                    <a:pt x="571954" y="83370"/>
                  </a:lnTo>
                  <a:lnTo>
                    <a:pt x="573621" y="81756"/>
                  </a:lnTo>
                  <a:lnTo>
                    <a:pt x="574242" y="80603"/>
                  </a:lnTo>
                  <a:lnTo>
                    <a:pt x="575315" y="79397"/>
                  </a:lnTo>
                  <a:lnTo>
                    <a:pt x="583788" y="76218"/>
                  </a:lnTo>
                  <a:lnTo>
                    <a:pt x="585607" y="75332"/>
                  </a:lnTo>
                  <a:lnTo>
                    <a:pt x="591149" y="71551"/>
                  </a:lnTo>
                  <a:lnTo>
                    <a:pt x="594686" y="70132"/>
                  </a:lnTo>
                  <a:lnTo>
                    <a:pt x="597594" y="68649"/>
                  </a:lnTo>
                  <a:lnTo>
                    <a:pt x="599135" y="67596"/>
                  </a:lnTo>
                  <a:lnTo>
                    <a:pt x="607652" y="60139"/>
                  </a:lnTo>
                  <a:lnTo>
                    <a:pt x="612092" y="57907"/>
                  </a:lnTo>
                  <a:lnTo>
                    <a:pt x="616755" y="57903"/>
                  </a:lnTo>
                  <a:lnTo>
                    <a:pt x="617581" y="61680"/>
                  </a:lnTo>
                  <a:lnTo>
                    <a:pt x="623169" y="62265"/>
                  </a:lnTo>
                  <a:lnTo>
                    <a:pt x="625595" y="62102"/>
                  </a:lnTo>
                  <a:lnTo>
                    <a:pt x="629493" y="63020"/>
                  </a:lnTo>
                  <a:lnTo>
                    <a:pt x="631202" y="63780"/>
                  </a:lnTo>
                  <a:lnTo>
                    <a:pt x="634110" y="64163"/>
                  </a:lnTo>
                  <a:lnTo>
                    <a:pt x="637109" y="65064"/>
                  </a:lnTo>
                  <a:lnTo>
                    <a:pt x="639754" y="64097"/>
                  </a:lnTo>
                  <a:lnTo>
                    <a:pt x="640527" y="63491"/>
                  </a:lnTo>
                  <a:lnTo>
                    <a:pt x="643082" y="60744"/>
                  </a:lnTo>
                  <a:lnTo>
                    <a:pt x="646533" y="58311"/>
                  </a:lnTo>
                  <a:lnTo>
                    <a:pt x="649734" y="55273"/>
                  </a:lnTo>
                  <a:lnTo>
                    <a:pt x="650795" y="54537"/>
                  </a:lnTo>
                  <a:lnTo>
                    <a:pt x="652476" y="53867"/>
                  </a:lnTo>
                  <a:lnTo>
                    <a:pt x="654223" y="53605"/>
                  </a:lnTo>
                  <a:lnTo>
                    <a:pt x="658981" y="52184"/>
                  </a:lnTo>
                  <a:lnTo>
                    <a:pt x="660188" y="52084"/>
                  </a:lnTo>
                  <a:lnTo>
                    <a:pt x="662755" y="52533"/>
                  </a:lnTo>
                  <a:lnTo>
                    <a:pt x="674097" y="52766"/>
                  </a:lnTo>
                  <a:lnTo>
                    <a:pt x="680282" y="53499"/>
                  </a:lnTo>
                  <a:lnTo>
                    <a:pt x="688896" y="55534"/>
                  </a:lnTo>
                  <a:lnTo>
                    <a:pt x="694898" y="56648"/>
                  </a:lnTo>
                  <a:lnTo>
                    <a:pt x="697678" y="57635"/>
                  </a:lnTo>
                  <a:lnTo>
                    <a:pt x="701726" y="59750"/>
                  </a:lnTo>
                  <a:lnTo>
                    <a:pt x="704990" y="61963"/>
                  </a:lnTo>
                  <a:lnTo>
                    <a:pt x="706509" y="62614"/>
                  </a:lnTo>
                  <a:lnTo>
                    <a:pt x="706450" y="63316"/>
                  </a:lnTo>
                  <a:lnTo>
                    <a:pt x="705320" y="64286"/>
                  </a:lnTo>
                  <a:lnTo>
                    <a:pt x="697235" y="67678"/>
                  </a:lnTo>
                  <a:lnTo>
                    <a:pt x="694590" y="69945"/>
                  </a:lnTo>
                  <a:lnTo>
                    <a:pt x="686937" y="74221"/>
                  </a:lnTo>
                  <a:lnTo>
                    <a:pt x="683197" y="75690"/>
                  </a:lnTo>
                  <a:lnTo>
                    <a:pt x="679134" y="76266"/>
                  </a:lnTo>
                  <a:lnTo>
                    <a:pt x="674610" y="76404"/>
                  </a:lnTo>
                  <a:lnTo>
                    <a:pt x="671676" y="77019"/>
                  </a:lnTo>
                  <a:lnTo>
                    <a:pt x="671241" y="77605"/>
                  </a:lnTo>
                  <a:lnTo>
                    <a:pt x="673331" y="79379"/>
                  </a:lnTo>
                  <a:lnTo>
                    <a:pt x="674251" y="80643"/>
                  </a:lnTo>
                  <a:lnTo>
                    <a:pt x="674117" y="81767"/>
                  </a:lnTo>
                  <a:lnTo>
                    <a:pt x="671919" y="83432"/>
                  </a:lnTo>
                  <a:lnTo>
                    <a:pt x="671086" y="83810"/>
                  </a:lnTo>
                  <a:lnTo>
                    <a:pt x="663138" y="85047"/>
                  </a:lnTo>
                  <a:lnTo>
                    <a:pt x="659128" y="87146"/>
                  </a:lnTo>
                  <a:lnTo>
                    <a:pt x="653894" y="87403"/>
                  </a:lnTo>
                  <a:lnTo>
                    <a:pt x="650195" y="87163"/>
                  </a:lnTo>
                  <a:lnTo>
                    <a:pt x="645112" y="89421"/>
                  </a:lnTo>
                  <a:lnTo>
                    <a:pt x="647101" y="91258"/>
                  </a:lnTo>
                  <a:lnTo>
                    <a:pt x="648923" y="92056"/>
                  </a:lnTo>
                  <a:lnTo>
                    <a:pt x="654587" y="93728"/>
                  </a:lnTo>
                  <a:lnTo>
                    <a:pt x="654641" y="94689"/>
                  </a:lnTo>
                  <a:lnTo>
                    <a:pt x="651935" y="96631"/>
                  </a:lnTo>
                  <a:lnTo>
                    <a:pt x="648241" y="98920"/>
                  </a:lnTo>
                  <a:lnTo>
                    <a:pt x="643872" y="100507"/>
                  </a:lnTo>
                  <a:lnTo>
                    <a:pt x="642229" y="100745"/>
                  </a:lnTo>
                  <a:lnTo>
                    <a:pt x="640157" y="100347"/>
                  </a:lnTo>
                  <a:lnTo>
                    <a:pt x="638246" y="100432"/>
                  </a:lnTo>
                  <a:lnTo>
                    <a:pt x="634039" y="101163"/>
                  </a:lnTo>
                  <a:lnTo>
                    <a:pt x="630033" y="101280"/>
                  </a:lnTo>
                  <a:lnTo>
                    <a:pt x="622879" y="100245"/>
                  </a:lnTo>
                  <a:lnTo>
                    <a:pt x="619007" y="99048"/>
                  </a:lnTo>
                  <a:lnTo>
                    <a:pt x="616970" y="98634"/>
                  </a:lnTo>
                  <a:lnTo>
                    <a:pt x="614402" y="98749"/>
                  </a:lnTo>
                  <a:lnTo>
                    <a:pt x="613414" y="99231"/>
                  </a:lnTo>
                  <a:lnTo>
                    <a:pt x="609366" y="102088"/>
                  </a:lnTo>
                  <a:lnTo>
                    <a:pt x="607379" y="104039"/>
                  </a:lnTo>
                  <a:lnTo>
                    <a:pt x="606105" y="106033"/>
                  </a:lnTo>
                  <a:lnTo>
                    <a:pt x="605561" y="108207"/>
                  </a:lnTo>
                  <a:lnTo>
                    <a:pt x="605746" y="110562"/>
                  </a:lnTo>
                  <a:lnTo>
                    <a:pt x="606240" y="112175"/>
                  </a:lnTo>
                  <a:lnTo>
                    <a:pt x="607041" y="113049"/>
                  </a:lnTo>
                  <a:lnTo>
                    <a:pt x="608001" y="113579"/>
                  </a:lnTo>
                  <a:lnTo>
                    <a:pt x="609682" y="113856"/>
                  </a:lnTo>
                  <a:lnTo>
                    <a:pt x="613381" y="113593"/>
                  </a:lnTo>
                  <a:lnTo>
                    <a:pt x="614836" y="113742"/>
                  </a:lnTo>
                  <a:lnTo>
                    <a:pt x="615279" y="114219"/>
                  </a:lnTo>
                  <a:lnTo>
                    <a:pt x="616078" y="115727"/>
                  </a:lnTo>
                  <a:lnTo>
                    <a:pt x="615935" y="117150"/>
                  </a:lnTo>
                  <a:lnTo>
                    <a:pt x="615265" y="119150"/>
                  </a:lnTo>
                  <a:lnTo>
                    <a:pt x="614746" y="121482"/>
                  </a:lnTo>
                  <a:lnTo>
                    <a:pt x="614379" y="124149"/>
                  </a:lnTo>
                  <a:lnTo>
                    <a:pt x="614577" y="125606"/>
                  </a:lnTo>
                  <a:lnTo>
                    <a:pt x="616073" y="125925"/>
                  </a:lnTo>
                  <a:lnTo>
                    <a:pt x="616775" y="125820"/>
                  </a:lnTo>
                  <a:lnTo>
                    <a:pt x="617590" y="126298"/>
                  </a:lnTo>
                  <a:lnTo>
                    <a:pt x="618515" y="127361"/>
                  </a:lnTo>
                  <a:lnTo>
                    <a:pt x="619211" y="128483"/>
                  </a:lnTo>
                  <a:lnTo>
                    <a:pt x="619677" y="129667"/>
                  </a:lnTo>
                  <a:lnTo>
                    <a:pt x="619433" y="130643"/>
                  </a:lnTo>
                  <a:lnTo>
                    <a:pt x="618479" y="131412"/>
                  </a:lnTo>
                  <a:lnTo>
                    <a:pt x="616324" y="132279"/>
                  </a:lnTo>
                  <a:lnTo>
                    <a:pt x="611020" y="133992"/>
                  </a:lnTo>
                  <a:lnTo>
                    <a:pt x="610482" y="134514"/>
                  </a:lnTo>
                  <a:lnTo>
                    <a:pt x="610065" y="135556"/>
                  </a:lnTo>
                  <a:lnTo>
                    <a:pt x="609771" y="137121"/>
                  </a:lnTo>
                  <a:lnTo>
                    <a:pt x="609131" y="138545"/>
                  </a:lnTo>
                  <a:lnTo>
                    <a:pt x="608145" y="139825"/>
                  </a:lnTo>
                  <a:lnTo>
                    <a:pt x="607252" y="140588"/>
                  </a:lnTo>
                  <a:lnTo>
                    <a:pt x="605533" y="140927"/>
                  </a:lnTo>
                  <a:lnTo>
                    <a:pt x="603279" y="140972"/>
                  </a:lnTo>
                  <a:lnTo>
                    <a:pt x="600749" y="141708"/>
                  </a:lnTo>
                  <a:lnTo>
                    <a:pt x="594786" y="146000"/>
                  </a:lnTo>
                  <a:lnTo>
                    <a:pt x="594697" y="146476"/>
                  </a:lnTo>
                  <a:lnTo>
                    <a:pt x="596930" y="147854"/>
                  </a:lnTo>
                  <a:lnTo>
                    <a:pt x="596835" y="149062"/>
                  </a:lnTo>
                  <a:lnTo>
                    <a:pt x="594084" y="154239"/>
                  </a:lnTo>
                  <a:lnTo>
                    <a:pt x="593331" y="156804"/>
                  </a:lnTo>
                  <a:lnTo>
                    <a:pt x="592734" y="160322"/>
                  </a:lnTo>
                  <a:lnTo>
                    <a:pt x="591753" y="163288"/>
                  </a:lnTo>
                  <a:lnTo>
                    <a:pt x="590387" y="165704"/>
                  </a:lnTo>
                  <a:lnTo>
                    <a:pt x="589044" y="168493"/>
                  </a:lnTo>
                  <a:lnTo>
                    <a:pt x="587722" y="171649"/>
                  </a:lnTo>
                  <a:lnTo>
                    <a:pt x="587929" y="174075"/>
                  </a:lnTo>
                  <a:lnTo>
                    <a:pt x="589663" y="175764"/>
                  </a:lnTo>
                  <a:lnTo>
                    <a:pt x="591956" y="174399"/>
                  </a:lnTo>
                  <a:lnTo>
                    <a:pt x="594807" y="169977"/>
                  </a:lnTo>
                  <a:lnTo>
                    <a:pt x="597906" y="168067"/>
                  </a:lnTo>
                  <a:lnTo>
                    <a:pt x="601253" y="168667"/>
                  </a:lnTo>
                  <a:lnTo>
                    <a:pt x="604167" y="169542"/>
                  </a:lnTo>
                  <a:lnTo>
                    <a:pt x="607889" y="171272"/>
                  </a:lnTo>
                  <a:lnTo>
                    <a:pt x="611006" y="172349"/>
                  </a:lnTo>
                  <a:lnTo>
                    <a:pt x="613697" y="173769"/>
                  </a:lnTo>
                  <a:lnTo>
                    <a:pt x="614807" y="174967"/>
                  </a:lnTo>
                  <a:lnTo>
                    <a:pt x="615925" y="176653"/>
                  </a:lnTo>
                  <a:lnTo>
                    <a:pt x="615934" y="177718"/>
                  </a:lnTo>
                  <a:lnTo>
                    <a:pt x="613961" y="178292"/>
                  </a:lnTo>
                  <a:lnTo>
                    <a:pt x="613310" y="178110"/>
                  </a:lnTo>
                  <a:lnTo>
                    <a:pt x="608371" y="175321"/>
                  </a:lnTo>
                  <a:lnTo>
                    <a:pt x="605968" y="174627"/>
                  </a:lnTo>
                  <a:lnTo>
                    <a:pt x="602779" y="175461"/>
                  </a:lnTo>
                  <a:lnTo>
                    <a:pt x="599998" y="176721"/>
                  </a:lnTo>
                  <a:lnTo>
                    <a:pt x="602496" y="181794"/>
                  </a:lnTo>
                  <a:lnTo>
                    <a:pt x="605164" y="184126"/>
                  </a:lnTo>
                  <a:lnTo>
                    <a:pt x="610035" y="185190"/>
                  </a:lnTo>
                  <a:lnTo>
                    <a:pt x="612579" y="186311"/>
                  </a:lnTo>
                  <a:lnTo>
                    <a:pt x="614434" y="187743"/>
                  </a:lnTo>
                  <a:lnTo>
                    <a:pt x="615885" y="188441"/>
                  </a:lnTo>
                  <a:lnTo>
                    <a:pt x="617834" y="188134"/>
                  </a:lnTo>
                  <a:lnTo>
                    <a:pt x="620453" y="186724"/>
                  </a:lnTo>
                  <a:lnTo>
                    <a:pt x="624107" y="186648"/>
                  </a:lnTo>
                  <a:lnTo>
                    <a:pt x="625755" y="187347"/>
                  </a:lnTo>
                  <a:lnTo>
                    <a:pt x="626948" y="188650"/>
                  </a:lnTo>
                  <a:lnTo>
                    <a:pt x="627485" y="191086"/>
                  </a:lnTo>
                  <a:lnTo>
                    <a:pt x="627365" y="194654"/>
                  </a:lnTo>
                  <a:lnTo>
                    <a:pt x="626968" y="197340"/>
                  </a:lnTo>
                  <a:lnTo>
                    <a:pt x="626292" y="199147"/>
                  </a:lnTo>
                  <a:lnTo>
                    <a:pt x="624977" y="201566"/>
                  </a:lnTo>
                  <a:lnTo>
                    <a:pt x="623878" y="202006"/>
                  </a:lnTo>
                  <a:lnTo>
                    <a:pt x="622330" y="201875"/>
                  </a:lnTo>
                  <a:lnTo>
                    <a:pt x="620891" y="201379"/>
                  </a:lnTo>
                  <a:lnTo>
                    <a:pt x="619560" y="200515"/>
                  </a:lnTo>
                  <a:lnTo>
                    <a:pt x="617542" y="199841"/>
                  </a:lnTo>
                  <a:lnTo>
                    <a:pt x="613486" y="199116"/>
                  </a:lnTo>
                  <a:lnTo>
                    <a:pt x="609387" y="197541"/>
                  </a:lnTo>
                  <a:lnTo>
                    <a:pt x="607093" y="197151"/>
                  </a:lnTo>
                  <a:lnTo>
                    <a:pt x="602232" y="197352"/>
                  </a:lnTo>
                  <a:lnTo>
                    <a:pt x="596992" y="198350"/>
                  </a:lnTo>
                  <a:lnTo>
                    <a:pt x="596786" y="199660"/>
                  </a:lnTo>
                  <a:lnTo>
                    <a:pt x="589251" y="204234"/>
                  </a:lnTo>
                  <a:lnTo>
                    <a:pt x="587705" y="204172"/>
                  </a:lnTo>
                  <a:lnTo>
                    <a:pt x="585613" y="202601"/>
                  </a:lnTo>
                  <a:lnTo>
                    <a:pt x="582685" y="201096"/>
                  </a:lnTo>
                  <a:lnTo>
                    <a:pt x="580970" y="201108"/>
                  </a:lnTo>
                  <a:lnTo>
                    <a:pt x="578435" y="203012"/>
                  </a:lnTo>
                  <a:lnTo>
                    <a:pt x="577805" y="203750"/>
                  </a:lnTo>
                  <a:lnTo>
                    <a:pt x="577836" y="204445"/>
                  </a:lnTo>
                  <a:lnTo>
                    <a:pt x="579702" y="206091"/>
                  </a:lnTo>
                  <a:lnTo>
                    <a:pt x="580460" y="206470"/>
                  </a:lnTo>
                  <a:lnTo>
                    <a:pt x="581424" y="206788"/>
                  </a:lnTo>
                  <a:lnTo>
                    <a:pt x="584774" y="207183"/>
                  </a:lnTo>
                  <a:lnTo>
                    <a:pt x="586229" y="207615"/>
                  </a:lnTo>
                  <a:lnTo>
                    <a:pt x="587601" y="212725"/>
                  </a:lnTo>
                  <a:lnTo>
                    <a:pt x="589776" y="215882"/>
                  </a:lnTo>
                  <a:lnTo>
                    <a:pt x="590706" y="216527"/>
                  </a:lnTo>
                  <a:lnTo>
                    <a:pt x="591528" y="216759"/>
                  </a:lnTo>
                  <a:lnTo>
                    <a:pt x="594191" y="216643"/>
                  </a:lnTo>
                  <a:lnTo>
                    <a:pt x="597621" y="215578"/>
                  </a:lnTo>
                  <a:lnTo>
                    <a:pt x="598819" y="216430"/>
                  </a:lnTo>
                  <a:lnTo>
                    <a:pt x="601345" y="217474"/>
                  </a:lnTo>
                  <a:lnTo>
                    <a:pt x="602823" y="217733"/>
                  </a:lnTo>
                  <a:lnTo>
                    <a:pt x="604619" y="217691"/>
                  </a:lnTo>
                  <a:lnTo>
                    <a:pt x="606641" y="218087"/>
                  </a:lnTo>
                  <a:lnTo>
                    <a:pt x="609411" y="220995"/>
                  </a:lnTo>
                  <a:lnTo>
                    <a:pt x="608320" y="224659"/>
                  </a:lnTo>
                  <a:lnTo>
                    <a:pt x="610056" y="227594"/>
                  </a:lnTo>
                  <a:lnTo>
                    <a:pt x="612827" y="230619"/>
                  </a:lnTo>
                  <a:lnTo>
                    <a:pt x="613484" y="231726"/>
                  </a:lnTo>
                  <a:lnTo>
                    <a:pt x="613752" y="233733"/>
                  </a:lnTo>
                  <a:lnTo>
                    <a:pt x="613814" y="235057"/>
                  </a:lnTo>
                  <a:lnTo>
                    <a:pt x="614023" y="236266"/>
                  </a:lnTo>
                  <a:lnTo>
                    <a:pt x="614376" y="237359"/>
                  </a:lnTo>
                  <a:lnTo>
                    <a:pt x="614744" y="239500"/>
                  </a:lnTo>
                  <a:lnTo>
                    <a:pt x="615124" y="242691"/>
                  </a:lnTo>
                  <a:lnTo>
                    <a:pt x="615022" y="245298"/>
                  </a:lnTo>
                  <a:lnTo>
                    <a:pt x="614439" y="247318"/>
                  </a:lnTo>
                  <a:lnTo>
                    <a:pt x="613284" y="248784"/>
                  </a:lnTo>
                  <a:lnTo>
                    <a:pt x="611559" y="249696"/>
                  </a:lnTo>
                  <a:lnTo>
                    <a:pt x="610152" y="249457"/>
                  </a:lnTo>
                  <a:lnTo>
                    <a:pt x="609063" y="248066"/>
                  </a:lnTo>
                  <a:lnTo>
                    <a:pt x="607527" y="246584"/>
                  </a:lnTo>
                  <a:lnTo>
                    <a:pt x="605547" y="245010"/>
                  </a:lnTo>
                  <a:lnTo>
                    <a:pt x="602252" y="244824"/>
                  </a:lnTo>
                  <a:lnTo>
                    <a:pt x="597408" y="249472"/>
                  </a:lnTo>
                  <a:lnTo>
                    <a:pt x="595245" y="249705"/>
                  </a:lnTo>
                  <a:lnTo>
                    <a:pt x="593488" y="250168"/>
                  </a:lnTo>
                  <a:lnTo>
                    <a:pt x="591613" y="252195"/>
                  </a:lnTo>
                  <a:lnTo>
                    <a:pt x="588853" y="253417"/>
                  </a:lnTo>
                  <a:lnTo>
                    <a:pt x="586416" y="252932"/>
                  </a:lnTo>
                  <a:lnTo>
                    <a:pt x="582137" y="250572"/>
                  </a:lnTo>
                  <a:lnTo>
                    <a:pt x="583692" y="252149"/>
                  </a:lnTo>
                  <a:lnTo>
                    <a:pt x="585918" y="253994"/>
                  </a:lnTo>
                  <a:lnTo>
                    <a:pt x="587303" y="254952"/>
                  </a:lnTo>
                  <a:lnTo>
                    <a:pt x="588326" y="255160"/>
                  </a:lnTo>
                  <a:lnTo>
                    <a:pt x="589447" y="254938"/>
                  </a:lnTo>
                  <a:lnTo>
                    <a:pt x="591062" y="254182"/>
                  </a:lnTo>
                  <a:lnTo>
                    <a:pt x="594707" y="252084"/>
                  </a:lnTo>
                  <a:lnTo>
                    <a:pt x="595673" y="251764"/>
                  </a:lnTo>
                  <a:lnTo>
                    <a:pt x="596489" y="251912"/>
                  </a:lnTo>
                  <a:lnTo>
                    <a:pt x="597156" y="252531"/>
                  </a:lnTo>
                  <a:lnTo>
                    <a:pt x="597924" y="254329"/>
                  </a:lnTo>
                  <a:lnTo>
                    <a:pt x="598791" y="257309"/>
                  </a:lnTo>
                  <a:lnTo>
                    <a:pt x="598681" y="259843"/>
                  </a:lnTo>
                  <a:lnTo>
                    <a:pt x="597591" y="261934"/>
                  </a:lnTo>
                  <a:lnTo>
                    <a:pt x="596659" y="263274"/>
                  </a:lnTo>
                  <a:lnTo>
                    <a:pt x="595885" y="263865"/>
                  </a:lnTo>
                  <a:lnTo>
                    <a:pt x="595882" y="264329"/>
                  </a:lnTo>
                  <a:lnTo>
                    <a:pt x="597918" y="264868"/>
                  </a:lnTo>
                  <a:lnTo>
                    <a:pt x="600800" y="262140"/>
                  </a:lnTo>
                  <a:lnTo>
                    <a:pt x="601714" y="258751"/>
                  </a:lnTo>
                  <a:lnTo>
                    <a:pt x="603033" y="254843"/>
                  </a:lnTo>
                  <a:lnTo>
                    <a:pt x="605367" y="253541"/>
                  </a:lnTo>
                  <a:lnTo>
                    <a:pt x="608007" y="254843"/>
                  </a:lnTo>
                  <a:lnTo>
                    <a:pt x="610138" y="258492"/>
                  </a:lnTo>
                  <a:lnTo>
                    <a:pt x="613152" y="265203"/>
                  </a:lnTo>
                  <a:lnTo>
                    <a:pt x="614423" y="265902"/>
                  </a:lnTo>
                  <a:lnTo>
                    <a:pt x="616038" y="267514"/>
                  </a:lnTo>
                  <a:lnTo>
                    <a:pt x="616751" y="269490"/>
                  </a:lnTo>
                  <a:lnTo>
                    <a:pt x="616560" y="271833"/>
                  </a:lnTo>
                  <a:lnTo>
                    <a:pt x="616216" y="273534"/>
                  </a:lnTo>
                  <a:lnTo>
                    <a:pt x="615717" y="274594"/>
                  </a:lnTo>
                  <a:lnTo>
                    <a:pt x="615093" y="275266"/>
                  </a:lnTo>
                  <a:lnTo>
                    <a:pt x="613970" y="275696"/>
                  </a:lnTo>
                  <a:lnTo>
                    <a:pt x="611904" y="276036"/>
                  </a:lnTo>
                  <a:lnTo>
                    <a:pt x="607286" y="275318"/>
                  </a:lnTo>
                  <a:lnTo>
                    <a:pt x="604882" y="275302"/>
                  </a:lnTo>
                  <a:lnTo>
                    <a:pt x="605180" y="277612"/>
                  </a:lnTo>
                  <a:lnTo>
                    <a:pt x="600317" y="279600"/>
                  </a:lnTo>
                  <a:lnTo>
                    <a:pt x="594835" y="280382"/>
                  </a:lnTo>
                  <a:lnTo>
                    <a:pt x="589644" y="278828"/>
                  </a:lnTo>
                  <a:lnTo>
                    <a:pt x="585336" y="276440"/>
                  </a:lnTo>
                  <a:lnTo>
                    <a:pt x="586750" y="273102"/>
                  </a:lnTo>
                  <a:lnTo>
                    <a:pt x="587556" y="269394"/>
                  </a:lnTo>
                  <a:lnTo>
                    <a:pt x="585474" y="266942"/>
                  </a:lnTo>
                  <a:lnTo>
                    <a:pt x="585017" y="266890"/>
                  </a:lnTo>
                  <a:lnTo>
                    <a:pt x="585736" y="270681"/>
                  </a:lnTo>
                  <a:lnTo>
                    <a:pt x="585131" y="272133"/>
                  </a:lnTo>
                  <a:lnTo>
                    <a:pt x="582778" y="273902"/>
                  </a:lnTo>
                  <a:lnTo>
                    <a:pt x="581116" y="274719"/>
                  </a:lnTo>
                  <a:lnTo>
                    <a:pt x="580970" y="275197"/>
                  </a:lnTo>
                  <a:lnTo>
                    <a:pt x="581784" y="275609"/>
                  </a:lnTo>
                  <a:lnTo>
                    <a:pt x="582316" y="276404"/>
                  </a:lnTo>
                  <a:lnTo>
                    <a:pt x="582565" y="277580"/>
                  </a:lnTo>
                  <a:lnTo>
                    <a:pt x="582285" y="278768"/>
                  </a:lnTo>
                  <a:lnTo>
                    <a:pt x="581473" y="279965"/>
                  </a:lnTo>
                  <a:lnTo>
                    <a:pt x="581031" y="280971"/>
                  </a:lnTo>
                  <a:lnTo>
                    <a:pt x="580959" y="281784"/>
                  </a:lnTo>
                  <a:lnTo>
                    <a:pt x="581703" y="282776"/>
                  </a:lnTo>
                  <a:lnTo>
                    <a:pt x="583266" y="283940"/>
                  </a:lnTo>
                  <a:lnTo>
                    <a:pt x="584959" y="284516"/>
                  </a:lnTo>
                  <a:lnTo>
                    <a:pt x="592892" y="284768"/>
                  </a:lnTo>
                  <a:lnTo>
                    <a:pt x="596069" y="285394"/>
                  </a:lnTo>
                  <a:lnTo>
                    <a:pt x="603606" y="288143"/>
                  </a:lnTo>
                  <a:lnTo>
                    <a:pt x="603944" y="288987"/>
                  </a:lnTo>
                  <a:lnTo>
                    <a:pt x="602667" y="293912"/>
                  </a:lnTo>
                  <a:lnTo>
                    <a:pt x="601968" y="298644"/>
                  </a:lnTo>
                  <a:lnTo>
                    <a:pt x="600506" y="299510"/>
                  </a:lnTo>
                  <a:lnTo>
                    <a:pt x="592575" y="299714"/>
                  </a:lnTo>
                  <a:lnTo>
                    <a:pt x="590019" y="300452"/>
                  </a:lnTo>
                  <a:lnTo>
                    <a:pt x="586280" y="302626"/>
                  </a:lnTo>
                  <a:lnTo>
                    <a:pt x="582687" y="305233"/>
                  </a:lnTo>
                  <a:lnTo>
                    <a:pt x="580825" y="305252"/>
                  </a:lnTo>
                  <a:lnTo>
                    <a:pt x="573453" y="302977"/>
                  </a:lnTo>
                  <a:lnTo>
                    <a:pt x="570625" y="301456"/>
                  </a:lnTo>
                  <a:lnTo>
                    <a:pt x="564556" y="297159"/>
                  </a:lnTo>
                  <a:lnTo>
                    <a:pt x="559986" y="290619"/>
                  </a:lnTo>
                  <a:lnTo>
                    <a:pt x="557889" y="293339"/>
                  </a:lnTo>
                  <a:lnTo>
                    <a:pt x="556608" y="294636"/>
                  </a:lnTo>
                  <a:lnTo>
                    <a:pt x="555284" y="295308"/>
                  </a:lnTo>
                  <a:lnTo>
                    <a:pt x="554007" y="295413"/>
                  </a:lnTo>
                  <a:lnTo>
                    <a:pt x="552776" y="294949"/>
                  </a:lnTo>
                  <a:lnTo>
                    <a:pt x="551381" y="293919"/>
                  </a:lnTo>
                  <a:lnTo>
                    <a:pt x="549040" y="291528"/>
                  </a:lnTo>
                  <a:lnTo>
                    <a:pt x="546248" y="289166"/>
                  </a:lnTo>
                  <a:lnTo>
                    <a:pt x="544294" y="288044"/>
                  </a:lnTo>
                  <a:lnTo>
                    <a:pt x="544220" y="288362"/>
                  </a:lnTo>
                  <a:lnTo>
                    <a:pt x="545374" y="289752"/>
                  </a:lnTo>
                  <a:lnTo>
                    <a:pt x="547065" y="291354"/>
                  </a:lnTo>
                  <a:lnTo>
                    <a:pt x="551341" y="296064"/>
                  </a:lnTo>
                  <a:lnTo>
                    <a:pt x="552844" y="297254"/>
                  </a:lnTo>
                  <a:lnTo>
                    <a:pt x="552695" y="298100"/>
                  </a:lnTo>
                  <a:lnTo>
                    <a:pt x="549995" y="298853"/>
                  </a:lnTo>
                  <a:lnTo>
                    <a:pt x="546717" y="300472"/>
                  </a:lnTo>
                  <a:lnTo>
                    <a:pt x="545113" y="301664"/>
                  </a:lnTo>
                  <a:lnTo>
                    <a:pt x="542635" y="304555"/>
                  </a:lnTo>
                  <a:lnTo>
                    <a:pt x="541775" y="305004"/>
                  </a:lnTo>
                  <a:lnTo>
                    <a:pt x="538068" y="305731"/>
                  </a:lnTo>
                  <a:lnTo>
                    <a:pt x="536845" y="305554"/>
                  </a:lnTo>
                  <a:lnTo>
                    <a:pt x="534104" y="303961"/>
                  </a:lnTo>
                  <a:lnTo>
                    <a:pt x="529976" y="302919"/>
                  </a:lnTo>
                  <a:lnTo>
                    <a:pt x="527545" y="301993"/>
                  </a:lnTo>
                  <a:lnTo>
                    <a:pt x="524165" y="300316"/>
                  </a:lnTo>
                  <a:lnTo>
                    <a:pt x="525327" y="302152"/>
                  </a:lnTo>
                  <a:lnTo>
                    <a:pt x="531838" y="304949"/>
                  </a:lnTo>
                  <a:lnTo>
                    <a:pt x="532549" y="305851"/>
                  </a:lnTo>
                  <a:lnTo>
                    <a:pt x="531217" y="307530"/>
                  </a:lnTo>
                  <a:lnTo>
                    <a:pt x="530400" y="308144"/>
                  </a:lnTo>
                  <a:lnTo>
                    <a:pt x="528849" y="308273"/>
                  </a:lnTo>
                  <a:lnTo>
                    <a:pt x="526565" y="307921"/>
                  </a:lnTo>
                  <a:lnTo>
                    <a:pt x="524228" y="307993"/>
                  </a:lnTo>
                  <a:lnTo>
                    <a:pt x="521841" y="308486"/>
                  </a:lnTo>
                  <a:lnTo>
                    <a:pt x="520814" y="309116"/>
                  </a:lnTo>
                  <a:lnTo>
                    <a:pt x="521148" y="309882"/>
                  </a:lnTo>
                  <a:lnTo>
                    <a:pt x="521717" y="310580"/>
                  </a:lnTo>
                  <a:lnTo>
                    <a:pt x="522520" y="311210"/>
                  </a:lnTo>
                  <a:lnTo>
                    <a:pt x="523271" y="311204"/>
                  </a:lnTo>
                  <a:lnTo>
                    <a:pt x="525091" y="309295"/>
                  </a:lnTo>
                  <a:lnTo>
                    <a:pt x="526471" y="309159"/>
                  </a:lnTo>
                  <a:lnTo>
                    <a:pt x="530117" y="309630"/>
                  </a:lnTo>
                  <a:lnTo>
                    <a:pt x="533803" y="308141"/>
                  </a:lnTo>
                  <a:lnTo>
                    <a:pt x="536460" y="307499"/>
                  </a:lnTo>
                  <a:lnTo>
                    <a:pt x="538454" y="307334"/>
                  </a:lnTo>
                  <a:lnTo>
                    <a:pt x="545701" y="305059"/>
                  </a:lnTo>
                  <a:lnTo>
                    <a:pt x="547205" y="302512"/>
                  </a:lnTo>
                  <a:lnTo>
                    <a:pt x="549636" y="301492"/>
                  </a:lnTo>
                  <a:lnTo>
                    <a:pt x="555043" y="300710"/>
                  </a:lnTo>
                  <a:lnTo>
                    <a:pt x="560274" y="301111"/>
                  </a:lnTo>
                  <a:lnTo>
                    <a:pt x="562964" y="301439"/>
                  </a:lnTo>
                  <a:lnTo>
                    <a:pt x="565143" y="303847"/>
                  </a:lnTo>
                  <a:lnTo>
                    <a:pt x="568064" y="305552"/>
                  </a:lnTo>
                  <a:lnTo>
                    <a:pt x="570500" y="307497"/>
                  </a:lnTo>
                  <a:lnTo>
                    <a:pt x="573354" y="308138"/>
                  </a:lnTo>
                  <a:lnTo>
                    <a:pt x="575009" y="310726"/>
                  </a:lnTo>
                  <a:lnTo>
                    <a:pt x="579636" y="313619"/>
                  </a:lnTo>
                  <a:lnTo>
                    <a:pt x="582582" y="314241"/>
                  </a:lnTo>
                  <a:lnTo>
                    <a:pt x="584399" y="315617"/>
                  </a:lnTo>
                  <a:lnTo>
                    <a:pt x="584547" y="321458"/>
                  </a:lnTo>
                  <a:lnTo>
                    <a:pt x="584739" y="323980"/>
                  </a:lnTo>
                  <a:lnTo>
                    <a:pt x="583956" y="330960"/>
                  </a:lnTo>
                  <a:lnTo>
                    <a:pt x="581592" y="332569"/>
                  </a:lnTo>
                  <a:lnTo>
                    <a:pt x="582064" y="336248"/>
                  </a:lnTo>
                  <a:lnTo>
                    <a:pt x="581443" y="339225"/>
                  </a:lnTo>
                  <a:lnTo>
                    <a:pt x="579092" y="338095"/>
                  </a:lnTo>
                  <a:lnTo>
                    <a:pt x="576683" y="336140"/>
                  </a:lnTo>
                  <a:lnTo>
                    <a:pt x="570915" y="333107"/>
                  </a:lnTo>
                  <a:lnTo>
                    <a:pt x="565548" y="331157"/>
                  </a:lnTo>
                  <a:lnTo>
                    <a:pt x="563463" y="329388"/>
                  </a:lnTo>
                  <a:lnTo>
                    <a:pt x="561006" y="328020"/>
                  </a:lnTo>
                  <a:lnTo>
                    <a:pt x="557674" y="322448"/>
                  </a:lnTo>
                  <a:lnTo>
                    <a:pt x="555503" y="315521"/>
                  </a:lnTo>
                  <a:lnTo>
                    <a:pt x="554551" y="312096"/>
                  </a:lnTo>
                  <a:lnTo>
                    <a:pt x="552726" y="311904"/>
                  </a:lnTo>
                  <a:lnTo>
                    <a:pt x="550379" y="312821"/>
                  </a:lnTo>
                  <a:lnTo>
                    <a:pt x="548330" y="313791"/>
                  </a:lnTo>
                  <a:lnTo>
                    <a:pt x="547348" y="315450"/>
                  </a:lnTo>
                  <a:lnTo>
                    <a:pt x="540386" y="317732"/>
                  </a:lnTo>
                  <a:lnTo>
                    <a:pt x="537859" y="319295"/>
                  </a:lnTo>
                  <a:lnTo>
                    <a:pt x="536417" y="319249"/>
                  </a:lnTo>
                  <a:lnTo>
                    <a:pt x="531217" y="321605"/>
                  </a:lnTo>
                  <a:lnTo>
                    <a:pt x="533300" y="322733"/>
                  </a:lnTo>
                  <a:lnTo>
                    <a:pt x="534273" y="322876"/>
                  </a:lnTo>
                  <a:lnTo>
                    <a:pt x="536374" y="322238"/>
                  </a:lnTo>
                  <a:lnTo>
                    <a:pt x="537636" y="321425"/>
                  </a:lnTo>
                  <a:lnTo>
                    <a:pt x="542375" y="319196"/>
                  </a:lnTo>
                  <a:lnTo>
                    <a:pt x="546180" y="318815"/>
                  </a:lnTo>
                  <a:lnTo>
                    <a:pt x="547560" y="317854"/>
                  </a:lnTo>
                  <a:lnTo>
                    <a:pt x="550468" y="316481"/>
                  </a:lnTo>
                  <a:lnTo>
                    <a:pt x="552441" y="316118"/>
                  </a:lnTo>
                  <a:lnTo>
                    <a:pt x="552716" y="316466"/>
                  </a:lnTo>
                  <a:lnTo>
                    <a:pt x="552928" y="317089"/>
                  </a:lnTo>
                  <a:lnTo>
                    <a:pt x="554321" y="325544"/>
                  </a:lnTo>
                  <a:lnTo>
                    <a:pt x="553737" y="327795"/>
                  </a:lnTo>
                  <a:lnTo>
                    <a:pt x="552170" y="328770"/>
                  </a:lnTo>
                  <a:lnTo>
                    <a:pt x="548819" y="330370"/>
                  </a:lnTo>
                  <a:lnTo>
                    <a:pt x="547949" y="331145"/>
                  </a:lnTo>
                  <a:lnTo>
                    <a:pt x="548936" y="332504"/>
                  </a:lnTo>
                  <a:lnTo>
                    <a:pt x="552086" y="331223"/>
                  </a:lnTo>
                  <a:lnTo>
                    <a:pt x="554127" y="329833"/>
                  </a:lnTo>
                  <a:lnTo>
                    <a:pt x="555214" y="330340"/>
                  </a:lnTo>
                  <a:lnTo>
                    <a:pt x="557000" y="332467"/>
                  </a:lnTo>
                  <a:lnTo>
                    <a:pt x="559013" y="333558"/>
                  </a:lnTo>
                  <a:lnTo>
                    <a:pt x="564129" y="336825"/>
                  </a:lnTo>
                  <a:lnTo>
                    <a:pt x="566552" y="338626"/>
                  </a:lnTo>
                  <a:lnTo>
                    <a:pt x="569961" y="340363"/>
                  </a:lnTo>
                  <a:lnTo>
                    <a:pt x="573818" y="342774"/>
                  </a:lnTo>
                  <a:lnTo>
                    <a:pt x="574822" y="343624"/>
                  </a:lnTo>
                  <a:lnTo>
                    <a:pt x="578348" y="344876"/>
                  </a:lnTo>
                  <a:lnTo>
                    <a:pt x="579099" y="345303"/>
                  </a:lnTo>
                  <a:lnTo>
                    <a:pt x="580557" y="349558"/>
                  </a:lnTo>
                  <a:lnTo>
                    <a:pt x="581773" y="350032"/>
                  </a:lnTo>
                  <a:lnTo>
                    <a:pt x="585281" y="350302"/>
                  </a:lnTo>
                  <a:lnTo>
                    <a:pt x="584664" y="351952"/>
                  </a:lnTo>
                  <a:lnTo>
                    <a:pt x="581238" y="355624"/>
                  </a:lnTo>
                  <a:lnTo>
                    <a:pt x="579466" y="356796"/>
                  </a:lnTo>
                  <a:lnTo>
                    <a:pt x="579026" y="357518"/>
                  </a:lnTo>
                  <a:lnTo>
                    <a:pt x="579194" y="358811"/>
                  </a:lnTo>
                  <a:lnTo>
                    <a:pt x="579297" y="360975"/>
                  </a:lnTo>
                  <a:lnTo>
                    <a:pt x="580011" y="364958"/>
                  </a:lnTo>
                  <a:lnTo>
                    <a:pt x="580815" y="361270"/>
                  </a:lnTo>
                  <a:lnTo>
                    <a:pt x="581376" y="359531"/>
                  </a:lnTo>
                  <a:lnTo>
                    <a:pt x="582127" y="359010"/>
                  </a:lnTo>
                  <a:lnTo>
                    <a:pt x="582865" y="358934"/>
                  </a:lnTo>
                  <a:lnTo>
                    <a:pt x="585261" y="357289"/>
                  </a:lnTo>
                  <a:lnTo>
                    <a:pt x="587668" y="358172"/>
                  </a:lnTo>
                  <a:lnTo>
                    <a:pt x="588293" y="362334"/>
                  </a:lnTo>
                  <a:lnTo>
                    <a:pt x="588601" y="366220"/>
                  </a:lnTo>
                  <a:lnTo>
                    <a:pt x="588389" y="369576"/>
                  </a:lnTo>
                  <a:lnTo>
                    <a:pt x="588654" y="374792"/>
                  </a:lnTo>
                  <a:lnTo>
                    <a:pt x="588563" y="376552"/>
                  </a:lnTo>
                  <a:lnTo>
                    <a:pt x="589131" y="378079"/>
                  </a:lnTo>
                  <a:lnTo>
                    <a:pt x="589720" y="384407"/>
                  </a:lnTo>
                  <a:lnTo>
                    <a:pt x="590310" y="386306"/>
                  </a:lnTo>
                  <a:lnTo>
                    <a:pt x="589126" y="388009"/>
                  </a:lnTo>
                  <a:lnTo>
                    <a:pt x="585467" y="388751"/>
                  </a:lnTo>
                  <a:lnTo>
                    <a:pt x="584020" y="387911"/>
                  </a:lnTo>
                  <a:lnTo>
                    <a:pt x="580396" y="388191"/>
                  </a:lnTo>
                  <a:lnTo>
                    <a:pt x="580392" y="386692"/>
                  </a:lnTo>
                  <a:lnTo>
                    <a:pt x="580215" y="384974"/>
                  </a:lnTo>
                  <a:lnTo>
                    <a:pt x="580201" y="383773"/>
                  </a:lnTo>
                  <a:lnTo>
                    <a:pt x="579959" y="382687"/>
                  </a:lnTo>
                  <a:lnTo>
                    <a:pt x="579788" y="376443"/>
                  </a:lnTo>
                  <a:lnTo>
                    <a:pt x="578763" y="377985"/>
                  </a:lnTo>
                  <a:lnTo>
                    <a:pt x="578702" y="379250"/>
                  </a:lnTo>
                  <a:lnTo>
                    <a:pt x="578430" y="380537"/>
                  </a:lnTo>
                  <a:lnTo>
                    <a:pt x="577801" y="387278"/>
                  </a:lnTo>
                  <a:lnTo>
                    <a:pt x="576869" y="388933"/>
                  </a:lnTo>
                  <a:lnTo>
                    <a:pt x="573970" y="388535"/>
                  </a:lnTo>
                  <a:lnTo>
                    <a:pt x="571115" y="388780"/>
                  </a:lnTo>
                  <a:lnTo>
                    <a:pt x="569536" y="388529"/>
                  </a:lnTo>
                  <a:lnTo>
                    <a:pt x="564197" y="385450"/>
                  </a:lnTo>
                  <a:lnTo>
                    <a:pt x="562130" y="382664"/>
                  </a:lnTo>
                  <a:lnTo>
                    <a:pt x="560301" y="378480"/>
                  </a:lnTo>
                  <a:lnTo>
                    <a:pt x="559171" y="374570"/>
                  </a:lnTo>
                  <a:lnTo>
                    <a:pt x="558743" y="370937"/>
                  </a:lnTo>
                  <a:lnTo>
                    <a:pt x="557462" y="367980"/>
                  </a:lnTo>
                  <a:lnTo>
                    <a:pt x="555331" y="365701"/>
                  </a:lnTo>
                  <a:lnTo>
                    <a:pt x="552813" y="363852"/>
                  </a:lnTo>
                  <a:lnTo>
                    <a:pt x="549908" y="362438"/>
                  </a:lnTo>
                  <a:lnTo>
                    <a:pt x="547358" y="360613"/>
                  </a:lnTo>
                  <a:lnTo>
                    <a:pt x="545163" y="358381"/>
                  </a:lnTo>
                  <a:lnTo>
                    <a:pt x="542745" y="356644"/>
                  </a:lnTo>
                  <a:lnTo>
                    <a:pt x="540106" y="355406"/>
                  </a:lnTo>
                  <a:lnTo>
                    <a:pt x="536352" y="354874"/>
                  </a:lnTo>
                  <a:lnTo>
                    <a:pt x="530861" y="355069"/>
                  </a:lnTo>
                  <a:lnTo>
                    <a:pt x="527154" y="353673"/>
                  </a:lnTo>
                  <a:lnTo>
                    <a:pt x="526273" y="353792"/>
                  </a:lnTo>
                  <a:lnTo>
                    <a:pt x="525409" y="354512"/>
                  </a:lnTo>
                  <a:lnTo>
                    <a:pt x="526045" y="356566"/>
                  </a:lnTo>
                  <a:lnTo>
                    <a:pt x="530301" y="357508"/>
                  </a:lnTo>
                  <a:lnTo>
                    <a:pt x="533583" y="357723"/>
                  </a:lnTo>
                  <a:lnTo>
                    <a:pt x="537932" y="357589"/>
                  </a:lnTo>
                  <a:lnTo>
                    <a:pt x="540595" y="358117"/>
                  </a:lnTo>
                  <a:lnTo>
                    <a:pt x="541572" y="359306"/>
                  </a:lnTo>
                  <a:lnTo>
                    <a:pt x="542244" y="361423"/>
                  </a:lnTo>
                  <a:lnTo>
                    <a:pt x="542610" y="364466"/>
                  </a:lnTo>
                  <a:lnTo>
                    <a:pt x="541751" y="366881"/>
                  </a:lnTo>
                  <a:lnTo>
                    <a:pt x="538622" y="369563"/>
                  </a:lnTo>
                  <a:lnTo>
                    <a:pt x="536972" y="370820"/>
                  </a:lnTo>
                  <a:lnTo>
                    <a:pt x="532156" y="373231"/>
                  </a:lnTo>
                  <a:lnTo>
                    <a:pt x="530523" y="373769"/>
                  </a:lnTo>
                  <a:lnTo>
                    <a:pt x="526502" y="373933"/>
                  </a:lnTo>
                  <a:lnTo>
                    <a:pt x="523414" y="373701"/>
                  </a:lnTo>
                  <a:lnTo>
                    <a:pt x="519350" y="372499"/>
                  </a:lnTo>
                  <a:lnTo>
                    <a:pt x="517047" y="372255"/>
                  </a:lnTo>
                  <a:lnTo>
                    <a:pt x="512280" y="372094"/>
                  </a:lnTo>
                  <a:lnTo>
                    <a:pt x="511183" y="372515"/>
                  </a:lnTo>
                  <a:lnTo>
                    <a:pt x="512413" y="373804"/>
                  </a:lnTo>
                  <a:lnTo>
                    <a:pt x="514435" y="374534"/>
                  </a:lnTo>
                  <a:lnTo>
                    <a:pt x="515859" y="375402"/>
                  </a:lnTo>
                  <a:lnTo>
                    <a:pt x="516007" y="377048"/>
                  </a:lnTo>
                  <a:lnTo>
                    <a:pt x="515494" y="379493"/>
                  </a:lnTo>
                  <a:lnTo>
                    <a:pt x="514965" y="381200"/>
                  </a:lnTo>
                  <a:lnTo>
                    <a:pt x="514092" y="382481"/>
                  </a:lnTo>
                  <a:lnTo>
                    <a:pt x="510964" y="384907"/>
                  </a:lnTo>
                  <a:lnTo>
                    <a:pt x="509668" y="385675"/>
                  </a:lnTo>
                  <a:lnTo>
                    <a:pt x="503837" y="388217"/>
                  </a:lnTo>
                  <a:lnTo>
                    <a:pt x="503431" y="388707"/>
                  </a:lnTo>
                  <a:lnTo>
                    <a:pt x="504796" y="388640"/>
                  </a:lnTo>
                  <a:lnTo>
                    <a:pt x="508483" y="387737"/>
                  </a:lnTo>
                  <a:lnTo>
                    <a:pt x="509544" y="387763"/>
                  </a:lnTo>
                  <a:lnTo>
                    <a:pt x="515596" y="389969"/>
                  </a:lnTo>
                  <a:lnTo>
                    <a:pt x="520417" y="389838"/>
                  </a:lnTo>
                  <a:lnTo>
                    <a:pt x="530185" y="387803"/>
                  </a:lnTo>
                  <a:lnTo>
                    <a:pt x="530988" y="387842"/>
                  </a:lnTo>
                  <a:lnTo>
                    <a:pt x="531629" y="388163"/>
                  </a:lnTo>
                  <a:lnTo>
                    <a:pt x="532278" y="388926"/>
                  </a:lnTo>
                  <a:lnTo>
                    <a:pt x="532934" y="390135"/>
                  </a:lnTo>
                  <a:lnTo>
                    <a:pt x="532147" y="391304"/>
                  </a:lnTo>
                  <a:lnTo>
                    <a:pt x="529916" y="392432"/>
                  </a:lnTo>
                  <a:lnTo>
                    <a:pt x="526442" y="393546"/>
                  </a:lnTo>
                  <a:lnTo>
                    <a:pt x="524938" y="394299"/>
                  </a:lnTo>
                  <a:lnTo>
                    <a:pt x="523501" y="395439"/>
                  </a:lnTo>
                  <a:lnTo>
                    <a:pt x="520823" y="398177"/>
                  </a:lnTo>
                  <a:lnTo>
                    <a:pt x="520040" y="401021"/>
                  </a:lnTo>
                  <a:lnTo>
                    <a:pt x="522856" y="402103"/>
                  </a:lnTo>
                  <a:lnTo>
                    <a:pt x="524121" y="400734"/>
                  </a:lnTo>
                  <a:lnTo>
                    <a:pt x="525614" y="397694"/>
                  </a:lnTo>
                  <a:lnTo>
                    <a:pt x="526958" y="395909"/>
                  </a:lnTo>
                  <a:lnTo>
                    <a:pt x="530129" y="394699"/>
                  </a:lnTo>
                  <a:lnTo>
                    <a:pt x="534001" y="395315"/>
                  </a:lnTo>
                  <a:lnTo>
                    <a:pt x="536993" y="394598"/>
                  </a:lnTo>
                  <a:lnTo>
                    <a:pt x="543102" y="391602"/>
                  </a:lnTo>
                  <a:lnTo>
                    <a:pt x="544195" y="391419"/>
                  </a:lnTo>
                  <a:lnTo>
                    <a:pt x="553183" y="393136"/>
                  </a:lnTo>
                  <a:lnTo>
                    <a:pt x="561329" y="396501"/>
                  </a:lnTo>
                  <a:lnTo>
                    <a:pt x="565629" y="397739"/>
                  </a:lnTo>
                  <a:lnTo>
                    <a:pt x="571315" y="398469"/>
                  </a:lnTo>
                  <a:lnTo>
                    <a:pt x="581543" y="398137"/>
                  </a:lnTo>
                  <a:lnTo>
                    <a:pt x="582440" y="398666"/>
                  </a:lnTo>
                  <a:lnTo>
                    <a:pt x="582107" y="399858"/>
                  </a:lnTo>
                  <a:lnTo>
                    <a:pt x="581513" y="400868"/>
                  </a:lnTo>
                  <a:lnTo>
                    <a:pt x="579810" y="402276"/>
                  </a:lnTo>
                  <a:lnTo>
                    <a:pt x="577740" y="403207"/>
                  </a:lnTo>
                  <a:lnTo>
                    <a:pt x="576460" y="403470"/>
                  </a:lnTo>
                  <a:lnTo>
                    <a:pt x="575370" y="404135"/>
                  </a:lnTo>
                  <a:lnTo>
                    <a:pt x="572922" y="404785"/>
                  </a:lnTo>
                  <a:lnTo>
                    <a:pt x="572294" y="405313"/>
                  </a:lnTo>
                  <a:lnTo>
                    <a:pt x="573141" y="407622"/>
                  </a:lnTo>
                  <a:lnTo>
                    <a:pt x="572739" y="407980"/>
                  </a:lnTo>
                  <a:lnTo>
                    <a:pt x="570582" y="408017"/>
                  </a:lnTo>
                  <a:lnTo>
                    <a:pt x="566950" y="409522"/>
                  </a:lnTo>
                  <a:lnTo>
                    <a:pt x="563969" y="409414"/>
                  </a:lnTo>
                  <a:lnTo>
                    <a:pt x="563346" y="409635"/>
                  </a:lnTo>
                  <a:lnTo>
                    <a:pt x="563912" y="410193"/>
                  </a:lnTo>
                  <a:lnTo>
                    <a:pt x="564514" y="411271"/>
                  </a:lnTo>
                  <a:lnTo>
                    <a:pt x="565150" y="412869"/>
                  </a:lnTo>
                  <a:lnTo>
                    <a:pt x="564800" y="414011"/>
                  </a:lnTo>
                  <a:lnTo>
                    <a:pt x="563463" y="414692"/>
                  </a:lnTo>
                  <a:lnTo>
                    <a:pt x="562449" y="414914"/>
                  </a:lnTo>
                  <a:lnTo>
                    <a:pt x="558953" y="413959"/>
                  </a:lnTo>
                  <a:lnTo>
                    <a:pt x="558387" y="414102"/>
                  </a:lnTo>
                  <a:lnTo>
                    <a:pt x="558897" y="414787"/>
                  </a:lnTo>
                  <a:lnTo>
                    <a:pt x="559188" y="415833"/>
                  </a:lnTo>
                  <a:lnTo>
                    <a:pt x="559259" y="417241"/>
                  </a:lnTo>
                  <a:lnTo>
                    <a:pt x="558400" y="418423"/>
                  </a:lnTo>
                  <a:lnTo>
                    <a:pt x="556610" y="419375"/>
                  </a:lnTo>
                  <a:lnTo>
                    <a:pt x="553278" y="421995"/>
                  </a:lnTo>
                  <a:lnTo>
                    <a:pt x="551828" y="422744"/>
                  </a:lnTo>
                  <a:lnTo>
                    <a:pt x="548768" y="423363"/>
                  </a:lnTo>
                  <a:lnTo>
                    <a:pt x="548123" y="423705"/>
                  </a:lnTo>
                  <a:lnTo>
                    <a:pt x="549367" y="425716"/>
                  </a:lnTo>
                  <a:lnTo>
                    <a:pt x="549229" y="426523"/>
                  </a:lnTo>
                  <a:lnTo>
                    <a:pt x="547160" y="428697"/>
                  </a:lnTo>
                  <a:lnTo>
                    <a:pt x="544032" y="430053"/>
                  </a:lnTo>
                  <a:lnTo>
                    <a:pt x="543605" y="430785"/>
                  </a:lnTo>
                  <a:lnTo>
                    <a:pt x="543315" y="432750"/>
                  </a:lnTo>
                  <a:lnTo>
                    <a:pt x="543087" y="433532"/>
                  </a:lnTo>
                  <a:lnTo>
                    <a:pt x="542260" y="434658"/>
                  </a:lnTo>
                  <a:lnTo>
                    <a:pt x="539293" y="436803"/>
                  </a:lnTo>
                  <a:lnTo>
                    <a:pt x="537189" y="437871"/>
                  </a:lnTo>
                  <a:lnTo>
                    <a:pt x="536147" y="438745"/>
                  </a:lnTo>
                  <a:lnTo>
                    <a:pt x="534856" y="440205"/>
                  </a:lnTo>
                  <a:lnTo>
                    <a:pt x="533227" y="440980"/>
                  </a:lnTo>
                  <a:lnTo>
                    <a:pt x="531262" y="441071"/>
                  </a:lnTo>
                  <a:lnTo>
                    <a:pt x="529402" y="441618"/>
                  </a:lnTo>
                  <a:lnTo>
                    <a:pt x="526343" y="443170"/>
                  </a:lnTo>
                  <a:lnTo>
                    <a:pt x="524213" y="443687"/>
                  </a:lnTo>
                  <a:lnTo>
                    <a:pt x="517481" y="446370"/>
                  </a:lnTo>
                  <a:lnTo>
                    <a:pt x="514313" y="446799"/>
                  </a:lnTo>
                  <a:lnTo>
                    <a:pt x="511573" y="447758"/>
                  </a:lnTo>
                  <a:lnTo>
                    <a:pt x="505937" y="450321"/>
                  </a:lnTo>
                  <a:lnTo>
                    <a:pt x="503251" y="451145"/>
                  </a:lnTo>
                  <a:lnTo>
                    <a:pt x="501389" y="452125"/>
                  </a:lnTo>
                  <a:lnTo>
                    <a:pt x="499356" y="452404"/>
                  </a:lnTo>
                  <a:lnTo>
                    <a:pt x="496049" y="451768"/>
                  </a:lnTo>
                  <a:lnTo>
                    <a:pt x="494266" y="451746"/>
                  </a:lnTo>
                  <a:lnTo>
                    <a:pt x="493169" y="452132"/>
                  </a:lnTo>
                  <a:lnTo>
                    <a:pt x="492164" y="452918"/>
                  </a:lnTo>
                  <a:lnTo>
                    <a:pt x="490503" y="455074"/>
                  </a:lnTo>
                  <a:lnTo>
                    <a:pt x="489092" y="455241"/>
                  </a:lnTo>
                  <a:lnTo>
                    <a:pt x="484466" y="453531"/>
                  </a:lnTo>
                  <a:lnTo>
                    <a:pt x="484560" y="454306"/>
                  </a:lnTo>
                  <a:lnTo>
                    <a:pt x="485782" y="456156"/>
                  </a:lnTo>
                  <a:lnTo>
                    <a:pt x="485724" y="457469"/>
                  </a:lnTo>
                  <a:lnTo>
                    <a:pt x="482973" y="458801"/>
                  </a:lnTo>
                  <a:lnTo>
                    <a:pt x="481491" y="459141"/>
                  </a:lnTo>
                  <a:lnTo>
                    <a:pt x="479306" y="458594"/>
                  </a:lnTo>
                  <a:lnTo>
                    <a:pt x="476417" y="457157"/>
                  </a:lnTo>
                  <a:lnTo>
                    <a:pt x="472706" y="454157"/>
                  </a:lnTo>
                  <a:lnTo>
                    <a:pt x="468157" y="449579"/>
                  </a:lnTo>
                  <a:lnTo>
                    <a:pt x="465968" y="448031"/>
                  </a:lnTo>
                  <a:lnTo>
                    <a:pt x="466127" y="449500"/>
                  </a:lnTo>
                  <a:lnTo>
                    <a:pt x="466634" y="450936"/>
                  </a:lnTo>
                  <a:lnTo>
                    <a:pt x="467490" y="452335"/>
                  </a:lnTo>
                  <a:lnTo>
                    <a:pt x="467663" y="453351"/>
                  </a:lnTo>
                  <a:lnTo>
                    <a:pt x="467156" y="453980"/>
                  </a:lnTo>
                  <a:lnTo>
                    <a:pt x="466487" y="454297"/>
                  </a:lnTo>
                  <a:lnTo>
                    <a:pt x="465656" y="454302"/>
                  </a:lnTo>
                  <a:lnTo>
                    <a:pt x="465515" y="454658"/>
                  </a:lnTo>
                  <a:lnTo>
                    <a:pt x="466872" y="456843"/>
                  </a:lnTo>
                  <a:lnTo>
                    <a:pt x="467942" y="459086"/>
                  </a:lnTo>
                  <a:lnTo>
                    <a:pt x="467843" y="461216"/>
                  </a:lnTo>
                  <a:lnTo>
                    <a:pt x="466574" y="463233"/>
                  </a:lnTo>
                  <a:lnTo>
                    <a:pt x="465484" y="464417"/>
                  </a:lnTo>
                  <a:lnTo>
                    <a:pt x="464572" y="464766"/>
                  </a:lnTo>
                  <a:lnTo>
                    <a:pt x="459172" y="469798"/>
                  </a:lnTo>
                  <a:lnTo>
                    <a:pt x="457668" y="470431"/>
                  </a:lnTo>
                  <a:lnTo>
                    <a:pt x="456984" y="471053"/>
                  </a:lnTo>
                  <a:lnTo>
                    <a:pt x="456422" y="471983"/>
                  </a:lnTo>
                  <a:lnTo>
                    <a:pt x="454850" y="476149"/>
                  </a:lnTo>
                  <a:lnTo>
                    <a:pt x="454213" y="477420"/>
                  </a:lnTo>
                  <a:lnTo>
                    <a:pt x="452952" y="479075"/>
                  </a:lnTo>
                  <a:lnTo>
                    <a:pt x="452423" y="479362"/>
                  </a:lnTo>
                  <a:lnTo>
                    <a:pt x="452272" y="480036"/>
                  </a:lnTo>
                  <a:lnTo>
                    <a:pt x="452500" y="481101"/>
                  </a:lnTo>
                  <a:lnTo>
                    <a:pt x="452152" y="482874"/>
                  </a:lnTo>
                  <a:lnTo>
                    <a:pt x="451229" y="485354"/>
                  </a:lnTo>
                  <a:lnTo>
                    <a:pt x="448086" y="492207"/>
                  </a:lnTo>
                  <a:lnTo>
                    <a:pt x="445550" y="498601"/>
                  </a:lnTo>
                  <a:lnTo>
                    <a:pt x="444439" y="500694"/>
                  </a:lnTo>
                  <a:lnTo>
                    <a:pt x="443626" y="501582"/>
                  </a:lnTo>
                  <a:lnTo>
                    <a:pt x="443111" y="501264"/>
                  </a:lnTo>
                  <a:lnTo>
                    <a:pt x="441854" y="501430"/>
                  </a:lnTo>
                  <a:lnTo>
                    <a:pt x="441244" y="502554"/>
                  </a:lnTo>
                  <a:lnTo>
                    <a:pt x="440691" y="504587"/>
                  </a:lnTo>
                  <a:lnTo>
                    <a:pt x="440089" y="506137"/>
                  </a:lnTo>
                  <a:lnTo>
                    <a:pt x="439438" y="507204"/>
                  </a:lnTo>
                  <a:lnTo>
                    <a:pt x="434353" y="511802"/>
                  </a:lnTo>
                  <a:lnTo>
                    <a:pt x="433042" y="512655"/>
                  </a:lnTo>
                  <a:lnTo>
                    <a:pt x="431865" y="512116"/>
                  </a:lnTo>
                  <a:lnTo>
                    <a:pt x="430474" y="512323"/>
                  </a:lnTo>
                  <a:lnTo>
                    <a:pt x="427593" y="509894"/>
                  </a:lnTo>
                  <a:lnTo>
                    <a:pt x="427094" y="509000"/>
                  </a:lnTo>
                  <a:lnTo>
                    <a:pt x="425232" y="507008"/>
                  </a:lnTo>
                  <a:lnTo>
                    <a:pt x="425294" y="508047"/>
                  </a:lnTo>
                  <a:lnTo>
                    <a:pt x="425606" y="508620"/>
                  </a:lnTo>
                  <a:lnTo>
                    <a:pt x="425866" y="509461"/>
                  </a:lnTo>
                  <a:lnTo>
                    <a:pt x="426518" y="510491"/>
                  </a:lnTo>
                  <a:lnTo>
                    <a:pt x="427961" y="515916"/>
                  </a:lnTo>
                  <a:lnTo>
                    <a:pt x="426819" y="517030"/>
                  </a:lnTo>
                  <a:lnTo>
                    <a:pt x="425800" y="518301"/>
                  </a:lnTo>
                  <a:lnTo>
                    <a:pt x="423196" y="520447"/>
                  </a:lnTo>
                  <a:lnTo>
                    <a:pt x="420382" y="524045"/>
                  </a:lnTo>
                  <a:lnTo>
                    <a:pt x="419340" y="525051"/>
                  </a:lnTo>
                  <a:lnTo>
                    <a:pt x="419110" y="522117"/>
                  </a:lnTo>
                  <a:lnTo>
                    <a:pt x="419228" y="521241"/>
                  </a:lnTo>
                  <a:lnTo>
                    <a:pt x="417637" y="519823"/>
                  </a:lnTo>
                  <a:lnTo>
                    <a:pt x="417688" y="520845"/>
                  </a:lnTo>
                  <a:lnTo>
                    <a:pt x="417524" y="521799"/>
                  </a:lnTo>
                  <a:lnTo>
                    <a:pt x="416371" y="525597"/>
                  </a:lnTo>
                  <a:lnTo>
                    <a:pt x="416049" y="526254"/>
                  </a:lnTo>
                  <a:lnTo>
                    <a:pt x="415482" y="526107"/>
                  </a:lnTo>
                  <a:lnTo>
                    <a:pt x="414243" y="526808"/>
                  </a:lnTo>
                  <a:lnTo>
                    <a:pt x="412974" y="526476"/>
                  </a:lnTo>
                  <a:lnTo>
                    <a:pt x="411898" y="524746"/>
                  </a:lnTo>
                  <a:lnTo>
                    <a:pt x="411473" y="523850"/>
                  </a:lnTo>
                  <a:lnTo>
                    <a:pt x="409512" y="526313"/>
                  </a:lnTo>
                  <a:lnTo>
                    <a:pt x="408559" y="526250"/>
                  </a:lnTo>
                  <a:lnTo>
                    <a:pt x="408400" y="528320"/>
                  </a:lnTo>
                  <a:lnTo>
                    <a:pt x="407477" y="530206"/>
                  </a:lnTo>
                  <a:lnTo>
                    <a:pt x="406257" y="531022"/>
                  </a:lnTo>
                  <a:lnTo>
                    <a:pt x="404557" y="530959"/>
                  </a:lnTo>
                  <a:lnTo>
                    <a:pt x="403517" y="532076"/>
                  </a:lnTo>
                  <a:lnTo>
                    <a:pt x="401208" y="530878"/>
                  </a:lnTo>
                  <a:lnTo>
                    <a:pt x="400673" y="528632"/>
                  </a:lnTo>
                  <a:lnTo>
                    <a:pt x="402503" y="525553"/>
                  </a:lnTo>
                  <a:lnTo>
                    <a:pt x="403020" y="524283"/>
                  </a:lnTo>
                  <a:lnTo>
                    <a:pt x="402685" y="522720"/>
                  </a:lnTo>
                  <a:lnTo>
                    <a:pt x="403130" y="520702"/>
                  </a:lnTo>
                  <a:lnTo>
                    <a:pt x="406621" y="514300"/>
                  </a:lnTo>
                  <a:lnTo>
                    <a:pt x="408989" y="511056"/>
                  </a:lnTo>
                  <a:lnTo>
                    <a:pt x="408851" y="510480"/>
                  </a:lnTo>
                  <a:lnTo>
                    <a:pt x="405637" y="509773"/>
                  </a:lnTo>
                  <a:lnTo>
                    <a:pt x="402829" y="508660"/>
                  </a:lnTo>
                  <a:lnTo>
                    <a:pt x="400094" y="508278"/>
                  </a:lnTo>
                  <a:lnTo>
                    <a:pt x="398885" y="508657"/>
                  </a:lnTo>
                  <a:lnTo>
                    <a:pt x="400813" y="510517"/>
                  </a:lnTo>
                  <a:lnTo>
                    <a:pt x="403538" y="512323"/>
                  </a:lnTo>
                  <a:lnTo>
                    <a:pt x="402197" y="514049"/>
                  </a:lnTo>
                  <a:lnTo>
                    <a:pt x="401040" y="515881"/>
                  </a:lnTo>
                  <a:lnTo>
                    <a:pt x="399843" y="520862"/>
                  </a:lnTo>
                  <a:lnTo>
                    <a:pt x="399078" y="522902"/>
                  </a:lnTo>
                  <a:lnTo>
                    <a:pt x="396106" y="520558"/>
                  </a:lnTo>
                  <a:lnTo>
                    <a:pt x="394700" y="519766"/>
                  </a:lnTo>
                  <a:lnTo>
                    <a:pt x="395594" y="522366"/>
                  </a:lnTo>
                  <a:lnTo>
                    <a:pt x="398198" y="524828"/>
                  </a:lnTo>
                  <a:lnTo>
                    <a:pt x="398365" y="525639"/>
                  </a:lnTo>
                  <a:lnTo>
                    <a:pt x="398348" y="528569"/>
                  </a:lnTo>
                  <a:lnTo>
                    <a:pt x="393361" y="531151"/>
                  </a:lnTo>
                  <a:lnTo>
                    <a:pt x="388156" y="531542"/>
                  </a:lnTo>
                  <a:lnTo>
                    <a:pt x="384423" y="532276"/>
                  </a:lnTo>
                  <a:lnTo>
                    <a:pt x="378121" y="533165"/>
                  </a:lnTo>
                  <a:lnTo>
                    <a:pt x="375675" y="533166"/>
                  </a:lnTo>
                  <a:lnTo>
                    <a:pt x="375468" y="534161"/>
                  </a:lnTo>
                  <a:lnTo>
                    <a:pt x="381631" y="538700"/>
                  </a:lnTo>
                  <a:lnTo>
                    <a:pt x="382529" y="539531"/>
                  </a:lnTo>
                  <a:lnTo>
                    <a:pt x="381670" y="541095"/>
                  </a:lnTo>
                  <a:lnTo>
                    <a:pt x="380397" y="542067"/>
                  </a:lnTo>
                  <a:lnTo>
                    <a:pt x="378394" y="545416"/>
                  </a:lnTo>
                  <a:lnTo>
                    <a:pt x="377349" y="546570"/>
                  </a:lnTo>
                  <a:lnTo>
                    <a:pt x="374759" y="548156"/>
                  </a:lnTo>
                  <a:lnTo>
                    <a:pt x="369989" y="546387"/>
                  </a:lnTo>
                  <a:lnTo>
                    <a:pt x="367538" y="547178"/>
                  </a:lnTo>
                  <a:lnTo>
                    <a:pt x="365192" y="546621"/>
                  </a:lnTo>
                  <a:lnTo>
                    <a:pt x="365143" y="548556"/>
                  </a:lnTo>
                  <a:lnTo>
                    <a:pt x="365845" y="549968"/>
                  </a:lnTo>
                  <a:lnTo>
                    <a:pt x="366555" y="553476"/>
                  </a:lnTo>
                  <a:lnTo>
                    <a:pt x="368128" y="553203"/>
                  </a:lnTo>
                  <a:lnTo>
                    <a:pt x="370129" y="552102"/>
                  </a:lnTo>
                  <a:lnTo>
                    <a:pt x="371675" y="554757"/>
                  </a:lnTo>
                  <a:lnTo>
                    <a:pt x="372692" y="559257"/>
                  </a:lnTo>
                  <a:lnTo>
                    <a:pt x="374468" y="561540"/>
                  </a:lnTo>
                  <a:lnTo>
                    <a:pt x="375257" y="563303"/>
                  </a:lnTo>
                  <a:lnTo>
                    <a:pt x="375575" y="564968"/>
                  </a:lnTo>
                  <a:lnTo>
                    <a:pt x="374467" y="566626"/>
                  </a:lnTo>
                  <a:lnTo>
                    <a:pt x="372175" y="568972"/>
                  </a:lnTo>
                  <a:lnTo>
                    <a:pt x="369633" y="569406"/>
                  </a:lnTo>
                  <a:lnTo>
                    <a:pt x="369772" y="571261"/>
                  </a:lnTo>
                  <a:lnTo>
                    <a:pt x="368676" y="572596"/>
                  </a:lnTo>
                  <a:lnTo>
                    <a:pt x="366341" y="572205"/>
                  </a:lnTo>
                  <a:lnTo>
                    <a:pt x="365250" y="571274"/>
                  </a:lnTo>
                  <a:lnTo>
                    <a:pt x="364118" y="570833"/>
                  </a:lnTo>
                  <a:lnTo>
                    <a:pt x="359478" y="570334"/>
                  </a:lnTo>
                  <a:lnTo>
                    <a:pt x="364150" y="573908"/>
                  </a:lnTo>
                  <a:lnTo>
                    <a:pt x="365812" y="575573"/>
                  </a:lnTo>
                  <a:lnTo>
                    <a:pt x="366552" y="574586"/>
                  </a:lnTo>
                  <a:lnTo>
                    <a:pt x="368170" y="574346"/>
                  </a:lnTo>
                  <a:lnTo>
                    <a:pt x="370563" y="575257"/>
                  </a:lnTo>
                  <a:lnTo>
                    <a:pt x="370165" y="581285"/>
                  </a:lnTo>
                  <a:lnTo>
                    <a:pt x="371213" y="586171"/>
                  </a:lnTo>
                  <a:lnTo>
                    <a:pt x="371338" y="587268"/>
                  </a:lnTo>
                  <a:lnTo>
                    <a:pt x="368793" y="590196"/>
                  </a:lnTo>
                  <a:lnTo>
                    <a:pt x="368751" y="592930"/>
                  </a:lnTo>
                  <a:lnTo>
                    <a:pt x="367236" y="593691"/>
                  </a:lnTo>
                  <a:lnTo>
                    <a:pt x="365603" y="593515"/>
                  </a:lnTo>
                  <a:lnTo>
                    <a:pt x="365518" y="596517"/>
                  </a:lnTo>
                  <a:lnTo>
                    <a:pt x="364412" y="598388"/>
                  </a:lnTo>
                  <a:lnTo>
                    <a:pt x="364608" y="599559"/>
                  </a:lnTo>
                  <a:lnTo>
                    <a:pt x="364924" y="600608"/>
                  </a:lnTo>
                  <a:lnTo>
                    <a:pt x="363914" y="602516"/>
                  </a:lnTo>
                  <a:lnTo>
                    <a:pt x="363002" y="604837"/>
                  </a:lnTo>
                  <a:lnTo>
                    <a:pt x="361700" y="606870"/>
                  </a:lnTo>
                  <a:lnTo>
                    <a:pt x="361010" y="606661"/>
                  </a:lnTo>
                  <a:lnTo>
                    <a:pt x="358938" y="606792"/>
                  </a:lnTo>
                  <a:lnTo>
                    <a:pt x="356445" y="606622"/>
                  </a:lnTo>
                  <a:lnTo>
                    <a:pt x="354429" y="603982"/>
                  </a:lnTo>
                  <a:lnTo>
                    <a:pt x="353593" y="603103"/>
                  </a:lnTo>
                  <a:lnTo>
                    <a:pt x="352647" y="602529"/>
                  </a:lnTo>
                  <a:lnTo>
                    <a:pt x="353010" y="604227"/>
                  </a:lnTo>
                  <a:lnTo>
                    <a:pt x="353574" y="605249"/>
                  </a:lnTo>
                  <a:lnTo>
                    <a:pt x="355435" y="607154"/>
                  </a:lnTo>
                  <a:lnTo>
                    <a:pt x="358862" y="609512"/>
                  </a:lnTo>
                  <a:lnTo>
                    <a:pt x="358757" y="611184"/>
                  </a:lnTo>
                  <a:lnTo>
                    <a:pt x="357841" y="611911"/>
                  </a:lnTo>
                  <a:lnTo>
                    <a:pt x="355703" y="616466"/>
                  </a:lnTo>
                  <a:lnTo>
                    <a:pt x="354945" y="616565"/>
                  </a:lnTo>
                  <a:lnTo>
                    <a:pt x="353985" y="617741"/>
                  </a:lnTo>
                  <a:lnTo>
                    <a:pt x="351024" y="617347"/>
                  </a:lnTo>
                  <a:lnTo>
                    <a:pt x="349779" y="616879"/>
                  </a:lnTo>
                  <a:lnTo>
                    <a:pt x="346127" y="617178"/>
                  </a:lnTo>
                  <a:lnTo>
                    <a:pt x="344885" y="616775"/>
                  </a:lnTo>
                  <a:lnTo>
                    <a:pt x="343819" y="616966"/>
                  </a:lnTo>
                  <a:lnTo>
                    <a:pt x="344813" y="618251"/>
                  </a:lnTo>
                  <a:lnTo>
                    <a:pt x="346903" y="619410"/>
                  </a:lnTo>
                  <a:lnTo>
                    <a:pt x="349280" y="620571"/>
                  </a:lnTo>
                  <a:lnTo>
                    <a:pt x="352895" y="621450"/>
                  </a:lnTo>
                  <a:lnTo>
                    <a:pt x="352764" y="623112"/>
                  </a:lnTo>
                  <a:lnTo>
                    <a:pt x="351857" y="624476"/>
                  </a:lnTo>
                  <a:lnTo>
                    <a:pt x="352378" y="626513"/>
                  </a:lnTo>
                  <a:lnTo>
                    <a:pt x="351973" y="627973"/>
                  </a:lnTo>
                  <a:lnTo>
                    <a:pt x="351800" y="629706"/>
                  </a:lnTo>
                  <a:lnTo>
                    <a:pt x="350956" y="633734"/>
                  </a:lnTo>
                  <a:lnTo>
                    <a:pt x="351938" y="636499"/>
                  </a:lnTo>
                  <a:lnTo>
                    <a:pt x="353009" y="637848"/>
                  </a:lnTo>
                  <a:lnTo>
                    <a:pt x="352885" y="639624"/>
                  </a:lnTo>
                  <a:lnTo>
                    <a:pt x="353387" y="642466"/>
                  </a:lnTo>
                  <a:lnTo>
                    <a:pt x="351782" y="645003"/>
                  </a:lnTo>
                  <a:lnTo>
                    <a:pt x="350450" y="644907"/>
                  </a:lnTo>
                  <a:lnTo>
                    <a:pt x="348552" y="645477"/>
                  </a:lnTo>
                  <a:lnTo>
                    <a:pt x="347920" y="646596"/>
                  </a:lnTo>
                  <a:lnTo>
                    <a:pt x="350931" y="647652"/>
                  </a:lnTo>
                  <a:lnTo>
                    <a:pt x="350658" y="649552"/>
                  </a:lnTo>
                  <a:lnTo>
                    <a:pt x="349837" y="651928"/>
                  </a:lnTo>
                  <a:lnTo>
                    <a:pt x="348974" y="657076"/>
                  </a:lnTo>
                  <a:lnTo>
                    <a:pt x="347222" y="665902"/>
                  </a:lnTo>
                  <a:lnTo>
                    <a:pt x="346404" y="674667"/>
                  </a:lnTo>
                  <a:lnTo>
                    <a:pt x="342640" y="681871"/>
                  </a:lnTo>
                  <a:lnTo>
                    <a:pt x="341307" y="682070"/>
                  </a:lnTo>
                  <a:lnTo>
                    <a:pt x="340972" y="682356"/>
                  </a:lnTo>
                  <a:lnTo>
                    <a:pt x="339139" y="681987"/>
                  </a:lnTo>
                  <a:lnTo>
                    <a:pt x="336262" y="680324"/>
                  </a:lnTo>
                  <a:lnTo>
                    <a:pt x="334033" y="679776"/>
                  </a:lnTo>
                  <a:lnTo>
                    <a:pt x="332529" y="679753"/>
                  </a:lnTo>
                  <a:lnTo>
                    <a:pt x="332335" y="680580"/>
                  </a:lnTo>
                  <a:lnTo>
                    <a:pt x="333583" y="681922"/>
                  </a:lnTo>
                  <a:lnTo>
                    <a:pt x="335489" y="682483"/>
                  </a:lnTo>
                  <a:lnTo>
                    <a:pt x="337013" y="683369"/>
                  </a:lnTo>
                  <a:lnTo>
                    <a:pt x="339745" y="684197"/>
                  </a:lnTo>
                  <a:lnTo>
                    <a:pt x="340697" y="685801"/>
                  </a:lnTo>
                  <a:lnTo>
                    <a:pt x="341347" y="687510"/>
                  </a:lnTo>
                  <a:lnTo>
                    <a:pt x="341251" y="688450"/>
                  </a:lnTo>
                  <a:lnTo>
                    <a:pt x="341245" y="689561"/>
                  </a:lnTo>
                  <a:lnTo>
                    <a:pt x="341733" y="695536"/>
                  </a:lnTo>
                  <a:lnTo>
                    <a:pt x="340445" y="697602"/>
                  </a:lnTo>
                  <a:lnTo>
                    <a:pt x="339464" y="699469"/>
                  </a:lnTo>
                  <a:lnTo>
                    <a:pt x="336048" y="699210"/>
                  </a:lnTo>
                  <a:lnTo>
                    <a:pt x="335454" y="698559"/>
                  </a:lnTo>
                  <a:lnTo>
                    <a:pt x="332157" y="696592"/>
                  </a:lnTo>
                  <a:lnTo>
                    <a:pt x="332360" y="697516"/>
                  </a:lnTo>
                  <a:lnTo>
                    <a:pt x="334745" y="700189"/>
                  </a:lnTo>
                  <a:lnTo>
                    <a:pt x="335576" y="701522"/>
                  </a:lnTo>
                  <a:lnTo>
                    <a:pt x="335021" y="701798"/>
                  </a:lnTo>
                  <a:lnTo>
                    <a:pt x="334058" y="701898"/>
                  </a:lnTo>
                  <a:lnTo>
                    <a:pt x="332715" y="702798"/>
                  </a:lnTo>
                  <a:lnTo>
                    <a:pt x="330293" y="702312"/>
                  </a:lnTo>
                  <a:lnTo>
                    <a:pt x="330426" y="700958"/>
                  </a:lnTo>
                  <a:lnTo>
                    <a:pt x="330886" y="699567"/>
                  </a:lnTo>
                  <a:lnTo>
                    <a:pt x="329779" y="699804"/>
                  </a:lnTo>
                  <a:lnTo>
                    <a:pt x="328545" y="700510"/>
                  </a:lnTo>
                  <a:lnTo>
                    <a:pt x="327828" y="700250"/>
                  </a:lnTo>
                  <a:lnTo>
                    <a:pt x="327225" y="700328"/>
                  </a:lnTo>
                  <a:lnTo>
                    <a:pt x="326887" y="699632"/>
                  </a:lnTo>
                  <a:lnTo>
                    <a:pt x="326421" y="696916"/>
                  </a:lnTo>
                  <a:lnTo>
                    <a:pt x="326980" y="695549"/>
                  </a:lnTo>
                  <a:lnTo>
                    <a:pt x="328977" y="692019"/>
                  </a:lnTo>
                  <a:lnTo>
                    <a:pt x="329613" y="690124"/>
                  </a:lnTo>
                  <a:lnTo>
                    <a:pt x="329058" y="689263"/>
                  </a:lnTo>
                  <a:lnTo>
                    <a:pt x="327631" y="691294"/>
                  </a:lnTo>
                  <a:lnTo>
                    <a:pt x="326158" y="694523"/>
                  </a:lnTo>
                  <a:lnTo>
                    <a:pt x="325504" y="696474"/>
                  </a:lnTo>
                  <a:lnTo>
                    <a:pt x="324582" y="696853"/>
                  </a:lnTo>
                  <a:lnTo>
                    <a:pt x="322293" y="695871"/>
                  </a:lnTo>
                  <a:lnTo>
                    <a:pt x="315767" y="691349"/>
                  </a:lnTo>
                  <a:lnTo>
                    <a:pt x="315962" y="688600"/>
                  </a:lnTo>
                  <a:lnTo>
                    <a:pt x="315899" y="686325"/>
                  </a:lnTo>
                  <a:lnTo>
                    <a:pt x="317801" y="686037"/>
                  </a:lnTo>
                  <a:lnTo>
                    <a:pt x="319185" y="685047"/>
                  </a:lnTo>
                  <a:lnTo>
                    <a:pt x="320423" y="683835"/>
                  </a:lnTo>
                  <a:lnTo>
                    <a:pt x="321817" y="681627"/>
                  </a:lnTo>
                  <a:lnTo>
                    <a:pt x="323096" y="677983"/>
                  </a:lnTo>
                  <a:lnTo>
                    <a:pt x="322931" y="677707"/>
                  </a:lnTo>
                  <a:lnTo>
                    <a:pt x="319180" y="682359"/>
                  </a:lnTo>
                  <a:lnTo>
                    <a:pt x="316871" y="683914"/>
                  </a:lnTo>
                  <a:lnTo>
                    <a:pt x="315753" y="684198"/>
                  </a:lnTo>
                  <a:lnTo>
                    <a:pt x="315196" y="683509"/>
                  </a:lnTo>
                  <a:lnTo>
                    <a:pt x="313339" y="682014"/>
                  </a:lnTo>
                  <a:lnTo>
                    <a:pt x="312131" y="681334"/>
                  </a:lnTo>
                  <a:lnTo>
                    <a:pt x="309379" y="680223"/>
                  </a:lnTo>
                  <a:lnTo>
                    <a:pt x="308894" y="679625"/>
                  </a:lnTo>
                  <a:lnTo>
                    <a:pt x="308087" y="679151"/>
                  </a:lnTo>
                  <a:lnTo>
                    <a:pt x="306990" y="674400"/>
                  </a:lnTo>
                  <a:lnTo>
                    <a:pt x="308409" y="668630"/>
                  </a:lnTo>
                  <a:lnTo>
                    <a:pt x="309386" y="666957"/>
                  </a:lnTo>
                  <a:lnTo>
                    <a:pt x="310006" y="665015"/>
                  </a:lnTo>
                  <a:lnTo>
                    <a:pt x="310356" y="662444"/>
                  </a:lnTo>
                  <a:lnTo>
                    <a:pt x="310117" y="661346"/>
                  </a:lnTo>
                  <a:lnTo>
                    <a:pt x="309288" y="661722"/>
                  </a:lnTo>
                  <a:lnTo>
                    <a:pt x="308903" y="662602"/>
                  </a:lnTo>
                  <a:lnTo>
                    <a:pt x="308964" y="663979"/>
                  </a:lnTo>
                  <a:lnTo>
                    <a:pt x="308489" y="664935"/>
                  </a:lnTo>
                  <a:lnTo>
                    <a:pt x="305209" y="667136"/>
                  </a:lnTo>
                  <a:lnTo>
                    <a:pt x="301921" y="668917"/>
                  </a:lnTo>
                  <a:lnTo>
                    <a:pt x="300363" y="670605"/>
                  </a:lnTo>
                  <a:lnTo>
                    <a:pt x="299352" y="671924"/>
                  </a:lnTo>
                  <a:lnTo>
                    <a:pt x="298560" y="673221"/>
                  </a:lnTo>
                  <a:lnTo>
                    <a:pt x="297349" y="673105"/>
                  </a:lnTo>
                  <a:lnTo>
                    <a:pt x="295679" y="673372"/>
                  </a:lnTo>
                  <a:lnTo>
                    <a:pt x="294533" y="674213"/>
                  </a:lnTo>
                  <a:lnTo>
                    <a:pt x="292861" y="673696"/>
                  </a:lnTo>
                  <a:lnTo>
                    <a:pt x="291768" y="672447"/>
                  </a:lnTo>
                  <a:lnTo>
                    <a:pt x="290452" y="672304"/>
                  </a:lnTo>
                  <a:lnTo>
                    <a:pt x="288974" y="672906"/>
                  </a:lnTo>
                  <a:lnTo>
                    <a:pt x="287952" y="672853"/>
                  </a:lnTo>
                  <a:lnTo>
                    <a:pt x="288037" y="673702"/>
                  </a:lnTo>
                  <a:lnTo>
                    <a:pt x="288715" y="675790"/>
                  </a:lnTo>
                  <a:lnTo>
                    <a:pt x="287588" y="675930"/>
                  </a:lnTo>
                  <a:lnTo>
                    <a:pt x="285447" y="676012"/>
                  </a:lnTo>
                  <a:lnTo>
                    <a:pt x="284370" y="675407"/>
                  </a:lnTo>
                  <a:lnTo>
                    <a:pt x="283527" y="674615"/>
                  </a:lnTo>
                  <a:lnTo>
                    <a:pt x="282823" y="673504"/>
                  </a:lnTo>
                  <a:lnTo>
                    <a:pt x="283246" y="672054"/>
                  </a:lnTo>
                  <a:lnTo>
                    <a:pt x="286690" y="669399"/>
                  </a:lnTo>
                  <a:lnTo>
                    <a:pt x="288251" y="667863"/>
                  </a:lnTo>
                  <a:lnTo>
                    <a:pt x="287232" y="667333"/>
                  </a:lnTo>
                  <a:lnTo>
                    <a:pt x="283926" y="667812"/>
                  </a:lnTo>
                  <a:lnTo>
                    <a:pt x="283375" y="667414"/>
                  </a:lnTo>
                  <a:lnTo>
                    <a:pt x="281160" y="667656"/>
                  </a:lnTo>
                  <a:lnTo>
                    <a:pt x="281256" y="663705"/>
                  </a:lnTo>
                  <a:lnTo>
                    <a:pt x="280717" y="662723"/>
                  </a:lnTo>
                  <a:lnTo>
                    <a:pt x="280680" y="662259"/>
                  </a:lnTo>
                  <a:lnTo>
                    <a:pt x="279913" y="661156"/>
                  </a:lnTo>
                  <a:lnTo>
                    <a:pt x="279187" y="660882"/>
                  </a:lnTo>
                  <a:lnTo>
                    <a:pt x="278735" y="660486"/>
                  </a:lnTo>
                  <a:lnTo>
                    <a:pt x="274996" y="659598"/>
                  </a:lnTo>
                  <a:lnTo>
                    <a:pt x="274508" y="657395"/>
                  </a:lnTo>
                  <a:lnTo>
                    <a:pt x="274247" y="655128"/>
                  </a:lnTo>
                  <a:lnTo>
                    <a:pt x="273533" y="652316"/>
                  </a:lnTo>
                  <a:lnTo>
                    <a:pt x="271743" y="651583"/>
                  </a:lnTo>
                  <a:lnTo>
                    <a:pt x="270773" y="650364"/>
                  </a:lnTo>
                  <a:lnTo>
                    <a:pt x="271541" y="649118"/>
                  </a:lnTo>
                  <a:lnTo>
                    <a:pt x="271877" y="647536"/>
                  </a:lnTo>
                  <a:lnTo>
                    <a:pt x="271047" y="646815"/>
                  </a:lnTo>
                  <a:lnTo>
                    <a:pt x="270518" y="645700"/>
                  </a:lnTo>
                  <a:lnTo>
                    <a:pt x="270595" y="644975"/>
                  </a:lnTo>
                  <a:lnTo>
                    <a:pt x="269923" y="643019"/>
                  </a:lnTo>
                  <a:lnTo>
                    <a:pt x="269723" y="641492"/>
                  </a:lnTo>
                  <a:lnTo>
                    <a:pt x="270492" y="640061"/>
                  </a:lnTo>
                  <a:lnTo>
                    <a:pt x="272606" y="638442"/>
                  </a:lnTo>
                  <a:lnTo>
                    <a:pt x="273287" y="637790"/>
                  </a:lnTo>
                  <a:lnTo>
                    <a:pt x="273643" y="637085"/>
                  </a:lnTo>
                  <a:lnTo>
                    <a:pt x="276071" y="635893"/>
                  </a:lnTo>
                  <a:lnTo>
                    <a:pt x="274005" y="635050"/>
                  </a:lnTo>
                  <a:lnTo>
                    <a:pt x="272713" y="634920"/>
                  </a:lnTo>
                  <a:lnTo>
                    <a:pt x="271771" y="635313"/>
                  </a:lnTo>
                  <a:lnTo>
                    <a:pt x="270901" y="636895"/>
                  </a:lnTo>
                  <a:lnTo>
                    <a:pt x="270088" y="637946"/>
                  </a:lnTo>
                  <a:lnTo>
                    <a:pt x="266921" y="638289"/>
                  </a:lnTo>
                  <a:lnTo>
                    <a:pt x="266455" y="637747"/>
                  </a:lnTo>
                  <a:lnTo>
                    <a:pt x="266235" y="635512"/>
                  </a:lnTo>
                  <a:lnTo>
                    <a:pt x="266415" y="633789"/>
                  </a:lnTo>
                  <a:lnTo>
                    <a:pt x="267730" y="631371"/>
                  </a:lnTo>
                  <a:lnTo>
                    <a:pt x="266213" y="630170"/>
                  </a:lnTo>
                  <a:lnTo>
                    <a:pt x="264823" y="629781"/>
                  </a:lnTo>
                  <a:lnTo>
                    <a:pt x="263243" y="628660"/>
                  </a:lnTo>
                  <a:lnTo>
                    <a:pt x="261783" y="627477"/>
                  </a:lnTo>
                  <a:lnTo>
                    <a:pt x="260530" y="626099"/>
                  </a:lnTo>
                  <a:lnTo>
                    <a:pt x="259309" y="624471"/>
                  </a:lnTo>
                  <a:lnTo>
                    <a:pt x="258917" y="624265"/>
                  </a:lnTo>
                  <a:lnTo>
                    <a:pt x="259359" y="622564"/>
                  </a:lnTo>
                  <a:lnTo>
                    <a:pt x="259607" y="621166"/>
                  </a:lnTo>
                  <a:lnTo>
                    <a:pt x="259645" y="618160"/>
                  </a:lnTo>
                  <a:lnTo>
                    <a:pt x="259153" y="616914"/>
                  </a:lnTo>
                  <a:lnTo>
                    <a:pt x="260246" y="614348"/>
                  </a:lnTo>
                  <a:lnTo>
                    <a:pt x="261716" y="611542"/>
                  </a:lnTo>
                  <a:lnTo>
                    <a:pt x="264972" y="607380"/>
                  </a:lnTo>
                  <a:lnTo>
                    <a:pt x="261530" y="609385"/>
                  </a:lnTo>
                  <a:lnTo>
                    <a:pt x="258698" y="613758"/>
                  </a:lnTo>
                  <a:lnTo>
                    <a:pt x="258102" y="613957"/>
                  </a:lnTo>
                  <a:lnTo>
                    <a:pt x="257894" y="613165"/>
                  </a:lnTo>
                  <a:lnTo>
                    <a:pt x="256819" y="610326"/>
                  </a:lnTo>
                  <a:lnTo>
                    <a:pt x="256008" y="609551"/>
                  </a:lnTo>
                  <a:lnTo>
                    <a:pt x="255646" y="608697"/>
                  </a:lnTo>
                  <a:lnTo>
                    <a:pt x="254035" y="607183"/>
                  </a:lnTo>
                  <a:lnTo>
                    <a:pt x="253335" y="606016"/>
                  </a:lnTo>
                  <a:lnTo>
                    <a:pt x="252344" y="603765"/>
                  </a:lnTo>
                  <a:lnTo>
                    <a:pt x="250933" y="601088"/>
                  </a:lnTo>
                  <a:lnTo>
                    <a:pt x="248924" y="595802"/>
                  </a:lnTo>
                  <a:lnTo>
                    <a:pt x="245688" y="589720"/>
                  </a:lnTo>
                  <a:lnTo>
                    <a:pt x="244890" y="586300"/>
                  </a:lnTo>
                  <a:lnTo>
                    <a:pt x="245892" y="581963"/>
                  </a:lnTo>
                  <a:lnTo>
                    <a:pt x="244782" y="578969"/>
                  </a:lnTo>
                  <a:lnTo>
                    <a:pt x="247860" y="577584"/>
                  </a:lnTo>
                  <a:lnTo>
                    <a:pt x="252262" y="576030"/>
                  </a:lnTo>
                  <a:lnTo>
                    <a:pt x="254543" y="574738"/>
                  </a:lnTo>
                  <a:lnTo>
                    <a:pt x="255859" y="574352"/>
                  </a:lnTo>
                  <a:lnTo>
                    <a:pt x="258657" y="574115"/>
                  </a:lnTo>
                  <a:lnTo>
                    <a:pt x="259591" y="572818"/>
                  </a:lnTo>
                  <a:lnTo>
                    <a:pt x="258035" y="573146"/>
                  </a:lnTo>
                  <a:lnTo>
                    <a:pt x="256991" y="572977"/>
                  </a:lnTo>
                  <a:lnTo>
                    <a:pt x="256926" y="572372"/>
                  </a:lnTo>
                  <a:lnTo>
                    <a:pt x="257312" y="571294"/>
                  </a:lnTo>
                  <a:lnTo>
                    <a:pt x="257562" y="569905"/>
                  </a:lnTo>
                  <a:lnTo>
                    <a:pt x="257028" y="570156"/>
                  </a:lnTo>
                  <a:lnTo>
                    <a:pt x="254293" y="572550"/>
                  </a:lnTo>
                  <a:lnTo>
                    <a:pt x="250251" y="574450"/>
                  </a:lnTo>
                  <a:lnTo>
                    <a:pt x="247094" y="575512"/>
                  </a:lnTo>
                  <a:lnTo>
                    <a:pt x="246582" y="575456"/>
                  </a:lnTo>
                  <a:lnTo>
                    <a:pt x="245478" y="576098"/>
                  </a:lnTo>
                  <a:lnTo>
                    <a:pt x="244843" y="576282"/>
                  </a:lnTo>
                  <a:lnTo>
                    <a:pt x="244352" y="576100"/>
                  </a:lnTo>
                  <a:lnTo>
                    <a:pt x="243234" y="574281"/>
                  </a:lnTo>
                  <a:lnTo>
                    <a:pt x="242937" y="573089"/>
                  </a:lnTo>
                  <a:lnTo>
                    <a:pt x="244940" y="569865"/>
                  </a:lnTo>
                  <a:lnTo>
                    <a:pt x="246437" y="565463"/>
                  </a:lnTo>
                  <a:lnTo>
                    <a:pt x="248419" y="562584"/>
                  </a:lnTo>
                  <a:lnTo>
                    <a:pt x="249818" y="562224"/>
                  </a:lnTo>
                  <a:lnTo>
                    <a:pt x="252159" y="562378"/>
                  </a:lnTo>
                  <a:lnTo>
                    <a:pt x="252983" y="562632"/>
                  </a:lnTo>
                  <a:lnTo>
                    <a:pt x="252721" y="560923"/>
                  </a:lnTo>
                  <a:lnTo>
                    <a:pt x="252818" y="560099"/>
                  </a:lnTo>
                  <a:lnTo>
                    <a:pt x="254716" y="559110"/>
                  </a:lnTo>
                  <a:lnTo>
                    <a:pt x="256928" y="558667"/>
                  </a:lnTo>
                  <a:lnTo>
                    <a:pt x="258504" y="558980"/>
                  </a:lnTo>
                  <a:lnTo>
                    <a:pt x="259496" y="560984"/>
                  </a:lnTo>
                  <a:lnTo>
                    <a:pt x="260771" y="564683"/>
                  </a:lnTo>
                  <a:lnTo>
                    <a:pt x="262488" y="565933"/>
                  </a:lnTo>
                  <a:lnTo>
                    <a:pt x="262413" y="564155"/>
                  </a:lnTo>
                  <a:lnTo>
                    <a:pt x="261521" y="561866"/>
                  </a:lnTo>
                  <a:lnTo>
                    <a:pt x="261192" y="558354"/>
                  </a:lnTo>
                  <a:lnTo>
                    <a:pt x="260060" y="556874"/>
                  </a:lnTo>
                  <a:lnTo>
                    <a:pt x="259152" y="556143"/>
                  </a:lnTo>
                  <a:lnTo>
                    <a:pt x="256642" y="556500"/>
                  </a:lnTo>
                  <a:lnTo>
                    <a:pt x="255132" y="553934"/>
                  </a:lnTo>
                  <a:lnTo>
                    <a:pt x="254790" y="552992"/>
                  </a:lnTo>
                  <a:lnTo>
                    <a:pt x="254751" y="551741"/>
                  </a:lnTo>
                  <a:lnTo>
                    <a:pt x="253245" y="548068"/>
                  </a:lnTo>
                  <a:lnTo>
                    <a:pt x="252761" y="546233"/>
                  </a:lnTo>
                  <a:lnTo>
                    <a:pt x="251961" y="543787"/>
                  </a:lnTo>
                  <a:lnTo>
                    <a:pt x="251536" y="543657"/>
                  </a:lnTo>
                  <a:lnTo>
                    <a:pt x="252076" y="546735"/>
                  </a:lnTo>
                  <a:lnTo>
                    <a:pt x="252782" y="548900"/>
                  </a:lnTo>
                  <a:lnTo>
                    <a:pt x="253789" y="553662"/>
                  </a:lnTo>
                  <a:lnTo>
                    <a:pt x="254287" y="555581"/>
                  </a:lnTo>
                  <a:lnTo>
                    <a:pt x="253613" y="557102"/>
                  </a:lnTo>
                  <a:lnTo>
                    <a:pt x="252337" y="558606"/>
                  </a:lnTo>
                  <a:lnTo>
                    <a:pt x="251209" y="559504"/>
                  </a:lnTo>
                  <a:lnTo>
                    <a:pt x="248544" y="560579"/>
                  </a:lnTo>
                  <a:lnTo>
                    <a:pt x="249117" y="558236"/>
                  </a:lnTo>
                  <a:lnTo>
                    <a:pt x="249484" y="555931"/>
                  </a:lnTo>
                  <a:lnTo>
                    <a:pt x="248144" y="556748"/>
                  </a:lnTo>
                  <a:lnTo>
                    <a:pt x="246899" y="558419"/>
                  </a:lnTo>
                  <a:lnTo>
                    <a:pt x="246469" y="560737"/>
                  </a:lnTo>
                  <a:lnTo>
                    <a:pt x="245669" y="562844"/>
                  </a:lnTo>
                  <a:lnTo>
                    <a:pt x="243295" y="568008"/>
                  </a:lnTo>
                  <a:lnTo>
                    <a:pt x="242359" y="570877"/>
                  </a:lnTo>
                  <a:lnTo>
                    <a:pt x="241474" y="572294"/>
                  </a:lnTo>
                  <a:lnTo>
                    <a:pt x="240466" y="572685"/>
                  </a:lnTo>
                  <a:lnTo>
                    <a:pt x="239590" y="571561"/>
                  </a:lnTo>
                  <a:lnTo>
                    <a:pt x="238848" y="568923"/>
                  </a:lnTo>
                  <a:lnTo>
                    <a:pt x="238500" y="566859"/>
                  </a:lnTo>
                  <a:lnTo>
                    <a:pt x="238459" y="561506"/>
                  </a:lnTo>
                  <a:lnTo>
                    <a:pt x="238552" y="559010"/>
                  </a:lnTo>
                  <a:lnTo>
                    <a:pt x="238148" y="555646"/>
                  </a:lnTo>
                  <a:lnTo>
                    <a:pt x="236866" y="547811"/>
                  </a:lnTo>
                  <a:lnTo>
                    <a:pt x="236594" y="545022"/>
                  </a:lnTo>
                  <a:lnTo>
                    <a:pt x="234424" y="543539"/>
                  </a:lnTo>
                  <a:lnTo>
                    <a:pt x="234393" y="543060"/>
                  </a:lnTo>
                  <a:lnTo>
                    <a:pt x="233824" y="541473"/>
                  </a:lnTo>
                  <a:lnTo>
                    <a:pt x="233387" y="539884"/>
                  </a:lnTo>
                  <a:lnTo>
                    <a:pt x="233749" y="539303"/>
                  </a:lnTo>
                  <a:lnTo>
                    <a:pt x="234265" y="538883"/>
                  </a:lnTo>
                  <a:lnTo>
                    <a:pt x="237508" y="536541"/>
                  </a:lnTo>
                  <a:lnTo>
                    <a:pt x="239912" y="533918"/>
                  </a:lnTo>
                  <a:lnTo>
                    <a:pt x="242785" y="529805"/>
                  </a:lnTo>
                  <a:lnTo>
                    <a:pt x="243958" y="528526"/>
                  </a:lnTo>
                  <a:lnTo>
                    <a:pt x="248172" y="527542"/>
                  </a:lnTo>
                  <a:lnTo>
                    <a:pt x="250043" y="527408"/>
                  </a:lnTo>
                  <a:lnTo>
                    <a:pt x="250026" y="526677"/>
                  </a:lnTo>
                  <a:lnTo>
                    <a:pt x="249399" y="526385"/>
                  </a:lnTo>
                  <a:lnTo>
                    <a:pt x="246551" y="526577"/>
                  </a:lnTo>
                  <a:lnTo>
                    <a:pt x="242758" y="528222"/>
                  </a:lnTo>
                  <a:lnTo>
                    <a:pt x="242108" y="528815"/>
                  </a:lnTo>
                  <a:lnTo>
                    <a:pt x="240448" y="531375"/>
                  </a:lnTo>
                  <a:lnTo>
                    <a:pt x="239168" y="532773"/>
                  </a:lnTo>
                  <a:lnTo>
                    <a:pt x="235568" y="535968"/>
                  </a:lnTo>
                  <a:lnTo>
                    <a:pt x="233231" y="535967"/>
                  </a:lnTo>
                  <a:lnTo>
                    <a:pt x="230818" y="532142"/>
                  </a:lnTo>
                  <a:lnTo>
                    <a:pt x="228126" y="532875"/>
                  </a:lnTo>
                  <a:lnTo>
                    <a:pt x="226307" y="532622"/>
                  </a:lnTo>
                  <a:lnTo>
                    <a:pt x="225777" y="532047"/>
                  </a:lnTo>
                  <a:lnTo>
                    <a:pt x="225377" y="526822"/>
                  </a:lnTo>
                  <a:lnTo>
                    <a:pt x="226843" y="520726"/>
                  </a:lnTo>
                  <a:lnTo>
                    <a:pt x="225262" y="520670"/>
                  </a:lnTo>
                  <a:lnTo>
                    <a:pt x="224934" y="520423"/>
                  </a:lnTo>
                  <a:lnTo>
                    <a:pt x="224100" y="519035"/>
                  </a:lnTo>
                  <a:lnTo>
                    <a:pt x="223555" y="518623"/>
                  </a:lnTo>
                  <a:lnTo>
                    <a:pt x="223959" y="517886"/>
                  </a:lnTo>
                  <a:lnTo>
                    <a:pt x="227861" y="515001"/>
                  </a:lnTo>
                  <a:lnTo>
                    <a:pt x="233696" y="509342"/>
                  </a:lnTo>
                  <a:lnTo>
                    <a:pt x="236208" y="507119"/>
                  </a:lnTo>
                  <a:lnTo>
                    <a:pt x="237758" y="506160"/>
                  </a:lnTo>
                  <a:lnTo>
                    <a:pt x="238930" y="505060"/>
                  </a:lnTo>
                  <a:lnTo>
                    <a:pt x="240356" y="502680"/>
                  </a:lnTo>
                  <a:lnTo>
                    <a:pt x="240827" y="501638"/>
                  </a:lnTo>
                  <a:lnTo>
                    <a:pt x="241622" y="500798"/>
                  </a:lnTo>
                  <a:lnTo>
                    <a:pt x="243300" y="499852"/>
                  </a:lnTo>
                  <a:lnTo>
                    <a:pt x="245133" y="498420"/>
                  </a:lnTo>
                  <a:lnTo>
                    <a:pt x="248107" y="495194"/>
                  </a:lnTo>
                  <a:lnTo>
                    <a:pt x="248494" y="494003"/>
                  </a:lnTo>
                  <a:lnTo>
                    <a:pt x="247849" y="493724"/>
                  </a:lnTo>
                  <a:lnTo>
                    <a:pt x="246458" y="494823"/>
                  </a:lnTo>
                  <a:lnTo>
                    <a:pt x="243629" y="497771"/>
                  </a:lnTo>
                  <a:lnTo>
                    <a:pt x="241612" y="499430"/>
                  </a:lnTo>
                  <a:lnTo>
                    <a:pt x="234727" y="506852"/>
                  </a:lnTo>
                  <a:lnTo>
                    <a:pt x="231797" y="509555"/>
                  </a:lnTo>
                  <a:lnTo>
                    <a:pt x="230202" y="511279"/>
                  </a:lnTo>
                  <a:lnTo>
                    <a:pt x="228966" y="512927"/>
                  </a:lnTo>
                  <a:lnTo>
                    <a:pt x="227655" y="514100"/>
                  </a:lnTo>
                  <a:lnTo>
                    <a:pt x="226271" y="514799"/>
                  </a:lnTo>
                  <a:lnTo>
                    <a:pt x="223317" y="515325"/>
                  </a:lnTo>
                  <a:lnTo>
                    <a:pt x="221867" y="515933"/>
                  </a:lnTo>
                  <a:lnTo>
                    <a:pt x="220993" y="515486"/>
                  </a:lnTo>
                  <a:lnTo>
                    <a:pt x="220609" y="511968"/>
                  </a:lnTo>
                  <a:lnTo>
                    <a:pt x="220902" y="509885"/>
                  </a:lnTo>
                  <a:lnTo>
                    <a:pt x="220763" y="507828"/>
                  </a:lnTo>
                  <a:lnTo>
                    <a:pt x="221499" y="504884"/>
                  </a:lnTo>
                  <a:lnTo>
                    <a:pt x="222593" y="502799"/>
                  </a:lnTo>
                  <a:lnTo>
                    <a:pt x="223052" y="501667"/>
                  </a:lnTo>
                  <a:lnTo>
                    <a:pt x="223248" y="500888"/>
                  </a:lnTo>
                  <a:lnTo>
                    <a:pt x="225504" y="498733"/>
                  </a:lnTo>
                  <a:lnTo>
                    <a:pt x="226748" y="497777"/>
                  </a:lnTo>
                  <a:lnTo>
                    <a:pt x="227627" y="495620"/>
                  </a:lnTo>
                  <a:lnTo>
                    <a:pt x="232634" y="494854"/>
                  </a:lnTo>
                  <a:lnTo>
                    <a:pt x="233924" y="494930"/>
                  </a:lnTo>
                  <a:lnTo>
                    <a:pt x="234610" y="494642"/>
                  </a:lnTo>
                  <a:lnTo>
                    <a:pt x="235123" y="494014"/>
                  </a:lnTo>
                  <a:lnTo>
                    <a:pt x="234630" y="493529"/>
                  </a:lnTo>
                  <a:lnTo>
                    <a:pt x="233129" y="493189"/>
                  </a:lnTo>
                  <a:lnTo>
                    <a:pt x="229141" y="493254"/>
                  </a:lnTo>
                  <a:lnTo>
                    <a:pt x="225455" y="492884"/>
                  </a:lnTo>
                  <a:lnTo>
                    <a:pt x="223773" y="492513"/>
                  </a:lnTo>
                  <a:lnTo>
                    <a:pt x="222962" y="492728"/>
                  </a:lnTo>
                  <a:lnTo>
                    <a:pt x="221622" y="492099"/>
                  </a:lnTo>
                  <a:lnTo>
                    <a:pt x="220159" y="490902"/>
                  </a:lnTo>
                  <a:lnTo>
                    <a:pt x="217889" y="486497"/>
                  </a:lnTo>
                  <a:lnTo>
                    <a:pt x="218798" y="480842"/>
                  </a:lnTo>
                  <a:lnTo>
                    <a:pt x="218877" y="478146"/>
                  </a:lnTo>
                  <a:lnTo>
                    <a:pt x="221762" y="475781"/>
                  </a:lnTo>
                  <a:lnTo>
                    <a:pt x="223304" y="474998"/>
                  </a:lnTo>
                  <a:lnTo>
                    <a:pt x="225494" y="473217"/>
                  </a:lnTo>
                  <a:lnTo>
                    <a:pt x="228418" y="470194"/>
                  </a:lnTo>
                  <a:lnTo>
                    <a:pt x="231906" y="468349"/>
                  </a:lnTo>
                  <a:lnTo>
                    <a:pt x="233683" y="468007"/>
                  </a:lnTo>
                  <a:lnTo>
                    <a:pt x="235161" y="468271"/>
                  </a:lnTo>
                  <a:lnTo>
                    <a:pt x="240621" y="470890"/>
                  </a:lnTo>
                  <a:lnTo>
                    <a:pt x="243430" y="471402"/>
                  </a:lnTo>
                  <a:lnTo>
                    <a:pt x="245898" y="470771"/>
                  </a:lnTo>
                  <a:lnTo>
                    <a:pt x="248995" y="471694"/>
                  </a:lnTo>
                  <a:lnTo>
                    <a:pt x="254474" y="475465"/>
                  </a:lnTo>
                  <a:lnTo>
                    <a:pt x="255531" y="474902"/>
                  </a:lnTo>
                  <a:lnTo>
                    <a:pt x="255225" y="473989"/>
                  </a:lnTo>
                  <a:lnTo>
                    <a:pt x="249115" y="470007"/>
                  </a:lnTo>
                  <a:lnTo>
                    <a:pt x="249150" y="468818"/>
                  </a:lnTo>
                  <a:lnTo>
                    <a:pt x="250714" y="468506"/>
                  </a:lnTo>
                  <a:lnTo>
                    <a:pt x="252383" y="467349"/>
                  </a:lnTo>
                  <a:lnTo>
                    <a:pt x="251442" y="466667"/>
                  </a:lnTo>
                  <a:lnTo>
                    <a:pt x="247384" y="467260"/>
                  </a:lnTo>
                  <a:lnTo>
                    <a:pt x="246213" y="468208"/>
                  </a:lnTo>
                  <a:lnTo>
                    <a:pt x="242277" y="468700"/>
                  </a:lnTo>
                  <a:lnTo>
                    <a:pt x="240221" y="467891"/>
                  </a:lnTo>
                  <a:lnTo>
                    <a:pt x="238376" y="467492"/>
                  </a:lnTo>
                  <a:lnTo>
                    <a:pt x="235607" y="465772"/>
                  </a:lnTo>
                  <a:lnTo>
                    <a:pt x="233290" y="466333"/>
                  </a:lnTo>
                  <a:lnTo>
                    <a:pt x="231827" y="467012"/>
                  </a:lnTo>
                  <a:lnTo>
                    <a:pt x="229237" y="467654"/>
                  </a:lnTo>
                  <a:lnTo>
                    <a:pt x="228302" y="468111"/>
                  </a:lnTo>
                  <a:lnTo>
                    <a:pt x="223247" y="473524"/>
                  </a:lnTo>
                  <a:lnTo>
                    <a:pt x="221121" y="474650"/>
                  </a:lnTo>
                  <a:lnTo>
                    <a:pt x="219606" y="474279"/>
                  </a:lnTo>
                  <a:lnTo>
                    <a:pt x="220669" y="470756"/>
                  </a:lnTo>
                  <a:lnTo>
                    <a:pt x="220976" y="469365"/>
                  </a:lnTo>
                  <a:lnTo>
                    <a:pt x="220974" y="467850"/>
                  </a:lnTo>
                  <a:lnTo>
                    <a:pt x="221416" y="465775"/>
                  </a:lnTo>
                  <a:lnTo>
                    <a:pt x="224006" y="461824"/>
                  </a:lnTo>
                  <a:lnTo>
                    <a:pt x="225635" y="457497"/>
                  </a:lnTo>
                  <a:lnTo>
                    <a:pt x="226323" y="454814"/>
                  </a:lnTo>
                  <a:lnTo>
                    <a:pt x="227596" y="454514"/>
                  </a:lnTo>
                  <a:lnTo>
                    <a:pt x="229335" y="454909"/>
                  </a:lnTo>
                  <a:lnTo>
                    <a:pt x="234557" y="456649"/>
                  </a:lnTo>
                  <a:lnTo>
                    <a:pt x="238902" y="458722"/>
                  </a:lnTo>
                  <a:lnTo>
                    <a:pt x="242107" y="459277"/>
                  </a:lnTo>
                  <a:lnTo>
                    <a:pt x="244214" y="459334"/>
                  </a:lnTo>
                  <a:lnTo>
                    <a:pt x="245118" y="458673"/>
                  </a:lnTo>
                  <a:lnTo>
                    <a:pt x="245830" y="457523"/>
                  </a:lnTo>
                  <a:lnTo>
                    <a:pt x="246104" y="456727"/>
                  </a:lnTo>
                  <a:lnTo>
                    <a:pt x="246311" y="455097"/>
                  </a:lnTo>
                  <a:lnTo>
                    <a:pt x="246552" y="454518"/>
                  </a:lnTo>
                  <a:lnTo>
                    <a:pt x="247257" y="453807"/>
                  </a:lnTo>
                  <a:lnTo>
                    <a:pt x="248698" y="451334"/>
                  </a:lnTo>
                  <a:lnTo>
                    <a:pt x="249137" y="449571"/>
                  </a:lnTo>
                  <a:lnTo>
                    <a:pt x="248665" y="448545"/>
                  </a:lnTo>
                  <a:lnTo>
                    <a:pt x="247706" y="448650"/>
                  </a:lnTo>
                  <a:lnTo>
                    <a:pt x="245834" y="449325"/>
                  </a:lnTo>
                  <a:lnTo>
                    <a:pt x="245582" y="449607"/>
                  </a:lnTo>
                  <a:lnTo>
                    <a:pt x="245616" y="450156"/>
                  </a:lnTo>
                  <a:lnTo>
                    <a:pt x="243805" y="452885"/>
                  </a:lnTo>
                  <a:lnTo>
                    <a:pt x="241831" y="453512"/>
                  </a:lnTo>
                  <a:lnTo>
                    <a:pt x="237290" y="454429"/>
                  </a:lnTo>
                  <a:lnTo>
                    <a:pt x="235219" y="454493"/>
                  </a:lnTo>
                  <a:lnTo>
                    <a:pt x="231538" y="453225"/>
                  </a:lnTo>
                  <a:lnTo>
                    <a:pt x="230981" y="452728"/>
                  </a:lnTo>
                  <a:lnTo>
                    <a:pt x="230599" y="451797"/>
                  </a:lnTo>
                  <a:lnTo>
                    <a:pt x="226082" y="452008"/>
                  </a:lnTo>
                  <a:lnTo>
                    <a:pt x="224732" y="452288"/>
                  </a:lnTo>
                  <a:lnTo>
                    <a:pt x="223658" y="452166"/>
                  </a:lnTo>
                  <a:lnTo>
                    <a:pt x="224184" y="450547"/>
                  </a:lnTo>
                  <a:lnTo>
                    <a:pt x="225613" y="448749"/>
                  </a:lnTo>
                  <a:lnTo>
                    <a:pt x="227613" y="442902"/>
                  </a:lnTo>
                  <a:lnTo>
                    <a:pt x="229289" y="441406"/>
                  </a:lnTo>
                  <a:lnTo>
                    <a:pt x="232617" y="440010"/>
                  </a:lnTo>
                  <a:lnTo>
                    <a:pt x="236091" y="440235"/>
                  </a:lnTo>
                  <a:lnTo>
                    <a:pt x="242099" y="444754"/>
                  </a:lnTo>
                  <a:lnTo>
                    <a:pt x="243912" y="445150"/>
                  </a:lnTo>
                  <a:lnTo>
                    <a:pt x="245574" y="444785"/>
                  </a:lnTo>
                  <a:lnTo>
                    <a:pt x="249549" y="443270"/>
                  </a:lnTo>
                  <a:lnTo>
                    <a:pt x="250279" y="442657"/>
                  </a:lnTo>
                  <a:lnTo>
                    <a:pt x="251708" y="440781"/>
                  </a:lnTo>
                  <a:lnTo>
                    <a:pt x="253377" y="437572"/>
                  </a:lnTo>
                  <a:lnTo>
                    <a:pt x="253296" y="436812"/>
                  </a:lnTo>
                  <a:lnTo>
                    <a:pt x="250735" y="438605"/>
                  </a:lnTo>
                  <a:lnTo>
                    <a:pt x="249370" y="439089"/>
                  </a:lnTo>
                  <a:lnTo>
                    <a:pt x="248213" y="439089"/>
                  </a:lnTo>
                  <a:lnTo>
                    <a:pt x="249287" y="433223"/>
                  </a:lnTo>
                  <a:lnTo>
                    <a:pt x="249705" y="428729"/>
                  </a:lnTo>
                  <a:lnTo>
                    <a:pt x="250107" y="427614"/>
                  </a:lnTo>
                  <a:lnTo>
                    <a:pt x="253474" y="427951"/>
                  </a:lnTo>
                  <a:lnTo>
                    <a:pt x="258072" y="427344"/>
                  </a:lnTo>
                  <a:lnTo>
                    <a:pt x="259169" y="426363"/>
                  </a:lnTo>
                  <a:lnTo>
                    <a:pt x="259152" y="425927"/>
                  </a:lnTo>
                  <a:lnTo>
                    <a:pt x="257305" y="425331"/>
                  </a:lnTo>
                  <a:lnTo>
                    <a:pt x="256416" y="424080"/>
                  </a:lnTo>
                  <a:lnTo>
                    <a:pt x="254869" y="424476"/>
                  </a:lnTo>
                  <a:lnTo>
                    <a:pt x="252797" y="425309"/>
                  </a:lnTo>
                  <a:lnTo>
                    <a:pt x="250198" y="425214"/>
                  </a:lnTo>
                  <a:lnTo>
                    <a:pt x="250418" y="423284"/>
                  </a:lnTo>
                  <a:lnTo>
                    <a:pt x="252323" y="419236"/>
                  </a:lnTo>
                  <a:lnTo>
                    <a:pt x="252519" y="417391"/>
                  </a:lnTo>
                  <a:lnTo>
                    <a:pt x="253263" y="413703"/>
                  </a:lnTo>
                  <a:lnTo>
                    <a:pt x="253338" y="411812"/>
                  </a:lnTo>
                  <a:lnTo>
                    <a:pt x="254302" y="409971"/>
                  </a:lnTo>
                  <a:lnTo>
                    <a:pt x="257308" y="408659"/>
                  </a:lnTo>
                  <a:lnTo>
                    <a:pt x="258570" y="407876"/>
                  </a:lnTo>
                  <a:lnTo>
                    <a:pt x="258639" y="407019"/>
                  </a:lnTo>
                  <a:lnTo>
                    <a:pt x="256837" y="403752"/>
                  </a:lnTo>
                  <a:lnTo>
                    <a:pt x="257295" y="402851"/>
                  </a:lnTo>
                  <a:lnTo>
                    <a:pt x="258707" y="402028"/>
                  </a:lnTo>
                  <a:lnTo>
                    <a:pt x="259234" y="401428"/>
                  </a:lnTo>
                  <a:lnTo>
                    <a:pt x="258875" y="401053"/>
                  </a:lnTo>
                  <a:lnTo>
                    <a:pt x="257573" y="400692"/>
                  </a:lnTo>
                  <a:lnTo>
                    <a:pt x="255573" y="401413"/>
                  </a:lnTo>
                  <a:lnTo>
                    <a:pt x="253358" y="401760"/>
                  </a:lnTo>
                  <a:lnTo>
                    <a:pt x="251397" y="400676"/>
                  </a:lnTo>
                  <a:lnTo>
                    <a:pt x="249867" y="400158"/>
                  </a:lnTo>
                  <a:lnTo>
                    <a:pt x="248897" y="400321"/>
                  </a:lnTo>
                  <a:lnTo>
                    <a:pt x="246263" y="402174"/>
                  </a:lnTo>
                  <a:lnTo>
                    <a:pt x="245340" y="402234"/>
                  </a:lnTo>
                  <a:lnTo>
                    <a:pt x="244200" y="401721"/>
                  </a:lnTo>
                  <a:lnTo>
                    <a:pt x="236645" y="400113"/>
                  </a:lnTo>
                  <a:lnTo>
                    <a:pt x="235708" y="399546"/>
                  </a:lnTo>
                  <a:lnTo>
                    <a:pt x="233001" y="396769"/>
                  </a:lnTo>
                  <a:lnTo>
                    <a:pt x="230771" y="394937"/>
                  </a:lnTo>
                  <a:lnTo>
                    <a:pt x="227802" y="392934"/>
                  </a:lnTo>
                  <a:lnTo>
                    <a:pt x="223953" y="391415"/>
                  </a:lnTo>
                  <a:lnTo>
                    <a:pt x="219223" y="390374"/>
                  </a:lnTo>
                  <a:lnTo>
                    <a:pt x="216393" y="389395"/>
                  </a:lnTo>
                  <a:lnTo>
                    <a:pt x="214998" y="388014"/>
                  </a:lnTo>
                  <a:lnTo>
                    <a:pt x="212608" y="384977"/>
                  </a:lnTo>
                  <a:lnTo>
                    <a:pt x="210791" y="382445"/>
                  </a:lnTo>
                  <a:lnTo>
                    <a:pt x="210451" y="381192"/>
                  </a:lnTo>
                  <a:lnTo>
                    <a:pt x="211519" y="379645"/>
                  </a:lnTo>
                  <a:lnTo>
                    <a:pt x="212605" y="378535"/>
                  </a:lnTo>
                  <a:lnTo>
                    <a:pt x="214651" y="377621"/>
                  </a:lnTo>
                  <a:lnTo>
                    <a:pt x="218180" y="377923"/>
                  </a:lnTo>
                  <a:lnTo>
                    <a:pt x="220076" y="378331"/>
                  </a:lnTo>
                  <a:lnTo>
                    <a:pt x="222162" y="379203"/>
                  </a:lnTo>
                  <a:lnTo>
                    <a:pt x="223740" y="379367"/>
                  </a:lnTo>
                  <a:lnTo>
                    <a:pt x="227016" y="379120"/>
                  </a:lnTo>
                  <a:lnTo>
                    <a:pt x="230346" y="379676"/>
                  </a:lnTo>
                  <a:lnTo>
                    <a:pt x="232320" y="380286"/>
                  </a:lnTo>
                  <a:lnTo>
                    <a:pt x="234912" y="381562"/>
                  </a:lnTo>
                  <a:lnTo>
                    <a:pt x="242063" y="386985"/>
                  </a:lnTo>
                  <a:lnTo>
                    <a:pt x="245048" y="388870"/>
                  </a:lnTo>
                  <a:lnTo>
                    <a:pt x="246345" y="389096"/>
                  </a:lnTo>
                  <a:lnTo>
                    <a:pt x="251695" y="391110"/>
                  </a:lnTo>
                  <a:lnTo>
                    <a:pt x="252552" y="391073"/>
                  </a:lnTo>
                  <a:lnTo>
                    <a:pt x="254741" y="390128"/>
                  </a:lnTo>
                  <a:lnTo>
                    <a:pt x="254958" y="389516"/>
                  </a:lnTo>
                  <a:lnTo>
                    <a:pt x="254219" y="388913"/>
                  </a:lnTo>
                  <a:lnTo>
                    <a:pt x="251858" y="388444"/>
                  </a:lnTo>
                  <a:lnTo>
                    <a:pt x="249088" y="386221"/>
                  </a:lnTo>
                  <a:lnTo>
                    <a:pt x="247368" y="384457"/>
                  </a:lnTo>
                  <a:lnTo>
                    <a:pt x="247172" y="381539"/>
                  </a:lnTo>
                  <a:lnTo>
                    <a:pt x="247396" y="379904"/>
                  </a:lnTo>
                  <a:lnTo>
                    <a:pt x="247829" y="379161"/>
                  </a:lnTo>
                  <a:lnTo>
                    <a:pt x="248130" y="376659"/>
                  </a:lnTo>
                  <a:lnTo>
                    <a:pt x="246525" y="375172"/>
                  </a:lnTo>
                  <a:lnTo>
                    <a:pt x="245403" y="374702"/>
                  </a:lnTo>
                  <a:lnTo>
                    <a:pt x="242421" y="372535"/>
                  </a:lnTo>
                  <a:lnTo>
                    <a:pt x="242172" y="371997"/>
                  </a:lnTo>
                  <a:lnTo>
                    <a:pt x="243602" y="371743"/>
                  </a:lnTo>
                  <a:lnTo>
                    <a:pt x="245002" y="371892"/>
                  </a:lnTo>
                  <a:lnTo>
                    <a:pt x="248010" y="372990"/>
                  </a:lnTo>
                  <a:lnTo>
                    <a:pt x="249586" y="373141"/>
                  </a:lnTo>
                  <a:lnTo>
                    <a:pt x="250733" y="372711"/>
                  </a:lnTo>
                  <a:lnTo>
                    <a:pt x="250865" y="372267"/>
                  </a:lnTo>
                  <a:lnTo>
                    <a:pt x="249037" y="371022"/>
                  </a:lnTo>
                  <a:lnTo>
                    <a:pt x="246749" y="368788"/>
                  </a:lnTo>
                  <a:lnTo>
                    <a:pt x="241970" y="368461"/>
                  </a:lnTo>
                  <a:lnTo>
                    <a:pt x="238869" y="368712"/>
                  </a:lnTo>
                  <a:lnTo>
                    <a:pt x="236887" y="367946"/>
                  </a:lnTo>
                  <a:lnTo>
                    <a:pt x="234778" y="366701"/>
                  </a:lnTo>
                  <a:lnTo>
                    <a:pt x="233423" y="366383"/>
                  </a:lnTo>
                  <a:lnTo>
                    <a:pt x="230656" y="367164"/>
                  </a:lnTo>
                  <a:lnTo>
                    <a:pt x="229256" y="367262"/>
                  </a:lnTo>
                  <a:lnTo>
                    <a:pt x="227980" y="366988"/>
                  </a:lnTo>
                  <a:lnTo>
                    <a:pt x="226720" y="363060"/>
                  </a:lnTo>
                  <a:lnTo>
                    <a:pt x="227056" y="361883"/>
                  </a:lnTo>
                  <a:lnTo>
                    <a:pt x="228043" y="361374"/>
                  </a:lnTo>
                  <a:lnTo>
                    <a:pt x="228789" y="360107"/>
                  </a:lnTo>
                  <a:lnTo>
                    <a:pt x="229312" y="358782"/>
                  </a:lnTo>
                  <a:lnTo>
                    <a:pt x="230951" y="357487"/>
                  </a:lnTo>
                  <a:lnTo>
                    <a:pt x="239952" y="354602"/>
                  </a:lnTo>
                  <a:lnTo>
                    <a:pt x="242223" y="352457"/>
                  </a:lnTo>
                  <a:lnTo>
                    <a:pt x="242123" y="352127"/>
                  </a:lnTo>
                  <a:lnTo>
                    <a:pt x="240591" y="352525"/>
                  </a:lnTo>
                  <a:lnTo>
                    <a:pt x="238632" y="353491"/>
                  </a:lnTo>
                  <a:lnTo>
                    <a:pt x="237322" y="353691"/>
                  </a:lnTo>
                  <a:lnTo>
                    <a:pt x="232022" y="352441"/>
                  </a:lnTo>
                  <a:lnTo>
                    <a:pt x="231196" y="352725"/>
                  </a:lnTo>
                  <a:lnTo>
                    <a:pt x="229050" y="354520"/>
                  </a:lnTo>
                  <a:lnTo>
                    <a:pt x="226139" y="356469"/>
                  </a:lnTo>
                  <a:lnTo>
                    <a:pt x="224798" y="356351"/>
                  </a:lnTo>
                  <a:lnTo>
                    <a:pt x="223003" y="355197"/>
                  </a:lnTo>
                  <a:lnTo>
                    <a:pt x="222718" y="354376"/>
                  </a:lnTo>
                  <a:lnTo>
                    <a:pt x="222589" y="353389"/>
                  </a:lnTo>
                  <a:lnTo>
                    <a:pt x="224560" y="352039"/>
                  </a:lnTo>
                  <a:lnTo>
                    <a:pt x="225193" y="351321"/>
                  </a:lnTo>
                  <a:lnTo>
                    <a:pt x="226469" y="349400"/>
                  </a:lnTo>
                  <a:lnTo>
                    <a:pt x="226404" y="348447"/>
                  </a:lnTo>
                  <a:lnTo>
                    <a:pt x="224227" y="348970"/>
                  </a:lnTo>
                  <a:lnTo>
                    <a:pt x="223943" y="348087"/>
                  </a:lnTo>
                  <a:lnTo>
                    <a:pt x="223979" y="346572"/>
                  </a:lnTo>
                  <a:lnTo>
                    <a:pt x="223767" y="344656"/>
                  </a:lnTo>
                  <a:lnTo>
                    <a:pt x="223232" y="342764"/>
                  </a:lnTo>
                  <a:lnTo>
                    <a:pt x="221445" y="339860"/>
                  </a:lnTo>
                  <a:lnTo>
                    <a:pt x="220704" y="339112"/>
                  </a:lnTo>
                  <a:lnTo>
                    <a:pt x="220093" y="338039"/>
                  </a:lnTo>
                  <a:lnTo>
                    <a:pt x="218747" y="334111"/>
                  </a:lnTo>
                  <a:lnTo>
                    <a:pt x="219137" y="333129"/>
                  </a:lnTo>
                  <a:lnTo>
                    <a:pt x="220333" y="332384"/>
                  </a:lnTo>
                  <a:lnTo>
                    <a:pt x="220562" y="332041"/>
                  </a:lnTo>
                  <a:lnTo>
                    <a:pt x="217704" y="332658"/>
                  </a:lnTo>
                  <a:lnTo>
                    <a:pt x="217391" y="333337"/>
                  </a:lnTo>
                  <a:lnTo>
                    <a:pt x="217930" y="334336"/>
                  </a:lnTo>
                  <a:lnTo>
                    <a:pt x="218314" y="335670"/>
                  </a:lnTo>
                  <a:lnTo>
                    <a:pt x="218544" y="337336"/>
                  </a:lnTo>
                  <a:lnTo>
                    <a:pt x="218943" y="338795"/>
                  </a:lnTo>
                  <a:lnTo>
                    <a:pt x="219978" y="340392"/>
                  </a:lnTo>
                  <a:lnTo>
                    <a:pt x="220806" y="341235"/>
                  </a:lnTo>
                  <a:lnTo>
                    <a:pt x="222156" y="343458"/>
                  </a:lnTo>
                  <a:lnTo>
                    <a:pt x="222745" y="345902"/>
                  </a:lnTo>
                  <a:lnTo>
                    <a:pt x="222571" y="347191"/>
                  </a:lnTo>
                  <a:lnTo>
                    <a:pt x="221523" y="348502"/>
                  </a:lnTo>
                  <a:lnTo>
                    <a:pt x="219834" y="349918"/>
                  </a:lnTo>
                  <a:lnTo>
                    <a:pt x="219323" y="351089"/>
                  </a:lnTo>
                  <a:lnTo>
                    <a:pt x="219094" y="352256"/>
                  </a:lnTo>
                  <a:lnTo>
                    <a:pt x="217778" y="353336"/>
                  </a:lnTo>
                  <a:lnTo>
                    <a:pt x="216969" y="352932"/>
                  </a:lnTo>
                  <a:lnTo>
                    <a:pt x="216330" y="352867"/>
                  </a:lnTo>
                  <a:lnTo>
                    <a:pt x="217085" y="354793"/>
                  </a:lnTo>
                  <a:lnTo>
                    <a:pt x="217571" y="356765"/>
                  </a:lnTo>
                  <a:lnTo>
                    <a:pt x="216985" y="358743"/>
                  </a:lnTo>
                  <a:lnTo>
                    <a:pt x="215421" y="359939"/>
                  </a:lnTo>
                  <a:lnTo>
                    <a:pt x="214571" y="359976"/>
                  </a:lnTo>
                  <a:lnTo>
                    <a:pt x="212903" y="360945"/>
                  </a:lnTo>
                  <a:lnTo>
                    <a:pt x="208629" y="361454"/>
                  </a:lnTo>
                  <a:lnTo>
                    <a:pt x="207142" y="361216"/>
                  </a:lnTo>
                  <a:lnTo>
                    <a:pt x="204414" y="360232"/>
                  </a:lnTo>
                  <a:lnTo>
                    <a:pt x="201179" y="359696"/>
                  </a:lnTo>
                  <a:lnTo>
                    <a:pt x="199897" y="358365"/>
                  </a:lnTo>
                  <a:lnTo>
                    <a:pt x="198215" y="355950"/>
                  </a:lnTo>
                  <a:lnTo>
                    <a:pt x="197366" y="353786"/>
                  </a:lnTo>
                  <a:lnTo>
                    <a:pt x="197348" y="351873"/>
                  </a:lnTo>
                  <a:lnTo>
                    <a:pt x="197803" y="350480"/>
                  </a:lnTo>
                  <a:lnTo>
                    <a:pt x="198731" y="349605"/>
                  </a:lnTo>
                  <a:lnTo>
                    <a:pt x="199844" y="344008"/>
                  </a:lnTo>
                  <a:lnTo>
                    <a:pt x="201419" y="339486"/>
                  </a:lnTo>
                  <a:lnTo>
                    <a:pt x="205386" y="334826"/>
                  </a:lnTo>
                  <a:lnTo>
                    <a:pt x="206517" y="333140"/>
                  </a:lnTo>
                  <a:lnTo>
                    <a:pt x="206891" y="332234"/>
                  </a:lnTo>
                  <a:lnTo>
                    <a:pt x="206885" y="331546"/>
                  </a:lnTo>
                  <a:lnTo>
                    <a:pt x="206244" y="331109"/>
                  </a:lnTo>
                  <a:lnTo>
                    <a:pt x="201367" y="336860"/>
                  </a:lnTo>
                  <a:lnTo>
                    <a:pt x="198360" y="337472"/>
                  </a:lnTo>
                  <a:lnTo>
                    <a:pt x="197462" y="336179"/>
                  </a:lnTo>
                  <a:lnTo>
                    <a:pt x="197734" y="333879"/>
                  </a:lnTo>
                  <a:lnTo>
                    <a:pt x="198269" y="333345"/>
                  </a:lnTo>
                  <a:lnTo>
                    <a:pt x="200702" y="333563"/>
                  </a:lnTo>
                  <a:lnTo>
                    <a:pt x="201648" y="332285"/>
                  </a:lnTo>
                  <a:lnTo>
                    <a:pt x="200126" y="330350"/>
                  </a:lnTo>
                  <a:lnTo>
                    <a:pt x="198506" y="329844"/>
                  </a:lnTo>
                  <a:lnTo>
                    <a:pt x="198126" y="329357"/>
                  </a:lnTo>
                  <a:lnTo>
                    <a:pt x="199794" y="327886"/>
                  </a:lnTo>
                  <a:lnTo>
                    <a:pt x="203648" y="327994"/>
                  </a:lnTo>
                  <a:lnTo>
                    <a:pt x="204519" y="326965"/>
                  </a:lnTo>
                  <a:lnTo>
                    <a:pt x="205915" y="325856"/>
                  </a:lnTo>
                  <a:lnTo>
                    <a:pt x="207463" y="323798"/>
                  </a:lnTo>
                  <a:lnTo>
                    <a:pt x="208043" y="322067"/>
                  </a:lnTo>
                  <a:lnTo>
                    <a:pt x="208173" y="320581"/>
                  </a:lnTo>
                  <a:lnTo>
                    <a:pt x="207839" y="319382"/>
                  </a:lnTo>
                  <a:lnTo>
                    <a:pt x="207803" y="318180"/>
                  </a:lnTo>
                  <a:lnTo>
                    <a:pt x="208067" y="316975"/>
                  </a:lnTo>
                  <a:lnTo>
                    <a:pt x="207662" y="315643"/>
                  </a:lnTo>
                  <a:lnTo>
                    <a:pt x="206591" y="314188"/>
                  </a:lnTo>
                  <a:lnTo>
                    <a:pt x="204210" y="312761"/>
                  </a:lnTo>
                  <a:lnTo>
                    <a:pt x="203509" y="314371"/>
                  </a:lnTo>
                  <a:lnTo>
                    <a:pt x="202767" y="315033"/>
                  </a:lnTo>
                  <a:lnTo>
                    <a:pt x="201726" y="315182"/>
                  </a:lnTo>
                  <a:lnTo>
                    <a:pt x="200765" y="314503"/>
                  </a:lnTo>
                  <a:lnTo>
                    <a:pt x="199763" y="314260"/>
                  </a:lnTo>
                  <a:lnTo>
                    <a:pt x="198778" y="313654"/>
                  </a:lnTo>
                  <a:lnTo>
                    <a:pt x="197755" y="313462"/>
                  </a:lnTo>
                  <a:lnTo>
                    <a:pt x="197357" y="312974"/>
                  </a:lnTo>
                  <a:lnTo>
                    <a:pt x="197101" y="311609"/>
                  </a:lnTo>
                  <a:lnTo>
                    <a:pt x="197078" y="309873"/>
                  </a:lnTo>
                  <a:lnTo>
                    <a:pt x="198235" y="309063"/>
                  </a:lnTo>
                  <a:lnTo>
                    <a:pt x="199845" y="308424"/>
                  </a:lnTo>
                  <a:lnTo>
                    <a:pt x="200923" y="307212"/>
                  </a:lnTo>
                  <a:lnTo>
                    <a:pt x="201631" y="305457"/>
                  </a:lnTo>
                  <a:lnTo>
                    <a:pt x="201733" y="303542"/>
                  </a:lnTo>
                  <a:lnTo>
                    <a:pt x="201230" y="301466"/>
                  </a:lnTo>
                  <a:lnTo>
                    <a:pt x="199922" y="299600"/>
                  </a:lnTo>
                  <a:lnTo>
                    <a:pt x="197499" y="301416"/>
                  </a:lnTo>
                  <a:lnTo>
                    <a:pt x="196548" y="301862"/>
                  </a:lnTo>
                  <a:lnTo>
                    <a:pt x="196329" y="300563"/>
                  </a:lnTo>
                  <a:lnTo>
                    <a:pt x="195993" y="299600"/>
                  </a:lnTo>
                  <a:lnTo>
                    <a:pt x="194975" y="298296"/>
                  </a:lnTo>
                  <a:lnTo>
                    <a:pt x="193635" y="297346"/>
                  </a:lnTo>
                  <a:lnTo>
                    <a:pt x="192345" y="296715"/>
                  </a:lnTo>
                  <a:lnTo>
                    <a:pt x="192286" y="295751"/>
                  </a:lnTo>
                  <a:lnTo>
                    <a:pt x="192592" y="294666"/>
                  </a:lnTo>
                  <a:lnTo>
                    <a:pt x="193163" y="293401"/>
                  </a:lnTo>
                  <a:lnTo>
                    <a:pt x="193906" y="290763"/>
                  </a:lnTo>
                  <a:lnTo>
                    <a:pt x="194725" y="290998"/>
                  </a:lnTo>
                  <a:lnTo>
                    <a:pt x="195404" y="290759"/>
                  </a:lnTo>
                  <a:lnTo>
                    <a:pt x="195011" y="288580"/>
                  </a:lnTo>
                  <a:lnTo>
                    <a:pt x="194354" y="286749"/>
                  </a:lnTo>
                  <a:lnTo>
                    <a:pt x="193583" y="285709"/>
                  </a:lnTo>
                  <a:lnTo>
                    <a:pt x="193555" y="285256"/>
                  </a:lnTo>
                  <a:lnTo>
                    <a:pt x="193377" y="284726"/>
                  </a:lnTo>
                  <a:lnTo>
                    <a:pt x="192781" y="283444"/>
                  </a:lnTo>
                  <a:lnTo>
                    <a:pt x="192113" y="282505"/>
                  </a:lnTo>
                  <a:lnTo>
                    <a:pt x="190949" y="279844"/>
                  </a:lnTo>
                  <a:lnTo>
                    <a:pt x="190108" y="278830"/>
                  </a:lnTo>
                  <a:lnTo>
                    <a:pt x="189030" y="278304"/>
                  </a:lnTo>
                  <a:lnTo>
                    <a:pt x="187868" y="278275"/>
                  </a:lnTo>
                  <a:lnTo>
                    <a:pt x="186003" y="278974"/>
                  </a:lnTo>
                  <a:lnTo>
                    <a:pt x="182561" y="279782"/>
                  </a:lnTo>
                  <a:lnTo>
                    <a:pt x="179835" y="280166"/>
                  </a:lnTo>
                  <a:lnTo>
                    <a:pt x="179381" y="279957"/>
                  </a:lnTo>
                  <a:lnTo>
                    <a:pt x="180745" y="278946"/>
                  </a:lnTo>
                  <a:lnTo>
                    <a:pt x="182754" y="277895"/>
                  </a:lnTo>
                  <a:lnTo>
                    <a:pt x="185414" y="277182"/>
                  </a:lnTo>
                  <a:lnTo>
                    <a:pt x="186190" y="275433"/>
                  </a:lnTo>
                  <a:lnTo>
                    <a:pt x="185903" y="273920"/>
                  </a:lnTo>
                  <a:lnTo>
                    <a:pt x="186013" y="272486"/>
                  </a:lnTo>
                  <a:lnTo>
                    <a:pt x="185284" y="270975"/>
                  </a:lnTo>
                  <a:lnTo>
                    <a:pt x="185994" y="270138"/>
                  </a:lnTo>
                  <a:lnTo>
                    <a:pt x="188415" y="269295"/>
                  </a:lnTo>
                  <a:lnTo>
                    <a:pt x="189512" y="269166"/>
                  </a:lnTo>
                  <a:lnTo>
                    <a:pt x="190603" y="268092"/>
                  </a:lnTo>
                  <a:lnTo>
                    <a:pt x="187535" y="265507"/>
                  </a:lnTo>
                  <a:lnTo>
                    <a:pt x="184321" y="263811"/>
                  </a:lnTo>
                  <a:lnTo>
                    <a:pt x="183518" y="263123"/>
                  </a:lnTo>
                  <a:lnTo>
                    <a:pt x="182811" y="261989"/>
                  </a:lnTo>
                  <a:lnTo>
                    <a:pt x="182201" y="260411"/>
                  </a:lnTo>
                  <a:lnTo>
                    <a:pt x="181210" y="258831"/>
                  </a:lnTo>
                  <a:lnTo>
                    <a:pt x="179838" y="257249"/>
                  </a:lnTo>
                  <a:lnTo>
                    <a:pt x="177837" y="255721"/>
                  </a:lnTo>
                  <a:lnTo>
                    <a:pt x="172677" y="252928"/>
                  </a:lnTo>
                  <a:lnTo>
                    <a:pt x="170905" y="251002"/>
                  </a:lnTo>
                  <a:lnTo>
                    <a:pt x="169274" y="248054"/>
                  </a:lnTo>
                  <a:lnTo>
                    <a:pt x="168459" y="246797"/>
                  </a:lnTo>
                  <a:lnTo>
                    <a:pt x="167612" y="245867"/>
                  </a:lnTo>
                  <a:lnTo>
                    <a:pt x="164019" y="243687"/>
                  </a:lnTo>
                  <a:lnTo>
                    <a:pt x="163582" y="242725"/>
                  </a:lnTo>
                  <a:lnTo>
                    <a:pt x="167291" y="240161"/>
                  </a:lnTo>
                  <a:lnTo>
                    <a:pt x="167654" y="239138"/>
                  </a:lnTo>
                  <a:lnTo>
                    <a:pt x="166139" y="236026"/>
                  </a:lnTo>
                  <a:lnTo>
                    <a:pt x="164586" y="233749"/>
                  </a:lnTo>
                  <a:lnTo>
                    <a:pt x="162896" y="232941"/>
                  </a:lnTo>
                  <a:lnTo>
                    <a:pt x="160383" y="232525"/>
                  </a:lnTo>
                  <a:lnTo>
                    <a:pt x="158080" y="231514"/>
                  </a:lnTo>
                  <a:lnTo>
                    <a:pt x="155985" y="229912"/>
                  </a:lnTo>
                  <a:lnTo>
                    <a:pt x="153894" y="228739"/>
                  </a:lnTo>
                  <a:lnTo>
                    <a:pt x="150762" y="227625"/>
                  </a:lnTo>
                  <a:lnTo>
                    <a:pt x="145523" y="224758"/>
                  </a:lnTo>
                  <a:lnTo>
                    <a:pt x="137446" y="221689"/>
                  </a:lnTo>
                  <a:lnTo>
                    <a:pt x="133836" y="219896"/>
                  </a:lnTo>
                  <a:lnTo>
                    <a:pt x="131689" y="219242"/>
                  </a:lnTo>
                  <a:lnTo>
                    <a:pt x="128858" y="219075"/>
                  </a:lnTo>
                  <a:lnTo>
                    <a:pt x="123382" y="217400"/>
                  </a:lnTo>
                  <a:lnTo>
                    <a:pt x="118784" y="216865"/>
                  </a:lnTo>
                  <a:lnTo>
                    <a:pt x="115946" y="217110"/>
                  </a:lnTo>
                  <a:lnTo>
                    <a:pt x="115018" y="216833"/>
                  </a:lnTo>
                  <a:lnTo>
                    <a:pt x="112920" y="215132"/>
                  </a:lnTo>
                  <a:lnTo>
                    <a:pt x="109634" y="214158"/>
                  </a:lnTo>
                  <a:lnTo>
                    <a:pt x="107936" y="214530"/>
                  </a:lnTo>
                  <a:lnTo>
                    <a:pt x="105829" y="216350"/>
                  </a:lnTo>
                  <a:lnTo>
                    <a:pt x="103284" y="218144"/>
                  </a:lnTo>
                  <a:lnTo>
                    <a:pt x="101935" y="218387"/>
                  </a:lnTo>
                  <a:lnTo>
                    <a:pt x="99922" y="216745"/>
                  </a:lnTo>
                  <a:lnTo>
                    <a:pt x="98910" y="215598"/>
                  </a:lnTo>
                  <a:lnTo>
                    <a:pt x="97942" y="215208"/>
                  </a:lnTo>
                  <a:lnTo>
                    <a:pt x="97021" y="215578"/>
                  </a:lnTo>
                  <a:lnTo>
                    <a:pt x="95225" y="217082"/>
                  </a:lnTo>
                  <a:lnTo>
                    <a:pt x="93514" y="218171"/>
                  </a:lnTo>
                  <a:lnTo>
                    <a:pt x="90983" y="219463"/>
                  </a:lnTo>
                  <a:lnTo>
                    <a:pt x="88962" y="220084"/>
                  </a:lnTo>
                  <a:lnTo>
                    <a:pt x="86366" y="220235"/>
                  </a:lnTo>
                  <a:lnTo>
                    <a:pt x="85713" y="220702"/>
                  </a:lnTo>
                  <a:lnTo>
                    <a:pt x="84714" y="220724"/>
                  </a:lnTo>
                  <a:lnTo>
                    <a:pt x="83368" y="220299"/>
                  </a:lnTo>
                  <a:lnTo>
                    <a:pt x="82107" y="219457"/>
                  </a:lnTo>
                  <a:lnTo>
                    <a:pt x="80931" y="218198"/>
                  </a:lnTo>
                  <a:lnTo>
                    <a:pt x="79892" y="217518"/>
                  </a:lnTo>
                  <a:lnTo>
                    <a:pt x="78991" y="217419"/>
                  </a:lnTo>
                  <a:lnTo>
                    <a:pt x="76920" y="218071"/>
                  </a:lnTo>
                  <a:lnTo>
                    <a:pt x="74299" y="219987"/>
                  </a:lnTo>
                  <a:lnTo>
                    <a:pt x="73102" y="220449"/>
                  </a:lnTo>
                  <a:lnTo>
                    <a:pt x="72096" y="220248"/>
                  </a:lnTo>
                  <a:lnTo>
                    <a:pt x="70867" y="219651"/>
                  </a:lnTo>
                  <a:lnTo>
                    <a:pt x="68404" y="218123"/>
                  </a:lnTo>
                  <a:lnTo>
                    <a:pt x="67040" y="218269"/>
                  </a:lnTo>
                  <a:lnTo>
                    <a:pt x="66048" y="218804"/>
                  </a:lnTo>
                  <a:lnTo>
                    <a:pt x="66324" y="220074"/>
                  </a:lnTo>
                  <a:lnTo>
                    <a:pt x="68635" y="223083"/>
                  </a:lnTo>
                  <a:lnTo>
                    <a:pt x="70697" y="225229"/>
                  </a:lnTo>
                  <a:lnTo>
                    <a:pt x="68955" y="225483"/>
                  </a:lnTo>
                  <a:lnTo>
                    <a:pt x="53734" y="222580"/>
                  </a:lnTo>
                  <a:lnTo>
                    <a:pt x="51795" y="221878"/>
                  </a:lnTo>
                  <a:lnTo>
                    <a:pt x="48994" y="220123"/>
                  </a:lnTo>
                  <a:lnTo>
                    <a:pt x="46665" y="219046"/>
                  </a:lnTo>
                  <a:lnTo>
                    <a:pt x="42700" y="216262"/>
                  </a:lnTo>
                  <a:lnTo>
                    <a:pt x="39647" y="214754"/>
                  </a:lnTo>
                  <a:lnTo>
                    <a:pt x="38634" y="213577"/>
                  </a:lnTo>
                  <a:lnTo>
                    <a:pt x="38367" y="212766"/>
                  </a:lnTo>
                  <a:lnTo>
                    <a:pt x="39339" y="211669"/>
                  </a:lnTo>
                  <a:lnTo>
                    <a:pt x="45492" y="207973"/>
                  </a:lnTo>
                  <a:lnTo>
                    <a:pt x="47842" y="207227"/>
                  </a:lnTo>
                  <a:lnTo>
                    <a:pt x="52622" y="206336"/>
                  </a:lnTo>
                  <a:lnTo>
                    <a:pt x="53752" y="205778"/>
                  </a:lnTo>
                  <a:lnTo>
                    <a:pt x="54131" y="205335"/>
                  </a:lnTo>
                  <a:lnTo>
                    <a:pt x="52875" y="204536"/>
                  </a:lnTo>
                  <a:lnTo>
                    <a:pt x="46615" y="204821"/>
                  </a:lnTo>
                  <a:lnTo>
                    <a:pt x="41037" y="204286"/>
                  </a:lnTo>
                  <a:lnTo>
                    <a:pt x="36184" y="202816"/>
                  </a:lnTo>
                  <a:lnTo>
                    <a:pt x="35339" y="202328"/>
                  </a:lnTo>
                  <a:lnTo>
                    <a:pt x="34517" y="201431"/>
                  </a:lnTo>
                  <a:lnTo>
                    <a:pt x="33718" y="200122"/>
                  </a:lnTo>
                  <a:lnTo>
                    <a:pt x="33901" y="198657"/>
                  </a:lnTo>
                  <a:lnTo>
                    <a:pt x="35065" y="197037"/>
                  </a:lnTo>
                  <a:lnTo>
                    <a:pt x="35748" y="195926"/>
                  </a:lnTo>
                  <a:lnTo>
                    <a:pt x="35949" y="195323"/>
                  </a:lnTo>
                  <a:lnTo>
                    <a:pt x="29847" y="199308"/>
                  </a:lnTo>
                  <a:lnTo>
                    <a:pt x="27351" y="200704"/>
                  </a:lnTo>
                  <a:lnTo>
                    <a:pt x="25374" y="200276"/>
                  </a:lnTo>
                  <a:lnTo>
                    <a:pt x="23987" y="199616"/>
                  </a:lnTo>
                  <a:lnTo>
                    <a:pt x="23306" y="198880"/>
                  </a:lnTo>
                  <a:lnTo>
                    <a:pt x="23331" y="198070"/>
                  </a:lnTo>
                  <a:lnTo>
                    <a:pt x="23555" y="197479"/>
                  </a:lnTo>
                  <a:lnTo>
                    <a:pt x="23975" y="197110"/>
                  </a:lnTo>
                  <a:lnTo>
                    <a:pt x="20749" y="195459"/>
                  </a:lnTo>
                  <a:lnTo>
                    <a:pt x="19294" y="194165"/>
                  </a:lnTo>
                  <a:lnTo>
                    <a:pt x="19140" y="192829"/>
                  </a:lnTo>
                  <a:lnTo>
                    <a:pt x="20284" y="191451"/>
                  </a:lnTo>
                  <a:lnTo>
                    <a:pt x="21404" y="190451"/>
                  </a:lnTo>
                  <a:lnTo>
                    <a:pt x="22500" y="189828"/>
                  </a:lnTo>
                  <a:lnTo>
                    <a:pt x="25482" y="189284"/>
                  </a:lnTo>
                  <a:lnTo>
                    <a:pt x="36383" y="188245"/>
                  </a:lnTo>
                  <a:lnTo>
                    <a:pt x="44188" y="189240"/>
                  </a:lnTo>
                  <a:lnTo>
                    <a:pt x="46844" y="185942"/>
                  </a:lnTo>
                  <a:lnTo>
                    <a:pt x="48638" y="184890"/>
                  </a:lnTo>
                  <a:lnTo>
                    <a:pt x="53886" y="183795"/>
                  </a:lnTo>
                  <a:lnTo>
                    <a:pt x="61962" y="183645"/>
                  </a:lnTo>
                  <a:lnTo>
                    <a:pt x="67668" y="184250"/>
                  </a:lnTo>
                  <a:lnTo>
                    <a:pt x="70340" y="185023"/>
                  </a:lnTo>
                  <a:lnTo>
                    <a:pt x="73980" y="186730"/>
                  </a:lnTo>
                  <a:lnTo>
                    <a:pt x="74189" y="186215"/>
                  </a:lnTo>
                  <a:lnTo>
                    <a:pt x="73311" y="184675"/>
                  </a:lnTo>
                  <a:lnTo>
                    <a:pt x="73248" y="183397"/>
                  </a:lnTo>
                  <a:lnTo>
                    <a:pt x="74719" y="181177"/>
                  </a:lnTo>
                  <a:lnTo>
                    <a:pt x="75396" y="179783"/>
                  </a:lnTo>
                  <a:lnTo>
                    <a:pt x="74936" y="178331"/>
                  </a:lnTo>
                  <a:lnTo>
                    <a:pt x="73337" y="176819"/>
                  </a:lnTo>
                  <a:lnTo>
                    <a:pt x="70508" y="174883"/>
                  </a:lnTo>
                  <a:lnTo>
                    <a:pt x="68985" y="174723"/>
                  </a:lnTo>
                  <a:lnTo>
                    <a:pt x="67292" y="175189"/>
                  </a:lnTo>
                  <a:lnTo>
                    <a:pt x="65258" y="176262"/>
                  </a:lnTo>
                  <a:lnTo>
                    <a:pt x="61032" y="178969"/>
                  </a:lnTo>
                  <a:lnTo>
                    <a:pt x="59036" y="179534"/>
                  </a:lnTo>
                  <a:lnTo>
                    <a:pt x="55707" y="179679"/>
                  </a:lnTo>
                  <a:lnTo>
                    <a:pt x="53866" y="179337"/>
                  </a:lnTo>
                  <a:lnTo>
                    <a:pt x="52087" y="178931"/>
                  </a:lnTo>
                  <a:lnTo>
                    <a:pt x="49307" y="177496"/>
                  </a:lnTo>
                  <a:lnTo>
                    <a:pt x="48294" y="177227"/>
                  </a:lnTo>
                  <a:lnTo>
                    <a:pt x="47066" y="177856"/>
                  </a:lnTo>
                  <a:lnTo>
                    <a:pt x="45622" y="179385"/>
                  </a:lnTo>
                  <a:lnTo>
                    <a:pt x="44231" y="180455"/>
                  </a:lnTo>
                  <a:lnTo>
                    <a:pt x="42892" y="181067"/>
                  </a:lnTo>
                  <a:lnTo>
                    <a:pt x="41640" y="181332"/>
                  </a:lnTo>
                  <a:lnTo>
                    <a:pt x="39895" y="181208"/>
                  </a:lnTo>
                  <a:lnTo>
                    <a:pt x="32698" y="178829"/>
                  </a:lnTo>
                  <a:lnTo>
                    <a:pt x="31070" y="177770"/>
                  </a:lnTo>
                  <a:lnTo>
                    <a:pt x="30976" y="176166"/>
                  </a:lnTo>
                  <a:lnTo>
                    <a:pt x="28767" y="174611"/>
                  </a:lnTo>
                  <a:lnTo>
                    <a:pt x="26269" y="174340"/>
                  </a:lnTo>
                  <a:lnTo>
                    <a:pt x="25963" y="173819"/>
                  </a:lnTo>
                  <a:lnTo>
                    <a:pt x="29132" y="171424"/>
                  </a:lnTo>
                  <a:lnTo>
                    <a:pt x="31492" y="170445"/>
                  </a:lnTo>
                  <a:lnTo>
                    <a:pt x="31113" y="170150"/>
                  </a:lnTo>
                  <a:lnTo>
                    <a:pt x="27684" y="170099"/>
                  </a:lnTo>
                  <a:lnTo>
                    <a:pt x="25370" y="171372"/>
                  </a:lnTo>
                  <a:lnTo>
                    <a:pt x="24044" y="171587"/>
                  </a:lnTo>
                  <a:lnTo>
                    <a:pt x="20996" y="171622"/>
                  </a:lnTo>
                  <a:lnTo>
                    <a:pt x="17796" y="170984"/>
                  </a:lnTo>
                  <a:lnTo>
                    <a:pt x="16436" y="170426"/>
                  </a:lnTo>
                  <a:lnTo>
                    <a:pt x="15025" y="169145"/>
                  </a:lnTo>
                  <a:lnTo>
                    <a:pt x="13443" y="168423"/>
                  </a:lnTo>
                  <a:lnTo>
                    <a:pt x="8667" y="167330"/>
                  </a:lnTo>
                  <a:lnTo>
                    <a:pt x="7589" y="166735"/>
                  </a:lnTo>
                  <a:lnTo>
                    <a:pt x="6568" y="165746"/>
                  </a:lnTo>
                  <a:lnTo>
                    <a:pt x="2666" y="162945"/>
                  </a:lnTo>
                  <a:lnTo>
                    <a:pt x="305" y="160886"/>
                  </a:lnTo>
                  <a:lnTo>
                    <a:pt x="0" y="159720"/>
                  </a:lnTo>
                  <a:lnTo>
                    <a:pt x="2724" y="157215"/>
                  </a:lnTo>
                  <a:lnTo>
                    <a:pt x="2843" y="156635"/>
                  </a:lnTo>
                  <a:lnTo>
                    <a:pt x="1675" y="155555"/>
                  </a:lnTo>
                  <a:lnTo>
                    <a:pt x="1188" y="154757"/>
                  </a:lnTo>
                  <a:lnTo>
                    <a:pt x="1591" y="153656"/>
                  </a:lnTo>
                  <a:lnTo>
                    <a:pt x="3976" y="151219"/>
                  </a:lnTo>
                  <a:lnTo>
                    <a:pt x="4861" y="150560"/>
                  </a:lnTo>
                  <a:lnTo>
                    <a:pt x="9141" y="149128"/>
                  </a:lnTo>
                  <a:lnTo>
                    <a:pt x="13427" y="147049"/>
                  </a:lnTo>
                  <a:lnTo>
                    <a:pt x="14988" y="146582"/>
                  </a:lnTo>
                  <a:lnTo>
                    <a:pt x="16379" y="146474"/>
                  </a:lnTo>
                  <a:lnTo>
                    <a:pt x="22006" y="146596"/>
                  </a:lnTo>
                  <a:lnTo>
                    <a:pt x="23752" y="146084"/>
                  </a:lnTo>
                  <a:lnTo>
                    <a:pt x="25233" y="145070"/>
                  </a:lnTo>
                  <a:lnTo>
                    <a:pt x="27663" y="144042"/>
                  </a:lnTo>
                  <a:lnTo>
                    <a:pt x="32735" y="142483"/>
                  </a:lnTo>
                  <a:lnTo>
                    <a:pt x="44013" y="140127"/>
                  </a:lnTo>
                  <a:lnTo>
                    <a:pt x="44748" y="139850"/>
                  </a:lnTo>
                  <a:lnTo>
                    <a:pt x="44814" y="139402"/>
                  </a:lnTo>
                  <a:lnTo>
                    <a:pt x="43800" y="138187"/>
                  </a:lnTo>
                  <a:lnTo>
                    <a:pt x="43587" y="137602"/>
                  </a:lnTo>
                  <a:lnTo>
                    <a:pt x="45896" y="136512"/>
                  </a:lnTo>
                  <a:lnTo>
                    <a:pt x="51107" y="134795"/>
                  </a:lnTo>
                  <a:lnTo>
                    <a:pt x="54669" y="133969"/>
                  </a:lnTo>
                  <a:lnTo>
                    <a:pt x="56961" y="133908"/>
                  </a:lnTo>
                  <a:lnTo>
                    <a:pt x="58809" y="133539"/>
                  </a:lnTo>
                  <a:lnTo>
                    <a:pt x="61405" y="132459"/>
                  </a:lnTo>
                  <a:lnTo>
                    <a:pt x="62874" y="132269"/>
                  </a:lnTo>
                  <a:lnTo>
                    <a:pt x="71745" y="131845"/>
                  </a:lnTo>
                  <a:lnTo>
                    <a:pt x="75668" y="132432"/>
                  </a:lnTo>
                  <a:lnTo>
                    <a:pt x="77595" y="132421"/>
                  </a:lnTo>
                  <a:lnTo>
                    <a:pt x="78832" y="132002"/>
                  </a:lnTo>
                  <a:lnTo>
                    <a:pt x="80470" y="130780"/>
                  </a:lnTo>
                  <a:lnTo>
                    <a:pt x="83528" y="127744"/>
                  </a:lnTo>
                  <a:lnTo>
                    <a:pt x="85138" y="125860"/>
                  </a:lnTo>
                  <a:lnTo>
                    <a:pt x="86658" y="122991"/>
                  </a:lnTo>
                  <a:lnTo>
                    <a:pt x="88625" y="118509"/>
                  </a:lnTo>
                  <a:lnTo>
                    <a:pt x="90094" y="114137"/>
                  </a:lnTo>
                  <a:lnTo>
                    <a:pt x="91068" y="109874"/>
                  </a:lnTo>
                  <a:lnTo>
                    <a:pt x="91824" y="107275"/>
                  </a:lnTo>
                  <a:lnTo>
                    <a:pt x="92361" y="106346"/>
                  </a:lnTo>
                  <a:lnTo>
                    <a:pt x="94200" y="105166"/>
                  </a:lnTo>
                  <a:lnTo>
                    <a:pt x="96119" y="104246"/>
                  </a:lnTo>
                  <a:lnTo>
                    <a:pt x="99417" y="103431"/>
                  </a:lnTo>
                  <a:lnTo>
                    <a:pt x="99116" y="103052"/>
                  </a:lnTo>
                  <a:lnTo>
                    <a:pt x="97717" y="102417"/>
                  </a:lnTo>
                  <a:lnTo>
                    <a:pt x="96416" y="102173"/>
                  </a:lnTo>
                  <a:lnTo>
                    <a:pt x="95211" y="102319"/>
                  </a:lnTo>
                  <a:lnTo>
                    <a:pt x="93017" y="103278"/>
                  </a:lnTo>
                  <a:lnTo>
                    <a:pt x="90175" y="103927"/>
                  </a:lnTo>
                  <a:lnTo>
                    <a:pt x="87414" y="103825"/>
                  </a:lnTo>
                  <a:lnTo>
                    <a:pt x="85426" y="104068"/>
                  </a:lnTo>
                  <a:lnTo>
                    <a:pt x="83602" y="104946"/>
                  </a:lnTo>
                  <a:lnTo>
                    <a:pt x="80644" y="105653"/>
                  </a:lnTo>
                  <a:lnTo>
                    <a:pt x="78670" y="105493"/>
                  </a:lnTo>
                  <a:lnTo>
                    <a:pt x="75108" y="104229"/>
                  </a:lnTo>
                  <a:lnTo>
                    <a:pt x="73310" y="103992"/>
                  </a:lnTo>
                  <a:lnTo>
                    <a:pt x="68753" y="104112"/>
                  </a:lnTo>
                  <a:lnTo>
                    <a:pt x="67421" y="103645"/>
                  </a:lnTo>
                  <a:lnTo>
                    <a:pt x="66256" y="102726"/>
                  </a:lnTo>
                  <a:lnTo>
                    <a:pt x="65328" y="101446"/>
                  </a:lnTo>
                  <a:lnTo>
                    <a:pt x="64636" y="99800"/>
                  </a:lnTo>
                  <a:lnTo>
                    <a:pt x="64731" y="98089"/>
                  </a:lnTo>
                  <a:lnTo>
                    <a:pt x="66371" y="95002"/>
                  </a:lnTo>
                  <a:lnTo>
                    <a:pt x="67001" y="94161"/>
                  </a:lnTo>
                  <a:lnTo>
                    <a:pt x="71442" y="90716"/>
                  </a:lnTo>
                  <a:lnTo>
                    <a:pt x="74178" y="89103"/>
                  </a:lnTo>
                  <a:lnTo>
                    <a:pt x="76901" y="87896"/>
                  </a:lnTo>
                  <a:lnTo>
                    <a:pt x="78885" y="87188"/>
                  </a:lnTo>
                  <a:lnTo>
                    <a:pt x="80753" y="86870"/>
                  </a:lnTo>
                  <a:lnTo>
                    <a:pt x="82545" y="86122"/>
                  </a:lnTo>
                  <a:lnTo>
                    <a:pt x="85848" y="83715"/>
                  </a:lnTo>
                  <a:lnTo>
                    <a:pt x="89255" y="81652"/>
                  </a:lnTo>
                  <a:lnTo>
                    <a:pt x="93494" y="77820"/>
                  </a:lnTo>
                  <a:lnTo>
                    <a:pt x="95546" y="76815"/>
                  </a:lnTo>
                  <a:lnTo>
                    <a:pt x="102726" y="75148"/>
                  </a:lnTo>
                  <a:lnTo>
                    <a:pt x="104678" y="75122"/>
                  </a:lnTo>
                  <a:lnTo>
                    <a:pt x="106334" y="75537"/>
                  </a:lnTo>
                  <a:lnTo>
                    <a:pt x="107903" y="76406"/>
                  </a:lnTo>
                  <a:lnTo>
                    <a:pt x="112312" y="80196"/>
                  </a:lnTo>
                  <a:lnTo>
                    <a:pt x="112657" y="80079"/>
                  </a:lnTo>
                  <a:lnTo>
                    <a:pt x="111888" y="78645"/>
                  </a:lnTo>
                  <a:lnTo>
                    <a:pt x="110280" y="74353"/>
                  </a:lnTo>
                  <a:lnTo>
                    <a:pt x="110541" y="72586"/>
                  </a:lnTo>
                  <a:lnTo>
                    <a:pt x="113064" y="70699"/>
                  </a:lnTo>
                  <a:lnTo>
                    <a:pt x="114098" y="70363"/>
                  </a:lnTo>
                  <a:lnTo>
                    <a:pt x="116762" y="70489"/>
                  </a:lnTo>
                  <a:lnTo>
                    <a:pt x="121055" y="71071"/>
                  </a:lnTo>
                  <a:lnTo>
                    <a:pt x="123926" y="71711"/>
                  </a:lnTo>
                  <a:lnTo>
                    <a:pt x="126102" y="72750"/>
                  </a:lnTo>
                  <a:lnTo>
                    <a:pt x="128688" y="73396"/>
                  </a:lnTo>
                  <a:lnTo>
                    <a:pt x="130029" y="73364"/>
                  </a:lnTo>
                  <a:lnTo>
                    <a:pt x="130985" y="72868"/>
                  </a:lnTo>
                  <a:lnTo>
                    <a:pt x="132355" y="71246"/>
                  </a:lnTo>
                  <a:lnTo>
                    <a:pt x="134138" y="68498"/>
                  </a:lnTo>
                  <a:lnTo>
                    <a:pt x="134852" y="65111"/>
                  </a:lnTo>
                  <a:lnTo>
                    <a:pt x="134498" y="61086"/>
                  </a:lnTo>
                  <a:lnTo>
                    <a:pt x="133977" y="58144"/>
                  </a:lnTo>
                  <a:lnTo>
                    <a:pt x="133290" y="56291"/>
                  </a:lnTo>
                  <a:lnTo>
                    <a:pt x="133667" y="54746"/>
                  </a:lnTo>
                  <a:lnTo>
                    <a:pt x="135830" y="52893"/>
                  </a:lnTo>
                  <a:lnTo>
                    <a:pt x="137811" y="51540"/>
                  </a:lnTo>
                  <a:lnTo>
                    <a:pt x="142535" y="49625"/>
                  </a:lnTo>
                  <a:lnTo>
                    <a:pt x="146366" y="49118"/>
                  </a:lnTo>
                  <a:lnTo>
                    <a:pt x="148640" y="49246"/>
                  </a:lnTo>
                  <a:lnTo>
                    <a:pt x="151627" y="50144"/>
                  </a:lnTo>
                  <a:lnTo>
                    <a:pt x="155774" y="50693"/>
                  </a:lnTo>
                  <a:lnTo>
                    <a:pt x="159516" y="52432"/>
                  </a:lnTo>
                  <a:lnTo>
                    <a:pt x="165581" y="56425"/>
                  </a:lnTo>
                  <a:lnTo>
                    <a:pt x="169607" y="58430"/>
                  </a:lnTo>
                  <a:lnTo>
                    <a:pt x="172940" y="59330"/>
                  </a:lnTo>
                  <a:lnTo>
                    <a:pt x="176225" y="60862"/>
                  </a:lnTo>
                  <a:lnTo>
                    <a:pt x="181081" y="64111"/>
                  </a:lnTo>
                  <a:lnTo>
                    <a:pt x="183622" y="65507"/>
                  </a:lnTo>
                  <a:lnTo>
                    <a:pt x="185134" y="66012"/>
                  </a:lnTo>
                  <a:lnTo>
                    <a:pt x="186464" y="66092"/>
                  </a:lnTo>
                  <a:lnTo>
                    <a:pt x="185969" y="65165"/>
                  </a:lnTo>
                  <a:lnTo>
                    <a:pt x="183650" y="63224"/>
                  </a:lnTo>
                  <a:lnTo>
                    <a:pt x="180097" y="61090"/>
                  </a:lnTo>
                  <a:lnTo>
                    <a:pt x="172218" y="57253"/>
                  </a:lnTo>
                  <a:lnTo>
                    <a:pt x="167879" y="54545"/>
                  </a:lnTo>
                  <a:lnTo>
                    <a:pt x="163988" y="51456"/>
                  </a:lnTo>
                  <a:lnTo>
                    <a:pt x="161128" y="49618"/>
                  </a:lnTo>
                  <a:lnTo>
                    <a:pt x="155934" y="47796"/>
                  </a:lnTo>
                  <a:lnTo>
                    <a:pt x="156006" y="47070"/>
                  </a:lnTo>
                  <a:lnTo>
                    <a:pt x="162271" y="44516"/>
                  </a:lnTo>
                  <a:lnTo>
                    <a:pt x="173785" y="42293"/>
                  </a:lnTo>
                  <a:lnTo>
                    <a:pt x="186761" y="40555"/>
                  </a:lnTo>
                  <a:lnTo>
                    <a:pt x="191104" y="40732"/>
                  </a:lnTo>
                  <a:lnTo>
                    <a:pt x="198737" y="40005"/>
                  </a:lnTo>
                  <a:lnTo>
                    <a:pt x="199455" y="38908"/>
                  </a:lnTo>
                  <a:lnTo>
                    <a:pt x="201097" y="38415"/>
                  </a:lnTo>
                  <a:lnTo>
                    <a:pt x="208206" y="36884"/>
                  </a:lnTo>
                  <a:lnTo>
                    <a:pt x="210243" y="36906"/>
                  </a:lnTo>
                  <a:lnTo>
                    <a:pt x="213371" y="37631"/>
                  </a:lnTo>
                  <a:lnTo>
                    <a:pt x="216705" y="39015"/>
                  </a:lnTo>
                  <a:lnTo>
                    <a:pt x="218248" y="40267"/>
                  </a:lnTo>
                  <a:lnTo>
                    <a:pt x="220341" y="42419"/>
                  </a:lnTo>
                  <a:lnTo>
                    <a:pt x="221369" y="45447"/>
                  </a:lnTo>
                  <a:lnTo>
                    <a:pt x="221214" y="55007"/>
                  </a:lnTo>
                  <a:lnTo>
                    <a:pt x="221268" y="56815"/>
                  </a:lnTo>
                  <a:lnTo>
                    <a:pt x="221672" y="57512"/>
                  </a:lnTo>
                  <a:lnTo>
                    <a:pt x="223117" y="56475"/>
                  </a:lnTo>
                  <a:lnTo>
                    <a:pt x="224845" y="54547"/>
                  </a:lnTo>
                  <a:lnTo>
                    <a:pt x="226398" y="53183"/>
                  </a:lnTo>
                  <a:lnTo>
                    <a:pt x="227593" y="51078"/>
                  </a:lnTo>
                  <a:lnTo>
                    <a:pt x="228430" y="48237"/>
                  </a:lnTo>
                  <a:lnTo>
                    <a:pt x="228924" y="46132"/>
                  </a:lnTo>
                  <a:lnTo>
                    <a:pt x="226894" y="43752"/>
                  </a:lnTo>
                  <a:lnTo>
                    <a:pt x="226793" y="39843"/>
                  </a:lnTo>
                  <a:lnTo>
                    <a:pt x="227807" y="37760"/>
                  </a:lnTo>
                  <a:lnTo>
                    <a:pt x="230650" y="37760"/>
                  </a:lnTo>
                  <a:lnTo>
                    <a:pt x="242406" y="44955"/>
                  </a:lnTo>
                  <a:lnTo>
                    <a:pt x="247034" y="46509"/>
                  </a:lnTo>
                  <a:lnTo>
                    <a:pt x="252298" y="50363"/>
                  </a:lnTo>
                  <a:lnTo>
                    <a:pt x="258448" y="49953"/>
                  </a:lnTo>
                  <a:lnTo>
                    <a:pt x="264121" y="50428"/>
                  </a:lnTo>
                  <a:lnTo>
                    <a:pt x="266633" y="50286"/>
                  </a:lnTo>
                  <a:lnTo>
                    <a:pt x="267873" y="49687"/>
                  </a:lnTo>
                  <a:lnTo>
                    <a:pt x="266109" y="48090"/>
                  </a:lnTo>
                  <a:lnTo>
                    <a:pt x="258048" y="43700"/>
                  </a:lnTo>
                  <a:lnTo>
                    <a:pt x="254384" y="40253"/>
                  </a:lnTo>
                  <a:lnTo>
                    <a:pt x="251825" y="35955"/>
                  </a:lnTo>
                  <a:lnTo>
                    <a:pt x="251199" y="33669"/>
                  </a:lnTo>
                  <a:lnTo>
                    <a:pt x="253160" y="33258"/>
                  </a:lnTo>
                  <a:lnTo>
                    <a:pt x="262164" y="33307"/>
                  </a:lnTo>
                  <a:lnTo>
                    <a:pt x="275697" y="35287"/>
                  </a:lnTo>
                  <a:lnTo>
                    <a:pt x="293002" y="42136"/>
                  </a:lnTo>
                  <a:lnTo>
                    <a:pt x="301519" y="44401"/>
                  </a:lnTo>
                  <a:lnTo>
                    <a:pt x="316782" y="52325"/>
                  </a:lnTo>
                  <a:lnTo>
                    <a:pt x="321386" y="53522"/>
                  </a:lnTo>
                  <a:lnTo>
                    <a:pt x="323245" y="53772"/>
                  </a:lnTo>
                  <a:lnTo>
                    <a:pt x="324647" y="52794"/>
                  </a:lnTo>
                  <a:lnTo>
                    <a:pt x="325512" y="51731"/>
                  </a:lnTo>
                  <a:lnTo>
                    <a:pt x="325576" y="50315"/>
                  </a:lnTo>
                  <a:lnTo>
                    <a:pt x="324838" y="48546"/>
                  </a:lnTo>
                  <a:lnTo>
                    <a:pt x="324416" y="46502"/>
                  </a:lnTo>
                  <a:lnTo>
                    <a:pt x="324308" y="44180"/>
                  </a:lnTo>
                  <a:lnTo>
                    <a:pt x="325344" y="39582"/>
                  </a:lnTo>
                  <a:lnTo>
                    <a:pt x="327805" y="38083"/>
                  </a:lnTo>
                  <a:lnTo>
                    <a:pt x="328891" y="36388"/>
                  </a:lnTo>
                  <a:lnTo>
                    <a:pt x="327882" y="33327"/>
                  </a:lnTo>
                  <a:lnTo>
                    <a:pt x="324997" y="31232"/>
                  </a:lnTo>
                  <a:lnTo>
                    <a:pt x="313774" y="25836"/>
                  </a:lnTo>
                  <a:lnTo>
                    <a:pt x="313727" y="25193"/>
                  </a:lnTo>
                  <a:lnTo>
                    <a:pt x="315993" y="24486"/>
                  </a:lnTo>
                  <a:lnTo>
                    <a:pt x="319356" y="24072"/>
                  </a:lnTo>
                  <a:lnTo>
                    <a:pt x="347167" y="25357"/>
                  </a:lnTo>
                  <a:lnTo>
                    <a:pt x="351975" y="25829"/>
                  </a:lnTo>
                  <a:lnTo>
                    <a:pt x="354027" y="26292"/>
                  </a:lnTo>
                  <a:lnTo>
                    <a:pt x="354925" y="26903"/>
                  </a:lnTo>
                  <a:lnTo>
                    <a:pt x="356077" y="27164"/>
                  </a:lnTo>
                  <a:lnTo>
                    <a:pt x="362052" y="26435"/>
                  </a:lnTo>
                  <a:lnTo>
                    <a:pt x="361910" y="25105"/>
                  </a:lnTo>
                  <a:lnTo>
                    <a:pt x="361164" y="24259"/>
                  </a:lnTo>
                  <a:lnTo>
                    <a:pt x="328887" y="21949"/>
                  </a:lnTo>
                  <a:lnTo>
                    <a:pt x="322871" y="21159"/>
                  </a:lnTo>
                  <a:lnTo>
                    <a:pt x="319810" y="21098"/>
                  </a:lnTo>
                  <a:lnTo>
                    <a:pt x="316645" y="21704"/>
                  </a:lnTo>
                  <a:lnTo>
                    <a:pt x="310081" y="22006"/>
                  </a:lnTo>
                  <a:lnTo>
                    <a:pt x="307049" y="21889"/>
                  </a:lnTo>
                  <a:lnTo>
                    <a:pt x="303121" y="19139"/>
                  </a:lnTo>
                  <a:lnTo>
                    <a:pt x="306678" y="15830"/>
                  </a:lnTo>
                  <a:lnTo>
                    <a:pt x="309672" y="15905"/>
                  </a:lnTo>
                  <a:lnTo>
                    <a:pt x="315360" y="17195"/>
                  </a:lnTo>
                  <a:lnTo>
                    <a:pt x="318730" y="15393"/>
                  </a:lnTo>
                  <a:lnTo>
                    <a:pt x="324080" y="13904"/>
                  </a:lnTo>
                  <a:lnTo>
                    <a:pt x="329369" y="13379"/>
                  </a:lnTo>
                  <a:lnTo>
                    <a:pt x="340908" y="10179"/>
                  </a:lnTo>
                  <a:lnTo>
                    <a:pt x="343041" y="9899"/>
                  </a:lnTo>
                  <a:lnTo>
                    <a:pt x="345731" y="10070"/>
                  </a:lnTo>
                  <a:lnTo>
                    <a:pt x="351669" y="10863"/>
                  </a:lnTo>
                  <a:lnTo>
                    <a:pt x="354028" y="11655"/>
                  </a:lnTo>
                  <a:lnTo>
                    <a:pt x="356730" y="13351"/>
                  </a:lnTo>
                  <a:lnTo>
                    <a:pt x="358298" y="13875"/>
                  </a:lnTo>
                  <a:lnTo>
                    <a:pt x="360157" y="13972"/>
                  </a:lnTo>
                  <a:lnTo>
                    <a:pt x="362710" y="14739"/>
                  </a:lnTo>
                  <a:lnTo>
                    <a:pt x="366401" y="12255"/>
                  </a:lnTo>
                  <a:lnTo>
                    <a:pt x="369738" y="9585"/>
                  </a:lnTo>
                  <a:lnTo>
                    <a:pt x="373565" y="7902"/>
                  </a:lnTo>
                  <a:lnTo>
                    <a:pt x="378980" y="8884"/>
                  </a:lnTo>
                  <a:lnTo>
                    <a:pt x="382408" y="10166"/>
                  </a:lnTo>
                  <a:lnTo>
                    <a:pt x="385543" y="11692"/>
                  </a:lnTo>
                  <a:lnTo>
                    <a:pt x="389973" y="12536"/>
                  </a:lnTo>
                  <a:lnTo>
                    <a:pt x="397485" y="17751"/>
                  </a:lnTo>
                  <a:lnTo>
                    <a:pt x="398890" y="17758"/>
                  </a:lnTo>
                  <a:lnTo>
                    <a:pt x="399554" y="17316"/>
                  </a:lnTo>
                  <a:lnTo>
                    <a:pt x="400262" y="16350"/>
                  </a:lnTo>
                  <a:lnTo>
                    <a:pt x="400517" y="14915"/>
                  </a:lnTo>
                  <a:lnTo>
                    <a:pt x="401439" y="12968"/>
                  </a:lnTo>
                  <a:lnTo>
                    <a:pt x="400771" y="12248"/>
                  </a:lnTo>
                  <a:lnTo>
                    <a:pt x="394479" y="10089"/>
                  </a:lnTo>
                  <a:lnTo>
                    <a:pt x="393289" y="9258"/>
                  </a:lnTo>
                  <a:lnTo>
                    <a:pt x="392082" y="7890"/>
                  </a:lnTo>
                  <a:lnTo>
                    <a:pt x="392062" y="6759"/>
                  </a:lnTo>
                  <a:lnTo>
                    <a:pt x="393228" y="5868"/>
                  </a:lnTo>
                  <a:lnTo>
                    <a:pt x="394457" y="5461"/>
                  </a:lnTo>
                  <a:lnTo>
                    <a:pt x="398525" y="5830"/>
                  </a:lnTo>
                  <a:lnTo>
                    <a:pt x="399870" y="5540"/>
                  </a:lnTo>
                  <a:lnTo>
                    <a:pt x="401139" y="4785"/>
                  </a:lnTo>
                  <a:lnTo>
                    <a:pt x="402667" y="3370"/>
                  </a:lnTo>
                  <a:lnTo>
                    <a:pt x="403872" y="3009"/>
                  </a:lnTo>
                  <a:lnTo>
                    <a:pt x="406593" y="2969"/>
                  </a:lnTo>
                  <a:lnTo>
                    <a:pt x="410781" y="3876"/>
                  </a:lnTo>
                  <a:lnTo>
                    <a:pt x="414446" y="3953"/>
                  </a:lnTo>
                  <a:lnTo>
                    <a:pt x="415768" y="3536"/>
                  </a:lnTo>
                  <a:lnTo>
                    <a:pt x="415969" y="2650"/>
                  </a:lnTo>
                  <a:lnTo>
                    <a:pt x="416288" y="2087"/>
                  </a:lnTo>
                  <a:lnTo>
                    <a:pt x="416725" y="1851"/>
                  </a:lnTo>
                  <a:lnTo>
                    <a:pt x="430012" y="1802"/>
                  </a:lnTo>
                  <a:lnTo>
                    <a:pt x="433307" y="1591"/>
                  </a:lnTo>
                  <a:lnTo>
                    <a:pt x="435884" y="920"/>
                  </a:lnTo>
                  <a:lnTo>
                    <a:pt x="439035" y="841"/>
                  </a:lnTo>
                  <a:lnTo>
                    <a:pt x="441791" y="1242"/>
                  </a:lnTo>
                  <a:lnTo>
                    <a:pt x="445202" y="2096"/>
                  </a:lnTo>
                  <a:lnTo>
                    <a:pt x="448592" y="2057"/>
                  </a:lnTo>
                  <a:lnTo>
                    <a:pt x="453644" y="660"/>
                  </a:lnTo>
                  <a:lnTo>
                    <a:pt x="458408" y="0"/>
                  </a:lnTo>
                  <a:lnTo>
                    <a:pt x="484663" y="1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8"/>
            <p:cNvSpPr/>
            <p:nvPr/>
          </p:nvSpPr>
          <p:spPr>
            <a:xfrm>
              <a:off x="2137458" y="3107612"/>
              <a:ext cx="46110" cy="120556"/>
            </a:xfrm>
            <a:custGeom>
              <a:avLst/>
              <a:pathLst>
                <a:path w="46110" h="120556">
                  <a:moveTo>
                    <a:pt x="35372" y="46"/>
                  </a:moveTo>
                  <a:lnTo>
                    <a:pt x="35261" y="7214"/>
                  </a:lnTo>
                  <a:lnTo>
                    <a:pt x="35133" y="15518"/>
                  </a:lnTo>
                  <a:lnTo>
                    <a:pt x="35039" y="21622"/>
                  </a:lnTo>
                  <a:lnTo>
                    <a:pt x="34914" y="29768"/>
                  </a:lnTo>
                  <a:lnTo>
                    <a:pt x="34785" y="38096"/>
                  </a:lnTo>
                  <a:lnTo>
                    <a:pt x="34610" y="49452"/>
                  </a:lnTo>
                  <a:lnTo>
                    <a:pt x="34497" y="56792"/>
                  </a:lnTo>
                  <a:lnTo>
                    <a:pt x="34551" y="56962"/>
                  </a:lnTo>
                  <a:lnTo>
                    <a:pt x="35923" y="56607"/>
                  </a:lnTo>
                  <a:lnTo>
                    <a:pt x="37953" y="56928"/>
                  </a:lnTo>
                  <a:lnTo>
                    <a:pt x="38449" y="56904"/>
                  </a:lnTo>
                  <a:lnTo>
                    <a:pt x="39071" y="57544"/>
                  </a:lnTo>
                  <a:lnTo>
                    <a:pt x="39551" y="57736"/>
                  </a:lnTo>
                  <a:lnTo>
                    <a:pt x="40583" y="59389"/>
                  </a:lnTo>
                  <a:lnTo>
                    <a:pt x="41794" y="60641"/>
                  </a:lnTo>
                  <a:lnTo>
                    <a:pt x="42567" y="58116"/>
                  </a:lnTo>
                  <a:lnTo>
                    <a:pt x="42160" y="56596"/>
                  </a:lnTo>
                  <a:lnTo>
                    <a:pt x="41856" y="55820"/>
                  </a:lnTo>
                  <a:lnTo>
                    <a:pt x="41903" y="55141"/>
                  </a:lnTo>
                  <a:lnTo>
                    <a:pt x="46110" y="61680"/>
                  </a:lnTo>
                  <a:lnTo>
                    <a:pt x="45614" y="62689"/>
                  </a:lnTo>
                  <a:lnTo>
                    <a:pt x="44543" y="65019"/>
                  </a:lnTo>
                  <a:lnTo>
                    <a:pt x="42601" y="69003"/>
                  </a:lnTo>
                  <a:lnTo>
                    <a:pt x="40861" y="72569"/>
                  </a:lnTo>
                  <a:lnTo>
                    <a:pt x="39187" y="75804"/>
                  </a:lnTo>
                  <a:lnTo>
                    <a:pt x="37679" y="78717"/>
                  </a:lnTo>
                  <a:lnTo>
                    <a:pt x="37501" y="79006"/>
                  </a:lnTo>
                  <a:lnTo>
                    <a:pt x="35589" y="81085"/>
                  </a:lnTo>
                  <a:lnTo>
                    <a:pt x="35270" y="82043"/>
                  </a:lnTo>
                  <a:lnTo>
                    <a:pt x="34858" y="86159"/>
                  </a:lnTo>
                  <a:lnTo>
                    <a:pt x="34671" y="87179"/>
                  </a:lnTo>
                  <a:lnTo>
                    <a:pt x="35018" y="89465"/>
                  </a:lnTo>
                  <a:lnTo>
                    <a:pt x="35363" y="92995"/>
                  </a:lnTo>
                  <a:lnTo>
                    <a:pt x="35253" y="94838"/>
                  </a:lnTo>
                  <a:lnTo>
                    <a:pt x="33930" y="97110"/>
                  </a:lnTo>
                  <a:lnTo>
                    <a:pt x="33324" y="99156"/>
                  </a:lnTo>
                  <a:lnTo>
                    <a:pt x="33057" y="100478"/>
                  </a:lnTo>
                  <a:lnTo>
                    <a:pt x="32819" y="100134"/>
                  </a:lnTo>
                  <a:lnTo>
                    <a:pt x="32410" y="100032"/>
                  </a:lnTo>
                  <a:lnTo>
                    <a:pt x="31466" y="100544"/>
                  </a:lnTo>
                  <a:lnTo>
                    <a:pt x="31009" y="100658"/>
                  </a:lnTo>
                  <a:lnTo>
                    <a:pt x="30628" y="101244"/>
                  </a:lnTo>
                  <a:lnTo>
                    <a:pt x="30590" y="102515"/>
                  </a:lnTo>
                  <a:lnTo>
                    <a:pt x="30843" y="104578"/>
                  </a:lnTo>
                  <a:lnTo>
                    <a:pt x="30933" y="105642"/>
                  </a:lnTo>
                  <a:lnTo>
                    <a:pt x="30667" y="106132"/>
                  </a:lnTo>
                  <a:lnTo>
                    <a:pt x="29505" y="107372"/>
                  </a:lnTo>
                  <a:lnTo>
                    <a:pt x="29046" y="108595"/>
                  </a:lnTo>
                  <a:lnTo>
                    <a:pt x="28606" y="110495"/>
                  </a:lnTo>
                  <a:lnTo>
                    <a:pt x="28096" y="111290"/>
                  </a:lnTo>
                  <a:lnTo>
                    <a:pt x="27564" y="111143"/>
                  </a:lnTo>
                  <a:lnTo>
                    <a:pt x="27187" y="111423"/>
                  </a:lnTo>
                  <a:lnTo>
                    <a:pt x="26381" y="112849"/>
                  </a:lnTo>
                  <a:lnTo>
                    <a:pt x="25168" y="115606"/>
                  </a:lnTo>
                  <a:lnTo>
                    <a:pt x="24516" y="117653"/>
                  </a:lnTo>
                  <a:lnTo>
                    <a:pt x="24503" y="119183"/>
                  </a:lnTo>
                  <a:lnTo>
                    <a:pt x="24626" y="120556"/>
                  </a:lnTo>
                  <a:lnTo>
                    <a:pt x="20208" y="115698"/>
                  </a:lnTo>
                  <a:lnTo>
                    <a:pt x="18737" y="114869"/>
                  </a:lnTo>
                  <a:lnTo>
                    <a:pt x="12533" y="114970"/>
                  </a:lnTo>
                  <a:lnTo>
                    <a:pt x="9871" y="113061"/>
                  </a:lnTo>
                  <a:lnTo>
                    <a:pt x="6838" y="109374"/>
                  </a:lnTo>
                  <a:lnTo>
                    <a:pt x="4788" y="106027"/>
                  </a:lnTo>
                  <a:lnTo>
                    <a:pt x="0" y="96654"/>
                  </a:lnTo>
                  <a:lnTo>
                    <a:pt x="300" y="95898"/>
                  </a:lnTo>
                  <a:lnTo>
                    <a:pt x="553" y="94152"/>
                  </a:lnTo>
                  <a:lnTo>
                    <a:pt x="865" y="92352"/>
                  </a:lnTo>
                  <a:lnTo>
                    <a:pt x="675" y="90274"/>
                  </a:lnTo>
                  <a:lnTo>
                    <a:pt x="561" y="88589"/>
                  </a:lnTo>
                  <a:lnTo>
                    <a:pt x="914" y="86138"/>
                  </a:lnTo>
                  <a:lnTo>
                    <a:pt x="881" y="84298"/>
                  </a:lnTo>
                  <a:lnTo>
                    <a:pt x="1046" y="83164"/>
                  </a:lnTo>
                  <a:lnTo>
                    <a:pt x="1569" y="82431"/>
                  </a:lnTo>
                  <a:lnTo>
                    <a:pt x="1845" y="81029"/>
                  </a:lnTo>
                  <a:lnTo>
                    <a:pt x="354" y="76198"/>
                  </a:lnTo>
                  <a:lnTo>
                    <a:pt x="355" y="75096"/>
                  </a:lnTo>
                  <a:lnTo>
                    <a:pt x="552" y="73739"/>
                  </a:lnTo>
                  <a:lnTo>
                    <a:pt x="1760" y="68578"/>
                  </a:lnTo>
                  <a:lnTo>
                    <a:pt x="3198" y="62442"/>
                  </a:lnTo>
                  <a:lnTo>
                    <a:pt x="4784" y="55671"/>
                  </a:lnTo>
                  <a:lnTo>
                    <a:pt x="5737" y="51599"/>
                  </a:lnTo>
                  <a:lnTo>
                    <a:pt x="9219" y="51591"/>
                  </a:lnTo>
                  <a:lnTo>
                    <a:pt x="11523" y="51585"/>
                  </a:lnTo>
                  <a:lnTo>
                    <a:pt x="14449" y="51580"/>
                  </a:lnTo>
                  <a:lnTo>
                    <a:pt x="17629" y="51573"/>
                  </a:lnTo>
                  <a:lnTo>
                    <a:pt x="19715" y="51569"/>
                  </a:lnTo>
                  <a:lnTo>
                    <a:pt x="20576" y="51524"/>
                  </a:lnTo>
                  <a:lnTo>
                    <a:pt x="20430" y="48875"/>
                  </a:lnTo>
                  <a:lnTo>
                    <a:pt x="20541" y="45949"/>
                  </a:lnTo>
                  <a:lnTo>
                    <a:pt x="20923" y="43291"/>
                  </a:lnTo>
                  <a:lnTo>
                    <a:pt x="20923" y="42118"/>
                  </a:lnTo>
                  <a:lnTo>
                    <a:pt x="20300" y="40684"/>
                  </a:lnTo>
                  <a:lnTo>
                    <a:pt x="19096" y="39849"/>
                  </a:lnTo>
                  <a:lnTo>
                    <a:pt x="18425" y="38581"/>
                  </a:lnTo>
                  <a:lnTo>
                    <a:pt x="18421" y="36973"/>
                  </a:lnTo>
                  <a:lnTo>
                    <a:pt x="18127" y="35030"/>
                  </a:lnTo>
                  <a:lnTo>
                    <a:pt x="17543" y="32749"/>
                  </a:lnTo>
                  <a:lnTo>
                    <a:pt x="16331" y="30414"/>
                  </a:lnTo>
                  <a:lnTo>
                    <a:pt x="14492" y="28029"/>
                  </a:lnTo>
                  <a:lnTo>
                    <a:pt x="12926" y="24828"/>
                  </a:lnTo>
                  <a:lnTo>
                    <a:pt x="11634" y="20806"/>
                  </a:lnTo>
                  <a:lnTo>
                    <a:pt x="10540" y="18219"/>
                  </a:lnTo>
                  <a:lnTo>
                    <a:pt x="9699" y="17137"/>
                  </a:lnTo>
                  <a:lnTo>
                    <a:pt x="9500" y="16563"/>
                  </a:lnTo>
                  <a:lnTo>
                    <a:pt x="11964" y="16615"/>
                  </a:lnTo>
                  <a:lnTo>
                    <a:pt x="14295" y="16664"/>
                  </a:lnTo>
                  <a:lnTo>
                    <a:pt x="14310" y="10902"/>
                  </a:lnTo>
                  <a:lnTo>
                    <a:pt x="14324" y="5781"/>
                  </a:lnTo>
                  <a:lnTo>
                    <a:pt x="14338" y="0"/>
                  </a:lnTo>
                  <a:lnTo>
                    <a:pt x="18563" y="8"/>
                  </a:lnTo>
                  <a:lnTo>
                    <a:pt x="23609" y="20"/>
                  </a:lnTo>
                  <a:lnTo>
                    <a:pt x="28843" y="31"/>
                  </a:lnTo>
                  <a:lnTo>
                    <a:pt x="32954" y="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69"/>
            <p:cNvSpPr/>
            <p:nvPr/>
          </p:nvSpPr>
          <p:spPr>
            <a:xfrm>
              <a:off x="4863539" y="3231542"/>
              <a:ext cx="3354" cy="10780"/>
            </a:xfrm>
            <a:custGeom>
              <a:avLst/>
              <a:pathLst>
                <a:path w="3354" h="10780">
                  <a:moveTo>
                    <a:pt x="1064" y="10728"/>
                  </a:moveTo>
                  <a:lnTo>
                    <a:pt x="577" y="10780"/>
                  </a:lnTo>
                  <a:lnTo>
                    <a:pt x="155" y="9789"/>
                  </a:lnTo>
                  <a:lnTo>
                    <a:pt x="7" y="9127"/>
                  </a:lnTo>
                  <a:lnTo>
                    <a:pt x="0" y="5722"/>
                  </a:lnTo>
                  <a:lnTo>
                    <a:pt x="1622" y="2822"/>
                  </a:lnTo>
                  <a:lnTo>
                    <a:pt x="2156" y="0"/>
                  </a:lnTo>
                  <a:lnTo>
                    <a:pt x="2601" y="227"/>
                  </a:lnTo>
                  <a:lnTo>
                    <a:pt x="2996" y="689"/>
                  </a:lnTo>
                  <a:lnTo>
                    <a:pt x="3354" y="1538"/>
                  </a:lnTo>
                  <a:lnTo>
                    <a:pt x="1502" y="62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0"/>
            <p:cNvSpPr/>
            <p:nvPr/>
          </p:nvSpPr>
          <p:spPr>
            <a:xfrm>
              <a:off x="2492416" y="3381446"/>
              <a:ext cx="56481" cy="217129"/>
            </a:xfrm>
            <a:custGeom>
              <a:avLst/>
              <a:pathLst>
                <a:path w="56481" h="217129">
                  <a:moveTo>
                    <a:pt x="48288" y="88673"/>
                  </a:moveTo>
                  <a:lnTo>
                    <a:pt x="47676" y="90540"/>
                  </a:lnTo>
                  <a:lnTo>
                    <a:pt x="47566" y="91724"/>
                  </a:lnTo>
                  <a:lnTo>
                    <a:pt x="47170" y="93828"/>
                  </a:lnTo>
                  <a:lnTo>
                    <a:pt x="46863" y="94969"/>
                  </a:lnTo>
                  <a:lnTo>
                    <a:pt x="47311" y="97586"/>
                  </a:lnTo>
                  <a:lnTo>
                    <a:pt x="47821" y="97702"/>
                  </a:lnTo>
                  <a:lnTo>
                    <a:pt x="48015" y="98037"/>
                  </a:lnTo>
                  <a:lnTo>
                    <a:pt x="48143" y="98549"/>
                  </a:lnTo>
                  <a:lnTo>
                    <a:pt x="48115" y="99104"/>
                  </a:lnTo>
                  <a:lnTo>
                    <a:pt x="47919" y="99603"/>
                  </a:lnTo>
                  <a:lnTo>
                    <a:pt x="47430" y="100238"/>
                  </a:lnTo>
                  <a:lnTo>
                    <a:pt x="46967" y="101750"/>
                  </a:lnTo>
                  <a:lnTo>
                    <a:pt x="47011" y="103414"/>
                  </a:lnTo>
                  <a:lnTo>
                    <a:pt x="46720" y="104283"/>
                  </a:lnTo>
                  <a:lnTo>
                    <a:pt x="45786" y="104743"/>
                  </a:lnTo>
                  <a:lnTo>
                    <a:pt x="43959" y="104746"/>
                  </a:lnTo>
                  <a:lnTo>
                    <a:pt x="43063" y="104858"/>
                  </a:lnTo>
                  <a:lnTo>
                    <a:pt x="42346" y="105142"/>
                  </a:lnTo>
                  <a:lnTo>
                    <a:pt x="41875" y="106223"/>
                  </a:lnTo>
                  <a:lnTo>
                    <a:pt x="41276" y="106975"/>
                  </a:lnTo>
                  <a:lnTo>
                    <a:pt x="40806" y="107152"/>
                  </a:lnTo>
                  <a:lnTo>
                    <a:pt x="40389" y="108406"/>
                  </a:lnTo>
                  <a:lnTo>
                    <a:pt x="39976" y="110185"/>
                  </a:lnTo>
                  <a:lnTo>
                    <a:pt x="40116" y="111400"/>
                  </a:lnTo>
                  <a:lnTo>
                    <a:pt x="40542" y="113025"/>
                  </a:lnTo>
                  <a:lnTo>
                    <a:pt x="40793" y="114684"/>
                  </a:lnTo>
                  <a:lnTo>
                    <a:pt x="40463" y="117375"/>
                  </a:lnTo>
                  <a:lnTo>
                    <a:pt x="40100" y="119452"/>
                  </a:lnTo>
                  <a:lnTo>
                    <a:pt x="39888" y="121038"/>
                  </a:lnTo>
                  <a:lnTo>
                    <a:pt x="39599" y="124087"/>
                  </a:lnTo>
                  <a:lnTo>
                    <a:pt x="38898" y="127440"/>
                  </a:lnTo>
                  <a:lnTo>
                    <a:pt x="38394" y="129347"/>
                  </a:lnTo>
                  <a:lnTo>
                    <a:pt x="38396" y="131423"/>
                  </a:lnTo>
                  <a:lnTo>
                    <a:pt x="38650" y="134370"/>
                  </a:lnTo>
                  <a:lnTo>
                    <a:pt x="40083" y="138662"/>
                  </a:lnTo>
                  <a:lnTo>
                    <a:pt x="40557" y="140714"/>
                  </a:lnTo>
                  <a:lnTo>
                    <a:pt x="40947" y="144002"/>
                  </a:lnTo>
                  <a:lnTo>
                    <a:pt x="42239" y="146593"/>
                  </a:lnTo>
                  <a:lnTo>
                    <a:pt x="43055" y="148688"/>
                  </a:lnTo>
                  <a:lnTo>
                    <a:pt x="42979" y="151456"/>
                  </a:lnTo>
                  <a:lnTo>
                    <a:pt x="43087" y="152318"/>
                  </a:lnTo>
                  <a:lnTo>
                    <a:pt x="43593" y="153015"/>
                  </a:lnTo>
                  <a:lnTo>
                    <a:pt x="44204" y="153551"/>
                  </a:lnTo>
                  <a:lnTo>
                    <a:pt x="44884" y="153507"/>
                  </a:lnTo>
                  <a:lnTo>
                    <a:pt x="45490" y="153272"/>
                  </a:lnTo>
                  <a:lnTo>
                    <a:pt x="45632" y="152883"/>
                  </a:lnTo>
                  <a:lnTo>
                    <a:pt x="47035" y="152834"/>
                  </a:lnTo>
                  <a:lnTo>
                    <a:pt x="47193" y="153528"/>
                  </a:lnTo>
                  <a:lnTo>
                    <a:pt x="47274" y="157510"/>
                  </a:lnTo>
                  <a:lnTo>
                    <a:pt x="47331" y="159121"/>
                  </a:lnTo>
                  <a:lnTo>
                    <a:pt x="47664" y="159772"/>
                  </a:lnTo>
                  <a:lnTo>
                    <a:pt x="47864" y="160759"/>
                  </a:lnTo>
                  <a:lnTo>
                    <a:pt x="47876" y="161655"/>
                  </a:lnTo>
                  <a:lnTo>
                    <a:pt x="47940" y="163886"/>
                  </a:lnTo>
                  <a:lnTo>
                    <a:pt x="48148" y="165059"/>
                  </a:lnTo>
                  <a:lnTo>
                    <a:pt x="48115" y="167439"/>
                  </a:lnTo>
                  <a:lnTo>
                    <a:pt x="48258" y="168312"/>
                  </a:lnTo>
                  <a:lnTo>
                    <a:pt x="48646" y="168904"/>
                  </a:lnTo>
                  <a:lnTo>
                    <a:pt x="49135" y="170609"/>
                  </a:lnTo>
                  <a:lnTo>
                    <a:pt x="49319" y="170824"/>
                  </a:lnTo>
                  <a:lnTo>
                    <a:pt x="49414" y="171427"/>
                  </a:lnTo>
                  <a:lnTo>
                    <a:pt x="49834" y="173856"/>
                  </a:lnTo>
                  <a:lnTo>
                    <a:pt x="50047" y="174581"/>
                  </a:lnTo>
                  <a:lnTo>
                    <a:pt x="50196" y="174688"/>
                  </a:lnTo>
                  <a:lnTo>
                    <a:pt x="50259" y="175531"/>
                  </a:lnTo>
                  <a:lnTo>
                    <a:pt x="50562" y="177800"/>
                  </a:lnTo>
                  <a:lnTo>
                    <a:pt x="50768" y="178360"/>
                  </a:lnTo>
                  <a:lnTo>
                    <a:pt x="51160" y="180026"/>
                  </a:lnTo>
                  <a:lnTo>
                    <a:pt x="51318" y="181843"/>
                  </a:lnTo>
                  <a:lnTo>
                    <a:pt x="51836" y="183893"/>
                  </a:lnTo>
                  <a:lnTo>
                    <a:pt x="52365" y="185336"/>
                  </a:lnTo>
                  <a:lnTo>
                    <a:pt x="52603" y="186828"/>
                  </a:lnTo>
                  <a:lnTo>
                    <a:pt x="53278" y="190131"/>
                  </a:lnTo>
                  <a:lnTo>
                    <a:pt x="53932" y="192448"/>
                  </a:lnTo>
                  <a:lnTo>
                    <a:pt x="54820" y="193052"/>
                  </a:lnTo>
                  <a:lnTo>
                    <a:pt x="55562" y="193375"/>
                  </a:lnTo>
                  <a:lnTo>
                    <a:pt x="56026" y="194270"/>
                  </a:lnTo>
                  <a:lnTo>
                    <a:pt x="56481" y="195235"/>
                  </a:lnTo>
                  <a:lnTo>
                    <a:pt x="55990" y="195675"/>
                  </a:lnTo>
                  <a:lnTo>
                    <a:pt x="55552" y="196267"/>
                  </a:lnTo>
                  <a:lnTo>
                    <a:pt x="54943" y="195811"/>
                  </a:lnTo>
                  <a:lnTo>
                    <a:pt x="54099" y="196058"/>
                  </a:lnTo>
                  <a:lnTo>
                    <a:pt x="53219" y="196711"/>
                  </a:lnTo>
                  <a:lnTo>
                    <a:pt x="52408" y="197034"/>
                  </a:lnTo>
                  <a:lnTo>
                    <a:pt x="50880" y="195996"/>
                  </a:lnTo>
                  <a:lnTo>
                    <a:pt x="50414" y="195853"/>
                  </a:lnTo>
                  <a:lnTo>
                    <a:pt x="50097" y="195403"/>
                  </a:lnTo>
                  <a:lnTo>
                    <a:pt x="49463" y="193354"/>
                  </a:lnTo>
                  <a:lnTo>
                    <a:pt x="49161" y="193113"/>
                  </a:lnTo>
                  <a:lnTo>
                    <a:pt x="48347" y="194069"/>
                  </a:lnTo>
                  <a:lnTo>
                    <a:pt x="47358" y="194730"/>
                  </a:lnTo>
                  <a:lnTo>
                    <a:pt x="46876" y="194605"/>
                  </a:lnTo>
                  <a:lnTo>
                    <a:pt x="46308" y="195294"/>
                  </a:lnTo>
                  <a:lnTo>
                    <a:pt x="45780" y="196216"/>
                  </a:lnTo>
                  <a:lnTo>
                    <a:pt x="44770" y="200209"/>
                  </a:lnTo>
                  <a:lnTo>
                    <a:pt x="44249" y="201620"/>
                  </a:lnTo>
                  <a:lnTo>
                    <a:pt x="43689" y="202269"/>
                  </a:lnTo>
                  <a:lnTo>
                    <a:pt x="42569" y="202249"/>
                  </a:lnTo>
                  <a:lnTo>
                    <a:pt x="41373" y="202390"/>
                  </a:lnTo>
                  <a:lnTo>
                    <a:pt x="40478" y="203357"/>
                  </a:lnTo>
                  <a:lnTo>
                    <a:pt x="39639" y="203850"/>
                  </a:lnTo>
                  <a:lnTo>
                    <a:pt x="39219" y="203914"/>
                  </a:lnTo>
                  <a:lnTo>
                    <a:pt x="39077" y="206104"/>
                  </a:lnTo>
                  <a:lnTo>
                    <a:pt x="38886" y="207120"/>
                  </a:lnTo>
                  <a:lnTo>
                    <a:pt x="38622" y="207701"/>
                  </a:lnTo>
                  <a:lnTo>
                    <a:pt x="37971" y="207876"/>
                  </a:lnTo>
                  <a:lnTo>
                    <a:pt x="37384" y="207798"/>
                  </a:lnTo>
                  <a:lnTo>
                    <a:pt x="37029" y="206886"/>
                  </a:lnTo>
                  <a:lnTo>
                    <a:pt x="36370" y="206430"/>
                  </a:lnTo>
                  <a:lnTo>
                    <a:pt x="35786" y="206104"/>
                  </a:lnTo>
                  <a:lnTo>
                    <a:pt x="35405" y="205583"/>
                  </a:lnTo>
                  <a:lnTo>
                    <a:pt x="35101" y="205713"/>
                  </a:lnTo>
                  <a:lnTo>
                    <a:pt x="34847" y="206625"/>
                  </a:lnTo>
                  <a:lnTo>
                    <a:pt x="34644" y="207407"/>
                  </a:lnTo>
                  <a:lnTo>
                    <a:pt x="34466" y="208840"/>
                  </a:lnTo>
                  <a:lnTo>
                    <a:pt x="33579" y="209297"/>
                  </a:lnTo>
                  <a:lnTo>
                    <a:pt x="33198" y="210112"/>
                  </a:lnTo>
                  <a:lnTo>
                    <a:pt x="33418" y="212799"/>
                  </a:lnTo>
                  <a:lnTo>
                    <a:pt x="33317" y="213848"/>
                  </a:lnTo>
                  <a:lnTo>
                    <a:pt x="33131" y="214663"/>
                  </a:lnTo>
                  <a:lnTo>
                    <a:pt x="32058" y="214826"/>
                  </a:lnTo>
                  <a:lnTo>
                    <a:pt x="31143" y="214770"/>
                  </a:lnTo>
                  <a:lnTo>
                    <a:pt x="30617" y="215761"/>
                  </a:lnTo>
                  <a:lnTo>
                    <a:pt x="29962" y="216914"/>
                  </a:lnTo>
                  <a:lnTo>
                    <a:pt x="29564" y="217129"/>
                  </a:lnTo>
                  <a:lnTo>
                    <a:pt x="29096" y="217058"/>
                  </a:lnTo>
                  <a:lnTo>
                    <a:pt x="28473" y="215721"/>
                  </a:lnTo>
                  <a:lnTo>
                    <a:pt x="27876" y="214074"/>
                  </a:lnTo>
                  <a:lnTo>
                    <a:pt x="26358" y="212920"/>
                  </a:lnTo>
                  <a:lnTo>
                    <a:pt x="24853" y="211963"/>
                  </a:lnTo>
                  <a:lnTo>
                    <a:pt x="23865" y="209346"/>
                  </a:lnTo>
                  <a:lnTo>
                    <a:pt x="23632" y="208058"/>
                  </a:lnTo>
                  <a:lnTo>
                    <a:pt x="23167" y="207492"/>
                  </a:lnTo>
                  <a:lnTo>
                    <a:pt x="21996" y="204387"/>
                  </a:lnTo>
                  <a:lnTo>
                    <a:pt x="21348" y="202390"/>
                  </a:lnTo>
                  <a:lnTo>
                    <a:pt x="20647" y="201858"/>
                  </a:lnTo>
                  <a:lnTo>
                    <a:pt x="19842" y="201022"/>
                  </a:lnTo>
                  <a:lnTo>
                    <a:pt x="19874" y="199577"/>
                  </a:lnTo>
                  <a:lnTo>
                    <a:pt x="19820" y="198184"/>
                  </a:lnTo>
                  <a:lnTo>
                    <a:pt x="19474" y="197619"/>
                  </a:lnTo>
                  <a:lnTo>
                    <a:pt x="18989" y="197244"/>
                  </a:lnTo>
                  <a:lnTo>
                    <a:pt x="18811" y="196462"/>
                  </a:lnTo>
                  <a:lnTo>
                    <a:pt x="18862" y="194637"/>
                  </a:lnTo>
                  <a:lnTo>
                    <a:pt x="18957" y="189931"/>
                  </a:lnTo>
                  <a:lnTo>
                    <a:pt x="18822" y="185426"/>
                  </a:lnTo>
                  <a:lnTo>
                    <a:pt x="17741" y="183862"/>
                  </a:lnTo>
                  <a:lnTo>
                    <a:pt x="17275" y="182801"/>
                  </a:lnTo>
                  <a:lnTo>
                    <a:pt x="16456" y="176140"/>
                  </a:lnTo>
                  <a:lnTo>
                    <a:pt x="16070" y="173137"/>
                  </a:lnTo>
                  <a:lnTo>
                    <a:pt x="16052" y="170908"/>
                  </a:lnTo>
                  <a:lnTo>
                    <a:pt x="16324" y="164258"/>
                  </a:lnTo>
                  <a:lnTo>
                    <a:pt x="16631" y="161381"/>
                  </a:lnTo>
                  <a:lnTo>
                    <a:pt x="17466" y="155611"/>
                  </a:lnTo>
                  <a:lnTo>
                    <a:pt x="17948" y="153657"/>
                  </a:lnTo>
                  <a:lnTo>
                    <a:pt x="17975" y="152199"/>
                  </a:lnTo>
                  <a:lnTo>
                    <a:pt x="17926" y="150320"/>
                  </a:lnTo>
                  <a:lnTo>
                    <a:pt x="17681" y="146616"/>
                  </a:lnTo>
                  <a:lnTo>
                    <a:pt x="19093" y="144281"/>
                  </a:lnTo>
                  <a:lnTo>
                    <a:pt x="19699" y="143298"/>
                  </a:lnTo>
                  <a:lnTo>
                    <a:pt x="19800" y="141734"/>
                  </a:lnTo>
                  <a:lnTo>
                    <a:pt x="20557" y="139756"/>
                  </a:lnTo>
                  <a:lnTo>
                    <a:pt x="20892" y="137871"/>
                  </a:lnTo>
                  <a:lnTo>
                    <a:pt x="21171" y="136391"/>
                  </a:lnTo>
                  <a:lnTo>
                    <a:pt x="21094" y="135609"/>
                  </a:lnTo>
                  <a:lnTo>
                    <a:pt x="20765" y="135155"/>
                  </a:lnTo>
                  <a:lnTo>
                    <a:pt x="20376" y="133744"/>
                  </a:lnTo>
                  <a:lnTo>
                    <a:pt x="19559" y="129688"/>
                  </a:lnTo>
                  <a:lnTo>
                    <a:pt x="19263" y="128867"/>
                  </a:lnTo>
                  <a:lnTo>
                    <a:pt x="19014" y="127727"/>
                  </a:lnTo>
                  <a:lnTo>
                    <a:pt x="19141" y="125928"/>
                  </a:lnTo>
                  <a:lnTo>
                    <a:pt x="19461" y="123981"/>
                  </a:lnTo>
                  <a:lnTo>
                    <a:pt x="19420" y="123166"/>
                  </a:lnTo>
                  <a:lnTo>
                    <a:pt x="18930" y="122116"/>
                  </a:lnTo>
                  <a:lnTo>
                    <a:pt x="17923" y="120364"/>
                  </a:lnTo>
                  <a:lnTo>
                    <a:pt x="17086" y="120234"/>
                  </a:lnTo>
                  <a:lnTo>
                    <a:pt x="16438" y="119602"/>
                  </a:lnTo>
                  <a:lnTo>
                    <a:pt x="15487" y="119517"/>
                  </a:lnTo>
                  <a:lnTo>
                    <a:pt x="14726" y="119323"/>
                  </a:lnTo>
                  <a:lnTo>
                    <a:pt x="14295" y="118670"/>
                  </a:lnTo>
                  <a:lnTo>
                    <a:pt x="14383" y="117595"/>
                  </a:lnTo>
                  <a:lnTo>
                    <a:pt x="14572" y="116767"/>
                  </a:lnTo>
                  <a:lnTo>
                    <a:pt x="15212" y="114729"/>
                  </a:lnTo>
                  <a:lnTo>
                    <a:pt x="15639" y="112546"/>
                  </a:lnTo>
                  <a:lnTo>
                    <a:pt x="15697" y="110413"/>
                  </a:lnTo>
                  <a:lnTo>
                    <a:pt x="15827" y="107611"/>
                  </a:lnTo>
                  <a:lnTo>
                    <a:pt x="16012" y="105179"/>
                  </a:lnTo>
                  <a:lnTo>
                    <a:pt x="16112" y="102430"/>
                  </a:lnTo>
                  <a:lnTo>
                    <a:pt x="15107" y="100624"/>
                  </a:lnTo>
                  <a:lnTo>
                    <a:pt x="14786" y="99139"/>
                  </a:lnTo>
                  <a:lnTo>
                    <a:pt x="14370" y="97822"/>
                  </a:lnTo>
                  <a:lnTo>
                    <a:pt x="13914" y="97822"/>
                  </a:lnTo>
                  <a:lnTo>
                    <a:pt x="13224" y="97256"/>
                  </a:lnTo>
                  <a:lnTo>
                    <a:pt x="12148" y="98989"/>
                  </a:lnTo>
                  <a:lnTo>
                    <a:pt x="11301" y="98668"/>
                  </a:lnTo>
                  <a:lnTo>
                    <a:pt x="10717" y="99321"/>
                  </a:lnTo>
                  <a:lnTo>
                    <a:pt x="9372" y="99191"/>
                  </a:lnTo>
                  <a:lnTo>
                    <a:pt x="8509" y="98344"/>
                  </a:lnTo>
                  <a:lnTo>
                    <a:pt x="7465" y="98908"/>
                  </a:lnTo>
                  <a:lnTo>
                    <a:pt x="5026" y="91954"/>
                  </a:lnTo>
                  <a:lnTo>
                    <a:pt x="2573" y="84956"/>
                  </a:lnTo>
                  <a:lnTo>
                    <a:pt x="161" y="78078"/>
                  </a:lnTo>
                  <a:lnTo>
                    <a:pt x="0" y="77139"/>
                  </a:lnTo>
                  <a:lnTo>
                    <a:pt x="1009" y="73866"/>
                  </a:lnTo>
                  <a:lnTo>
                    <a:pt x="1908" y="71512"/>
                  </a:lnTo>
                  <a:lnTo>
                    <a:pt x="2662" y="70176"/>
                  </a:lnTo>
                  <a:lnTo>
                    <a:pt x="3016" y="68997"/>
                  </a:lnTo>
                  <a:lnTo>
                    <a:pt x="2744" y="63950"/>
                  </a:lnTo>
                  <a:lnTo>
                    <a:pt x="2759" y="62135"/>
                  </a:lnTo>
                  <a:lnTo>
                    <a:pt x="2407" y="60160"/>
                  </a:lnTo>
                  <a:lnTo>
                    <a:pt x="2154" y="57943"/>
                  </a:lnTo>
                  <a:lnTo>
                    <a:pt x="2457" y="56095"/>
                  </a:lnTo>
                  <a:lnTo>
                    <a:pt x="2821" y="54807"/>
                  </a:lnTo>
                  <a:lnTo>
                    <a:pt x="3291" y="54309"/>
                  </a:lnTo>
                  <a:lnTo>
                    <a:pt x="4416" y="53859"/>
                  </a:lnTo>
                  <a:lnTo>
                    <a:pt x="5211" y="53677"/>
                  </a:lnTo>
                  <a:lnTo>
                    <a:pt x="5492" y="52937"/>
                  </a:lnTo>
                  <a:lnTo>
                    <a:pt x="5955" y="52077"/>
                  </a:lnTo>
                  <a:lnTo>
                    <a:pt x="6559" y="52031"/>
                  </a:lnTo>
                  <a:lnTo>
                    <a:pt x="7743" y="52627"/>
                  </a:lnTo>
                  <a:lnTo>
                    <a:pt x="8283" y="51514"/>
                  </a:lnTo>
                  <a:lnTo>
                    <a:pt x="9260" y="50003"/>
                  </a:lnTo>
                  <a:lnTo>
                    <a:pt x="11459" y="47395"/>
                  </a:lnTo>
                  <a:lnTo>
                    <a:pt x="11953" y="45695"/>
                  </a:lnTo>
                  <a:lnTo>
                    <a:pt x="12299" y="43061"/>
                  </a:lnTo>
                  <a:lnTo>
                    <a:pt x="12259" y="41821"/>
                  </a:lnTo>
                  <a:lnTo>
                    <a:pt x="12034" y="41348"/>
                  </a:lnTo>
                  <a:lnTo>
                    <a:pt x="11490" y="40918"/>
                  </a:lnTo>
                  <a:lnTo>
                    <a:pt x="10655" y="40859"/>
                  </a:lnTo>
                  <a:lnTo>
                    <a:pt x="9984" y="41534"/>
                  </a:lnTo>
                  <a:lnTo>
                    <a:pt x="9294" y="41165"/>
                  </a:lnTo>
                  <a:lnTo>
                    <a:pt x="8717" y="39543"/>
                  </a:lnTo>
                  <a:lnTo>
                    <a:pt x="8684" y="38198"/>
                  </a:lnTo>
                  <a:lnTo>
                    <a:pt x="9025" y="36300"/>
                  </a:lnTo>
                  <a:lnTo>
                    <a:pt x="8827" y="35044"/>
                  </a:lnTo>
                  <a:lnTo>
                    <a:pt x="7728" y="31045"/>
                  </a:lnTo>
                  <a:lnTo>
                    <a:pt x="7735" y="29944"/>
                  </a:lnTo>
                  <a:lnTo>
                    <a:pt x="8531" y="28150"/>
                  </a:lnTo>
                  <a:lnTo>
                    <a:pt x="8984" y="26623"/>
                  </a:lnTo>
                  <a:lnTo>
                    <a:pt x="9603" y="22968"/>
                  </a:lnTo>
                  <a:lnTo>
                    <a:pt x="10094" y="21752"/>
                  </a:lnTo>
                  <a:lnTo>
                    <a:pt x="11625" y="21324"/>
                  </a:lnTo>
                  <a:lnTo>
                    <a:pt x="12014" y="20545"/>
                  </a:lnTo>
                  <a:lnTo>
                    <a:pt x="12795" y="18612"/>
                  </a:lnTo>
                  <a:lnTo>
                    <a:pt x="13955" y="16407"/>
                  </a:lnTo>
                  <a:lnTo>
                    <a:pt x="15632" y="14648"/>
                  </a:lnTo>
                  <a:lnTo>
                    <a:pt x="16112" y="11444"/>
                  </a:lnTo>
                  <a:lnTo>
                    <a:pt x="16410" y="10570"/>
                  </a:lnTo>
                  <a:lnTo>
                    <a:pt x="17742" y="8883"/>
                  </a:lnTo>
                  <a:lnTo>
                    <a:pt x="17974" y="7983"/>
                  </a:lnTo>
                  <a:lnTo>
                    <a:pt x="17943" y="7191"/>
                  </a:lnTo>
                  <a:lnTo>
                    <a:pt x="15803" y="0"/>
                  </a:lnTo>
                  <a:lnTo>
                    <a:pt x="16228" y="493"/>
                  </a:lnTo>
                  <a:lnTo>
                    <a:pt x="17886" y="5185"/>
                  </a:lnTo>
                  <a:lnTo>
                    <a:pt x="18805" y="6199"/>
                  </a:lnTo>
                  <a:lnTo>
                    <a:pt x="18998" y="6222"/>
                  </a:lnTo>
                  <a:lnTo>
                    <a:pt x="19005" y="5003"/>
                  </a:lnTo>
                  <a:lnTo>
                    <a:pt x="19848" y="5517"/>
                  </a:lnTo>
                  <a:lnTo>
                    <a:pt x="22025" y="8726"/>
                  </a:lnTo>
                  <a:lnTo>
                    <a:pt x="25209" y="14027"/>
                  </a:lnTo>
                  <a:lnTo>
                    <a:pt x="29682" y="24044"/>
                  </a:lnTo>
                  <a:lnTo>
                    <a:pt x="30953" y="27855"/>
                  </a:lnTo>
                  <a:lnTo>
                    <a:pt x="31810" y="29650"/>
                  </a:lnTo>
                  <a:lnTo>
                    <a:pt x="33140" y="34018"/>
                  </a:lnTo>
                  <a:lnTo>
                    <a:pt x="33529" y="36154"/>
                  </a:lnTo>
                  <a:lnTo>
                    <a:pt x="33491" y="44653"/>
                  </a:lnTo>
                  <a:lnTo>
                    <a:pt x="32313" y="50400"/>
                  </a:lnTo>
                  <a:lnTo>
                    <a:pt x="32025" y="54724"/>
                  </a:lnTo>
                  <a:lnTo>
                    <a:pt x="31961" y="60480"/>
                  </a:lnTo>
                  <a:lnTo>
                    <a:pt x="31277" y="63782"/>
                  </a:lnTo>
                  <a:lnTo>
                    <a:pt x="32186" y="61988"/>
                  </a:lnTo>
                  <a:lnTo>
                    <a:pt x="32468" y="56795"/>
                  </a:lnTo>
                  <a:lnTo>
                    <a:pt x="33241" y="53641"/>
                  </a:lnTo>
                  <a:lnTo>
                    <a:pt x="34246" y="50178"/>
                  </a:lnTo>
                  <a:lnTo>
                    <a:pt x="35587" y="49347"/>
                  </a:lnTo>
                  <a:lnTo>
                    <a:pt x="37032" y="50822"/>
                  </a:lnTo>
                  <a:lnTo>
                    <a:pt x="38195" y="51081"/>
                  </a:lnTo>
                  <a:lnTo>
                    <a:pt x="39222" y="52107"/>
                  </a:lnTo>
                  <a:lnTo>
                    <a:pt x="41405" y="57643"/>
                  </a:lnTo>
                  <a:lnTo>
                    <a:pt x="43537" y="62021"/>
                  </a:lnTo>
                  <a:lnTo>
                    <a:pt x="44313" y="65533"/>
                  </a:lnTo>
                  <a:lnTo>
                    <a:pt x="46575" y="67289"/>
                  </a:lnTo>
                  <a:lnTo>
                    <a:pt x="47911" y="70057"/>
                  </a:lnTo>
                  <a:lnTo>
                    <a:pt x="48340" y="72454"/>
                  </a:lnTo>
                  <a:lnTo>
                    <a:pt x="48605" y="78727"/>
                  </a:lnTo>
                  <a:lnTo>
                    <a:pt x="48167" y="881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1"/>
            <p:cNvSpPr/>
            <p:nvPr/>
          </p:nvSpPr>
          <p:spPr>
            <a:xfrm>
              <a:off x="4512372" y="2975226"/>
              <a:ext cx="1293" cy="2998"/>
            </a:xfrm>
            <a:custGeom>
              <a:avLst/>
              <a:pathLst>
                <a:path w="1293" h="2998">
                  <a:moveTo>
                    <a:pt x="1122" y="2543"/>
                  </a:moveTo>
                  <a:lnTo>
                    <a:pt x="837" y="2998"/>
                  </a:lnTo>
                  <a:lnTo>
                    <a:pt x="49" y="835"/>
                  </a:lnTo>
                  <a:lnTo>
                    <a:pt x="0" y="129"/>
                  </a:lnTo>
                  <a:lnTo>
                    <a:pt x="609" y="0"/>
                  </a:lnTo>
                  <a:lnTo>
                    <a:pt x="1293" y="976"/>
                  </a:lnTo>
                  <a:lnTo>
                    <a:pt x="1255" y="18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2"/>
            <p:cNvSpPr/>
            <p:nvPr/>
          </p:nvSpPr>
          <p:spPr>
            <a:xfrm>
              <a:off x="4508970" y="2974139"/>
              <a:ext cx="2360" cy="3633"/>
            </a:xfrm>
            <a:custGeom>
              <a:avLst/>
              <a:pathLst>
                <a:path w="2360" h="3633">
                  <a:moveTo>
                    <a:pt x="1828" y="3631"/>
                  </a:moveTo>
                  <a:lnTo>
                    <a:pt x="442" y="3633"/>
                  </a:lnTo>
                  <a:lnTo>
                    <a:pt x="146" y="3337"/>
                  </a:lnTo>
                  <a:lnTo>
                    <a:pt x="0" y="2709"/>
                  </a:lnTo>
                  <a:lnTo>
                    <a:pt x="491" y="1569"/>
                  </a:lnTo>
                  <a:lnTo>
                    <a:pt x="2360" y="0"/>
                  </a:lnTo>
                  <a:lnTo>
                    <a:pt x="1892" y="16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3"/>
            <p:cNvSpPr/>
            <p:nvPr/>
          </p:nvSpPr>
          <p:spPr>
            <a:xfrm>
              <a:off x="4509634" y="2967296"/>
              <a:ext cx="5049" cy="7961"/>
            </a:xfrm>
            <a:custGeom>
              <a:avLst/>
              <a:pathLst>
                <a:path w="5049" h="7961">
                  <a:moveTo>
                    <a:pt x="1401" y="1493"/>
                  </a:moveTo>
                  <a:lnTo>
                    <a:pt x="1771" y="650"/>
                  </a:lnTo>
                  <a:lnTo>
                    <a:pt x="2317" y="405"/>
                  </a:lnTo>
                  <a:lnTo>
                    <a:pt x="2605" y="0"/>
                  </a:lnTo>
                  <a:lnTo>
                    <a:pt x="3356" y="0"/>
                  </a:lnTo>
                  <a:lnTo>
                    <a:pt x="3817" y="326"/>
                  </a:lnTo>
                  <a:lnTo>
                    <a:pt x="4294" y="833"/>
                  </a:lnTo>
                  <a:lnTo>
                    <a:pt x="4541" y="1936"/>
                  </a:lnTo>
                  <a:lnTo>
                    <a:pt x="4466" y="3172"/>
                  </a:lnTo>
                  <a:lnTo>
                    <a:pt x="4933" y="3770"/>
                  </a:lnTo>
                  <a:lnTo>
                    <a:pt x="5049" y="4986"/>
                  </a:lnTo>
                  <a:lnTo>
                    <a:pt x="4534" y="5650"/>
                  </a:lnTo>
                  <a:lnTo>
                    <a:pt x="4504" y="7082"/>
                  </a:lnTo>
                  <a:lnTo>
                    <a:pt x="4275" y="7961"/>
                  </a:lnTo>
                  <a:lnTo>
                    <a:pt x="2791" y="6398"/>
                  </a:lnTo>
                  <a:lnTo>
                    <a:pt x="1568" y="5588"/>
                  </a:lnTo>
                  <a:lnTo>
                    <a:pt x="469" y="5909"/>
                  </a:lnTo>
                  <a:lnTo>
                    <a:pt x="69" y="4990"/>
                  </a:lnTo>
                  <a:lnTo>
                    <a:pt x="0" y="4042"/>
                  </a:lnTo>
                  <a:lnTo>
                    <a:pt x="1268" y="23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4"/>
            <p:cNvSpPr/>
            <p:nvPr/>
          </p:nvSpPr>
          <p:spPr>
            <a:xfrm>
              <a:off x="4041885" y="5199174"/>
              <a:ext cx="6750" cy="6449"/>
            </a:xfrm>
            <a:custGeom>
              <a:avLst/>
              <a:pathLst>
                <a:path w="6750" h="6449">
                  <a:moveTo>
                    <a:pt x="5250" y="5046"/>
                  </a:moveTo>
                  <a:lnTo>
                    <a:pt x="3876" y="6449"/>
                  </a:lnTo>
                  <a:lnTo>
                    <a:pt x="2462" y="6437"/>
                  </a:lnTo>
                  <a:lnTo>
                    <a:pt x="1865" y="5332"/>
                  </a:lnTo>
                  <a:lnTo>
                    <a:pt x="980" y="1878"/>
                  </a:lnTo>
                  <a:lnTo>
                    <a:pt x="394" y="1630"/>
                  </a:lnTo>
                  <a:lnTo>
                    <a:pt x="31" y="681"/>
                  </a:lnTo>
                  <a:lnTo>
                    <a:pt x="0" y="279"/>
                  </a:lnTo>
                  <a:lnTo>
                    <a:pt x="622" y="0"/>
                  </a:lnTo>
                  <a:lnTo>
                    <a:pt x="1575" y="992"/>
                  </a:lnTo>
                  <a:lnTo>
                    <a:pt x="3850" y="1797"/>
                  </a:lnTo>
                  <a:lnTo>
                    <a:pt x="5524" y="3690"/>
                  </a:lnTo>
                  <a:lnTo>
                    <a:pt x="6750" y="4328"/>
                  </a:lnTo>
                  <a:lnTo>
                    <a:pt x="6259" y="48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5"/>
            <p:cNvSpPr/>
            <p:nvPr/>
          </p:nvSpPr>
          <p:spPr>
            <a:xfrm>
              <a:off x="2170515" y="3160571"/>
              <a:ext cx="71408" cy="89974"/>
            </a:xfrm>
            <a:custGeom>
              <a:avLst/>
              <a:pathLst>
                <a:path w="71408" h="89974">
                  <a:moveTo>
                    <a:pt x="71408" y="30468"/>
                  </a:moveTo>
                  <a:lnTo>
                    <a:pt x="68444" y="30025"/>
                  </a:lnTo>
                  <a:lnTo>
                    <a:pt x="67046" y="30942"/>
                  </a:lnTo>
                  <a:lnTo>
                    <a:pt x="66434" y="32994"/>
                  </a:lnTo>
                  <a:lnTo>
                    <a:pt x="65907" y="33915"/>
                  </a:lnTo>
                  <a:lnTo>
                    <a:pt x="65468" y="33704"/>
                  </a:lnTo>
                  <a:lnTo>
                    <a:pt x="64579" y="34510"/>
                  </a:lnTo>
                  <a:lnTo>
                    <a:pt x="63240" y="36336"/>
                  </a:lnTo>
                  <a:lnTo>
                    <a:pt x="62032" y="37027"/>
                  </a:lnTo>
                  <a:lnTo>
                    <a:pt x="60955" y="36584"/>
                  </a:lnTo>
                  <a:lnTo>
                    <a:pt x="60643" y="37032"/>
                  </a:lnTo>
                  <a:lnTo>
                    <a:pt x="60558" y="37631"/>
                  </a:lnTo>
                  <a:lnTo>
                    <a:pt x="60396" y="38211"/>
                  </a:lnTo>
                  <a:lnTo>
                    <a:pt x="59977" y="38524"/>
                  </a:lnTo>
                  <a:lnTo>
                    <a:pt x="59499" y="38358"/>
                  </a:lnTo>
                  <a:lnTo>
                    <a:pt x="58960" y="37713"/>
                  </a:lnTo>
                  <a:lnTo>
                    <a:pt x="58675" y="37989"/>
                  </a:lnTo>
                  <a:lnTo>
                    <a:pt x="58644" y="39182"/>
                  </a:lnTo>
                  <a:lnTo>
                    <a:pt x="58353" y="39501"/>
                  </a:lnTo>
                  <a:lnTo>
                    <a:pt x="57802" y="38940"/>
                  </a:lnTo>
                  <a:lnTo>
                    <a:pt x="57182" y="39371"/>
                  </a:lnTo>
                  <a:lnTo>
                    <a:pt x="56493" y="40791"/>
                  </a:lnTo>
                  <a:lnTo>
                    <a:pt x="55525" y="41095"/>
                  </a:lnTo>
                  <a:lnTo>
                    <a:pt x="54279" y="40277"/>
                  </a:lnTo>
                  <a:lnTo>
                    <a:pt x="53314" y="38732"/>
                  </a:lnTo>
                  <a:lnTo>
                    <a:pt x="52631" y="36457"/>
                  </a:lnTo>
                  <a:lnTo>
                    <a:pt x="51810" y="35884"/>
                  </a:lnTo>
                  <a:lnTo>
                    <a:pt x="50375" y="37578"/>
                  </a:lnTo>
                  <a:lnTo>
                    <a:pt x="49775" y="39555"/>
                  </a:lnTo>
                  <a:lnTo>
                    <a:pt x="49645" y="40761"/>
                  </a:lnTo>
                  <a:lnTo>
                    <a:pt x="49784" y="41856"/>
                  </a:lnTo>
                  <a:lnTo>
                    <a:pt x="49521" y="42586"/>
                  </a:lnTo>
                  <a:lnTo>
                    <a:pt x="48855" y="42951"/>
                  </a:lnTo>
                  <a:lnTo>
                    <a:pt x="48348" y="44294"/>
                  </a:lnTo>
                  <a:lnTo>
                    <a:pt x="48001" y="46614"/>
                  </a:lnTo>
                  <a:lnTo>
                    <a:pt x="47931" y="48406"/>
                  </a:lnTo>
                  <a:lnTo>
                    <a:pt x="48139" y="49667"/>
                  </a:lnTo>
                  <a:lnTo>
                    <a:pt x="47807" y="50598"/>
                  </a:lnTo>
                  <a:lnTo>
                    <a:pt x="46934" y="51194"/>
                  </a:lnTo>
                  <a:lnTo>
                    <a:pt x="45903" y="53196"/>
                  </a:lnTo>
                  <a:lnTo>
                    <a:pt x="44715" y="56600"/>
                  </a:lnTo>
                  <a:lnTo>
                    <a:pt x="43532" y="58978"/>
                  </a:lnTo>
                  <a:lnTo>
                    <a:pt x="42357" y="60327"/>
                  </a:lnTo>
                  <a:lnTo>
                    <a:pt x="41790" y="61826"/>
                  </a:lnTo>
                  <a:lnTo>
                    <a:pt x="41830" y="63474"/>
                  </a:lnTo>
                  <a:lnTo>
                    <a:pt x="41758" y="63987"/>
                  </a:lnTo>
                  <a:lnTo>
                    <a:pt x="41534" y="64184"/>
                  </a:lnTo>
                  <a:lnTo>
                    <a:pt x="41151" y="64409"/>
                  </a:lnTo>
                  <a:lnTo>
                    <a:pt x="38883" y="60826"/>
                  </a:lnTo>
                  <a:lnTo>
                    <a:pt x="38232" y="58330"/>
                  </a:lnTo>
                  <a:lnTo>
                    <a:pt x="37669" y="58712"/>
                  </a:lnTo>
                  <a:lnTo>
                    <a:pt x="36956" y="59972"/>
                  </a:lnTo>
                  <a:lnTo>
                    <a:pt x="35955" y="62783"/>
                  </a:lnTo>
                  <a:lnTo>
                    <a:pt x="34879" y="66606"/>
                  </a:lnTo>
                  <a:lnTo>
                    <a:pt x="34358" y="67032"/>
                  </a:lnTo>
                  <a:lnTo>
                    <a:pt x="31674" y="66465"/>
                  </a:lnTo>
                  <a:lnTo>
                    <a:pt x="30254" y="66801"/>
                  </a:lnTo>
                  <a:lnTo>
                    <a:pt x="29962" y="67313"/>
                  </a:lnTo>
                  <a:lnTo>
                    <a:pt x="29828" y="68714"/>
                  </a:lnTo>
                  <a:lnTo>
                    <a:pt x="29910" y="70590"/>
                  </a:lnTo>
                  <a:lnTo>
                    <a:pt x="30300" y="77328"/>
                  </a:lnTo>
                  <a:lnTo>
                    <a:pt x="30518" y="80101"/>
                  </a:lnTo>
                  <a:lnTo>
                    <a:pt x="30304" y="80958"/>
                  </a:lnTo>
                  <a:lnTo>
                    <a:pt x="29580" y="81093"/>
                  </a:lnTo>
                  <a:lnTo>
                    <a:pt x="28644" y="81486"/>
                  </a:lnTo>
                  <a:lnTo>
                    <a:pt x="28130" y="82754"/>
                  </a:lnTo>
                  <a:lnTo>
                    <a:pt x="28008" y="84060"/>
                  </a:lnTo>
                  <a:lnTo>
                    <a:pt x="27958" y="85888"/>
                  </a:lnTo>
                  <a:lnTo>
                    <a:pt x="27662" y="87774"/>
                  </a:lnTo>
                  <a:lnTo>
                    <a:pt x="27081" y="89130"/>
                  </a:lnTo>
                  <a:lnTo>
                    <a:pt x="26507" y="89613"/>
                  </a:lnTo>
                  <a:lnTo>
                    <a:pt x="23307" y="89974"/>
                  </a:lnTo>
                  <a:lnTo>
                    <a:pt x="23362" y="86858"/>
                  </a:lnTo>
                  <a:lnTo>
                    <a:pt x="22438" y="85595"/>
                  </a:lnTo>
                  <a:lnTo>
                    <a:pt x="21913" y="82995"/>
                  </a:lnTo>
                  <a:lnTo>
                    <a:pt x="21453" y="81238"/>
                  </a:lnTo>
                  <a:lnTo>
                    <a:pt x="21605" y="80183"/>
                  </a:lnTo>
                  <a:lnTo>
                    <a:pt x="21560" y="78932"/>
                  </a:lnTo>
                  <a:lnTo>
                    <a:pt x="20258" y="77967"/>
                  </a:lnTo>
                  <a:lnTo>
                    <a:pt x="19037" y="78721"/>
                  </a:lnTo>
                  <a:lnTo>
                    <a:pt x="18334" y="78231"/>
                  </a:lnTo>
                  <a:lnTo>
                    <a:pt x="17818" y="77566"/>
                  </a:lnTo>
                  <a:lnTo>
                    <a:pt x="18707" y="76023"/>
                  </a:lnTo>
                  <a:lnTo>
                    <a:pt x="18769" y="75086"/>
                  </a:lnTo>
                  <a:lnTo>
                    <a:pt x="18483" y="74409"/>
                  </a:lnTo>
                  <a:lnTo>
                    <a:pt x="18190" y="73954"/>
                  </a:lnTo>
                  <a:lnTo>
                    <a:pt x="18279" y="72213"/>
                  </a:lnTo>
                  <a:lnTo>
                    <a:pt x="18459" y="70155"/>
                  </a:lnTo>
                  <a:lnTo>
                    <a:pt x="18956" y="65346"/>
                  </a:lnTo>
                  <a:lnTo>
                    <a:pt x="18771" y="64508"/>
                  </a:lnTo>
                  <a:lnTo>
                    <a:pt x="17956" y="63062"/>
                  </a:lnTo>
                  <a:lnTo>
                    <a:pt x="16923" y="62915"/>
                  </a:lnTo>
                  <a:lnTo>
                    <a:pt x="15784" y="63368"/>
                  </a:lnTo>
                  <a:lnTo>
                    <a:pt x="15235" y="62630"/>
                  </a:lnTo>
                  <a:lnTo>
                    <a:pt x="14754" y="60976"/>
                  </a:lnTo>
                  <a:lnTo>
                    <a:pt x="13942" y="60185"/>
                  </a:lnTo>
                  <a:lnTo>
                    <a:pt x="12502" y="61506"/>
                  </a:lnTo>
                  <a:lnTo>
                    <a:pt x="10979" y="63494"/>
                  </a:lnTo>
                  <a:lnTo>
                    <a:pt x="10512" y="64215"/>
                  </a:lnTo>
                  <a:lnTo>
                    <a:pt x="10126" y="64119"/>
                  </a:lnTo>
                  <a:lnTo>
                    <a:pt x="9953" y="62633"/>
                  </a:lnTo>
                  <a:lnTo>
                    <a:pt x="9876" y="60869"/>
                  </a:lnTo>
                  <a:lnTo>
                    <a:pt x="9782" y="60434"/>
                  </a:lnTo>
                  <a:lnTo>
                    <a:pt x="8969" y="59807"/>
                  </a:lnTo>
                  <a:lnTo>
                    <a:pt x="8020" y="59353"/>
                  </a:lnTo>
                  <a:lnTo>
                    <a:pt x="7537" y="58864"/>
                  </a:lnTo>
                  <a:lnTo>
                    <a:pt x="7080" y="57676"/>
                  </a:lnTo>
                  <a:lnTo>
                    <a:pt x="5945" y="56125"/>
                  </a:lnTo>
                  <a:lnTo>
                    <a:pt x="5688" y="54975"/>
                  </a:lnTo>
                  <a:lnTo>
                    <a:pt x="4170" y="52344"/>
                  </a:lnTo>
                  <a:lnTo>
                    <a:pt x="3863" y="51037"/>
                  </a:lnTo>
                  <a:lnTo>
                    <a:pt x="3515" y="50086"/>
                  </a:lnTo>
                  <a:lnTo>
                    <a:pt x="2785" y="48872"/>
                  </a:lnTo>
                  <a:lnTo>
                    <a:pt x="2215" y="49165"/>
                  </a:lnTo>
                  <a:lnTo>
                    <a:pt x="291" y="47656"/>
                  </a:lnTo>
                  <a:lnTo>
                    <a:pt x="0" y="47519"/>
                  </a:lnTo>
                  <a:lnTo>
                    <a:pt x="266" y="46197"/>
                  </a:lnTo>
                  <a:lnTo>
                    <a:pt x="873" y="44151"/>
                  </a:lnTo>
                  <a:lnTo>
                    <a:pt x="2195" y="41879"/>
                  </a:lnTo>
                  <a:lnTo>
                    <a:pt x="2306" y="40036"/>
                  </a:lnTo>
                  <a:lnTo>
                    <a:pt x="1960" y="36506"/>
                  </a:lnTo>
                  <a:lnTo>
                    <a:pt x="1613" y="34220"/>
                  </a:lnTo>
                  <a:lnTo>
                    <a:pt x="1800" y="33200"/>
                  </a:lnTo>
                  <a:lnTo>
                    <a:pt x="2212" y="29084"/>
                  </a:lnTo>
                  <a:lnTo>
                    <a:pt x="2531" y="28126"/>
                  </a:lnTo>
                  <a:lnTo>
                    <a:pt x="4444" y="26047"/>
                  </a:lnTo>
                  <a:lnTo>
                    <a:pt x="4621" y="25758"/>
                  </a:lnTo>
                  <a:lnTo>
                    <a:pt x="6129" y="22845"/>
                  </a:lnTo>
                  <a:lnTo>
                    <a:pt x="7803" y="19610"/>
                  </a:lnTo>
                  <a:lnTo>
                    <a:pt x="9543" y="16044"/>
                  </a:lnTo>
                  <a:lnTo>
                    <a:pt x="11485" y="12060"/>
                  </a:lnTo>
                  <a:lnTo>
                    <a:pt x="12557" y="9730"/>
                  </a:lnTo>
                  <a:lnTo>
                    <a:pt x="13053" y="8721"/>
                  </a:lnTo>
                  <a:lnTo>
                    <a:pt x="14172" y="9548"/>
                  </a:lnTo>
                  <a:lnTo>
                    <a:pt x="15052" y="7662"/>
                  </a:lnTo>
                  <a:lnTo>
                    <a:pt x="15561" y="7032"/>
                  </a:lnTo>
                  <a:lnTo>
                    <a:pt x="16750" y="4774"/>
                  </a:lnTo>
                  <a:lnTo>
                    <a:pt x="17119" y="4279"/>
                  </a:lnTo>
                  <a:lnTo>
                    <a:pt x="19111" y="3354"/>
                  </a:lnTo>
                  <a:lnTo>
                    <a:pt x="20075" y="3377"/>
                  </a:lnTo>
                  <a:lnTo>
                    <a:pt x="20917" y="5667"/>
                  </a:lnTo>
                  <a:lnTo>
                    <a:pt x="21585" y="6914"/>
                  </a:lnTo>
                  <a:lnTo>
                    <a:pt x="22844" y="5841"/>
                  </a:lnTo>
                  <a:lnTo>
                    <a:pt x="23898" y="5606"/>
                  </a:lnTo>
                  <a:lnTo>
                    <a:pt x="28256" y="7736"/>
                  </a:lnTo>
                  <a:lnTo>
                    <a:pt x="29985" y="6794"/>
                  </a:lnTo>
                  <a:lnTo>
                    <a:pt x="33163" y="6592"/>
                  </a:lnTo>
                  <a:lnTo>
                    <a:pt x="34592" y="7120"/>
                  </a:lnTo>
                  <a:lnTo>
                    <a:pt x="36611" y="4107"/>
                  </a:lnTo>
                  <a:lnTo>
                    <a:pt x="37908" y="3501"/>
                  </a:lnTo>
                  <a:lnTo>
                    <a:pt x="39430" y="2090"/>
                  </a:lnTo>
                  <a:lnTo>
                    <a:pt x="39227" y="647"/>
                  </a:lnTo>
                  <a:lnTo>
                    <a:pt x="38862" y="0"/>
                  </a:lnTo>
                  <a:lnTo>
                    <a:pt x="41182" y="630"/>
                  </a:lnTo>
                  <a:lnTo>
                    <a:pt x="44638" y="3683"/>
                  </a:lnTo>
                  <a:lnTo>
                    <a:pt x="48321" y="3132"/>
                  </a:lnTo>
                  <a:lnTo>
                    <a:pt x="49649" y="1483"/>
                  </a:lnTo>
                  <a:lnTo>
                    <a:pt x="50507" y="1012"/>
                  </a:lnTo>
                  <a:lnTo>
                    <a:pt x="54277" y="4153"/>
                  </a:lnTo>
                  <a:lnTo>
                    <a:pt x="55272" y="6564"/>
                  </a:lnTo>
                  <a:lnTo>
                    <a:pt x="56047" y="6802"/>
                  </a:lnTo>
                  <a:lnTo>
                    <a:pt x="56649" y="6251"/>
                  </a:lnTo>
                  <a:lnTo>
                    <a:pt x="56810" y="5752"/>
                  </a:lnTo>
                  <a:lnTo>
                    <a:pt x="56069" y="5227"/>
                  </a:lnTo>
                  <a:lnTo>
                    <a:pt x="55733" y="4474"/>
                  </a:lnTo>
                  <a:lnTo>
                    <a:pt x="58704" y="5955"/>
                  </a:lnTo>
                  <a:lnTo>
                    <a:pt x="64296" y="17354"/>
                  </a:lnTo>
                  <a:lnTo>
                    <a:pt x="64414" y="18282"/>
                  </a:lnTo>
                  <a:lnTo>
                    <a:pt x="62026" y="14908"/>
                  </a:lnTo>
                  <a:lnTo>
                    <a:pt x="60760" y="15166"/>
                  </a:lnTo>
                  <a:lnTo>
                    <a:pt x="60431" y="15712"/>
                  </a:lnTo>
                  <a:lnTo>
                    <a:pt x="60502" y="17553"/>
                  </a:lnTo>
                  <a:lnTo>
                    <a:pt x="60619" y="18416"/>
                  </a:lnTo>
                  <a:lnTo>
                    <a:pt x="61161" y="18514"/>
                  </a:lnTo>
                  <a:lnTo>
                    <a:pt x="61561" y="18017"/>
                  </a:lnTo>
                  <a:lnTo>
                    <a:pt x="62548" y="18619"/>
                  </a:lnTo>
                  <a:lnTo>
                    <a:pt x="63201" y="19840"/>
                  </a:lnTo>
                  <a:lnTo>
                    <a:pt x="63995" y="21715"/>
                  </a:lnTo>
                  <a:lnTo>
                    <a:pt x="64469" y="23751"/>
                  </a:lnTo>
                  <a:lnTo>
                    <a:pt x="64982" y="23784"/>
                  </a:lnTo>
                  <a:lnTo>
                    <a:pt x="65485" y="22558"/>
                  </a:lnTo>
                  <a:lnTo>
                    <a:pt x="66435" y="22409"/>
                  </a:lnTo>
                  <a:lnTo>
                    <a:pt x="67053" y="23780"/>
                  </a:lnTo>
                  <a:lnTo>
                    <a:pt x="67490" y="23699"/>
                  </a:lnTo>
                  <a:lnTo>
                    <a:pt x="66879" y="21576"/>
                  </a:lnTo>
                  <a:lnTo>
                    <a:pt x="65440" y="19465"/>
                  </a:lnTo>
                  <a:lnTo>
                    <a:pt x="65782" y="19377"/>
                  </a:lnTo>
                  <a:lnTo>
                    <a:pt x="68972" y="23171"/>
                  </a:lnTo>
                  <a:lnTo>
                    <a:pt x="69873" y="27931"/>
                  </a:lnTo>
                  <a:lnTo>
                    <a:pt x="70625" y="290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6"/>
            <p:cNvSpPr/>
            <p:nvPr/>
          </p:nvSpPr>
          <p:spPr>
            <a:xfrm>
              <a:off x="2201957" y="3148307"/>
              <a:ext cx="4314" cy="4106"/>
            </a:xfrm>
            <a:custGeom>
              <a:avLst/>
              <a:pathLst>
                <a:path w="4314" h="4106">
                  <a:moveTo>
                    <a:pt x="2422" y="1797"/>
                  </a:moveTo>
                  <a:lnTo>
                    <a:pt x="577" y="4106"/>
                  </a:lnTo>
                  <a:lnTo>
                    <a:pt x="0" y="4061"/>
                  </a:lnTo>
                  <a:lnTo>
                    <a:pt x="845" y="2278"/>
                  </a:lnTo>
                  <a:lnTo>
                    <a:pt x="2211" y="748"/>
                  </a:lnTo>
                  <a:lnTo>
                    <a:pt x="3367" y="0"/>
                  </a:lnTo>
                  <a:lnTo>
                    <a:pt x="4314" y="3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7"/>
            <p:cNvSpPr/>
            <p:nvPr/>
          </p:nvSpPr>
          <p:spPr>
            <a:xfrm>
              <a:off x="2209661" y="3146098"/>
              <a:ext cx="1463" cy="3260"/>
            </a:xfrm>
            <a:custGeom>
              <a:avLst/>
              <a:pathLst>
                <a:path w="1463" h="3260">
                  <a:moveTo>
                    <a:pt x="1036" y="1549"/>
                  </a:moveTo>
                  <a:lnTo>
                    <a:pt x="158" y="3260"/>
                  </a:lnTo>
                  <a:lnTo>
                    <a:pt x="0" y="2490"/>
                  </a:lnTo>
                  <a:lnTo>
                    <a:pt x="423" y="906"/>
                  </a:lnTo>
                  <a:lnTo>
                    <a:pt x="952" y="0"/>
                  </a:lnTo>
                  <a:lnTo>
                    <a:pt x="1463" y="90"/>
                  </a:lnTo>
                  <a:lnTo>
                    <a:pt x="1341" y="7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8"/>
            <p:cNvSpPr/>
            <p:nvPr/>
          </p:nvSpPr>
          <p:spPr>
            <a:xfrm>
              <a:off x="3398503" y="2369359"/>
              <a:ext cx="4604" cy="2956"/>
            </a:xfrm>
            <a:custGeom>
              <a:avLst/>
              <a:pathLst>
                <a:path w="4604" h="2956">
                  <a:moveTo>
                    <a:pt x="3034" y="926"/>
                  </a:moveTo>
                  <a:lnTo>
                    <a:pt x="4604" y="2956"/>
                  </a:lnTo>
                  <a:lnTo>
                    <a:pt x="0" y="295"/>
                  </a:lnTo>
                  <a:lnTo>
                    <a:pt x="522" y="5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79"/>
            <p:cNvSpPr/>
            <p:nvPr/>
          </p:nvSpPr>
          <p:spPr>
            <a:xfrm>
              <a:off x="3390523" y="2363562"/>
              <a:ext cx="6186" cy="2986"/>
            </a:xfrm>
            <a:custGeom>
              <a:avLst/>
              <a:pathLst>
                <a:path w="6186" h="2986">
                  <a:moveTo>
                    <a:pt x="0" y="0"/>
                  </a:moveTo>
                  <a:lnTo>
                    <a:pt x="2127" y="825"/>
                  </a:lnTo>
                  <a:lnTo>
                    <a:pt x="3687" y="445"/>
                  </a:lnTo>
                  <a:lnTo>
                    <a:pt x="5097" y="952"/>
                  </a:lnTo>
                  <a:lnTo>
                    <a:pt x="5974" y="1890"/>
                  </a:lnTo>
                  <a:lnTo>
                    <a:pt x="6186" y="2350"/>
                  </a:lnTo>
                  <a:lnTo>
                    <a:pt x="5048" y="2413"/>
                  </a:lnTo>
                  <a:lnTo>
                    <a:pt x="3761" y="2032"/>
                  </a:lnTo>
                  <a:lnTo>
                    <a:pt x="2301" y="2986"/>
                  </a:lnTo>
                  <a:lnTo>
                    <a:pt x="1014" y="2477"/>
                  </a:lnTo>
                  <a:lnTo>
                    <a:pt x="525" y="1858"/>
                  </a:lnTo>
                  <a:lnTo>
                    <a:pt x="179" y="10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0"/>
            <p:cNvSpPr/>
            <p:nvPr/>
          </p:nvSpPr>
          <p:spPr>
            <a:xfrm>
              <a:off x="3395065" y="2362696"/>
              <a:ext cx="16940" cy="17521"/>
            </a:xfrm>
            <a:custGeom>
              <a:avLst/>
              <a:pathLst>
                <a:path w="16940" h="17521">
                  <a:moveTo>
                    <a:pt x="7159" y="3804"/>
                  </a:moveTo>
                  <a:lnTo>
                    <a:pt x="7996" y="3262"/>
                  </a:lnTo>
                  <a:lnTo>
                    <a:pt x="8706" y="3653"/>
                  </a:lnTo>
                  <a:lnTo>
                    <a:pt x="9159" y="5342"/>
                  </a:lnTo>
                  <a:lnTo>
                    <a:pt x="10051" y="6455"/>
                  </a:lnTo>
                  <a:lnTo>
                    <a:pt x="11497" y="8410"/>
                  </a:lnTo>
                  <a:lnTo>
                    <a:pt x="12411" y="9907"/>
                  </a:lnTo>
                  <a:lnTo>
                    <a:pt x="14483" y="12601"/>
                  </a:lnTo>
                  <a:lnTo>
                    <a:pt x="14973" y="12978"/>
                  </a:lnTo>
                  <a:lnTo>
                    <a:pt x="16006" y="13774"/>
                  </a:lnTo>
                  <a:lnTo>
                    <a:pt x="16026" y="14861"/>
                  </a:lnTo>
                  <a:lnTo>
                    <a:pt x="16470" y="16097"/>
                  </a:lnTo>
                  <a:lnTo>
                    <a:pt x="16940" y="17521"/>
                  </a:lnTo>
                  <a:lnTo>
                    <a:pt x="14817" y="14715"/>
                  </a:lnTo>
                  <a:lnTo>
                    <a:pt x="12834" y="11578"/>
                  </a:lnTo>
                  <a:lnTo>
                    <a:pt x="8958" y="6750"/>
                  </a:lnTo>
                  <a:lnTo>
                    <a:pt x="6209" y="5576"/>
                  </a:lnTo>
                  <a:lnTo>
                    <a:pt x="2448" y="1696"/>
                  </a:lnTo>
                  <a:lnTo>
                    <a:pt x="0" y="324"/>
                  </a:lnTo>
                  <a:lnTo>
                    <a:pt x="932" y="8"/>
                  </a:lnTo>
                  <a:lnTo>
                    <a:pt x="2007" y="0"/>
                  </a:lnTo>
                  <a:lnTo>
                    <a:pt x="7805" y="51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1"/>
            <p:cNvSpPr/>
            <p:nvPr/>
          </p:nvSpPr>
          <p:spPr>
            <a:xfrm>
              <a:off x="3387367" y="2356687"/>
              <a:ext cx="9408" cy="3363"/>
            </a:xfrm>
            <a:custGeom>
              <a:avLst/>
              <a:pathLst>
                <a:path w="9408" h="3363">
                  <a:moveTo>
                    <a:pt x="9408" y="3057"/>
                  </a:moveTo>
                  <a:lnTo>
                    <a:pt x="8604" y="3363"/>
                  </a:lnTo>
                  <a:lnTo>
                    <a:pt x="3483" y="3135"/>
                  </a:lnTo>
                  <a:lnTo>
                    <a:pt x="1994" y="2522"/>
                  </a:lnTo>
                  <a:lnTo>
                    <a:pt x="338" y="942"/>
                  </a:lnTo>
                  <a:lnTo>
                    <a:pt x="0" y="457"/>
                  </a:lnTo>
                  <a:lnTo>
                    <a:pt x="1667" y="0"/>
                  </a:lnTo>
                  <a:lnTo>
                    <a:pt x="3216" y="457"/>
                  </a:lnTo>
                  <a:lnTo>
                    <a:pt x="3691" y="1604"/>
                  </a:lnTo>
                  <a:lnTo>
                    <a:pt x="7879" y="25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2"/>
            <p:cNvSpPr/>
            <p:nvPr/>
          </p:nvSpPr>
          <p:spPr>
            <a:xfrm>
              <a:off x="3387904" y="2352024"/>
              <a:ext cx="5387" cy="3516"/>
            </a:xfrm>
            <a:custGeom>
              <a:avLst/>
              <a:pathLst>
                <a:path w="5387" h="3516">
                  <a:moveTo>
                    <a:pt x="4167" y="3439"/>
                  </a:moveTo>
                  <a:lnTo>
                    <a:pt x="2351" y="3516"/>
                  </a:lnTo>
                  <a:lnTo>
                    <a:pt x="773" y="2980"/>
                  </a:lnTo>
                  <a:lnTo>
                    <a:pt x="0" y="2063"/>
                  </a:lnTo>
                  <a:lnTo>
                    <a:pt x="57" y="1289"/>
                  </a:lnTo>
                  <a:lnTo>
                    <a:pt x="296" y="0"/>
                  </a:lnTo>
                  <a:lnTo>
                    <a:pt x="2053" y="152"/>
                  </a:lnTo>
                  <a:lnTo>
                    <a:pt x="4732" y="1070"/>
                  </a:lnTo>
                  <a:lnTo>
                    <a:pt x="5387" y="2139"/>
                  </a:lnTo>
                  <a:lnTo>
                    <a:pt x="5184" y="26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3"/>
            <p:cNvSpPr/>
            <p:nvPr/>
          </p:nvSpPr>
          <p:spPr>
            <a:xfrm>
              <a:off x="3374634" y="2333595"/>
              <a:ext cx="1924" cy="3286"/>
            </a:xfrm>
            <a:custGeom>
              <a:avLst/>
              <a:pathLst>
                <a:path w="1924" h="3286">
                  <a:moveTo>
                    <a:pt x="1166" y="1090"/>
                  </a:moveTo>
                  <a:lnTo>
                    <a:pt x="1924" y="3286"/>
                  </a:lnTo>
                  <a:lnTo>
                    <a:pt x="1199" y="2835"/>
                  </a:lnTo>
                  <a:lnTo>
                    <a:pt x="443" y="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4"/>
            <p:cNvSpPr/>
            <p:nvPr/>
          </p:nvSpPr>
          <p:spPr>
            <a:xfrm>
              <a:off x="3372284" y="2329253"/>
              <a:ext cx="2081" cy="3859"/>
            </a:xfrm>
            <a:custGeom>
              <a:avLst/>
              <a:pathLst>
                <a:path w="2081" h="3859">
                  <a:moveTo>
                    <a:pt x="1901" y="2817"/>
                  </a:moveTo>
                  <a:lnTo>
                    <a:pt x="2081" y="3859"/>
                  </a:lnTo>
                  <a:lnTo>
                    <a:pt x="645" y="1901"/>
                  </a:lnTo>
                  <a:lnTo>
                    <a:pt x="101" y="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5"/>
            <p:cNvSpPr/>
            <p:nvPr/>
          </p:nvSpPr>
          <p:spPr>
            <a:xfrm>
              <a:off x="3369973" y="2328949"/>
              <a:ext cx="3889" cy="7984"/>
            </a:xfrm>
            <a:custGeom>
              <a:avLst/>
              <a:pathLst>
                <a:path w="3889" h="7984">
                  <a:moveTo>
                    <a:pt x="3725" y="7257"/>
                  </a:moveTo>
                  <a:lnTo>
                    <a:pt x="3889" y="7690"/>
                  </a:lnTo>
                  <a:lnTo>
                    <a:pt x="3873" y="7984"/>
                  </a:lnTo>
                  <a:lnTo>
                    <a:pt x="3277" y="7569"/>
                  </a:lnTo>
                  <a:lnTo>
                    <a:pt x="3116" y="7703"/>
                  </a:lnTo>
                  <a:lnTo>
                    <a:pt x="302" y="1253"/>
                  </a:lnTo>
                  <a:lnTo>
                    <a:pt x="0" y="0"/>
                  </a:lnTo>
                  <a:lnTo>
                    <a:pt x="1006" y="15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6"/>
            <p:cNvSpPr/>
            <p:nvPr/>
          </p:nvSpPr>
          <p:spPr>
            <a:xfrm>
              <a:off x="3368556" y="2313306"/>
              <a:ext cx="5731" cy="11470"/>
            </a:xfrm>
            <a:custGeom>
              <a:avLst/>
              <a:pathLst>
                <a:path w="5731" h="11470">
                  <a:moveTo>
                    <a:pt x="5139" y="10685"/>
                  </a:moveTo>
                  <a:lnTo>
                    <a:pt x="4841" y="11470"/>
                  </a:lnTo>
                  <a:lnTo>
                    <a:pt x="4097" y="10023"/>
                  </a:lnTo>
                  <a:lnTo>
                    <a:pt x="3414" y="8993"/>
                  </a:lnTo>
                  <a:lnTo>
                    <a:pt x="2925" y="7772"/>
                  </a:lnTo>
                  <a:lnTo>
                    <a:pt x="1966" y="6250"/>
                  </a:lnTo>
                  <a:lnTo>
                    <a:pt x="1643" y="4510"/>
                  </a:lnTo>
                  <a:lnTo>
                    <a:pt x="213" y="963"/>
                  </a:lnTo>
                  <a:lnTo>
                    <a:pt x="0" y="0"/>
                  </a:lnTo>
                  <a:lnTo>
                    <a:pt x="712" y="1438"/>
                  </a:lnTo>
                  <a:lnTo>
                    <a:pt x="1305" y="2337"/>
                  </a:lnTo>
                  <a:lnTo>
                    <a:pt x="1797" y="2556"/>
                  </a:lnTo>
                  <a:lnTo>
                    <a:pt x="3044" y="4820"/>
                  </a:lnTo>
                  <a:lnTo>
                    <a:pt x="4270" y="7730"/>
                  </a:lnTo>
                  <a:lnTo>
                    <a:pt x="5731" y="10258"/>
                  </a:lnTo>
                  <a:lnTo>
                    <a:pt x="5428" y="103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7"/>
            <p:cNvSpPr/>
            <p:nvPr/>
          </p:nvSpPr>
          <p:spPr>
            <a:xfrm>
              <a:off x="3367618" y="2308850"/>
              <a:ext cx="2258" cy="3938"/>
            </a:xfrm>
            <a:custGeom>
              <a:avLst/>
              <a:pathLst>
                <a:path w="2258" h="3938">
                  <a:moveTo>
                    <a:pt x="1968" y="2635"/>
                  </a:moveTo>
                  <a:lnTo>
                    <a:pt x="2258" y="3938"/>
                  </a:lnTo>
                  <a:lnTo>
                    <a:pt x="1175" y="2763"/>
                  </a:lnTo>
                  <a:lnTo>
                    <a:pt x="205" y="2312"/>
                  </a:lnTo>
                  <a:lnTo>
                    <a:pt x="0" y="1428"/>
                  </a:lnTo>
                  <a:lnTo>
                    <a:pt x="139" y="702"/>
                  </a:lnTo>
                  <a:lnTo>
                    <a:pt x="347" y="0"/>
                  </a:lnTo>
                  <a:lnTo>
                    <a:pt x="1080" y="98"/>
                  </a:lnTo>
                  <a:lnTo>
                    <a:pt x="1190" y="79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8"/>
            <p:cNvSpPr/>
            <p:nvPr/>
          </p:nvSpPr>
          <p:spPr>
            <a:xfrm>
              <a:off x="3363308" y="2299415"/>
              <a:ext cx="2327" cy="16139"/>
            </a:xfrm>
            <a:custGeom>
              <a:avLst/>
              <a:pathLst>
                <a:path w="2327" h="16139">
                  <a:moveTo>
                    <a:pt x="2327" y="14992"/>
                  </a:moveTo>
                  <a:lnTo>
                    <a:pt x="2238" y="16139"/>
                  </a:lnTo>
                  <a:lnTo>
                    <a:pt x="1538" y="14689"/>
                  </a:lnTo>
                  <a:lnTo>
                    <a:pt x="1185" y="12089"/>
                  </a:lnTo>
                  <a:lnTo>
                    <a:pt x="305" y="7890"/>
                  </a:lnTo>
                  <a:lnTo>
                    <a:pt x="192" y="6707"/>
                  </a:lnTo>
                  <a:lnTo>
                    <a:pt x="648" y="5540"/>
                  </a:lnTo>
                  <a:lnTo>
                    <a:pt x="623" y="4357"/>
                  </a:lnTo>
                  <a:lnTo>
                    <a:pt x="0" y="673"/>
                  </a:lnTo>
                  <a:lnTo>
                    <a:pt x="522" y="72"/>
                  </a:lnTo>
                  <a:lnTo>
                    <a:pt x="832" y="0"/>
                  </a:lnTo>
                  <a:lnTo>
                    <a:pt x="958" y="2555"/>
                  </a:lnTo>
                  <a:lnTo>
                    <a:pt x="1241" y="4024"/>
                  </a:lnTo>
                  <a:lnTo>
                    <a:pt x="2089" y="5827"/>
                  </a:lnTo>
                  <a:lnTo>
                    <a:pt x="1918" y="8812"/>
                  </a:lnTo>
                  <a:lnTo>
                    <a:pt x="2091" y="13063"/>
                  </a:lnTo>
                  <a:lnTo>
                    <a:pt x="2263" y="140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89"/>
            <p:cNvSpPr/>
            <p:nvPr/>
          </p:nvSpPr>
          <p:spPr>
            <a:xfrm>
              <a:off x="3365058" y="2297722"/>
              <a:ext cx="4285" cy="7952"/>
            </a:xfrm>
            <a:custGeom>
              <a:avLst/>
              <a:pathLst>
                <a:path w="4285" h="7952">
                  <a:moveTo>
                    <a:pt x="4285" y="7319"/>
                  </a:moveTo>
                  <a:lnTo>
                    <a:pt x="2866" y="7952"/>
                  </a:lnTo>
                  <a:lnTo>
                    <a:pt x="2191" y="6820"/>
                  </a:lnTo>
                  <a:lnTo>
                    <a:pt x="2015" y="5889"/>
                  </a:lnTo>
                  <a:lnTo>
                    <a:pt x="849" y="5595"/>
                  </a:lnTo>
                  <a:lnTo>
                    <a:pt x="143" y="4300"/>
                  </a:lnTo>
                  <a:lnTo>
                    <a:pt x="0" y="3726"/>
                  </a:lnTo>
                  <a:lnTo>
                    <a:pt x="997" y="2302"/>
                  </a:lnTo>
                  <a:lnTo>
                    <a:pt x="1532" y="0"/>
                  </a:lnTo>
                  <a:lnTo>
                    <a:pt x="2210" y="1380"/>
                  </a:lnTo>
                  <a:lnTo>
                    <a:pt x="3029" y="3980"/>
                  </a:lnTo>
                  <a:lnTo>
                    <a:pt x="3467" y="47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0"/>
            <p:cNvSpPr/>
            <p:nvPr/>
          </p:nvSpPr>
          <p:spPr>
            <a:xfrm>
              <a:off x="3354462" y="2259016"/>
              <a:ext cx="67710" cy="106265"/>
            </a:xfrm>
            <a:custGeom>
              <a:avLst/>
              <a:pathLst>
                <a:path w="67710" h="106265">
                  <a:moveTo>
                    <a:pt x="62007" y="17814"/>
                  </a:moveTo>
                  <a:lnTo>
                    <a:pt x="61958" y="18527"/>
                  </a:lnTo>
                  <a:lnTo>
                    <a:pt x="61871" y="19770"/>
                  </a:lnTo>
                  <a:lnTo>
                    <a:pt x="61244" y="20651"/>
                  </a:lnTo>
                  <a:lnTo>
                    <a:pt x="61882" y="22679"/>
                  </a:lnTo>
                  <a:lnTo>
                    <a:pt x="62489" y="25967"/>
                  </a:lnTo>
                  <a:lnTo>
                    <a:pt x="62151" y="27592"/>
                  </a:lnTo>
                  <a:lnTo>
                    <a:pt x="62563" y="28857"/>
                  </a:lnTo>
                  <a:lnTo>
                    <a:pt x="63730" y="29766"/>
                  </a:lnTo>
                  <a:lnTo>
                    <a:pt x="63836" y="30128"/>
                  </a:lnTo>
                  <a:lnTo>
                    <a:pt x="63479" y="30507"/>
                  </a:lnTo>
                  <a:lnTo>
                    <a:pt x="63184" y="31581"/>
                  </a:lnTo>
                  <a:lnTo>
                    <a:pt x="63150" y="33541"/>
                  </a:lnTo>
                  <a:lnTo>
                    <a:pt x="64167" y="35391"/>
                  </a:lnTo>
                  <a:lnTo>
                    <a:pt x="66236" y="37132"/>
                  </a:lnTo>
                  <a:lnTo>
                    <a:pt x="66897" y="37425"/>
                  </a:lnTo>
                  <a:lnTo>
                    <a:pt x="67150" y="38094"/>
                  </a:lnTo>
                  <a:lnTo>
                    <a:pt x="67496" y="38531"/>
                  </a:lnTo>
                  <a:lnTo>
                    <a:pt x="67699" y="39067"/>
                  </a:lnTo>
                  <a:lnTo>
                    <a:pt x="67710" y="39759"/>
                  </a:lnTo>
                  <a:lnTo>
                    <a:pt x="67562" y="40234"/>
                  </a:lnTo>
                  <a:lnTo>
                    <a:pt x="66583" y="40403"/>
                  </a:lnTo>
                  <a:lnTo>
                    <a:pt x="65466" y="40388"/>
                  </a:lnTo>
                  <a:lnTo>
                    <a:pt x="64672" y="39547"/>
                  </a:lnTo>
                  <a:lnTo>
                    <a:pt x="64601" y="40161"/>
                  </a:lnTo>
                  <a:lnTo>
                    <a:pt x="64589" y="40863"/>
                  </a:lnTo>
                  <a:lnTo>
                    <a:pt x="63820" y="41292"/>
                  </a:lnTo>
                  <a:lnTo>
                    <a:pt x="64247" y="46121"/>
                  </a:lnTo>
                  <a:lnTo>
                    <a:pt x="64077" y="47510"/>
                  </a:lnTo>
                  <a:lnTo>
                    <a:pt x="63793" y="47976"/>
                  </a:lnTo>
                  <a:lnTo>
                    <a:pt x="63529" y="47783"/>
                  </a:lnTo>
                  <a:lnTo>
                    <a:pt x="63206" y="47728"/>
                  </a:lnTo>
                  <a:lnTo>
                    <a:pt x="63044" y="48183"/>
                  </a:lnTo>
                  <a:lnTo>
                    <a:pt x="63178" y="49211"/>
                  </a:lnTo>
                  <a:lnTo>
                    <a:pt x="62421" y="49330"/>
                  </a:lnTo>
                  <a:lnTo>
                    <a:pt x="61214" y="48796"/>
                  </a:lnTo>
                  <a:lnTo>
                    <a:pt x="60661" y="47861"/>
                  </a:lnTo>
                  <a:lnTo>
                    <a:pt x="60566" y="46906"/>
                  </a:lnTo>
                  <a:lnTo>
                    <a:pt x="60557" y="46018"/>
                  </a:lnTo>
                  <a:lnTo>
                    <a:pt x="60174" y="44563"/>
                  </a:lnTo>
                  <a:lnTo>
                    <a:pt x="59213" y="43058"/>
                  </a:lnTo>
                  <a:lnTo>
                    <a:pt x="57207" y="42810"/>
                  </a:lnTo>
                  <a:lnTo>
                    <a:pt x="56467" y="42332"/>
                  </a:lnTo>
                  <a:lnTo>
                    <a:pt x="55703" y="41784"/>
                  </a:lnTo>
                  <a:lnTo>
                    <a:pt x="54867" y="41378"/>
                  </a:lnTo>
                  <a:lnTo>
                    <a:pt x="54096" y="41419"/>
                  </a:lnTo>
                  <a:lnTo>
                    <a:pt x="53167" y="41818"/>
                  </a:lnTo>
                  <a:lnTo>
                    <a:pt x="51545" y="41156"/>
                  </a:lnTo>
                  <a:lnTo>
                    <a:pt x="50997" y="42040"/>
                  </a:lnTo>
                  <a:lnTo>
                    <a:pt x="50143" y="43063"/>
                  </a:lnTo>
                  <a:lnTo>
                    <a:pt x="49434" y="43037"/>
                  </a:lnTo>
                  <a:lnTo>
                    <a:pt x="48022" y="40665"/>
                  </a:lnTo>
                  <a:lnTo>
                    <a:pt x="47601" y="40515"/>
                  </a:lnTo>
                  <a:lnTo>
                    <a:pt x="46367" y="41725"/>
                  </a:lnTo>
                  <a:lnTo>
                    <a:pt x="45864" y="41789"/>
                  </a:lnTo>
                  <a:lnTo>
                    <a:pt x="45479" y="41407"/>
                  </a:lnTo>
                  <a:lnTo>
                    <a:pt x="43810" y="40501"/>
                  </a:lnTo>
                  <a:lnTo>
                    <a:pt x="43057" y="40306"/>
                  </a:lnTo>
                  <a:lnTo>
                    <a:pt x="42504" y="40735"/>
                  </a:lnTo>
                  <a:lnTo>
                    <a:pt x="41523" y="40270"/>
                  </a:lnTo>
                  <a:lnTo>
                    <a:pt x="39144" y="37174"/>
                  </a:lnTo>
                  <a:lnTo>
                    <a:pt x="37673" y="39528"/>
                  </a:lnTo>
                  <a:lnTo>
                    <a:pt x="34679" y="38943"/>
                  </a:lnTo>
                  <a:lnTo>
                    <a:pt x="33791" y="40559"/>
                  </a:lnTo>
                  <a:lnTo>
                    <a:pt x="32773" y="43622"/>
                  </a:lnTo>
                  <a:lnTo>
                    <a:pt x="31948" y="45085"/>
                  </a:lnTo>
                  <a:lnTo>
                    <a:pt x="31231" y="44560"/>
                  </a:lnTo>
                  <a:lnTo>
                    <a:pt x="30382" y="43212"/>
                  </a:lnTo>
                  <a:lnTo>
                    <a:pt x="28898" y="39743"/>
                  </a:lnTo>
                  <a:lnTo>
                    <a:pt x="28148" y="39117"/>
                  </a:lnTo>
                  <a:lnTo>
                    <a:pt x="27286" y="38972"/>
                  </a:lnTo>
                  <a:lnTo>
                    <a:pt x="26533" y="39354"/>
                  </a:lnTo>
                  <a:lnTo>
                    <a:pt x="26133" y="40058"/>
                  </a:lnTo>
                  <a:lnTo>
                    <a:pt x="25827" y="45124"/>
                  </a:lnTo>
                  <a:lnTo>
                    <a:pt x="25557" y="49589"/>
                  </a:lnTo>
                  <a:lnTo>
                    <a:pt x="25541" y="52266"/>
                  </a:lnTo>
                  <a:lnTo>
                    <a:pt x="27192" y="54745"/>
                  </a:lnTo>
                  <a:lnTo>
                    <a:pt x="29136" y="59010"/>
                  </a:lnTo>
                  <a:lnTo>
                    <a:pt x="29762" y="59500"/>
                  </a:lnTo>
                  <a:lnTo>
                    <a:pt x="30071" y="60897"/>
                  </a:lnTo>
                  <a:lnTo>
                    <a:pt x="30526" y="64494"/>
                  </a:lnTo>
                  <a:lnTo>
                    <a:pt x="31038" y="68538"/>
                  </a:lnTo>
                  <a:lnTo>
                    <a:pt x="32025" y="71216"/>
                  </a:lnTo>
                  <a:lnTo>
                    <a:pt x="32917" y="73133"/>
                  </a:lnTo>
                  <a:lnTo>
                    <a:pt x="34004" y="74819"/>
                  </a:lnTo>
                  <a:lnTo>
                    <a:pt x="35368" y="77460"/>
                  </a:lnTo>
                  <a:lnTo>
                    <a:pt x="36486" y="80361"/>
                  </a:lnTo>
                  <a:lnTo>
                    <a:pt x="36783" y="81431"/>
                  </a:lnTo>
                  <a:lnTo>
                    <a:pt x="38950" y="85266"/>
                  </a:lnTo>
                  <a:lnTo>
                    <a:pt x="41053" y="89180"/>
                  </a:lnTo>
                  <a:lnTo>
                    <a:pt x="42934" y="90550"/>
                  </a:lnTo>
                  <a:lnTo>
                    <a:pt x="43231" y="91273"/>
                  </a:lnTo>
                  <a:lnTo>
                    <a:pt x="43248" y="94284"/>
                  </a:lnTo>
                  <a:lnTo>
                    <a:pt x="43453" y="95413"/>
                  </a:lnTo>
                  <a:lnTo>
                    <a:pt x="44709" y="98566"/>
                  </a:lnTo>
                  <a:lnTo>
                    <a:pt x="47270" y="103180"/>
                  </a:lnTo>
                  <a:lnTo>
                    <a:pt x="47566" y="104249"/>
                  </a:lnTo>
                  <a:lnTo>
                    <a:pt x="47650" y="105033"/>
                  </a:lnTo>
                  <a:lnTo>
                    <a:pt x="47485" y="105633"/>
                  </a:lnTo>
                  <a:lnTo>
                    <a:pt x="46814" y="106265"/>
                  </a:lnTo>
                  <a:lnTo>
                    <a:pt x="46263" y="105559"/>
                  </a:lnTo>
                  <a:lnTo>
                    <a:pt x="43876" y="101049"/>
                  </a:lnTo>
                  <a:lnTo>
                    <a:pt x="41569" y="98205"/>
                  </a:lnTo>
                  <a:lnTo>
                    <a:pt x="38965" y="92848"/>
                  </a:lnTo>
                  <a:lnTo>
                    <a:pt x="35480" y="90732"/>
                  </a:lnTo>
                  <a:lnTo>
                    <a:pt x="33105" y="88388"/>
                  </a:lnTo>
                  <a:lnTo>
                    <a:pt x="31667" y="88746"/>
                  </a:lnTo>
                  <a:lnTo>
                    <a:pt x="30080" y="89483"/>
                  </a:lnTo>
                  <a:lnTo>
                    <a:pt x="29101" y="89506"/>
                  </a:lnTo>
                  <a:lnTo>
                    <a:pt x="28406" y="89085"/>
                  </a:lnTo>
                  <a:lnTo>
                    <a:pt x="27911" y="87632"/>
                  </a:lnTo>
                  <a:lnTo>
                    <a:pt x="27986" y="86508"/>
                  </a:lnTo>
                  <a:lnTo>
                    <a:pt x="27899" y="85041"/>
                  </a:lnTo>
                  <a:lnTo>
                    <a:pt x="26507" y="82698"/>
                  </a:lnTo>
                  <a:lnTo>
                    <a:pt x="24609" y="80472"/>
                  </a:lnTo>
                  <a:lnTo>
                    <a:pt x="22811" y="77590"/>
                  </a:lnTo>
                  <a:lnTo>
                    <a:pt x="19202" y="69809"/>
                  </a:lnTo>
                  <a:lnTo>
                    <a:pt x="18479" y="67307"/>
                  </a:lnTo>
                  <a:lnTo>
                    <a:pt x="19189" y="66831"/>
                  </a:lnTo>
                  <a:lnTo>
                    <a:pt x="19726" y="66874"/>
                  </a:lnTo>
                  <a:lnTo>
                    <a:pt x="20335" y="66361"/>
                  </a:lnTo>
                  <a:lnTo>
                    <a:pt x="21319" y="66348"/>
                  </a:lnTo>
                  <a:lnTo>
                    <a:pt x="22484" y="66859"/>
                  </a:lnTo>
                  <a:lnTo>
                    <a:pt x="21452" y="65195"/>
                  </a:lnTo>
                  <a:lnTo>
                    <a:pt x="20169" y="63563"/>
                  </a:lnTo>
                  <a:lnTo>
                    <a:pt x="16849" y="57079"/>
                  </a:lnTo>
                  <a:lnTo>
                    <a:pt x="15858" y="54016"/>
                  </a:lnTo>
                  <a:lnTo>
                    <a:pt x="15743" y="50716"/>
                  </a:lnTo>
                  <a:lnTo>
                    <a:pt x="15988" y="46192"/>
                  </a:lnTo>
                  <a:lnTo>
                    <a:pt x="15390" y="42952"/>
                  </a:lnTo>
                  <a:lnTo>
                    <a:pt x="12829" y="38760"/>
                  </a:lnTo>
                  <a:lnTo>
                    <a:pt x="11891" y="36549"/>
                  </a:lnTo>
                  <a:lnTo>
                    <a:pt x="9999" y="35236"/>
                  </a:lnTo>
                  <a:lnTo>
                    <a:pt x="9154" y="35365"/>
                  </a:lnTo>
                  <a:lnTo>
                    <a:pt x="8646" y="36998"/>
                  </a:lnTo>
                  <a:lnTo>
                    <a:pt x="8275" y="40628"/>
                  </a:lnTo>
                  <a:lnTo>
                    <a:pt x="6599" y="45417"/>
                  </a:lnTo>
                  <a:lnTo>
                    <a:pt x="6039" y="47497"/>
                  </a:lnTo>
                  <a:lnTo>
                    <a:pt x="5162" y="50203"/>
                  </a:lnTo>
                  <a:lnTo>
                    <a:pt x="4403" y="50389"/>
                  </a:lnTo>
                  <a:lnTo>
                    <a:pt x="3953" y="50151"/>
                  </a:lnTo>
                  <a:lnTo>
                    <a:pt x="2592" y="45597"/>
                  </a:lnTo>
                  <a:lnTo>
                    <a:pt x="1290" y="42149"/>
                  </a:lnTo>
                  <a:lnTo>
                    <a:pt x="1108" y="40517"/>
                  </a:lnTo>
                  <a:lnTo>
                    <a:pt x="991" y="38508"/>
                  </a:lnTo>
                  <a:lnTo>
                    <a:pt x="0" y="31110"/>
                  </a:lnTo>
                  <a:lnTo>
                    <a:pt x="699" y="30072"/>
                  </a:lnTo>
                  <a:lnTo>
                    <a:pt x="1128" y="31258"/>
                  </a:lnTo>
                  <a:lnTo>
                    <a:pt x="4160" y="32688"/>
                  </a:lnTo>
                  <a:lnTo>
                    <a:pt x="4815" y="32055"/>
                  </a:lnTo>
                  <a:lnTo>
                    <a:pt x="5212" y="31085"/>
                  </a:lnTo>
                  <a:lnTo>
                    <a:pt x="5214" y="30472"/>
                  </a:lnTo>
                  <a:lnTo>
                    <a:pt x="5473" y="30293"/>
                  </a:lnTo>
                  <a:lnTo>
                    <a:pt x="6540" y="31227"/>
                  </a:lnTo>
                  <a:lnTo>
                    <a:pt x="7411" y="31010"/>
                  </a:lnTo>
                  <a:lnTo>
                    <a:pt x="8813" y="30967"/>
                  </a:lnTo>
                  <a:lnTo>
                    <a:pt x="9813" y="31120"/>
                  </a:lnTo>
                  <a:lnTo>
                    <a:pt x="10474" y="30401"/>
                  </a:lnTo>
                  <a:lnTo>
                    <a:pt x="11369" y="27758"/>
                  </a:lnTo>
                  <a:lnTo>
                    <a:pt x="11701" y="26279"/>
                  </a:lnTo>
                  <a:lnTo>
                    <a:pt x="12102" y="25926"/>
                  </a:lnTo>
                  <a:lnTo>
                    <a:pt x="12366" y="26102"/>
                  </a:lnTo>
                  <a:lnTo>
                    <a:pt x="12559" y="27318"/>
                  </a:lnTo>
                  <a:lnTo>
                    <a:pt x="13030" y="28459"/>
                  </a:lnTo>
                  <a:lnTo>
                    <a:pt x="13998" y="30320"/>
                  </a:lnTo>
                  <a:lnTo>
                    <a:pt x="14682" y="31215"/>
                  </a:lnTo>
                  <a:lnTo>
                    <a:pt x="15304" y="31537"/>
                  </a:lnTo>
                  <a:lnTo>
                    <a:pt x="15913" y="30788"/>
                  </a:lnTo>
                  <a:lnTo>
                    <a:pt x="16541" y="30574"/>
                  </a:lnTo>
                  <a:lnTo>
                    <a:pt x="18335" y="32026"/>
                  </a:lnTo>
                  <a:lnTo>
                    <a:pt x="19850" y="32303"/>
                  </a:lnTo>
                  <a:lnTo>
                    <a:pt x="20970" y="31545"/>
                  </a:lnTo>
                  <a:lnTo>
                    <a:pt x="20823" y="30504"/>
                  </a:lnTo>
                  <a:lnTo>
                    <a:pt x="20415" y="29344"/>
                  </a:lnTo>
                  <a:lnTo>
                    <a:pt x="20327" y="28217"/>
                  </a:lnTo>
                  <a:lnTo>
                    <a:pt x="20403" y="27243"/>
                  </a:lnTo>
                  <a:lnTo>
                    <a:pt x="21171" y="26272"/>
                  </a:lnTo>
                  <a:lnTo>
                    <a:pt x="21134" y="25846"/>
                  </a:lnTo>
                  <a:lnTo>
                    <a:pt x="20205" y="24138"/>
                  </a:lnTo>
                  <a:lnTo>
                    <a:pt x="20252" y="23698"/>
                  </a:lnTo>
                  <a:lnTo>
                    <a:pt x="22290" y="21777"/>
                  </a:lnTo>
                  <a:lnTo>
                    <a:pt x="24254" y="20701"/>
                  </a:lnTo>
                  <a:lnTo>
                    <a:pt x="24569" y="19870"/>
                  </a:lnTo>
                  <a:lnTo>
                    <a:pt x="24752" y="18621"/>
                  </a:lnTo>
                  <a:lnTo>
                    <a:pt x="24838" y="16279"/>
                  </a:lnTo>
                  <a:lnTo>
                    <a:pt x="24731" y="14364"/>
                  </a:lnTo>
                  <a:lnTo>
                    <a:pt x="23933" y="12569"/>
                  </a:lnTo>
                  <a:lnTo>
                    <a:pt x="23883" y="11660"/>
                  </a:lnTo>
                  <a:lnTo>
                    <a:pt x="24072" y="10717"/>
                  </a:lnTo>
                  <a:lnTo>
                    <a:pt x="24382" y="9865"/>
                  </a:lnTo>
                  <a:lnTo>
                    <a:pt x="25168" y="9496"/>
                  </a:lnTo>
                  <a:lnTo>
                    <a:pt x="26089" y="8883"/>
                  </a:lnTo>
                  <a:lnTo>
                    <a:pt x="26818" y="8177"/>
                  </a:lnTo>
                  <a:lnTo>
                    <a:pt x="27804" y="7593"/>
                  </a:lnTo>
                  <a:lnTo>
                    <a:pt x="28580" y="6774"/>
                  </a:lnTo>
                  <a:lnTo>
                    <a:pt x="29337" y="4824"/>
                  </a:lnTo>
                  <a:lnTo>
                    <a:pt x="29797" y="4503"/>
                  </a:lnTo>
                  <a:lnTo>
                    <a:pt x="31189" y="4780"/>
                  </a:lnTo>
                  <a:lnTo>
                    <a:pt x="31487" y="4299"/>
                  </a:lnTo>
                  <a:lnTo>
                    <a:pt x="31296" y="1500"/>
                  </a:lnTo>
                  <a:lnTo>
                    <a:pt x="31546" y="789"/>
                  </a:lnTo>
                  <a:lnTo>
                    <a:pt x="32038" y="390"/>
                  </a:lnTo>
                  <a:lnTo>
                    <a:pt x="32268" y="0"/>
                  </a:lnTo>
                  <a:lnTo>
                    <a:pt x="33493" y="301"/>
                  </a:lnTo>
                  <a:lnTo>
                    <a:pt x="34512" y="1025"/>
                  </a:lnTo>
                  <a:lnTo>
                    <a:pt x="35131" y="1465"/>
                  </a:lnTo>
                  <a:lnTo>
                    <a:pt x="37180" y="3493"/>
                  </a:lnTo>
                  <a:lnTo>
                    <a:pt x="38601" y="5771"/>
                  </a:lnTo>
                  <a:lnTo>
                    <a:pt x="39389" y="8301"/>
                  </a:lnTo>
                  <a:lnTo>
                    <a:pt x="40456" y="10262"/>
                  </a:lnTo>
                  <a:lnTo>
                    <a:pt x="41802" y="11650"/>
                  </a:lnTo>
                  <a:lnTo>
                    <a:pt x="42867" y="13533"/>
                  </a:lnTo>
                  <a:lnTo>
                    <a:pt x="43655" y="15911"/>
                  </a:lnTo>
                  <a:lnTo>
                    <a:pt x="44756" y="17243"/>
                  </a:lnTo>
                  <a:lnTo>
                    <a:pt x="46170" y="17531"/>
                  </a:lnTo>
                  <a:lnTo>
                    <a:pt x="47066" y="18345"/>
                  </a:lnTo>
                  <a:lnTo>
                    <a:pt x="47441" y="19687"/>
                  </a:lnTo>
                  <a:lnTo>
                    <a:pt x="48210" y="20902"/>
                  </a:lnTo>
                  <a:lnTo>
                    <a:pt x="49368" y="21990"/>
                  </a:lnTo>
                  <a:lnTo>
                    <a:pt x="51172" y="22585"/>
                  </a:lnTo>
                  <a:lnTo>
                    <a:pt x="54626" y="22727"/>
                  </a:lnTo>
                  <a:lnTo>
                    <a:pt x="54933" y="22757"/>
                  </a:lnTo>
                  <a:lnTo>
                    <a:pt x="55711" y="23095"/>
                  </a:lnTo>
                  <a:lnTo>
                    <a:pt x="56621" y="22672"/>
                  </a:lnTo>
                  <a:lnTo>
                    <a:pt x="57729" y="21821"/>
                  </a:lnTo>
                  <a:lnTo>
                    <a:pt x="58086" y="21314"/>
                  </a:lnTo>
                  <a:lnTo>
                    <a:pt x="59253" y="18531"/>
                  </a:lnTo>
                  <a:lnTo>
                    <a:pt x="59894" y="18771"/>
                  </a:lnTo>
                  <a:lnTo>
                    <a:pt x="61174" y="184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1"/>
            <p:cNvSpPr/>
            <p:nvPr/>
          </p:nvSpPr>
          <p:spPr>
            <a:xfrm>
              <a:off x="2355534" y="3073605"/>
              <a:ext cx="5531" cy="7687"/>
            </a:xfrm>
            <a:custGeom>
              <a:avLst/>
              <a:pathLst>
                <a:path w="5531" h="7687">
                  <a:moveTo>
                    <a:pt x="5531" y="5602"/>
                  </a:moveTo>
                  <a:lnTo>
                    <a:pt x="5328" y="7687"/>
                  </a:lnTo>
                  <a:lnTo>
                    <a:pt x="2385" y="5211"/>
                  </a:lnTo>
                  <a:lnTo>
                    <a:pt x="0" y="2084"/>
                  </a:lnTo>
                  <a:lnTo>
                    <a:pt x="101" y="390"/>
                  </a:lnTo>
                  <a:lnTo>
                    <a:pt x="1319" y="0"/>
                  </a:lnTo>
                  <a:lnTo>
                    <a:pt x="2487" y="1041"/>
                  </a:lnTo>
                  <a:lnTo>
                    <a:pt x="4212" y="31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2"/>
            <p:cNvSpPr/>
            <p:nvPr/>
          </p:nvSpPr>
          <p:spPr>
            <a:xfrm>
              <a:off x="2341807" y="3045214"/>
              <a:ext cx="32600" cy="55815"/>
            </a:xfrm>
            <a:custGeom>
              <a:avLst/>
              <a:pathLst>
                <a:path w="32600" h="55815">
                  <a:moveTo>
                    <a:pt x="31058" y="6202"/>
                  </a:moveTo>
                  <a:lnTo>
                    <a:pt x="31310" y="7088"/>
                  </a:lnTo>
                  <a:lnTo>
                    <a:pt x="31838" y="13046"/>
                  </a:lnTo>
                  <a:lnTo>
                    <a:pt x="31891" y="14954"/>
                  </a:lnTo>
                  <a:lnTo>
                    <a:pt x="31358" y="17836"/>
                  </a:lnTo>
                  <a:lnTo>
                    <a:pt x="31435" y="18977"/>
                  </a:lnTo>
                  <a:lnTo>
                    <a:pt x="32578" y="21633"/>
                  </a:lnTo>
                  <a:lnTo>
                    <a:pt x="32600" y="22591"/>
                  </a:lnTo>
                  <a:lnTo>
                    <a:pt x="32465" y="23559"/>
                  </a:lnTo>
                  <a:lnTo>
                    <a:pt x="31487" y="26079"/>
                  </a:lnTo>
                  <a:lnTo>
                    <a:pt x="30738" y="27807"/>
                  </a:lnTo>
                  <a:lnTo>
                    <a:pt x="30976" y="29787"/>
                  </a:lnTo>
                  <a:lnTo>
                    <a:pt x="31583" y="31667"/>
                  </a:lnTo>
                  <a:lnTo>
                    <a:pt x="31659" y="33238"/>
                  </a:lnTo>
                  <a:lnTo>
                    <a:pt x="31473" y="35316"/>
                  </a:lnTo>
                  <a:lnTo>
                    <a:pt x="30541" y="37898"/>
                  </a:lnTo>
                  <a:lnTo>
                    <a:pt x="30054" y="38824"/>
                  </a:lnTo>
                  <a:lnTo>
                    <a:pt x="28669" y="38937"/>
                  </a:lnTo>
                  <a:lnTo>
                    <a:pt x="28513" y="39305"/>
                  </a:lnTo>
                  <a:lnTo>
                    <a:pt x="29204" y="41826"/>
                  </a:lnTo>
                  <a:lnTo>
                    <a:pt x="29985" y="44674"/>
                  </a:lnTo>
                  <a:lnTo>
                    <a:pt x="31258" y="46887"/>
                  </a:lnTo>
                  <a:lnTo>
                    <a:pt x="31542" y="48970"/>
                  </a:lnTo>
                  <a:lnTo>
                    <a:pt x="31237" y="50946"/>
                  </a:lnTo>
                  <a:lnTo>
                    <a:pt x="31184" y="55815"/>
                  </a:lnTo>
                  <a:lnTo>
                    <a:pt x="30210" y="53452"/>
                  </a:lnTo>
                  <a:lnTo>
                    <a:pt x="29138" y="51474"/>
                  </a:lnTo>
                  <a:lnTo>
                    <a:pt x="28494" y="50708"/>
                  </a:lnTo>
                  <a:lnTo>
                    <a:pt x="27829" y="50218"/>
                  </a:lnTo>
                  <a:lnTo>
                    <a:pt x="22723" y="50474"/>
                  </a:lnTo>
                  <a:lnTo>
                    <a:pt x="22151" y="50814"/>
                  </a:lnTo>
                  <a:lnTo>
                    <a:pt x="21706" y="51449"/>
                  </a:lnTo>
                  <a:lnTo>
                    <a:pt x="21230" y="51765"/>
                  </a:lnTo>
                  <a:lnTo>
                    <a:pt x="19826" y="52358"/>
                  </a:lnTo>
                  <a:lnTo>
                    <a:pt x="18429" y="52488"/>
                  </a:lnTo>
                  <a:lnTo>
                    <a:pt x="15168" y="50897"/>
                  </a:lnTo>
                  <a:lnTo>
                    <a:pt x="13877" y="50071"/>
                  </a:lnTo>
                  <a:lnTo>
                    <a:pt x="12577" y="49550"/>
                  </a:lnTo>
                  <a:lnTo>
                    <a:pt x="11085" y="49722"/>
                  </a:lnTo>
                  <a:lnTo>
                    <a:pt x="9598" y="50204"/>
                  </a:lnTo>
                  <a:lnTo>
                    <a:pt x="8410" y="51351"/>
                  </a:lnTo>
                  <a:lnTo>
                    <a:pt x="7519" y="53374"/>
                  </a:lnTo>
                  <a:lnTo>
                    <a:pt x="7353" y="55252"/>
                  </a:lnTo>
                  <a:lnTo>
                    <a:pt x="6826" y="55734"/>
                  </a:lnTo>
                  <a:lnTo>
                    <a:pt x="5623" y="52742"/>
                  </a:lnTo>
                  <a:lnTo>
                    <a:pt x="4519" y="50615"/>
                  </a:lnTo>
                  <a:lnTo>
                    <a:pt x="3262" y="49018"/>
                  </a:lnTo>
                  <a:lnTo>
                    <a:pt x="679" y="46743"/>
                  </a:lnTo>
                  <a:lnTo>
                    <a:pt x="209" y="45358"/>
                  </a:lnTo>
                  <a:lnTo>
                    <a:pt x="0" y="43675"/>
                  </a:lnTo>
                  <a:lnTo>
                    <a:pt x="1042" y="38513"/>
                  </a:lnTo>
                  <a:lnTo>
                    <a:pt x="2228" y="37568"/>
                  </a:lnTo>
                  <a:lnTo>
                    <a:pt x="2881" y="37390"/>
                  </a:lnTo>
                  <a:lnTo>
                    <a:pt x="4347" y="38028"/>
                  </a:lnTo>
                  <a:lnTo>
                    <a:pt x="5778" y="39201"/>
                  </a:lnTo>
                  <a:lnTo>
                    <a:pt x="7084" y="39969"/>
                  </a:lnTo>
                  <a:lnTo>
                    <a:pt x="9104" y="40267"/>
                  </a:lnTo>
                  <a:lnTo>
                    <a:pt x="10202" y="41537"/>
                  </a:lnTo>
                  <a:lnTo>
                    <a:pt x="17962" y="43506"/>
                  </a:lnTo>
                  <a:lnTo>
                    <a:pt x="19434" y="44124"/>
                  </a:lnTo>
                  <a:lnTo>
                    <a:pt x="20008" y="43908"/>
                  </a:lnTo>
                  <a:lnTo>
                    <a:pt x="20508" y="43137"/>
                  </a:lnTo>
                  <a:lnTo>
                    <a:pt x="20925" y="41745"/>
                  </a:lnTo>
                  <a:lnTo>
                    <a:pt x="21405" y="40697"/>
                  </a:lnTo>
                  <a:lnTo>
                    <a:pt x="23706" y="40464"/>
                  </a:lnTo>
                  <a:lnTo>
                    <a:pt x="24190" y="39997"/>
                  </a:lnTo>
                  <a:lnTo>
                    <a:pt x="24528" y="38542"/>
                  </a:lnTo>
                  <a:lnTo>
                    <a:pt x="24517" y="37028"/>
                  </a:lnTo>
                  <a:lnTo>
                    <a:pt x="23164" y="35001"/>
                  </a:lnTo>
                  <a:lnTo>
                    <a:pt x="21048" y="30551"/>
                  </a:lnTo>
                  <a:lnTo>
                    <a:pt x="19184" y="25308"/>
                  </a:lnTo>
                  <a:lnTo>
                    <a:pt x="19988" y="23542"/>
                  </a:lnTo>
                  <a:lnTo>
                    <a:pt x="19680" y="20313"/>
                  </a:lnTo>
                  <a:lnTo>
                    <a:pt x="19981" y="17322"/>
                  </a:lnTo>
                  <a:lnTo>
                    <a:pt x="20425" y="14390"/>
                  </a:lnTo>
                  <a:lnTo>
                    <a:pt x="18582" y="11878"/>
                  </a:lnTo>
                  <a:lnTo>
                    <a:pt x="16403" y="9376"/>
                  </a:lnTo>
                  <a:lnTo>
                    <a:pt x="13379" y="8592"/>
                  </a:lnTo>
                  <a:lnTo>
                    <a:pt x="12449" y="7960"/>
                  </a:lnTo>
                  <a:lnTo>
                    <a:pt x="11965" y="6085"/>
                  </a:lnTo>
                  <a:lnTo>
                    <a:pt x="12400" y="3565"/>
                  </a:lnTo>
                  <a:lnTo>
                    <a:pt x="13381" y="2171"/>
                  </a:lnTo>
                  <a:lnTo>
                    <a:pt x="14504" y="1311"/>
                  </a:lnTo>
                  <a:lnTo>
                    <a:pt x="15655" y="717"/>
                  </a:lnTo>
                  <a:lnTo>
                    <a:pt x="18431" y="0"/>
                  </a:lnTo>
                  <a:lnTo>
                    <a:pt x="21187" y="803"/>
                  </a:lnTo>
                  <a:lnTo>
                    <a:pt x="23570" y="3392"/>
                  </a:lnTo>
                  <a:lnTo>
                    <a:pt x="25988" y="5420"/>
                  </a:lnTo>
                  <a:lnTo>
                    <a:pt x="29044" y="6098"/>
                  </a:lnTo>
                  <a:lnTo>
                    <a:pt x="30420" y="68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3"/>
            <p:cNvSpPr/>
            <p:nvPr/>
          </p:nvSpPr>
          <p:spPr>
            <a:xfrm>
              <a:off x="2359273" y="3040322"/>
              <a:ext cx="3876" cy="3185"/>
            </a:xfrm>
            <a:custGeom>
              <a:avLst/>
              <a:pathLst>
                <a:path w="3876" h="3185">
                  <a:moveTo>
                    <a:pt x="3409" y="1659"/>
                  </a:moveTo>
                  <a:lnTo>
                    <a:pt x="3876" y="2348"/>
                  </a:lnTo>
                  <a:lnTo>
                    <a:pt x="3699" y="3185"/>
                  </a:lnTo>
                  <a:lnTo>
                    <a:pt x="2538" y="2666"/>
                  </a:lnTo>
                  <a:lnTo>
                    <a:pt x="1336" y="1719"/>
                  </a:lnTo>
                  <a:lnTo>
                    <a:pt x="942" y="1956"/>
                  </a:lnTo>
                  <a:lnTo>
                    <a:pt x="702" y="1838"/>
                  </a:lnTo>
                  <a:lnTo>
                    <a:pt x="0" y="927"/>
                  </a:lnTo>
                  <a:lnTo>
                    <a:pt x="617" y="230"/>
                  </a:lnTo>
                  <a:lnTo>
                    <a:pt x="1253" y="0"/>
                  </a:lnTo>
                  <a:lnTo>
                    <a:pt x="1948" y="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4"/>
            <p:cNvSpPr/>
            <p:nvPr/>
          </p:nvSpPr>
          <p:spPr>
            <a:xfrm>
              <a:off x="3384106" y="2199361"/>
              <a:ext cx="78066" cy="82750"/>
            </a:xfrm>
            <a:custGeom>
              <a:avLst/>
              <a:pathLst>
                <a:path w="78066" h="82750">
                  <a:moveTo>
                    <a:pt x="69494" y="4377"/>
                  </a:moveTo>
                  <a:lnTo>
                    <a:pt x="70637" y="4175"/>
                  </a:lnTo>
                  <a:lnTo>
                    <a:pt x="70897" y="4316"/>
                  </a:lnTo>
                  <a:lnTo>
                    <a:pt x="71109" y="5775"/>
                  </a:lnTo>
                  <a:lnTo>
                    <a:pt x="71373" y="6683"/>
                  </a:lnTo>
                  <a:lnTo>
                    <a:pt x="71621" y="7885"/>
                  </a:lnTo>
                  <a:lnTo>
                    <a:pt x="72007" y="8788"/>
                  </a:lnTo>
                  <a:lnTo>
                    <a:pt x="72854" y="9164"/>
                  </a:lnTo>
                  <a:lnTo>
                    <a:pt x="73962" y="10285"/>
                  </a:lnTo>
                  <a:lnTo>
                    <a:pt x="74679" y="12393"/>
                  </a:lnTo>
                  <a:lnTo>
                    <a:pt x="75838" y="13292"/>
                  </a:lnTo>
                  <a:lnTo>
                    <a:pt x="76050" y="13191"/>
                  </a:lnTo>
                  <a:lnTo>
                    <a:pt x="76828" y="13115"/>
                  </a:lnTo>
                  <a:lnTo>
                    <a:pt x="76979" y="13540"/>
                  </a:lnTo>
                  <a:lnTo>
                    <a:pt x="77600" y="14572"/>
                  </a:lnTo>
                  <a:lnTo>
                    <a:pt x="77842" y="15481"/>
                  </a:lnTo>
                  <a:lnTo>
                    <a:pt x="77718" y="16440"/>
                  </a:lnTo>
                  <a:lnTo>
                    <a:pt x="77828" y="17527"/>
                  </a:lnTo>
                  <a:lnTo>
                    <a:pt x="78066" y="17912"/>
                  </a:lnTo>
                  <a:lnTo>
                    <a:pt x="77779" y="18642"/>
                  </a:lnTo>
                  <a:lnTo>
                    <a:pt x="75765" y="22293"/>
                  </a:lnTo>
                  <a:lnTo>
                    <a:pt x="74978" y="23259"/>
                  </a:lnTo>
                  <a:lnTo>
                    <a:pt x="74455" y="23458"/>
                  </a:lnTo>
                  <a:lnTo>
                    <a:pt x="73632" y="23075"/>
                  </a:lnTo>
                  <a:lnTo>
                    <a:pt x="72781" y="23368"/>
                  </a:lnTo>
                  <a:lnTo>
                    <a:pt x="72022" y="24148"/>
                  </a:lnTo>
                  <a:lnTo>
                    <a:pt x="71321" y="24396"/>
                  </a:lnTo>
                  <a:lnTo>
                    <a:pt x="70792" y="25325"/>
                  </a:lnTo>
                  <a:lnTo>
                    <a:pt x="70107" y="27315"/>
                  </a:lnTo>
                  <a:lnTo>
                    <a:pt x="69265" y="29000"/>
                  </a:lnTo>
                  <a:lnTo>
                    <a:pt x="68414" y="30046"/>
                  </a:lnTo>
                  <a:lnTo>
                    <a:pt x="67973" y="30980"/>
                  </a:lnTo>
                  <a:lnTo>
                    <a:pt x="67923" y="34210"/>
                  </a:lnTo>
                  <a:lnTo>
                    <a:pt x="67451" y="35139"/>
                  </a:lnTo>
                  <a:lnTo>
                    <a:pt x="66817" y="36076"/>
                  </a:lnTo>
                  <a:lnTo>
                    <a:pt x="66473" y="36903"/>
                  </a:lnTo>
                  <a:lnTo>
                    <a:pt x="65508" y="41821"/>
                  </a:lnTo>
                  <a:lnTo>
                    <a:pt x="64775" y="43397"/>
                  </a:lnTo>
                  <a:lnTo>
                    <a:pt x="64081" y="44606"/>
                  </a:lnTo>
                  <a:lnTo>
                    <a:pt x="63966" y="45710"/>
                  </a:lnTo>
                  <a:lnTo>
                    <a:pt x="63979" y="46974"/>
                  </a:lnTo>
                  <a:lnTo>
                    <a:pt x="63192" y="49497"/>
                  </a:lnTo>
                  <a:lnTo>
                    <a:pt x="62159" y="52116"/>
                  </a:lnTo>
                  <a:lnTo>
                    <a:pt x="61959" y="53191"/>
                  </a:lnTo>
                  <a:lnTo>
                    <a:pt x="62189" y="54641"/>
                  </a:lnTo>
                  <a:lnTo>
                    <a:pt x="61199" y="56309"/>
                  </a:lnTo>
                  <a:lnTo>
                    <a:pt x="60627" y="57109"/>
                  </a:lnTo>
                  <a:lnTo>
                    <a:pt x="60154" y="57492"/>
                  </a:lnTo>
                  <a:lnTo>
                    <a:pt x="59858" y="58536"/>
                  </a:lnTo>
                  <a:lnTo>
                    <a:pt x="59372" y="61080"/>
                  </a:lnTo>
                  <a:lnTo>
                    <a:pt x="59499" y="62221"/>
                  </a:lnTo>
                  <a:lnTo>
                    <a:pt x="59513" y="63269"/>
                  </a:lnTo>
                  <a:lnTo>
                    <a:pt x="58676" y="63882"/>
                  </a:lnTo>
                  <a:lnTo>
                    <a:pt x="58430" y="65030"/>
                  </a:lnTo>
                  <a:lnTo>
                    <a:pt x="58217" y="66459"/>
                  </a:lnTo>
                  <a:lnTo>
                    <a:pt x="57869" y="67107"/>
                  </a:lnTo>
                  <a:lnTo>
                    <a:pt x="56927" y="68294"/>
                  </a:lnTo>
                  <a:lnTo>
                    <a:pt x="54593" y="67778"/>
                  </a:lnTo>
                  <a:lnTo>
                    <a:pt x="53710" y="68176"/>
                  </a:lnTo>
                  <a:lnTo>
                    <a:pt x="53447" y="69026"/>
                  </a:lnTo>
                  <a:lnTo>
                    <a:pt x="53393" y="69707"/>
                  </a:lnTo>
                  <a:lnTo>
                    <a:pt x="53102" y="70346"/>
                  </a:lnTo>
                  <a:lnTo>
                    <a:pt x="52568" y="71148"/>
                  </a:lnTo>
                  <a:lnTo>
                    <a:pt x="52023" y="71507"/>
                  </a:lnTo>
                  <a:lnTo>
                    <a:pt x="50808" y="70519"/>
                  </a:lnTo>
                  <a:lnTo>
                    <a:pt x="48194" y="71522"/>
                  </a:lnTo>
                  <a:lnTo>
                    <a:pt x="47743" y="72243"/>
                  </a:lnTo>
                  <a:lnTo>
                    <a:pt x="47379" y="71728"/>
                  </a:lnTo>
                  <a:lnTo>
                    <a:pt x="46818" y="71259"/>
                  </a:lnTo>
                  <a:lnTo>
                    <a:pt x="44202" y="70681"/>
                  </a:lnTo>
                  <a:lnTo>
                    <a:pt x="43170" y="71141"/>
                  </a:lnTo>
                  <a:lnTo>
                    <a:pt x="41790" y="70963"/>
                  </a:lnTo>
                  <a:lnTo>
                    <a:pt x="40513" y="70453"/>
                  </a:lnTo>
                  <a:lnTo>
                    <a:pt x="39561" y="70867"/>
                  </a:lnTo>
                  <a:lnTo>
                    <a:pt x="38718" y="72871"/>
                  </a:lnTo>
                  <a:lnTo>
                    <a:pt x="38301" y="73547"/>
                  </a:lnTo>
                  <a:lnTo>
                    <a:pt x="37974" y="73980"/>
                  </a:lnTo>
                  <a:lnTo>
                    <a:pt x="37253" y="74609"/>
                  </a:lnTo>
                  <a:lnTo>
                    <a:pt x="36653" y="75367"/>
                  </a:lnTo>
                  <a:lnTo>
                    <a:pt x="35851" y="75912"/>
                  </a:lnTo>
                  <a:lnTo>
                    <a:pt x="35136" y="75836"/>
                  </a:lnTo>
                  <a:lnTo>
                    <a:pt x="34457" y="74974"/>
                  </a:lnTo>
                  <a:lnTo>
                    <a:pt x="34215" y="75171"/>
                  </a:lnTo>
                  <a:lnTo>
                    <a:pt x="34001" y="75964"/>
                  </a:lnTo>
                  <a:lnTo>
                    <a:pt x="33634" y="76642"/>
                  </a:lnTo>
                  <a:lnTo>
                    <a:pt x="32622" y="77479"/>
                  </a:lnTo>
                  <a:lnTo>
                    <a:pt x="32305" y="77469"/>
                  </a:lnTo>
                  <a:lnTo>
                    <a:pt x="31531" y="78087"/>
                  </a:lnTo>
                  <a:lnTo>
                    <a:pt x="30251" y="78426"/>
                  </a:lnTo>
                  <a:lnTo>
                    <a:pt x="29609" y="78186"/>
                  </a:lnTo>
                  <a:lnTo>
                    <a:pt x="28443" y="80969"/>
                  </a:lnTo>
                  <a:lnTo>
                    <a:pt x="28085" y="81476"/>
                  </a:lnTo>
                  <a:lnTo>
                    <a:pt x="26977" y="82327"/>
                  </a:lnTo>
                  <a:lnTo>
                    <a:pt x="26068" y="82750"/>
                  </a:lnTo>
                  <a:lnTo>
                    <a:pt x="25289" y="82412"/>
                  </a:lnTo>
                  <a:lnTo>
                    <a:pt x="24982" y="82382"/>
                  </a:lnTo>
                  <a:lnTo>
                    <a:pt x="21529" y="82240"/>
                  </a:lnTo>
                  <a:lnTo>
                    <a:pt x="19725" y="81645"/>
                  </a:lnTo>
                  <a:lnTo>
                    <a:pt x="18566" y="80557"/>
                  </a:lnTo>
                  <a:lnTo>
                    <a:pt x="17798" y="79342"/>
                  </a:lnTo>
                  <a:lnTo>
                    <a:pt x="17422" y="78000"/>
                  </a:lnTo>
                  <a:lnTo>
                    <a:pt x="16527" y="77186"/>
                  </a:lnTo>
                  <a:lnTo>
                    <a:pt x="15113" y="76898"/>
                  </a:lnTo>
                  <a:lnTo>
                    <a:pt x="14011" y="75566"/>
                  </a:lnTo>
                  <a:lnTo>
                    <a:pt x="13224" y="73188"/>
                  </a:lnTo>
                  <a:lnTo>
                    <a:pt x="12158" y="71305"/>
                  </a:lnTo>
                  <a:lnTo>
                    <a:pt x="10813" y="69917"/>
                  </a:lnTo>
                  <a:lnTo>
                    <a:pt x="9745" y="67957"/>
                  </a:lnTo>
                  <a:lnTo>
                    <a:pt x="8958" y="65426"/>
                  </a:lnTo>
                  <a:lnTo>
                    <a:pt x="7537" y="63148"/>
                  </a:lnTo>
                  <a:lnTo>
                    <a:pt x="5487" y="61120"/>
                  </a:lnTo>
                  <a:lnTo>
                    <a:pt x="4869" y="60680"/>
                  </a:lnTo>
                  <a:lnTo>
                    <a:pt x="4748" y="60025"/>
                  </a:lnTo>
                  <a:lnTo>
                    <a:pt x="3744" y="57509"/>
                  </a:lnTo>
                  <a:lnTo>
                    <a:pt x="3316" y="56580"/>
                  </a:lnTo>
                  <a:lnTo>
                    <a:pt x="3354" y="55335"/>
                  </a:lnTo>
                  <a:lnTo>
                    <a:pt x="3154" y="54626"/>
                  </a:lnTo>
                  <a:lnTo>
                    <a:pt x="2789" y="54128"/>
                  </a:lnTo>
                  <a:lnTo>
                    <a:pt x="2593" y="52329"/>
                  </a:lnTo>
                  <a:lnTo>
                    <a:pt x="2479" y="50986"/>
                  </a:lnTo>
                  <a:lnTo>
                    <a:pt x="2192" y="50120"/>
                  </a:lnTo>
                  <a:lnTo>
                    <a:pt x="0" y="49943"/>
                  </a:lnTo>
                  <a:lnTo>
                    <a:pt x="1835" y="46733"/>
                  </a:lnTo>
                  <a:lnTo>
                    <a:pt x="2747" y="45838"/>
                  </a:lnTo>
                  <a:lnTo>
                    <a:pt x="3807" y="45992"/>
                  </a:lnTo>
                  <a:lnTo>
                    <a:pt x="4146" y="45702"/>
                  </a:lnTo>
                  <a:lnTo>
                    <a:pt x="4236" y="45239"/>
                  </a:lnTo>
                  <a:lnTo>
                    <a:pt x="4417" y="44193"/>
                  </a:lnTo>
                  <a:lnTo>
                    <a:pt x="4507" y="43206"/>
                  </a:lnTo>
                  <a:lnTo>
                    <a:pt x="4598" y="42279"/>
                  </a:lnTo>
                  <a:lnTo>
                    <a:pt x="4485" y="41755"/>
                  </a:lnTo>
                  <a:lnTo>
                    <a:pt x="3973" y="41592"/>
                  </a:lnTo>
                  <a:lnTo>
                    <a:pt x="3726" y="39301"/>
                  </a:lnTo>
                  <a:lnTo>
                    <a:pt x="3989" y="38435"/>
                  </a:lnTo>
                  <a:lnTo>
                    <a:pt x="4252" y="37832"/>
                  </a:lnTo>
                  <a:lnTo>
                    <a:pt x="3927" y="35046"/>
                  </a:lnTo>
                  <a:lnTo>
                    <a:pt x="4025" y="34098"/>
                  </a:lnTo>
                  <a:lnTo>
                    <a:pt x="4852" y="33949"/>
                  </a:lnTo>
                  <a:lnTo>
                    <a:pt x="5539" y="33355"/>
                  </a:lnTo>
                  <a:lnTo>
                    <a:pt x="6099" y="32678"/>
                  </a:lnTo>
                  <a:lnTo>
                    <a:pt x="6255" y="31820"/>
                  </a:lnTo>
                  <a:lnTo>
                    <a:pt x="6714" y="30064"/>
                  </a:lnTo>
                  <a:lnTo>
                    <a:pt x="6291" y="27911"/>
                  </a:lnTo>
                  <a:lnTo>
                    <a:pt x="3901" y="26510"/>
                  </a:lnTo>
                  <a:lnTo>
                    <a:pt x="3777" y="25973"/>
                  </a:lnTo>
                  <a:lnTo>
                    <a:pt x="4333" y="25364"/>
                  </a:lnTo>
                  <a:lnTo>
                    <a:pt x="4925" y="24496"/>
                  </a:lnTo>
                  <a:lnTo>
                    <a:pt x="5269" y="23819"/>
                  </a:lnTo>
                  <a:lnTo>
                    <a:pt x="5729" y="23725"/>
                  </a:lnTo>
                  <a:lnTo>
                    <a:pt x="6379" y="24066"/>
                  </a:lnTo>
                  <a:lnTo>
                    <a:pt x="7531" y="25624"/>
                  </a:lnTo>
                  <a:lnTo>
                    <a:pt x="7973" y="25849"/>
                  </a:lnTo>
                  <a:lnTo>
                    <a:pt x="8400" y="25396"/>
                  </a:lnTo>
                  <a:lnTo>
                    <a:pt x="8856" y="25299"/>
                  </a:lnTo>
                  <a:lnTo>
                    <a:pt x="10131" y="25357"/>
                  </a:lnTo>
                  <a:lnTo>
                    <a:pt x="11203" y="24995"/>
                  </a:lnTo>
                  <a:lnTo>
                    <a:pt x="10961" y="23334"/>
                  </a:lnTo>
                  <a:lnTo>
                    <a:pt x="10965" y="22129"/>
                  </a:lnTo>
                  <a:lnTo>
                    <a:pt x="10783" y="21167"/>
                  </a:lnTo>
                  <a:lnTo>
                    <a:pt x="10896" y="20108"/>
                  </a:lnTo>
                  <a:lnTo>
                    <a:pt x="11331" y="19283"/>
                  </a:lnTo>
                  <a:lnTo>
                    <a:pt x="11461" y="17429"/>
                  </a:lnTo>
                  <a:lnTo>
                    <a:pt x="12132" y="16178"/>
                  </a:lnTo>
                  <a:lnTo>
                    <a:pt x="12446" y="15998"/>
                  </a:lnTo>
                  <a:lnTo>
                    <a:pt x="13627" y="16226"/>
                  </a:lnTo>
                  <a:lnTo>
                    <a:pt x="13907" y="16550"/>
                  </a:lnTo>
                  <a:lnTo>
                    <a:pt x="14088" y="16622"/>
                  </a:lnTo>
                  <a:lnTo>
                    <a:pt x="15968" y="19675"/>
                  </a:lnTo>
                  <a:lnTo>
                    <a:pt x="17747" y="21971"/>
                  </a:lnTo>
                  <a:lnTo>
                    <a:pt x="19205" y="23145"/>
                  </a:lnTo>
                  <a:lnTo>
                    <a:pt x="21346" y="23242"/>
                  </a:lnTo>
                  <a:lnTo>
                    <a:pt x="23620" y="23344"/>
                  </a:lnTo>
                  <a:lnTo>
                    <a:pt x="27426" y="22943"/>
                  </a:lnTo>
                  <a:lnTo>
                    <a:pt x="30279" y="22643"/>
                  </a:lnTo>
                  <a:lnTo>
                    <a:pt x="30468" y="22072"/>
                  </a:lnTo>
                  <a:lnTo>
                    <a:pt x="30898" y="20701"/>
                  </a:lnTo>
                  <a:lnTo>
                    <a:pt x="30557" y="19525"/>
                  </a:lnTo>
                  <a:lnTo>
                    <a:pt x="30577" y="18143"/>
                  </a:lnTo>
                  <a:lnTo>
                    <a:pt x="31058" y="16345"/>
                  </a:lnTo>
                  <a:lnTo>
                    <a:pt x="32465" y="14852"/>
                  </a:lnTo>
                  <a:lnTo>
                    <a:pt x="36504" y="14195"/>
                  </a:lnTo>
                  <a:lnTo>
                    <a:pt x="38827" y="13083"/>
                  </a:lnTo>
                  <a:lnTo>
                    <a:pt x="39177" y="11564"/>
                  </a:lnTo>
                  <a:lnTo>
                    <a:pt x="39946" y="10065"/>
                  </a:lnTo>
                  <a:lnTo>
                    <a:pt x="40650" y="9762"/>
                  </a:lnTo>
                  <a:lnTo>
                    <a:pt x="41614" y="10450"/>
                  </a:lnTo>
                  <a:lnTo>
                    <a:pt x="42775" y="11773"/>
                  </a:lnTo>
                  <a:lnTo>
                    <a:pt x="43794" y="12473"/>
                  </a:lnTo>
                  <a:lnTo>
                    <a:pt x="44390" y="12021"/>
                  </a:lnTo>
                  <a:lnTo>
                    <a:pt x="46441" y="9793"/>
                  </a:lnTo>
                  <a:lnTo>
                    <a:pt x="48802" y="7620"/>
                  </a:lnTo>
                  <a:lnTo>
                    <a:pt x="50427" y="1724"/>
                  </a:lnTo>
                  <a:lnTo>
                    <a:pt x="50600" y="784"/>
                  </a:lnTo>
                  <a:lnTo>
                    <a:pt x="52362" y="111"/>
                  </a:lnTo>
                  <a:lnTo>
                    <a:pt x="54934" y="230"/>
                  </a:lnTo>
                  <a:lnTo>
                    <a:pt x="56252" y="998"/>
                  </a:lnTo>
                  <a:lnTo>
                    <a:pt x="57243" y="1405"/>
                  </a:lnTo>
                  <a:lnTo>
                    <a:pt x="58729" y="1266"/>
                  </a:lnTo>
                  <a:lnTo>
                    <a:pt x="60870" y="0"/>
                  </a:lnTo>
                  <a:lnTo>
                    <a:pt x="61663" y="36"/>
                  </a:lnTo>
                  <a:lnTo>
                    <a:pt x="62277" y="933"/>
                  </a:lnTo>
                  <a:lnTo>
                    <a:pt x="62950" y="1706"/>
                  </a:lnTo>
                  <a:lnTo>
                    <a:pt x="63404" y="2653"/>
                  </a:lnTo>
                  <a:lnTo>
                    <a:pt x="63748" y="3987"/>
                  </a:lnTo>
                  <a:lnTo>
                    <a:pt x="63933" y="4491"/>
                  </a:lnTo>
                  <a:lnTo>
                    <a:pt x="64232" y="5173"/>
                  </a:lnTo>
                  <a:lnTo>
                    <a:pt x="64772" y="6113"/>
                  </a:lnTo>
                  <a:lnTo>
                    <a:pt x="65295" y="6364"/>
                  </a:lnTo>
                  <a:lnTo>
                    <a:pt x="69258" y="47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5"/>
            <p:cNvSpPr/>
            <p:nvPr/>
          </p:nvSpPr>
          <p:spPr>
            <a:xfrm>
              <a:off x="4612308" y="3943521"/>
              <a:ext cx="6901" cy="12919"/>
            </a:xfrm>
            <a:custGeom>
              <a:avLst/>
              <a:pathLst>
                <a:path w="6901" h="12919">
                  <a:moveTo>
                    <a:pt x="1501" y="12907"/>
                  </a:moveTo>
                  <a:lnTo>
                    <a:pt x="430" y="12919"/>
                  </a:lnTo>
                  <a:lnTo>
                    <a:pt x="88" y="12607"/>
                  </a:lnTo>
                  <a:lnTo>
                    <a:pt x="0" y="10004"/>
                  </a:lnTo>
                  <a:lnTo>
                    <a:pt x="313" y="8550"/>
                  </a:lnTo>
                  <a:lnTo>
                    <a:pt x="2796" y="6677"/>
                  </a:lnTo>
                  <a:lnTo>
                    <a:pt x="3767" y="4948"/>
                  </a:lnTo>
                  <a:lnTo>
                    <a:pt x="5143" y="1350"/>
                  </a:lnTo>
                  <a:lnTo>
                    <a:pt x="5998" y="406"/>
                  </a:lnTo>
                  <a:lnTo>
                    <a:pt x="6214" y="0"/>
                  </a:lnTo>
                  <a:lnTo>
                    <a:pt x="6359" y="72"/>
                  </a:lnTo>
                  <a:lnTo>
                    <a:pt x="6498" y="2810"/>
                  </a:lnTo>
                  <a:lnTo>
                    <a:pt x="6840" y="4438"/>
                  </a:lnTo>
                  <a:lnTo>
                    <a:pt x="6901" y="5283"/>
                  </a:lnTo>
                  <a:lnTo>
                    <a:pt x="5665" y="6677"/>
                  </a:lnTo>
                  <a:lnTo>
                    <a:pt x="4561" y="9860"/>
                  </a:lnTo>
                  <a:lnTo>
                    <a:pt x="2149" y="119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6"/>
            <p:cNvSpPr/>
            <p:nvPr/>
          </p:nvSpPr>
          <p:spPr>
            <a:xfrm>
              <a:off x="4599491" y="3942355"/>
              <a:ext cx="3379" cy="4997"/>
            </a:xfrm>
            <a:custGeom>
              <a:avLst/>
              <a:pathLst>
                <a:path w="3379" h="4997">
                  <a:moveTo>
                    <a:pt x="2052" y="4648"/>
                  </a:moveTo>
                  <a:lnTo>
                    <a:pt x="1477" y="4997"/>
                  </a:lnTo>
                  <a:lnTo>
                    <a:pt x="247" y="4140"/>
                  </a:lnTo>
                  <a:lnTo>
                    <a:pt x="0" y="3624"/>
                  </a:lnTo>
                  <a:lnTo>
                    <a:pt x="1054" y="2198"/>
                  </a:lnTo>
                  <a:lnTo>
                    <a:pt x="1867" y="173"/>
                  </a:lnTo>
                  <a:lnTo>
                    <a:pt x="2817" y="0"/>
                  </a:lnTo>
                  <a:lnTo>
                    <a:pt x="3379" y="412"/>
                  </a:lnTo>
                  <a:lnTo>
                    <a:pt x="3183" y="28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7"/>
            <p:cNvSpPr/>
            <p:nvPr/>
          </p:nvSpPr>
          <p:spPr>
            <a:xfrm>
              <a:off x="4618144" y="3933696"/>
              <a:ext cx="1970" cy="5837"/>
            </a:xfrm>
            <a:custGeom>
              <a:avLst/>
              <a:pathLst>
                <a:path w="1970" h="5837">
                  <a:moveTo>
                    <a:pt x="1042" y="4807"/>
                  </a:moveTo>
                  <a:lnTo>
                    <a:pt x="4" y="5837"/>
                  </a:lnTo>
                  <a:lnTo>
                    <a:pt x="0" y="3670"/>
                  </a:lnTo>
                  <a:lnTo>
                    <a:pt x="802" y="929"/>
                  </a:lnTo>
                  <a:lnTo>
                    <a:pt x="1532" y="0"/>
                  </a:lnTo>
                  <a:lnTo>
                    <a:pt x="1937" y="1093"/>
                  </a:lnTo>
                  <a:lnTo>
                    <a:pt x="1970" y="1595"/>
                  </a:lnTo>
                  <a:lnTo>
                    <a:pt x="914" y="257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8"/>
            <p:cNvSpPr/>
            <p:nvPr/>
          </p:nvSpPr>
          <p:spPr>
            <a:xfrm>
              <a:off x="4567891" y="3908919"/>
              <a:ext cx="21564" cy="29329"/>
            </a:xfrm>
            <a:custGeom>
              <a:avLst/>
              <a:pathLst>
                <a:path w="21564" h="29329">
                  <a:moveTo>
                    <a:pt x="12126" y="2164"/>
                  </a:moveTo>
                  <a:lnTo>
                    <a:pt x="12645" y="3494"/>
                  </a:lnTo>
                  <a:lnTo>
                    <a:pt x="14526" y="6054"/>
                  </a:lnTo>
                  <a:lnTo>
                    <a:pt x="14836" y="7133"/>
                  </a:lnTo>
                  <a:lnTo>
                    <a:pt x="14954" y="8913"/>
                  </a:lnTo>
                  <a:lnTo>
                    <a:pt x="15332" y="10235"/>
                  </a:lnTo>
                  <a:lnTo>
                    <a:pt x="16179" y="10437"/>
                  </a:lnTo>
                  <a:lnTo>
                    <a:pt x="17087" y="10169"/>
                  </a:lnTo>
                  <a:lnTo>
                    <a:pt x="17779" y="11008"/>
                  </a:lnTo>
                  <a:lnTo>
                    <a:pt x="18375" y="12339"/>
                  </a:lnTo>
                  <a:lnTo>
                    <a:pt x="19262" y="14921"/>
                  </a:lnTo>
                  <a:lnTo>
                    <a:pt x="20042" y="17778"/>
                  </a:lnTo>
                  <a:lnTo>
                    <a:pt x="21010" y="19371"/>
                  </a:lnTo>
                  <a:lnTo>
                    <a:pt x="21564" y="21749"/>
                  </a:lnTo>
                  <a:lnTo>
                    <a:pt x="21237" y="23847"/>
                  </a:lnTo>
                  <a:lnTo>
                    <a:pt x="20015" y="26747"/>
                  </a:lnTo>
                  <a:lnTo>
                    <a:pt x="19352" y="27376"/>
                  </a:lnTo>
                  <a:lnTo>
                    <a:pt x="18446" y="27604"/>
                  </a:lnTo>
                  <a:lnTo>
                    <a:pt x="17036" y="29329"/>
                  </a:lnTo>
                  <a:lnTo>
                    <a:pt x="16522" y="28426"/>
                  </a:lnTo>
                  <a:lnTo>
                    <a:pt x="14922" y="27800"/>
                  </a:lnTo>
                  <a:lnTo>
                    <a:pt x="13648" y="26553"/>
                  </a:lnTo>
                  <a:lnTo>
                    <a:pt x="12580" y="24271"/>
                  </a:lnTo>
                  <a:lnTo>
                    <a:pt x="11964" y="21815"/>
                  </a:lnTo>
                  <a:lnTo>
                    <a:pt x="11184" y="19651"/>
                  </a:lnTo>
                  <a:lnTo>
                    <a:pt x="9827" y="18202"/>
                  </a:lnTo>
                  <a:lnTo>
                    <a:pt x="7391" y="13949"/>
                  </a:lnTo>
                  <a:lnTo>
                    <a:pt x="5886" y="13565"/>
                  </a:lnTo>
                  <a:lnTo>
                    <a:pt x="5267" y="13877"/>
                  </a:lnTo>
                  <a:lnTo>
                    <a:pt x="4646" y="13897"/>
                  </a:lnTo>
                  <a:lnTo>
                    <a:pt x="1457" y="11981"/>
                  </a:lnTo>
                  <a:lnTo>
                    <a:pt x="961" y="10861"/>
                  </a:lnTo>
                  <a:lnTo>
                    <a:pt x="570" y="9427"/>
                  </a:lnTo>
                  <a:lnTo>
                    <a:pt x="213" y="8019"/>
                  </a:lnTo>
                  <a:lnTo>
                    <a:pt x="0" y="6437"/>
                  </a:lnTo>
                  <a:lnTo>
                    <a:pt x="406" y="5041"/>
                  </a:lnTo>
                  <a:lnTo>
                    <a:pt x="836" y="4100"/>
                  </a:lnTo>
                  <a:lnTo>
                    <a:pt x="2610" y="2452"/>
                  </a:lnTo>
                  <a:lnTo>
                    <a:pt x="3879" y="1942"/>
                  </a:lnTo>
                  <a:lnTo>
                    <a:pt x="5352" y="2019"/>
                  </a:lnTo>
                  <a:lnTo>
                    <a:pt x="7548" y="1506"/>
                  </a:lnTo>
                  <a:lnTo>
                    <a:pt x="9624" y="2334"/>
                  </a:lnTo>
                  <a:lnTo>
                    <a:pt x="10264" y="1716"/>
                  </a:lnTo>
                  <a:lnTo>
                    <a:pt x="11315" y="0"/>
                  </a:lnTo>
                  <a:lnTo>
                    <a:pt x="11681" y="59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699"/>
            <p:cNvSpPr/>
            <p:nvPr/>
          </p:nvSpPr>
          <p:spPr>
            <a:xfrm>
              <a:off x="4621179" y="3898312"/>
              <a:ext cx="17954" cy="41507"/>
            </a:xfrm>
            <a:custGeom>
              <a:avLst/>
              <a:pathLst>
                <a:path w="17954" h="41507">
                  <a:moveTo>
                    <a:pt x="17019" y="16826"/>
                  </a:moveTo>
                  <a:lnTo>
                    <a:pt x="16211" y="18404"/>
                  </a:lnTo>
                  <a:lnTo>
                    <a:pt x="15810" y="21368"/>
                  </a:lnTo>
                  <a:lnTo>
                    <a:pt x="14414" y="24149"/>
                  </a:lnTo>
                  <a:lnTo>
                    <a:pt x="12879" y="28712"/>
                  </a:lnTo>
                  <a:lnTo>
                    <a:pt x="11653" y="31040"/>
                  </a:lnTo>
                  <a:lnTo>
                    <a:pt x="10575" y="33793"/>
                  </a:lnTo>
                  <a:lnTo>
                    <a:pt x="9646" y="35640"/>
                  </a:lnTo>
                  <a:lnTo>
                    <a:pt x="8487" y="36266"/>
                  </a:lnTo>
                  <a:lnTo>
                    <a:pt x="6752" y="36665"/>
                  </a:lnTo>
                  <a:lnTo>
                    <a:pt x="4394" y="39960"/>
                  </a:lnTo>
                  <a:lnTo>
                    <a:pt x="3088" y="41400"/>
                  </a:lnTo>
                  <a:lnTo>
                    <a:pt x="1818" y="41507"/>
                  </a:lnTo>
                  <a:lnTo>
                    <a:pt x="631" y="40436"/>
                  </a:lnTo>
                  <a:lnTo>
                    <a:pt x="178" y="39230"/>
                  </a:lnTo>
                  <a:lnTo>
                    <a:pt x="285" y="37602"/>
                  </a:lnTo>
                  <a:lnTo>
                    <a:pt x="678" y="36206"/>
                  </a:lnTo>
                  <a:lnTo>
                    <a:pt x="1160" y="35054"/>
                  </a:lnTo>
                  <a:lnTo>
                    <a:pt x="1463" y="33571"/>
                  </a:lnTo>
                  <a:lnTo>
                    <a:pt x="116" y="31695"/>
                  </a:lnTo>
                  <a:lnTo>
                    <a:pt x="0" y="30267"/>
                  </a:lnTo>
                  <a:lnTo>
                    <a:pt x="534" y="26464"/>
                  </a:lnTo>
                  <a:lnTo>
                    <a:pt x="881" y="22539"/>
                  </a:lnTo>
                  <a:lnTo>
                    <a:pt x="1382" y="19867"/>
                  </a:lnTo>
                  <a:lnTo>
                    <a:pt x="3308" y="15089"/>
                  </a:lnTo>
                  <a:lnTo>
                    <a:pt x="4463" y="12719"/>
                  </a:lnTo>
                  <a:lnTo>
                    <a:pt x="5144" y="11793"/>
                  </a:lnTo>
                  <a:lnTo>
                    <a:pt x="5330" y="12792"/>
                  </a:lnTo>
                  <a:lnTo>
                    <a:pt x="5764" y="14004"/>
                  </a:lnTo>
                  <a:lnTo>
                    <a:pt x="6056" y="14203"/>
                  </a:lnTo>
                  <a:lnTo>
                    <a:pt x="6275" y="13929"/>
                  </a:lnTo>
                  <a:lnTo>
                    <a:pt x="7975" y="14344"/>
                  </a:lnTo>
                  <a:lnTo>
                    <a:pt x="8401" y="13926"/>
                  </a:lnTo>
                  <a:lnTo>
                    <a:pt x="9050" y="12038"/>
                  </a:lnTo>
                  <a:lnTo>
                    <a:pt x="9479" y="10988"/>
                  </a:lnTo>
                  <a:lnTo>
                    <a:pt x="9770" y="8749"/>
                  </a:lnTo>
                  <a:lnTo>
                    <a:pt x="9841" y="7323"/>
                  </a:lnTo>
                  <a:lnTo>
                    <a:pt x="11349" y="6290"/>
                  </a:lnTo>
                  <a:lnTo>
                    <a:pt x="12159" y="5147"/>
                  </a:lnTo>
                  <a:lnTo>
                    <a:pt x="12876" y="3526"/>
                  </a:lnTo>
                  <a:lnTo>
                    <a:pt x="14966" y="767"/>
                  </a:lnTo>
                  <a:lnTo>
                    <a:pt x="15340" y="0"/>
                  </a:lnTo>
                  <a:lnTo>
                    <a:pt x="15257" y="2631"/>
                  </a:lnTo>
                  <a:lnTo>
                    <a:pt x="15507" y="3278"/>
                  </a:lnTo>
                  <a:lnTo>
                    <a:pt x="15927" y="3598"/>
                  </a:lnTo>
                  <a:lnTo>
                    <a:pt x="17390" y="1817"/>
                  </a:lnTo>
                  <a:lnTo>
                    <a:pt x="17666" y="2155"/>
                  </a:lnTo>
                  <a:lnTo>
                    <a:pt x="17949" y="2957"/>
                  </a:lnTo>
                  <a:lnTo>
                    <a:pt x="17954" y="5332"/>
                  </a:lnTo>
                  <a:lnTo>
                    <a:pt x="17391" y="7309"/>
                  </a:lnTo>
                  <a:lnTo>
                    <a:pt x="15976" y="7459"/>
                  </a:lnTo>
                  <a:lnTo>
                    <a:pt x="15776" y="8016"/>
                  </a:lnTo>
                  <a:lnTo>
                    <a:pt x="15758" y="9225"/>
                  </a:lnTo>
                  <a:lnTo>
                    <a:pt x="15869" y="10394"/>
                  </a:lnTo>
                  <a:lnTo>
                    <a:pt x="16200" y="11331"/>
                  </a:lnTo>
                  <a:lnTo>
                    <a:pt x="16621" y="129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0"/>
            <p:cNvSpPr/>
            <p:nvPr/>
          </p:nvSpPr>
          <p:spPr>
            <a:xfrm>
              <a:off x="4527862" y="3890258"/>
              <a:ext cx="1528" cy="3967"/>
            </a:xfrm>
            <a:custGeom>
              <a:avLst/>
              <a:pathLst>
                <a:path w="1528" h="3967">
                  <a:moveTo>
                    <a:pt x="1490" y="2952"/>
                  </a:moveTo>
                  <a:lnTo>
                    <a:pt x="1167" y="3967"/>
                  </a:lnTo>
                  <a:lnTo>
                    <a:pt x="234" y="2155"/>
                  </a:lnTo>
                  <a:lnTo>
                    <a:pt x="0" y="1344"/>
                  </a:lnTo>
                  <a:lnTo>
                    <a:pt x="692" y="161"/>
                  </a:lnTo>
                  <a:lnTo>
                    <a:pt x="931" y="0"/>
                  </a:lnTo>
                  <a:lnTo>
                    <a:pt x="1528" y="127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1"/>
            <p:cNvSpPr/>
            <p:nvPr/>
          </p:nvSpPr>
          <p:spPr>
            <a:xfrm>
              <a:off x="4613106" y="3883459"/>
              <a:ext cx="3053" cy="4850"/>
            </a:xfrm>
            <a:custGeom>
              <a:avLst/>
              <a:pathLst>
                <a:path w="3053" h="4850">
                  <a:moveTo>
                    <a:pt x="1030" y="3113"/>
                  </a:moveTo>
                  <a:lnTo>
                    <a:pt x="664" y="4850"/>
                  </a:lnTo>
                  <a:lnTo>
                    <a:pt x="0" y="4357"/>
                  </a:lnTo>
                  <a:lnTo>
                    <a:pt x="180" y="2683"/>
                  </a:lnTo>
                  <a:lnTo>
                    <a:pt x="518" y="1691"/>
                  </a:lnTo>
                  <a:lnTo>
                    <a:pt x="1412" y="251"/>
                  </a:lnTo>
                  <a:lnTo>
                    <a:pt x="2320" y="0"/>
                  </a:lnTo>
                  <a:lnTo>
                    <a:pt x="2878" y="505"/>
                  </a:lnTo>
                  <a:lnTo>
                    <a:pt x="3053" y="1061"/>
                  </a:lnTo>
                  <a:lnTo>
                    <a:pt x="1637" y="162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2"/>
            <p:cNvSpPr/>
            <p:nvPr/>
          </p:nvSpPr>
          <p:spPr>
            <a:xfrm>
              <a:off x="4572726" y="3883145"/>
              <a:ext cx="2052" cy="9493"/>
            </a:xfrm>
            <a:custGeom>
              <a:avLst/>
              <a:pathLst>
                <a:path w="2052" h="9493">
                  <a:moveTo>
                    <a:pt x="980" y="9213"/>
                  </a:moveTo>
                  <a:lnTo>
                    <a:pt x="529" y="9493"/>
                  </a:lnTo>
                  <a:lnTo>
                    <a:pt x="76" y="9066"/>
                  </a:lnTo>
                  <a:lnTo>
                    <a:pt x="261" y="6437"/>
                  </a:lnTo>
                  <a:lnTo>
                    <a:pt x="0" y="4648"/>
                  </a:lnTo>
                  <a:lnTo>
                    <a:pt x="471" y="3246"/>
                  </a:lnTo>
                  <a:lnTo>
                    <a:pt x="590" y="761"/>
                  </a:lnTo>
                  <a:lnTo>
                    <a:pt x="777" y="0"/>
                  </a:lnTo>
                  <a:lnTo>
                    <a:pt x="1054" y="781"/>
                  </a:lnTo>
                  <a:lnTo>
                    <a:pt x="1183" y="1292"/>
                  </a:lnTo>
                  <a:lnTo>
                    <a:pt x="1418" y="1532"/>
                  </a:lnTo>
                  <a:lnTo>
                    <a:pt x="1934" y="1578"/>
                  </a:lnTo>
                  <a:lnTo>
                    <a:pt x="2052" y="2649"/>
                  </a:lnTo>
                  <a:lnTo>
                    <a:pt x="2031" y="3670"/>
                  </a:lnTo>
                  <a:lnTo>
                    <a:pt x="1811" y="4732"/>
                  </a:lnTo>
                  <a:lnTo>
                    <a:pt x="1195" y="5880"/>
                  </a:lnTo>
                  <a:lnTo>
                    <a:pt x="749" y="716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3"/>
            <p:cNvSpPr/>
            <p:nvPr/>
          </p:nvSpPr>
          <p:spPr>
            <a:xfrm>
              <a:off x="4614685" y="3877420"/>
              <a:ext cx="3579" cy="4821"/>
            </a:xfrm>
            <a:custGeom>
              <a:avLst/>
              <a:pathLst>
                <a:path w="3579" h="4821">
                  <a:moveTo>
                    <a:pt x="3365" y="3526"/>
                  </a:moveTo>
                  <a:lnTo>
                    <a:pt x="3133" y="4821"/>
                  </a:lnTo>
                  <a:lnTo>
                    <a:pt x="0" y="4729"/>
                  </a:lnTo>
                  <a:lnTo>
                    <a:pt x="87" y="3024"/>
                  </a:lnTo>
                  <a:lnTo>
                    <a:pt x="958" y="1162"/>
                  </a:lnTo>
                  <a:lnTo>
                    <a:pt x="1248" y="542"/>
                  </a:lnTo>
                  <a:lnTo>
                    <a:pt x="2210" y="0"/>
                  </a:lnTo>
                  <a:lnTo>
                    <a:pt x="3579" y="9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4"/>
            <p:cNvSpPr/>
            <p:nvPr/>
          </p:nvSpPr>
          <p:spPr>
            <a:xfrm>
              <a:off x="4532199" y="3876496"/>
              <a:ext cx="10089" cy="21417"/>
            </a:xfrm>
            <a:custGeom>
              <a:avLst/>
              <a:pathLst>
                <a:path w="10089" h="21417">
                  <a:moveTo>
                    <a:pt x="9016" y="12105"/>
                  </a:moveTo>
                  <a:lnTo>
                    <a:pt x="7559" y="18225"/>
                  </a:lnTo>
                  <a:lnTo>
                    <a:pt x="8079" y="19212"/>
                  </a:lnTo>
                  <a:lnTo>
                    <a:pt x="8391" y="20150"/>
                  </a:lnTo>
                  <a:lnTo>
                    <a:pt x="5983" y="21417"/>
                  </a:lnTo>
                  <a:lnTo>
                    <a:pt x="4977" y="20742"/>
                  </a:lnTo>
                  <a:lnTo>
                    <a:pt x="4396" y="20918"/>
                  </a:lnTo>
                  <a:lnTo>
                    <a:pt x="1949" y="19766"/>
                  </a:lnTo>
                  <a:lnTo>
                    <a:pt x="198" y="18361"/>
                  </a:lnTo>
                  <a:lnTo>
                    <a:pt x="0" y="17247"/>
                  </a:lnTo>
                  <a:lnTo>
                    <a:pt x="138" y="15914"/>
                  </a:lnTo>
                  <a:lnTo>
                    <a:pt x="657" y="16364"/>
                  </a:lnTo>
                  <a:lnTo>
                    <a:pt x="2005" y="16578"/>
                  </a:lnTo>
                  <a:lnTo>
                    <a:pt x="2521" y="15977"/>
                  </a:lnTo>
                  <a:lnTo>
                    <a:pt x="2536" y="12030"/>
                  </a:lnTo>
                  <a:lnTo>
                    <a:pt x="2345" y="6890"/>
                  </a:lnTo>
                  <a:lnTo>
                    <a:pt x="4171" y="2689"/>
                  </a:lnTo>
                  <a:lnTo>
                    <a:pt x="5143" y="998"/>
                  </a:lnTo>
                  <a:lnTo>
                    <a:pt x="6263" y="0"/>
                  </a:lnTo>
                  <a:lnTo>
                    <a:pt x="9087" y="2320"/>
                  </a:lnTo>
                  <a:lnTo>
                    <a:pt x="9553" y="2951"/>
                  </a:lnTo>
                  <a:lnTo>
                    <a:pt x="9915" y="3895"/>
                  </a:lnTo>
                  <a:lnTo>
                    <a:pt x="10089" y="539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5"/>
            <p:cNvSpPr/>
            <p:nvPr/>
          </p:nvSpPr>
          <p:spPr>
            <a:xfrm>
              <a:off x="4625074" y="3876424"/>
              <a:ext cx="4335" cy="10339"/>
            </a:xfrm>
            <a:custGeom>
              <a:avLst/>
              <a:pathLst>
                <a:path w="4335" h="10339">
                  <a:moveTo>
                    <a:pt x="4130" y="3774"/>
                  </a:moveTo>
                  <a:lnTo>
                    <a:pt x="3429" y="5601"/>
                  </a:lnTo>
                  <a:lnTo>
                    <a:pt x="2953" y="8775"/>
                  </a:lnTo>
                  <a:lnTo>
                    <a:pt x="2519" y="9741"/>
                  </a:lnTo>
                  <a:lnTo>
                    <a:pt x="1588" y="10339"/>
                  </a:lnTo>
                  <a:lnTo>
                    <a:pt x="1030" y="7153"/>
                  </a:lnTo>
                  <a:lnTo>
                    <a:pt x="0" y="7303"/>
                  </a:lnTo>
                  <a:lnTo>
                    <a:pt x="503" y="4501"/>
                  </a:lnTo>
                  <a:lnTo>
                    <a:pt x="990" y="3454"/>
                  </a:lnTo>
                  <a:lnTo>
                    <a:pt x="1622" y="3428"/>
                  </a:lnTo>
                  <a:lnTo>
                    <a:pt x="1934" y="4562"/>
                  </a:lnTo>
                  <a:lnTo>
                    <a:pt x="2103" y="4801"/>
                  </a:lnTo>
                  <a:lnTo>
                    <a:pt x="3588" y="49"/>
                  </a:lnTo>
                  <a:lnTo>
                    <a:pt x="3888" y="0"/>
                  </a:lnTo>
                  <a:lnTo>
                    <a:pt x="4135" y="204"/>
                  </a:lnTo>
                  <a:lnTo>
                    <a:pt x="4335" y="79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6"/>
            <p:cNvSpPr/>
            <p:nvPr/>
          </p:nvSpPr>
          <p:spPr>
            <a:xfrm>
              <a:off x="4617045" y="3876089"/>
              <a:ext cx="7994" cy="11707"/>
            </a:xfrm>
            <a:custGeom>
              <a:avLst/>
              <a:pathLst>
                <a:path w="7994" h="11707">
                  <a:moveTo>
                    <a:pt x="7994" y="2423"/>
                  </a:moveTo>
                  <a:lnTo>
                    <a:pt x="6373" y="3226"/>
                  </a:lnTo>
                  <a:lnTo>
                    <a:pt x="5383" y="6914"/>
                  </a:lnTo>
                  <a:lnTo>
                    <a:pt x="4593" y="6856"/>
                  </a:lnTo>
                  <a:lnTo>
                    <a:pt x="4160" y="8495"/>
                  </a:lnTo>
                  <a:lnTo>
                    <a:pt x="4057" y="9196"/>
                  </a:lnTo>
                  <a:lnTo>
                    <a:pt x="4117" y="9851"/>
                  </a:lnTo>
                  <a:lnTo>
                    <a:pt x="4028" y="10474"/>
                  </a:lnTo>
                  <a:lnTo>
                    <a:pt x="3716" y="11121"/>
                  </a:lnTo>
                  <a:lnTo>
                    <a:pt x="2975" y="10102"/>
                  </a:lnTo>
                  <a:lnTo>
                    <a:pt x="2344" y="11395"/>
                  </a:lnTo>
                  <a:lnTo>
                    <a:pt x="2079" y="11707"/>
                  </a:lnTo>
                  <a:lnTo>
                    <a:pt x="1149" y="10200"/>
                  </a:lnTo>
                  <a:lnTo>
                    <a:pt x="267" y="10287"/>
                  </a:lnTo>
                  <a:lnTo>
                    <a:pt x="0" y="10053"/>
                  </a:lnTo>
                  <a:lnTo>
                    <a:pt x="1092" y="7346"/>
                  </a:lnTo>
                  <a:lnTo>
                    <a:pt x="2583" y="4824"/>
                  </a:lnTo>
                  <a:lnTo>
                    <a:pt x="2828" y="3895"/>
                  </a:lnTo>
                  <a:lnTo>
                    <a:pt x="2245" y="3633"/>
                  </a:lnTo>
                  <a:lnTo>
                    <a:pt x="1896" y="3255"/>
                  </a:lnTo>
                  <a:lnTo>
                    <a:pt x="1854" y="2660"/>
                  </a:lnTo>
                  <a:lnTo>
                    <a:pt x="2798" y="2265"/>
                  </a:lnTo>
                  <a:lnTo>
                    <a:pt x="3451" y="2210"/>
                  </a:lnTo>
                  <a:lnTo>
                    <a:pt x="3948" y="2986"/>
                  </a:lnTo>
                  <a:lnTo>
                    <a:pt x="4263" y="2980"/>
                  </a:lnTo>
                  <a:lnTo>
                    <a:pt x="6282" y="0"/>
                  </a:lnTo>
                  <a:lnTo>
                    <a:pt x="7082" y="678"/>
                  </a:lnTo>
                  <a:lnTo>
                    <a:pt x="7664" y="144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7"/>
            <p:cNvSpPr/>
            <p:nvPr/>
          </p:nvSpPr>
          <p:spPr>
            <a:xfrm>
              <a:off x="4793502" y="3875587"/>
              <a:ext cx="3846" cy="6746"/>
            </a:xfrm>
            <a:custGeom>
              <a:avLst/>
              <a:pathLst>
                <a:path w="3846" h="6746">
                  <a:moveTo>
                    <a:pt x="3817" y="6359"/>
                  </a:moveTo>
                  <a:lnTo>
                    <a:pt x="3246" y="6746"/>
                  </a:lnTo>
                  <a:lnTo>
                    <a:pt x="355" y="5852"/>
                  </a:lnTo>
                  <a:lnTo>
                    <a:pt x="43" y="4634"/>
                  </a:lnTo>
                  <a:lnTo>
                    <a:pt x="0" y="4008"/>
                  </a:lnTo>
                  <a:lnTo>
                    <a:pt x="663" y="2807"/>
                  </a:lnTo>
                  <a:lnTo>
                    <a:pt x="1303" y="761"/>
                  </a:lnTo>
                  <a:lnTo>
                    <a:pt x="2293" y="0"/>
                  </a:lnTo>
                  <a:lnTo>
                    <a:pt x="2679" y="5"/>
                  </a:lnTo>
                  <a:lnTo>
                    <a:pt x="3846" y="484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8"/>
            <p:cNvSpPr/>
            <p:nvPr/>
          </p:nvSpPr>
          <p:spPr>
            <a:xfrm>
              <a:off x="4550897" y="3874843"/>
              <a:ext cx="2153" cy="6492"/>
            </a:xfrm>
            <a:custGeom>
              <a:avLst/>
              <a:pathLst>
                <a:path w="2153" h="6492">
                  <a:moveTo>
                    <a:pt x="854" y="6472"/>
                  </a:moveTo>
                  <a:lnTo>
                    <a:pt x="592" y="6492"/>
                  </a:lnTo>
                  <a:lnTo>
                    <a:pt x="95" y="5924"/>
                  </a:lnTo>
                  <a:lnTo>
                    <a:pt x="274" y="4692"/>
                  </a:lnTo>
                  <a:lnTo>
                    <a:pt x="0" y="2689"/>
                  </a:lnTo>
                  <a:lnTo>
                    <a:pt x="96" y="1038"/>
                  </a:lnTo>
                  <a:lnTo>
                    <a:pt x="736" y="109"/>
                  </a:lnTo>
                  <a:lnTo>
                    <a:pt x="2104" y="0"/>
                  </a:lnTo>
                  <a:lnTo>
                    <a:pt x="2153" y="12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09"/>
            <p:cNvSpPr/>
            <p:nvPr/>
          </p:nvSpPr>
          <p:spPr>
            <a:xfrm>
              <a:off x="4568606" y="3874574"/>
              <a:ext cx="1311" cy="2980"/>
            </a:xfrm>
            <a:custGeom>
              <a:avLst/>
              <a:pathLst>
                <a:path w="1311" h="2980">
                  <a:moveTo>
                    <a:pt x="609" y="2946"/>
                  </a:moveTo>
                  <a:lnTo>
                    <a:pt x="104" y="2980"/>
                  </a:lnTo>
                  <a:lnTo>
                    <a:pt x="0" y="1794"/>
                  </a:lnTo>
                  <a:lnTo>
                    <a:pt x="180" y="551"/>
                  </a:lnTo>
                  <a:lnTo>
                    <a:pt x="665" y="31"/>
                  </a:lnTo>
                  <a:lnTo>
                    <a:pt x="884" y="0"/>
                  </a:lnTo>
                  <a:lnTo>
                    <a:pt x="1236" y="1122"/>
                  </a:lnTo>
                  <a:lnTo>
                    <a:pt x="1311" y="1711"/>
                  </a:lnTo>
                  <a:lnTo>
                    <a:pt x="987" y="249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0"/>
            <p:cNvSpPr/>
            <p:nvPr/>
          </p:nvSpPr>
          <p:spPr>
            <a:xfrm>
              <a:off x="4629997" y="3874465"/>
              <a:ext cx="8932" cy="9135"/>
            </a:xfrm>
            <a:custGeom>
              <a:avLst/>
              <a:pathLst>
                <a:path w="8932" h="9135">
                  <a:moveTo>
                    <a:pt x="2532" y="158"/>
                  </a:moveTo>
                  <a:lnTo>
                    <a:pt x="2808" y="1959"/>
                  </a:lnTo>
                  <a:lnTo>
                    <a:pt x="3697" y="963"/>
                  </a:lnTo>
                  <a:lnTo>
                    <a:pt x="4565" y="712"/>
                  </a:lnTo>
                  <a:lnTo>
                    <a:pt x="6542" y="903"/>
                  </a:lnTo>
                  <a:lnTo>
                    <a:pt x="7994" y="1304"/>
                  </a:lnTo>
                  <a:lnTo>
                    <a:pt x="8850" y="2048"/>
                  </a:lnTo>
                  <a:lnTo>
                    <a:pt x="8932" y="5644"/>
                  </a:lnTo>
                  <a:lnTo>
                    <a:pt x="8529" y="6423"/>
                  </a:lnTo>
                  <a:lnTo>
                    <a:pt x="1020" y="9135"/>
                  </a:lnTo>
                  <a:lnTo>
                    <a:pt x="288" y="8264"/>
                  </a:lnTo>
                  <a:lnTo>
                    <a:pt x="0" y="7401"/>
                  </a:lnTo>
                  <a:lnTo>
                    <a:pt x="810" y="4738"/>
                  </a:lnTo>
                  <a:lnTo>
                    <a:pt x="437" y="3474"/>
                  </a:lnTo>
                  <a:lnTo>
                    <a:pt x="864" y="1411"/>
                  </a:lnTo>
                  <a:lnTo>
                    <a:pt x="176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1"/>
            <p:cNvSpPr/>
            <p:nvPr/>
          </p:nvSpPr>
          <p:spPr>
            <a:xfrm>
              <a:off x="4669478" y="3873383"/>
              <a:ext cx="3832" cy="4625"/>
            </a:xfrm>
            <a:custGeom>
              <a:avLst/>
              <a:pathLst>
                <a:path w="3832" h="4625">
                  <a:moveTo>
                    <a:pt x="428" y="0"/>
                  </a:moveTo>
                  <a:lnTo>
                    <a:pt x="2442" y="1188"/>
                  </a:lnTo>
                  <a:lnTo>
                    <a:pt x="3597" y="1064"/>
                  </a:lnTo>
                  <a:lnTo>
                    <a:pt x="3832" y="2123"/>
                  </a:lnTo>
                  <a:lnTo>
                    <a:pt x="2730" y="4625"/>
                  </a:lnTo>
                  <a:lnTo>
                    <a:pt x="399" y="2700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2"/>
            <p:cNvSpPr/>
            <p:nvPr/>
          </p:nvSpPr>
          <p:spPr>
            <a:xfrm>
              <a:off x="4577653" y="3873218"/>
              <a:ext cx="36813" cy="24885"/>
            </a:xfrm>
            <a:custGeom>
              <a:avLst/>
              <a:pathLst>
                <a:path w="36813" h="24885">
                  <a:moveTo>
                    <a:pt x="34246" y="15319"/>
                  </a:moveTo>
                  <a:lnTo>
                    <a:pt x="32619" y="16370"/>
                  </a:lnTo>
                  <a:lnTo>
                    <a:pt x="31610" y="17365"/>
                  </a:lnTo>
                  <a:lnTo>
                    <a:pt x="30647" y="18681"/>
                  </a:lnTo>
                  <a:lnTo>
                    <a:pt x="30038" y="18952"/>
                  </a:lnTo>
                  <a:lnTo>
                    <a:pt x="28936" y="19059"/>
                  </a:lnTo>
                  <a:lnTo>
                    <a:pt x="27374" y="18823"/>
                  </a:lnTo>
                  <a:lnTo>
                    <a:pt x="26320" y="19250"/>
                  </a:lnTo>
                  <a:lnTo>
                    <a:pt x="23380" y="22666"/>
                  </a:lnTo>
                  <a:lnTo>
                    <a:pt x="22224" y="22963"/>
                  </a:lnTo>
                  <a:lnTo>
                    <a:pt x="21224" y="23800"/>
                  </a:lnTo>
                  <a:lnTo>
                    <a:pt x="20878" y="22473"/>
                  </a:lnTo>
                  <a:lnTo>
                    <a:pt x="20455" y="21492"/>
                  </a:lnTo>
                  <a:lnTo>
                    <a:pt x="19478" y="21244"/>
                  </a:lnTo>
                  <a:lnTo>
                    <a:pt x="18500" y="21322"/>
                  </a:lnTo>
                  <a:lnTo>
                    <a:pt x="17507" y="24337"/>
                  </a:lnTo>
                  <a:lnTo>
                    <a:pt x="15924" y="23705"/>
                  </a:lnTo>
                  <a:lnTo>
                    <a:pt x="15311" y="23971"/>
                  </a:lnTo>
                  <a:lnTo>
                    <a:pt x="14719" y="24605"/>
                  </a:lnTo>
                  <a:lnTo>
                    <a:pt x="14134" y="24885"/>
                  </a:lnTo>
                  <a:lnTo>
                    <a:pt x="13519" y="24675"/>
                  </a:lnTo>
                  <a:lnTo>
                    <a:pt x="11207" y="22326"/>
                  </a:lnTo>
                  <a:lnTo>
                    <a:pt x="8555" y="20938"/>
                  </a:lnTo>
                  <a:lnTo>
                    <a:pt x="5897" y="21483"/>
                  </a:lnTo>
                  <a:lnTo>
                    <a:pt x="3611" y="20202"/>
                  </a:lnTo>
                  <a:lnTo>
                    <a:pt x="2359" y="21183"/>
                  </a:lnTo>
                  <a:lnTo>
                    <a:pt x="1177" y="22585"/>
                  </a:lnTo>
                  <a:lnTo>
                    <a:pt x="829" y="21108"/>
                  </a:lnTo>
                  <a:lnTo>
                    <a:pt x="395" y="19807"/>
                  </a:lnTo>
                  <a:lnTo>
                    <a:pt x="10" y="17859"/>
                  </a:lnTo>
                  <a:lnTo>
                    <a:pt x="0" y="15651"/>
                  </a:lnTo>
                  <a:lnTo>
                    <a:pt x="128" y="14102"/>
                  </a:lnTo>
                  <a:lnTo>
                    <a:pt x="467" y="12693"/>
                  </a:lnTo>
                  <a:lnTo>
                    <a:pt x="679" y="11225"/>
                  </a:lnTo>
                  <a:lnTo>
                    <a:pt x="779" y="9649"/>
                  </a:lnTo>
                  <a:lnTo>
                    <a:pt x="1279" y="10396"/>
                  </a:lnTo>
                  <a:lnTo>
                    <a:pt x="1803" y="10114"/>
                  </a:lnTo>
                  <a:lnTo>
                    <a:pt x="3362" y="8400"/>
                  </a:lnTo>
                  <a:lnTo>
                    <a:pt x="4880" y="5808"/>
                  </a:lnTo>
                  <a:lnTo>
                    <a:pt x="6295" y="4862"/>
                  </a:lnTo>
                  <a:lnTo>
                    <a:pt x="7110" y="4599"/>
                  </a:lnTo>
                  <a:lnTo>
                    <a:pt x="7808" y="5107"/>
                  </a:lnTo>
                  <a:lnTo>
                    <a:pt x="8517" y="4922"/>
                  </a:lnTo>
                  <a:lnTo>
                    <a:pt x="9243" y="4348"/>
                  </a:lnTo>
                  <a:lnTo>
                    <a:pt x="10386" y="6339"/>
                  </a:lnTo>
                  <a:lnTo>
                    <a:pt x="10867" y="6743"/>
                  </a:lnTo>
                  <a:lnTo>
                    <a:pt x="12418" y="6896"/>
                  </a:lnTo>
                  <a:lnTo>
                    <a:pt x="13828" y="8045"/>
                  </a:lnTo>
                  <a:lnTo>
                    <a:pt x="15088" y="9759"/>
                  </a:lnTo>
                  <a:lnTo>
                    <a:pt x="16912" y="11366"/>
                  </a:lnTo>
                  <a:lnTo>
                    <a:pt x="18009" y="13522"/>
                  </a:lnTo>
                  <a:lnTo>
                    <a:pt x="18844" y="14318"/>
                  </a:lnTo>
                  <a:lnTo>
                    <a:pt x="19464" y="14534"/>
                  </a:lnTo>
                  <a:lnTo>
                    <a:pt x="20034" y="14243"/>
                  </a:lnTo>
                  <a:lnTo>
                    <a:pt x="20752" y="12792"/>
                  </a:lnTo>
                  <a:lnTo>
                    <a:pt x="21593" y="12191"/>
                  </a:lnTo>
                  <a:lnTo>
                    <a:pt x="22326" y="12214"/>
                  </a:lnTo>
                  <a:lnTo>
                    <a:pt x="23658" y="11839"/>
                  </a:lnTo>
                  <a:lnTo>
                    <a:pt x="24220" y="11490"/>
                  </a:lnTo>
                  <a:lnTo>
                    <a:pt x="24851" y="10694"/>
                  </a:lnTo>
                  <a:lnTo>
                    <a:pt x="25468" y="11187"/>
                  </a:lnTo>
                  <a:lnTo>
                    <a:pt x="26008" y="11920"/>
                  </a:lnTo>
                  <a:lnTo>
                    <a:pt x="28264" y="15709"/>
                  </a:lnTo>
                  <a:lnTo>
                    <a:pt x="28956" y="15810"/>
                  </a:lnTo>
                  <a:lnTo>
                    <a:pt x="30225" y="14996"/>
                  </a:lnTo>
                  <a:lnTo>
                    <a:pt x="30606" y="13980"/>
                  </a:lnTo>
                  <a:lnTo>
                    <a:pt x="30802" y="12419"/>
                  </a:lnTo>
                  <a:lnTo>
                    <a:pt x="31149" y="11121"/>
                  </a:lnTo>
                  <a:lnTo>
                    <a:pt x="31633" y="9995"/>
                  </a:lnTo>
                  <a:lnTo>
                    <a:pt x="32182" y="9135"/>
                  </a:lnTo>
                  <a:lnTo>
                    <a:pt x="33867" y="7678"/>
                  </a:lnTo>
                  <a:lnTo>
                    <a:pt x="35024" y="6238"/>
                  </a:lnTo>
                  <a:lnTo>
                    <a:pt x="35814" y="3800"/>
                  </a:lnTo>
                  <a:lnTo>
                    <a:pt x="33966" y="2738"/>
                  </a:lnTo>
                  <a:lnTo>
                    <a:pt x="34355" y="983"/>
                  </a:lnTo>
                  <a:lnTo>
                    <a:pt x="34969" y="0"/>
                  </a:lnTo>
                  <a:lnTo>
                    <a:pt x="35789" y="363"/>
                  </a:lnTo>
                  <a:lnTo>
                    <a:pt x="36495" y="1734"/>
                  </a:lnTo>
                  <a:lnTo>
                    <a:pt x="36813" y="6968"/>
                  </a:lnTo>
                  <a:lnTo>
                    <a:pt x="36232" y="7707"/>
                  </a:lnTo>
                  <a:lnTo>
                    <a:pt x="35866" y="8501"/>
                  </a:lnTo>
                  <a:lnTo>
                    <a:pt x="35618" y="9545"/>
                  </a:lnTo>
                  <a:lnTo>
                    <a:pt x="34571" y="11461"/>
                  </a:lnTo>
                  <a:lnTo>
                    <a:pt x="34981" y="13856"/>
                  </a:lnTo>
                  <a:lnTo>
                    <a:pt x="34673" y="1484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3"/>
            <p:cNvSpPr/>
            <p:nvPr/>
          </p:nvSpPr>
          <p:spPr>
            <a:xfrm>
              <a:off x="4703875" y="3873160"/>
              <a:ext cx="4616" cy="7641"/>
            </a:xfrm>
            <a:custGeom>
              <a:avLst/>
              <a:pathLst>
                <a:path w="4616" h="7641">
                  <a:moveTo>
                    <a:pt x="1001" y="6720"/>
                  </a:moveTo>
                  <a:lnTo>
                    <a:pt x="0" y="7641"/>
                  </a:lnTo>
                  <a:lnTo>
                    <a:pt x="669" y="5303"/>
                  </a:lnTo>
                  <a:lnTo>
                    <a:pt x="2818" y="0"/>
                  </a:lnTo>
                  <a:lnTo>
                    <a:pt x="3592" y="981"/>
                  </a:lnTo>
                  <a:lnTo>
                    <a:pt x="4616" y="1165"/>
                  </a:lnTo>
                  <a:lnTo>
                    <a:pt x="3090" y="3566"/>
                  </a:lnTo>
                  <a:lnTo>
                    <a:pt x="1529" y="45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4"/>
            <p:cNvSpPr/>
            <p:nvPr/>
          </p:nvSpPr>
          <p:spPr>
            <a:xfrm>
              <a:off x="4542679" y="3873094"/>
              <a:ext cx="27178" cy="29843"/>
            </a:xfrm>
            <a:custGeom>
              <a:avLst/>
              <a:pathLst>
                <a:path w="27178" h="29843">
                  <a:moveTo>
                    <a:pt x="16967" y="6758"/>
                  </a:moveTo>
                  <a:lnTo>
                    <a:pt x="17543" y="7924"/>
                  </a:lnTo>
                  <a:lnTo>
                    <a:pt x="18066" y="7814"/>
                  </a:lnTo>
                  <a:lnTo>
                    <a:pt x="19163" y="6033"/>
                  </a:lnTo>
                  <a:lnTo>
                    <a:pt x="19824" y="5390"/>
                  </a:lnTo>
                  <a:lnTo>
                    <a:pt x="20532" y="5358"/>
                  </a:lnTo>
                  <a:lnTo>
                    <a:pt x="21220" y="5661"/>
                  </a:lnTo>
                  <a:lnTo>
                    <a:pt x="21895" y="6925"/>
                  </a:lnTo>
                  <a:lnTo>
                    <a:pt x="22139" y="8994"/>
                  </a:lnTo>
                  <a:lnTo>
                    <a:pt x="22393" y="9629"/>
                  </a:lnTo>
                  <a:lnTo>
                    <a:pt x="22790" y="7153"/>
                  </a:lnTo>
                  <a:lnTo>
                    <a:pt x="23318" y="6406"/>
                  </a:lnTo>
                  <a:lnTo>
                    <a:pt x="23910" y="6028"/>
                  </a:lnTo>
                  <a:lnTo>
                    <a:pt x="24836" y="6163"/>
                  </a:lnTo>
                  <a:lnTo>
                    <a:pt x="25545" y="7346"/>
                  </a:lnTo>
                  <a:lnTo>
                    <a:pt x="26190" y="10864"/>
                  </a:lnTo>
                  <a:lnTo>
                    <a:pt x="26170" y="13943"/>
                  </a:lnTo>
                  <a:lnTo>
                    <a:pt x="26405" y="15091"/>
                  </a:lnTo>
                  <a:lnTo>
                    <a:pt x="26849" y="15931"/>
                  </a:lnTo>
                  <a:lnTo>
                    <a:pt x="27178" y="17111"/>
                  </a:lnTo>
                  <a:lnTo>
                    <a:pt x="26885" y="18346"/>
                  </a:lnTo>
                  <a:lnTo>
                    <a:pt x="26594" y="18952"/>
                  </a:lnTo>
                  <a:lnTo>
                    <a:pt x="25758" y="19518"/>
                  </a:lnTo>
                  <a:lnTo>
                    <a:pt x="25358" y="19270"/>
                  </a:lnTo>
                  <a:lnTo>
                    <a:pt x="24988" y="18439"/>
                  </a:lnTo>
                  <a:lnTo>
                    <a:pt x="24573" y="18133"/>
                  </a:lnTo>
                  <a:lnTo>
                    <a:pt x="23628" y="18410"/>
                  </a:lnTo>
                  <a:lnTo>
                    <a:pt x="22762" y="19100"/>
                  </a:lnTo>
                  <a:lnTo>
                    <a:pt x="22881" y="20228"/>
                  </a:lnTo>
                  <a:lnTo>
                    <a:pt x="23592" y="20736"/>
                  </a:lnTo>
                  <a:lnTo>
                    <a:pt x="23807" y="21270"/>
                  </a:lnTo>
                  <a:lnTo>
                    <a:pt x="23759" y="21994"/>
                  </a:lnTo>
                  <a:lnTo>
                    <a:pt x="23480" y="22138"/>
                  </a:lnTo>
                  <a:lnTo>
                    <a:pt x="22555" y="21163"/>
                  </a:lnTo>
                  <a:lnTo>
                    <a:pt x="21930" y="21359"/>
                  </a:lnTo>
                  <a:lnTo>
                    <a:pt x="19686" y="22675"/>
                  </a:lnTo>
                  <a:lnTo>
                    <a:pt x="19091" y="22646"/>
                  </a:lnTo>
                  <a:lnTo>
                    <a:pt x="18756" y="21402"/>
                  </a:lnTo>
                  <a:lnTo>
                    <a:pt x="18780" y="18162"/>
                  </a:lnTo>
                  <a:lnTo>
                    <a:pt x="18538" y="17302"/>
                  </a:lnTo>
                  <a:lnTo>
                    <a:pt x="16870" y="21238"/>
                  </a:lnTo>
                  <a:lnTo>
                    <a:pt x="16363" y="22205"/>
                  </a:lnTo>
                  <a:lnTo>
                    <a:pt x="15691" y="22661"/>
                  </a:lnTo>
                  <a:lnTo>
                    <a:pt x="14991" y="22502"/>
                  </a:lnTo>
                  <a:lnTo>
                    <a:pt x="12581" y="24891"/>
                  </a:lnTo>
                  <a:lnTo>
                    <a:pt x="11823" y="24556"/>
                  </a:lnTo>
                  <a:lnTo>
                    <a:pt x="11089" y="24551"/>
                  </a:lnTo>
                  <a:lnTo>
                    <a:pt x="8515" y="27139"/>
                  </a:lnTo>
                  <a:lnTo>
                    <a:pt x="7134" y="27860"/>
                  </a:lnTo>
                  <a:lnTo>
                    <a:pt x="6426" y="27912"/>
                  </a:lnTo>
                  <a:lnTo>
                    <a:pt x="5720" y="27690"/>
                  </a:lnTo>
                  <a:lnTo>
                    <a:pt x="5089" y="27924"/>
                  </a:lnTo>
                  <a:lnTo>
                    <a:pt x="4525" y="28963"/>
                  </a:lnTo>
                  <a:lnTo>
                    <a:pt x="3375" y="29843"/>
                  </a:lnTo>
                  <a:lnTo>
                    <a:pt x="2189" y="29173"/>
                  </a:lnTo>
                  <a:lnTo>
                    <a:pt x="1186" y="28282"/>
                  </a:lnTo>
                  <a:lnTo>
                    <a:pt x="235" y="27104"/>
                  </a:lnTo>
                  <a:lnTo>
                    <a:pt x="0" y="25601"/>
                  </a:lnTo>
                  <a:lnTo>
                    <a:pt x="47" y="23795"/>
                  </a:lnTo>
                  <a:lnTo>
                    <a:pt x="448" y="21330"/>
                  </a:lnTo>
                  <a:lnTo>
                    <a:pt x="174" y="17008"/>
                  </a:lnTo>
                  <a:lnTo>
                    <a:pt x="383" y="15037"/>
                  </a:lnTo>
                  <a:lnTo>
                    <a:pt x="772" y="13100"/>
                  </a:lnTo>
                  <a:lnTo>
                    <a:pt x="1360" y="12388"/>
                  </a:lnTo>
                  <a:lnTo>
                    <a:pt x="2130" y="12243"/>
                  </a:lnTo>
                  <a:lnTo>
                    <a:pt x="3402" y="10500"/>
                  </a:lnTo>
                  <a:lnTo>
                    <a:pt x="4567" y="8218"/>
                  </a:lnTo>
                  <a:lnTo>
                    <a:pt x="5243" y="8434"/>
                  </a:lnTo>
                  <a:lnTo>
                    <a:pt x="6774" y="10030"/>
                  </a:lnTo>
                  <a:lnTo>
                    <a:pt x="7671" y="10221"/>
                  </a:lnTo>
                  <a:lnTo>
                    <a:pt x="9196" y="9967"/>
                  </a:lnTo>
                  <a:lnTo>
                    <a:pt x="9825" y="10948"/>
                  </a:lnTo>
                  <a:lnTo>
                    <a:pt x="10073" y="13193"/>
                  </a:lnTo>
                  <a:lnTo>
                    <a:pt x="10413" y="14012"/>
                  </a:lnTo>
                  <a:lnTo>
                    <a:pt x="10865" y="14584"/>
                  </a:lnTo>
                  <a:lnTo>
                    <a:pt x="11946" y="18381"/>
                  </a:lnTo>
                  <a:lnTo>
                    <a:pt x="12948" y="18182"/>
                  </a:lnTo>
                  <a:lnTo>
                    <a:pt x="13827" y="18880"/>
                  </a:lnTo>
                  <a:lnTo>
                    <a:pt x="15376" y="16583"/>
                  </a:lnTo>
                  <a:lnTo>
                    <a:pt x="16548" y="16638"/>
                  </a:lnTo>
                  <a:lnTo>
                    <a:pt x="16881" y="14858"/>
                  </a:lnTo>
                  <a:lnTo>
                    <a:pt x="16180" y="12956"/>
                  </a:lnTo>
                  <a:lnTo>
                    <a:pt x="15334" y="11409"/>
                  </a:lnTo>
                  <a:lnTo>
                    <a:pt x="14880" y="11086"/>
                  </a:lnTo>
                  <a:lnTo>
                    <a:pt x="14383" y="11179"/>
                  </a:lnTo>
                  <a:lnTo>
                    <a:pt x="13937" y="10927"/>
                  </a:lnTo>
                  <a:lnTo>
                    <a:pt x="12047" y="7476"/>
                  </a:lnTo>
                  <a:lnTo>
                    <a:pt x="11490" y="5612"/>
                  </a:lnTo>
                  <a:lnTo>
                    <a:pt x="11167" y="3413"/>
                  </a:lnTo>
                  <a:lnTo>
                    <a:pt x="11361" y="1786"/>
                  </a:lnTo>
                  <a:lnTo>
                    <a:pt x="12662" y="349"/>
                  </a:lnTo>
                  <a:lnTo>
                    <a:pt x="13268" y="0"/>
                  </a:lnTo>
                  <a:lnTo>
                    <a:pt x="15530" y="981"/>
                  </a:lnTo>
                  <a:lnTo>
                    <a:pt x="15912" y="1800"/>
                  </a:lnTo>
                  <a:lnTo>
                    <a:pt x="16512" y="52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5"/>
            <p:cNvSpPr/>
            <p:nvPr/>
          </p:nvSpPr>
          <p:spPr>
            <a:xfrm>
              <a:off x="4516206" y="3872404"/>
              <a:ext cx="14232" cy="23145"/>
            </a:xfrm>
            <a:custGeom>
              <a:avLst/>
              <a:pathLst>
                <a:path w="14232" h="23145">
                  <a:moveTo>
                    <a:pt x="11281" y="2643"/>
                  </a:moveTo>
                  <a:lnTo>
                    <a:pt x="12449" y="4213"/>
                  </a:lnTo>
                  <a:lnTo>
                    <a:pt x="14078" y="8801"/>
                  </a:lnTo>
                  <a:lnTo>
                    <a:pt x="14232" y="10088"/>
                  </a:lnTo>
                  <a:lnTo>
                    <a:pt x="13738" y="11303"/>
                  </a:lnTo>
                  <a:lnTo>
                    <a:pt x="12571" y="13250"/>
                  </a:lnTo>
                  <a:lnTo>
                    <a:pt x="9968" y="16251"/>
                  </a:lnTo>
                  <a:lnTo>
                    <a:pt x="9522" y="17668"/>
                  </a:lnTo>
                  <a:lnTo>
                    <a:pt x="8971" y="20441"/>
                  </a:lnTo>
                  <a:lnTo>
                    <a:pt x="8844" y="21625"/>
                  </a:lnTo>
                  <a:lnTo>
                    <a:pt x="8661" y="22274"/>
                  </a:lnTo>
                  <a:lnTo>
                    <a:pt x="8362" y="22744"/>
                  </a:lnTo>
                  <a:lnTo>
                    <a:pt x="7795" y="23145"/>
                  </a:lnTo>
                  <a:lnTo>
                    <a:pt x="7180" y="22565"/>
                  </a:lnTo>
                  <a:lnTo>
                    <a:pt x="7735" y="20779"/>
                  </a:lnTo>
                  <a:lnTo>
                    <a:pt x="7756" y="18649"/>
                  </a:lnTo>
                  <a:lnTo>
                    <a:pt x="7343" y="16658"/>
                  </a:lnTo>
                  <a:lnTo>
                    <a:pt x="6761" y="14990"/>
                  </a:lnTo>
                  <a:lnTo>
                    <a:pt x="5575" y="12725"/>
                  </a:lnTo>
                  <a:lnTo>
                    <a:pt x="4309" y="10720"/>
                  </a:lnTo>
                  <a:lnTo>
                    <a:pt x="3035" y="9698"/>
                  </a:lnTo>
                  <a:lnTo>
                    <a:pt x="1675" y="9236"/>
                  </a:lnTo>
                  <a:lnTo>
                    <a:pt x="1189" y="8264"/>
                  </a:lnTo>
                  <a:lnTo>
                    <a:pt x="393" y="5765"/>
                  </a:lnTo>
                  <a:lnTo>
                    <a:pt x="130" y="4403"/>
                  </a:lnTo>
                  <a:lnTo>
                    <a:pt x="0" y="2972"/>
                  </a:lnTo>
                  <a:lnTo>
                    <a:pt x="88" y="1587"/>
                  </a:lnTo>
                  <a:lnTo>
                    <a:pt x="422" y="1503"/>
                  </a:lnTo>
                  <a:lnTo>
                    <a:pt x="1754" y="1832"/>
                  </a:lnTo>
                  <a:lnTo>
                    <a:pt x="4205" y="3454"/>
                  </a:lnTo>
                  <a:lnTo>
                    <a:pt x="5419" y="3586"/>
                  </a:lnTo>
                  <a:lnTo>
                    <a:pt x="6105" y="3211"/>
                  </a:lnTo>
                  <a:lnTo>
                    <a:pt x="7899" y="0"/>
                  </a:lnTo>
                  <a:lnTo>
                    <a:pt x="8325" y="51"/>
                  </a:lnTo>
                  <a:lnTo>
                    <a:pt x="10042" y="146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6"/>
            <p:cNvSpPr/>
            <p:nvPr/>
          </p:nvSpPr>
          <p:spPr>
            <a:xfrm>
              <a:off x="4690257" y="3864400"/>
              <a:ext cx="2895" cy="7436"/>
            </a:xfrm>
            <a:custGeom>
              <a:avLst/>
              <a:pathLst>
                <a:path w="2895" h="7436">
                  <a:moveTo>
                    <a:pt x="2842" y="4720"/>
                  </a:moveTo>
                  <a:lnTo>
                    <a:pt x="2162" y="7436"/>
                  </a:lnTo>
                  <a:lnTo>
                    <a:pt x="1398" y="7266"/>
                  </a:lnTo>
                  <a:lnTo>
                    <a:pt x="0" y="3621"/>
                  </a:lnTo>
                  <a:lnTo>
                    <a:pt x="78" y="1079"/>
                  </a:lnTo>
                  <a:lnTo>
                    <a:pt x="196" y="253"/>
                  </a:lnTo>
                  <a:lnTo>
                    <a:pt x="731" y="0"/>
                  </a:lnTo>
                  <a:lnTo>
                    <a:pt x="2544" y="735"/>
                  </a:lnTo>
                  <a:lnTo>
                    <a:pt x="2895" y="279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7"/>
            <p:cNvSpPr/>
            <p:nvPr/>
          </p:nvSpPr>
          <p:spPr>
            <a:xfrm>
              <a:off x="4646600" y="3857809"/>
              <a:ext cx="11694" cy="12197"/>
            </a:xfrm>
            <a:custGeom>
              <a:avLst/>
              <a:pathLst>
                <a:path w="11694" h="12197">
                  <a:moveTo>
                    <a:pt x="11539" y="2839"/>
                  </a:moveTo>
                  <a:lnTo>
                    <a:pt x="11694" y="4276"/>
                  </a:lnTo>
                  <a:lnTo>
                    <a:pt x="11674" y="4908"/>
                  </a:lnTo>
                  <a:lnTo>
                    <a:pt x="10295" y="5370"/>
                  </a:lnTo>
                  <a:lnTo>
                    <a:pt x="8965" y="6968"/>
                  </a:lnTo>
                  <a:lnTo>
                    <a:pt x="8284" y="8809"/>
                  </a:lnTo>
                  <a:lnTo>
                    <a:pt x="7754" y="11187"/>
                  </a:lnTo>
                  <a:lnTo>
                    <a:pt x="5922" y="10220"/>
                  </a:lnTo>
                  <a:lnTo>
                    <a:pt x="4290" y="10062"/>
                  </a:lnTo>
                  <a:lnTo>
                    <a:pt x="3569" y="9225"/>
                  </a:lnTo>
                  <a:lnTo>
                    <a:pt x="2782" y="9280"/>
                  </a:lnTo>
                  <a:lnTo>
                    <a:pt x="1764" y="10021"/>
                  </a:lnTo>
                  <a:lnTo>
                    <a:pt x="321" y="12041"/>
                  </a:lnTo>
                  <a:lnTo>
                    <a:pt x="0" y="12197"/>
                  </a:lnTo>
                  <a:lnTo>
                    <a:pt x="116" y="9127"/>
                  </a:lnTo>
                  <a:lnTo>
                    <a:pt x="516" y="7237"/>
                  </a:lnTo>
                  <a:lnTo>
                    <a:pt x="2037" y="2706"/>
                  </a:lnTo>
                  <a:lnTo>
                    <a:pt x="3303" y="3710"/>
                  </a:lnTo>
                  <a:lnTo>
                    <a:pt x="4780" y="3987"/>
                  </a:lnTo>
                  <a:lnTo>
                    <a:pt x="6457" y="3102"/>
                  </a:lnTo>
                  <a:lnTo>
                    <a:pt x="7648" y="1064"/>
                  </a:lnTo>
                  <a:lnTo>
                    <a:pt x="9336" y="0"/>
                  </a:lnTo>
                  <a:lnTo>
                    <a:pt x="10680" y="26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8"/>
            <p:cNvSpPr/>
            <p:nvPr/>
          </p:nvSpPr>
          <p:spPr>
            <a:xfrm>
              <a:off x="4664518" y="3856066"/>
              <a:ext cx="1380" cy="3950"/>
            </a:xfrm>
            <a:custGeom>
              <a:avLst/>
              <a:pathLst>
                <a:path w="1380" h="3950">
                  <a:moveTo>
                    <a:pt x="738" y="3257"/>
                  </a:moveTo>
                  <a:lnTo>
                    <a:pt x="0" y="3950"/>
                  </a:lnTo>
                  <a:lnTo>
                    <a:pt x="226" y="1763"/>
                  </a:lnTo>
                  <a:lnTo>
                    <a:pt x="177" y="0"/>
                  </a:lnTo>
                  <a:lnTo>
                    <a:pt x="1380" y="539"/>
                  </a:lnTo>
                  <a:lnTo>
                    <a:pt x="1366" y="1942"/>
                  </a:lnTo>
                  <a:lnTo>
                    <a:pt x="1250" y="24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19"/>
            <p:cNvSpPr/>
            <p:nvPr/>
          </p:nvSpPr>
          <p:spPr>
            <a:xfrm>
              <a:off x="4782995" y="3852130"/>
              <a:ext cx="15405" cy="30498"/>
            </a:xfrm>
            <a:custGeom>
              <a:avLst/>
              <a:pathLst>
                <a:path w="15405" h="30498">
                  <a:moveTo>
                    <a:pt x="10184" y="26418"/>
                  </a:moveTo>
                  <a:lnTo>
                    <a:pt x="7433" y="30305"/>
                  </a:lnTo>
                  <a:lnTo>
                    <a:pt x="3825" y="29618"/>
                  </a:lnTo>
                  <a:lnTo>
                    <a:pt x="2548" y="29551"/>
                  </a:lnTo>
                  <a:lnTo>
                    <a:pt x="429" y="30498"/>
                  </a:lnTo>
                  <a:lnTo>
                    <a:pt x="0" y="29742"/>
                  </a:lnTo>
                  <a:lnTo>
                    <a:pt x="400" y="26080"/>
                  </a:lnTo>
                  <a:lnTo>
                    <a:pt x="2095" y="16329"/>
                  </a:lnTo>
                  <a:lnTo>
                    <a:pt x="4109" y="7742"/>
                  </a:lnTo>
                  <a:lnTo>
                    <a:pt x="4965" y="5514"/>
                  </a:lnTo>
                  <a:lnTo>
                    <a:pt x="6156" y="3419"/>
                  </a:lnTo>
                  <a:lnTo>
                    <a:pt x="7424" y="1740"/>
                  </a:lnTo>
                  <a:lnTo>
                    <a:pt x="10281" y="0"/>
                  </a:lnTo>
                  <a:lnTo>
                    <a:pt x="12882" y="320"/>
                  </a:lnTo>
                  <a:lnTo>
                    <a:pt x="13252" y="1035"/>
                  </a:lnTo>
                  <a:lnTo>
                    <a:pt x="14373" y="3901"/>
                  </a:lnTo>
                  <a:lnTo>
                    <a:pt x="15100" y="6157"/>
                  </a:lnTo>
                  <a:lnTo>
                    <a:pt x="15405" y="9352"/>
                  </a:lnTo>
                  <a:lnTo>
                    <a:pt x="14299" y="14849"/>
                  </a:lnTo>
                  <a:lnTo>
                    <a:pt x="13067" y="20078"/>
                  </a:lnTo>
                  <a:lnTo>
                    <a:pt x="11063" y="2419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0"/>
            <p:cNvSpPr/>
            <p:nvPr/>
          </p:nvSpPr>
          <p:spPr>
            <a:xfrm>
              <a:off x="4707461" y="3844246"/>
              <a:ext cx="7472" cy="26536"/>
            </a:xfrm>
            <a:custGeom>
              <a:avLst/>
              <a:pathLst>
                <a:path w="7472" h="26536">
                  <a:moveTo>
                    <a:pt x="2747" y="26201"/>
                  </a:moveTo>
                  <a:lnTo>
                    <a:pt x="2559" y="26536"/>
                  </a:lnTo>
                  <a:lnTo>
                    <a:pt x="1129" y="26152"/>
                  </a:lnTo>
                  <a:lnTo>
                    <a:pt x="310" y="26138"/>
                  </a:lnTo>
                  <a:lnTo>
                    <a:pt x="421" y="23907"/>
                  </a:lnTo>
                  <a:lnTo>
                    <a:pt x="0" y="22228"/>
                  </a:lnTo>
                  <a:lnTo>
                    <a:pt x="575" y="19766"/>
                  </a:lnTo>
                  <a:lnTo>
                    <a:pt x="586" y="16904"/>
                  </a:lnTo>
                  <a:lnTo>
                    <a:pt x="1187" y="16520"/>
                  </a:lnTo>
                  <a:lnTo>
                    <a:pt x="1272" y="14889"/>
                  </a:lnTo>
                  <a:lnTo>
                    <a:pt x="1993" y="10570"/>
                  </a:lnTo>
                  <a:lnTo>
                    <a:pt x="2417" y="9612"/>
                  </a:lnTo>
                  <a:lnTo>
                    <a:pt x="3019" y="9236"/>
                  </a:lnTo>
                  <a:lnTo>
                    <a:pt x="3731" y="6717"/>
                  </a:lnTo>
                  <a:lnTo>
                    <a:pt x="4135" y="5984"/>
                  </a:lnTo>
                  <a:lnTo>
                    <a:pt x="4554" y="4074"/>
                  </a:lnTo>
                  <a:lnTo>
                    <a:pt x="5160" y="3185"/>
                  </a:lnTo>
                  <a:lnTo>
                    <a:pt x="5110" y="1546"/>
                  </a:lnTo>
                  <a:lnTo>
                    <a:pt x="5453" y="678"/>
                  </a:lnTo>
                  <a:lnTo>
                    <a:pt x="6405" y="0"/>
                  </a:lnTo>
                  <a:lnTo>
                    <a:pt x="7065" y="810"/>
                  </a:lnTo>
                  <a:lnTo>
                    <a:pt x="7472" y="2490"/>
                  </a:lnTo>
                  <a:lnTo>
                    <a:pt x="6410" y="4553"/>
                  </a:lnTo>
                  <a:lnTo>
                    <a:pt x="6954" y="9635"/>
                  </a:lnTo>
                  <a:lnTo>
                    <a:pt x="6186" y="15169"/>
                  </a:lnTo>
                  <a:lnTo>
                    <a:pt x="5678" y="16826"/>
                  </a:lnTo>
                  <a:lnTo>
                    <a:pt x="4736" y="18257"/>
                  </a:lnTo>
                  <a:lnTo>
                    <a:pt x="4450" y="19616"/>
                  </a:lnTo>
                  <a:lnTo>
                    <a:pt x="3339" y="22349"/>
                  </a:lnTo>
                  <a:lnTo>
                    <a:pt x="3002" y="24680"/>
                  </a:lnTo>
                  <a:lnTo>
                    <a:pt x="2953" y="2566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1"/>
            <p:cNvSpPr/>
            <p:nvPr/>
          </p:nvSpPr>
          <p:spPr>
            <a:xfrm>
              <a:off x="4715102" y="3844001"/>
              <a:ext cx="2661" cy="4339"/>
            </a:xfrm>
            <a:custGeom>
              <a:avLst/>
              <a:pathLst>
                <a:path w="2661" h="4339">
                  <a:moveTo>
                    <a:pt x="2661" y="2882"/>
                  </a:moveTo>
                  <a:lnTo>
                    <a:pt x="2517" y="4339"/>
                  </a:lnTo>
                  <a:lnTo>
                    <a:pt x="2026" y="3560"/>
                  </a:lnTo>
                  <a:lnTo>
                    <a:pt x="1538" y="1861"/>
                  </a:lnTo>
                  <a:lnTo>
                    <a:pt x="829" y="1615"/>
                  </a:lnTo>
                  <a:lnTo>
                    <a:pt x="308" y="1165"/>
                  </a:lnTo>
                  <a:lnTo>
                    <a:pt x="0" y="363"/>
                  </a:lnTo>
                  <a:lnTo>
                    <a:pt x="197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2"/>
            <p:cNvSpPr/>
            <p:nvPr/>
          </p:nvSpPr>
          <p:spPr>
            <a:xfrm>
              <a:off x="4514264" y="3843083"/>
              <a:ext cx="1309" cy="2946"/>
            </a:xfrm>
            <a:custGeom>
              <a:avLst/>
              <a:pathLst>
                <a:path w="1309" h="2946">
                  <a:moveTo>
                    <a:pt x="1309" y="1774"/>
                  </a:moveTo>
                  <a:lnTo>
                    <a:pt x="1137" y="2946"/>
                  </a:lnTo>
                  <a:lnTo>
                    <a:pt x="552" y="2654"/>
                  </a:lnTo>
                  <a:lnTo>
                    <a:pt x="0" y="712"/>
                  </a:lnTo>
                  <a:lnTo>
                    <a:pt x="268" y="204"/>
                  </a:lnTo>
                  <a:lnTo>
                    <a:pt x="576" y="0"/>
                  </a:lnTo>
                  <a:lnTo>
                    <a:pt x="975" y="21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3"/>
            <p:cNvSpPr/>
            <p:nvPr/>
          </p:nvSpPr>
          <p:spPr>
            <a:xfrm>
              <a:off x="4678034" y="3842945"/>
              <a:ext cx="1650" cy="4132"/>
            </a:xfrm>
            <a:custGeom>
              <a:avLst/>
              <a:pathLst>
                <a:path w="1650" h="4132">
                  <a:moveTo>
                    <a:pt x="1614" y="3384"/>
                  </a:moveTo>
                  <a:lnTo>
                    <a:pt x="1095" y="4132"/>
                  </a:lnTo>
                  <a:lnTo>
                    <a:pt x="234" y="2588"/>
                  </a:lnTo>
                  <a:lnTo>
                    <a:pt x="0" y="1944"/>
                  </a:lnTo>
                  <a:lnTo>
                    <a:pt x="547" y="427"/>
                  </a:lnTo>
                  <a:lnTo>
                    <a:pt x="1127" y="0"/>
                  </a:lnTo>
                  <a:lnTo>
                    <a:pt x="1479" y="660"/>
                  </a:lnTo>
                  <a:lnTo>
                    <a:pt x="1650" y="1318"/>
                  </a:lnTo>
                  <a:lnTo>
                    <a:pt x="1577" y="204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4"/>
            <p:cNvSpPr/>
            <p:nvPr/>
          </p:nvSpPr>
          <p:spPr>
            <a:xfrm>
              <a:off x="4587162" y="3841453"/>
              <a:ext cx="1707" cy="3145"/>
            </a:xfrm>
            <a:custGeom>
              <a:avLst/>
              <a:pathLst>
                <a:path w="1707" h="3145">
                  <a:moveTo>
                    <a:pt x="1622" y="2975"/>
                  </a:moveTo>
                  <a:lnTo>
                    <a:pt x="448" y="3145"/>
                  </a:lnTo>
                  <a:lnTo>
                    <a:pt x="85" y="2882"/>
                  </a:lnTo>
                  <a:lnTo>
                    <a:pt x="0" y="0"/>
                  </a:lnTo>
                  <a:lnTo>
                    <a:pt x="1290" y="1237"/>
                  </a:lnTo>
                  <a:lnTo>
                    <a:pt x="1707" y="132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5"/>
            <p:cNvSpPr/>
            <p:nvPr/>
          </p:nvSpPr>
          <p:spPr>
            <a:xfrm>
              <a:off x="4496162" y="3837162"/>
              <a:ext cx="15617" cy="10373"/>
            </a:xfrm>
            <a:custGeom>
              <a:avLst/>
              <a:pathLst>
                <a:path w="15617" h="10373">
                  <a:moveTo>
                    <a:pt x="12873" y="6864"/>
                  </a:moveTo>
                  <a:lnTo>
                    <a:pt x="12655" y="7294"/>
                  </a:lnTo>
                  <a:lnTo>
                    <a:pt x="10702" y="7052"/>
                  </a:lnTo>
                  <a:lnTo>
                    <a:pt x="9442" y="9464"/>
                  </a:lnTo>
                  <a:lnTo>
                    <a:pt x="8571" y="10206"/>
                  </a:lnTo>
                  <a:lnTo>
                    <a:pt x="5438" y="10203"/>
                  </a:lnTo>
                  <a:lnTo>
                    <a:pt x="5065" y="9877"/>
                  </a:lnTo>
                  <a:lnTo>
                    <a:pt x="4787" y="9886"/>
                  </a:lnTo>
                  <a:lnTo>
                    <a:pt x="4615" y="10373"/>
                  </a:lnTo>
                  <a:lnTo>
                    <a:pt x="3619" y="10010"/>
                  </a:lnTo>
                  <a:lnTo>
                    <a:pt x="436" y="7877"/>
                  </a:lnTo>
                  <a:lnTo>
                    <a:pt x="0" y="5901"/>
                  </a:lnTo>
                  <a:lnTo>
                    <a:pt x="493" y="3788"/>
                  </a:lnTo>
                  <a:lnTo>
                    <a:pt x="1636" y="793"/>
                  </a:lnTo>
                  <a:lnTo>
                    <a:pt x="3930" y="204"/>
                  </a:lnTo>
                  <a:lnTo>
                    <a:pt x="14371" y="0"/>
                  </a:lnTo>
                  <a:lnTo>
                    <a:pt x="15510" y="2573"/>
                  </a:lnTo>
                  <a:lnTo>
                    <a:pt x="15617" y="3436"/>
                  </a:lnTo>
                  <a:lnTo>
                    <a:pt x="13343" y="519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6"/>
            <p:cNvSpPr/>
            <p:nvPr/>
          </p:nvSpPr>
          <p:spPr>
            <a:xfrm>
              <a:off x="4524868" y="3836140"/>
              <a:ext cx="3748" cy="4412"/>
            </a:xfrm>
            <a:custGeom>
              <a:avLst/>
              <a:pathLst>
                <a:path w="3748" h="4412">
                  <a:moveTo>
                    <a:pt x="1803" y="3910"/>
                  </a:moveTo>
                  <a:lnTo>
                    <a:pt x="868" y="4412"/>
                  </a:lnTo>
                  <a:lnTo>
                    <a:pt x="0" y="3370"/>
                  </a:lnTo>
                  <a:lnTo>
                    <a:pt x="21" y="1970"/>
                  </a:lnTo>
                  <a:lnTo>
                    <a:pt x="232" y="672"/>
                  </a:lnTo>
                  <a:lnTo>
                    <a:pt x="1535" y="0"/>
                  </a:lnTo>
                  <a:lnTo>
                    <a:pt x="2233" y="37"/>
                  </a:lnTo>
                  <a:lnTo>
                    <a:pt x="2979" y="937"/>
                  </a:lnTo>
                  <a:lnTo>
                    <a:pt x="3497" y="1872"/>
                  </a:lnTo>
                  <a:lnTo>
                    <a:pt x="3748" y="2960"/>
                  </a:lnTo>
                  <a:lnTo>
                    <a:pt x="2345" y="301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7"/>
            <p:cNvSpPr/>
            <p:nvPr/>
          </p:nvSpPr>
          <p:spPr>
            <a:xfrm>
              <a:off x="4748226" y="3829783"/>
              <a:ext cx="1227" cy="4195"/>
            </a:xfrm>
            <a:custGeom>
              <a:avLst/>
              <a:pathLst>
                <a:path w="1227" h="4195">
                  <a:moveTo>
                    <a:pt x="521" y="3736"/>
                  </a:moveTo>
                  <a:lnTo>
                    <a:pt x="325" y="4195"/>
                  </a:lnTo>
                  <a:lnTo>
                    <a:pt x="26" y="3237"/>
                  </a:lnTo>
                  <a:lnTo>
                    <a:pt x="0" y="2643"/>
                  </a:lnTo>
                  <a:lnTo>
                    <a:pt x="395" y="1015"/>
                  </a:lnTo>
                  <a:lnTo>
                    <a:pt x="788" y="69"/>
                  </a:lnTo>
                  <a:lnTo>
                    <a:pt x="1227" y="0"/>
                  </a:lnTo>
                  <a:lnTo>
                    <a:pt x="1115" y="133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8"/>
            <p:cNvSpPr/>
            <p:nvPr/>
          </p:nvSpPr>
          <p:spPr>
            <a:xfrm>
              <a:off x="4408649" y="3826846"/>
              <a:ext cx="1795" cy="4094"/>
            </a:xfrm>
            <a:custGeom>
              <a:avLst/>
              <a:pathLst>
                <a:path w="1795" h="4094">
                  <a:moveTo>
                    <a:pt x="1512" y="3442"/>
                  </a:moveTo>
                  <a:lnTo>
                    <a:pt x="794" y="4094"/>
                  </a:lnTo>
                  <a:lnTo>
                    <a:pt x="246" y="3520"/>
                  </a:lnTo>
                  <a:lnTo>
                    <a:pt x="0" y="2689"/>
                  </a:lnTo>
                  <a:lnTo>
                    <a:pt x="815" y="640"/>
                  </a:lnTo>
                  <a:lnTo>
                    <a:pt x="1200" y="152"/>
                  </a:lnTo>
                  <a:lnTo>
                    <a:pt x="1601" y="0"/>
                  </a:lnTo>
                  <a:lnTo>
                    <a:pt x="1795" y="110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29"/>
            <p:cNvSpPr/>
            <p:nvPr/>
          </p:nvSpPr>
          <p:spPr>
            <a:xfrm>
              <a:off x="4748279" y="3824840"/>
              <a:ext cx="1091" cy="3038"/>
            </a:xfrm>
            <a:custGeom>
              <a:avLst/>
              <a:pathLst>
                <a:path w="1091" h="3038">
                  <a:moveTo>
                    <a:pt x="948" y="2758"/>
                  </a:moveTo>
                  <a:lnTo>
                    <a:pt x="312" y="3038"/>
                  </a:lnTo>
                  <a:lnTo>
                    <a:pt x="0" y="626"/>
                  </a:lnTo>
                  <a:lnTo>
                    <a:pt x="522" y="0"/>
                  </a:lnTo>
                  <a:lnTo>
                    <a:pt x="1091" y="147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0"/>
            <p:cNvSpPr/>
            <p:nvPr/>
          </p:nvSpPr>
          <p:spPr>
            <a:xfrm>
              <a:off x="4750136" y="3820924"/>
              <a:ext cx="1043" cy="3511"/>
            </a:xfrm>
            <a:custGeom>
              <a:avLst/>
              <a:pathLst>
                <a:path w="1043" h="3511">
                  <a:moveTo>
                    <a:pt x="280" y="3269"/>
                  </a:moveTo>
                  <a:lnTo>
                    <a:pt x="0" y="3511"/>
                  </a:lnTo>
                  <a:lnTo>
                    <a:pt x="2" y="2054"/>
                  </a:lnTo>
                  <a:lnTo>
                    <a:pt x="320" y="770"/>
                  </a:lnTo>
                  <a:lnTo>
                    <a:pt x="652" y="31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1"/>
            <p:cNvSpPr/>
            <p:nvPr/>
          </p:nvSpPr>
          <p:spPr>
            <a:xfrm>
              <a:off x="4741667" y="3816573"/>
              <a:ext cx="5496" cy="21645"/>
            </a:xfrm>
            <a:custGeom>
              <a:avLst/>
              <a:pathLst>
                <a:path w="5496" h="21645">
                  <a:moveTo>
                    <a:pt x="5496" y="7860"/>
                  </a:moveTo>
                  <a:lnTo>
                    <a:pt x="5307" y="9941"/>
                  </a:lnTo>
                  <a:lnTo>
                    <a:pt x="5122" y="12266"/>
                  </a:lnTo>
                  <a:lnTo>
                    <a:pt x="4065" y="14875"/>
                  </a:lnTo>
                  <a:lnTo>
                    <a:pt x="3415" y="18869"/>
                  </a:lnTo>
                  <a:lnTo>
                    <a:pt x="3033" y="19870"/>
                  </a:lnTo>
                  <a:lnTo>
                    <a:pt x="1620" y="21645"/>
                  </a:lnTo>
                  <a:lnTo>
                    <a:pt x="364" y="19429"/>
                  </a:lnTo>
                  <a:lnTo>
                    <a:pt x="0" y="17524"/>
                  </a:lnTo>
                  <a:lnTo>
                    <a:pt x="550" y="8726"/>
                  </a:lnTo>
                  <a:lnTo>
                    <a:pt x="1093" y="9017"/>
                  </a:lnTo>
                  <a:lnTo>
                    <a:pt x="1445" y="8954"/>
                  </a:lnTo>
                  <a:lnTo>
                    <a:pt x="1558" y="8377"/>
                  </a:lnTo>
                  <a:lnTo>
                    <a:pt x="752" y="7393"/>
                  </a:lnTo>
                  <a:lnTo>
                    <a:pt x="598" y="2337"/>
                  </a:lnTo>
                  <a:lnTo>
                    <a:pt x="638" y="429"/>
                  </a:lnTo>
                  <a:lnTo>
                    <a:pt x="1253" y="0"/>
                  </a:lnTo>
                  <a:lnTo>
                    <a:pt x="2013" y="1480"/>
                  </a:lnTo>
                  <a:lnTo>
                    <a:pt x="2975" y="4132"/>
                  </a:lnTo>
                  <a:lnTo>
                    <a:pt x="4095" y="621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2"/>
            <p:cNvSpPr/>
            <p:nvPr/>
          </p:nvSpPr>
          <p:spPr>
            <a:xfrm>
              <a:off x="4410051" y="3808533"/>
              <a:ext cx="107670" cy="84670"/>
            </a:xfrm>
            <a:custGeom>
              <a:avLst/>
              <a:pathLst>
                <a:path w="107670" h="84670">
                  <a:moveTo>
                    <a:pt x="24520" y="3055"/>
                  </a:moveTo>
                  <a:lnTo>
                    <a:pt x="25680" y="6429"/>
                  </a:lnTo>
                  <a:lnTo>
                    <a:pt x="26696" y="8229"/>
                  </a:lnTo>
                  <a:lnTo>
                    <a:pt x="27891" y="9208"/>
                  </a:lnTo>
                  <a:lnTo>
                    <a:pt x="29148" y="9300"/>
                  </a:lnTo>
                  <a:lnTo>
                    <a:pt x="30388" y="9724"/>
                  </a:lnTo>
                  <a:lnTo>
                    <a:pt x="31826" y="11014"/>
                  </a:lnTo>
                  <a:lnTo>
                    <a:pt x="33309" y="11597"/>
                  </a:lnTo>
                  <a:lnTo>
                    <a:pt x="33998" y="11372"/>
                  </a:lnTo>
                  <a:lnTo>
                    <a:pt x="34654" y="10708"/>
                  </a:lnTo>
                  <a:lnTo>
                    <a:pt x="35120" y="10662"/>
                  </a:lnTo>
                  <a:lnTo>
                    <a:pt x="35525" y="11282"/>
                  </a:lnTo>
                  <a:lnTo>
                    <a:pt x="36549" y="14142"/>
                  </a:lnTo>
                  <a:lnTo>
                    <a:pt x="37663" y="16754"/>
                  </a:lnTo>
                  <a:lnTo>
                    <a:pt x="37917" y="18084"/>
                  </a:lnTo>
                  <a:lnTo>
                    <a:pt x="38672" y="24377"/>
                  </a:lnTo>
                  <a:lnTo>
                    <a:pt x="39526" y="26190"/>
                  </a:lnTo>
                  <a:lnTo>
                    <a:pt x="40698" y="26715"/>
                  </a:lnTo>
                  <a:lnTo>
                    <a:pt x="42076" y="26718"/>
                  </a:lnTo>
                  <a:lnTo>
                    <a:pt x="43445" y="26980"/>
                  </a:lnTo>
                  <a:lnTo>
                    <a:pt x="46619" y="28449"/>
                  </a:lnTo>
                  <a:lnTo>
                    <a:pt x="47879" y="28247"/>
                  </a:lnTo>
                  <a:lnTo>
                    <a:pt x="48994" y="26770"/>
                  </a:lnTo>
                  <a:lnTo>
                    <a:pt x="49988" y="27728"/>
                  </a:lnTo>
                  <a:lnTo>
                    <a:pt x="52681" y="29497"/>
                  </a:lnTo>
                  <a:lnTo>
                    <a:pt x="54008" y="29892"/>
                  </a:lnTo>
                  <a:lnTo>
                    <a:pt x="55514" y="29387"/>
                  </a:lnTo>
                  <a:lnTo>
                    <a:pt x="57025" y="29280"/>
                  </a:lnTo>
                  <a:lnTo>
                    <a:pt x="57744" y="29791"/>
                  </a:lnTo>
                  <a:lnTo>
                    <a:pt x="58437" y="30559"/>
                  </a:lnTo>
                  <a:lnTo>
                    <a:pt x="59031" y="30836"/>
                  </a:lnTo>
                  <a:lnTo>
                    <a:pt x="59647" y="30821"/>
                  </a:lnTo>
                  <a:lnTo>
                    <a:pt x="60736" y="29344"/>
                  </a:lnTo>
                  <a:lnTo>
                    <a:pt x="61457" y="26637"/>
                  </a:lnTo>
                  <a:lnTo>
                    <a:pt x="62041" y="23223"/>
                  </a:lnTo>
                  <a:lnTo>
                    <a:pt x="62498" y="19668"/>
                  </a:lnTo>
                  <a:lnTo>
                    <a:pt x="62806" y="18139"/>
                  </a:lnTo>
                  <a:lnTo>
                    <a:pt x="63222" y="16788"/>
                  </a:lnTo>
                  <a:lnTo>
                    <a:pt x="63766" y="15911"/>
                  </a:lnTo>
                  <a:lnTo>
                    <a:pt x="64348" y="15366"/>
                  </a:lnTo>
                  <a:lnTo>
                    <a:pt x="65930" y="15703"/>
                  </a:lnTo>
                  <a:lnTo>
                    <a:pt x="66257" y="16563"/>
                  </a:lnTo>
                  <a:lnTo>
                    <a:pt x="68026" y="22600"/>
                  </a:lnTo>
                  <a:lnTo>
                    <a:pt x="68339" y="23122"/>
                  </a:lnTo>
                  <a:lnTo>
                    <a:pt x="70186" y="23500"/>
                  </a:lnTo>
                  <a:lnTo>
                    <a:pt x="70698" y="23304"/>
                  </a:lnTo>
                  <a:lnTo>
                    <a:pt x="71825" y="22092"/>
                  </a:lnTo>
                  <a:lnTo>
                    <a:pt x="72468" y="21985"/>
                  </a:lnTo>
                  <a:lnTo>
                    <a:pt x="73656" y="23477"/>
                  </a:lnTo>
                  <a:lnTo>
                    <a:pt x="74168" y="24747"/>
                  </a:lnTo>
                  <a:lnTo>
                    <a:pt x="74738" y="25685"/>
                  </a:lnTo>
                  <a:lnTo>
                    <a:pt x="77641" y="26646"/>
                  </a:lnTo>
                  <a:lnTo>
                    <a:pt x="78762" y="29228"/>
                  </a:lnTo>
                  <a:lnTo>
                    <a:pt x="79331" y="29575"/>
                  </a:lnTo>
                  <a:lnTo>
                    <a:pt x="81352" y="29260"/>
                  </a:lnTo>
                  <a:lnTo>
                    <a:pt x="82747" y="29514"/>
                  </a:lnTo>
                  <a:lnTo>
                    <a:pt x="83963" y="30206"/>
                  </a:lnTo>
                  <a:lnTo>
                    <a:pt x="84512" y="33874"/>
                  </a:lnTo>
                  <a:lnTo>
                    <a:pt x="84961" y="37640"/>
                  </a:lnTo>
                  <a:lnTo>
                    <a:pt x="85223" y="38918"/>
                  </a:lnTo>
                  <a:lnTo>
                    <a:pt x="86411" y="40211"/>
                  </a:lnTo>
                  <a:lnTo>
                    <a:pt x="86899" y="41377"/>
                  </a:lnTo>
                  <a:lnTo>
                    <a:pt x="86767" y="45134"/>
                  </a:lnTo>
                  <a:lnTo>
                    <a:pt x="86901" y="48703"/>
                  </a:lnTo>
                  <a:lnTo>
                    <a:pt x="89422" y="51814"/>
                  </a:lnTo>
                  <a:lnTo>
                    <a:pt x="92125" y="53600"/>
                  </a:lnTo>
                  <a:lnTo>
                    <a:pt x="94993" y="53768"/>
                  </a:lnTo>
                  <a:lnTo>
                    <a:pt x="97868" y="53153"/>
                  </a:lnTo>
                  <a:lnTo>
                    <a:pt x="99350" y="52391"/>
                  </a:lnTo>
                  <a:lnTo>
                    <a:pt x="101203" y="51058"/>
                  </a:lnTo>
                  <a:lnTo>
                    <a:pt x="101587" y="51084"/>
                  </a:lnTo>
                  <a:lnTo>
                    <a:pt x="105178" y="55164"/>
                  </a:lnTo>
                  <a:lnTo>
                    <a:pt x="105484" y="55796"/>
                  </a:lnTo>
                  <a:lnTo>
                    <a:pt x="105886" y="58844"/>
                  </a:lnTo>
                  <a:lnTo>
                    <a:pt x="105875" y="62064"/>
                  </a:lnTo>
                  <a:lnTo>
                    <a:pt x="105204" y="69708"/>
                  </a:lnTo>
                  <a:lnTo>
                    <a:pt x="105162" y="71806"/>
                  </a:lnTo>
                  <a:lnTo>
                    <a:pt x="105226" y="73901"/>
                  </a:lnTo>
                  <a:lnTo>
                    <a:pt x="105939" y="78455"/>
                  </a:lnTo>
                  <a:lnTo>
                    <a:pt x="106318" y="79770"/>
                  </a:lnTo>
                  <a:lnTo>
                    <a:pt x="107621" y="82163"/>
                  </a:lnTo>
                  <a:lnTo>
                    <a:pt x="107670" y="83418"/>
                  </a:lnTo>
                  <a:lnTo>
                    <a:pt x="107492" y="84670"/>
                  </a:lnTo>
                  <a:lnTo>
                    <a:pt x="106058" y="83810"/>
                  </a:lnTo>
                  <a:lnTo>
                    <a:pt x="105184" y="82771"/>
                  </a:lnTo>
                  <a:lnTo>
                    <a:pt x="104678" y="81057"/>
                  </a:lnTo>
                  <a:lnTo>
                    <a:pt x="103961" y="80091"/>
                  </a:lnTo>
                  <a:lnTo>
                    <a:pt x="102611" y="80440"/>
                  </a:lnTo>
                  <a:lnTo>
                    <a:pt x="100087" y="78723"/>
                  </a:lnTo>
                  <a:lnTo>
                    <a:pt x="97236" y="76054"/>
                  </a:lnTo>
                  <a:lnTo>
                    <a:pt x="92181" y="70401"/>
                  </a:lnTo>
                  <a:lnTo>
                    <a:pt x="90804" y="70447"/>
                  </a:lnTo>
                  <a:lnTo>
                    <a:pt x="89484" y="71168"/>
                  </a:lnTo>
                  <a:lnTo>
                    <a:pt x="88089" y="72608"/>
                  </a:lnTo>
                  <a:lnTo>
                    <a:pt x="86638" y="73633"/>
                  </a:lnTo>
                  <a:lnTo>
                    <a:pt x="85569" y="74019"/>
                  </a:lnTo>
                  <a:lnTo>
                    <a:pt x="84502" y="73736"/>
                  </a:lnTo>
                  <a:lnTo>
                    <a:pt x="81803" y="72377"/>
                  </a:lnTo>
                  <a:lnTo>
                    <a:pt x="79083" y="71500"/>
                  </a:lnTo>
                  <a:lnTo>
                    <a:pt x="72118" y="70943"/>
                  </a:lnTo>
                  <a:lnTo>
                    <a:pt x="70146" y="69662"/>
                  </a:lnTo>
                  <a:lnTo>
                    <a:pt x="66887" y="69007"/>
                  </a:lnTo>
                  <a:lnTo>
                    <a:pt x="64295" y="67896"/>
                  </a:lnTo>
                  <a:lnTo>
                    <a:pt x="61730" y="66343"/>
                  </a:lnTo>
                  <a:lnTo>
                    <a:pt x="55187" y="58694"/>
                  </a:lnTo>
                  <a:lnTo>
                    <a:pt x="53046" y="56858"/>
                  </a:lnTo>
                  <a:lnTo>
                    <a:pt x="46475" y="53208"/>
                  </a:lnTo>
                  <a:lnTo>
                    <a:pt x="45461" y="52914"/>
                  </a:lnTo>
                  <a:lnTo>
                    <a:pt x="43081" y="53185"/>
                  </a:lnTo>
                  <a:lnTo>
                    <a:pt x="41579" y="52114"/>
                  </a:lnTo>
                  <a:lnTo>
                    <a:pt x="40255" y="52091"/>
                  </a:lnTo>
                  <a:lnTo>
                    <a:pt x="38291" y="53277"/>
                  </a:lnTo>
                  <a:lnTo>
                    <a:pt x="37686" y="54128"/>
                  </a:lnTo>
                  <a:lnTo>
                    <a:pt x="36924" y="55929"/>
                  </a:lnTo>
                  <a:lnTo>
                    <a:pt x="35587" y="55843"/>
                  </a:lnTo>
                  <a:lnTo>
                    <a:pt x="34263" y="55496"/>
                  </a:lnTo>
                  <a:lnTo>
                    <a:pt x="30776" y="53776"/>
                  </a:lnTo>
                  <a:lnTo>
                    <a:pt x="29474" y="52720"/>
                  </a:lnTo>
                  <a:lnTo>
                    <a:pt x="28225" y="51159"/>
                  </a:lnTo>
                  <a:lnTo>
                    <a:pt x="27097" y="49125"/>
                  </a:lnTo>
                  <a:lnTo>
                    <a:pt x="26511" y="48392"/>
                  </a:lnTo>
                  <a:lnTo>
                    <a:pt x="23497" y="46317"/>
                  </a:lnTo>
                  <a:lnTo>
                    <a:pt x="21037" y="45601"/>
                  </a:lnTo>
                  <a:lnTo>
                    <a:pt x="15976" y="44658"/>
                  </a:lnTo>
                  <a:lnTo>
                    <a:pt x="14870" y="44029"/>
                  </a:lnTo>
                  <a:lnTo>
                    <a:pt x="13949" y="43273"/>
                  </a:lnTo>
                  <a:lnTo>
                    <a:pt x="13443" y="41590"/>
                  </a:lnTo>
                  <a:lnTo>
                    <a:pt x="13507" y="39452"/>
                  </a:lnTo>
                  <a:lnTo>
                    <a:pt x="13870" y="37602"/>
                  </a:lnTo>
                  <a:lnTo>
                    <a:pt x="14365" y="35744"/>
                  </a:lnTo>
                  <a:lnTo>
                    <a:pt x="14690" y="33966"/>
                  </a:lnTo>
                  <a:lnTo>
                    <a:pt x="10991" y="30247"/>
                  </a:lnTo>
                  <a:lnTo>
                    <a:pt x="8069" y="28212"/>
                  </a:lnTo>
                  <a:lnTo>
                    <a:pt x="6808" y="27823"/>
                  </a:lnTo>
                  <a:lnTo>
                    <a:pt x="5542" y="27832"/>
                  </a:lnTo>
                  <a:lnTo>
                    <a:pt x="4117" y="28253"/>
                  </a:lnTo>
                  <a:lnTo>
                    <a:pt x="2707" y="28057"/>
                  </a:lnTo>
                  <a:lnTo>
                    <a:pt x="2044" y="27451"/>
                  </a:lnTo>
                  <a:lnTo>
                    <a:pt x="1366" y="27243"/>
                  </a:lnTo>
                  <a:lnTo>
                    <a:pt x="687" y="27682"/>
                  </a:lnTo>
                  <a:lnTo>
                    <a:pt x="141" y="27511"/>
                  </a:lnTo>
                  <a:lnTo>
                    <a:pt x="0" y="25820"/>
                  </a:lnTo>
                  <a:lnTo>
                    <a:pt x="348" y="24383"/>
                  </a:lnTo>
                  <a:lnTo>
                    <a:pt x="1064" y="22750"/>
                  </a:lnTo>
                  <a:lnTo>
                    <a:pt x="1470" y="22461"/>
                  </a:lnTo>
                  <a:lnTo>
                    <a:pt x="1655" y="25015"/>
                  </a:lnTo>
                  <a:lnTo>
                    <a:pt x="1858" y="25523"/>
                  </a:lnTo>
                  <a:lnTo>
                    <a:pt x="2492" y="26083"/>
                  </a:lnTo>
                  <a:lnTo>
                    <a:pt x="2768" y="25924"/>
                  </a:lnTo>
                  <a:lnTo>
                    <a:pt x="3886" y="22658"/>
                  </a:lnTo>
                  <a:lnTo>
                    <a:pt x="4198" y="21053"/>
                  </a:lnTo>
                  <a:lnTo>
                    <a:pt x="4740" y="16705"/>
                  </a:lnTo>
                  <a:lnTo>
                    <a:pt x="5326" y="17544"/>
                  </a:lnTo>
                  <a:lnTo>
                    <a:pt x="5918" y="17025"/>
                  </a:lnTo>
                  <a:lnTo>
                    <a:pt x="6257" y="16332"/>
                  </a:lnTo>
                  <a:lnTo>
                    <a:pt x="7193" y="6270"/>
                  </a:lnTo>
                  <a:lnTo>
                    <a:pt x="7974" y="3332"/>
                  </a:lnTo>
                  <a:lnTo>
                    <a:pt x="9041" y="888"/>
                  </a:lnTo>
                  <a:lnTo>
                    <a:pt x="9572" y="294"/>
                  </a:lnTo>
                  <a:lnTo>
                    <a:pt x="10617" y="1789"/>
                  </a:lnTo>
                  <a:lnTo>
                    <a:pt x="12734" y="2360"/>
                  </a:lnTo>
                  <a:lnTo>
                    <a:pt x="13992" y="3350"/>
                  </a:lnTo>
                  <a:lnTo>
                    <a:pt x="15254" y="3477"/>
                  </a:lnTo>
                  <a:lnTo>
                    <a:pt x="16487" y="3964"/>
                  </a:lnTo>
                  <a:lnTo>
                    <a:pt x="18206" y="5733"/>
                  </a:lnTo>
                  <a:lnTo>
                    <a:pt x="18812" y="5549"/>
                  </a:lnTo>
                  <a:lnTo>
                    <a:pt x="19431" y="5000"/>
                  </a:lnTo>
                  <a:lnTo>
                    <a:pt x="20351" y="3081"/>
                  </a:lnTo>
                  <a:lnTo>
                    <a:pt x="20750" y="0"/>
                  </a:lnTo>
                  <a:lnTo>
                    <a:pt x="22083" y="1564"/>
                  </a:lnTo>
                  <a:lnTo>
                    <a:pt x="24036" y="21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3"/>
            <p:cNvSpPr/>
            <p:nvPr/>
          </p:nvSpPr>
          <p:spPr>
            <a:xfrm>
              <a:off x="4625586" y="3807824"/>
              <a:ext cx="909" cy="4178"/>
            </a:xfrm>
            <a:custGeom>
              <a:avLst/>
              <a:pathLst>
                <a:path w="909" h="4178">
                  <a:moveTo>
                    <a:pt x="909" y="2764"/>
                  </a:moveTo>
                  <a:lnTo>
                    <a:pt x="803" y="4178"/>
                  </a:lnTo>
                  <a:lnTo>
                    <a:pt x="384" y="2556"/>
                  </a:lnTo>
                  <a:lnTo>
                    <a:pt x="0" y="1748"/>
                  </a:lnTo>
                  <a:lnTo>
                    <a:pt x="40" y="0"/>
                  </a:lnTo>
                  <a:lnTo>
                    <a:pt x="583" y="64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4584886" y="3804724"/>
              <a:ext cx="1308" cy="20375"/>
            </a:xfrm>
            <a:custGeom>
              <a:avLst/>
              <a:pathLst>
                <a:path w="1308" h="20375">
                  <a:moveTo>
                    <a:pt x="1067" y="15458"/>
                  </a:moveTo>
                  <a:lnTo>
                    <a:pt x="595" y="20375"/>
                  </a:lnTo>
                  <a:lnTo>
                    <a:pt x="372" y="18641"/>
                  </a:lnTo>
                  <a:lnTo>
                    <a:pt x="289" y="14145"/>
                  </a:lnTo>
                  <a:lnTo>
                    <a:pt x="0" y="11963"/>
                  </a:lnTo>
                  <a:lnTo>
                    <a:pt x="184" y="9444"/>
                  </a:lnTo>
                  <a:lnTo>
                    <a:pt x="125" y="2983"/>
                  </a:lnTo>
                  <a:lnTo>
                    <a:pt x="480" y="0"/>
                  </a:lnTo>
                  <a:lnTo>
                    <a:pt x="1134" y="3797"/>
                  </a:lnTo>
                  <a:lnTo>
                    <a:pt x="1308" y="57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5"/>
            <p:cNvSpPr/>
            <p:nvPr/>
          </p:nvSpPr>
          <p:spPr>
            <a:xfrm>
              <a:off x="4494553" y="3803273"/>
              <a:ext cx="1626" cy="3555"/>
            </a:xfrm>
            <a:custGeom>
              <a:avLst/>
              <a:pathLst>
                <a:path w="1626" h="3555">
                  <a:moveTo>
                    <a:pt x="1535" y="2507"/>
                  </a:moveTo>
                  <a:lnTo>
                    <a:pt x="1287" y="3555"/>
                  </a:lnTo>
                  <a:lnTo>
                    <a:pt x="185" y="3471"/>
                  </a:lnTo>
                  <a:lnTo>
                    <a:pt x="0" y="2288"/>
                  </a:lnTo>
                  <a:lnTo>
                    <a:pt x="719" y="138"/>
                  </a:lnTo>
                  <a:lnTo>
                    <a:pt x="1196" y="0"/>
                  </a:lnTo>
                  <a:lnTo>
                    <a:pt x="1626" y="7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6"/>
            <p:cNvSpPr/>
            <p:nvPr/>
          </p:nvSpPr>
          <p:spPr>
            <a:xfrm>
              <a:off x="4725222" y="3799752"/>
              <a:ext cx="2036" cy="10047"/>
            </a:xfrm>
            <a:custGeom>
              <a:avLst/>
              <a:pathLst>
                <a:path w="2036" h="10047">
                  <a:moveTo>
                    <a:pt x="2036" y="7202"/>
                  </a:moveTo>
                  <a:lnTo>
                    <a:pt x="1336" y="10047"/>
                  </a:lnTo>
                  <a:lnTo>
                    <a:pt x="859" y="9043"/>
                  </a:lnTo>
                  <a:lnTo>
                    <a:pt x="590" y="9029"/>
                  </a:lnTo>
                  <a:lnTo>
                    <a:pt x="427" y="7358"/>
                  </a:lnTo>
                  <a:lnTo>
                    <a:pt x="588" y="3895"/>
                  </a:lnTo>
                  <a:lnTo>
                    <a:pt x="0" y="0"/>
                  </a:lnTo>
                  <a:lnTo>
                    <a:pt x="778" y="57"/>
                  </a:lnTo>
                  <a:lnTo>
                    <a:pt x="993" y="1220"/>
                  </a:lnTo>
                  <a:lnTo>
                    <a:pt x="1238" y="1615"/>
                  </a:lnTo>
                  <a:lnTo>
                    <a:pt x="2003" y="53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7"/>
            <p:cNvSpPr/>
            <p:nvPr/>
          </p:nvSpPr>
          <p:spPr>
            <a:xfrm>
              <a:off x="4742748" y="3794443"/>
              <a:ext cx="6962" cy="27716"/>
            </a:xfrm>
            <a:custGeom>
              <a:avLst/>
              <a:pathLst>
                <a:path w="6962" h="27716">
                  <a:moveTo>
                    <a:pt x="6833" y="8264"/>
                  </a:moveTo>
                  <a:lnTo>
                    <a:pt x="6743" y="9404"/>
                  </a:lnTo>
                  <a:lnTo>
                    <a:pt x="6735" y="11507"/>
                  </a:lnTo>
                  <a:lnTo>
                    <a:pt x="6926" y="13455"/>
                  </a:lnTo>
                  <a:lnTo>
                    <a:pt x="6433" y="15435"/>
                  </a:lnTo>
                  <a:lnTo>
                    <a:pt x="6893" y="18401"/>
                  </a:lnTo>
                  <a:lnTo>
                    <a:pt x="6962" y="19876"/>
                  </a:lnTo>
                  <a:lnTo>
                    <a:pt x="6936" y="21962"/>
                  </a:lnTo>
                  <a:lnTo>
                    <a:pt x="6804" y="22900"/>
                  </a:lnTo>
                  <a:lnTo>
                    <a:pt x="6456" y="25641"/>
                  </a:lnTo>
                  <a:lnTo>
                    <a:pt x="6108" y="26617"/>
                  </a:lnTo>
                  <a:lnTo>
                    <a:pt x="5846" y="26888"/>
                  </a:lnTo>
                  <a:lnTo>
                    <a:pt x="5575" y="27716"/>
                  </a:lnTo>
                  <a:lnTo>
                    <a:pt x="3314" y="26816"/>
                  </a:lnTo>
                  <a:lnTo>
                    <a:pt x="2336" y="24914"/>
                  </a:lnTo>
                  <a:lnTo>
                    <a:pt x="1465" y="22854"/>
                  </a:lnTo>
                  <a:lnTo>
                    <a:pt x="1281" y="21994"/>
                  </a:lnTo>
                  <a:lnTo>
                    <a:pt x="256" y="19590"/>
                  </a:lnTo>
                  <a:lnTo>
                    <a:pt x="20" y="18779"/>
                  </a:lnTo>
                  <a:lnTo>
                    <a:pt x="0" y="17498"/>
                  </a:lnTo>
                  <a:lnTo>
                    <a:pt x="828" y="17172"/>
                  </a:lnTo>
                  <a:lnTo>
                    <a:pt x="1712" y="17210"/>
                  </a:lnTo>
                  <a:lnTo>
                    <a:pt x="1674" y="16055"/>
                  </a:lnTo>
                  <a:lnTo>
                    <a:pt x="2186" y="11986"/>
                  </a:lnTo>
                  <a:lnTo>
                    <a:pt x="840" y="9369"/>
                  </a:lnTo>
                  <a:lnTo>
                    <a:pt x="601" y="8270"/>
                  </a:lnTo>
                  <a:lnTo>
                    <a:pt x="1083" y="7522"/>
                  </a:lnTo>
                  <a:lnTo>
                    <a:pt x="2165" y="8437"/>
                  </a:lnTo>
                  <a:lnTo>
                    <a:pt x="3489" y="3846"/>
                  </a:lnTo>
                  <a:lnTo>
                    <a:pt x="3880" y="2888"/>
                  </a:lnTo>
                  <a:lnTo>
                    <a:pt x="4066" y="328"/>
                  </a:lnTo>
                  <a:lnTo>
                    <a:pt x="4806" y="0"/>
                  </a:lnTo>
                  <a:lnTo>
                    <a:pt x="5332" y="331"/>
                  </a:lnTo>
                  <a:lnTo>
                    <a:pt x="5673" y="1921"/>
                  </a:lnTo>
                  <a:lnTo>
                    <a:pt x="5807" y="3306"/>
                  </a:lnTo>
                  <a:lnTo>
                    <a:pt x="5666" y="4550"/>
                  </a:lnTo>
                  <a:lnTo>
                    <a:pt x="6302" y="51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8"/>
            <p:cNvSpPr/>
            <p:nvPr/>
          </p:nvSpPr>
          <p:spPr>
            <a:xfrm>
              <a:off x="4727694" y="3790994"/>
              <a:ext cx="3772" cy="20014"/>
            </a:xfrm>
            <a:custGeom>
              <a:avLst/>
              <a:pathLst>
                <a:path w="3772" h="20014">
                  <a:moveTo>
                    <a:pt x="935" y="17475"/>
                  </a:moveTo>
                  <a:lnTo>
                    <a:pt x="0" y="20014"/>
                  </a:lnTo>
                  <a:lnTo>
                    <a:pt x="882" y="14024"/>
                  </a:lnTo>
                  <a:lnTo>
                    <a:pt x="1066" y="10991"/>
                  </a:lnTo>
                  <a:lnTo>
                    <a:pt x="1884" y="9182"/>
                  </a:lnTo>
                  <a:lnTo>
                    <a:pt x="3103" y="0"/>
                  </a:lnTo>
                  <a:lnTo>
                    <a:pt x="3377" y="213"/>
                  </a:lnTo>
                  <a:lnTo>
                    <a:pt x="3772" y="1108"/>
                  </a:lnTo>
                  <a:lnTo>
                    <a:pt x="3160" y="7840"/>
                  </a:lnTo>
                  <a:lnTo>
                    <a:pt x="1450" y="1256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39"/>
            <p:cNvSpPr/>
            <p:nvPr/>
          </p:nvSpPr>
          <p:spPr>
            <a:xfrm>
              <a:off x="4374002" y="3790273"/>
              <a:ext cx="3391" cy="5829"/>
            </a:xfrm>
            <a:custGeom>
              <a:avLst/>
              <a:pathLst>
                <a:path w="3391" h="5829">
                  <a:moveTo>
                    <a:pt x="2951" y="5687"/>
                  </a:moveTo>
                  <a:lnTo>
                    <a:pt x="2016" y="5829"/>
                  </a:lnTo>
                  <a:lnTo>
                    <a:pt x="285" y="2195"/>
                  </a:lnTo>
                  <a:lnTo>
                    <a:pt x="0" y="1073"/>
                  </a:lnTo>
                  <a:lnTo>
                    <a:pt x="492" y="0"/>
                  </a:lnTo>
                  <a:lnTo>
                    <a:pt x="1009" y="77"/>
                  </a:lnTo>
                  <a:lnTo>
                    <a:pt x="3004" y="2369"/>
                  </a:lnTo>
                  <a:lnTo>
                    <a:pt x="3391" y="350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0"/>
            <p:cNvSpPr/>
            <p:nvPr/>
          </p:nvSpPr>
          <p:spPr>
            <a:xfrm>
              <a:off x="4620622" y="3789197"/>
              <a:ext cx="987" cy="3641"/>
            </a:xfrm>
            <a:custGeom>
              <a:avLst/>
              <a:pathLst>
                <a:path w="987" h="3641">
                  <a:moveTo>
                    <a:pt x="987" y="643"/>
                  </a:moveTo>
                  <a:lnTo>
                    <a:pt x="941" y="3641"/>
                  </a:lnTo>
                  <a:lnTo>
                    <a:pt x="479" y="3474"/>
                  </a:lnTo>
                  <a:lnTo>
                    <a:pt x="105" y="2423"/>
                  </a:lnTo>
                  <a:lnTo>
                    <a:pt x="0" y="1434"/>
                  </a:lnTo>
                  <a:lnTo>
                    <a:pt x="21" y="629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1"/>
            <p:cNvSpPr/>
            <p:nvPr/>
          </p:nvSpPr>
          <p:spPr>
            <a:xfrm>
              <a:off x="4600686" y="3783951"/>
              <a:ext cx="2915" cy="11597"/>
            </a:xfrm>
            <a:custGeom>
              <a:avLst/>
              <a:pathLst>
                <a:path w="2915" h="11597">
                  <a:moveTo>
                    <a:pt x="2698" y="10806"/>
                  </a:moveTo>
                  <a:lnTo>
                    <a:pt x="1968" y="11597"/>
                  </a:lnTo>
                  <a:lnTo>
                    <a:pt x="585" y="8215"/>
                  </a:lnTo>
                  <a:lnTo>
                    <a:pt x="0" y="5433"/>
                  </a:lnTo>
                  <a:lnTo>
                    <a:pt x="140" y="3860"/>
                  </a:lnTo>
                  <a:lnTo>
                    <a:pt x="554" y="2481"/>
                  </a:lnTo>
                  <a:lnTo>
                    <a:pt x="750" y="2138"/>
                  </a:lnTo>
                  <a:lnTo>
                    <a:pt x="665" y="701"/>
                  </a:lnTo>
                  <a:lnTo>
                    <a:pt x="1210" y="0"/>
                  </a:lnTo>
                  <a:lnTo>
                    <a:pt x="1809" y="98"/>
                  </a:lnTo>
                  <a:lnTo>
                    <a:pt x="2202" y="2025"/>
                  </a:lnTo>
                  <a:lnTo>
                    <a:pt x="2675" y="2556"/>
                  </a:lnTo>
                  <a:lnTo>
                    <a:pt x="2915" y="440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2"/>
            <p:cNvSpPr/>
            <p:nvPr/>
          </p:nvSpPr>
          <p:spPr>
            <a:xfrm>
              <a:off x="4606147" y="3770547"/>
              <a:ext cx="5486" cy="22828"/>
            </a:xfrm>
            <a:custGeom>
              <a:avLst/>
              <a:pathLst>
                <a:path w="5486" h="22828">
                  <a:moveTo>
                    <a:pt x="4166" y="19229"/>
                  </a:moveTo>
                  <a:lnTo>
                    <a:pt x="3869" y="21192"/>
                  </a:lnTo>
                  <a:lnTo>
                    <a:pt x="3231" y="22718"/>
                  </a:lnTo>
                  <a:lnTo>
                    <a:pt x="2723" y="22828"/>
                  </a:lnTo>
                  <a:lnTo>
                    <a:pt x="2192" y="22516"/>
                  </a:lnTo>
                  <a:lnTo>
                    <a:pt x="1253" y="21180"/>
                  </a:lnTo>
                  <a:lnTo>
                    <a:pt x="1014" y="22588"/>
                  </a:lnTo>
                  <a:lnTo>
                    <a:pt x="275" y="22525"/>
                  </a:lnTo>
                  <a:lnTo>
                    <a:pt x="0" y="20710"/>
                  </a:lnTo>
                  <a:lnTo>
                    <a:pt x="528" y="15337"/>
                  </a:lnTo>
                  <a:lnTo>
                    <a:pt x="1302" y="13331"/>
                  </a:lnTo>
                  <a:lnTo>
                    <a:pt x="1230" y="11225"/>
                  </a:lnTo>
                  <a:lnTo>
                    <a:pt x="591" y="6735"/>
                  </a:lnTo>
                  <a:lnTo>
                    <a:pt x="987" y="4389"/>
                  </a:lnTo>
                  <a:lnTo>
                    <a:pt x="2777" y="2614"/>
                  </a:lnTo>
                  <a:lnTo>
                    <a:pt x="4336" y="450"/>
                  </a:lnTo>
                  <a:lnTo>
                    <a:pt x="4820" y="0"/>
                  </a:lnTo>
                  <a:lnTo>
                    <a:pt x="5255" y="1665"/>
                  </a:lnTo>
                  <a:lnTo>
                    <a:pt x="5486" y="9314"/>
                  </a:lnTo>
                  <a:lnTo>
                    <a:pt x="3808" y="153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3"/>
            <p:cNvSpPr/>
            <p:nvPr/>
          </p:nvSpPr>
          <p:spPr>
            <a:xfrm>
              <a:off x="4609621" y="3763699"/>
              <a:ext cx="7112" cy="37952"/>
            </a:xfrm>
            <a:custGeom>
              <a:avLst/>
              <a:pathLst>
                <a:path w="7112" h="37952">
                  <a:moveTo>
                    <a:pt x="6845" y="4853"/>
                  </a:moveTo>
                  <a:lnTo>
                    <a:pt x="7112" y="11207"/>
                  </a:lnTo>
                  <a:lnTo>
                    <a:pt x="7028" y="12875"/>
                  </a:lnTo>
                  <a:lnTo>
                    <a:pt x="6381" y="10431"/>
                  </a:lnTo>
                  <a:lnTo>
                    <a:pt x="6148" y="9943"/>
                  </a:lnTo>
                  <a:lnTo>
                    <a:pt x="5970" y="10431"/>
                  </a:lnTo>
                  <a:lnTo>
                    <a:pt x="5741" y="10700"/>
                  </a:lnTo>
                  <a:lnTo>
                    <a:pt x="5411" y="10676"/>
                  </a:lnTo>
                  <a:lnTo>
                    <a:pt x="4983" y="13144"/>
                  </a:lnTo>
                  <a:lnTo>
                    <a:pt x="4944" y="15464"/>
                  </a:lnTo>
                  <a:lnTo>
                    <a:pt x="4621" y="17025"/>
                  </a:lnTo>
                  <a:lnTo>
                    <a:pt x="4450" y="22207"/>
                  </a:lnTo>
                  <a:lnTo>
                    <a:pt x="4558" y="23604"/>
                  </a:lnTo>
                  <a:lnTo>
                    <a:pt x="5059" y="22914"/>
                  </a:lnTo>
                  <a:lnTo>
                    <a:pt x="5368" y="22738"/>
                  </a:lnTo>
                  <a:lnTo>
                    <a:pt x="6501" y="24735"/>
                  </a:lnTo>
                  <a:lnTo>
                    <a:pt x="7100" y="26193"/>
                  </a:lnTo>
                  <a:lnTo>
                    <a:pt x="6931" y="27956"/>
                  </a:lnTo>
                  <a:lnTo>
                    <a:pt x="6165" y="29733"/>
                  </a:lnTo>
                  <a:lnTo>
                    <a:pt x="5275" y="30507"/>
                  </a:lnTo>
                  <a:lnTo>
                    <a:pt x="4612" y="29745"/>
                  </a:lnTo>
                  <a:lnTo>
                    <a:pt x="4416" y="30105"/>
                  </a:lnTo>
                  <a:lnTo>
                    <a:pt x="4024" y="31020"/>
                  </a:lnTo>
                  <a:lnTo>
                    <a:pt x="3726" y="32224"/>
                  </a:lnTo>
                  <a:lnTo>
                    <a:pt x="3812" y="33461"/>
                  </a:lnTo>
                  <a:lnTo>
                    <a:pt x="3052" y="36968"/>
                  </a:lnTo>
                  <a:lnTo>
                    <a:pt x="2614" y="37952"/>
                  </a:lnTo>
                  <a:lnTo>
                    <a:pt x="1704" y="36878"/>
                  </a:lnTo>
                  <a:lnTo>
                    <a:pt x="1144" y="37802"/>
                  </a:lnTo>
                  <a:lnTo>
                    <a:pt x="691" y="37718"/>
                  </a:lnTo>
                  <a:lnTo>
                    <a:pt x="0" y="34209"/>
                  </a:lnTo>
                  <a:lnTo>
                    <a:pt x="17" y="32561"/>
                  </a:lnTo>
                  <a:lnTo>
                    <a:pt x="658" y="30711"/>
                  </a:lnTo>
                  <a:lnTo>
                    <a:pt x="663" y="29378"/>
                  </a:lnTo>
                  <a:lnTo>
                    <a:pt x="980" y="27892"/>
                  </a:lnTo>
                  <a:lnTo>
                    <a:pt x="1685" y="25855"/>
                  </a:lnTo>
                  <a:lnTo>
                    <a:pt x="2089" y="24326"/>
                  </a:lnTo>
                  <a:lnTo>
                    <a:pt x="2101" y="23353"/>
                  </a:lnTo>
                  <a:lnTo>
                    <a:pt x="2401" y="19665"/>
                  </a:lnTo>
                  <a:lnTo>
                    <a:pt x="2518" y="18119"/>
                  </a:lnTo>
                  <a:lnTo>
                    <a:pt x="2722" y="16474"/>
                  </a:lnTo>
                  <a:lnTo>
                    <a:pt x="3043" y="13129"/>
                  </a:lnTo>
                  <a:lnTo>
                    <a:pt x="3088" y="6839"/>
                  </a:lnTo>
                  <a:lnTo>
                    <a:pt x="4165" y="1647"/>
                  </a:lnTo>
                  <a:lnTo>
                    <a:pt x="5216" y="230"/>
                  </a:lnTo>
                  <a:lnTo>
                    <a:pt x="5635" y="0"/>
                  </a:lnTo>
                  <a:lnTo>
                    <a:pt x="5569" y="137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4"/>
            <p:cNvSpPr/>
            <p:nvPr/>
          </p:nvSpPr>
          <p:spPr>
            <a:xfrm>
              <a:off x="4733171" y="3755547"/>
              <a:ext cx="3463" cy="5563"/>
            </a:xfrm>
            <a:custGeom>
              <a:avLst/>
              <a:pathLst>
                <a:path w="3463" h="5563">
                  <a:moveTo>
                    <a:pt x="2875" y="3985"/>
                  </a:moveTo>
                  <a:lnTo>
                    <a:pt x="3463" y="5563"/>
                  </a:lnTo>
                  <a:lnTo>
                    <a:pt x="2094" y="4325"/>
                  </a:lnTo>
                  <a:lnTo>
                    <a:pt x="139" y="1731"/>
                  </a:lnTo>
                  <a:lnTo>
                    <a:pt x="0" y="0"/>
                  </a:lnTo>
                  <a:lnTo>
                    <a:pt x="1650" y="262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5"/>
            <p:cNvSpPr/>
            <p:nvPr/>
          </p:nvSpPr>
          <p:spPr>
            <a:xfrm>
              <a:off x="4614041" y="3751703"/>
              <a:ext cx="3198" cy="7456"/>
            </a:xfrm>
            <a:custGeom>
              <a:avLst/>
              <a:pathLst>
                <a:path w="3198" h="7456">
                  <a:moveTo>
                    <a:pt x="3145" y="3901"/>
                  </a:moveTo>
                  <a:lnTo>
                    <a:pt x="2019" y="7456"/>
                  </a:lnTo>
                  <a:lnTo>
                    <a:pt x="1232" y="7274"/>
                  </a:lnTo>
                  <a:lnTo>
                    <a:pt x="295" y="4937"/>
                  </a:lnTo>
                  <a:lnTo>
                    <a:pt x="21" y="2374"/>
                  </a:lnTo>
                  <a:lnTo>
                    <a:pt x="0" y="1448"/>
                  </a:lnTo>
                  <a:lnTo>
                    <a:pt x="642" y="0"/>
                  </a:lnTo>
                  <a:lnTo>
                    <a:pt x="2794" y="490"/>
                  </a:lnTo>
                  <a:lnTo>
                    <a:pt x="3198" y="177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4676444" y="3737927"/>
              <a:ext cx="1967" cy="3638"/>
            </a:xfrm>
            <a:custGeom>
              <a:avLst/>
              <a:pathLst>
                <a:path w="1967" h="3638">
                  <a:moveTo>
                    <a:pt x="1967" y="2089"/>
                  </a:moveTo>
                  <a:lnTo>
                    <a:pt x="0" y="3638"/>
                  </a:lnTo>
                  <a:lnTo>
                    <a:pt x="422" y="758"/>
                  </a:lnTo>
                  <a:lnTo>
                    <a:pt x="689" y="0"/>
                  </a:lnTo>
                  <a:lnTo>
                    <a:pt x="1665" y="7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4671075" y="3737855"/>
              <a:ext cx="4650" cy="7644"/>
            </a:xfrm>
            <a:custGeom>
              <a:avLst/>
              <a:pathLst>
                <a:path w="4650" h="7644">
                  <a:moveTo>
                    <a:pt x="4034" y="4795"/>
                  </a:moveTo>
                  <a:lnTo>
                    <a:pt x="3739" y="5875"/>
                  </a:lnTo>
                  <a:lnTo>
                    <a:pt x="3070" y="6587"/>
                  </a:lnTo>
                  <a:lnTo>
                    <a:pt x="2510" y="6512"/>
                  </a:lnTo>
                  <a:lnTo>
                    <a:pt x="2692" y="5476"/>
                  </a:lnTo>
                  <a:lnTo>
                    <a:pt x="2553" y="4870"/>
                  </a:lnTo>
                  <a:lnTo>
                    <a:pt x="2138" y="5145"/>
                  </a:lnTo>
                  <a:lnTo>
                    <a:pt x="1464" y="5976"/>
                  </a:lnTo>
                  <a:lnTo>
                    <a:pt x="610" y="7644"/>
                  </a:lnTo>
                  <a:lnTo>
                    <a:pt x="107" y="6818"/>
                  </a:lnTo>
                  <a:lnTo>
                    <a:pt x="0" y="5526"/>
                  </a:lnTo>
                  <a:lnTo>
                    <a:pt x="29" y="4937"/>
                  </a:lnTo>
                  <a:lnTo>
                    <a:pt x="1049" y="2617"/>
                  </a:lnTo>
                  <a:lnTo>
                    <a:pt x="2234" y="2221"/>
                  </a:lnTo>
                  <a:lnTo>
                    <a:pt x="3905" y="0"/>
                  </a:lnTo>
                  <a:lnTo>
                    <a:pt x="4650" y="106"/>
                  </a:lnTo>
                  <a:lnTo>
                    <a:pt x="4472" y="1517"/>
                  </a:lnTo>
                  <a:lnTo>
                    <a:pt x="4212" y="2522"/>
                  </a:lnTo>
                  <a:lnTo>
                    <a:pt x="4055" y="35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4678672" y="3737339"/>
              <a:ext cx="1580" cy="3182"/>
            </a:xfrm>
            <a:custGeom>
              <a:avLst/>
              <a:pathLst>
                <a:path w="1580" h="3182">
                  <a:moveTo>
                    <a:pt x="1580" y="1538"/>
                  </a:moveTo>
                  <a:lnTo>
                    <a:pt x="1553" y="2787"/>
                  </a:lnTo>
                  <a:lnTo>
                    <a:pt x="1474" y="3182"/>
                  </a:lnTo>
                  <a:lnTo>
                    <a:pt x="847" y="2747"/>
                  </a:lnTo>
                  <a:lnTo>
                    <a:pt x="395" y="2770"/>
                  </a:lnTo>
                  <a:lnTo>
                    <a:pt x="0" y="513"/>
                  </a:lnTo>
                  <a:lnTo>
                    <a:pt x="112" y="0"/>
                  </a:lnTo>
                  <a:lnTo>
                    <a:pt x="936" y="646"/>
                  </a:lnTo>
                  <a:lnTo>
                    <a:pt x="1247" y="8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4537599" y="3734534"/>
              <a:ext cx="1155" cy="6997"/>
            </a:xfrm>
            <a:custGeom>
              <a:avLst/>
              <a:pathLst>
                <a:path w="1155" h="6997">
                  <a:moveTo>
                    <a:pt x="1122" y="1907"/>
                  </a:moveTo>
                  <a:lnTo>
                    <a:pt x="704" y="6997"/>
                  </a:lnTo>
                  <a:lnTo>
                    <a:pt x="0" y="4112"/>
                  </a:lnTo>
                  <a:lnTo>
                    <a:pt x="791" y="692"/>
                  </a:lnTo>
                  <a:lnTo>
                    <a:pt x="1155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4666042" y="3730231"/>
              <a:ext cx="1629" cy="3099"/>
            </a:xfrm>
            <a:custGeom>
              <a:avLst/>
              <a:pathLst>
                <a:path w="1629" h="3099">
                  <a:moveTo>
                    <a:pt x="1364" y="1797"/>
                  </a:moveTo>
                  <a:lnTo>
                    <a:pt x="1629" y="3099"/>
                  </a:lnTo>
                  <a:lnTo>
                    <a:pt x="498" y="2276"/>
                  </a:lnTo>
                  <a:lnTo>
                    <a:pt x="0" y="1001"/>
                  </a:lnTo>
                  <a:lnTo>
                    <a:pt x="492" y="213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4534052" y="3730136"/>
              <a:ext cx="3455" cy="23728"/>
            </a:xfrm>
            <a:custGeom>
              <a:avLst/>
              <a:pathLst>
                <a:path w="3455" h="23728">
                  <a:moveTo>
                    <a:pt x="3279" y="18234"/>
                  </a:moveTo>
                  <a:lnTo>
                    <a:pt x="863" y="23728"/>
                  </a:lnTo>
                  <a:lnTo>
                    <a:pt x="465" y="22334"/>
                  </a:lnTo>
                  <a:lnTo>
                    <a:pt x="674" y="16736"/>
                  </a:lnTo>
                  <a:lnTo>
                    <a:pt x="0" y="13262"/>
                  </a:lnTo>
                  <a:lnTo>
                    <a:pt x="47" y="10676"/>
                  </a:lnTo>
                  <a:lnTo>
                    <a:pt x="520" y="6111"/>
                  </a:lnTo>
                  <a:lnTo>
                    <a:pt x="1139" y="2614"/>
                  </a:lnTo>
                  <a:lnTo>
                    <a:pt x="2543" y="274"/>
                  </a:lnTo>
                  <a:lnTo>
                    <a:pt x="2892" y="0"/>
                  </a:lnTo>
                  <a:lnTo>
                    <a:pt x="2805" y="4247"/>
                  </a:lnTo>
                  <a:lnTo>
                    <a:pt x="3086" y="5843"/>
                  </a:lnTo>
                  <a:lnTo>
                    <a:pt x="3185" y="7208"/>
                  </a:lnTo>
                  <a:lnTo>
                    <a:pt x="3034" y="8382"/>
                  </a:lnTo>
                  <a:lnTo>
                    <a:pt x="3300" y="13813"/>
                  </a:lnTo>
                  <a:lnTo>
                    <a:pt x="3455" y="15126"/>
                  </a:lnTo>
                  <a:lnTo>
                    <a:pt x="3117" y="1683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4649226" y="3724645"/>
              <a:ext cx="14014" cy="22409"/>
            </a:xfrm>
            <a:custGeom>
              <a:avLst/>
              <a:pathLst>
                <a:path w="14014" h="22409">
                  <a:moveTo>
                    <a:pt x="9605" y="669"/>
                  </a:moveTo>
                  <a:lnTo>
                    <a:pt x="11496" y="2977"/>
                  </a:lnTo>
                  <a:lnTo>
                    <a:pt x="11927" y="4484"/>
                  </a:lnTo>
                  <a:lnTo>
                    <a:pt x="12266" y="6273"/>
                  </a:lnTo>
                  <a:lnTo>
                    <a:pt x="12638" y="7257"/>
                  </a:lnTo>
                  <a:lnTo>
                    <a:pt x="13084" y="8062"/>
                  </a:lnTo>
                  <a:lnTo>
                    <a:pt x="13819" y="9626"/>
                  </a:lnTo>
                  <a:lnTo>
                    <a:pt x="14014" y="11992"/>
                  </a:lnTo>
                  <a:lnTo>
                    <a:pt x="13845" y="16777"/>
                  </a:lnTo>
                  <a:lnTo>
                    <a:pt x="12989" y="17198"/>
                  </a:lnTo>
                  <a:lnTo>
                    <a:pt x="12182" y="17896"/>
                  </a:lnTo>
                  <a:lnTo>
                    <a:pt x="10523" y="20664"/>
                  </a:lnTo>
                  <a:lnTo>
                    <a:pt x="9706" y="21206"/>
                  </a:lnTo>
                  <a:lnTo>
                    <a:pt x="8834" y="21391"/>
                  </a:lnTo>
                  <a:lnTo>
                    <a:pt x="8215" y="22115"/>
                  </a:lnTo>
                  <a:lnTo>
                    <a:pt x="7593" y="22409"/>
                  </a:lnTo>
                  <a:lnTo>
                    <a:pt x="5986" y="20874"/>
                  </a:lnTo>
                  <a:lnTo>
                    <a:pt x="4426" y="19071"/>
                  </a:lnTo>
                  <a:lnTo>
                    <a:pt x="2164" y="15954"/>
                  </a:lnTo>
                  <a:lnTo>
                    <a:pt x="1747" y="15192"/>
                  </a:lnTo>
                  <a:lnTo>
                    <a:pt x="1383" y="13519"/>
                  </a:lnTo>
                  <a:lnTo>
                    <a:pt x="345" y="10512"/>
                  </a:lnTo>
                  <a:lnTo>
                    <a:pt x="86" y="8587"/>
                  </a:lnTo>
                  <a:lnTo>
                    <a:pt x="0" y="3110"/>
                  </a:lnTo>
                  <a:lnTo>
                    <a:pt x="271" y="1858"/>
                  </a:lnTo>
                  <a:lnTo>
                    <a:pt x="711" y="1188"/>
                  </a:lnTo>
                  <a:lnTo>
                    <a:pt x="2222" y="2449"/>
                  </a:lnTo>
                  <a:lnTo>
                    <a:pt x="3219" y="1122"/>
                  </a:lnTo>
                  <a:lnTo>
                    <a:pt x="6083" y="0"/>
                  </a:lnTo>
                  <a:lnTo>
                    <a:pt x="8997" y="11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4670030" y="3720841"/>
              <a:ext cx="1767" cy="2467"/>
            </a:xfrm>
            <a:custGeom>
              <a:avLst/>
              <a:pathLst>
                <a:path w="1767" h="2467">
                  <a:moveTo>
                    <a:pt x="1767" y="0"/>
                  </a:moveTo>
                  <a:lnTo>
                    <a:pt x="1190" y="2467"/>
                  </a:lnTo>
                  <a:lnTo>
                    <a:pt x="176" y="2357"/>
                  </a:lnTo>
                  <a:lnTo>
                    <a:pt x="0" y="2005"/>
                  </a:lnTo>
                  <a:lnTo>
                    <a:pt x="1198" y="46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4427309" y="3719730"/>
              <a:ext cx="1930" cy="3734"/>
            </a:xfrm>
            <a:custGeom>
              <a:avLst/>
              <a:pathLst>
                <a:path w="1930" h="3734">
                  <a:moveTo>
                    <a:pt x="1651" y="3142"/>
                  </a:moveTo>
                  <a:lnTo>
                    <a:pt x="1459" y="3734"/>
                  </a:lnTo>
                  <a:lnTo>
                    <a:pt x="821" y="3413"/>
                  </a:lnTo>
                  <a:lnTo>
                    <a:pt x="361" y="2597"/>
                  </a:lnTo>
                  <a:lnTo>
                    <a:pt x="72" y="1817"/>
                  </a:lnTo>
                  <a:lnTo>
                    <a:pt x="0" y="1001"/>
                  </a:lnTo>
                  <a:lnTo>
                    <a:pt x="621" y="0"/>
                  </a:lnTo>
                  <a:lnTo>
                    <a:pt x="1930" y="10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4434900" y="3717832"/>
              <a:ext cx="1119" cy="2677"/>
            </a:xfrm>
            <a:custGeom>
              <a:avLst/>
              <a:pathLst>
                <a:path w="1119" h="2677">
                  <a:moveTo>
                    <a:pt x="815" y="1916"/>
                  </a:moveTo>
                  <a:lnTo>
                    <a:pt x="349" y="2677"/>
                  </a:lnTo>
                  <a:lnTo>
                    <a:pt x="78" y="1947"/>
                  </a:lnTo>
                  <a:lnTo>
                    <a:pt x="0" y="1131"/>
                  </a:lnTo>
                  <a:lnTo>
                    <a:pt x="194" y="100"/>
                  </a:lnTo>
                  <a:lnTo>
                    <a:pt x="828" y="0"/>
                  </a:lnTo>
                  <a:lnTo>
                    <a:pt x="1119" y="3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4670533" y="3716386"/>
              <a:ext cx="34317" cy="31675"/>
            </a:xfrm>
            <a:custGeom>
              <a:avLst/>
              <a:pathLst>
                <a:path w="34317" h="31675">
                  <a:moveTo>
                    <a:pt x="21597" y="2366"/>
                  </a:moveTo>
                  <a:lnTo>
                    <a:pt x="24241" y="5641"/>
                  </a:lnTo>
                  <a:lnTo>
                    <a:pt x="25611" y="6123"/>
                  </a:lnTo>
                  <a:lnTo>
                    <a:pt x="27914" y="5696"/>
                  </a:lnTo>
                  <a:lnTo>
                    <a:pt x="28783" y="6016"/>
                  </a:lnTo>
                  <a:lnTo>
                    <a:pt x="30979" y="10197"/>
                  </a:lnTo>
                  <a:lnTo>
                    <a:pt x="31620" y="13069"/>
                  </a:lnTo>
                  <a:lnTo>
                    <a:pt x="31805" y="15547"/>
                  </a:lnTo>
                  <a:lnTo>
                    <a:pt x="32143" y="17899"/>
                  </a:lnTo>
                  <a:lnTo>
                    <a:pt x="32684" y="18485"/>
                  </a:lnTo>
                  <a:lnTo>
                    <a:pt x="33321" y="18704"/>
                  </a:lnTo>
                  <a:lnTo>
                    <a:pt x="34152" y="22089"/>
                  </a:lnTo>
                  <a:lnTo>
                    <a:pt x="34317" y="23183"/>
                  </a:lnTo>
                  <a:lnTo>
                    <a:pt x="33685" y="31675"/>
                  </a:lnTo>
                  <a:lnTo>
                    <a:pt x="31100" y="28458"/>
                  </a:lnTo>
                  <a:lnTo>
                    <a:pt x="28599" y="24805"/>
                  </a:lnTo>
                  <a:lnTo>
                    <a:pt x="27524" y="23448"/>
                  </a:lnTo>
                  <a:lnTo>
                    <a:pt x="24645" y="20358"/>
                  </a:lnTo>
                  <a:lnTo>
                    <a:pt x="24204" y="19299"/>
                  </a:lnTo>
                  <a:lnTo>
                    <a:pt x="23881" y="17902"/>
                  </a:lnTo>
                  <a:lnTo>
                    <a:pt x="22627" y="15998"/>
                  </a:lnTo>
                  <a:lnTo>
                    <a:pt x="20124" y="15703"/>
                  </a:lnTo>
                  <a:lnTo>
                    <a:pt x="19184" y="15752"/>
                  </a:lnTo>
                  <a:lnTo>
                    <a:pt x="18801" y="16038"/>
                  </a:lnTo>
                  <a:lnTo>
                    <a:pt x="18901" y="17062"/>
                  </a:lnTo>
                  <a:lnTo>
                    <a:pt x="18916" y="19146"/>
                  </a:lnTo>
                  <a:lnTo>
                    <a:pt x="18294" y="19723"/>
                  </a:lnTo>
                  <a:lnTo>
                    <a:pt x="16742" y="18407"/>
                  </a:lnTo>
                  <a:lnTo>
                    <a:pt x="15353" y="17934"/>
                  </a:lnTo>
                  <a:lnTo>
                    <a:pt x="14151" y="16650"/>
                  </a:lnTo>
                  <a:lnTo>
                    <a:pt x="12538" y="15966"/>
                  </a:lnTo>
                  <a:lnTo>
                    <a:pt x="12360" y="15319"/>
                  </a:lnTo>
                  <a:lnTo>
                    <a:pt x="12499" y="14358"/>
                  </a:lnTo>
                  <a:lnTo>
                    <a:pt x="12427" y="13455"/>
                  </a:lnTo>
                  <a:lnTo>
                    <a:pt x="12054" y="13106"/>
                  </a:lnTo>
                  <a:lnTo>
                    <a:pt x="11330" y="13273"/>
                  </a:lnTo>
                  <a:lnTo>
                    <a:pt x="10631" y="14180"/>
                  </a:lnTo>
                  <a:lnTo>
                    <a:pt x="10050" y="15210"/>
                  </a:lnTo>
                  <a:lnTo>
                    <a:pt x="9195" y="18049"/>
                  </a:lnTo>
                  <a:lnTo>
                    <a:pt x="8758" y="19137"/>
                  </a:lnTo>
                  <a:lnTo>
                    <a:pt x="7349" y="19602"/>
                  </a:lnTo>
                  <a:lnTo>
                    <a:pt x="6766" y="19328"/>
                  </a:lnTo>
                  <a:lnTo>
                    <a:pt x="6229" y="18623"/>
                  </a:lnTo>
                  <a:lnTo>
                    <a:pt x="4626" y="13438"/>
                  </a:lnTo>
                  <a:lnTo>
                    <a:pt x="4086" y="12318"/>
                  </a:lnTo>
                  <a:lnTo>
                    <a:pt x="3483" y="11404"/>
                  </a:lnTo>
                  <a:lnTo>
                    <a:pt x="2924" y="10982"/>
                  </a:lnTo>
                  <a:lnTo>
                    <a:pt x="2349" y="11770"/>
                  </a:lnTo>
                  <a:lnTo>
                    <a:pt x="2046" y="13380"/>
                  </a:lnTo>
                  <a:lnTo>
                    <a:pt x="1910" y="15293"/>
                  </a:lnTo>
                  <a:lnTo>
                    <a:pt x="1750" y="16393"/>
                  </a:lnTo>
                  <a:lnTo>
                    <a:pt x="1059" y="19460"/>
                  </a:lnTo>
                  <a:lnTo>
                    <a:pt x="488" y="21284"/>
                  </a:lnTo>
                  <a:lnTo>
                    <a:pt x="280" y="20995"/>
                  </a:lnTo>
                  <a:lnTo>
                    <a:pt x="574" y="18069"/>
                  </a:lnTo>
                  <a:lnTo>
                    <a:pt x="575" y="16419"/>
                  </a:lnTo>
                  <a:lnTo>
                    <a:pt x="221" y="14673"/>
                  </a:lnTo>
                  <a:lnTo>
                    <a:pt x="0" y="12893"/>
                  </a:lnTo>
                  <a:lnTo>
                    <a:pt x="2709" y="4397"/>
                  </a:lnTo>
                  <a:lnTo>
                    <a:pt x="3689" y="2369"/>
                  </a:lnTo>
                  <a:lnTo>
                    <a:pt x="7962" y="1667"/>
                  </a:lnTo>
                  <a:lnTo>
                    <a:pt x="10502" y="2094"/>
                  </a:lnTo>
                  <a:lnTo>
                    <a:pt x="11885" y="1887"/>
                  </a:lnTo>
                  <a:lnTo>
                    <a:pt x="12810" y="1263"/>
                  </a:lnTo>
                  <a:lnTo>
                    <a:pt x="13576" y="1558"/>
                  </a:lnTo>
                  <a:lnTo>
                    <a:pt x="13768" y="3231"/>
                  </a:lnTo>
                  <a:lnTo>
                    <a:pt x="14251" y="4469"/>
                  </a:lnTo>
                  <a:lnTo>
                    <a:pt x="14919" y="4366"/>
                  </a:lnTo>
                  <a:lnTo>
                    <a:pt x="16130" y="3053"/>
                  </a:lnTo>
                  <a:lnTo>
                    <a:pt x="17183" y="1027"/>
                  </a:lnTo>
                  <a:lnTo>
                    <a:pt x="17830" y="147"/>
                  </a:lnTo>
                  <a:lnTo>
                    <a:pt x="18484" y="0"/>
                  </a:lnTo>
                  <a:lnTo>
                    <a:pt x="19161" y="135"/>
                  </a:lnTo>
                  <a:lnTo>
                    <a:pt x="19823" y="60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4351775" y="3716311"/>
              <a:ext cx="3332" cy="16113"/>
            </a:xfrm>
            <a:custGeom>
              <a:avLst/>
              <a:pathLst>
                <a:path w="3332" h="16113">
                  <a:moveTo>
                    <a:pt x="2828" y="11810"/>
                  </a:moveTo>
                  <a:lnTo>
                    <a:pt x="3289" y="16113"/>
                  </a:lnTo>
                  <a:lnTo>
                    <a:pt x="1919" y="13178"/>
                  </a:lnTo>
                  <a:lnTo>
                    <a:pt x="1946" y="11098"/>
                  </a:lnTo>
                  <a:lnTo>
                    <a:pt x="1757" y="9747"/>
                  </a:lnTo>
                  <a:lnTo>
                    <a:pt x="928" y="8088"/>
                  </a:lnTo>
                  <a:lnTo>
                    <a:pt x="287" y="6016"/>
                  </a:lnTo>
                  <a:lnTo>
                    <a:pt x="0" y="1093"/>
                  </a:lnTo>
                  <a:lnTo>
                    <a:pt x="221" y="69"/>
                  </a:lnTo>
                  <a:lnTo>
                    <a:pt x="763" y="0"/>
                  </a:lnTo>
                  <a:lnTo>
                    <a:pt x="3168" y="6463"/>
                  </a:lnTo>
                  <a:lnTo>
                    <a:pt x="3332" y="7557"/>
                  </a:lnTo>
                  <a:lnTo>
                    <a:pt x="3279" y="9860"/>
                  </a:lnTo>
                  <a:lnTo>
                    <a:pt x="2929" y="105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4436753" y="3708837"/>
              <a:ext cx="8368" cy="20583"/>
            </a:xfrm>
            <a:custGeom>
              <a:avLst/>
              <a:pathLst>
                <a:path w="8368" h="20583">
                  <a:moveTo>
                    <a:pt x="7408" y="13810"/>
                  </a:moveTo>
                  <a:lnTo>
                    <a:pt x="7230" y="16924"/>
                  </a:lnTo>
                  <a:lnTo>
                    <a:pt x="6948" y="18098"/>
                  </a:lnTo>
                  <a:lnTo>
                    <a:pt x="5985" y="19639"/>
                  </a:lnTo>
                  <a:lnTo>
                    <a:pt x="5659" y="20583"/>
                  </a:lnTo>
                  <a:lnTo>
                    <a:pt x="4760" y="20433"/>
                  </a:lnTo>
                  <a:lnTo>
                    <a:pt x="4647" y="18802"/>
                  </a:lnTo>
                  <a:lnTo>
                    <a:pt x="4345" y="17700"/>
                  </a:lnTo>
                  <a:lnTo>
                    <a:pt x="3391" y="16430"/>
                  </a:lnTo>
                  <a:lnTo>
                    <a:pt x="3143" y="16736"/>
                  </a:lnTo>
                  <a:lnTo>
                    <a:pt x="2972" y="18629"/>
                  </a:lnTo>
                  <a:lnTo>
                    <a:pt x="1105" y="19954"/>
                  </a:lnTo>
                  <a:lnTo>
                    <a:pt x="586" y="20066"/>
                  </a:lnTo>
                  <a:lnTo>
                    <a:pt x="842" y="17567"/>
                  </a:lnTo>
                  <a:lnTo>
                    <a:pt x="361" y="15605"/>
                  </a:lnTo>
                  <a:lnTo>
                    <a:pt x="323" y="13187"/>
                  </a:lnTo>
                  <a:lnTo>
                    <a:pt x="234" y="12128"/>
                  </a:lnTo>
                  <a:lnTo>
                    <a:pt x="0" y="11519"/>
                  </a:lnTo>
                  <a:lnTo>
                    <a:pt x="476" y="9834"/>
                  </a:lnTo>
                  <a:lnTo>
                    <a:pt x="398" y="7961"/>
                  </a:lnTo>
                  <a:lnTo>
                    <a:pt x="899" y="5947"/>
                  </a:lnTo>
                  <a:lnTo>
                    <a:pt x="1183" y="1064"/>
                  </a:lnTo>
                  <a:lnTo>
                    <a:pt x="3156" y="0"/>
                  </a:lnTo>
                  <a:lnTo>
                    <a:pt x="3581" y="868"/>
                  </a:lnTo>
                  <a:lnTo>
                    <a:pt x="5879" y="1970"/>
                  </a:lnTo>
                  <a:lnTo>
                    <a:pt x="7499" y="4925"/>
                  </a:lnTo>
                  <a:lnTo>
                    <a:pt x="8368" y="88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4349346" y="3708246"/>
              <a:ext cx="2715" cy="9193"/>
            </a:xfrm>
            <a:custGeom>
              <a:avLst/>
              <a:pathLst>
                <a:path w="2715" h="9193">
                  <a:moveTo>
                    <a:pt x="2715" y="6818"/>
                  </a:moveTo>
                  <a:lnTo>
                    <a:pt x="1893" y="9193"/>
                  </a:lnTo>
                  <a:lnTo>
                    <a:pt x="538" y="9144"/>
                  </a:lnTo>
                  <a:lnTo>
                    <a:pt x="273" y="7670"/>
                  </a:lnTo>
                  <a:lnTo>
                    <a:pt x="330" y="4109"/>
                  </a:lnTo>
                  <a:lnTo>
                    <a:pt x="0" y="2940"/>
                  </a:lnTo>
                  <a:lnTo>
                    <a:pt x="13" y="2478"/>
                  </a:lnTo>
                  <a:lnTo>
                    <a:pt x="227" y="447"/>
                  </a:lnTo>
                  <a:lnTo>
                    <a:pt x="503" y="0"/>
                  </a:lnTo>
                  <a:lnTo>
                    <a:pt x="2690" y="500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4744842" y="3693985"/>
              <a:ext cx="966" cy="3283"/>
            </a:xfrm>
            <a:custGeom>
              <a:avLst/>
              <a:pathLst>
                <a:path w="966" h="3283">
                  <a:moveTo>
                    <a:pt x="450" y="2833"/>
                  </a:moveTo>
                  <a:lnTo>
                    <a:pt x="116" y="3283"/>
                  </a:lnTo>
                  <a:lnTo>
                    <a:pt x="0" y="1996"/>
                  </a:lnTo>
                  <a:lnTo>
                    <a:pt x="181" y="274"/>
                  </a:lnTo>
                  <a:lnTo>
                    <a:pt x="396" y="0"/>
                  </a:lnTo>
                  <a:lnTo>
                    <a:pt x="644" y="92"/>
                  </a:lnTo>
                  <a:lnTo>
                    <a:pt x="966" y="7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4344388" y="3693659"/>
              <a:ext cx="3572" cy="10434"/>
            </a:xfrm>
            <a:custGeom>
              <a:avLst/>
              <a:pathLst>
                <a:path w="3572" h="10434">
                  <a:moveTo>
                    <a:pt x="3517" y="9646"/>
                  </a:moveTo>
                  <a:lnTo>
                    <a:pt x="3572" y="10434"/>
                  </a:lnTo>
                  <a:lnTo>
                    <a:pt x="1700" y="7834"/>
                  </a:lnTo>
                  <a:lnTo>
                    <a:pt x="801" y="7118"/>
                  </a:lnTo>
                  <a:lnTo>
                    <a:pt x="0" y="4282"/>
                  </a:lnTo>
                  <a:lnTo>
                    <a:pt x="247" y="2920"/>
                  </a:lnTo>
                  <a:lnTo>
                    <a:pt x="280" y="1021"/>
                  </a:lnTo>
                  <a:lnTo>
                    <a:pt x="400" y="271"/>
                  </a:lnTo>
                  <a:lnTo>
                    <a:pt x="974" y="0"/>
                  </a:lnTo>
                  <a:lnTo>
                    <a:pt x="1714" y="1382"/>
                  </a:lnTo>
                  <a:lnTo>
                    <a:pt x="2271" y="4761"/>
                  </a:lnTo>
                  <a:lnTo>
                    <a:pt x="3202" y="79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4647344" y="3692424"/>
              <a:ext cx="2334" cy="14615"/>
            </a:xfrm>
            <a:custGeom>
              <a:avLst/>
              <a:pathLst>
                <a:path w="2334" h="14615">
                  <a:moveTo>
                    <a:pt x="2211" y="14079"/>
                  </a:moveTo>
                  <a:lnTo>
                    <a:pt x="2013" y="14615"/>
                  </a:lnTo>
                  <a:lnTo>
                    <a:pt x="1324" y="13020"/>
                  </a:lnTo>
                  <a:lnTo>
                    <a:pt x="859" y="8509"/>
                  </a:lnTo>
                  <a:lnTo>
                    <a:pt x="464" y="7309"/>
                  </a:lnTo>
                  <a:lnTo>
                    <a:pt x="0" y="3024"/>
                  </a:lnTo>
                  <a:lnTo>
                    <a:pt x="119" y="1806"/>
                  </a:lnTo>
                  <a:lnTo>
                    <a:pt x="688" y="0"/>
                  </a:lnTo>
                  <a:lnTo>
                    <a:pt x="1149" y="28"/>
                  </a:lnTo>
                  <a:lnTo>
                    <a:pt x="1493" y="1093"/>
                  </a:lnTo>
                  <a:lnTo>
                    <a:pt x="1301" y="5710"/>
                  </a:lnTo>
                  <a:lnTo>
                    <a:pt x="2334" y="1155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623342" y="3689573"/>
              <a:ext cx="1021" cy="3468"/>
            </a:xfrm>
            <a:custGeom>
              <a:avLst/>
              <a:pathLst>
                <a:path w="1021" h="3468">
                  <a:moveTo>
                    <a:pt x="817" y="2279"/>
                  </a:moveTo>
                  <a:lnTo>
                    <a:pt x="1021" y="3468"/>
                  </a:lnTo>
                  <a:lnTo>
                    <a:pt x="302" y="3428"/>
                  </a:lnTo>
                  <a:lnTo>
                    <a:pt x="0" y="1191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641869" y="3686955"/>
              <a:ext cx="10869" cy="4441"/>
            </a:xfrm>
            <a:custGeom>
              <a:avLst/>
              <a:pathLst>
                <a:path w="10869" h="4441">
                  <a:moveTo>
                    <a:pt x="7330" y="0"/>
                  </a:moveTo>
                  <a:lnTo>
                    <a:pt x="10869" y="978"/>
                  </a:lnTo>
                  <a:lnTo>
                    <a:pt x="10367" y="2043"/>
                  </a:lnTo>
                  <a:lnTo>
                    <a:pt x="6550" y="3748"/>
                  </a:lnTo>
                  <a:lnTo>
                    <a:pt x="5197" y="3439"/>
                  </a:lnTo>
                  <a:lnTo>
                    <a:pt x="1058" y="4441"/>
                  </a:lnTo>
                  <a:lnTo>
                    <a:pt x="522" y="4383"/>
                  </a:lnTo>
                  <a:lnTo>
                    <a:pt x="446" y="2732"/>
                  </a:lnTo>
                  <a:lnTo>
                    <a:pt x="0" y="1575"/>
                  </a:lnTo>
                  <a:lnTo>
                    <a:pt x="662" y="568"/>
                  </a:lnTo>
                  <a:lnTo>
                    <a:pt x="1538" y="328"/>
                  </a:lnTo>
                  <a:lnTo>
                    <a:pt x="3833" y="7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615213" y="3686450"/>
              <a:ext cx="939" cy="3731"/>
            </a:xfrm>
            <a:custGeom>
              <a:avLst/>
              <a:pathLst>
                <a:path w="939" h="3731">
                  <a:moveTo>
                    <a:pt x="939" y="1295"/>
                  </a:moveTo>
                  <a:lnTo>
                    <a:pt x="90" y="3731"/>
                  </a:lnTo>
                  <a:lnTo>
                    <a:pt x="0" y="2429"/>
                  </a:lnTo>
                  <a:lnTo>
                    <a:pt x="171" y="1246"/>
                  </a:lnTo>
                  <a:lnTo>
                    <a:pt x="409" y="415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691935" y="3684023"/>
              <a:ext cx="7909" cy="11031"/>
            </a:xfrm>
            <a:custGeom>
              <a:avLst/>
              <a:pathLst>
                <a:path w="7909" h="11031">
                  <a:moveTo>
                    <a:pt x="7084" y="0"/>
                  </a:moveTo>
                  <a:lnTo>
                    <a:pt x="7223" y="1751"/>
                  </a:lnTo>
                  <a:lnTo>
                    <a:pt x="7909" y="3370"/>
                  </a:lnTo>
                  <a:lnTo>
                    <a:pt x="7671" y="5889"/>
                  </a:lnTo>
                  <a:lnTo>
                    <a:pt x="7398" y="6267"/>
                  </a:lnTo>
                  <a:lnTo>
                    <a:pt x="7545" y="7419"/>
                  </a:lnTo>
                  <a:lnTo>
                    <a:pt x="7838" y="8296"/>
                  </a:lnTo>
                  <a:lnTo>
                    <a:pt x="7307" y="8905"/>
                  </a:lnTo>
                  <a:lnTo>
                    <a:pt x="6919" y="8607"/>
                  </a:lnTo>
                  <a:lnTo>
                    <a:pt x="6288" y="9421"/>
                  </a:lnTo>
                  <a:lnTo>
                    <a:pt x="5873" y="10555"/>
                  </a:lnTo>
                  <a:lnTo>
                    <a:pt x="4554" y="11031"/>
                  </a:lnTo>
                  <a:lnTo>
                    <a:pt x="4092" y="9981"/>
                  </a:lnTo>
                  <a:lnTo>
                    <a:pt x="1712" y="8743"/>
                  </a:lnTo>
                  <a:lnTo>
                    <a:pt x="192" y="6025"/>
                  </a:lnTo>
                  <a:lnTo>
                    <a:pt x="0" y="5211"/>
                  </a:lnTo>
                  <a:lnTo>
                    <a:pt x="2945" y="2019"/>
                  </a:lnTo>
                  <a:lnTo>
                    <a:pt x="4235" y="1180"/>
                  </a:lnTo>
                  <a:lnTo>
                    <a:pt x="5315" y="1232"/>
                  </a:lnTo>
                  <a:lnTo>
                    <a:pt x="6677" y="4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629700" y="3682410"/>
              <a:ext cx="11399" cy="10962"/>
            </a:xfrm>
            <a:custGeom>
              <a:avLst/>
              <a:pathLst>
                <a:path w="11399" h="10962">
                  <a:moveTo>
                    <a:pt x="7363" y="2054"/>
                  </a:moveTo>
                  <a:lnTo>
                    <a:pt x="8438" y="3104"/>
                  </a:lnTo>
                  <a:lnTo>
                    <a:pt x="8817" y="3099"/>
                  </a:lnTo>
                  <a:lnTo>
                    <a:pt x="9172" y="1872"/>
                  </a:lnTo>
                  <a:lnTo>
                    <a:pt x="9391" y="1673"/>
                  </a:lnTo>
                  <a:lnTo>
                    <a:pt x="9876" y="2273"/>
                  </a:lnTo>
                  <a:lnTo>
                    <a:pt x="9988" y="4264"/>
                  </a:lnTo>
                  <a:lnTo>
                    <a:pt x="10685" y="3987"/>
                  </a:lnTo>
                  <a:lnTo>
                    <a:pt x="11228" y="4668"/>
                  </a:lnTo>
                  <a:lnTo>
                    <a:pt x="11399" y="5145"/>
                  </a:lnTo>
                  <a:lnTo>
                    <a:pt x="11328" y="7127"/>
                  </a:lnTo>
                  <a:lnTo>
                    <a:pt x="9264" y="7476"/>
                  </a:lnTo>
                  <a:lnTo>
                    <a:pt x="7791" y="9075"/>
                  </a:lnTo>
                  <a:lnTo>
                    <a:pt x="5809" y="7638"/>
                  </a:lnTo>
                  <a:lnTo>
                    <a:pt x="3561" y="10114"/>
                  </a:lnTo>
                  <a:lnTo>
                    <a:pt x="2197" y="10962"/>
                  </a:lnTo>
                  <a:lnTo>
                    <a:pt x="1013" y="10910"/>
                  </a:lnTo>
                  <a:lnTo>
                    <a:pt x="0" y="6587"/>
                  </a:lnTo>
                  <a:lnTo>
                    <a:pt x="588" y="1523"/>
                  </a:lnTo>
                  <a:lnTo>
                    <a:pt x="1011" y="689"/>
                  </a:lnTo>
                  <a:lnTo>
                    <a:pt x="1764" y="248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757900" y="3681106"/>
              <a:ext cx="16374" cy="8919"/>
            </a:xfrm>
            <a:custGeom>
              <a:avLst/>
              <a:pathLst>
                <a:path w="16374" h="8919">
                  <a:moveTo>
                    <a:pt x="51" y="0"/>
                  </a:moveTo>
                  <a:lnTo>
                    <a:pt x="4596" y="1483"/>
                  </a:lnTo>
                  <a:lnTo>
                    <a:pt x="5828" y="1292"/>
                  </a:lnTo>
                  <a:lnTo>
                    <a:pt x="8422" y="1867"/>
                  </a:lnTo>
                  <a:lnTo>
                    <a:pt x="10586" y="3835"/>
                  </a:lnTo>
                  <a:lnTo>
                    <a:pt x="14371" y="4201"/>
                  </a:lnTo>
                  <a:lnTo>
                    <a:pt x="15501" y="4787"/>
                  </a:lnTo>
                  <a:lnTo>
                    <a:pt x="16374" y="6143"/>
                  </a:lnTo>
                  <a:lnTo>
                    <a:pt x="14257" y="7266"/>
                  </a:lnTo>
                  <a:lnTo>
                    <a:pt x="13258" y="8310"/>
                  </a:lnTo>
                  <a:lnTo>
                    <a:pt x="11405" y="8824"/>
                  </a:lnTo>
                  <a:lnTo>
                    <a:pt x="9854" y="8293"/>
                  </a:lnTo>
                  <a:lnTo>
                    <a:pt x="8727" y="8919"/>
                  </a:lnTo>
                  <a:lnTo>
                    <a:pt x="8318" y="7900"/>
                  </a:lnTo>
                  <a:lnTo>
                    <a:pt x="6668" y="6864"/>
                  </a:lnTo>
                  <a:lnTo>
                    <a:pt x="4557" y="4738"/>
                  </a:lnTo>
                  <a:lnTo>
                    <a:pt x="205" y="2262"/>
                  </a:lnTo>
                  <a:lnTo>
                    <a:pt x="0" y="72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4451026" y="3679571"/>
              <a:ext cx="1762" cy="3598"/>
            </a:xfrm>
            <a:custGeom>
              <a:avLst/>
              <a:pathLst>
                <a:path w="1762" h="3598">
                  <a:moveTo>
                    <a:pt x="1719" y="2357"/>
                  </a:moveTo>
                  <a:lnTo>
                    <a:pt x="393" y="3598"/>
                  </a:lnTo>
                  <a:lnTo>
                    <a:pt x="0" y="825"/>
                  </a:lnTo>
                  <a:lnTo>
                    <a:pt x="846" y="0"/>
                  </a:lnTo>
                  <a:lnTo>
                    <a:pt x="1762" y="71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4408787" y="3678541"/>
              <a:ext cx="19391" cy="46297"/>
            </a:xfrm>
            <a:custGeom>
              <a:avLst/>
              <a:pathLst>
                <a:path w="19391" h="46297">
                  <a:moveTo>
                    <a:pt x="10498" y="4859"/>
                  </a:moveTo>
                  <a:lnTo>
                    <a:pt x="10894" y="6893"/>
                  </a:lnTo>
                  <a:lnTo>
                    <a:pt x="11436" y="8723"/>
                  </a:lnTo>
                  <a:lnTo>
                    <a:pt x="11833" y="10697"/>
                  </a:lnTo>
                  <a:lnTo>
                    <a:pt x="12375" y="20202"/>
                  </a:lnTo>
                  <a:lnTo>
                    <a:pt x="14183" y="28363"/>
                  </a:lnTo>
                  <a:lnTo>
                    <a:pt x="19391" y="31569"/>
                  </a:lnTo>
                  <a:lnTo>
                    <a:pt x="18538" y="32887"/>
                  </a:lnTo>
                  <a:lnTo>
                    <a:pt x="18104" y="34070"/>
                  </a:lnTo>
                  <a:lnTo>
                    <a:pt x="17784" y="35430"/>
                  </a:lnTo>
                  <a:lnTo>
                    <a:pt x="17015" y="41088"/>
                  </a:lnTo>
                  <a:lnTo>
                    <a:pt x="17091" y="42289"/>
                  </a:lnTo>
                  <a:lnTo>
                    <a:pt x="17540" y="44211"/>
                  </a:lnTo>
                  <a:lnTo>
                    <a:pt x="17650" y="46297"/>
                  </a:lnTo>
                  <a:lnTo>
                    <a:pt x="16999" y="46285"/>
                  </a:lnTo>
                  <a:lnTo>
                    <a:pt x="16265" y="45818"/>
                  </a:lnTo>
                  <a:lnTo>
                    <a:pt x="15681" y="45033"/>
                  </a:lnTo>
                  <a:lnTo>
                    <a:pt x="15136" y="44006"/>
                  </a:lnTo>
                  <a:lnTo>
                    <a:pt x="14545" y="43189"/>
                  </a:lnTo>
                  <a:lnTo>
                    <a:pt x="13904" y="42661"/>
                  </a:lnTo>
                  <a:lnTo>
                    <a:pt x="12850" y="41045"/>
                  </a:lnTo>
                  <a:lnTo>
                    <a:pt x="11421" y="39902"/>
                  </a:lnTo>
                  <a:lnTo>
                    <a:pt x="9958" y="39002"/>
                  </a:lnTo>
                  <a:lnTo>
                    <a:pt x="9250" y="36598"/>
                  </a:lnTo>
                  <a:lnTo>
                    <a:pt x="8914" y="33635"/>
                  </a:lnTo>
                  <a:lnTo>
                    <a:pt x="9271" y="29208"/>
                  </a:lnTo>
                  <a:lnTo>
                    <a:pt x="8909" y="27982"/>
                  </a:lnTo>
                  <a:lnTo>
                    <a:pt x="8389" y="26902"/>
                  </a:lnTo>
                  <a:lnTo>
                    <a:pt x="7749" y="23711"/>
                  </a:lnTo>
                  <a:lnTo>
                    <a:pt x="7508" y="19986"/>
                  </a:lnTo>
                  <a:lnTo>
                    <a:pt x="6581" y="18546"/>
                  </a:lnTo>
                  <a:lnTo>
                    <a:pt x="5358" y="17674"/>
                  </a:lnTo>
                  <a:lnTo>
                    <a:pt x="4825" y="16961"/>
                  </a:lnTo>
                  <a:lnTo>
                    <a:pt x="2410" y="18323"/>
                  </a:lnTo>
                  <a:lnTo>
                    <a:pt x="1831" y="18003"/>
                  </a:lnTo>
                  <a:lnTo>
                    <a:pt x="1314" y="16973"/>
                  </a:lnTo>
                  <a:lnTo>
                    <a:pt x="0" y="15885"/>
                  </a:lnTo>
                  <a:lnTo>
                    <a:pt x="49" y="13819"/>
                  </a:lnTo>
                  <a:lnTo>
                    <a:pt x="662" y="12171"/>
                  </a:lnTo>
                  <a:lnTo>
                    <a:pt x="2103" y="10506"/>
                  </a:lnTo>
                  <a:lnTo>
                    <a:pt x="2778" y="9107"/>
                  </a:lnTo>
                  <a:lnTo>
                    <a:pt x="2913" y="7263"/>
                  </a:lnTo>
                  <a:lnTo>
                    <a:pt x="2656" y="5912"/>
                  </a:lnTo>
                  <a:lnTo>
                    <a:pt x="2759" y="4501"/>
                  </a:lnTo>
                  <a:lnTo>
                    <a:pt x="3214" y="3133"/>
                  </a:lnTo>
                  <a:lnTo>
                    <a:pt x="3753" y="2060"/>
                  </a:lnTo>
                  <a:lnTo>
                    <a:pt x="5202" y="643"/>
                  </a:lnTo>
                  <a:lnTo>
                    <a:pt x="5834" y="3116"/>
                  </a:lnTo>
                  <a:lnTo>
                    <a:pt x="6147" y="5182"/>
                  </a:lnTo>
                  <a:lnTo>
                    <a:pt x="6530" y="6680"/>
                  </a:lnTo>
                  <a:lnTo>
                    <a:pt x="7147" y="4542"/>
                  </a:lnTo>
                  <a:lnTo>
                    <a:pt x="6755" y="854"/>
                  </a:lnTo>
                  <a:lnTo>
                    <a:pt x="7856" y="31"/>
                  </a:lnTo>
                  <a:lnTo>
                    <a:pt x="8937" y="0"/>
                  </a:lnTo>
                  <a:lnTo>
                    <a:pt x="9753" y="1009"/>
                  </a:lnTo>
                  <a:lnTo>
                    <a:pt x="10287" y="26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619950" y="3678477"/>
              <a:ext cx="1540" cy="6146"/>
            </a:xfrm>
            <a:custGeom>
              <a:avLst/>
              <a:pathLst>
                <a:path w="1540" h="6146">
                  <a:moveTo>
                    <a:pt x="1323" y="5953"/>
                  </a:moveTo>
                  <a:lnTo>
                    <a:pt x="530" y="6146"/>
                  </a:lnTo>
                  <a:lnTo>
                    <a:pt x="0" y="5277"/>
                  </a:lnTo>
                  <a:lnTo>
                    <a:pt x="47" y="946"/>
                  </a:lnTo>
                  <a:lnTo>
                    <a:pt x="529" y="0"/>
                  </a:lnTo>
                  <a:lnTo>
                    <a:pt x="759" y="158"/>
                  </a:lnTo>
                  <a:lnTo>
                    <a:pt x="906" y="1448"/>
                  </a:lnTo>
                  <a:lnTo>
                    <a:pt x="1145" y="2602"/>
                  </a:lnTo>
                  <a:lnTo>
                    <a:pt x="1540" y="36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664943" y="3673442"/>
              <a:ext cx="8755" cy="11704"/>
            </a:xfrm>
            <a:custGeom>
              <a:avLst/>
              <a:pathLst>
                <a:path w="8755" h="11704">
                  <a:moveTo>
                    <a:pt x="8755" y="9695"/>
                  </a:moveTo>
                  <a:lnTo>
                    <a:pt x="8051" y="10896"/>
                  </a:lnTo>
                  <a:lnTo>
                    <a:pt x="7699" y="11228"/>
                  </a:lnTo>
                  <a:lnTo>
                    <a:pt x="6002" y="10422"/>
                  </a:lnTo>
                  <a:lnTo>
                    <a:pt x="4014" y="10590"/>
                  </a:lnTo>
                  <a:lnTo>
                    <a:pt x="1949" y="11704"/>
                  </a:lnTo>
                  <a:lnTo>
                    <a:pt x="752" y="10763"/>
                  </a:lnTo>
                  <a:lnTo>
                    <a:pt x="0" y="9231"/>
                  </a:lnTo>
                  <a:lnTo>
                    <a:pt x="32" y="7606"/>
                  </a:lnTo>
                  <a:lnTo>
                    <a:pt x="742" y="3583"/>
                  </a:lnTo>
                  <a:lnTo>
                    <a:pt x="2297" y="542"/>
                  </a:lnTo>
                  <a:lnTo>
                    <a:pt x="2928" y="0"/>
                  </a:lnTo>
                  <a:lnTo>
                    <a:pt x="4036" y="822"/>
                  </a:lnTo>
                  <a:lnTo>
                    <a:pt x="5902" y="3151"/>
                  </a:lnTo>
                  <a:lnTo>
                    <a:pt x="7372" y="5886"/>
                  </a:lnTo>
                  <a:lnTo>
                    <a:pt x="8706" y="801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612221" y="3668274"/>
              <a:ext cx="8474" cy="13548"/>
            </a:xfrm>
            <a:custGeom>
              <a:avLst/>
              <a:pathLst>
                <a:path w="8474" h="13548">
                  <a:moveTo>
                    <a:pt x="4620" y="406"/>
                  </a:moveTo>
                  <a:lnTo>
                    <a:pt x="4872" y="2250"/>
                  </a:lnTo>
                  <a:lnTo>
                    <a:pt x="4456" y="3846"/>
                  </a:lnTo>
                  <a:lnTo>
                    <a:pt x="4913" y="6850"/>
                  </a:lnTo>
                  <a:lnTo>
                    <a:pt x="6073" y="2851"/>
                  </a:lnTo>
                  <a:lnTo>
                    <a:pt x="7180" y="2343"/>
                  </a:lnTo>
                  <a:lnTo>
                    <a:pt x="7808" y="3006"/>
                  </a:lnTo>
                  <a:lnTo>
                    <a:pt x="8239" y="3797"/>
                  </a:lnTo>
                  <a:lnTo>
                    <a:pt x="8474" y="5315"/>
                  </a:lnTo>
                  <a:lnTo>
                    <a:pt x="8067" y="8564"/>
                  </a:lnTo>
                  <a:lnTo>
                    <a:pt x="7340" y="10085"/>
                  </a:lnTo>
                  <a:lnTo>
                    <a:pt x="6400" y="10330"/>
                  </a:lnTo>
                  <a:lnTo>
                    <a:pt x="5958" y="8437"/>
                  </a:lnTo>
                  <a:lnTo>
                    <a:pt x="5340" y="8264"/>
                  </a:lnTo>
                  <a:lnTo>
                    <a:pt x="4908" y="12393"/>
                  </a:lnTo>
                  <a:lnTo>
                    <a:pt x="4714" y="13025"/>
                  </a:lnTo>
                  <a:lnTo>
                    <a:pt x="4167" y="13548"/>
                  </a:lnTo>
                  <a:lnTo>
                    <a:pt x="3677" y="12408"/>
                  </a:lnTo>
                  <a:lnTo>
                    <a:pt x="3591" y="11776"/>
                  </a:lnTo>
                  <a:lnTo>
                    <a:pt x="4281" y="9906"/>
                  </a:lnTo>
                  <a:lnTo>
                    <a:pt x="3907" y="4342"/>
                  </a:lnTo>
                  <a:lnTo>
                    <a:pt x="3387" y="5387"/>
                  </a:lnTo>
                  <a:lnTo>
                    <a:pt x="1997" y="10434"/>
                  </a:lnTo>
                  <a:lnTo>
                    <a:pt x="915" y="12696"/>
                  </a:lnTo>
                  <a:lnTo>
                    <a:pt x="548" y="11545"/>
                  </a:lnTo>
                  <a:lnTo>
                    <a:pt x="0" y="8114"/>
                  </a:lnTo>
                  <a:lnTo>
                    <a:pt x="246" y="3708"/>
                  </a:lnTo>
                  <a:lnTo>
                    <a:pt x="1118" y="730"/>
                  </a:lnTo>
                  <a:lnTo>
                    <a:pt x="1859" y="934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4458211" y="3663001"/>
              <a:ext cx="3825" cy="8974"/>
            </a:xfrm>
            <a:custGeom>
              <a:avLst/>
              <a:pathLst>
                <a:path w="3825" h="8974">
                  <a:moveTo>
                    <a:pt x="3246" y="5955"/>
                  </a:moveTo>
                  <a:lnTo>
                    <a:pt x="951" y="8974"/>
                  </a:lnTo>
                  <a:lnTo>
                    <a:pt x="409" y="8818"/>
                  </a:lnTo>
                  <a:lnTo>
                    <a:pt x="0" y="7745"/>
                  </a:lnTo>
                  <a:lnTo>
                    <a:pt x="255" y="1921"/>
                  </a:lnTo>
                  <a:lnTo>
                    <a:pt x="550" y="184"/>
                  </a:lnTo>
                  <a:lnTo>
                    <a:pt x="2146" y="0"/>
                  </a:lnTo>
                  <a:lnTo>
                    <a:pt x="3123" y="833"/>
                  </a:lnTo>
                  <a:lnTo>
                    <a:pt x="3627" y="1780"/>
                  </a:lnTo>
                  <a:lnTo>
                    <a:pt x="3825" y="3725"/>
                  </a:lnTo>
                  <a:lnTo>
                    <a:pt x="3713" y="490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4750295" y="3661801"/>
              <a:ext cx="2156" cy="5785"/>
            </a:xfrm>
            <a:custGeom>
              <a:avLst/>
              <a:pathLst>
                <a:path w="2156" h="5785">
                  <a:moveTo>
                    <a:pt x="1800" y="5246"/>
                  </a:moveTo>
                  <a:lnTo>
                    <a:pt x="1248" y="5785"/>
                  </a:lnTo>
                  <a:lnTo>
                    <a:pt x="607" y="5191"/>
                  </a:lnTo>
                  <a:lnTo>
                    <a:pt x="0" y="2928"/>
                  </a:lnTo>
                  <a:lnTo>
                    <a:pt x="218" y="1191"/>
                  </a:lnTo>
                  <a:lnTo>
                    <a:pt x="924" y="0"/>
                  </a:lnTo>
                  <a:lnTo>
                    <a:pt x="1518" y="1194"/>
                  </a:lnTo>
                  <a:lnTo>
                    <a:pt x="1701" y="2721"/>
                  </a:lnTo>
                  <a:lnTo>
                    <a:pt x="2156" y="282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4333621" y="3661126"/>
              <a:ext cx="7707" cy="25644"/>
            </a:xfrm>
            <a:custGeom>
              <a:avLst/>
              <a:pathLst>
                <a:path w="7707" h="25644">
                  <a:moveTo>
                    <a:pt x="6468" y="25480"/>
                  </a:moveTo>
                  <a:lnTo>
                    <a:pt x="5408" y="25644"/>
                  </a:lnTo>
                  <a:lnTo>
                    <a:pt x="3136" y="22104"/>
                  </a:lnTo>
                  <a:lnTo>
                    <a:pt x="2600" y="20516"/>
                  </a:lnTo>
                  <a:lnTo>
                    <a:pt x="2469" y="18398"/>
                  </a:lnTo>
                  <a:lnTo>
                    <a:pt x="289" y="10215"/>
                  </a:lnTo>
                  <a:lnTo>
                    <a:pt x="0" y="8339"/>
                  </a:lnTo>
                  <a:lnTo>
                    <a:pt x="855" y="1621"/>
                  </a:lnTo>
                  <a:lnTo>
                    <a:pt x="3075" y="0"/>
                  </a:lnTo>
                  <a:lnTo>
                    <a:pt x="3807" y="1134"/>
                  </a:lnTo>
                  <a:lnTo>
                    <a:pt x="4062" y="4155"/>
                  </a:lnTo>
                  <a:lnTo>
                    <a:pt x="5331" y="9606"/>
                  </a:lnTo>
                  <a:lnTo>
                    <a:pt x="5750" y="12543"/>
                  </a:lnTo>
                  <a:lnTo>
                    <a:pt x="6066" y="13845"/>
                  </a:lnTo>
                  <a:lnTo>
                    <a:pt x="6198" y="14858"/>
                  </a:lnTo>
                  <a:lnTo>
                    <a:pt x="6086" y="15565"/>
                  </a:lnTo>
                  <a:lnTo>
                    <a:pt x="7003" y="19019"/>
                  </a:lnTo>
                  <a:lnTo>
                    <a:pt x="7658" y="21042"/>
                  </a:lnTo>
                  <a:lnTo>
                    <a:pt x="7707" y="2431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4702641" y="3660370"/>
              <a:ext cx="4671" cy="13398"/>
            </a:xfrm>
            <a:custGeom>
              <a:avLst/>
              <a:pathLst>
                <a:path w="4671" h="13398">
                  <a:moveTo>
                    <a:pt x="3842" y="12572"/>
                  </a:moveTo>
                  <a:lnTo>
                    <a:pt x="3436" y="13398"/>
                  </a:lnTo>
                  <a:lnTo>
                    <a:pt x="2038" y="12624"/>
                  </a:lnTo>
                  <a:lnTo>
                    <a:pt x="1315" y="10798"/>
                  </a:lnTo>
                  <a:lnTo>
                    <a:pt x="821" y="8348"/>
                  </a:lnTo>
                  <a:lnTo>
                    <a:pt x="507" y="6334"/>
                  </a:lnTo>
                  <a:lnTo>
                    <a:pt x="419" y="4732"/>
                  </a:lnTo>
                  <a:lnTo>
                    <a:pt x="0" y="2776"/>
                  </a:lnTo>
                  <a:lnTo>
                    <a:pt x="57" y="2060"/>
                  </a:lnTo>
                  <a:lnTo>
                    <a:pt x="2637" y="0"/>
                  </a:lnTo>
                  <a:lnTo>
                    <a:pt x="3124" y="747"/>
                  </a:lnTo>
                  <a:lnTo>
                    <a:pt x="4201" y="813"/>
                  </a:lnTo>
                  <a:lnTo>
                    <a:pt x="4671" y="2311"/>
                  </a:lnTo>
                  <a:lnTo>
                    <a:pt x="4352" y="88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4699585" y="3656676"/>
              <a:ext cx="5786" cy="4694"/>
            </a:xfrm>
            <a:custGeom>
              <a:avLst/>
              <a:pathLst>
                <a:path w="5786" h="4694">
                  <a:moveTo>
                    <a:pt x="5786" y="366"/>
                  </a:moveTo>
                  <a:lnTo>
                    <a:pt x="5493" y="1872"/>
                  </a:lnTo>
                  <a:lnTo>
                    <a:pt x="4948" y="2891"/>
                  </a:lnTo>
                  <a:lnTo>
                    <a:pt x="0" y="4694"/>
                  </a:lnTo>
                  <a:lnTo>
                    <a:pt x="421" y="3615"/>
                  </a:lnTo>
                  <a:lnTo>
                    <a:pt x="631" y="2545"/>
                  </a:lnTo>
                  <a:lnTo>
                    <a:pt x="941" y="1993"/>
                  </a:lnTo>
                  <a:lnTo>
                    <a:pt x="1432" y="2135"/>
                  </a:lnTo>
                  <a:lnTo>
                    <a:pt x="1676" y="1809"/>
                  </a:lnTo>
                  <a:lnTo>
                    <a:pt x="1922" y="1679"/>
                  </a:lnTo>
                  <a:lnTo>
                    <a:pt x="2201" y="1820"/>
                  </a:lnTo>
                  <a:lnTo>
                    <a:pt x="2681" y="1376"/>
                  </a:lnTo>
                  <a:lnTo>
                    <a:pt x="3691" y="1696"/>
                  </a:lnTo>
                  <a:lnTo>
                    <a:pt x="4730" y="1442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4756902" y="3653317"/>
              <a:ext cx="11419" cy="16707"/>
            </a:xfrm>
            <a:custGeom>
              <a:avLst/>
              <a:pathLst>
                <a:path w="11419" h="16707">
                  <a:moveTo>
                    <a:pt x="0" y="0"/>
                  </a:moveTo>
                  <a:lnTo>
                    <a:pt x="2447" y="1154"/>
                  </a:lnTo>
                  <a:lnTo>
                    <a:pt x="3339" y="1090"/>
                  </a:lnTo>
                  <a:lnTo>
                    <a:pt x="4212" y="2397"/>
                  </a:lnTo>
                  <a:lnTo>
                    <a:pt x="5272" y="1780"/>
                  </a:lnTo>
                  <a:lnTo>
                    <a:pt x="5875" y="2198"/>
                  </a:lnTo>
                  <a:lnTo>
                    <a:pt x="7891" y="6688"/>
                  </a:lnTo>
                  <a:lnTo>
                    <a:pt x="8880" y="9661"/>
                  </a:lnTo>
                  <a:lnTo>
                    <a:pt x="10352" y="12212"/>
                  </a:lnTo>
                  <a:lnTo>
                    <a:pt x="11419" y="13080"/>
                  </a:lnTo>
                  <a:lnTo>
                    <a:pt x="10614" y="15418"/>
                  </a:lnTo>
                  <a:lnTo>
                    <a:pt x="8996" y="16647"/>
                  </a:lnTo>
                  <a:lnTo>
                    <a:pt x="8370" y="16707"/>
                  </a:lnTo>
                  <a:lnTo>
                    <a:pt x="7129" y="15317"/>
                  </a:lnTo>
                  <a:lnTo>
                    <a:pt x="6122" y="15573"/>
                  </a:lnTo>
                  <a:lnTo>
                    <a:pt x="5244" y="13830"/>
                  </a:lnTo>
                  <a:lnTo>
                    <a:pt x="5093" y="11138"/>
                  </a:lnTo>
                  <a:lnTo>
                    <a:pt x="4189" y="5072"/>
                  </a:lnTo>
                  <a:lnTo>
                    <a:pt x="3023" y="6813"/>
                  </a:lnTo>
                  <a:lnTo>
                    <a:pt x="1620" y="4016"/>
                  </a:lnTo>
                  <a:lnTo>
                    <a:pt x="1244" y="3950"/>
                  </a:lnTo>
                  <a:lnTo>
                    <a:pt x="1155" y="4423"/>
                  </a:lnTo>
                  <a:lnTo>
                    <a:pt x="559" y="3471"/>
                  </a:lnTo>
                  <a:lnTo>
                    <a:pt x="53" y="15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4662230" y="3652371"/>
              <a:ext cx="1666" cy="5384"/>
            </a:xfrm>
            <a:custGeom>
              <a:avLst/>
              <a:pathLst>
                <a:path w="1666" h="5384">
                  <a:moveTo>
                    <a:pt x="1656" y="4775"/>
                  </a:moveTo>
                  <a:lnTo>
                    <a:pt x="1526" y="5384"/>
                  </a:lnTo>
                  <a:lnTo>
                    <a:pt x="323" y="4608"/>
                  </a:lnTo>
                  <a:lnTo>
                    <a:pt x="0" y="4184"/>
                  </a:lnTo>
                  <a:lnTo>
                    <a:pt x="605" y="0"/>
                  </a:lnTo>
                  <a:lnTo>
                    <a:pt x="1171" y="121"/>
                  </a:lnTo>
                  <a:lnTo>
                    <a:pt x="1666" y="41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4700310" y="3646400"/>
              <a:ext cx="2518" cy="3330"/>
            </a:xfrm>
            <a:custGeom>
              <a:avLst/>
              <a:pathLst>
                <a:path w="2518" h="3330">
                  <a:moveTo>
                    <a:pt x="1855" y="3292"/>
                  </a:moveTo>
                  <a:lnTo>
                    <a:pt x="1193" y="3330"/>
                  </a:lnTo>
                  <a:lnTo>
                    <a:pt x="0" y="2045"/>
                  </a:lnTo>
                  <a:lnTo>
                    <a:pt x="695" y="929"/>
                  </a:lnTo>
                  <a:lnTo>
                    <a:pt x="1136" y="698"/>
                  </a:lnTo>
                  <a:lnTo>
                    <a:pt x="1519" y="28"/>
                  </a:lnTo>
                  <a:lnTo>
                    <a:pt x="1731" y="0"/>
                  </a:lnTo>
                  <a:lnTo>
                    <a:pt x="2203" y="568"/>
                  </a:lnTo>
                  <a:lnTo>
                    <a:pt x="2518" y="15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4598922" y="3646092"/>
              <a:ext cx="2895" cy="3526"/>
            </a:xfrm>
            <a:custGeom>
              <a:avLst/>
              <a:pathLst>
                <a:path w="2895" h="3526">
                  <a:moveTo>
                    <a:pt x="2406" y="0"/>
                  </a:moveTo>
                  <a:lnTo>
                    <a:pt x="2895" y="1312"/>
                  </a:lnTo>
                  <a:lnTo>
                    <a:pt x="2600" y="2830"/>
                  </a:lnTo>
                  <a:lnTo>
                    <a:pt x="2204" y="2452"/>
                  </a:lnTo>
                  <a:lnTo>
                    <a:pt x="1159" y="2481"/>
                  </a:lnTo>
                  <a:lnTo>
                    <a:pt x="765" y="2597"/>
                  </a:lnTo>
                  <a:lnTo>
                    <a:pt x="295" y="3491"/>
                  </a:lnTo>
                  <a:lnTo>
                    <a:pt x="0" y="3526"/>
                  </a:lnTo>
                  <a:lnTo>
                    <a:pt x="196" y="2126"/>
                  </a:lnTo>
                  <a:lnTo>
                    <a:pt x="1082" y="5"/>
                  </a:lnTo>
                  <a:lnTo>
                    <a:pt x="1635" y="3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4706415" y="3644337"/>
              <a:ext cx="114853" cy="259183"/>
            </a:xfrm>
            <a:custGeom>
              <a:avLst/>
              <a:pathLst>
                <a:path w="114853" h="259183">
                  <a:moveTo>
                    <a:pt x="114822" y="66848"/>
                  </a:moveTo>
                  <a:lnTo>
                    <a:pt x="114823" y="72571"/>
                  </a:lnTo>
                  <a:lnTo>
                    <a:pt x="114824" y="78576"/>
                  </a:lnTo>
                  <a:lnTo>
                    <a:pt x="114825" y="84584"/>
                  </a:lnTo>
                  <a:lnTo>
                    <a:pt x="114826" y="90592"/>
                  </a:lnTo>
                  <a:lnTo>
                    <a:pt x="114827" y="96599"/>
                  </a:lnTo>
                  <a:lnTo>
                    <a:pt x="114828" y="102605"/>
                  </a:lnTo>
                  <a:lnTo>
                    <a:pt x="114828" y="108612"/>
                  </a:lnTo>
                  <a:lnTo>
                    <a:pt x="114831" y="114620"/>
                  </a:lnTo>
                  <a:lnTo>
                    <a:pt x="114831" y="120628"/>
                  </a:lnTo>
                  <a:lnTo>
                    <a:pt x="114832" y="126633"/>
                  </a:lnTo>
                  <a:lnTo>
                    <a:pt x="114833" y="132641"/>
                  </a:lnTo>
                  <a:lnTo>
                    <a:pt x="114834" y="138649"/>
                  </a:lnTo>
                  <a:lnTo>
                    <a:pt x="114835" y="144657"/>
                  </a:lnTo>
                  <a:lnTo>
                    <a:pt x="114835" y="150662"/>
                  </a:lnTo>
                  <a:lnTo>
                    <a:pt x="114836" y="156670"/>
                  </a:lnTo>
                  <a:lnTo>
                    <a:pt x="114837" y="162678"/>
                  </a:lnTo>
                  <a:lnTo>
                    <a:pt x="114838" y="168686"/>
                  </a:lnTo>
                  <a:lnTo>
                    <a:pt x="114840" y="174691"/>
                  </a:lnTo>
                  <a:lnTo>
                    <a:pt x="114840" y="177253"/>
                  </a:lnTo>
                  <a:lnTo>
                    <a:pt x="114483" y="180390"/>
                  </a:lnTo>
                  <a:lnTo>
                    <a:pt x="113684" y="185097"/>
                  </a:lnTo>
                  <a:lnTo>
                    <a:pt x="113543" y="188894"/>
                  </a:lnTo>
                  <a:lnTo>
                    <a:pt x="114201" y="191849"/>
                  </a:lnTo>
                  <a:lnTo>
                    <a:pt x="114842" y="193779"/>
                  </a:lnTo>
                  <a:lnTo>
                    <a:pt x="114842" y="198720"/>
                  </a:lnTo>
                  <a:lnTo>
                    <a:pt x="114843" y="204728"/>
                  </a:lnTo>
                  <a:lnTo>
                    <a:pt x="114844" y="210736"/>
                  </a:lnTo>
                  <a:lnTo>
                    <a:pt x="114845" y="216743"/>
                  </a:lnTo>
                  <a:lnTo>
                    <a:pt x="114846" y="222749"/>
                  </a:lnTo>
                  <a:lnTo>
                    <a:pt x="114846" y="228756"/>
                  </a:lnTo>
                  <a:lnTo>
                    <a:pt x="114847" y="234764"/>
                  </a:lnTo>
                  <a:lnTo>
                    <a:pt x="114849" y="240772"/>
                  </a:lnTo>
                  <a:lnTo>
                    <a:pt x="114850" y="246777"/>
                  </a:lnTo>
                  <a:lnTo>
                    <a:pt x="114851" y="252785"/>
                  </a:lnTo>
                  <a:lnTo>
                    <a:pt x="114851" y="258793"/>
                  </a:lnTo>
                  <a:lnTo>
                    <a:pt x="114853" y="259183"/>
                  </a:lnTo>
                  <a:lnTo>
                    <a:pt x="114260" y="258187"/>
                  </a:lnTo>
                  <a:lnTo>
                    <a:pt x="112671" y="254898"/>
                  </a:lnTo>
                  <a:lnTo>
                    <a:pt x="111232" y="251146"/>
                  </a:lnTo>
                  <a:lnTo>
                    <a:pt x="110306" y="247646"/>
                  </a:lnTo>
                  <a:lnTo>
                    <a:pt x="109255" y="244457"/>
                  </a:lnTo>
                  <a:lnTo>
                    <a:pt x="104789" y="235007"/>
                  </a:lnTo>
                  <a:lnTo>
                    <a:pt x="103653" y="231902"/>
                  </a:lnTo>
                  <a:lnTo>
                    <a:pt x="103427" y="231045"/>
                  </a:lnTo>
                  <a:lnTo>
                    <a:pt x="103534" y="230243"/>
                  </a:lnTo>
                  <a:lnTo>
                    <a:pt x="104050" y="228606"/>
                  </a:lnTo>
                  <a:lnTo>
                    <a:pt x="104966" y="223871"/>
                  </a:lnTo>
                  <a:lnTo>
                    <a:pt x="104008" y="226797"/>
                  </a:lnTo>
                  <a:lnTo>
                    <a:pt x="102869" y="229114"/>
                  </a:lnTo>
                  <a:lnTo>
                    <a:pt x="101212" y="229267"/>
                  </a:lnTo>
                  <a:lnTo>
                    <a:pt x="99585" y="229830"/>
                  </a:lnTo>
                  <a:lnTo>
                    <a:pt x="98079" y="231229"/>
                  </a:lnTo>
                  <a:lnTo>
                    <a:pt x="96549" y="231711"/>
                  </a:lnTo>
                  <a:lnTo>
                    <a:pt x="95784" y="231025"/>
                  </a:lnTo>
                  <a:lnTo>
                    <a:pt x="95323" y="229285"/>
                  </a:lnTo>
                  <a:lnTo>
                    <a:pt x="95084" y="227501"/>
                  </a:lnTo>
                  <a:lnTo>
                    <a:pt x="94975" y="225605"/>
                  </a:lnTo>
                  <a:lnTo>
                    <a:pt x="94332" y="228670"/>
                  </a:lnTo>
                  <a:lnTo>
                    <a:pt x="93069" y="230346"/>
                  </a:lnTo>
                  <a:lnTo>
                    <a:pt x="91346" y="233878"/>
                  </a:lnTo>
                  <a:lnTo>
                    <a:pt x="90853" y="233151"/>
                  </a:lnTo>
                  <a:lnTo>
                    <a:pt x="90555" y="231807"/>
                  </a:lnTo>
                  <a:lnTo>
                    <a:pt x="90456" y="230413"/>
                  </a:lnTo>
                  <a:lnTo>
                    <a:pt x="90788" y="228924"/>
                  </a:lnTo>
                  <a:lnTo>
                    <a:pt x="91023" y="227342"/>
                  </a:lnTo>
                  <a:lnTo>
                    <a:pt x="91374" y="223556"/>
                  </a:lnTo>
                  <a:lnTo>
                    <a:pt x="92146" y="221326"/>
                  </a:lnTo>
                  <a:lnTo>
                    <a:pt x="92637" y="217006"/>
                  </a:lnTo>
                  <a:lnTo>
                    <a:pt x="92959" y="215465"/>
                  </a:lnTo>
                  <a:lnTo>
                    <a:pt x="93124" y="213927"/>
                  </a:lnTo>
                  <a:lnTo>
                    <a:pt x="92674" y="212187"/>
                  </a:lnTo>
                  <a:lnTo>
                    <a:pt x="91916" y="211593"/>
                  </a:lnTo>
                  <a:lnTo>
                    <a:pt x="91397" y="210536"/>
                  </a:lnTo>
                  <a:lnTo>
                    <a:pt x="90794" y="207605"/>
                  </a:lnTo>
                  <a:lnTo>
                    <a:pt x="90421" y="206612"/>
                  </a:lnTo>
                  <a:lnTo>
                    <a:pt x="89737" y="205409"/>
                  </a:lnTo>
                  <a:lnTo>
                    <a:pt x="89211" y="204006"/>
                  </a:lnTo>
                  <a:lnTo>
                    <a:pt x="89792" y="202950"/>
                  </a:lnTo>
                  <a:lnTo>
                    <a:pt x="90556" y="202526"/>
                  </a:lnTo>
                  <a:lnTo>
                    <a:pt x="91183" y="202592"/>
                  </a:lnTo>
                  <a:lnTo>
                    <a:pt x="92318" y="203250"/>
                  </a:lnTo>
                  <a:lnTo>
                    <a:pt x="92830" y="203288"/>
                  </a:lnTo>
                  <a:lnTo>
                    <a:pt x="94146" y="202203"/>
                  </a:lnTo>
                  <a:lnTo>
                    <a:pt x="93407" y="202537"/>
                  </a:lnTo>
                  <a:lnTo>
                    <a:pt x="92675" y="202503"/>
                  </a:lnTo>
                  <a:lnTo>
                    <a:pt x="90336" y="200604"/>
                  </a:lnTo>
                  <a:lnTo>
                    <a:pt x="88889" y="198639"/>
                  </a:lnTo>
                  <a:lnTo>
                    <a:pt x="87524" y="194700"/>
                  </a:lnTo>
                  <a:lnTo>
                    <a:pt x="87510" y="193938"/>
                  </a:lnTo>
                  <a:lnTo>
                    <a:pt x="88472" y="193223"/>
                  </a:lnTo>
                  <a:lnTo>
                    <a:pt x="90552" y="192391"/>
                  </a:lnTo>
                  <a:lnTo>
                    <a:pt x="89907" y="190383"/>
                  </a:lnTo>
                  <a:lnTo>
                    <a:pt x="88966" y="188631"/>
                  </a:lnTo>
                  <a:lnTo>
                    <a:pt x="88637" y="185515"/>
                  </a:lnTo>
                  <a:lnTo>
                    <a:pt x="87993" y="183587"/>
                  </a:lnTo>
                  <a:lnTo>
                    <a:pt x="86606" y="180436"/>
                  </a:lnTo>
                  <a:lnTo>
                    <a:pt x="85651" y="177173"/>
                  </a:lnTo>
                  <a:lnTo>
                    <a:pt x="84842" y="170530"/>
                  </a:lnTo>
                  <a:lnTo>
                    <a:pt x="84013" y="165520"/>
                  </a:lnTo>
                  <a:lnTo>
                    <a:pt x="84215" y="163702"/>
                  </a:lnTo>
                  <a:lnTo>
                    <a:pt x="84914" y="162407"/>
                  </a:lnTo>
                  <a:lnTo>
                    <a:pt x="83858" y="162257"/>
                  </a:lnTo>
                  <a:lnTo>
                    <a:pt x="82900" y="161325"/>
                  </a:lnTo>
                  <a:lnTo>
                    <a:pt x="83406" y="158883"/>
                  </a:lnTo>
                  <a:lnTo>
                    <a:pt x="84512" y="157443"/>
                  </a:lnTo>
                  <a:lnTo>
                    <a:pt x="83505" y="157813"/>
                  </a:lnTo>
                  <a:lnTo>
                    <a:pt x="82519" y="158517"/>
                  </a:lnTo>
                  <a:lnTo>
                    <a:pt x="82070" y="158650"/>
                  </a:lnTo>
                  <a:lnTo>
                    <a:pt x="81606" y="158433"/>
                  </a:lnTo>
                  <a:lnTo>
                    <a:pt x="81362" y="157452"/>
                  </a:lnTo>
                  <a:lnTo>
                    <a:pt x="81329" y="156061"/>
                  </a:lnTo>
                  <a:lnTo>
                    <a:pt x="81473" y="153605"/>
                  </a:lnTo>
                  <a:lnTo>
                    <a:pt x="81303" y="151225"/>
                  </a:lnTo>
                  <a:lnTo>
                    <a:pt x="80430" y="150114"/>
                  </a:lnTo>
                  <a:lnTo>
                    <a:pt x="79709" y="148414"/>
                  </a:lnTo>
                  <a:lnTo>
                    <a:pt x="79301" y="147785"/>
                  </a:lnTo>
                  <a:lnTo>
                    <a:pt x="78766" y="147834"/>
                  </a:lnTo>
                  <a:lnTo>
                    <a:pt x="78246" y="146697"/>
                  </a:lnTo>
                  <a:lnTo>
                    <a:pt x="77831" y="145047"/>
                  </a:lnTo>
                  <a:lnTo>
                    <a:pt x="72624" y="137902"/>
                  </a:lnTo>
                  <a:lnTo>
                    <a:pt x="72315" y="135864"/>
                  </a:lnTo>
                  <a:lnTo>
                    <a:pt x="71833" y="136759"/>
                  </a:lnTo>
                  <a:lnTo>
                    <a:pt x="71349" y="137195"/>
                  </a:lnTo>
                  <a:lnTo>
                    <a:pt x="70749" y="136023"/>
                  </a:lnTo>
                  <a:lnTo>
                    <a:pt x="70122" y="135244"/>
                  </a:lnTo>
                  <a:lnTo>
                    <a:pt x="69437" y="135371"/>
                  </a:lnTo>
                  <a:lnTo>
                    <a:pt x="68803" y="134739"/>
                  </a:lnTo>
                  <a:lnTo>
                    <a:pt x="68140" y="134378"/>
                  </a:lnTo>
                  <a:lnTo>
                    <a:pt x="67448" y="134321"/>
                  </a:lnTo>
                  <a:lnTo>
                    <a:pt x="64709" y="132122"/>
                  </a:lnTo>
                  <a:lnTo>
                    <a:pt x="62118" y="128650"/>
                  </a:lnTo>
                  <a:lnTo>
                    <a:pt x="60011" y="127156"/>
                  </a:lnTo>
                  <a:lnTo>
                    <a:pt x="58709" y="125208"/>
                  </a:lnTo>
                  <a:lnTo>
                    <a:pt x="57353" y="123615"/>
                  </a:lnTo>
                  <a:lnTo>
                    <a:pt x="54326" y="122065"/>
                  </a:lnTo>
                  <a:lnTo>
                    <a:pt x="51260" y="121021"/>
                  </a:lnTo>
                  <a:lnTo>
                    <a:pt x="50152" y="120983"/>
                  </a:lnTo>
                  <a:lnTo>
                    <a:pt x="49222" y="121318"/>
                  </a:lnTo>
                  <a:lnTo>
                    <a:pt x="48330" y="121246"/>
                  </a:lnTo>
                  <a:lnTo>
                    <a:pt x="43250" y="113703"/>
                  </a:lnTo>
                  <a:lnTo>
                    <a:pt x="42393" y="110266"/>
                  </a:lnTo>
                  <a:lnTo>
                    <a:pt x="42476" y="108257"/>
                  </a:lnTo>
                  <a:lnTo>
                    <a:pt x="42702" y="106592"/>
                  </a:lnTo>
                  <a:lnTo>
                    <a:pt x="44773" y="106111"/>
                  </a:lnTo>
                  <a:lnTo>
                    <a:pt x="43314" y="105629"/>
                  </a:lnTo>
                  <a:lnTo>
                    <a:pt x="42714" y="105857"/>
                  </a:lnTo>
                  <a:lnTo>
                    <a:pt x="41515" y="107222"/>
                  </a:lnTo>
                  <a:lnTo>
                    <a:pt x="40864" y="107317"/>
                  </a:lnTo>
                  <a:lnTo>
                    <a:pt x="39947" y="106411"/>
                  </a:lnTo>
                  <a:lnTo>
                    <a:pt x="39071" y="105268"/>
                  </a:lnTo>
                  <a:lnTo>
                    <a:pt x="37634" y="106327"/>
                  </a:lnTo>
                  <a:lnTo>
                    <a:pt x="36900" y="104590"/>
                  </a:lnTo>
                  <a:lnTo>
                    <a:pt x="36648" y="102760"/>
                  </a:lnTo>
                  <a:lnTo>
                    <a:pt x="36264" y="101924"/>
                  </a:lnTo>
                  <a:lnTo>
                    <a:pt x="35722" y="102010"/>
                  </a:lnTo>
                  <a:lnTo>
                    <a:pt x="34996" y="102668"/>
                  </a:lnTo>
                  <a:lnTo>
                    <a:pt x="34270" y="102550"/>
                  </a:lnTo>
                  <a:lnTo>
                    <a:pt x="33802" y="101297"/>
                  </a:lnTo>
                  <a:lnTo>
                    <a:pt x="33466" y="99658"/>
                  </a:lnTo>
                  <a:lnTo>
                    <a:pt x="32968" y="98484"/>
                  </a:lnTo>
                  <a:lnTo>
                    <a:pt x="32367" y="97586"/>
                  </a:lnTo>
                  <a:lnTo>
                    <a:pt x="31384" y="95457"/>
                  </a:lnTo>
                  <a:lnTo>
                    <a:pt x="30869" y="92548"/>
                  </a:lnTo>
                  <a:lnTo>
                    <a:pt x="30927" y="87515"/>
                  </a:lnTo>
                  <a:lnTo>
                    <a:pt x="31086" y="85712"/>
                  </a:lnTo>
                  <a:lnTo>
                    <a:pt x="32058" y="82780"/>
                  </a:lnTo>
                  <a:lnTo>
                    <a:pt x="32747" y="79998"/>
                  </a:lnTo>
                  <a:lnTo>
                    <a:pt x="31894" y="79690"/>
                  </a:lnTo>
                  <a:lnTo>
                    <a:pt x="31123" y="80965"/>
                  </a:lnTo>
                  <a:lnTo>
                    <a:pt x="30796" y="82275"/>
                  </a:lnTo>
                  <a:lnTo>
                    <a:pt x="30667" y="83862"/>
                  </a:lnTo>
                  <a:lnTo>
                    <a:pt x="30579" y="89146"/>
                  </a:lnTo>
                  <a:lnTo>
                    <a:pt x="29961" y="90675"/>
                  </a:lnTo>
                  <a:lnTo>
                    <a:pt x="29026" y="90551"/>
                  </a:lnTo>
                  <a:lnTo>
                    <a:pt x="29303" y="93639"/>
                  </a:lnTo>
                  <a:lnTo>
                    <a:pt x="28922" y="96568"/>
                  </a:lnTo>
                  <a:lnTo>
                    <a:pt x="27840" y="100013"/>
                  </a:lnTo>
                  <a:lnTo>
                    <a:pt x="27749" y="101580"/>
                  </a:lnTo>
                  <a:lnTo>
                    <a:pt x="27922" y="103277"/>
                  </a:lnTo>
                  <a:lnTo>
                    <a:pt x="27676" y="104945"/>
                  </a:lnTo>
                  <a:lnTo>
                    <a:pt x="25925" y="109770"/>
                  </a:lnTo>
                  <a:lnTo>
                    <a:pt x="25342" y="110000"/>
                  </a:lnTo>
                  <a:lnTo>
                    <a:pt x="24043" y="109969"/>
                  </a:lnTo>
                  <a:lnTo>
                    <a:pt x="22701" y="110733"/>
                  </a:lnTo>
                  <a:lnTo>
                    <a:pt x="22078" y="109611"/>
                  </a:lnTo>
                  <a:lnTo>
                    <a:pt x="21568" y="108148"/>
                  </a:lnTo>
                  <a:lnTo>
                    <a:pt x="21188" y="106419"/>
                  </a:lnTo>
                  <a:lnTo>
                    <a:pt x="20657" y="102850"/>
                  </a:lnTo>
                  <a:lnTo>
                    <a:pt x="20231" y="99171"/>
                  </a:lnTo>
                  <a:lnTo>
                    <a:pt x="21564" y="94660"/>
                  </a:lnTo>
                  <a:lnTo>
                    <a:pt x="21104" y="90583"/>
                  </a:lnTo>
                  <a:lnTo>
                    <a:pt x="20201" y="87085"/>
                  </a:lnTo>
                  <a:lnTo>
                    <a:pt x="17925" y="82240"/>
                  </a:lnTo>
                  <a:lnTo>
                    <a:pt x="15562" y="77644"/>
                  </a:lnTo>
                  <a:lnTo>
                    <a:pt x="14489" y="76709"/>
                  </a:lnTo>
                  <a:lnTo>
                    <a:pt x="12729" y="76299"/>
                  </a:lnTo>
                  <a:lnTo>
                    <a:pt x="12175" y="75855"/>
                  </a:lnTo>
                  <a:lnTo>
                    <a:pt x="11628" y="74126"/>
                  </a:lnTo>
                  <a:lnTo>
                    <a:pt x="11223" y="72132"/>
                  </a:lnTo>
                  <a:lnTo>
                    <a:pt x="12325" y="71275"/>
                  </a:lnTo>
                  <a:lnTo>
                    <a:pt x="14209" y="68935"/>
                  </a:lnTo>
                  <a:lnTo>
                    <a:pt x="15276" y="69047"/>
                  </a:lnTo>
                  <a:lnTo>
                    <a:pt x="18178" y="70317"/>
                  </a:lnTo>
                  <a:lnTo>
                    <a:pt x="19069" y="71471"/>
                  </a:lnTo>
                  <a:lnTo>
                    <a:pt x="19898" y="72146"/>
                  </a:lnTo>
                  <a:lnTo>
                    <a:pt x="21881" y="68280"/>
                  </a:lnTo>
                  <a:lnTo>
                    <a:pt x="23452" y="63233"/>
                  </a:lnTo>
                  <a:lnTo>
                    <a:pt x="24431" y="62136"/>
                  </a:lnTo>
                  <a:lnTo>
                    <a:pt x="25261" y="61767"/>
                  </a:lnTo>
                  <a:lnTo>
                    <a:pt x="26112" y="62254"/>
                  </a:lnTo>
                  <a:lnTo>
                    <a:pt x="27798" y="64018"/>
                  </a:lnTo>
                  <a:lnTo>
                    <a:pt x="29123" y="64837"/>
                  </a:lnTo>
                  <a:lnTo>
                    <a:pt x="30068" y="64999"/>
                  </a:lnTo>
                  <a:lnTo>
                    <a:pt x="30561" y="66577"/>
                  </a:lnTo>
                  <a:lnTo>
                    <a:pt x="31120" y="67287"/>
                  </a:lnTo>
                  <a:lnTo>
                    <a:pt x="31244" y="64906"/>
                  </a:lnTo>
                  <a:lnTo>
                    <a:pt x="31732" y="62148"/>
                  </a:lnTo>
                  <a:lnTo>
                    <a:pt x="32668" y="61291"/>
                  </a:lnTo>
                  <a:lnTo>
                    <a:pt x="33163" y="61094"/>
                  </a:lnTo>
                  <a:lnTo>
                    <a:pt x="33476" y="60382"/>
                  </a:lnTo>
                  <a:lnTo>
                    <a:pt x="33408" y="57828"/>
                  </a:lnTo>
                  <a:lnTo>
                    <a:pt x="32166" y="57508"/>
                  </a:lnTo>
                  <a:lnTo>
                    <a:pt x="32841" y="55320"/>
                  </a:lnTo>
                  <a:lnTo>
                    <a:pt x="33448" y="54255"/>
                  </a:lnTo>
                  <a:lnTo>
                    <a:pt x="33656" y="53188"/>
                  </a:lnTo>
                  <a:lnTo>
                    <a:pt x="33669" y="51846"/>
                  </a:lnTo>
                  <a:lnTo>
                    <a:pt x="31238" y="54420"/>
                  </a:lnTo>
                  <a:lnTo>
                    <a:pt x="28676" y="55496"/>
                  </a:lnTo>
                  <a:lnTo>
                    <a:pt x="27163" y="55205"/>
                  </a:lnTo>
                  <a:lnTo>
                    <a:pt x="25651" y="55167"/>
                  </a:lnTo>
                  <a:lnTo>
                    <a:pt x="22635" y="56884"/>
                  </a:lnTo>
                  <a:lnTo>
                    <a:pt x="21489" y="56815"/>
                  </a:lnTo>
                  <a:lnTo>
                    <a:pt x="18817" y="56120"/>
                  </a:lnTo>
                  <a:lnTo>
                    <a:pt x="17339" y="55286"/>
                  </a:lnTo>
                  <a:lnTo>
                    <a:pt x="16196" y="55935"/>
                  </a:lnTo>
                  <a:lnTo>
                    <a:pt x="15095" y="55990"/>
                  </a:lnTo>
                  <a:lnTo>
                    <a:pt x="13942" y="54025"/>
                  </a:lnTo>
                  <a:lnTo>
                    <a:pt x="12961" y="51560"/>
                  </a:lnTo>
                  <a:lnTo>
                    <a:pt x="12474" y="49812"/>
                  </a:lnTo>
                  <a:lnTo>
                    <a:pt x="11825" y="48545"/>
                  </a:lnTo>
                  <a:lnTo>
                    <a:pt x="11537" y="46836"/>
                  </a:lnTo>
                  <a:lnTo>
                    <a:pt x="10820" y="40407"/>
                  </a:lnTo>
                  <a:lnTo>
                    <a:pt x="10754" y="35819"/>
                  </a:lnTo>
                  <a:lnTo>
                    <a:pt x="9596" y="35727"/>
                  </a:lnTo>
                  <a:lnTo>
                    <a:pt x="8464" y="35274"/>
                  </a:lnTo>
                  <a:lnTo>
                    <a:pt x="3427" y="30908"/>
                  </a:lnTo>
                  <a:lnTo>
                    <a:pt x="2818" y="31978"/>
                  </a:lnTo>
                  <a:lnTo>
                    <a:pt x="2109" y="32529"/>
                  </a:lnTo>
                  <a:lnTo>
                    <a:pt x="1402" y="32734"/>
                  </a:lnTo>
                  <a:lnTo>
                    <a:pt x="700" y="32509"/>
                  </a:lnTo>
                  <a:lnTo>
                    <a:pt x="0" y="31831"/>
                  </a:lnTo>
                  <a:lnTo>
                    <a:pt x="58" y="30628"/>
                  </a:lnTo>
                  <a:lnTo>
                    <a:pt x="578" y="27676"/>
                  </a:lnTo>
                  <a:lnTo>
                    <a:pt x="1089" y="26588"/>
                  </a:lnTo>
                  <a:lnTo>
                    <a:pt x="1794" y="25748"/>
                  </a:lnTo>
                  <a:lnTo>
                    <a:pt x="2243" y="24181"/>
                  </a:lnTo>
                  <a:lnTo>
                    <a:pt x="2971" y="19486"/>
                  </a:lnTo>
                  <a:lnTo>
                    <a:pt x="3027" y="17882"/>
                  </a:lnTo>
                  <a:lnTo>
                    <a:pt x="2947" y="16243"/>
                  </a:lnTo>
                  <a:lnTo>
                    <a:pt x="3007" y="15011"/>
                  </a:lnTo>
                  <a:lnTo>
                    <a:pt x="3458" y="14364"/>
                  </a:lnTo>
                  <a:lnTo>
                    <a:pt x="5358" y="12835"/>
                  </a:lnTo>
                  <a:lnTo>
                    <a:pt x="9303" y="10529"/>
                  </a:lnTo>
                  <a:lnTo>
                    <a:pt x="10299" y="9150"/>
                  </a:lnTo>
                  <a:lnTo>
                    <a:pt x="11122" y="6942"/>
                  </a:lnTo>
                  <a:lnTo>
                    <a:pt x="12084" y="5601"/>
                  </a:lnTo>
                  <a:lnTo>
                    <a:pt x="12527" y="4244"/>
                  </a:lnTo>
                  <a:lnTo>
                    <a:pt x="13033" y="3151"/>
                  </a:lnTo>
                  <a:lnTo>
                    <a:pt x="16086" y="236"/>
                  </a:lnTo>
                  <a:lnTo>
                    <a:pt x="17401" y="0"/>
                  </a:lnTo>
                  <a:lnTo>
                    <a:pt x="18749" y="337"/>
                  </a:lnTo>
                  <a:lnTo>
                    <a:pt x="21411" y="2066"/>
                  </a:lnTo>
                  <a:lnTo>
                    <a:pt x="23951" y="4856"/>
                  </a:lnTo>
                  <a:lnTo>
                    <a:pt x="26152" y="8518"/>
                  </a:lnTo>
                  <a:lnTo>
                    <a:pt x="28502" y="11190"/>
                  </a:lnTo>
                  <a:lnTo>
                    <a:pt x="31390" y="11640"/>
                  </a:lnTo>
                  <a:lnTo>
                    <a:pt x="32848" y="11346"/>
                  </a:lnTo>
                  <a:lnTo>
                    <a:pt x="34278" y="11727"/>
                  </a:lnTo>
                  <a:lnTo>
                    <a:pt x="34858" y="12477"/>
                  </a:lnTo>
                  <a:lnTo>
                    <a:pt x="35854" y="14754"/>
                  </a:lnTo>
                  <a:lnTo>
                    <a:pt x="35569" y="16249"/>
                  </a:lnTo>
                  <a:lnTo>
                    <a:pt x="35399" y="19336"/>
                  </a:lnTo>
                  <a:lnTo>
                    <a:pt x="35908" y="22308"/>
                  </a:lnTo>
                  <a:lnTo>
                    <a:pt x="36738" y="25284"/>
                  </a:lnTo>
                  <a:lnTo>
                    <a:pt x="37415" y="28458"/>
                  </a:lnTo>
                  <a:lnTo>
                    <a:pt x="37558" y="30007"/>
                  </a:lnTo>
                  <a:lnTo>
                    <a:pt x="37301" y="33291"/>
                  </a:lnTo>
                  <a:lnTo>
                    <a:pt x="37068" y="34916"/>
                  </a:lnTo>
                  <a:lnTo>
                    <a:pt x="36244" y="37625"/>
                  </a:lnTo>
                  <a:lnTo>
                    <a:pt x="35789" y="40586"/>
                  </a:lnTo>
                  <a:lnTo>
                    <a:pt x="36081" y="44236"/>
                  </a:lnTo>
                  <a:lnTo>
                    <a:pt x="36244" y="47907"/>
                  </a:lnTo>
                  <a:lnTo>
                    <a:pt x="36214" y="51280"/>
                  </a:lnTo>
                  <a:lnTo>
                    <a:pt x="36362" y="54599"/>
                  </a:lnTo>
                  <a:lnTo>
                    <a:pt x="36813" y="57964"/>
                  </a:lnTo>
                  <a:lnTo>
                    <a:pt x="38738" y="67180"/>
                  </a:lnTo>
                  <a:lnTo>
                    <a:pt x="39864" y="73425"/>
                  </a:lnTo>
                  <a:lnTo>
                    <a:pt x="40224" y="69936"/>
                  </a:lnTo>
                  <a:lnTo>
                    <a:pt x="40133" y="66058"/>
                  </a:lnTo>
                  <a:lnTo>
                    <a:pt x="40532" y="64658"/>
                  </a:lnTo>
                  <a:lnTo>
                    <a:pt x="41095" y="63914"/>
                  </a:lnTo>
                  <a:lnTo>
                    <a:pt x="41792" y="64690"/>
                  </a:lnTo>
                  <a:lnTo>
                    <a:pt x="41990" y="66260"/>
                  </a:lnTo>
                  <a:lnTo>
                    <a:pt x="42040" y="69688"/>
                  </a:lnTo>
                  <a:lnTo>
                    <a:pt x="42651" y="76417"/>
                  </a:lnTo>
                  <a:lnTo>
                    <a:pt x="43430" y="76726"/>
                  </a:lnTo>
                  <a:lnTo>
                    <a:pt x="44276" y="75696"/>
                  </a:lnTo>
                  <a:lnTo>
                    <a:pt x="44415" y="77753"/>
                  </a:lnTo>
                  <a:lnTo>
                    <a:pt x="44384" y="81559"/>
                  </a:lnTo>
                  <a:lnTo>
                    <a:pt x="44776" y="84581"/>
                  </a:lnTo>
                  <a:lnTo>
                    <a:pt x="45126" y="85764"/>
                  </a:lnTo>
                  <a:lnTo>
                    <a:pt x="46509" y="88222"/>
                  </a:lnTo>
                  <a:lnTo>
                    <a:pt x="47140" y="88678"/>
                  </a:lnTo>
                  <a:lnTo>
                    <a:pt x="48974" y="89270"/>
                  </a:lnTo>
                  <a:lnTo>
                    <a:pt x="50355" y="89458"/>
                  </a:lnTo>
                  <a:lnTo>
                    <a:pt x="51679" y="88577"/>
                  </a:lnTo>
                  <a:lnTo>
                    <a:pt x="52532" y="86321"/>
                  </a:lnTo>
                  <a:lnTo>
                    <a:pt x="53303" y="83877"/>
                  </a:lnTo>
                  <a:lnTo>
                    <a:pt x="55966" y="78241"/>
                  </a:lnTo>
                  <a:lnTo>
                    <a:pt x="56737" y="75546"/>
                  </a:lnTo>
                  <a:lnTo>
                    <a:pt x="57480" y="71414"/>
                  </a:lnTo>
                  <a:lnTo>
                    <a:pt x="57736" y="70528"/>
                  </a:lnTo>
                  <a:lnTo>
                    <a:pt x="60386" y="66061"/>
                  </a:lnTo>
                  <a:lnTo>
                    <a:pt x="60689" y="64476"/>
                  </a:lnTo>
                  <a:lnTo>
                    <a:pt x="61069" y="61409"/>
                  </a:lnTo>
                  <a:lnTo>
                    <a:pt x="61643" y="58440"/>
                  </a:lnTo>
                  <a:lnTo>
                    <a:pt x="62074" y="56907"/>
                  </a:lnTo>
                  <a:lnTo>
                    <a:pt x="64633" y="55459"/>
                  </a:lnTo>
                  <a:lnTo>
                    <a:pt x="67291" y="54671"/>
                  </a:lnTo>
                  <a:lnTo>
                    <a:pt x="69924" y="51935"/>
                  </a:lnTo>
                  <a:lnTo>
                    <a:pt x="71064" y="49584"/>
                  </a:lnTo>
                  <a:lnTo>
                    <a:pt x="71118" y="48037"/>
                  </a:lnTo>
                  <a:lnTo>
                    <a:pt x="70539" y="45322"/>
                  </a:lnTo>
                  <a:lnTo>
                    <a:pt x="70516" y="44130"/>
                  </a:lnTo>
                  <a:lnTo>
                    <a:pt x="71126" y="42984"/>
                  </a:lnTo>
                  <a:lnTo>
                    <a:pt x="73475" y="39542"/>
                  </a:lnTo>
                  <a:lnTo>
                    <a:pt x="76191" y="36001"/>
                  </a:lnTo>
                  <a:lnTo>
                    <a:pt x="78374" y="33560"/>
                  </a:lnTo>
                  <a:lnTo>
                    <a:pt x="79580" y="33577"/>
                  </a:lnTo>
                  <a:lnTo>
                    <a:pt x="80693" y="35727"/>
                  </a:lnTo>
                  <a:lnTo>
                    <a:pt x="81880" y="37481"/>
                  </a:lnTo>
                  <a:lnTo>
                    <a:pt x="88081" y="42658"/>
                  </a:lnTo>
                  <a:lnTo>
                    <a:pt x="89075" y="44265"/>
                  </a:lnTo>
                  <a:lnTo>
                    <a:pt x="89941" y="46401"/>
                  </a:lnTo>
                  <a:lnTo>
                    <a:pt x="91181" y="47881"/>
                  </a:lnTo>
                  <a:lnTo>
                    <a:pt x="92565" y="48597"/>
                  </a:lnTo>
                  <a:lnTo>
                    <a:pt x="93824" y="49979"/>
                  </a:lnTo>
                  <a:lnTo>
                    <a:pt x="95019" y="51762"/>
                  </a:lnTo>
                  <a:lnTo>
                    <a:pt x="97656" y="55089"/>
                  </a:lnTo>
                  <a:lnTo>
                    <a:pt x="101197" y="59121"/>
                  </a:lnTo>
                  <a:lnTo>
                    <a:pt x="102104" y="59363"/>
                  </a:lnTo>
                  <a:lnTo>
                    <a:pt x="105398" y="59173"/>
                  </a:lnTo>
                  <a:lnTo>
                    <a:pt x="105967" y="59932"/>
                  </a:lnTo>
                  <a:lnTo>
                    <a:pt x="106508" y="61005"/>
                  </a:lnTo>
                  <a:lnTo>
                    <a:pt x="107010" y="61253"/>
                  </a:lnTo>
                  <a:lnTo>
                    <a:pt x="110784" y="62003"/>
                  </a:lnTo>
                  <a:lnTo>
                    <a:pt x="111365" y="62780"/>
                  </a:lnTo>
                  <a:lnTo>
                    <a:pt x="111911" y="63844"/>
                  </a:lnTo>
                  <a:lnTo>
                    <a:pt x="112221" y="6677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4398703" y="3643959"/>
              <a:ext cx="3832" cy="9571"/>
            </a:xfrm>
            <a:custGeom>
              <a:avLst/>
              <a:pathLst>
                <a:path w="3832" h="9571">
                  <a:moveTo>
                    <a:pt x="2498" y="0"/>
                  </a:moveTo>
                  <a:lnTo>
                    <a:pt x="3574" y="2871"/>
                  </a:lnTo>
                  <a:lnTo>
                    <a:pt x="3832" y="3898"/>
                  </a:lnTo>
                  <a:lnTo>
                    <a:pt x="3300" y="5491"/>
                  </a:lnTo>
                  <a:lnTo>
                    <a:pt x="2870" y="7742"/>
                  </a:lnTo>
                  <a:lnTo>
                    <a:pt x="2626" y="8221"/>
                  </a:lnTo>
                  <a:lnTo>
                    <a:pt x="1803" y="7358"/>
                  </a:lnTo>
                  <a:lnTo>
                    <a:pt x="1220" y="9571"/>
                  </a:lnTo>
                  <a:lnTo>
                    <a:pt x="836" y="6039"/>
                  </a:lnTo>
                  <a:lnTo>
                    <a:pt x="0" y="3800"/>
                  </a:lnTo>
                  <a:lnTo>
                    <a:pt x="520" y="1509"/>
                  </a:lnTo>
                  <a:lnTo>
                    <a:pt x="709" y="1344"/>
                  </a:lnTo>
                  <a:lnTo>
                    <a:pt x="962" y="1416"/>
                  </a:lnTo>
                  <a:lnTo>
                    <a:pt x="1225" y="201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4663848" y="3643131"/>
              <a:ext cx="6710" cy="17051"/>
            </a:xfrm>
            <a:custGeom>
              <a:avLst/>
              <a:pathLst>
                <a:path w="6710" h="17051">
                  <a:moveTo>
                    <a:pt x="3106" y="363"/>
                  </a:moveTo>
                  <a:lnTo>
                    <a:pt x="4434" y="4778"/>
                  </a:lnTo>
                  <a:lnTo>
                    <a:pt x="3543" y="8968"/>
                  </a:lnTo>
                  <a:lnTo>
                    <a:pt x="4160" y="11311"/>
                  </a:lnTo>
                  <a:lnTo>
                    <a:pt x="5837" y="11458"/>
                  </a:lnTo>
                  <a:lnTo>
                    <a:pt x="6223" y="12336"/>
                  </a:lnTo>
                  <a:lnTo>
                    <a:pt x="6516" y="13392"/>
                  </a:lnTo>
                  <a:lnTo>
                    <a:pt x="6710" y="14835"/>
                  </a:lnTo>
                  <a:lnTo>
                    <a:pt x="6274" y="15989"/>
                  </a:lnTo>
                  <a:lnTo>
                    <a:pt x="5340" y="17051"/>
                  </a:lnTo>
                  <a:lnTo>
                    <a:pt x="4263" y="15524"/>
                  </a:lnTo>
                  <a:lnTo>
                    <a:pt x="3979" y="14105"/>
                  </a:lnTo>
                  <a:lnTo>
                    <a:pt x="3760" y="13574"/>
                  </a:lnTo>
                  <a:lnTo>
                    <a:pt x="2310" y="14650"/>
                  </a:lnTo>
                  <a:lnTo>
                    <a:pt x="1905" y="14754"/>
                  </a:lnTo>
                  <a:lnTo>
                    <a:pt x="1625" y="12777"/>
                  </a:lnTo>
                  <a:lnTo>
                    <a:pt x="1974" y="9938"/>
                  </a:lnTo>
                  <a:lnTo>
                    <a:pt x="960" y="8656"/>
                  </a:lnTo>
                  <a:lnTo>
                    <a:pt x="33" y="5722"/>
                  </a:lnTo>
                  <a:lnTo>
                    <a:pt x="0" y="4539"/>
                  </a:lnTo>
                  <a:lnTo>
                    <a:pt x="373" y="2490"/>
                  </a:lnTo>
                  <a:lnTo>
                    <a:pt x="322" y="862"/>
                  </a:lnTo>
                  <a:lnTo>
                    <a:pt x="852" y="738"/>
                  </a:lnTo>
                  <a:lnTo>
                    <a:pt x="1819" y="2946"/>
                  </a:lnTo>
                  <a:lnTo>
                    <a:pt x="2239" y="865"/>
                  </a:lnTo>
                  <a:lnTo>
                    <a:pt x="265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4661631" y="3641627"/>
              <a:ext cx="2136" cy="7843"/>
            </a:xfrm>
            <a:custGeom>
              <a:avLst/>
              <a:pathLst>
                <a:path w="2136" h="7843">
                  <a:moveTo>
                    <a:pt x="1674" y="7078"/>
                  </a:moveTo>
                  <a:lnTo>
                    <a:pt x="954" y="7843"/>
                  </a:lnTo>
                  <a:lnTo>
                    <a:pt x="169" y="7823"/>
                  </a:lnTo>
                  <a:lnTo>
                    <a:pt x="0" y="4671"/>
                  </a:lnTo>
                  <a:lnTo>
                    <a:pt x="253" y="675"/>
                  </a:lnTo>
                  <a:lnTo>
                    <a:pt x="981" y="0"/>
                  </a:lnTo>
                  <a:lnTo>
                    <a:pt x="2136" y="845"/>
                  </a:lnTo>
                  <a:lnTo>
                    <a:pt x="1710" y="1858"/>
                  </a:lnTo>
                  <a:lnTo>
                    <a:pt x="2027" y="399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4389545" y="3640794"/>
              <a:ext cx="3486" cy="4591"/>
            </a:xfrm>
            <a:custGeom>
              <a:avLst/>
              <a:pathLst>
                <a:path w="3486" h="4591">
                  <a:moveTo>
                    <a:pt x="3167" y="3557"/>
                  </a:moveTo>
                  <a:lnTo>
                    <a:pt x="1668" y="4591"/>
                  </a:lnTo>
                  <a:lnTo>
                    <a:pt x="0" y="3843"/>
                  </a:lnTo>
                  <a:lnTo>
                    <a:pt x="203" y="2066"/>
                  </a:lnTo>
                  <a:lnTo>
                    <a:pt x="1008" y="0"/>
                  </a:lnTo>
                  <a:lnTo>
                    <a:pt x="1721" y="89"/>
                  </a:lnTo>
                  <a:lnTo>
                    <a:pt x="3022" y="1451"/>
                  </a:lnTo>
                  <a:lnTo>
                    <a:pt x="3486" y="26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4697677" y="3634191"/>
              <a:ext cx="12694" cy="12994"/>
            </a:xfrm>
            <a:custGeom>
              <a:avLst/>
              <a:pathLst>
                <a:path w="12694" h="12994">
                  <a:moveTo>
                    <a:pt x="6636" y="0"/>
                  </a:moveTo>
                  <a:lnTo>
                    <a:pt x="8629" y="1255"/>
                  </a:lnTo>
                  <a:lnTo>
                    <a:pt x="9081" y="1059"/>
                  </a:lnTo>
                  <a:lnTo>
                    <a:pt x="11970" y="4305"/>
                  </a:lnTo>
                  <a:lnTo>
                    <a:pt x="12431" y="5915"/>
                  </a:lnTo>
                  <a:lnTo>
                    <a:pt x="12268" y="7003"/>
                  </a:lnTo>
                  <a:lnTo>
                    <a:pt x="12694" y="8457"/>
                  </a:lnTo>
                  <a:lnTo>
                    <a:pt x="11748" y="10685"/>
                  </a:lnTo>
                  <a:lnTo>
                    <a:pt x="11292" y="10933"/>
                  </a:lnTo>
                  <a:lnTo>
                    <a:pt x="10830" y="10102"/>
                  </a:lnTo>
                  <a:lnTo>
                    <a:pt x="9909" y="9632"/>
                  </a:lnTo>
                  <a:lnTo>
                    <a:pt x="8846" y="10538"/>
                  </a:lnTo>
                  <a:lnTo>
                    <a:pt x="8169" y="9854"/>
                  </a:lnTo>
                  <a:lnTo>
                    <a:pt x="7595" y="7811"/>
                  </a:lnTo>
                  <a:lnTo>
                    <a:pt x="6579" y="6570"/>
                  </a:lnTo>
                  <a:lnTo>
                    <a:pt x="5142" y="2262"/>
                  </a:lnTo>
                  <a:lnTo>
                    <a:pt x="4436" y="2418"/>
                  </a:lnTo>
                  <a:lnTo>
                    <a:pt x="4622" y="4103"/>
                  </a:lnTo>
                  <a:lnTo>
                    <a:pt x="5232" y="5214"/>
                  </a:lnTo>
                  <a:lnTo>
                    <a:pt x="6038" y="8489"/>
                  </a:lnTo>
                  <a:lnTo>
                    <a:pt x="6501" y="8807"/>
                  </a:lnTo>
                  <a:lnTo>
                    <a:pt x="6979" y="8694"/>
                  </a:lnTo>
                  <a:lnTo>
                    <a:pt x="7625" y="10056"/>
                  </a:lnTo>
                  <a:lnTo>
                    <a:pt x="7591" y="12171"/>
                  </a:lnTo>
                  <a:lnTo>
                    <a:pt x="5910" y="12994"/>
                  </a:lnTo>
                  <a:lnTo>
                    <a:pt x="5330" y="11450"/>
                  </a:lnTo>
                  <a:lnTo>
                    <a:pt x="5202" y="8642"/>
                  </a:lnTo>
                  <a:lnTo>
                    <a:pt x="4257" y="9588"/>
                  </a:lnTo>
                  <a:lnTo>
                    <a:pt x="3892" y="10570"/>
                  </a:lnTo>
                  <a:lnTo>
                    <a:pt x="3615" y="10705"/>
                  </a:lnTo>
                  <a:lnTo>
                    <a:pt x="2987" y="7779"/>
                  </a:lnTo>
                  <a:lnTo>
                    <a:pt x="1195" y="7629"/>
                  </a:lnTo>
                  <a:lnTo>
                    <a:pt x="0" y="6074"/>
                  </a:lnTo>
                  <a:lnTo>
                    <a:pt x="587" y="4449"/>
                  </a:lnTo>
                  <a:lnTo>
                    <a:pt x="670" y="2876"/>
                  </a:lnTo>
                  <a:lnTo>
                    <a:pt x="1448" y="2031"/>
                  </a:lnTo>
                  <a:lnTo>
                    <a:pt x="2236" y="2788"/>
                  </a:lnTo>
                  <a:lnTo>
                    <a:pt x="3026" y="1654"/>
                  </a:lnTo>
                  <a:lnTo>
                    <a:pt x="3587" y="1944"/>
                  </a:lnTo>
                  <a:lnTo>
                    <a:pt x="4000" y="1220"/>
                  </a:lnTo>
                  <a:lnTo>
                    <a:pt x="5589" y="7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4330259" y="3633861"/>
              <a:ext cx="2698" cy="17254"/>
            </a:xfrm>
            <a:custGeom>
              <a:avLst/>
              <a:pathLst>
                <a:path w="2698" h="17254">
                  <a:moveTo>
                    <a:pt x="1721" y="15884"/>
                  </a:moveTo>
                  <a:lnTo>
                    <a:pt x="1036" y="17254"/>
                  </a:lnTo>
                  <a:lnTo>
                    <a:pt x="0" y="15924"/>
                  </a:lnTo>
                  <a:lnTo>
                    <a:pt x="348" y="14034"/>
                  </a:lnTo>
                  <a:lnTo>
                    <a:pt x="519" y="11417"/>
                  </a:lnTo>
                  <a:lnTo>
                    <a:pt x="1140" y="9339"/>
                  </a:lnTo>
                  <a:lnTo>
                    <a:pt x="1352" y="6901"/>
                  </a:lnTo>
                  <a:lnTo>
                    <a:pt x="152" y="232"/>
                  </a:lnTo>
                  <a:lnTo>
                    <a:pt x="746" y="0"/>
                  </a:lnTo>
                  <a:lnTo>
                    <a:pt x="1217" y="727"/>
                  </a:lnTo>
                  <a:lnTo>
                    <a:pt x="2010" y="5163"/>
                  </a:lnTo>
                  <a:lnTo>
                    <a:pt x="2698" y="7821"/>
                  </a:lnTo>
                  <a:lnTo>
                    <a:pt x="2421" y="1142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4400889" y="3633546"/>
              <a:ext cx="6424" cy="10078"/>
            </a:xfrm>
            <a:custGeom>
              <a:avLst/>
              <a:pathLst>
                <a:path w="6424" h="10078">
                  <a:moveTo>
                    <a:pt x="3815" y="5723"/>
                  </a:moveTo>
                  <a:lnTo>
                    <a:pt x="4148" y="6211"/>
                  </a:lnTo>
                  <a:lnTo>
                    <a:pt x="4558" y="4679"/>
                  </a:lnTo>
                  <a:lnTo>
                    <a:pt x="5315" y="6779"/>
                  </a:lnTo>
                  <a:lnTo>
                    <a:pt x="5784" y="7830"/>
                  </a:lnTo>
                  <a:lnTo>
                    <a:pt x="6424" y="8880"/>
                  </a:lnTo>
                  <a:lnTo>
                    <a:pt x="5794" y="8929"/>
                  </a:lnTo>
                  <a:lnTo>
                    <a:pt x="5540" y="9890"/>
                  </a:lnTo>
                  <a:lnTo>
                    <a:pt x="5376" y="10078"/>
                  </a:lnTo>
                  <a:lnTo>
                    <a:pt x="2936" y="6690"/>
                  </a:lnTo>
                  <a:lnTo>
                    <a:pt x="1375" y="7781"/>
                  </a:lnTo>
                  <a:lnTo>
                    <a:pt x="304" y="6791"/>
                  </a:lnTo>
                  <a:lnTo>
                    <a:pt x="0" y="6113"/>
                  </a:lnTo>
                  <a:lnTo>
                    <a:pt x="575" y="4257"/>
                  </a:lnTo>
                  <a:lnTo>
                    <a:pt x="1100" y="0"/>
                  </a:lnTo>
                  <a:lnTo>
                    <a:pt x="2170" y="1069"/>
                  </a:lnTo>
                  <a:lnTo>
                    <a:pt x="2432" y="2380"/>
                  </a:lnTo>
                  <a:lnTo>
                    <a:pt x="2366" y="2770"/>
                  </a:lnTo>
                  <a:lnTo>
                    <a:pt x="3065" y="356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4686999" y="3632728"/>
              <a:ext cx="2763" cy="6951"/>
            </a:xfrm>
            <a:custGeom>
              <a:avLst/>
              <a:pathLst>
                <a:path w="2763" h="6951">
                  <a:moveTo>
                    <a:pt x="2763" y="6867"/>
                  </a:moveTo>
                  <a:lnTo>
                    <a:pt x="2265" y="6951"/>
                  </a:lnTo>
                  <a:lnTo>
                    <a:pt x="1846" y="5225"/>
                  </a:lnTo>
                  <a:lnTo>
                    <a:pt x="705" y="3304"/>
                  </a:lnTo>
                  <a:lnTo>
                    <a:pt x="0" y="0"/>
                  </a:lnTo>
                  <a:lnTo>
                    <a:pt x="2683" y="54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4664996" y="3629857"/>
              <a:ext cx="651" cy="5295"/>
            </a:xfrm>
            <a:custGeom>
              <a:avLst/>
              <a:pathLst>
                <a:path w="651" h="5295">
                  <a:moveTo>
                    <a:pt x="651" y="4386"/>
                  </a:moveTo>
                  <a:lnTo>
                    <a:pt x="596" y="5295"/>
                  </a:lnTo>
                  <a:lnTo>
                    <a:pt x="242" y="4025"/>
                  </a:lnTo>
                  <a:lnTo>
                    <a:pt x="0" y="3722"/>
                  </a:lnTo>
                  <a:lnTo>
                    <a:pt x="261" y="536"/>
                  </a:lnTo>
                  <a:lnTo>
                    <a:pt x="397" y="0"/>
                  </a:lnTo>
                  <a:lnTo>
                    <a:pt x="605" y="217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4401489" y="3627212"/>
              <a:ext cx="2289" cy="5833"/>
            </a:xfrm>
            <a:custGeom>
              <a:avLst/>
              <a:pathLst>
                <a:path w="2289" h="5833">
                  <a:moveTo>
                    <a:pt x="2187" y="5098"/>
                  </a:moveTo>
                  <a:lnTo>
                    <a:pt x="2289" y="5833"/>
                  </a:lnTo>
                  <a:lnTo>
                    <a:pt x="1745" y="5005"/>
                  </a:lnTo>
                  <a:lnTo>
                    <a:pt x="1417" y="4504"/>
                  </a:lnTo>
                  <a:lnTo>
                    <a:pt x="1200" y="4044"/>
                  </a:lnTo>
                  <a:lnTo>
                    <a:pt x="0" y="0"/>
                  </a:lnTo>
                  <a:lnTo>
                    <a:pt x="513" y="259"/>
                  </a:lnTo>
                  <a:lnTo>
                    <a:pt x="1848" y="381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4385842" y="3613393"/>
              <a:ext cx="1790" cy="4833"/>
            </a:xfrm>
            <a:custGeom>
              <a:avLst/>
              <a:pathLst>
                <a:path w="1790" h="4833">
                  <a:moveTo>
                    <a:pt x="1667" y="4663"/>
                  </a:moveTo>
                  <a:lnTo>
                    <a:pt x="375" y="4833"/>
                  </a:lnTo>
                  <a:lnTo>
                    <a:pt x="0" y="4452"/>
                  </a:lnTo>
                  <a:lnTo>
                    <a:pt x="158" y="1673"/>
                  </a:lnTo>
                  <a:lnTo>
                    <a:pt x="550" y="0"/>
                  </a:lnTo>
                  <a:lnTo>
                    <a:pt x="1135" y="33"/>
                  </a:lnTo>
                  <a:lnTo>
                    <a:pt x="1790" y="25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4664606" y="3612074"/>
              <a:ext cx="955" cy="3236"/>
            </a:xfrm>
            <a:custGeom>
              <a:avLst/>
              <a:pathLst>
                <a:path w="955" h="3236">
                  <a:moveTo>
                    <a:pt x="654" y="3022"/>
                  </a:moveTo>
                  <a:lnTo>
                    <a:pt x="123" y="3236"/>
                  </a:lnTo>
                  <a:lnTo>
                    <a:pt x="0" y="2045"/>
                  </a:lnTo>
                  <a:lnTo>
                    <a:pt x="227" y="24"/>
                  </a:lnTo>
                  <a:lnTo>
                    <a:pt x="712" y="0"/>
                  </a:lnTo>
                  <a:lnTo>
                    <a:pt x="916" y="323"/>
                  </a:lnTo>
                  <a:lnTo>
                    <a:pt x="955" y="180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4663726" y="3608598"/>
              <a:ext cx="992" cy="3060"/>
            </a:xfrm>
            <a:custGeom>
              <a:avLst/>
              <a:pathLst>
                <a:path w="992" h="3060">
                  <a:moveTo>
                    <a:pt x="992" y="2089"/>
                  </a:moveTo>
                  <a:lnTo>
                    <a:pt x="598" y="3060"/>
                  </a:lnTo>
                  <a:lnTo>
                    <a:pt x="225" y="2735"/>
                  </a:lnTo>
                  <a:lnTo>
                    <a:pt x="0" y="1480"/>
                  </a:lnTo>
                  <a:lnTo>
                    <a:pt x="73" y="577"/>
                  </a:lnTo>
                  <a:lnTo>
                    <a:pt x="384" y="0"/>
                  </a:lnTo>
                  <a:lnTo>
                    <a:pt x="775" y="42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4388200" y="3608375"/>
              <a:ext cx="1760" cy="6462"/>
            </a:xfrm>
            <a:custGeom>
              <a:avLst/>
              <a:pathLst>
                <a:path w="1760" h="6462">
                  <a:moveTo>
                    <a:pt x="1217" y="6061"/>
                  </a:moveTo>
                  <a:lnTo>
                    <a:pt x="981" y="6462"/>
                  </a:lnTo>
                  <a:lnTo>
                    <a:pt x="0" y="2709"/>
                  </a:lnTo>
                  <a:lnTo>
                    <a:pt x="244" y="545"/>
                  </a:lnTo>
                  <a:lnTo>
                    <a:pt x="479" y="0"/>
                  </a:lnTo>
                  <a:lnTo>
                    <a:pt x="1020" y="1317"/>
                  </a:lnTo>
                  <a:lnTo>
                    <a:pt x="1448" y="2702"/>
                  </a:lnTo>
                  <a:lnTo>
                    <a:pt x="1760" y="434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4392753" y="3607731"/>
              <a:ext cx="1081" cy="3520"/>
            </a:xfrm>
            <a:custGeom>
              <a:avLst/>
              <a:pathLst>
                <a:path w="1081" h="3520">
                  <a:moveTo>
                    <a:pt x="1019" y="2669"/>
                  </a:moveTo>
                  <a:lnTo>
                    <a:pt x="1081" y="3520"/>
                  </a:lnTo>
                  <a:lnTo>
                    <a:pt x="26" y="1813"/>
                  </a:lnTo>
                  <a:lnTo>
                    <a:pt x="0" y="577"/>
                  </a:lnTo>
                  <a:lnTo>
                    <a:pt x="137" y="0"/>
                  </a:lnTo>
                  <a:lnTo>
                    <a:pt x="766" y="13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4396874" y="3606176"/>
              <a:ext cx="1625" cy="4110"/>
            </a:xfrm>
            <a:custGeom>
              <a:avLst/>
              <a:pathLst>
                <a:path w="1625" h="4110">
                  <a:moveTo>
                    <a:pt x="1625" y="3250"/>
                  </a:moveTo>
                  <a:lnTo>
                    <a:pt x="904" y="4110"/>
                  </a:lnTo>
                  <a:lnTo>
                    <a:pt x="0" y="1411"/>
                  </a:lnTo>
                  <a:lnTo>
                    <a:pt x="33" y="783"/>
                  </a:lnTo>
                  <a:lnTo>
                    <a:pt x="116" y="308"/>
                  </a:lnTo>
                  <a:lnTo>
                    <a:pt x="283" y="0"/>
                  </a:lnTo>
                  <a:lnTo>
                    <a:pt x="832" y="1396"/>
                  </a:lnTo>
                  <a:lnTo>
                    <a:pt x="1483" y="189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4377952" y="3600673"/>
              <a:ext cx="6601" cy="12473"/>
            </a:xfrm>
            <a:custGeom>
              <a:avLst/>
              <a:pathLst>
                <a:path w="6601" h="12473">
                  <a:moveTo>
                    <a:pt x="6601" y="11334"/>
                  </a:moveTo>
                  <a:lnTo>
                    <a:pt x="6385" y="12473"/>
                  </a:lnTo>
                  <a:lnTo>
                    <a:pt x="5956" y="11633"/>
                  </a:lnTo>
                  <a:lnTo>
                    <a:pt x="3709" y="10360"/>
                  </a:lnTo>
                  <a:lnTo>
                    <a:pt x="2953" y="10219"/>
                  </a:lnTo>
                  <a:lnTo>
                    <a:pt x="1009" y="8824"/>
                  </a:lnTo>
                  <a:lnTo>
                    <a:pt x="420" y="8084"/>
                  </a:lnTo>
                  <a:lnTo>
                    <a:pt x="0" y="7113"/>
                  </a:lnTo>
                  <a:lnTo>
                    <a:pt x="143" y="5315"/>
                  </a:lnTo>
                  <a:lnTo>
                    <a:pt x="431" y="4236"/>
                  </a:lnTo>
                  <a:lnTo>
                    <a:pt x="606" y="1224"/>
                  </a:lnTo>
                  <a:lnTo>
                    <a:pt x="1096" y="0"/>
                  </a:lnTo>
                  <a:lnTo>
                    <a:pt x="2063" y="2240"/>
                  </a:lnTo>
                  <a:lnTo>
                    <a:pt x="3133" y="4166"/>
                  </a:lnTo>
                  <a:lnTo>
                    <a:pt x="3753" y="5048"/>
                  </a:lnTo>
                  <a:lnTo>
                    <a:pt x="5641" y="7017"/>
                  </a:lnTo>
                  <a:lnTo>
                    <a:pt x="6312" y="800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4387866" y="3600572"/>
              <a:ext cx="1314" cy="4145"/>
            </a:xfrm>
            <a:custGeom>
              <a:avLst/>
              <a:pathLst>
                <a:path w="1314" h="4145">
                  <a:moveTo>
                    <a:pt x="1248" y="2520"/>
                  </a:moveTo>
                  <a:lnTo>
                    <a:pt x="1314" y="4145"/>
                  </a:lnTo>
                  <a:lnTo>
                    <a:pt x="550" y="3747"/>
                  </a:lnTo>
                  <a:lnTo>
                    <a:pt x="0" y="1842"/>
                  </a:lnTo>
                  <a:lnTo>
                    <a:pt x="455" y="484"/>
                  </a:lnTo>
                  <a:lnTo>
                    <a:pt x="742" y="0"/>
                  </a:lnTo>
                  <a:lnTo>
                    <a:pt x="1029" y="180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4380805" y="3599631"/>
              <a:ext cx="5346" cy="9568"/>
            </a:xfrm>
            <a:custGeom>
              <a:avLst/>
              <a:pathLst>
                <a:path w="5346" h="9568">
                  <a:moveTo>
                    <a:pt x="5346" y="8726"/>
                  </a:moveTo>
                  <a:lnTo>
                    <a:pt x="5010" y="9568"/>
                  </a:lnTo>
                  <a:lnTo>
                    <a:pt x="4429" y="9376"/>
                  </a:lnTo>
                  <a:lnTo>
                    <a:pt x="3815" y="8375"/>
                  </a:lnTo>
                  <a:lnTo>
                    <a:pt x="3016" y="6583"/>
                  </a:lnTo>
                  <a:lnTo>
                    <a:pt x="2122" y="4984"/>
                  </a:lnTo>
                  <a:lnTo>
                    <a:pt x="991" y="3974"/>
                  </a:lnTo>
                  <a:lnTo>
                    <a:pt x="283" y="3670"/>
                  </a:lnTo>
                  <a:lnTo>
                    <a:pt x="0" y="3302"/>
                  </a:lnTo>
                  <a:lnTo>
                    <a:pt x="273" y="196"/>
                  </a:lnTo>
                  <a:lnTo>
                    <a:pt x="1016" y="0"/>
                  </a:lnTo>
                  <a:lnTo>
                    <a:pt x="3424" y="2887"/>
                  </a:lnTo>
                  <a:lnTo>
                    <a:pt x="4208" y="445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4394964" y="3599185"/>
              <a:ext cx="2389" cy="5644"/>
            </a:xfrm>
            <a:custGeom>
              <a:avLst/>
              <a:pathLst>
                <a:path w="2389" h="5644">
                  <a:moveTo>
                    <a:pt x="1065" y="0"/>
                  </a:moveTo>
                  <a:lnTo>
                    <a:pt x="1793" y="1286"/>
                  </a:lnTo>
                  <a:lnTo>
                    <a:pt x="2389" y="442"/>
                  </a:lnTo>
                  <a:lnTo>
                    <a:pt x="2365" y="1546"/>
                  </a:lnTo>
                  <a:lnTo>
                    <a:pt x="2245" y="2605"/>
                  </a:lnTo>
                  <a:lnTo>
                    <a:pt x="1540" y="5644"/>
                  </a:lnTo>
                  <a:lnTo>
                    <a:pt x="360" y="4944"/>
                  </a:lnTo>
                  <a:lnTo>
                    <a:pt x="87" y="3961"/>
                  </a:lnTo>
                  <a:lnTo>
                    <a:pt x="0" y="3226"/>
                  </a:lnTo>
                  <a:lnTo>
                    <a:pt x="169" y="2764"/>
                  </a:lnTo>
                  <a:lnTo>
                    <a:pt x="266" y="1274"/>
                  </a:lnTo>
                  <a:lnTo>
                    <a:pt x="777" y="127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4398555" y="3598135"/>
              <a:ext cx="4817" cy="11352"/>
            </a:xfrm>
            <a:custGeom>
              <a:avLst/>
              <a:pathLst>
                <a:path w="4817" h="11352">
                  <a:moveTo>
                    <a:pt x="3925" y="0"/>
                  </a:moveTo>
                  <a:lnTo>
                    <a:pt x="3990" y="2217"/>
                  </a:lnTo>
                  <a:lnTo>
                    <a:pt x="4648" y="3295"/>
                  </a:lnTo>
                  <a:lnTo>
                    <a:pt x="4817" y="4922"/>
                  </a:lnTo>
                  <a:lnTo>
                    <a:pt x="4702" y="7537"/>
                  </a:lnTo>
                  <a:lnTo>
                    <a:pt x="4083" y="10552"/>
                  </a:lnTo>
                  <a:lnTo>
                    <a:pt x="3808" y="11352"/>
                  </a:lnTo>
                  <a:lnTo>
                    <a:pt x="2992" y="10740"/>
                  </a:lnTo>
                  <a:lnTo>
                    <a:pt x="2720" y="9731"/>
                  </a:lnTo>
                  <a:lnTo>
                    <a:pt x="2611" y="8942"/>
                  </a:lnTo>
                  <a:lnTo>
                    <a:pt x="2725" y="8379"/>
                  </a:lnTo>
                  <a:lnTo>
                    <a:pt x="2121" y="7671"/>
                  </a:lnTo>
                  <a:lnTo>
                    <a:pt x="2510" y="6517"/>
                  </a:lnTo>
                  <a:lnTo>
                    <a:pt x="2244" y="4895"/>
                  </a:lnTo>
                  <a:lnTo>
                    <a:pt x="572" y="5909"/>
                  </a:lnTo>
                  <a:lnTo>
                    <a:pt x="88" y="5945"/>
                  </a:lnTo>
                  <a:lnTo>
                    <a:pt x="0" y="4099"/>
                  </a:lnTo>
                  <a:lnTo>
                    <a:pt x="68" y="3353"/>
                  </a:lnTo>
                  <a:lnTo>
                    <a:pt x="1353" y="1022"/>
                  </a:lnTo>
                  <a:lnTo>
                    <a:pt x="2119" y="593"/>
                  </a:lnTo>
                  <a:lnTo>
                    <a:pt x="2944" y="10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4375359" y="3592788"/>
              <a:ext cx="2534" cy="12921"/>
            </a:xfrm>
            <a:custGeom>
              <a:avLst/>
              <a:pathLst>
                <a:path w="2534" h="12921">
                  <a:moveTo>
                    <a:pt x="2284" y="12024"/>
                  </a:moveTo>
                  <a:lnTo>
                    <a:pt x="1752" y="12921"/>
                  </a:lnTo>
                  <a:lnTo>
                    <a:pt x="1112" y="11525"/>
                  </a:lnTo>
                  <a:lnTo>
                    <a:pt x="586" y="9496"/>
                  </a:lnTo>
                  <a:lnTo>
                    <a:pt x="308" y="7384"/>
                  </a:lnTo>
                  <a:lnTo>
                    <a:pt x="64" y="3933"/>
                  </a:lnTo>
                  <a:lnTo>
                    <a:pt x="0" y="1454"/>
                  </a:lnTo>
                  <a:lnTo>
                    <a:pt x="319" y="0"/>
                  </a:lnTo>
                  <a:lnTo>
                    <a:pt x="550" y="53"/>
                  </a:lnTo>
                  <a:lnTo>
                    <a:pt x="1495" y="1519"/>
                  </a:lnTo>
                  <a:lnTo>
                    <a:pt x="2120" y="4026"/>
                  </a:lnTo>
                  <a:lnTo>
                    <a:pt x="2465" y="4811"/>
                  </a:lnTo>
                  <a:lnTo>
                    <a:pt x="2534" y="7116"/>
                  </a:lnTo>
                  <a:lnTo>
                    <a:pt x="2304" y="974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4316099" y="3588572"/>
              <a:ext cx="9813" cy="28818"/>
            </a:xfrm>
            <a:custGeom>
              <a:avLst/>
              <a:pathLst>
                <a:path w="9813" h="28818">
                  <a:moveTo>
                    <a:pt x="4630" y="2206"/>
                  </a:moveTo>
                  <a:lnTo>
                    <a:pt x="7125" y="10519"/>
                  </a:lnTo>
                  <a:lnTo>
                    <a:pt x="8138" y="11637"/>
                  </a:lnTo>
                  <a:lnTo>
                    <a:pt x="9482" y="15409"/>
                  </a:lnTo>
                  <a:lnTo>
                    <a:pt x="9813" y="16719"/>
                  </a:lnTo>
                  <a:lnTo>
                    <a:pt x="9469" y="19369"/>
                  </a:lnTo>
                  <a:lnTo>
                    <a:pt x="9174" y="26931"/>
                  </a:lnTo>
                  <a:lnTo>
                    <a:pt x="8529" y="28818"/>
                  </a:lnTo>
                  <a:lnTo>
                    <a:pt x="6959" y="27884"/>
                  </a:lnTo>
                  <a:lnTo>
                    <a:pt x="6943" y="26555"/>
                  </a:lnTo>
                  <a:lnTo>
                    <a:pt x="6038" y="20857"/>
                  </a:lnTo>
                  <a:lnTo>
                    <a:pt x="4396" y="17680"/>
                  </a:lnTo>
                  <a:lnTo>
                    <a:pt x="3753" y="17515"/>
                  </a:lnTo>
                  <a:lnTo>
                    <a:pt x="3333" y="14266"/>
                  </a:lnTo>
                  <a:lnTo>
                    <a:pt x="2505" y="10412"/>
                  </a:lnTo>
                  <a:lnTo>
                    <a:pt x="0" y="3376"/>
                  </a:lnTo>
                  <a:lnTo>
                    <a:pt x="1899" y="3431"/>
                  </a:lnTo>
                  <a:lnTo>
                    <a:pt x="2821" y="1716"/>
                  </a:lnTo>
                  <a:lnTo>
                    <a:pt x="3033" y="349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7"/>
            <p:cNvSpPr/>
            <p:nvPr/>
          </p:nvSpPr>
          <p:spPr>
            <a:xfrm>
              <a:off x="4372939" y="3586041"/>
              <a:ext cx="5535" cy="8701"/>
            </a:xfrm>
            <a:custGeom>
              <a:avLst/>
              <a:pathLst>
                <a:path w="5535" h="8701">
                  <a:moveTo>
                    <a:pt x="5449" y="4911"/>
                  </a:moveTo>
                  <a:lnTo>
                    <a:pt x="5535" y="8701"/>
                  </a:lnTo>
                  <a:lnTo>
                    <a:pt x="4681" y="7710"/>
                  </a:lnTo>
                  <a:lnTo>
                    <a:pt x="4010" y="6202"/>
                  </a:lnTo>
                  <a:lnTo>
                    <a:pt x="2944" y="5090"/>
                  </a:lnTo>
                  <a:lnTo>
                    <a:pt x="1645" y="4726"/>
                  </a:lnTo>
                  <a:lnTo>
                    <a:pt x="694" y="3747"/>
                  </a:lnTo>
                  <a:lnTo>
                    <a:pt x="29" y="1985"/>
                  </a:lnTo>
                  <a:lnTo>
                    <a:pt x="0" y="1174"/>
                  </a:lnTo>
                  <a:lnTo>
                    <a:pt x="65" y="515"/>
                  </a:lnTo>
                  <a:lnTo>
                    <a:pt x="274" y="0"/>
                  </a:lnTo>
                  <a:lnTo>
                    <a:pt x="5192" y="340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8"/>
            <p:cNvSpPr/>
            <p:nvPr/>
          </p:nvSpPr>
          <p:spPr>
            <a:xfrm>
              <a:off x="4565871" y="3583806"/>
              <a:ext cx="74232" cy="218497"/>
            </a:xfrm>
            <a:custGeom>
              <a:avLst/>
              <a:pathLst>
                <a:path w="74232" h="218497">
                  <a:moveTo>
                    <a:pt x="70263" y="20853"/>
                  </a:moveTo>
                  <a:lnTo>
                    <a:pt x="68068" y="25868"/>
                  </a:lnTo>
                  <a:lnTo>
                    <a:pt x="67397" y="28292"/>
                  </a:lnTo>
                  <a:lnTo>
                    <a:pt x="66812" y="30900"/>
                  </a:lnTo>
                  <a:lnTo>
                    <a:pt x="65949" y="33801"/>
                  </a:lnTo>
                  <a:lnTo>
                    <a:pt x="64954" y="36357"/>
                  </a:lnTo>
                  <a:lnTo>
                    <a:pt x="64457" y="37115"/>
                  </a:lnTo>
                  <a:lnTo>
                    <a:pt x="63233" y="38490"/>
                  </a:lnTo>
                  <a:lnTo>
                    <a:pt x="62528" y="39024"/>
                  </a:lnTo>
                  <a:lnTo>
                    <a:pt x="61200" y="39195"/>
                  </a:lnTo>
                  <a:lnTo>
                    <a:pt x="57200" y="41235"/>
                  </a:lnTo>
                  <a:lnTo>
                    <a:pt x="55887" y="41473"/>
                  </a:lnTo>
                  <a:lnTo>
                    <a:pt x="54579" y="41388"/>
                  </a:lnTo>
                  <a:lnTo>
                    <a:pt x="52098" y="40879"/>
                  </a:lnTo>
                  <a:lnTo>
                    <a:pt x="51580" y="40612"/>
                  </a:lnTo>
                  <a:lnTo>
                    <a:pt x="50591" y="37985"/>
                  </a:lnTo>
                  <a:lnTo>
                    <a:pt x="49475" y="35907"/>
                  </a:lnTo>
                  <a:lnTo>
                    <a:pt x="48490" y="35681"/>
                  </a:lnTo>
                  <a:lnTo>
                    <a:pt x="47485" y="35903"/>
                  </a:lnTo>
                  <a:lnTo>
                    <a:pt x="40249" y="36048"/>
                  </a:lnTo>
                  <a:lnTo>
                    <a:pt x="37719" y="36434"/>
                  </a:lnTo>
                  <a:lnTo>
                    <a:pt x="35199" y="37363"/>
                  </a:lnTo>
                  <a:lnTo>
                    <a:pt x="33827" y="36940"/>
                  </a:lnTo>
                  <a:lnTo>
                    <a:pt x="32467" y="35898"/>
                  </a:lnTo>
                  <a:lnTo>
                    <a:pt x="31444" y="35535"/>
                  </a:lnTo>
                  <a:lnTo>
                    <a:pt x="30409" y="35642"/>
                  </a:lnTo>
                  <a:lnTo>
                    <a:pt x="25659" y="37211"/>
                  </a:lnTo>
                  <a:lnTo>
                    <a:pt x="24464" y="37061"/>
                  </a:lnTo>
                  <a:lnTo>
                    <a:pt x="22061" y="35054"/>
                  </a:lnTo>
                  <a:lnTo>
                    <a:pt x="20664" y="34652"/>
                  </a:lnTo>
                  <a:lnTo>
                    <a:pt x="19295" y="35184"/>
                  </a:lnTo>
                  <a:lnTo>
                    <a:pt x="18018" y="36989"/>
                  </a:lnTo>
                  <a:lnTo>
                    <a:pt x="17535" y="38200"/>
                  </a:lnTo>
                  <a:lnTo>
                    <a:pt x="16214" y="42329"/>
                  </a:lnTo>
                  <a:lnTo>
                    <a:pt x="15467" y="45342"/>
                  </a:lnTo>
                  <a:lnTo>
                    <a:pt x="14903" y="49089"/>
                  </a:lnTo>
                  <a:lnTo>
                    <a:pt x="14416" y="52921"/>
                  </a:lnTo>
                  <a:lnTo>
                    <a:pt x="14154" y="56060"/>
                  </a:lnTo>
                  <a:lnTo>
                    <a:pt x="14141" y="59339"/>
                  </a:lnTo>
                  <a:lnTo>
                    <a:pt x="14367" y="63029"/>
                  </a:lnTo>
                  <a:lnTo>
                    <a:pt x="14725" y="66680"/>
                  </a:lnTo>
                  <a:lnTo>
                    <a:pt x="15123" y="69467"/>
                  </a:lnTo>
                  <a:lnTo>
                    <a:pt x="16771" y="75919"/>
                  </a:lnTo>
                  <a:lnTo>
                    <a:pt x="17106" y="76834"/>
                  </a:lnTo>
                  <a:lnTo>
                    <a:pt x="18897" y="78649"/>
                  </a:lnTo>
                  <a:lnTo>
                    <a:pt x="19958" y="80978"/>
                  </a:lnTo>
                  <a:lnTo>
                    <a:pt x="20965" y="87451"/>
                  </a:lnTo>
                  <a:lnTo>
                    <a:pt x="21682" y="90749"/>
                  </a:lnTo>
                  <a:lnTo>
                    <a:pt x="22386" y="90789"/>
                  </a:lnTo>
                  <a:lnTo>
                    <a:pt x="23173" y="90558"/>
                  </a:lnTo>
                  <a:lnTo>
                    <a:pt x="24541" y="90977"/>
                  </a:lnTo>
                  <a:lnTo>
                    <a:pt x="25897" y="91825"/>
                  </a:lnTo>
                  <a:lnTo>
                    <a:pt x="27219" y="89843"/>
                  </a:lnTo>
                  <a:lnTo>
                    <a:pt x="27956" y="86091"/>
                  </a:lnTo>
                  <a:lnTo>
                    <a:pt x="28695" y="83304"/>
                  </a:lnTo>
                  <a:lnTo>
                    <a:pt x="30473" y="77997"/>
                  </a:lnTo>
                  <a:lnTo>
                    <a:pt x="31486" y="75544"/>
                  </a:lnTo>
                  <a:lnTo>
                    <a:pt x="32133" y="74745"/>
                  </a:lnTo>
                  <a:lnTo>
                    <a:pt x="32791" y="75094"/>
                  </a:lnTo>
                  <a:lnTo>
                    <a:pt x="33348" y="76499"/>
                  </a:lnTo>
                  <a:lnTo>
                    <a:pt x="33999" y="77616"/>
                  </a:lnTo>
                  <a:lnTo>
                    <a:pt x="35327" y="78216"/>
                  </a:lnTo>
                  <a:lnTo>
                    <a:pt x="36668" y="77841"/>
                  </a:lnTo>
                  <a:lnTo>
                    <a:pt x="38095" y="76119"/>
                  </a:lnTo>
                  <a:lnTo>
                    <a:pt x="38607" y="75062"/>
                  </a:lnTo>
                  <a:lnTo>
                    <a:pt x="39030" y="73718"/>
                  </a:lnTo>
                  <a:lnTo>
                    <a:pt x="40239" y="72633"/>
                  </a:lnTo>
                  <a:lnTo>
                    <a:pt x="43113" y="72621"/>
                  </a:lnTo>
                  <a:lnTo>
                    <a:pt x="44599" y="73011"/>
                  </a:lnTo>
                  <a:lnTo>
                    <a:pt x="47245" y="72578"/>
                  </a:lnTo>
                  <a:lnTo>
                    <a:pt x="47208" y="71600"/>
                  </a:lnTo>
                  <a:lnTo>
                    <a:pt x="46697" y="70564"/>
                  </a:lnTo>
                  <a:lnTo>
                    <a:pt x="46563" y="69733"/>
                  </a:lnTo>
                  <a:lnTo>
                    <a:pt x="47055" y="69196"/>
                  </a:lnTo>
                  <a:lnTo>
                    <a:pt x="48760" y="67987"/>
                  </a:lnTo>
                  <a:lnTo>
                    <a:pt x="50499" y="67127"/>
                  </a:lnTo>
                  <a:lnTo>
                    <a:pt x="51764" y="67742"/>
                  </a:lnTo>
                  <a:lnTo>
                    <a:pt x="52895" y="69427"/>
                  </a:lnTo>
                  <a:lnTo>
                    <a:pt x="53329" y="71167"/>
                  </a:lnTo>
                  <a:lnTo>
                    <a:pt x="53522" y="73259"/>
                  </a:lnTo>
                  <a:lnTo>
                    <a:pt x="53086" y="78678"/>
                  </a:lnTo>
                  <a:lnTo>
                    <a:pt x="52875" y="79933"/>
                  </a:lnTo>
                  <a:lnTo>
                    <a:pt x="51973" y="80583"/>
                  </a:lnTo>
                  <a:lnTo>
                    <a:pt x="51124" y="79864"/>
                  </a:lnTo>
                  <a:lnTo>
                    <a:pt x="50283" y="77065"/>
                  </a:lnTo>
                  <a:lnTo>
                    <a:pt x="49094" y="76041"/>
                  </a:lnTo>
                  <a:lnTo>
                    <a:pt x="47407" y="76886"/>
                  </a:lnTo>
                  <a:lnTo>
                    <a:pt x="46829" y="77688"/>
                  </a:lnTo>
                  <a:lnTo>
                    <a:pt x="46309" y="78808"/>
                  </a:lnTo>
                  <a:lnTo>
                    <a:pt x="45356" y="81711"/>
                  </a:lnTo>
                  <a:lnTo>
                    <a:pt x="44563" y="84989"/>
                  </a:lnTo>
                  <a:lnTo>
                    <a:pt x="42848" y="90091"/>
                  </a:lnTo>
                  <a:lnTo>
                    <a:pt x="40863" y="94523"/>
                  </a:lnTo>
                  <a:lnTo>
                    <a:pt x="39902" y="96220"/>
                  </a:lnTo>
                  <a:lnTo>
                    <a:pt x="38831" y="97363"/>
                  </a:lnTo>
                  <a:lnTo>
                    <a:pt x="35390" y="100297"/>
                  </a:lnTo>
                  <a:lnTo>
                    <a:pt x="34484" y="102476"/>
                  </a:lnTo>
                  <a:lnTo>
                    <a:pt x="33781" y="105307"/>
                  </a:lnTo>
                  <a:lnTo>
                    <a:pt x="33001" y="106271"/>
                  </a:lnTo>
                  <a:lnTo>
                    <a:pt x="32100" y="106577"/>
                  </a:lnTo>
                  <a:lnTo>
                    <a:pt x="31423" y="106046"/>
                  </a:lnTo>
                  <a:lnTo>
                    <a:pt x="30052" y="104450"/>
                  </a:lnTo>
                  <a:lnTo>
                    <a:pt x="29600" y="105763"/>
                  </a:lnTo>
                  <a:lnTo>
                    <a:pt x="29524" y="107766"/>
                  </a:lnTo>
                  <a:lnTo>
                    <a:pt x="30199" y="108478"/>
                  </a:lnTo>
                  <a:lnTo>
                    <a:pt x="31286" y="110692"/>
                  </a:lnTo>
                  <a:lnTo>
                    <a:pt x="32127" y="113820"/>
                  </a:lnTo>
                  <a:lnTo>
                    <a:pt x="32666" y="114492"/>
                  </a:lnTo>
                  <a:lnTo>
                    <a:pt x="33864" y="115508"/>
                  </a:lnTo>
                  <a:lnTo>
                    <a:pt x="34367" y="116480"/>
                  </a:lnTo>
                  <a:lnTo>
                    <a:pt x="35271" y="119158"/>
                  </a:lnTo>
                  <a:lnTo>
                    <a:pt x="36694" y="125388"/>
                  </a:lnTo>
                  <a:lnTo>
                    <a:pt x="37178" y="128759"/>
                  </a:lnTo>
                  <a:lnTo>
                    <a:pt x="37968" y="131509"/>
                  </a:lnTo>
                  <a:lnTo>
                    <a:pt x="40374" y="136180"/>
                  </a:lnTo>
                  <a:lnTo>
                    <a:pt x="40508" y="137499"/>
                  </a:lnTo>
                  <a:lnTo>
                    <a:pt x="40360" y="139034"/>
                  </a:lnTo>
                  <a:lnTo>
                    <a:pt x="40545" y="140434"/>
                  </a:lnTo>
                  <a:lnTo>
                    <a:pt x="41405" y="143118"/>
                  </a:lnTo>
                  <a:lnTo>
                    <a:pt x="41609" y="144846"/>
                  </a:lnTo>
                  <a:lnTo>
                    <a:pt x="40669" y="147039"/>
                  </a:lnTo>
                  <a:lnTo>
                    <a:pt x="40617" y="150219"/>
                  </a:lnTo>
                  <a:lnTo>
                    <a:pt x="40041" y="154496"/>
                  </a:lnTo>
                  <a:lnTo>
                    <a:pt x="39910" y="155939"/>
                  </a:lnTo>
                  <a:lnTo>
                    <a:pt x="39928" y="157243"/>
                  </a:lnTo>
                  <a:lnTo>
                    <a:pt x="40333" y="158461"/>
                  </a:lnTo>
                  <a:lnTo>
                    <a:pt x="40805" y="159424"/>
                  </a:lnTo>
                  <a:lnTo>
                    <a:pt x="41452" y="159932"/>
                  </a:lnTo>
                  <a:lnTo>
                    <a:pt x="42019" y="160772"/>
                  </a:lnTo>
                  <a:lnTo>
                    <a:pt x="43107" y="164105"/>
                  </a:lnTo>
                  <a:lnTo>
                    <a:pt x="43676" y="164982"/>
                  </a:lnTo>
                  <a:lnTo>
                    <a:pt x="44037" y="166197"/>
                  </a:lnTo>
                  <a:lnTo>
                    <a:pt x="44000" y="168006"/>
                  </a:lnTo>
                  <a:lnTo>
                    <a:pt x="44496" y="169065"/>
                  </a:lnTo>
                  <a:lnTo>
                    <a:pt x="44954" y="170955"/>
                  </a:lnTo>
                  <a:lnTo>
                    <a:pt x="45653" y="171414"/>
                  </a:lnTo>
                  <a:lnTo>
                    <a:pt x="45980" y="170872"/>
                  </a:lnTo>
                  <a:lnTo>
                    <a:pt x="46204" y="170061"/>
                  </a:lnTo>
                  <a:lnTo>
                    <a:pt x="46776" y="170367"/>
                  </a:lnTo>
                  <a:lnTo>
                    <a:pt x="47114" y="171683"/>
                  </a:lnTo>
                  <a:lnTo>
                    <a:pt x="47310" y="173374"/>
                  </a:lnTo>
                  <a:lnTo>
                    <a:pt x="47372" y="175238"/>
                  </a:lnTo>
                  <a:lnTo>
                    <a:pt x="47344" y="178776"/>
                  </a:lnTo>
                  <a:lnTo>
                    <a:pt x="47055" y="180042"/>
                  </a:lnTo>
                  <a:lnTo>
                    <a:pt x="46426" y="179982"/>
                  </a:lnTo>
                  <a:lnTo>
                    <a:pt x="45300" y="178527"/>
                  </a:lnTo>
                  <a:lnTo>
                    <a:pt x="45246" y="179578"/>
                  </a:lnTo>
                  <a:lnTo>
                    <a:pt x="45323" y="180596"/>
                  </a:lnTo>
                  <a:lnTo>
                    <a:pt x="44749" y="180934"/>
                  </a:lnTo>
                  <a:lnTo>
                    <a:pt x="44092" y="180793"/>
                  </a:lnTo>
                  <a:lnTo>
                    <a:pt x="42442" y="180931"/>
                  </a:lnTo>
                  <a:lnTo>
                    <a:pt x="39401" y="183127"/>
                  </a:lnTo>
                  <a:lnTo>
                    <a:pt x="38332" y="184423"/>
                  </a:lnTo>
                  <a:lnTo>
                    <a:pt x="37641" y="186783"/>
                  </a:lnTo>
                  <a:lnTo>
                    <a:pt x="37593" y="188414"/>
                  </a:lnTo>
                  <a:lnTo>
                    <a:pt x="37860" y="191853"/>
                  </a:lnTo>
                  <a:lnTo>
                    <a:pt x="37456" y="193057"/>
                  </a:lnTo>
                  <a:lnTo>
                    <a:pt x="36062" y="193515"/>
                  </a:lnTo>
                  <a:lnTo>
                    <a:pt x="34118" y="192592"/>
                  </a:lnTo>
                  <a:lnTo>
                    <a:pt x="32940" y="191674"/>
                  </a:lnTo>
                  <a:lnTo>
                    <a:pt x="32284" y="190904"/>
                  </a:lnTo>
                  <a:lnTo>
                    <a:pt x="31429" y="188590"/>
                  </a:lnTo>
                  <a:lnTo>
                    <a:pt x="31108" y="185629"/>
                  </a:lnTo>
                  <a:lnTo>
                    <a:pt x="31738" y="176819"/>
                  </a:lnTo>
                  <a:lnTo>
                    <a:pt x="31916" y="175688"/>
                  </a:lnTo>
                  <a:lnTo>
                    <a:pt x="32223" y="174681"/>
                  </a:lnTo>
                  <a:lnTo>
                    <a:pt x="32547" y="173079"/>
                  </a:lnTo>
                  <a:lnTo>
                    <a:pt x="32622" y="171198"/>
                  </a:lnTo>
                  <a:lnTo>
                    <a:pt x="31694" y="168898"/>
                  </a:lnTo>
                  <a:lnTo>
                    <a:pt x="30295" y="167995"/>
                  </a:lnTo>
                  <a:lnTo>
                    <a:pt x="29108" y="166079"/>
                  </a:lnTo>
                  <a:lnTo>
                    <a:pt x="24523" y="155333"/>
                  </a:lnTo>
                  <a:lnTo>
                    <a:pt x="24264" y="154294"/>
                  </a:lnTo>
                  <a:lnTo>
                    <a:pt x="24254" y="152513"/>
                  </a:lnTo>
                  <a:lnTo>
                    <a:pt x="24438" y="150848"/>
                  </a:lnTo>
                  <a:lnTo>
                    <a:pt x="25945" y="144973"/>
                  </a:lnTo>
                  <a:lnTo>
                    <a:pt x="26134" y="143848"/>
                  </a:lnTo>
                  <a:lnTo>
                    <a:pt x="26318" y="139210"/>
                  </a:lnTo>
                  <a:lnTo>
                    <a:pt x="26278" y="135393"/>
                  </a:lnTo>
                  <a:lnTo>
                    <a:pt x="26110" y="131572"/>
                  </a:lnTo>
                  <a:lnTo>
                    <a:pt x="25396" y="129168"/>
                  </a:lnTo>
                  <a:lnTo>
                    <a:pt x="24121" y="128438"/>
                  </a:lnTo>
                  <a:lnTo>
                    <a:pt x="22805" y="128320"/>
                  </a:lnTo>
                  <a:lnTo>
                    <a:pt x="21523" y="129088"/>
                  </a:lnTo>
                  <a:lnTo>
                    <a:pt x="20261" y="131009"/>
                  </a:lnTo>
                  <a:lnTo>
                    <a:pt x="17930" y="135058"/>
                  </a:lnTo>
                  <a:lnTo>
                    <a:pt x="17005" y="137413"/>
                  </a:lnTo>
                  <a:lnTo>
                    <a:pt x="16925" y="140471"/>
                  </a:lnTo>
                  <a:lnTo>
                    <a:pt x="17459" y="143470"/>
                  </a:lnTo>
                  <a:lnTo>
                    <a:pt x="18149" y="146205"/>
                  </a:lnTo>
                  <a:lnTo>
                    <a:pt x="18517" y="149198"/>
                  </a:lnTo>
                  <a:lnTo>
                    <a:pt x="19026" y="159811"/>
                  </a:lnTo>
                  <a:lnTo>
                    <a:pt x="19009" y="161009"/>
                  </a:lnTo>
                  <a:lnTo>
                    <a:pt x="18409" y="164096"/>
                  </a:lnTo>
                  <a:lnTo>
                    <a:pt x="18173" y="170993"/>
                  </a:lnTo>
                  <a:lnTo>
                    <a:pt x="18427" y="180726"/>
                  </a:lnTo>
                  <a:lnTo>
                    <a:pt x="18836" y="186702"/>
                  </a:lnTo>
                  <a:lnTo>
                    <a:pt x="18662" y="189949"/>
                  </a:lnTo>
                  <a:lnTo>
                    <a:pt x="17571" y="196921"/>
                  </a:lnTo>
                  <a:lnTo>
                    <a:pt x="17240" y="200747"/>
                  </a:lnTo>
                  <a:lnTo>
                    <a:pt x="17216" y="202325"/>
                  </a:lnTo>
                  <a:lnTo>
                    <a:pt x="18500" y="209609"/>
                  </a:lnTo>
                  <a:lnTo>
                    <a:pt x="18796" y="212489"/>
                  </a:lnTo>
                  <a:lnTo>
                    <a:pt x="18954" y="215472"/>
                  </a:lnTo>
                  <a:lnTo>
                    <a:pt x="17588" y="214012"/>
                  </a:lnTo>
                  <a:lnTo>
                    <a:pt x="16953" y="214087"/>
                  </a:lnTo>
                  <a:lnTo>
                    <a:pt x="16312" y="214537"/>
                  </a:lnTo>
                  <a:lnTo>
                    <a:pt x="14888" y="215014"/>
                  </a:lnTo>
                  <a:lnTo>
                    <a:pt x="13444" y="215077"/>
                  </a:lnTo>
                  <a:lnTo>
                    <a:pt x="12938" y="215628"/>
                  </a:lnTo>
                  <a:lnTo>
                    <a:pt x="11912" y="217564"/>
                  </a:lnTo>
                  <a:lnTo>
                    <a:pt x="11291" y="218346"/>
                  </a:lnTo>
                  <a:lnTo>
                    <a:pt x="10748" y="218497"/>
                  </a:lnTo>
                  <a:lnTo>
                    <a:pt x="8908" y="216064"/>
                  </a:lnTo>
                  <a:lnTo>
                    <a:pt x="7822" y="213424"/>
                  </a:lnTo>
                  <a:lnTo>
                    <a:pt x="6822" y="210561"/>
                  </a:lnTo>
                  <a:lnTo>
                    <a:pt x="6640" y="207292"/>
                  </a:lnTo>
                  <a:lnTo>
                    <a:pt x="6989" y="203936"/>
                  </a:lnTo>
                  <a:lnTo>
                    <a:pt x="7483" y="200349"/>
                  </a:lnTo>
                  <a:lnTo>
                    <a:pt x="8472" y="194384"/>
                  </a:lnTo>
                  <a:lnTo>
                    <a:pt x="8426" y="190382"/>
                  </a:lnTo>
                  <a:lnTo>
                    <a:pt x="8764" y="187101"/>
                  </a:lnTo>
                  <a:lnTo>
                    <a:pt x="9330" y="183918"/>
                  </a:lnTo>
                  <a:lnTo>
                    <a:pt x="9533" y="180974"/>
                  </a:lnTo>
                  <a:lnTo>
                    <a:pt x="9670" y="169475"/>
                  </a:lnTo>
                  <a:lnTo>
                    <a:pt x="9530" y="168454"/>
                  </a:lnTo>
                  <a:lnTo>
                    <a:pt x="8174" y="161620"/>
                  </a:lnTo>
                  <a:lnTo>
                    <a:pt x="8018" y="160475"/>
                  </a:lnTo>
                  <a:lnTo>
                    <a:pt x="8009" y="158631"/>
                  </a:lnTo>
                  <a:lnTo>
                    <a:pt x="8155" y="156871"/>
                  </a:lnTo>
                  <a:lnTo>
                    <a:pt x="8184" y="155283"/>
                  </a:lnTo>
                  <a:lnTo>
                    <a:pt x="7873" y="154069"/>
                  </a:lnTo>
                  <a:lnTo>
                    <a:pt x="7325" y="152958"/>
                  </a:lnTo>
                  <a:lnTo>
                    <a:pt x="6660" y="152473"/>
                  </a:lnTo>
                  <a:lnTo>
                    <a:pt x="5256" y="152955"/>
                  </a:lnTo>
                  <a:lnTo>
                    <a:pt x="2431" y="154796"/>
                  </a:lnTo>
                  <a:lnTo>
                    <a:pt x="1598" y="153174"/>
                  </a:lnTo>
                  <a:lnTo>
                    <a:pt x="971" y="150672"/>
                  </a:lnTo>
                  <a:lnTo>
                    <a:pt x="569" y="147189"/>
                  </a:lnTo>
                  <a:lnTo>
                    <a:pt x="336" y="143539"/>
                  </a:lnTo>
                  <a:lnTo>
                    <a:pt x="443" y="140111"/>
                  </a:lnTo>
                  <a:lnTo>
                    <a:pt x="860" y="136798"/>
                  </a:lnTo>
                  <a:lnTo>
                    <a:pt x="524" y="134481"/>
                  </a:lnTo>
                  <a:lnTo>
                    <a:pt x="4" y="131959"/>
                  </a:lnTo>
                  <a:lnTo>
                    <a:pt x="0" y="130660"/>
                  </a:lnTo>
                  <a:lnTo>
                    <a:pt x="295" y="129523"/>
                  </a:lnTo>
                  <a:lnTo>
                    <a:pt x="805" y="128574"/>
                  </a:lnTo>
                  <a:lnTo>
                    <a:pt x="1429" y="128020"/>
                  </a:lnTo>
                  <a:lnTo>
                    <a:pt x="2012" y="127016"/>
                  </a:lnTo>
                  <a:lnTo>
                    <a:pt x="3554" y="123631"/>
                  </a:lnTo>
                  <a:lnTo>
                    <a:pt x="4051" y="120659"/>
                  </a:lnTo>
                  <a:lnTo>
                    <a:pt x="4083" y="117000"/>
                  </a:lnTo>
                  <a:lnTo>
                    <a:pt x="4476" y="113499"/>
                  </a:lnTo>
                  <a:lnTo>
                    <a:pt x="5265" y="110276"/>
                  </a:lnTo>
                  <a:lnTo>
                    <a:pt x="6197" y="107284"/>
                  </a:lnTo>
                  <a:lnTo>
                    <a:pt x="6501" y="104199"/>
                  </a:lnTo>
                  <a:lnTo>
                    <a:pt x="6041" y="99305"/>
                  </a:lnTo>
                  <a:lnTo>
                    <a:pt x="6223" y="97077"/>
                  </a:lnTo>
                  <a:lnTo>
                    <a:pt x="6065" y="94460"/>
                  </a:lnTo>
                  <a:lnTo>
                    <a:pt x="6049" y="91874"/>
                  </a:lnTo>
                  <a:lnTo>
                    <a:pt x="6627" y="87006"/>
                  </a:lnTo>
                  <a:lnTo>
                    <a:pt x="8342" y="77056"/>
                  </a:lnTo>
                  <a:lnTo>
                    <a:pt x="10014" y="71773"/>
                  </a:lnTo>
                  <a:lnTo>
                    <a:pt x="10679" y="70379"/>
                  </a:lnTo>
                  <a:lnTo>
                    <a:pt x="11547" y="72838"/>
                  </a:lnTo>
                  <a:lnTo>
                    <a:pt x="12210" y="75732"/>
                  </a:lnTo>
                  <a:lnTo>
                    <a:pt x="12220" y="73112"/>
                  </a:lnTo>
                  <a:lnTo>
                    <a:pt x="12044" y="70544"/>
                  </a:lnTo>
                  <a:lnTo>
                    <a:pt x="11374" y="64553"/>
                  </a:lnTo>
                  <a:lnTo>
                    <a:pt x="10801" y="52878"/>
                  </a:lnTo>
                  <a:lnTo>
                    <a:pt x="10961" y="51771"/>
                  </a:lnTo>
                  <a:lnTo>
                    <a:pt x="11545" y="51947"/>
                  </a:lnTo>
                  <a:lnTo>
                    <a:pt x="12140" y="50917"/>
                  </a:lnTo>
                  <a:lnTo>
                    <a:pt x="12455" y="49079"/>
                  </a:lnTo>
                  <a:lnTo>
                    <a:pt x="11835" y="44740"/>
                  </a:lnTo>
                  <a:lnTo>
                    <a:pt x="11807" y="43211"/>
                  </a:lnTo>
                  <a:lnTo>
                    <a:pt x="13003" y="37112"/>
                  </a:lnTo>
                  <a:lnTo>
                    <a:pt x="13979" y="34891"/>
                  </a:lnTo>
                  <a:lnTo>
                    <a:pt x="14406" y="33521"/>
                  </a:lnTo>
                  <a:lnTo>
                    <a:pt x="14651" y="29800"/>
                  </a:lnTo>
                  <a:lnTo>
                    <a:pt x="15159" y="28393"/>
                  </a:lnTo>
                  <a:lnTo>
                    <a:pt x="15803" y="27387"/>
                  </a:lnTo>
                  <a:lnTo>
                    <a:pt x="16646" y="24815"/>
                  </a:lnTo>
                  <a:lnTo>
                    <a:pt x="17103" y="21577"/>
                  </a:lnTo>
                  <a:lnTo>
                    <a:pt x="17383" y="21330"/>
                  </a:lnTo>
                  <a:lnTo>
                    <a:pt x="17712" y="21212"/>
                  </a:lnTo>
                  <a:lnTo>
                    <a:pt x="18219" y="24037"/>
                  </a:lnTo>
                  <a:lnTo>
                    <a:pt x="18789" y="25185"/>
                  </a:lnTo>
                  <a:lnTo>
                    <a:pt x="19946" y="26106"/>
                  </a:lnTo>
                  <a:lnTo>
                    <a:pt x="20935" y="25017"/>
                  </a:lnTo>
                  <a:lnTo>
                    <a:pt x="21211" y="23598"/>
                  </a:lnTo>
                  <a:lnTo>
                    <a:pt x="21584" y="22379"/>
                  </a:lnTo>
                  <a:lnTo>
                    <a:pt x="22184" y="21108"/>
                  </a:lnTo>
                  <a:lnTo>
                    <a:pt x="22688" y="19661"/>
                  </a:lnTo>
                  <a:lnTo>
                    <a:pt x="23249" y="16303"/>
                  </a:lnTo>
                  <a:lnTo>
                    <a:pt x="23990" y="13243"/>
                  </a:lnTo>
                  <a:lnTo>
                    <a:pt x="24498" y="12175"/>
                  </a:lnTo>
                  <a:lnTo>
                    <a:pt x="25111" y="11500"/>
                  </a:lnTo>
                  <a:lnTo>
                    <a:pt x="25793" y="11088"/>
                  </a:lnTo>
                  <a:lnTo>
                    <a:pt x="26450" y="11033"/>
                  </a:lnTo>
                  <a:lnTo>
                    <a:pt x="27908" y="12958"/>
                  </a:lnTo>
                  <a:lnTo>
                    <a:pt x="28752" y="13333"/>
                  </a:lnTo>
                  <a:lnTo>
                    <a:pt x="29615" y="13193"/>
                  </a:lnTo>
                  <a:lnTo>
                    <a:pt x="30160" y="13516"/>
                  </a:lnTo>
                  <a:lnTo>
                    <a:pt x="30573" y="14379"/>
                  </a:lnTo>
                  <a:lnTo>
                    <a:pt x="30950" y="16119"/>
                  </a:lnTo>
                  <a:lnTo>
                    <a:pt x="31416" y="17619"/>
                  </a:lnTo>
                  <a:lnTo>
                    <a:pt x="31847" y="18359"/>
                  </a:lnTo>
                  <a:lnTo>
                    <a:pt x="32320" y="18706"/>
                  </a:lnTo>
                  <a:lnTo>
                    <a:pt x="35491" y="18098"/>
                  </a:lnTo>
                  <a:lnTo>
                    <a:pt x="38263" y="19794"/>
                  </a:lnTo>
                  <a:lnTo>
                    <a:pt x="42042" y="20180"/>
                  </a:lnTo>
                  <a:lnTo>
                    <a:pt x="43339" y="21173"/>
                  </a:lnTo>
                  <a:lnTo>
                    <a:pt x="44583" y="22470"/>
                  </a:lnTo>
                  <a:lnTo>
                    <a:pt x="46107" y="24766"/>
                  </a:lnTo>
                  <a:lnTo>
                    <a:pt x="46664" y="25273"/>
                  </a:lnTo>
                  <a:lnTo>
                    <a:pt x="47288" y="25146"/>
                  </a:lnTo>
                  <a:lnTo>
                    <a:pt x="48066" y="22989"/>
                  </a:lnTo>
                  <a:lnTo>
                    <a:pt x="48673" y="22518"/>
                  </a:lnTo>
                  <a:lnTo>
                    <a:pt x="49291" y="22434"/>
                  </a:lnTo>
                  <a:lnTo>
                    <a:pt x="51726" y="22839"/>
                  </a:lnTo>
                  <a:lnTo>
                    <a:pt x="58269" y="25496"/>
                  </a:lnTo>
                  <a:lnTo>
                    <a:pt x="59237" y="25133"/>
                  </a:lnTo>
                  <a:lnTo>
                    <a:pt x="63183" y="20056"/>
                  </a:lnTo>
                  <a:lnTo>
                    <a:pt x="64762" y="15244"/>
                  </a:lnTo>
                  <a:lnTo>
                    <a:pt x="66175" y="13904"/>
                  </a:lnTo>
                  <a:lnTo>
                    <a:pt x="66655" y="11730"/>
                  </a:lnTo>
                  <a:lnTo>
                    <a:pt x="66941" y="9118"/>
                  </a:lnTo>
                  <a:lnTo>
                    <a:pt x="67442" y="8417"/>
                  </a:lnTo>
                  <a:lnTo>
                    <a:pt x="68626" y="7671"/>
                  </a:lnTo>
                  <a:lnTo>
                    <a:pt x="69098" y="6898"/>
                  </a:lnTo>
                  <a:lnTo>
                    <a:pt x="69938" y="3693"/>
                  </a:lnTo>
                  <a:lnTo>
                    <a:pt x="70932" y="852"/>
                  </a:lnTo>
                  <a:lnTo>
                    <a:pt x="71418" y="0"/>
                  </a:lnTo>
                  <a:lnTo>
                    <a:pt x="72818" y="453"/>
                  </a:lnTo>
                  <a:lnTo>
                    <a:pt x="73439" y="1695"/>
                  </a:lnTo>
                  <a:lnTo>
                    <a:pt x="74232" y="5872"/>
                  </a:lnTo>
                  <a:lnTo>
                    <a:pt x="74093" y="6569"/>
                  </a:lnTo>
                  <a:lnTo>
                    <a:pt x="73163" y="8646"/>
                  </a:lnTo>
                  <a:lnTo>
                    <a:pt x="72894" y="9518"/>
                  </a:lnTo>
                  <a:lnTo>
                    <a:pt x="71864" y="15389"/>
                  </a:lnTo>
                  <a:lnTo>
                    <a:pt x="71160" y="182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09"/>
            <p:cNvSpPr/>
            <p:nvPr/>
          </p:nvSpPr>
          <p:spPr>
            <a:xfrm>
              <a:off x="4365863" y="3571228"/>
              <a:ext cx="4259" cy="12144"/>
            </a:xfrm>
            <a:custGeom>
              <a:avLst/>
              <a:pathLst>
                <a:path w="4259" h="12144">
                  <a:moveTo>
                    <a:pt x="3506" y="1426"/>
                  </a:moveTo>
                  <a:lnTo>
                    <a:pt x="4130" y="3846"/>
                  </a:lnTo>
                  <a:lnTo>
                    <a:pt x="4259" y="5414"/>
                  </a:lnTo>
                  <a:lnTo>
                    <a:pt x="3805" y="7214"/>
                  </a:lnTo>
                  <a:lnTo>
                    <a:pt x="3636" y="9974"/>
                  </a:lnTo>
                  <a:lnTo>
                    <a:pt x="2293" y="12144"/>
                  </a:lnTo>
                  <a:lnTo>
                    <a:pt x="1120" y="11627"/>
                  </a:lnTo>
                  <a:lnTo>
                    <a:pt x="740" y="10854"/>
                  </a:lnTo>
                  <a:lnTo>
                    <a:pt x="0" y="6660"/>
                  </a:lnTo>
                  <a:lnTo>
                    <a:pt x="71" y="3103"/>
                  </a:lnTo>
                  <a:lnTo>
                    <a:pt x="539" y="1740"/>
                  </a:lnTo>
                  <a:lnTo>
                    <a:pt x="1626" y="1949"/>
                  </a:lnTo>
                  <a:lnTo>
                    <a:pt x="273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0"/>
            <p:cNvSpPr/>
            <p:nvPr/>
          </p:nvSpPr>
          <p:spPr>
            <a:xfrm>
              <a:off x="4665267" y="3569091"/>
              <a:ext cx="17023" cy="91356"/>
            </a:xfrm>
            <a:custGeom>
              <a:avLst/>
              <a:pathLst>
                <a:path w="17023" h="91356">
                  <a:moveTo>
                    <a:pt x="3595" y="39917"/>
                  </a:moveTo>
                  <a:lnTo>
                    <a:pt x="4431" y="40573"/>
                  </a:lnTo>
                  <a:lnTo>
                    <a:pt x="5302" y="40390"/>
                  </a:lnTo>
                  <a:lnTo>
                    <a:pt x="5734" y="39070"/>
                  </a:lnTo>
                  <a:lnTo>
                    <a:pt x="5855" y="37359"/>
                  </a:lnTo>
                  <a:lnTo>
                    <a:pt x="6294" y="34171"/>
                  </a:lnTo>
                  <a:lnTo>
                    <a:pt x="7307" y="32013"/>
                  </a:lnTo>
                  <a:lnTo>
                    <a:pt x="8017" y="31675"/>
                  </a:lnTo>
                  <a:lnTo>
                    <a:pt x="8520" y="30766"/>
                  </a:lnTo>
                  <a:lnTo>
                    <a:pt x="8433" y="28400"/>
                  </a:lnTo>
                  <a:lnTo>
                    <a:pt x="8482" y="26074"/>
                  </a:lnTo>
                  <a:lnTo>
                    <a:pt x="9231" y="23591"/>
                  </a:lnTo>
                  <a:lnTo>
                    <a:pt x="11552" y="20137"/>
                  </a:lnTo>
                  <a:lnTo>
                    <a:pt x="12876" y="18905"/>
                  </a:lnTo>
                  <a:lnTo>
                    <a:pt x="14592" y="18511"/>
                  </a:lnTo>
                  <a:lnTo>
                    <a:pt x="14786" y="19835"/>
                  </a:lnTo>
                  <a:lnTo>
                    <a:pt x="14589" y="21727"/>
                  </a:lnTo>
                  <a:lnTo>
                    <a:pt x="14921" y="24577"/>
                  </a:lnTo>
                  <a:lnTo>
                    <a:pt x="14757" y="32286"/>
                  </a:lnTo>
                  <a:lnTo>
                    <a:pt x="14367" y="33378"/>
                  </a:lnTo>
                  <a:lnTo>
                    <a:pt x="12592" y="36043"/>
                  </a:lnTo>
                  <a:lnTo>
                    <a:pt x="10652" y="38174"/>
                  </a:lnTo>
                  <a:lnTo>
                    <a:pt x="10110" y="39070"/>
                  </a:lnTo>
                  <a:lnTo>
                    <a:pt x="9631" y="41192"/>
                  </a:lnTo>
                  <a:lnTo>
                    <a:pt x="9670" y="43296"/>
                  </a:lnTo>
                  <a:lnTo>
                    <a:pt x="11250" y="46102"/>
                  </a:lnTo>
                  <a:lnTo>
                    <a:pt x="13705" y="48728"/>
                  </a:lnTo>
                  <a:lnTo>
                    <a:pt x="14212" y="49960"/>
                  </a:lnTo>
                  <a:lnTo>
                    <a:pt x="14540" y="52022"/>
                  </a:lnTo>
                  <a:lnTo>
                    <a:pt x="14629" y="54331"/>
                  </a:lnTo>
                  <a:lnTo>
                    <a:pt x="15224" y="55427"/>
                  </a:lnTo>
                  <a:lnTo>
                    <a:pt x="16055" y="55955"/>
                  </a:lnTo>
                  <a:lnTo>
                    <a:pt x="16605" y="57049"/>
                  </a:lnTo>
                  <a:lnTo>
                    <a:pt x="17023" y="58588"/>
                  </a:lnTo>
                  <a:lnTo>
                    <a:pt x="12890" y="54994"/>
                  </a:lnTo>
                  <a:lnTo>
                    <a:pt x="11809" y="53409"/>
                  </a:lnTo>
                  <a:lnTo>
                    <a:pt x="10501" y="53220"/>
                  </a:lnTo>
                  <a:lnTo>
                    <a:pt x="9209" y="52738"/>
                  </a:lnTo>
                  <a:lnTo>
                    <a:pt x="7891" y="51360"/>
                  </a:lnTo>
                  <a:lnTo>
                    <a:pt x="6476" y="51035"/>
                  </a:lnTo>
                  <a:lnTo>
                    <a:pt x="5801" y="52034"/>
                  </a:lnTo>
                  <a:lnTo>
                    <a:pt x="5536" y="53978"/>
                  </a:lnTo>
                  <a:lnTo>
                    <a:pt x="5375" y="56163"/>
                  </a:lnTo>
                  <a:lnTo>
                    <a:pt x="5688" y="58883"/>
                  </a:lnTo>
                  <a:lnTo>
                    <a:pt x="5660" y="60530"/>
                  </a:lnTo>
                  <a:lnTo>
                    <a:pt x="5393" y="63516"/>
                  </a:lnTo>
                  <a:lnTo>
                    <a:pt x="6415" y="72317"/>
                  </a:lnTo>
                  <a:lnTo>
                    <a:pt x="7700" y="79317"/>
                  </a:lnTo>
                  <a:lnTo>
                    <a:pt x="9588" y="86598"/>
                  </a:lnTo>
                  <a:lnTo>
                    <a:pt x="10521" y="89100"/>
                  </a:lnTo>
                  <a:lnTo>
                    <a:pt x="11567" y="91356"/>
                  </a:lnTo>
                  <a:lnTo>
                    <a:pt x="9871" y="90687"/>
                  </a:lnTo>
                  <a:lnTo>
                    <a:pt x="9357" y="88254"/>
                  </a:lnTo>
                  <a:lnTo>
                    <a:pt x="7204" y="85842"/>
                  </a:lnTo>
                  <a:lnTo>
                    <a:pt x="6795" y="84402"/>
                  </a:lnTo>
                  <a:lnTo>
                    <a:pt x="5393" y="77494"/>
                  </a:lnTo>
                  <a:lnTo>
                    <a:pt x="4983" y="76204"/>
                  </a:lnTo>
                  <a:lnTo>
                    <a:pt x="3688" y="73855"/>
                  </a:lnTo>
                  <a:lnTo>
                    <a:pt x="3122" y="72126"/>
                  </a:lnTo>
                  <a:lnTo>
                    <a:pt x="2928" y="69792"/>
                  </a:lnTo>
                  <a:lnTo>
                    <a:pt x="3073" y="67340"/>
                  </a:lnTo>
                  <a:lnTo>
                    <a:pt x="3003" y="63948"/>
                  </a:lnTo>
                  <a:lnTo>
                    <a:pt x="3051" y="60575"/>
                  </a:lnTo>
                  <a:lnTo>
                    <a:pt x="3318" y="56466"/>
                  </a:lnTo>
                  <a:lnTo>
                    <a:pt x="2857" y="55027"/>
                  </a:lnTo>
                  <a:lnTo>
                    <a:pt x="2254" y="53664"/>
                  </a:lnTo>
                  <a:lnTo>
                    <a:pt x="1554" y="50510"/>
                  </a:lnTo>
                  <a:lnTo>
                    <a:pt x="1344" y="46927"/>
                  </a:lnTo>
                  <a:lnTo>
                    <a:pt x="1398" y="44866"/>
                  </a:lnTo>
                  <a:lnTo>
                    <a:pt x="1688" y="43038"/>
                  </a:lnTo>
                  <a:lnTo>
                    <a:pt x="2075" y="41456"/>
                  </a:lnTo>
                  <a:lnTo>
                    <a:pt x="2160" y="39914"/>
                  </a:lnTo>
                  <a:lnTo>
                    <a:pt x="1151" y="37675"/>
                  </a:lnTo>
                  <a:lnTo>
                    <a:pt x="94" y="31293"/>
                  </a:lnTo>
                  <a:lnTo>
                    <a:pt x="0" y="27985"/>
                  </a:lnTo>
                  <a:lnTo>
                    <a:pt x="1344" y="21616"/>
                  </a:lnTo>
                  <a:lnTo>
                    <a:pt x="1316" y="18525"/>
                  </a:lnTo>
                  <a:lnTo>
                    <a:pt x="1583" y="16689"/>
                  </a:lnTo>
                  <a:lnTo>
                    <a:pt x="1730" y="14741"/>
                  </a:lnTo>
                  <a:lnTo>
                    <a:pt x="2433" y="10499"/>
                  </a:lnTo>
                  <a:lnTo>
                    <a:pt x="3580" y="6882"/>
                  </a:lnTo>
                  <a:lnTo>
                    <a:pt x="5519" y="1822"/>
                  </a:lnTo>
                  <a:lnTo>
                    <a:pt x="6259" y="718"/>
                  </a:lnTo>
                  <a:lnTo>
                    <a:pt x="7090" y="0"/>
                  </a:lnTo>
                  <a:lnTo>
                    <a:pt x="7163" y="1239"/>
                  </a:lnTo>
                  <a:lnTo>
                    <a:pt x="7030" y="2338"/>
                  </a:lnTo>
                  <a:lnTo>
                    <a:pt x="5597" y="7486"/>
                  </a:lnTo>
                  <a:lnTo>
                    <a:pt x="5406" y="8649"/>
                  </a:lnTo>
                  <a:lnTo>
                    <a:pt x="5368" y="10816"/>
                  </a:lnTo>
                  <a:lnTo>
                    <a:pt x="6055" y="12096"/>
                  </a:lnTo>
                  <a:lnTo>
                    <a:pt x="6797" y="14709"/>
                  </a:lnTo>
                  <a:lnTo>
                    <a:pt x="6944" y="18188"/>
                  </a:lnTo>
                  <a:lnTo>
                    <a:pt x="6968" y="21893"/>
                  </a:lnTo>
                  <a:lnTo>
                    <a:pt x="6805" y="25627"/>
                  </a:lnTo>
                  <a:lnTo>
                    <a:pt x="6529" y="26872"/>
                  </a:lnTo>
                  <a:lnTo>
                    <a:pt x="5351" y="30619"/>
                  </a:lnTo>
                  <a:lnTo>
                    <a:pt x="2675" y="35020"/>
                  </a:lnTo>
                  <a:lnTo>
                    <a:pt x="2447" y="36103"/>
                  </a:lnTo>
                  <a:lnTo>
                    <a:pt x="2463" y="37317"/>
                  </a:lnTo>
                  <a:lnTo>
                    <a:pt x="2959" y="387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1"/>
            <p:cNvSpPr/>
            <p:nvPr/>
          </p:nvSpPr>
          <p:spPr>
            <a:xfrm>
              <a:off x="4316434" y="3568110"/>
              <a:ext cx="2599" cy="5287"/>
            </a:xfrm>
            <a:custGeom>
              <a:avLst/>
              <a:pathLst>
                <a:path w="2599" h="5287">
                  <a:moveTo>
                    <a:pt x="2599" y="4627"/>
                  </a:moveTo>
                  <a:lnTo>
                    <a:pt x="2531" y="5287"/>
                  </a:lnTo>
                  <a:lnTo>
                    <a:pt x="1344" y="2178"/>
                  </a:lnTo>
                  <a:lnTo>
                    <a:pt x="0" y="453"/>
                  </a:lnTo>
                  <a:lnTo>
                    <a:pt x="556" y="0"/>
                  </a:lnTo>
                  <a:lnTo>
                    <a:pt x="1663" y="479"/>
                  </a:lnTo>
                  <a:lnTo>
                    <a:pt x="2107" y="927"/>
                  </a:lnTo>
                  <a:lnTo>
                    <a:pt x="2536" y="24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2"/>
            <p:cNvSpPr/>
            <p:nvPr/>
          </p:nvSpPr>
          <p:spPr>
            <a:xfrm>
              <a:off x="4674446" y="3557313"/>
              <a:ext cx="5414" cy="16632"/>
            </a:xfrm>
            <a:custGeom>
              <a:avLst/>
              <a:pathLst>
                <a:path w="5414" h="16632">
                  <a:moveTo>
                    <a:pt x="2715" y="16129"/>
                  </a:moveTo>
                  <a:lnTo>
                    <a:pt x="896" y="16632"/>
                  </a:lnTo>
                  <a:lnTo>
                    <a:pt x="483" y="15220"/>
                  </a:lnTo>
                  <a:lnTo>
                    <a:pt x="0" y="8869"/>
                  </a:lnTo>
                  <a:lnTo>
                    <a:pt x="1293" y="3790"/>
                  </a:lnTo>
                  <a:lnTo>
                    <a:pt x="2924" y="800"/>
                  </a:lnTo>
                  <a:lnTo>
                    <a:pt x="4035" y="44"/>
                  </a:lnTo>
                  <a:lnTo>
                    <a:pt x="4421" y="0"/>
                  </a:lnTo>
                  <a:lnTo>
                    <a:pt x="5414" y="3661"/>
                  </a:lnTo>
                  <a:lnTo>
                    <a:pt x="4664" y="11027"/>
                  </a:lnTo>
                  <a:lnTo>
                    <a:pt x="3793" y="1479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3"/>
            <p:cNvSpPr/>
            <p:nvPr/>
          </p:nvSpPr>
          <p:spPr>
            <a:xfrm>
              <a:off x="4641557" y="3551174"/>
              <a:ext cx="994" cy="5195"/>
            </a:xfrm>
            <a:custGeom>
              <a:avLst/>
              <a:pathLst>
                <a:path w="994" h="5195">
                  <a:moveTo>
                    <a:pt x="545" y="4543"/>
                  </a:moveTo>
                  <a:lnTo>
                    <a:pt x="428" y="5195"/>
                  </a:lnTo>
                  <a:lnTo>
                    <a:pt x="0" y="1729"/>
                  </a:lnTo>
                  <a:lnTo>
                    <a:pt x="354" y="0"/>
                  </a:lnTo>
                  <a:lnTo>
                    <a:pt x="865" y="634"/>
                  </a:lnTo>
                  <a:lnTo>
                    <a:pt x="994" y="1252"/>
                  </a:lnTo>
                  <a:lnTo>
                    <a:pt x="504" y="29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4"/>
            <p:cNvSpPr/>
            <p:nvPr/>
          </p:nvSpPr>
          <p:spPr>
            <a:xfrm>
              <a:off x="4300425" y="3547904"/>
              <a:ext cx="8590" cy="16705"/>
            </a:xfrm>
            <a:custGeom>
              <a:avLst/>
              <a:pathLst>
                <a:path w="8590" h="16705">
                  <a:moveTo>
                    <a:pt x="8590" y="16429"/>
                  </a:moveTo>
                  <a:lnTo>
                    <a:pt x="7869" y="16705"/>
                  </a:lnTo>
                  <a:lnTo>
                    <a:pt x="7174" y="16073"/>
                  </a:lnTo>
                  <a:lnTo>
                    <a:pt x="6596" y="14373"/>
                  </a:lnTo>
                  <a:lnTo>
                    <a:pt x="3507" y="9463"/>
                  </a:lnTo>
                  <a:lnTo>
                    <a:pt x="2546" y="9384"/>
                  </a:lnTo>
                  <a:lnTo>
                    <a:pt x="1871" y="8128"/>
                  </a:lnTo>
                  <a:lnTo>
                    <a:pt x="1051" y="7694"/>
                  </a:lnTo>
                  <a:lnTo>
                    <a:pt x="182" y="4417"/>
                  </a:lnTo>
                  <a:lnTo>
                    <a:pt x="0" y="2660"/>
                  </a:lnTo>
                  <a:lnTo>
                    <a:pt x="632" y="1803"/>
                  </a:lnTo>
                  <a:lnTo>
                    <a:pt x="1024" y="0"/>
                  </a:lnTo>
                  <a:lnTo>
                    <a:pt x="2055" y="796"/>
                  </a:lnTo>
                  <a:lnTo>
                    <a:pt x="3229" y="3977"/>
                  </a:lnTo>
                  <a:lnTo>
                    <a:pt x="4423" y="5165"/>
                  </a:lnTo>
                  <a:lnTo>
                    <a:pt x="4748" y="5765"/>
                  </a:lnTo>
                  <a:lnTo>
                    <a:pt x="5325" y="7525"/>
                  </a:lnTo>
                  <a:lnTo>
                    <a:pt x="8056" y="11844"/>
                  </a:lnTo>
                  <a:lnTo>
                    <a:pt x="8353" y="13308"/>
                  </a:lnTo>
                  <a:lnTo>
                    <a:pt x="8541" y="147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5"/>
            <p:cNvSpPr/>
            <p:nvPr/>
          </p:nvSpPr>
          <p:spPr>
            <a:xfrm>
              <a:off x="4450828" y="3545453"/>
              <a:ext cx="1161" cy="4312"/>
            </a:xfrm>
            <a:custGeom>
              <a:avLst/>
              <a:pathLst>
                <a:path w="1161" h="4312">
                  <a:moveTo>
                    <a:pt x="1161" y="2764"/>
                  </a:moveTo>
                  <a:lnTo>
                    <a:pt x="602" y="4312"/>
                  </a:lnTo>
                  <a:lnTo>
                    <a:pt x="0" y="3348"/>
                  </a:lnTo>
                  <a:lnTo>
                    <a:pt x="927" y="209"/>
                  </a:lnTo>
                  <a:lnTo>
                    <a:pt x="114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6"/>
            <p:cNvSpPr/>
            <p:nvPr/>
          </p:nvSpPr>
          <p:spPr>
            <a:xfrm>
              <a:off x="4415218" y="3543576"/>
              <a:ext cx="1663" cy="6007"/>
            </a:xfrm>
            <a:custGeom>
              <a:avLst/>
              <a:pathLst>
                <a:path w="1663" h="6007">
                  <a:moveTo>
                    <a:pt x="784" y="5893"/>
                  </a:moveTo>
                  <a:lnTo>
                    <a:pt x="303" y="6007"/>
                  </a:lnTo>
                  <a:lnTo>
                    <a:pt x="160" y="5130"/>
                  </a:lnTo>
                  <a:lnTo>
                    <a:pt x="180" y="3617"/>
                  </a:lnTo>
                  <a:lnTo>
                    <a:pt x="138" y="2410"/>
                  </a:lnTo>
                  <a:lnTo>
                    <a:pt x="0" y="1512"/>
                  </a:lnTo>
                  <a:lnTo>
                    <a:pt x="0" y="0"/>
                  </a:lnTo>
                  <a:lnTo>
                    <a:pt x="442" y="754"/>
                  </a:lnTo>
                  <a:lnTo>
                    <a:pt x="784" y="1461"/>
                  </a:lnTo>
                  <a:lnTo>
                    <a:pt x="1177" y="1966"/>
                  </a:lnTo>
                  <a:lnTo>
                    <a:pt x="1495" y="2308"/>
                  </a:lnTo>
                  <a:lnTo>
                    <a:pt x="1663" y="2540"/>
                  </a:lnTo>
                  <a:lnTo>
                    <a:pt x="1348" y="46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7"/>
            <p:cNvSpPr/>
            <p:nvPr/>
          </p:nvSpPr>
          <p:spPr>
            <a:xfrm>
              <a:off x="4421073" y="3538639"/>
              <a:ext cx="969" cy="4176"/>
            </a:xfrm>
            <a:custGeom>
              <a:avLst/>
              <a:pathLst>
                <a:path w="969" h="4176">
                  <a:moveTo>
                    <a:pt x="969" y="2141"/>
                  </a:moveTo>
                  <a:lnTo>
                    <a:pt x="951" y="4176"/>
                  </a:lnTo>
                  <a:lnTo>
                    <a:pt x="156" y="2985"/>
                  </a:lnTo>
                  <a:lnTo>
                    <a:pt x="0" y="730"/>
                  </a:lnTo>
                  <a:lnTo>
                    <a:pt x="261" y="0"/>
                  </a:lnTo>
                  <a:lnTo>
                    <a:pt x="808" y="3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8"/>
            <p:cNvSpPr/>
            <p:nvPr/>
          </p:nvSpPr>
          <p:spPr>
            <a:xfrm>
              <a:off x="4551535" y="3532537"/>
              <a:ext cx="1649" cy="5564"/>
            </a:xfrm>
            <a:custGeom>
              <a:avLst/>
              <a:pathLst>
                <a:path w="1649" h="5564">
                  <a:moveTo>
                    <a:pt x="1391" y="4596"/>
                  </a:moveTo>
                  <a:lnTo>
                    <a:pt x="1246" y="5564"/>
                  </a:lnTo>
                  <a:lnTo>
                    <a:pt x="263" y="3187"/>
                  </a:lnTo>
                  <a:lnTo>
                    <a:pt x="0" y="1468"/>
                  </a:lnTo>
                  <a:lnTo>
                    <a:pt x="119" y="121"/>
                  </a:lnTo>
                  <a:lnTo>
                    <a:pt x="1141" y="0"/>
                  </a:lnTo>
                  <a:lnTo>
                    <a:pt x="1649" y="84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19"/>
            <p:cNvSpPr/>
            <p:nvPr/>
          </p:nvSpPr>
          <p:spPr>
            <a:xfrm>
              <a:off x="4642653" y="3523756"/>
              <a:ext cx="2334" cy="9687"/>
            </a:xfrm>
            <a:custGeom>
              <a:avLst/>
              <a:pathLst>
                <a:path w="2334" h="9687">
                  <a:moveTo>
                    <a:pt x="2334" y="8782"/>
                  </a:moveTo>
                  <a:lnTo>
                    <a:pt x="2047" y="9687"/>
                  </a:lnTo>
                  <a:lnTo>
                    <a:pt x="647" y="8040"/>
                  </a:lnTo>
                  <a:lnTo>
                    <a:pt x="716" y="5426"/>
                  </a:lnTo>
                  <a:lnTo>
                    <a:pt x="528" y="4138"/>
                  </a:lnTo>
                  <a:lnTo>
                    <a:pt x="152" y="2781"/>
                  </a:lnTo>
                  <a:lnTo>
                    <a:pt x="0" y="1450"/>
                  </a:lnTo>
                  <a:lnTo>
                    <a:pt x="156" y="0"/>
                  </a:lnTo>
                  <a:lnTo>
                    <a:pt x="1014" y="1856"/>
                  </a:lnTo>
                  <a:lnTo>
                    <a:pt x="1500" y="4791"/>
                  </a:lnTo>
                  <a:lnTo>
                    <a:pt x="2166" y="758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0"/>
            <p:cNvSpPr/>
            <p:nvPr/>
          </p:nvSpPr>
          <p:spPr>
            <a:xfrm>
              <a:off x="4657870" y="3520072"/>
              <a:ext cx="923" cy="2983"/>
            </a:xfrm>
            <a:custGeom>
              <a:avLst/>
              <a:pathLst>
                <a:path w="923" h="2983">
                  <a:moveTo>
                    <a:pt x="855" y="2643"/>
                  </a:moveTo>
                  <a:lnTo>
                    <a:pt x="667" y="2983"/>
                  </a:lnTo>
                  <a:lnTo>
                    <a:pt x="253" y="2187"/>
                  </a:lnTo>
                  <a:lnTo>
                    <a:pt x="0" y="1314"/>
                  </a:lnTo>
                  <a:lnTo>
                    <a:pt x="15" y="435"/>
                  </a:lnTo>
                  <a:lnTo>
                    <a:pt x="310" y="0"/>
                  </a:lnTo>
                  <a:lnTo>
                    <a:pt x="914" y="1344"/>
                  </a:lnTo>
                  <a:lnTo>
                    <a:pt x="923" y="208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1"/>
            <p:cNvSpPr/>
            <p:nvPr/>
          </p:nvSpPr>
          <p:spPr>
            <a:xfrm>
              <a:off x="4656258" y="3514634"/>
              <a:ext cx="1175" cy="6188"/>
            </a:xfrm>
            <a:custGeom>
              <a:avLst/>
              <a:pathLst>
                <a:path w="1175" h="6188">
                  <a:moveTo>
                    <a:pt x="941" y="4943"/>
                  </a:moveTo>
                  <a:lnTo>
                    <a:pt x="970" y="6188"/>
                  </a:lnTo>
                  <a:lnTo>
                    <a:pt x="273" y="3354"/>
                  </a:lnTo>
                  <a:lnTo>
                    <a:pt x="0" y="0"/>
                  </a:lnTo>
                  <a:lnTo>
                    <a:pt x="552" y="1197"/>
                  </a:lnTo>
                  <a:lnTo>
                    <a:pt x="1175" y="367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2"/>
            <p:cNvSpPr/>
            <p:nvPr/>
          </p:nvSpPr>
          <p:spPr>
            <a:xfrm>
              <a:off x="4552543" y="3510374"/>
              <a:ext cx="3426" cy="5381"/>
            </a:xfrm>
            <a:custGeom>
              <a:avLst/>
              <a:pathLst>
                <a:path w="3426" h="5381">
                  <a:moveTo>
                    <a:pt x="2988" y="0"/>
                  </a:moveTo>
                  <a:lnTo>
                    <a:pt x="3369" y="2825"/>
                  </a:lnTo>
                  <a:lnTo>
                    <a:pt x="3426" y="3895"/>
                  </a:lnTo>
                  <a:lnTo>
                    <a:pt x="1285" y="5381"/>
                  </a:lnTo>
                  <a:lnTo>
                    <a:pt x="0" y="1910"/>
                  </a:lnTo>
                  <a:lnTo>
                    <a:pt x="275" y="506"/>
                  </a:lnTo>
                  <a:lnTo>
                    <a:pt x="1384" y="56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3"/>
            <p:cNvSpPr/>
            <p:nvPr/>
          </p:nvSpPr>
          <p:spPr>
            <a:xfrm>
              <a:off x="4441803" y="3509458"/>
              <a:ext cx="4562" cy="16667"/>
            </a:xfrm>
            <a:custGeom>
              <a:avLst/>
              <a:pathLst>
                <a:path w="4562" h="16667">
                  <a:moveTo>
                    <a:pt x="3609" y="15586"/>
                  </a:moveTo>
                  <a:lnTo>
                    <a:pt x="2039" y="16667"/>
                  </a:lnTo>
                  <a:lnTo>
                    <a:pt x="1128" y="15146"/>
                  </a:lnTo>
                  <a:lnTo>
                    <a:pt x="2115" y="13272"/>
                  </a:lnTo>
                  <a:lnTo>
                    <a:pt x="2463" y="13148"/>
                  </a:lnTo>
                  <a:lnTo>
                    <a:pt x="2690" y="12781"/>
                  </a:lnTo>
                  <a:lnTo>
                    <a:pt x="2772" y="12020"/>
                  </a:lnTo>
                  <a:lnTo>
                    <a:pt x="991" y="10786"/>
                  </a:lnTo>
                  <a:lnTo>
                    <a:pt x="485" y="9697"/>
                  </a:lnTo>
                  <a:lnTo>
                    <a:pt x="0" y="6922"/>
                  </a:lnTo>
                  <a:lnTo>
                    <a:pt x="13" y="5158"/>
                  </a:lnTo>
                  <a:lnTo>
                    <a:pt x="2297" y="491"/>
                  </a:lnTo>
                  <a:lnTo>
                    <a:pt x="2831" y="0"/>
                  </a:lnTo>
                  <a:lnTo>
                    <a:pt x="2914" y="1931"/>
                  </a:lnTo>
                  <a:lnTo>
                    <a:pt x="4494" y="6824"/>
                  </a:lnTo>
                  <a:lnTo>
                    <a:pt x="4562" y="10081"/>
                  </a:lnTo>
                  <a:lnTo>
                    <a:pt x="4502" y="112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4"/>
            <p:cNvSpPr/>
            <p:nvPr/>
          </p:nvSpPr>
          <p:spPr>
            <a:xfrm>
              <a:off x="4452201" y="3504917"/>
              <a:ext cx="115990" cy="252364"/>
            </a:xfrm>
            <a:custGeom>
              <a:avLst/>
              <a:pathLst>
                <a:path w="115990" h="252364">
                  <a:moveTo>
                    <a:pt x="99758" y="5915"/>
                  </a:moveTo>
                  <a:lnTo>
                    <a:pt x="99663" y="6160"/>
                  </a:lnTo>
                  <a:lnTo>
                    <a:pt x="98872" y="7015"/>
                  </a:lnTo>
                  <a:lnTo>
                    <a:pt x="98503" y="8708"/>
                  </a:lnTo>
                  <a:lnTo>
                    <a:pt x="99585" y="11301"/>
                  </a:lnTo>
                  <a:lnTo>
                    <a:pt x="99661" y="13027"/>
                  </a:lnTo>
                  <a:lnTo>
                    <a:pt x="100502" y="14562"/>
                  </a:lnTo>
                  <a:lnTo>
                    <a:pt x="101528" y="16963"/>
                  </a:lnTo>
                  <a:lnTo>
                    <a:pt x="101568" y="17745"/>
                  </a:lnTo>
                  <a:lnTo>
                    <a:pt x="101917" y="18820"/>
                  </a:lnTo>
                  <a:lnTo>
                    <a:pt x="102092" y="20138"/>
                  </a:lnTo>
                  <a:lnTo>
                    <a:pt x="101369" y="21451"/>
                  </a:lnTo>
                  <a:lnTo>
                    <a:pt x="100396" y="21702"/>
                  </a:lnTo>
                  <a:lnTo>
                    <a:pt x="99677" y="20463"/>
                  </a:lnTo>
                  <a:lnTo>
                    <a:pt x="99013" y="18924"/>
                  </a:lnTo>
                  <a:lnTo>
                    <a:pt x="98843" y="20838"/>
                  </a:lnTo>
                  <a:lnTo>
                    <a:pt x="98331" y="21933"/>
                  </a:lnTo>
                  <a:lnTo>
                    <a:pt x="96460" y="21614"/>
                  </a:lnTo>
                  <a:lnTo>
                    <a:pt x="95122" y="21625"/>
                  </a:lnTo>
                  <a:lnTo>
                    <a:pt x="93791" y="22106"/>
                  </a:lnTo>
                  <a:lnTo>
                    <a:pt x="94458" y="22402"/>
                  </a:lnTo>
                  <a:lnTo>
                    <a:pt x="95062" y="23013"/>
                  </a:lnTo>
                  <a:lnTo>
                    <a:pt x="97132" y="27899"/>
                  </a:lnTo>
                  <a:lnTo>
                    <a:pt x="97574" y="29709"/>
                  </a:lnTo>
                  <a:lnTo>
                    <a:pt x="96852" y="33309"/>
                  </a:lnTo>
                  <a:lnTo>
                    <a:pt x="97203" y="34780"/>
                  </a:lnTo>
                  <a:lnTo>
                    <a:pt x="98005" y="35624"/>
                  </a:lnTo>
                  <a:lnTo>
                    <a:pt x="98980" y="37415"/>
                  </a:lnTo>
                  <a:lnTo>
                    <a:pt x="99675" y="37595"/>
                  </a:lnTo>
                  <a:lnTo>
                    <a:pt x="100175" y="38604"/>
                  </a:lnTo>
                  <a:lnTo>
                    <a:pt x="100195" y="40361"/>
                  </a:lnTo>
                  <a:lnTo>
                    <a:pt x="100488" y="41958"/>
                  </a:lnTo>
                  <a:lnTo>
                    <a:pt x="99697" y="42595"/>
                  </a:lnTo>
                  <a:lnTo>
                    <a:pt x="100480" y="43019"/>
                  </a:lnTo>
                  <a:lnTo>
                    <a:pt x="101176" y="43835"/>
                  </a:lnTo>
                  <a:lnTo>
                    <a:pt x="100795" y="44664"/>
                  </a:lnTo>
                  <a:lnTo>
                    <a:pt x="100500" y="45668"/>
                  </a:lnTo>
                  <a:lnTo>
                    <a:pt x="100821" y="46210"/>
                  </a:lnTo>
                  <a:lnTo>
                    <a:pt x="101775" y="47137"/>
                  </a:lnTo>
                  <a:lnTo>
                    <a:pt x="102192" y="47988"/>
                  </a:lnTo>
                  <a:lnTo>
                    <a:pt x="102410" y="50288"/>
                  </a:lnTo>
                  <a:lnTo>
                    <a:pt x="103341" y="54046"/>
                  </a:lnTo>
                  <a:lnTo>
                    <a:pt x="105049" y="58896"/>
                  </a:lnTo>
                  <a:lnTo>
                    <a:pt x="105422" y="60663"/>
                  </a:lnTo>
                  <a:lnTo>
                    <a:pt x="105419" y="62291"/>
                  </a:lnTo>
                  <a:lnTo>
                    <a:pt x="105134" y="63689"/>
                  </a:lnTo>
                  <a:lnTo>
                    <a:pt x="104161" y="65328"/>
                  </a:lnTo>
                  <a:lnTo>
                    <a:pt x="103381" y="67483"/>
                  </a:lnTo>
                  <a:lnTo>
                    <a:pt x="103287" y="68262"/>
                  </a:lnTo>
                  <a:lnTo>
                    <a:pt x="102230" y="69261"/>
                  </a:lnTo>
                  <a:lnTo>
                    <a:pt x="102714" y="69995"/>
                  </a:lnTo>
                  <a:lnTo>
                    <a:pt x="103098" y="70988"/>
                  </a:lnTo>
                  <a:lnTo>
                    <a:pt x="103832" y="73990"/>
                  </a:lnTo>
                  <a:lnTo>
                    <a:pt x="105580" y="78864"/>
                  </a:lnTo>
                  <a:lnTo>
                    <a:pt x="106460" y="80682"/>
                  </a:lnTo>
                  <a:lnTo>
                    <a:pt x="110084" y="87298"/>
                  </a:lnTo>
                  <a:lnTo>
                    <a:pt x="112009" y="90177"/>
                  </a:lnTo>
                  <a:lnTo>
                    <a:pt x="114467" y="96771"/>
                  </a:lnTo>
                  <a:lnTo>
                    <a:pt x="115743" y="98295"/>
                  </a:lnTo>
                  <a:lnTo>
                    <a:pt x="115990" y="100132"/>
                  </a:lnTo>
                  <a:lnTo>
                    <a:pt x="114925" y="102946"/>
                  </a:lnTo>
                  <a:lnTo>
                    <a:pt x="113372" y="104355"/>
                  </a:lnTo>
                  <a:lnTo>
                    <a:pt x="110810" y="105114"/>
                  </a:lnTo>
                  <a:lnTo>
                    <a:pt x="108241" y="104122"/>
                  </a:lnTo>
                  <a:lnTo>
                    <a:pt x="106912" y="103316"/>
                  </a:lnTo>
                  <a:lnTo>
                    <a:pt x="105755" y="101697"/>
                  </a:lnTo>
                  <a:lnTo>
                    <a:pt x="104843" y="98446"/>
                  </a:lnTo>
                  <a:lnTo>
                    <a:pt x="103638" y="96687"/>
                  </a:lnTo>
                  <a:lnTo>
                    <a:pt x="104103" y="98658"/>
                  </a:lnTo>
                  <a:lnTo>
                    <a:pt x="104395" y="100673"/>
                  </a:lnTo>
                  <a:lnTo>
                    <a:pt x="104244" y="102867"/>
                  </a:lnTo>
                  <a:lnTo>
                    <a:pt x="103770" y="104587"/>
                  </a:lnTo>
                  <a:lnTo>
                    <a:pt x="102959" y="105848"/>
                  </a:lnTo>
                  <a:lnTo>
                    <a:pt x="102089" y="106872"/>
                  </a:lnTo>
                  <a:lnTo>
                    <a:pt x="101722" y="107592"/>
                  </a:lnTo>
                  <a:lnTo>
                    <a:pt x="99515" y="119076"/>
                  </a:lnTo>
                  <a:lnTo>
                    <a:pt x="99157" y="122182"/>
                  </a:lnTo>
                  <a:lnTo>
                    <a:pt x="98484" y="135077"/>
                  </a:lnTo>
                  <a:lnTo>
                    <a:pt x="98474" y="138718"/>
                  </a:lnTo>
                  <a:lnTo>
                    <a:pt x="99464" y="145534"/>
                  </a:lnTo>
                  <a:lnTo>
                    <a:pt x="99555" y="149107"/>
                  </a:lnTo>
                  <a:lnTo>
                    <a:pt x="99751" y="150651"/>
                  </a:lnTo>
                  <a:lnTo>
                    <a:pt x="99621" y="151932"/>
                  </a:lnTo>
                  <a:lnTo>
                    <a:pt x="99152" y="152694"/>
                  </a:lnTo>
                  <a:lnTo>
                    <a:pt x="97257" y="154777"/>
                  </a:lnTo>
                  <a:lnTo>
                    <a:pt x="95918" y="156506"/>
                  </a:lnTo>
                  <a:lnTo>
                    <a:pt x="94833" y="158967"/>
                  </a:lnTo>
                  <a:lnTo>
                    <a:pt x="93956" y="162032"/>
                  </a:lnTo>
                  <a:lnTo>
                    <a:pt x="93184" y="164248"/>
                  </a:lnTo>
                  <a:lnTo>
                    <a:pt x="92157" y="165310"/>
                  </a:lnTo>
                  <a:lnTo>
                    <a:pt x="91414" y="165151"/>
                  </a:lnTo>
                  <a:lnTo>
                    <a:pt x="90812" y="164132"/>
                  </a:lnTo>
                  <a:lnTo>
                    <a:pt x="90392" y="162164"/>
                  </a:lnTo>
                  <a:lnTo>
                    <a:pt x="90154" y="160009"/>
                  </a:lnTo>
                  <a:lnTo>
                    <a:pt x="89996" y="161602"/>
                  </a:lnTo>
                  <a:lnTo>
                    <a:pt x="90025" y="163157"/>
                  </a:lnTo>
                  <a:lnTo>
                    <a:pt x="90377" y="164822"/>
                  </a:lnTo>
                  <a:lnTo>
                    <a:pt x="90512" y="166579"/>
                  </a:lnTo>
                  <a:lnTo>
                    <a:pt x="90310" y="168374"/>
                  </a:lnTo>
                  <a:lnTo>
                    <a:pt x="89870" y="169805"/>
                  </a:lnTo>
                  <a:lnTo>
                    <a:pt x="88678" y="171367"/>
                  </a:lnTo>
                  <a:lnTo>
                    <a:pt x="88020" y="172706"/>
                  </a:lnTo>
                  <a:lnTo>
                    <a:pt x="87913" y="175046"/>
                  </a:lnTo>
                  <a:lnTo>
                    <a:pt x="87596" y="176373"/>
                  </a:lnTo>
                  <a:lnTo>
                    <a:pt x="87139" y="177401"/>
                  </a:lnTo>
                  <a:lnTo>
                    <a:pt x="85461" y="179755"/>
                  </a:lnTo>
                  <a:lnTo>
                    <a:pt x="85087" y="180696"/>
                  </a:lnTo>
                  <a:lnTo>
                    <a:pt x="84810" y="181893"/>
                  </a:lnTo>
                  <a:lnTo>
                    <a:pt x="85704" y="181709"/>
                  </a:lnTo>
                  <a:lnTo>
                    <a:pt x="86522" y="181893"/>
                  </a:lnTo>
                  <a:lnTo>
                    <a:pt x="86583" y="184237"/>
                  </a:lnTo>
                  <a:lnTo>
                    <a:pt x="86840" y="185980"/>
                  </a:lnTo>
                  <a:lnTo>
                    <a:pt x="86513" y="189803"/>
                  </a:lnTo>
                  <a:lnTo>
                    <a:pt x="85253" y="192383"/>
                  </a:lnTo>
                  <a:lnTo>
                    <a:pt x="85882" y="192925"/>
                  </a:lnTo>
                  <a:lnTo>
                    <a:pt x="86452" y="193768"/>
                  </a:lnTo>
                  <a:lnTo>
                    <a:pt x="87717" y="194394"/>
                  </a:lnTo>
                  <a:lnTo>
                    <a:pt x="88146" y="197107"/>
                  </a:lnTo>
                  <a:lnTo>
                    <a:pt x="87960" y="200390"/>
                  </a:lnTo>
                  <a:lnTo>
                    <a:pt x="87731" y="203337"/>
                  </a:lnTo>
                  <a:lnTo>
                    <a:pt x="86823" y="204156"/>
                  </a:lnTo>
                  <a:lnTo>
                    <a:pt x="86257" y="203611"/>
                  </a:lnTo>
                  <a:lnTo>
                    <a:pt x="85697" y="203663"/>
                  </a:lnTo>
                  <a:lnTo>
                    <a:pt x="85285" y="204557"/>
                  </a:lnTo>
                  <a:lnTo>
                    <a:pt x="85175" y="206078"/>
                  </a:lnTo>
                  <a:lnTo>
                    <a:pt x="85961" y="205331"/>
                  </a:lnTo>
                  <a:lnTo>
                    <a:pt x="85917" y="209137"/>
                  </a:lnTo>
                  <a:lnTo>
                    <a:pt x="85704" y="212856"/>
                  </a:lnTo>
                  <a:lnTo>
                    <a:pt x="85445" y="214908"/>
                  </a:lnTo>
                  <a:lnTo>
                    <a:pt x="84964" y="216582"/>
                  </a:lnTo>
                  <a:lnTo>
                    <a:pt x="84238" y="217119"/>
                  </a:lnTo>
                  <a:lnTo>
                    <a:pt x="83553" y="215866"/>
                  </a:lnTo>
                  <a:lnTo>
                    <a:pt x="83413" y="217321"/>
                  </a:lnTo>
                  <a:lnTo>
                    <a:pt x="83622" y="218547"/>
                  </a:lnTo>
                  <a:lnTo>
                    <a:pt x="84600" y="221534"/>
                  </a:lnTo>
                  <a:lnTo>
                    <a:pt x="83999" y="222189"/>
                  </a:lnTo>
                  <a:lnTo>
                    <a:pt x="83562" y="223207"/>
                  </a:lnTo>
                  <a:lnTo>
                    <a:pt x="83366" y="224691"/>
                  </a:lnTo>
                  <a:lnTo>
                    <a:pt x="82301" y="228090"/>
                  </a:lnTo>
                  <a:lnTo>
                    <a:pt x="81832" y="230589"/>
                  </a:lnTo>
                  <a:lnTo>
                    <a:pt x="81633" y="233264"/>
                  </a:lnTo>
                  <a:lnTo>
                    <a:pt x="81135" y="235382"/>
                  </a:lnTo>
                  <a:lnTo>
                    <a:pt x="73103" y="244596"/>
                  </a:lnTo>
                  <a:lnTo>
                    <a:pt x="66605" y="252364"/>
                  </a:lnTo>
                  <a:lnTo>
                    <a:pt x="66133" y="251836"/>
                  </a:lnTo>
                  <a:lnTo>
                    <a:pt x="65819" y="250650"/>
                  </a:lnTo>
                  <a:lnTo>
                    <a:pt x="65597" y="238582"/>
                  </a:lnTo>
                  <a:lnTo>
                    <a:pt x="64793" y="232410"/>
                  </a:lnTo>
                  <a:lnTo>
                    <a:pt x="64672" y="228930"/>
                  </a:lnTo>
                  <a:lnTo>
                    <a:pt x="63756" y="232037"/>
                  </a:lnTo>
                  <a:lnTo>
                    <a:pt x="63194" y="231723"/>
                  </a:lnTo>
                  <a:lnTo>
                    <a:pt x="62586" y="230932"/>
                  </a:lnTo>
                  <a:lnTo>
                    <a:pt x="62128" y="229916"/>
                  </a:lnTo>
                  <a:lnTo>
                    <a:pt x="62095" y="228578"/>
                  </a:lnTo>
                  <a:lnTo>
                    <a:pt x="62586" y="224748"/>
                  </a:lnTo>
                  <a:lnTo>
                    <a:pt x="61991" y="226849"/>
                  </a:lnTo>
                  <a:lnTo>
                    <a:pt x="61343" y="228471"/>
                  </a:lnTo>
                  <a:lnTo>
                    <a:pt x="60671" y="228272"/>
                  </a:lnTo>
                  <a:lnTo>
                    <a:pt x="60092" y="227469"/>
                  </a:lnTo>
                  <a:lnTo>
                    <a:pt x="59877" y="226226"/>
                  </a:lnTo>
                  <a:lnTo>
                    <a:pt x="59569" y="226041"/>
                  </a:lnTo>
                  <a:lnTo>
                    <a:pt x="58149" y="229452"/>
                  </a:lnTo>
                  <a:lnTo>
                    <a:pt x="56273" y="231281"/>
                  </a:lnTo>
                  <a:lnTo>
                    <a:pt x="55229" y="231253"/>
                  </a:lnTo>
                  <a:lnTo>
                    <a:pt x="54407" y="230208"/>
                  </a:lnTo>
                  <a:lnTo>
                    <a:pt x="54449" y="227611"/>
                  </a:lnTo>
                  <a:lnTo>
                    <a:pt x="54366" y="225071"/>
                  </a:lnTo>
                  <a:lnTo>
                    <a:pt x="54136" y="223582"/>
                  </a:lnTo>
                  <a:lnTo>
                    <a:pt x="53632" y="223051"/>
                  </a:lnTo>
                  <a:lnTo>
                    <a:pt x="53168" y="223239"/>
                  </a:lnTo>
                  <a:lnTo>
                    <a:pt x="51822" y="224564"/>
                  </a:lnTo>
                  <a:lnTo>
                    <a:pt x="51341" y="224408"/>
                  </a:lnTo>
                  <a:lnTo>
                    <a:pt x="51064" y="225083"/>
                  </a:lnTo>
                  <a:lnTo>
                    <a:pt x="47506" y="215835"/>
                  </a:lnTo>
                  <a:lnTo>
                    <a:pt x="46787" y="223329"/>
                  </a:lnTo>
                  <a:lnTo>
                    <a:pt x="44330" y="227319"/>
                  </a:lnTo>
                  <a:lnTo>
                    <a:pt x="42515" y="229634"/>
                  </a:lnTo>
                  <a:lnTo>
                    <a:pt x="40716" y="228765"/>
                  </a:lnTo>
                  <a:lnTo>
                    <a:pt x="38887" y="227285"/>
                  </a:lnTo>
                  <a:lnTo>
                    <a:pt x="37065" y="229071"/>
                  </a:lnTo>
                  <a:lnTo>
                    <a:pt x="35088" y="233451"/>
                  </a:lnTo>
                  <a:lnTo>
                    <a:pt x="34542" y="234127"/>
                  </a:lnTo>
                  <a:lnTo>
                    <a:pt x="33974" y="234106"/>
                  </a:lnTo>
                  <a:lnTo>
                    <a:pt x="33559" y="233535"/>
                  </a:lnTo>
                  <a:lnTo>
                    <a:pt x="33701" y="230214"/>
                  </a:lnTo>
                  <a:lnTo>
                    <a:pt x="33719" y="226892"/>
                  </a:lnTo>
                  <a:lnTo>
                    <a:pt x="33571" y="219491"/>
                  </a:lnTo>
                  <a:lnTo>
                    <a:pt x="33413" y="218036"/>
                  </a:lnTo>
                  <a:lnTo>
                    <a:pt x="32847" y="216002"/>
                  </a:lnTo>
                  <a:lnTo>
                    <a:pt x="32094" y="214533"/>
                  </a:lnTo>
                  <a:lnTo>
                    <a:pt x="31675" y="215607"/>
                  </a:lnTo>
                  <a:lnTo>
                    <a:pt x="31297" y="217075"/>
                  </a:lnTo>
                  <a:lnTo>
                    <a:pt x="29795" y="217012"/>
                  </a:lnTo>
                  <a:lnTo>
                    <a:pt x="28329" y="215840"/>
                  </a:lnTo>
                  <a:lnTo>
                    <a:pt x="27082" y="216513"/>
                  </a:lnTo>
                  <a:lnTo>
                    <a:pt x="24609" y="219447"/>
                  </a:lnTo>
                  <a:lnTo>
                    <a:pt x="23294" y="219900"/>
                  </a:lnTo>
                  <a:lnTo>
                    <a:pt x="22589" y="219240"/>
                  </a:lnTo>
                  <a:lnTo>
                    <a:pt x="22139" y="217655"/>
                  </a:lnTo>
                  <a:lnTo>
                    <a:pt x="22396" y="216210"/>
                  </a:lnTo>
                  <a:lnTo>
                    <a:pt x="22940" y="215099"/>
                  </a:lnTo>
                  <a:lnTo>
                    <a:pt x="21926" y="215982"/>
                  </a:lnTo>
                  <a:lnTo>
                    <a:pt x="21059" y="217465"/>
                  </a:lnTo>
                  <a:lnTo>
                    <a:pt x="20683" y="218417"/>
                  </a:lnTo>
                  <a:lnTo>
                    <a:pt x="20280" y="217941"/>
                  </a:lnTo>
                  <a:lnTo>
                    <a:pt x="19197" y="214591"/>
                  </a:lnTo>
                  <a:lnTo>
                    <a:pt x="16936" y="215843"/>
                  </a:lnTo>
                  <a:lnTo>
                    <a:pt x="16630" y="216227"/>
                  </a:lnTo>
                  <a:lnTo>
                    <a:pt x="16073" y="217367"/>
                  </a:lnTo>
                  <a:lnTo>
                    <a:pt x="15538" y="216798"/>
                  </a:lnTo>
                  <a:lnTo>
                    <a:pt x="15268" y="215586"/>
                  </a:lnTo>
                  <a:lnTo>
                    <a:pt x="15172" y="208600"/>
                  </a:lnTo>
                  <a:lnTo>
                    <a:pt x="14023" y="195162"/>
                  </a:lnTo>
                  <a:lnTo>
                    <a:pt x="13702" y="188291"/>
                  </a:lnTo>
                  <a:lnTo>
                    <a:pt x="13454" y="186666"/>
                  </a:lnTo>
                  <a:lnTo>
                    <a:pt x="12129" y="184196"/>
                  </a:lnTo>
                  <a:lnTo>
                    <a:pt x="12174" y="180653"/>
                  </a:lnTo>
                  <a:lnTo>
                    <a:pt x="12861" y="177689"/>
                  </a:lnTo>
                  <a:lnTo>
                    <a:pt x="13007" y="174235"/>
                  </a:lnTo>
                  <a:lnTo>
                    <a:pt x="12812" y="170487"/>
                  </a:lnTo>
                  <a:lnTo>
                    <a:pt x="12399" y="166822"/>
                  </a:lnTo>
                  <a:lnTo>
                    <a:pt x="11878" y="164054"/>
                  </a:lnTo>
                  <a:lnTo>
                    <a:pt x="11135" y="161688"/>
                  </a:lnTo>
                  <a:lnTo>
                    <a:pt x="10144" y="159036"/>
                  </a:lnTo>
                  <a:lnTo>
                    <a:pt x="8928" y="157054"/>
                  </a:lnTo>
                  <a:lnTo>
                    <a:pt x="6305" y="154823"/>
                  </a:lnTo>
                  <a:lnTo>
                    <a:pt x="4921" y="155019"/>
                  </a:lnTo>
                  <a:lnTo>
                    <a:pt x="4407" y="154145"/>
                  </a:lnTo>
                  <a:lnTo>
                    <a:pt x="4061" y="153011"/>
                  </a:lnTo>
                  <a:lnTo>
                    <a:pt x="4202" y="150783"/>
                  </a:lnTo>
                  <a:lnTo>
                    <a:pt x="4670" y="149251"/>
                  </a:lnTo>
                  <a:lnTo>
                    <a:pt x="5298" y="148873"/>
                  </a:lnTo>
                  <a:lnTo>
                    <a:pt x="5373" y="148010"/>
                  </a:lnTo>
                  <a:lnTo>
                    <a:pt x="4041" y="146215"/>
                  </a:lnTo>
                  <a:lnTo>
                    <a:pt x="2931" y="143777"/>
                  </a:lnTo>
                  <a:lnTo>
                    <a:pt x="2582" y="142314"/>
                  </a:lnTo>
                  <a:lnTo>
                    <a:pt x="2477" y="140704"/>
                  </a:lnTo>
                  <a:lnTo>
                    <a:pt x="2484" y="136984"/>
                  </a:lnTo>
                  <a:lnTo>
                    <a:pt x="2805" y="134635"/>
                  </a:lnTo>
                  <a:lnTo>
                    <a:pt x="2979" y="133363"/>
                  </a:lnTo>
                  <a:lnTo>
                    <a:pt x="3323" y="129431"/>
                  </a:lnTo>
                  <a:lnTo>
                    <a:pt x="4047" y="128232"/>
                  </a:lnTo>
                  <a:lnTo>
                    <a:pt x="3928" y="127505"/>
                  </a:lnTo>
                  <a:lnTo>
                    <a:pt x="3617" y="126971"/>
                  </a:lnTo>
                  <a:lnTo>
                    <a:pt x="3163" y="125681"/>
                  </a:lnTo>
                  <a:lnTo>
                    <a:pt x="2792" y="124198"/>
                  </a:lnTo>
                  <a:lnTo>
                    <a:pt x="1944" y="121682"/>
                  </a:lnTo>
                  <a:lnTo>
                    <a:pt x="445" y="118643"/>
                  </a:lnTo>
                  <a:lnTo>
                    <a:pt x="194" y="113408"/>
                  </a:lnTo>
                  <a:lnTo>
                    <a:pt x="0" y="105692"/>
                  </a:lnTo>
                  <a:lnTo>
                    <a:pt x="125" y="102185"/>
                  </a:lnTo>
                  <a:lnTo>
                    <a:pt x="606" y="95626"/>
                  </a:lnTo>
                  <a:lnTo>
                    <a:pt x="1438" y="93561"/>
                  </a:lnTo>
                  <a:lnTo>
                    <a:pt x="2101" y="92987"/>
                  </a:lnTo>
                  <a:lnTo>
                    <a:pt x="2597" y="92102"/>
                  </a:lnTo>
                  <a:lnTo>
                    <a:pt x="2189" y="91975"/>
                  </a:lnTo>
                  <a:lnTo>
                    <a:pt x="1836" y="92300"/>
                  </a:lnTo>
                  <a:lnTo>
                    <a:pt x="1201" y="92522"/>
                  </a:lnTo>
                  <a:lnTo>
                    <a:pt x="1721" y="86647"/>
                  </a:lnTo>
                  <a:lnTo>
                    <a:pt x="1956" y="84950"/>
                  </a:lnTo>
                  <a:lnTo>
                    <a:pt x="3001" y="81665"/>
                  </a:lnTo>
                  <a:lnTo>
                    <a:pt x="4226" y="78758"/>
                  </a:lnTo>
                  <a:lnTo>
                    <a:pt x="4744" y="75341"/>
                  </a:lnTo>
                  <a:lnTo>
                    <a:pt x="5439" y="72338"/>
                  </a:lnTo>
                  <a:lnTo>
                    <a:pt x="8320" y="69241"/>
                  </a:lnTo>
                  <a:lnTo>
                    <a:pt x="7285" y="73122"/>
                  </a:lnTo>
                  <a:lnTo>
                    <a:pt x="7400" y="74536"/>
                  </a:lnTo>
                  <a:lnTo>
                    <a:pt x="7652" y="75778"/>
                  </a:lnTo>
                  <a:lnTo>
                    <a:pt x="8400" y="76654"/>
                  </a:lnTo>
                  <a:lnTo>
                    <a:pt x="8609" y="81434"/>
                  </a:lnTo>
                  <a:lnTo>
                    <a:pt x="9550" y="84151"/>
                  </a:lnTo>
                  <a:lnTo>
                    <a:pt x="10497" y="86632"/>
                  </a:lnTo>
                  <a:lnTo>
                    <a:pt x="11193" y="87847"/>
                  </a:lnTo>
                  <a:lnTo>
                    <a:pt x="11957" y="89615"/>
                  </a:lnTo>
                  <a:lnTo>
                    <a:pt x="12495" y="91254"/>
                  </a:lnTo>
                  <a:lnTo>
                    <a:pt x="13061" y="92637"/>
                  </a:lnTo>
                  <a:lnTo>
                    <a:pt x="13912" y="93985"/>
                  </a:lnTo>
                  <a:lnTo>
                    <a:pt x="16219" y="99722"/>
                  </a:lnTo>
                  <a:lnTo>
                    <a:pt x="17183" y="101404"/>
                  </a:lnTo>
                  <a:lnTo>
                    <a:pt x="17901" y="103088"/>
                  </a:lnTo>
                  <a:lnTo>
                    <a:pt x="18411" y="103682"/>
                  </a:lnTo>
                  <a:lnTo>
                    <a:pt x="19666" y="103205"/>
                  </a:lnTo>
                  <a:lnTo>
                    <a:pt x="23387" y="99091"/>
                  </a:lnTo>
                  <a:lnTo>
                    <a:pt x="24054" y="98824"/>
                  </a:lnTo>
                  <a:lnTo>
                    <a:pt x="25266" y="98110"/>
                  </a:lnTo>
                  <a:lnTo>
                    <a:pt x="27399" y="98327"/>
                  </a:lnTo>
                  <a:lnTo>
                    <a:pt x="29660" y="99729"/>
                  </a:lnTo>
                  <a:lnTo>
                    <a:pt x="30390" y="99771"/>
                  </a:lnTo>
                  <a:lnTo>
                    <a:pt x="31089" y="98935"/>
                  </a:lnTo>
                  <a:lnTo>
                    <a:pt x="32055" y="99184"/>
                  </a:lnTo>
                  <a:lnTo>
                    <a:pt x="32957" y="99619"/>
                  </a:lnTo>
                  <a:lnTo>
                    <a:pt x="33409" y="99259"/>
                  </a:lnTo>
                  <a:lnTo>
                    <a:pt x="34723" y="96256"/>
                  </a:lnTo>
                  <a:lnTo>
                    <a:pt x="36511" y="95367"/>
                  </a:lnTo>
                  <a:lnTo>
                    <a:pt x="37087" y="92405"/>
                  </a:lnTo>
                  <a:lnTo>
                    <a:pt x="37533" y="89610"/>
                  </a:lnTo>
                  <a:lnTo>
                    <a:pt x="37745" y="86630"/>
                  </a:lnTo>
                  <a:lnTo>
                    <a:pt x="38492" y="85431"/>
                  </a:lnTo>
                  <a:lnTo>
                    <a:pt x="39538" y="84393"/>
                  </a:lnTo>
                  <a:lnTo>
                    <a:pt x="41087" y="83083"/>
                  </a:lnTo>
                  <a:lnTo>
                    <a:pt x="46459" y="82849"/>
                  </a:lnTo>
                  <a:lnTo>
                    <a:pt x="46980" y="83424"/>
                  </a:lnTo>
                  <a:lnTo>
                    <a:pt x="47093" y="84940"/>
                  </a:lnTo>
                  <a:lnTo>
                    <a:pt x="46980" y="86096"/>
                  </a:lnTo>
                  <a:lnTo>
                    <a:pt x="47191" y="86783"/>
                  </a:lnTo>
                  <a:lnTo>
                    <a:pt x="47905" y="86845"/>
                  </a:lnTo>
                  <a:lnTo>
                    <a:pt x="48568" y="87544"/>
                  </a:lnTo>
                  <a:lnTo>
                    <a:pt x="51246" y="89937"/>
                  </a:lnTo>
                  <a:lnTo>
                    <a:pt x="52388" y="90675"/>
                  </a:lnTo>
                  <a:lnTo>
                    <a:pt x="53021" y="90491"/>
                  </a:lnTo>
                  <a:lnTo>
                    <a:pt x="54276" y="92632"/>
                  </a:lnTo>
                  <a:lnTo>
                    <a:pt x="54960" y="91903"/>
                  </a:lnTo>
                  <a:lnTo>
                    <a:pt x="55865" y="90403"/>
                  </a:lnTo>
                  <a:lnTo>
                    <a:pt x="56727" y="88378"/>
                  </a:lnTo>
                  <a:lnTo>
                    <a:pt x="57499" y="86771"/>
                  </a:lnTo>
                  <a:lnTo>
                    <a:pt x="58623" y="86151"/>
                  </a:lnTo>
                  <a:lnTo>
                    <a:pt x="60073" y="86237"/>
                  </a:lnTo>
                  <a:lnTo>
                    <a:pt x="61785" y="85689"/>
                  </a:lnTo>
                  <a:lnTo>
                    <a:pt x="63078" y="84827"/>
                  </a:lnTo>
                  <a:lnTo>
                    <a:pt x="64521" y="86247"/>
                  </a:lnTo>
                  <a:lnTo>
                    <a:pt x="64905" y="85800"/>
                  </a:lnTo>
                  <a:lnTo>
                    <a:pt x="65154" y="84410"/>
                  </a:lnTo>
                  <a:lnTo>
                    <a:pt x="65899" y="81370"/>
                  </a:lnTo>
                  <a:lnTo>
                    <a:pt x="66229" y="79325"/>
                  </a:lnTo>
                  <a:lnTo>
                    <a:pt x="66519" y="75401"/>
                  </a:lnTo>
                  <a:lnTo>
                    <a:pt x="66719" y="74464"/>
                  </a:lnTo>
                  <a:lnTo>
                    <a:pt x="67267" y="73925"/>
                  </a:lnTo>
                  <a:lnTo>
                    <a:pt x="67830" y="73188"/>
                  </a:lnTo>
                  <a:lnTo>
                    <a:pt x="67976" y="72011"/>
                  </a:lnTo>
                  <a:lnTo>
                    <a:pt x="68181" y="70645"/>
                  </a:lnTo>
                  <a:lnTo>
                    <a:pt x="68012" y="69495"/>
                  </a:lnTo>
                  <a:lnTo>
                    <a:pt x="67692" y="68529"/>
                  </a:lnTo>
                  <a:lnTo>
                    <a:pt x="67354" y="65256"/>
                  </a:lnTo>
                  <a:lnTo>
                    <a:pt x="67466" y="63762"/>
                  </a:lnTo>
                  <a:lnTo>
                    <a:pt x="67673" y="62653"/>
                  </a:lnTo>
                  <a:lnTo>
                    <a:pt x="68248" y="62094"/>
                  </a:lnTo>
                  <a:lnTo>
                    <a:pt x="69776" y="59688"/>
                  </a:lnTo>
                  <a:lnTo>
                    <a:pt x="71127" y="56871"/>
                  </a:lnTo>
                  <a:lnTo>
                    <a:pt x="71867" y="55489"/>
                  </a:lnTo>
                  <a:lnTo>
                    <a:pt x="72193" y="54595"/>
                  </a:lnTo>
                  <a:lnTo>
                    <a:pt x="72213" y="53303"/>
                  </a:lnTo>
                  <a:lnTo>
                    <a:pt x="71626" y="51958"/>
                  </a:lnTo>
                  <a:lnTo>
                    <a:pt x="71061" y="51314"/>
                  </a:lnTo>
                  <a:lnTo>
                    <a:pt x="71018" y="49754"/>
                  </a:lnTo>
                  <a:lnTo>
                    <a:pt x="71039" y="48678"/>
                  </a:lnTo>
                  <a:lnTo>
                    <a:pt x="71209" y="47662"/>
                  </a:lnTo>
                  <a:lnTo>
                    <a:pt x="71127" y="46675"/>
                  </a:lnTo>
                  <a:lnTo>
                    <a:pt x="71125" y="45200"/>
                  </a:lnTo>
                  <a:lnTo>
                    <a:pt x="71484" y="43612"/>
                  </a:lnTo>
                  <a:lnTo>
                    <a:pt x="72317" y="41260"/>
                  </a:lnTo>
                  <a:lnTo>
                    <a:pt x="72973" y="39739"/>
                  </a:lnTo>
                  <a:lnTo>
                    <a:pt x="73701" y="40684"/>
                  </a:lnTo>
                  <a:lnTo>
                    <a:pt x="74552" y="40247"/>
                  </a:lnTo>
                  <a:lnTo>
                    <a:pt x="75360" y="39491"/>
                  </a:lnTo>
                  <a:lnTo>
                    <a:pt x="75807" y="36719"/>
                  </a:lnTo>
                  <a:lnTo>
                    <a:pt x="75875" y="35389"/>
                  </a:lnTo>
                  <a:lnTo>
                    <a:pt x="75767" y="34340"/>
                  </a:lnTo>
                  <a:lnTo>
                    <a:pt x="76049" y="30388"/>
                  </a:lnTo>
                  <a:lnTo>
                    <a:pt x="76115" y="29818"/>
                  </a:lnTo>
                  <a:lnTo>
                    <a:pt x="76646" y="27334"/>
                  </a:lnTo>
                  <a:lnTo>
                    <a:pt x="76699" y="25663"/>
                  </a:lnTo>
                  <a:lnTo>
                    <a:pt x="76398" y="21780"/>
                  </a:lnTo>
                  <a:lnTo>
                    <a:pt x="76587" y="18844"/>
                  </a:lnTo>
                  <a:lnTo>
                    <a:pt x="76673" y="12766"/>
                  </a:lnTo>
                  <a:lnTo>
                    <a:pt x="76991" y="11679"/>
                  </a:lnTo>
                  <a:lnTo>
                    <a:pt x="77353" y="8534"/>
                  </a:lnTo>
                  <a:lnTo>
                    <a:pt x="77943" y="5253"/>
                  </a:lnTo>
                  <a:lnTo>
                    <a:pt x="79135" y="3458"/>
                  </a:lnTo>
                  <a:lnTo>
                    <a:pt x="79761" y="1108"/>
                  </a:lnTo>
                  <a:lnTo>
                    <a:pt x="80037" y="672"/>
                  </a:lnTo>
                  <a:lnTo>
                    <a:pt x="80445" y="653"/>
                  </a:lnTo>
                  <a:lnTo>
                    <a:pt x="81888" y="2367"/>
                  </a:lnTo>
                  <a:lnTo>
                    <a:pt x="83187" y="461"/>
                  </a:lnTo>
                  <a:lnTo>
                    <a:pt x="84358" y="243"/>
                  </a:lnTo>
                  <a:lnTo>
                    <a:pt x="85325" y="504"/>
                  </a:lnTo>
                  <a:lnTo>
                    <a:pt x="85871" y="1284"/>
                  </a:lnTo>
                  <a:lnTo>
                    <a:pt x="86410" y="1849"/>
                  </a:lnTo>
                  <a:lnTo>
                    <a:pt x="87563" y="0"/>
                  </a:lnTo>
                  <a:lnTo>
                    <a:pt x="88005" y="323"/>
                  </a:lnTo>
                  <a:lnTo>
                    <a:pt x="88418" y="956"/>
                  </a:lnTo>
                  <a:lnTo>
                    <a:pt x="88989" y="936"/>
                  </a:lnTo>
                  <a:lnTo>
                    <a:pt x="89670" y="467"/>
                  </a:lnTo>
                  <a:lnTo>
                    <a:pt x="91347" y="906"/>
                  </a:lnTo>
                  <a:lnTo>
                    <a:pt x="94305" y="996"/>
                  </a:lnTo>
                  <a:lnTo>
                    <a:pt x="96341" y="2112"/>
                  </a:lnTo>
                  <a:lnTo>
                    <a:pt x="98336" y="5257"/>
                  </a:lnTo>
                  <a:lnTo>
                    <a:pt x="99331" y="58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5"/>
            <p:cNvSpPr/>
            <p:nvPr/>
          </p:nvSpPr>
          <p:spPr>
            <a:xfrm>
              <a:off x="4657029" y="3499684"/>
              <a:ext cx="2492" cy="15817"/>
            </a:xfrm>
            <a:custGeom>
              <a:avLst/>
              <a:pathLst>
                <a:path w="2492" h="15817">
                  <a:moveTo>
                    <a:pt x="1290" y="15200"/>
                  </a:moveTo>
                  <a:lnTo>
                    <a:pt x="826" y="15817"/>
                  </a:lnTo>
                  <a:lnTo>
                    <a:pt x="77" y="15591"/>
                  </a:lnTo>
                  <a:lnTo>
                    <a:pt x="0" y="14092"/>
                  </a:lnTo>
                  <a:lnTo>
                    <a:pt x="755" y="11396"/>
                  </a:lnTo>
                  <a:lnTo>
                    <a:pt x="1255" y="8551"/>
                  </a:lnTo>
                  <a:lnTo>
                    <a:pt x="722" y="7840"/>
                  </a:lnTo>
                  <a:lnTo>
                    <a:pt x="202" y="6019"/>
                  </a:lnTo>
                  <a:lnTo>
                    <a:pt x="184" y="3902"/>
                  </a:lnTo>
                  <a:lnTo>
                    <a:pt x="608" y="0"/>
                  </a:lnTo>
                  <a:lnTo>
                    <a:pt x="1242" y="315"/>
                  </a:lnTo>
                  <a:lnTo>
                    <a:pt x="1848" y="2011"/>
                  </a:lnTo>
                  <a:lnTo>
                    <a:pt x="2097" y="5182"/>
                  </a:lnTo>
                  <a:lnTo>
                    <a:pt x="2492" y="7590"/>
                  </a:lnTo>
                  <a:lnTo>
                    <a:pt x="1647" y="1087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6"/>
            <p:cNvSpPr/>
            <p:nvPr/>
          </p:nvSpPr>
          <p:spPr>
            <a:xfrm>
              <a:off x="4294550" y="3467744"/>
              <a:ext cx="124882" cy="340899"/>
            </a:xfrm>
            <a:custGeom>
              <a:avLst/>
              <a:pathLst>
                <a:path w="124882" h="340899">
                  <a:moveTo>
                    <a:pt x="14798" y="11803"/>
                  </a:moveTo>
                  <a:lnTo>
                    <a:pt x="16210" y="12073"/>
                  </a:lnTo>
                  <a:lnTo>
                    <a:pt x="18827" y="10470"/>
                  </a:lnTo>
                  <a:lnTo>
                    <a:pt x="20267" y="10627"/>
                  </a:lnTo>
                  <a:lnTo>
                    <a:pt x="21624" y="11786"/>
                  </a:lnTo>
                  <a:lnTo>
                    <a:pt x="22829" y="12454"/>
                  </a:lnTo>
                  <a:lnTo>
                    <a:pt x="25830" y="11606"/>
                  </a:lnTo>
                  <a:lnTo>
                    <a:pt x="26394" y="11834"/>
                  </a:lnTo>
                  <a:lnTo>
                    <a:pt x="26934" y="12497"/>
                  </a:lnTo>
                  <a:lnTo>
                    <a:pt x="27399" y="13546"/>
                  </a:lnTo>
                  <a:lnTo>
                    <a:pt x="28771" y="17394"/>
                  </a:lnTo>
                  <a:lnTo>
                    <a:pt x="31092" y="22127"/>
                  </a:lnTo>
                  <a:lnTo>
                    <a:pt x="31761" y="25155"/>
                  </a:lnTo>
                  <a:lnTo>
                    <a:pt x="32143" y="28560"/>
                  </a:lnTo>
                  <a:lnTo>
                    <a:pt x="32384" y="29360"/>
                  </a:lnTo>
                  <a:lnTo>
                    <a:pt x="35005" y="35880"/>
                  </a:lnTo>
                  <a:lnTo>
                    <a:pt x="35291" y="38605"/>
                  </a:lnTo>
                  <a:lnTo>
                    <a:pt x="34922" y="42381"/>
                  </a:lnTo>
                  <a:lnTo>
                    <a:pt x="35682" y="45385"/>
                  </a:lnTo>
                  <a:lnTo>
                    <a:pt x="38226" y="48201"/>
                  </a:lnTo>
                  <a:lnTo>
                    <a:pt x="39726" y="50253"/>
                  </a:lnTo>
                  <a:lnTo>
                    <a:pt x="40046" y="51511"/>
                  </a:lnTo>
                  <a:lnTo>
                    <a:pt x="40268" y="53012"/>
                  </a:lnTo>
                  <a:lnTo>
                    <a:pt x="41098" y="55238"/>
                  </a:lnTo>
                  <a:lnTo>
                    <a:pt x="42142" y="56688"/>
                  </a:lnTo>
                  <a:lnTo>
                    <a:pt x="45393" y="60503"/>
                  </a:lnTo>
                  <a:lnTo>
                    <a:pt x="49655" y="68483"/>
                  </a:lnTo>
                  <a:lnTo>
                    <a:pt x="52081" y="72269"/>
                  </a:lnTo>
                  <a:lnTo>
                    <a:pt x="54087" y="78027"/>
                  </a:lnTo>
                  <a:lnTo>
                    <a:pt x="54810" y="80783"/>
                  </a:lnTo>
                  <a:lnTo>
                    <a:pt x="55407" y="83758"/>
                  </a:lnTo>
                  <a:lnTo>
                    <a:pt x="56626" y="88091"/>
                  </a:lnTo>
                  <a:lnTo>
                    <a:pt x="58697" y="93440"/>
                  </a:lnTo>
                  <a:lnTo>
                    <a:pt x="59221" y="95069"/>
                  </a:lnTo>
                  <a:lnTo>
                    <a:pt x="59778" y="97428"/>
                  </a:lnTo>
                  <a:lnTo>
                    <a:pt x="60421" y="99621"/>
                  </a:lnTo>
                  <a:lnTo>
                    <a:pt x="61190" y="101638"/>
                  </a:lnTo>
                  <a:lnTo>
                    <a:pt x="62108" y="103180"/>
                  </a:lnTo>
                  <a:lnTo>
                    <a:pt x="63048" y="103679"/>
                  </a:lnTo>
                  <a:lnTo>
                    <a:pt x="64561" y="107545"/>
                  </a:lnTo>
                  <a:lnTo>
                    <a:pt x="65380" y="108757"/>
                  </a:lnTo>
                  <a:lnTo>
                    <a:pt x="65250" y="105733"/>
                  </a:lnTo>
                  <a:lnTo>
                    <a:pt x="64563" y="103085"/>
                  </a:lnTo>
                  <a:lnTo>
                    <a:pt x="64573" y="101488"/>
                  </a:lnTo>
                  <a:lnTo>
                    <a:pt x="64693" y="100059"/>
                  </a:lnTo>
                  <a:lnTo>
                    <a:pt x="65255" y="98856"/>
                  </a:lnTo>
                  <a:lnTo>
                    <a:pt x="65933" y="98518"/>
                  </a:lnTo>
                  <a:lnTo>
                    <a:pt x="67201" y="99619"/>
                  </a:lnTo>
                  <a:lnTo>
                    <a:pt x="69261" y="104206"/>
                  </a:lnTo>
                  <a:lnTo>
                    <a:pt x="70131" y="106878"/>
                  </a:lnTo>
                  <a:lnTo>
                    <a:pt x="70785" y="110566"/>
                  </a:lnTo>
                  <a:lnTo>
                    <a:pt x="71332" y="114395"/>
                  </a:lnTo>
                  <a:lnTo>
                    <a:pt x="72155" y="116297"/>
                  </a:lnTo>
                  <a:lnTo>
                    <a:pt x="73287" y="116962"/>
                  </a:lnTo>
                  <a:lnTo>
                    <a:pt x="74545" y="117238"/>
                  </a:lnTo>
                  <a:lnTo>
                    <a:pt x="75701" y="118415"/>
                  </a:lnTo>
                  <a:lnTo>
                    <a:pt x="78407" y="123712"/>
                  </a:lnTo>
                  <a:lnTo>
                    <a:pt x="79306" y="126200"/>
                  </a:lnTo>
                  <a:lnTo>
                    <a:pt x="79987" y="129127"/>
                  </a:lnTo>
                  <a:lnTo>
                    <a:pt x="80456" y="132589"/>
                  </a:lnTo>
                  <a:lnTo>
                    <a:pt x="80748" y="136224"/>
                  </a:lnTo>
                  <a:lnTo>
                    <a:pt x="80929" y="137062"/>
                  </a:lnTo>
                  <a:lnTo>
                    <a:pt x="82665" y="141445"/>
                  </a:lnTo>
                  <a:lnTo>
                    <a:pt x="83578" y="143298"/>
                  </a:lnTo>
                  <a:lnTo>
                    <a:pt x="84696" y="144198"/>
                  </a:lnTo>
                  <a:lnTo>
                    <a:pt x="87953" y="145184"/>
                  </a:lnTo>
                  <a:lnTo>
                    <a:pt x="89103" y="146699"/>
                  </a:lnTo>
                  <a:lnTo>
                    <a:pt x="90052" y="149219"/>
                  </a:lnTo>
                  <a:lnTo>
                    <a:pt x="90451" y="151788"/>
                  </a:lnTo>
                  <a:lnTo>
                    <a:pt x="89772" y="154053"/>
                  </a:lnTo>
                  <a:lnTo>
                    <a:pt x="87227" y="157527"/>
                  </a:lnTo>
                  <a:lnTo>
                    <a:pt x="84507" y="159929"/>
                  </a:lnTo>
                  <a:lnTo>
                    <a:pt x="87149" y="159101"/>
                  </a:lnTo>
                  <a:lnTo>
                    <a:pt x="88488" y="158093"/>
                  </a:lnTo>
                  <a:lnTo>
                    <a:pt x="89719" y="156516"/>
                  </a:lnTo>
                  <a:lnTo>
                    <a:pt x="90937" y="154512"/>
                  </a:lnTo>
                  <a:lnTo>
                    <a:pt x="92869" y="151712"/>
                  </a:lnTo>
                  <a:lnTo>
                    <a:pt x="93587" y="151145"/>
                  </a:lnTo>
                  <a:lnTo>
                    <a:pt x="94431" y="151346"/>
                  </a:lnTo>
                  <a:lnTo>
                    <a:pt x="95197" y="152137"/>
                  </a:lnTo>
                  <a:lnTo>
                    <a:pt x="96346" y="154888"/>
                  </a:lnTo>
                  <a:lnTo>
                    <a:pt x="97427" y="157788"/>
                  </a:lnTo>
                  <a:lnTo>
                    <a:pt x="98234" y="161172"/>
                  </a:lnTo>
                  <a:lnTo>
                    <a:pt x="98740" y="164937"/>
                  </a:lnTo>
                  <a:lnTo>
                    <a:pt x="97816" y="166904"/>
                  </a:lnTo>
                  <a:lnTo>
                    <a:pt x="96469" y="168357"/>
                  </a:lnTo>
                  <a:lnTo>
                    <a:pt x="94617" y="171993"/>
                  </a:lnTo>
                  <a:lnTo>
                    <a:pt x="94423" y="173430"/>
                  </a:lnTo>
                  <a:lnTo>
                    <a:pt x="94800" y="174353"/>
                  </a:lnTo>
                  <a:lnTo>
                    <a:pt x="94349" y="177028"/>
                  </a:lnTo>
                  <a:lnTo>
                    <a:pt x="95387" y="178679"/>
                  </a:lnTo>
                  <a:lnTo>
                    <a:pt x="95546" y="180081"/>
                  </a:lnTo>
                  <a:lnTo>
                    <a:pt x="94648" y="182093"/>
                  </a:lnTo>
                  <a:lnTo>
                    <a:pt x="94733" y="183333"/>
                  </a:lnTo>
                  <a:lnTo>
                    <a:pt x="95816" y="188626"/>
                  </a:lnTo>
                  <a:lnTo>
                    <a:pt x="96332" y="189838"/>
                  </a:lnTo>
                  <a:lnTo>
                    <a:pt x="97984" y="192527"/>
                  </a:lnTo>
                  <a:lnTo>
                    <a:pt x="100504" y="195257"/>
                  </a:lnTo>
                  <a:lnTo>
                    <a:pt x="101898" y="196506"/>
                  </a:lnTo>
                  <a:lnTo>
                    <a:pt x="103479" y="197479"/>
                  </a:lnTo>
                  <a:lnTo>
                    <a:pt x="104158" y="197453"/>
                  </a:lnTo>
                  <a:lnTo>
                    <a:pt x="105343" y="197009"/>
                  </a:lnTo>
                  <a:lnTo>
                    <a:pt x="105582" y="198068"/>
                  </a:lnTo>
                  <a:lnTo>
                    <a:pt x="106093" y="203282"/>
                  </a:lnTo>
                  <a:lnTo>
                    <a:pt x="106337" y="206583"/>
                  </a:lnTo>
                  <a:lnTo>
                    <a:pt x="106699" y="213607"/>
                  </a:lnTo>
                  <a:lnTo>
                    <a:pt x="107162" y="216521"/>
                  </a:lnTo>
                  <a:lnTo>
                    <a:pt x="107131" y="220088"/>
                  </a:lnTo>
                  <a:lnTo>
                    <a:pt x="107739" y="223112"/>
                  </a:lnTo>
                  <a:lnTo>
                    <a:pt x="108978" y="225045"/>
                  </a:lnTo>
                  <a:lnTo>
                    <a:pt x="110297" y="226630"/>
                  </a:lnTo>
                  <a:lnTo>
                    <a:pt x="110921" y="228171"/>
                  </a:lnTo>
                  <a:lnTo>
                    <a:pt x="110913" y="230499"/>
                  </a:lnTo>
                  <a:lnTo>
                    <a:pt x="110701" y="232343"/>
                  </a:lnTo>
                  <a:lnTo>
                    <a:pt x="110254" y="233777"/>
                  </a:lnTo>
                  <a:lnTo>
                    <a:pt x="108887" y="236816"/>
                  </a:lnTo>
                  <a:lnTo>
                    <a:pt x="108643" y="238126"/>
                  </a:lnTo>
                  <a:lnTo>
                    <a:pt x="108451" y="241479"/>
                  </a:lnTo>
                  <a:lnTo>
                    <a:pt x="108683" y="243012"/>
                  </a:lnTo>
                  <a:lnTo>
                    <a:pt x="109230" y="243098"/>
                  </a:lnTo>
                  <a:lnTo>
                    <a:pt x="109661" y="242293"/>
                  </a:lnTo>
                  <a:lnTo>
                    <a:pt x="111303" y="237800"/>
                  </a:lnTo>
                  <a:lnTo>
                    <a:pt x="111747" y="237012"/>
                  </a:lnTo>
                  <a:lnTo>
                    <a:pt x="112366" y="236383"/>
                  </a:lnTo>
                  <a:lnTo>
                    <a:pt x="113000" y="235988"/>
                  </a:lnTo>
                  <a:lnTo>
                    <a:pt x="115999" y="235950"/>
                  </a:lnTo>
                  <a:lnTo>
                    <a:pt x="117270" y="236657"/>
                  </a:lnTo>
                  <a:lnTo>
                    <a:pt x="118402" y="238120"/>
                  </a:lnTo>
                  <a:lnTo>
                    <a:pt x="119400" y="239961"/>
                  </a:lnTo>
                  <a:lnTo>
                    <a:pt x="123049" y="251657"/>
                  </a:lnTo>
                  <a:lnTo>
                    <a:pt x="124720" y="258112"/>
                  </a:lnTo>
                  <a:lnTo>
                    <a:pt x="124852" y="259719"/>
                  </a:lnTo>
                  <a:lnTo>
                    <a:pt x="124882" y="261390"/>
                  </a:lnTo>
                  <a:lnTo>
                    <a:pt x="124598" y="262683"/>
                  </a:lnTo>
                  <a:lnTo>
                    <a:pt x="123076" y="267089"/>
                  </a:lnTo>
                  <a:lnTo>
                    <a:pt x="122887" y="268307"/>
                  </a:lnTo>
                  <a:lnTo>
                    <a:pt x="122412" y="273106"/>
                  </a:lnTo>
                  <a:lnTo>
                    <a:pt x="122502" y="276560"/>
                  </a:lnTo>
                  <a:lnTo>
                    <a:pt x="123008" y="278012"/>
                  </a:lnTo>
                  <a:lnTo>
                    <a:pt x="123410" y="279587"/>
                  </a:lnTo>
                  <a:lnTo>
                    <a:pt x="123378" y="281016"/>
                  </a:lnTo>
                  <a:lnTo>
                    <a:pt x="122376" y="288120"/>
                  </a:lnTo>
                  <a:lnTo>
                    <a:pt x="122270" y="289335"/>
                  </a:lnTo>
                  <a:lnTo>
                    <a:pt x="122904" y="300889"/>
                  </a:lnTo>
                  <a:lnTo>
                    <a:pt x="122950" y="304017"/>
                  </a:lnTo>
                  <a:lnTo>
                    <a:pt x="122821" y="307973"/>
                  </a:lnTo>
                  <a:lnTo>
                    <a:pt x="122912" y="314353"/>
                  </a:lnTo>
                  <a:lnTo>
                    <a:pt x="122094" y="334062"/>
                  </a:lnTo>
                  <a:lnTo>
                    <a:pt x="121940" y="335240"/>
                  </a:lnTo>
                  <a:lnTo>
                    <a:pt x="121314" y="338249"/>
                  </a:lnTo>
                  <a:lnTo>
                    <a:pt x="120488" y="338229"/>
                  </a:lnTo>
                  <a:lnTo>
                    <a:pt x="119820" y="337698"/>
                  </a:lnTo>
                  <a:lnTo>
                    <a:pt x="119353" y="336547"/>
                  </a:lnTo>
                  <a:lnTo>
                    <a:pt x="119096" y="335119"/>
                  </a:lnTo>
                  <a:lnTo>
                    <a:pt x="118717" y="333950"/>
                  </a:lnTo>
                  <a:lnTo>
                    <a:pt x="116723" y="330308"/>
                  </a:lnTo>
                  <a:lnTo>
                    <a:pt x="116201" y="330914"/>
                  </a:lnTo>
                  <a:lnTo>
                    <a:pt x="114177" y="335430"/>
                  </a:lnTo>
                  <a:lnTo>
                    <a:pt x="113638" y="336100"/>
                  </a:lnTo>
                  <a:lnTo>
                    <a:pt x="112963" y="335549"/>
                  </a:lnTo>
                  <a:lnTo>
                    <a:pt x="111900" y="334198"/>
                  </a:lnTo>
                  <a:lnTo>
                    <a:pt x="108554" y="329448"/>
                  </a:lnTo>
                  <a:lnTo>
                    <a:pt x="108348" y="330966"/>
                  </a:lnTo>
                  <a:lnTo>
                    <a:pt x="108308" y="333026"/>
                  </a:lnTo>
                  <a:lnTo>
                    <a:pt x="108973" y="338189"/>
                  </a:lnTo>
                  <a:lnTo>
                    <a:pt x="109065" y="340448"/>
                  </a:lnTo>
                  <a:lnTo>
                    <a:pt x="108456" y="340899"/>
                  </a:lnTo>
                  <a:lnTo>
                    <a:pt x="108117" y="340800"/>
                  </a:lnTo>
                  <a:lnTo>
                    <a:pt x="106728" y="337802"/>
                  </a:lnTo>
                  <a:lnTo>
                    <a:pt x="105447" y="334481"/>
                  </a:lnTo>
                  <a:lnTo>
                    <a:pt x="103990" y="329994"/>
                  </a:lnTo>
                  <a:lnTo>
                    <a:pt x="102926" y="327858"/>
                  </a:lnTo>
                  <a:lnTo>
                    <a:pt x="101963" y="325475"/>
                  </a:lnTo>
                  <a:lnTo>
                    <a:pt x="99254" y="316422"/>
                  </a:lnTo>
                  <a:lnTo>
                    <a:pt x="98551" y="315040"/>
                  </a:lnTo>
                  <a:lnTo>
                    <a:pt x="94354" y="308646"/>
                  </a:lnTo>
                  <a:lnTo>
                    <a:pt x="93508" y="307134"/>
                  </a:lnTo>
                  <a:lnTo>
                    <a:pt x="92435" y="304487"/>
                  </a:lnTo>
                  <a:lnTo>
                    <a:pt x="91282" y="302138"/>
                  </a:lnTo>
                  <a:lnTo>
                    <a:pt x="88753" y="298430"/>
                  </a:lnTo>
                  <a:lnTo>
                    <a:pt x="84366" y="289017"/>
                  </a:lnTo>
                  <a:lnTo>
                    <a:pt x="82459" y="283613"/>
                  </a:lnTo>
                  <a:lnTo>
                    <a:pt x="80338" y="274904"/>
                  </a:lnTo>
                  <a:lnTo>
                    <a:pt x="79646" y="272679"/>
                  </a:lnTo>
                  <a:lnTo>
                    <a:pt x="76082" y="266143"/>
                  </a:lnTo>
                  <a:lnTo>
                    <a:pt x="74139" y="262184"/>
                  </a:lnTo>
                  <a:lnTo>
                    <a:pt x="73329" y="259907"/>
                  </a:lnTo>
                  <a:lnTo>
                    <a:pt x="71437" y="251983"/>
                  </a:lnTo>
                  <a:lnTo>
                    <a:pt x="70884" y="249314"/>
                  </a:lnTo>
                  <a:lnTo>
                    <a:pt x="70187" y="246956"/>
                  </a:lnTo>
                  <a:lnTo>
                    <a:pt x="69043" y="245043"/>
                  </a:lnTo>
                  <a:lnTo>
                    <a:pt x="68034" y="242792"/>
                  </a:lnTo>
                  <a:lnTo>
                    <a:pt x="66030" y="235624"/>
                  </a:lnTo>
                  <a:lnTo>
                    <a:pt x="65399" y="232767"/>
                  </a:lnTo>
                  <a:lnTo>
                    <a:pt x="64921" y="229677"/>
                  </a:lnTo>
                  <a:lnTo>
                    <a:pt x="65004" y="223479"/>
                  </a:lnTo>
                  <a:lnTo>
                    <a:pt x="60761" y="204713"/>
                  </a:lnTo>
                  <a:lnTo>
                    <a:pt x="59695" y="198867"/>
                  </a:lnTo>
                  <a:lnTo>
                    <a:pt x="58709" y="190752"/>
                  </a:lnTo>
                  <a:lnTo>
                    <a:pt x="58488" y="189930"/>
                  </a:lnTo>
                  <a:lnTo>
                    <a:pt x="56173" y="182664"/>
                  </a:lnTo>
                  <a:lnTo>
                    <a:pt x="55354" y="180338"/>
                  </a:lnTo>
                  <a:lnTo>
                    <a:pt x="54364" y="178151"/>
                  </a:lnTo>
                  <a:lnTo>
                    <a:pt x="53551" y="175597"/>
                  </a:lnTo>
                  <a:lnTo>
                    <a:pt x="51954" y="167299"/>
                  </a:lnTo>
                  <a:lnTo>
                    <a:pt x="51362" y="164994"/>
                  </a:lnTo>
                  <a:lnTo>
                    <a:pt x="50532" y="163298"/>
                  </a:lnTo>
                  <a:lnTo>
                    <a:pt x="47504" y="160162"/>
                  </a:lnTo>
                  <a:lnTo>
                    <a:pt x="46375" y="158413"/>
                  </a:lnTo>
                  <a:lnTo>
                    <a:pt x="45486" y="155931"/>
                  </a:lnTo>
                  <a:lnTo>
                    <a:pt x="44939" y="152764"/>
                  </a:lnTo>
                  <a:lnTo>
                    <a:pt x="44339" y="146044"/>
                  </a:lnTo>
                  <a:lnTo>
                    <a:pt x="42912" y="135833"/>
                  </a:lnTo>
                  <a:lnTo>
                    <a:pt x="41311" y="122161"/>
                  </a:lnTo>
                  <a:lnTo>
                    <a:pt x="40230" y="116034"/>
                  </a:lnTo>
                  <a:lnTo>
                    <a:pt x="38997" y="111228"/>
                  </a:lnTo>
                  <a:lnTo>
                    <a:pt x="38639" y="110119"/>
                  </a:lnTo>
                  <a:lnTo>
                    <a:pt x="33141" y="101463"/>
                  </a:lnTo>
                  <a:lnTo>
                    <a:pt x="32204" y="100189"/>
                  </a:lnTo>
                  <a:lnTo>
                    <a:pt x="31208" y="99420"/>
                  </a:lnTo>
                  <a:lnTo>
                    <a:pt x="29787" y="98869"/>
                  </a:lnTo>
                  <a:lnTo>
                    <a:pt x="28702" y="96633"/>
                  </a:lnTo>
                  <a:lnTo>
                    <a:pt x="28256" y="92622"/>
                  </a:lnTo>
                  <a:lnTo>
                    <a:pt x="28010" y="87240"/>
                  </a:lnTo>
                  <a:lnTo>
                    <a:pt x="27736" y="84028"/>
                  </a:lnTo>
                  <a:lnTo>
                    <a:pt x="27437" y="82212"/>
                  </a:lnTo>
                  <a:lnTo>
                    <a:pt x="25141" y="78408"/>
                  </a:lnTo>
                  <a:lnTo>
                    <a:pt x="24242" y="75402"/>
                  </a:lnTo>
                  <a:lnTo>
                    <a:pt x="23491" y="72093"/>
                  </a:lnTo>
                  <a:lnTo>
                    <a:pt x="22805" y="69531"/>
                  </a:lnTo>
                  <a:lnTo>
                    <a:pt x="20280" y="60683"/>
                  </a:lnTo>
                  <a:lnTo>
                    <a:pt x="19417" y="58362"/>
                  </a:lnTo>
                  <a:lnTo>
                    <a:pt x="18347" y="56741"/>
                  </a:lnTo>
                  <a:lnTo>
                    <a:pt x="15176" y="55026"/>
                  </a:lnTo>
                  <a:lnTo>
                    <a:pt x="14247" y="53557"/>
                  </a:lnTo>
                  <a:lnTo>
                    <a:pt x="12707" y="48533"/>
                  </a:lnTo>
                  <a:lnTo>
                    <a:pt x="11777" y="45979"/>
                  </a:lnTo>
                  <a:lnTo>
                    <a:pt x="8991" y="40350"/>
                  </a:lnTo>
                  <a:lnTo>
                    <a:pt x="4280" y="28569"/>
                  </a:lnTo>
                  <a:lnTo>
                    <a:pt x="3315" y="25631"/>
                  </a:lnTo>
                  <a:lnTo>
                    <a:pt x="2592" y="22568"/>
                  </a:lnTo>
                  <a:lnTo>
                    <a:pt x="2009" y="19284"/>
                  </a:lnTo>
                  <a:lnTo>
                    <a:pt x="0" y="10187"/>
                  </a:lnTo>
                  <a:lnTo>
                    <a:pt x="161" y="8349"/>
                  </a:lnTo>
                  <a:lnTo>
                    <a:pt x="465" y="6442"/>
                  </a:lnTo>
                  <a:lnTo>
                    <a:pt x="418" y="4860"/>
                  </a:lnTo>
                  <a:lnTo>
                    <a:pt x="197" y="3301"/>
                  </a:lnTo>
                  <a:lnTo>
                    <a:pt x="243" y="1891"/>
                  </a:lnTo>
                  <a:lnTo>
                    <a:pt x="839" y="1061"/>
                  </a:lnTo>
                  <a:lnTo>
                    <a:pt x="2180" y="0"/>
                  </a:lnTo>
                  <a:lnTo>
                    <a:pt x="3571" y="124"/>
                  </a:lnTo>
                  <a:lnTo>
                    <a:pt x="4859" y="582"/>
                  </a:lnTo>
                  <a:lnTo>
                    <a:pt x="6106" y="1463"/>
                  </a:lnTo>
                  <a:lnTo>
                    <a:pt x="7303" y="3377"/>
                  </a:lnTo>
                  <a:lnTo>
                    <a:pt x="9444" y="8203"/>
                  </a:lnTo>
                  <a:lnTo>
                    <a:pt x="10664" y="9884"/>
                  </a:lnTo>
                  <a:lnTo>
                    <a:pt x="12017" y="106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7"/>
            <p:cNvSpPr/>
            <p:nvPr/>
          </p:nvSpPr>
          <p:spPr>
            <a:xfrm>
              <a:off x="4294677" y="3459523"/>
              <a:ext cx="1707" cy="3631"/>
            </a:xfrm>
            <a:custGeom>
              <a:avLst/>
              <a:pathLst>
                <a:path w="1707" h="3631">
                  <a:moveTo>
                    <a:pt x="1662" y="2796"/>
                  </a:moveTo>
                  <a:lnTo>
                    <a:pt x="1437" y="3631"/>
                  </a:lnTo>
                  <a:lnTo>
                    <a:pt x="754" y="3205"/>
                  </a:lnTo>
                  <a:lnTo>
                    <a:pt x="0" y="517"/>
                  </a:lnTo>
                  <a:lnTo>
                    <a:pt x="279" y="0"/>
                  </a:lnTo>
                  <a:lnTo>
                    <a:pt x="746" y="274"/>
                  </a:lnTo>
                  <a:lnTo>
                    <a:pt x="1628" y="894"/>
                  </a:lnTo>
                  <a:lnTo>
                    <a:pt x="1707" y="190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8"/>
            <p:cNvSpPr/>
            <p:nvPr/>
          </p:nvSpPr>
          <p:spPr>
            <a:xfrm>
              <a:off x="3143836" y="2026390"/>
              <a:ext cx="5148" cy="10297"/>
            </a:xfrm>
            <a:custGeom>
              <a:avLst/>
              <a:pathLst>
                <a:path w="5148" h="10297">
                  <a:moveTo>
                    <a:pt x="4295" y="6554"/>
                  </a:moveTo>
                  <a:lnTo>
                    <a:pt x="1968" y="10297"/>
                  </a:lnTo>
                  <a:lnTo>
                    <a:pt x="1027" y="9625"/>
                  </a:lnTo>
                  <a:lnTo>
                    <a:pt x="225" y="9979"/>
                  </a:lnTo>
                  <a:lnTo>
                    <a:pt x="0" y="9873"/>
                  </a:lnTo>
                  <a:lnTo>
                    <a:pt x="457" y="8521"/>
                  </a:lnTo>
                  <a:lnTo>
                    <a:pt x="996" y="5386"/>
                  </a:lnTo>
                  <a:lnTo>
                    <a:pt x="1962" y="4143"/>
                  </a:lnTo>
                  <a:lnTo>
                    <a:pt x="3184" y="900"/>
                  </a:lnTo>
                  <a:lnTo>
                    <a:pt x="4150" y="0"/>
                  </a:lnTo>
                  <a:lnTo>
                    <a:pt x="4485" y="125"/>
                  </a:lnTo>
                  <a:lnTo>
                    <a:pt x="4697" y="431"/>
                  </a:lnTo>
                  <a:lnTo>
                    <a:pt x="5148" y="4080"/>
                  </a:lnTo>
                  <a:lnTo>
                    <a:pt x="4523" y="537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29"/>
            <p:cNvSpPr/>
            <p:nvPr/>
          </p:nvSpPr>
          <p:spPr>
            <a:xfrm>
              <a:off x="4276709" y="3420235"/>
              <a:ext cx="3144" cy="14418"/>
            </a:xfrm>
            <a:custGeom>
              <a:avLst/>
              <a:pathLst>
                <a:path w="3144" h="14418">
                  <a:moveTo>
                    <a:pt x="2689" y="11984"/>
                  </a:moveTo>
                  <a:lnTo>
                    <a:pt x="1984" y="14418"/>
                  </a:lnTo>
                  <a:lnTo>
                    <a:pt x="609" y="6971"/>
                  </a:lnTo>
                  <a:lnTo>
                    <a:pt x="19" y="6517"/>
                  </a:lnTo>
                  <a:lnTo>
                    <a:pt x="0" y="2966"/>
                  </a:lnTo>
                  <a:lnTo>
                    <a:pt x="320" y="1566"/>
                  </a:lnTo>
                  <a:lnTo>
                    <a:pt x="1911" y="0"/>
                  </a:lnTo>
                  <a:lnTo>
                    <a:pt x="2331" y="880"/>
                  </a:lnTo>
                  <a:lnTo>
                    <a:pt x="3144" y="777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0"/>
            <p:cNvSpPr/>
            <p:nvPr/>
          </p:nvSpPr>
          <p:spPr>
            <a:xfrm>
              <a:off x="4276029" y="3415094"/>
              <a:ext cx="1568" cy="4394"/>
            </a:xfrm>
            <a:custGeom>
              <a:avLst/>
              <a:pathLst>
                <a:path w="1568" h="4394">
                  <a:moveTo>
                    <a:pt x="1568" y="1598"/>
                  </a:moveTo>
                  <a:lnTo>
                    <a:pt x="474" y="4394"/>
                  </a:lnTo>
                  <a:lnTo>
                    <a:pt x="0" y="2713"/>
                  </a:lnTo>
                  <a:lnTo>
                    <a:pt x="195" y="1551"/>
                  </a:lnTo>
                  <a:lnTo>
                    <a:pt x="660" y="906"/>
                  </a:lnTo>
                  <a:lnTo>
                    <a:pt x="1095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1"/>
            <p:cNvSpPr/>
            <p:nvPr/>
          </p:nvSpPr>
          <p:spPr>
            <a:xfrm>
              <a:off x="4272716" y="3397148"/>
              <a:ext cx="1588" cy="4176"/>
            </a:xfrm>
            <a:custGeom>
              <a:avLst/>
              <a:pathLst>
                <a:path w="1588" h="4176">
                  <a:moveTo>
                    <a:pt x="1532" y="4139"/>
                  </a:moveTo>
                  <a:lnTo>
                    <a:pt x="640" y="4176"/>
                  </a:lnTo>
                  <a:lnTo>
                    <a:pt x="375" y="2913"/>
                  </a:lnTo>
                  <a:lnTo>
                    <a:pt x="0" y="1592"/>
                  </a:lnTo>
                  <a:lnTo>
                    <a:pt x="288" y="324"/>
                  </a:lnTo>
                  <a:lnTo>
                    <a:pt x="760" y="0"/>
                  </a:lnTo>
                  <a:lnTo>
                    <a:pt x="1430" y="2054"/>
                  </a:lnTo>
                  <a:lnTo>
                    <a:pt x="1588" y="351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4274408" y="3391039"/>
              <a:ext cx="926" cy="6064"/>
            </a:xfrm>
            <a:custGeom>
              <a:avLst/>
              <a:pathLst>
                <a:path w="926" h="6064">
                  <a:moveTo>
                    <a:pt x="926" y="4964"/>
                  </a:moveTo>
                  <a:lnTo>
                    <a:pt x="386" y="6064"/>
                  </a:lnTo>
                  <a:lnTo>
                    <a:pt x="250" y="5915"/>
                  </a:lnTo>
                  <a:lnTo>
                    <a:pt x="176" y="5081"/>
                  </a:lnTo>
                  <a:lnTo>
                    <a:pt x="152" y="4491"/>
                  </a:lnTo>
                  <a:lnTo>
                    <a:pt x="55" y="3429"/>
                  </a:lnTo>
                  <a:lnTo>
                    <a:pt x="0" y="1559"/>
                  </a:lnTo>
                  <a:lnTo>
                    <a:pt x="432" y="0"/>
                  </a:lnTo>
                  <a:lnTo>
                    <a:pt x="865" y="321"/>
                  </a:lnTo>
                  <a:lnTo>
                    <a:pt x="634" y="191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3"/>
            <p:cNvSpPr/>
            <p:nvPr/>
          </p:nvSpPr>
          <p:spPr>
            <a:xfrm>
              <a:off x="4039264" y="3388325"/>
              <a:ext cx="692" cy="1861"/>
            </a:xfrm>
            <a:custGeom>
              <a:avLst/>
              <a:pathLst>
                <a:path w="692" h="1861">
                  <a:moveTo>
                    <a:pt x="505" y="1400"/>
                  </a:moveTo>
                  <a:lnTo>
                    <a:pt x="343" y="1767"/>
                  </a:lnTo>
                  <a:lnTo>
                    <a:pt x="58" y="1861"/>
                  </a:lnTo>
                  <a:lnTo>
                    <a:pt x="0" y="1494"/>
                  </a:lnTo>
                  <a:lnTo>
                    <a:pt x="30" y="1217"/>
                  </a:lnTo>
                  <a:lnTo>
                    <a:pt x="178" y="1526"/>
                  </a:lnTo>
                  <a:lnTo>
                    <a:pt x="373" y="1239"/>
                  </a:lnTo>
                  <a:lnTo>
                    <a:pt x="595" y="300"/>
                  </a:lnTo>
                  <a:lnTo>
                    <a:pt x="645" y="0"/>
                  </a:lnTo>
                  <a:lnTo>
                    <a:pt x="692" y="161"/>
                  </a:lnTo>
                  <a:lnTo>
                    <a:pt x="648" y="69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4"/>
            <p:cNvSpPr/>
            <p:nvPr/>
          </p:nvSpPr>
          <p:spPr>
            <a:xfrm>
              <a:off x="4269895" y="3387354"/>
              <a:ext cx="1223" cy="4057"/>
            </a:xfrm>
            <a:custGeom>
              <a:avLst/>
              <a:pathLst>
                <a:path w="1223" h="4057">
                  <a:moveTo>
                    <a:pt x="880" y="2950"/>
                  </a:moveTo>
                  <a:lnTo>
                    <a:pt x="1223" y="4057"/>
                  </a:lnTo>
                  <a:lnTo>
                    <a:pt x="586" y="3866"/>
                  </a:lnTo>
                  <a:lnTo>
                    <a:pt x="0" y="2198"/>
                  </a:lnTo>
                  <a:lnTo>
                    <a:pt x="152" y="634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5"/>
            <p:cNvSpPr/>
            <p:nvPr/>
          </p:nvSpPr>
          <p:spPr>
            <a:xfrm>
              <a:off x="4265856" y="3360922"/>
              <a:ext cx="1104" cy="3337"/>
            </a:xfrm>
            <a:custGeom>
              <a:avLst/>
              <a:pathLst>
                <a:path w="1104" h="3337">
                  <a:moveTo>
                    <a:pt x="854" y="3168"/>
                  </a:moveTo>
                  <a:lnTo>
                    <a:pt x="348" y="3337"/>
                  </a:lnTo>
                  <a:lnTo>
                    <a:pt x="38" y="2328"/>
                  </a:lnTo>
                  <a:lnTo>
                    <a:pt x="0" y="1152"/>
                  </a:lnTo>
                  <a:lnTo>
                    <a:pt x="291" y="390"/>
                  </a:lnTo>
                  <a:lnTo>
                    <a:pt x="561" y="0"/>
                  </a:lnTo>
                  <a:lnTo>
                    <a:pt x="833" y="99"/>
                  </a:lnTo>
                  <a:lnTo>
                    <a:pt x="1104" y="208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6"/>
            <p:cNvSpPr/>
            <p:nvPr/>
          </p:nvSpPr>
          <p:spPr>
            <a:xfrm>
              <a:off x="4261708" y="3312060"/>
              <a:ext cx="2548" cy="11131"/>
            </a:xfrm>
            <a:custGeom>
              <a:avLst/>
              <a:pathLst>
                <a:path w="2548" h="11131">
                  <a:moveTo>
                    <a:pt x="1726" y="10122"/>
                  </a:moveTo>
                  <a:lnTo>
                    <a:pt x="1378" y="11131"/>
                  </a:lnTo>
                  <a:lnTo>
                    <a:pt x="192" y="10343"/>
                  </a:lnTo>
                  <a:lnTo>
                    <a:pt x="279" y="7294"/>
                  </a:lnTo>
                  <a:lnTo>
                    <a:pt x="0" y="4324"/>
                  </a:lnTo>
                  <a:lnTo>
                    <a:pt x="205" y="3071"/>
                  </a:lnTo>
                  <a:lnTo>
                    <a:pt x="1093" y="943"/>
                  </a:lnTo>
                  <a:lnTo>
                    <a:pt x="1812" y="0"/>
                  </a:lnTo>
                  <a:lnTo>
                    <a:pt x="2315" y="2885"/>
                  </a:lnTo>
                  <a:lnTo>
                    <a:pt x="2548" y="570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7"/>
            <p:cNvSpPr/>
            <p:nvPr/>
          </p:nvSpPr>
          <p:spPr>
            <a:xfrm>
              <a:off x="4036376" y="3301334"/>
              <a:ext cx="269" cy="1901"/>
            </a:xfrm>
            <a:custGeom>
              <a:avLst/>
              <a:pathLst>
                <a:path w="269" h="1901">
                  <a:moveTo>
                    <a:pt x="91" y="1712"/>
                  </a:moveTo>
                  <a:lnTo>
                    <a:pt x="6" y="1901"/>
                  </a:lnTo>
                  <a:lnTo>
                    <a:pt x="0" y="1364"/>
                  </a:lnTo>
                  <a:lnTo>
                    <a:pt x="107" y="506"/>
                  </a:lnTo>
                  <a:lnTo>
                    <a:pt x="269" y="0"/>
                  </a:lnTo>
                  <a:lnTo>
                    <a:pt x="234" y="558"/>
                  </a:lnTo>
                  <a:lnTo>
                    <a:pt x="177" y="131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8"/>
            <p:cNvSpPr/>
            <p:nvPr/>
          </p:nvSpPr>
          <p:spPr>
            <a:xfrm>
              <a:off x="4264503" y="3293986"/>
              <a:ext cx="1121" cy="4367"/>
            </a:xfrm>
            <a:custGeom>
              <a:avLst/>
              <a:pathLst>
                <a:path w="1121" h="4367">
                  <a:moveTo>
                    <a:pt x="1121" y="3781"/>
                  </a:moveTo>
                  <a:lnTo>
                    <a:pt x="561" y="4367"/>
                  </a:lnTo>
                  <a:lnTo>
                    <a:pt x="0" y="3625"/>
                  </a:lnTo>
                  <a:lnTo>
                    <a:pt x="439" y="2434"/>
                  </a:lnTo>
                  <a:lnTo>
                    <a:pt x="512" y="0"/>
                  </a:lnTo>
                  <a:lnTo>
                    <a:pt x="1085" y="1350"/>
                  </a:lnTo>
                  <a:lnTo>
                    <a:pt x="1052" y="289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39"/>
            <p:cNvSpPr/>
            <p:nvPr/>
          </p:nvSpPr>
          <p:spPr>
            <a:xfrm>
              <a:off x="4268642" y="3278394"/>
              <a:ext cx="1228" cy="4060"/>
            </a:xfrm>
            <a:custGeom>
              <a:avLst/>
              <a:pathLst>
                <a:path w="1228" h="4060">
                  <a:moveTo>
                    <a:pt x="713" y="0"/>
                  </a:moveTo>
                  <a:lnTo>
                    <a:pt x="1228" y="4060"/>
                  </a:lnTo>
                  <a:lnTo>
                    <a:pt x="303" y="2285"/>
                  </a:lnTo>
                  <a:lnTo>
                    <a:pt x="0" y="1015"/>
                  </a:lnTo>
                  <a:lnTo>
                    <a:pt x="465" y="14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0"/>
            <p:cNvSpPr/>
            <p:nvPr/>
          </p:nvSpPr>
          <p:spPr>
            <a:xfrm>
              <a:off x="4265469" y="3251068"/>
              <a:ext cx="588" cy="4775"/>
            </a:xfrm>
            <a:custGeom>
              <a:avLst/>
              <a:pathLst>
                <a:path w="588" h="4775">
                  <a:moveTo>
                    <a:pt x="436" y="2856"/>
                  </a:moveTo>
                  <a:lnTo>
                    <a:pt x="69" y="4775"/>
                  </a:lnTo>
                  <a:lnTo>
                    <a:pt x="0" y="659"/>
                  </a:lnTo>
                  <a:lnTo>
                    <a:pt x="169" y="141"/>
                  </a:lnTo>
                  <a:lnTo>
                    <a:pt x="356" y="0"/>
                  </a:lnTo>
                  <a:lnTo>
                    <a:pt x="588" y="38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1"/>
            <p:cNvSpPr/>
            <p:nvPr/>
          </p:nvSpPr>
          <p:spPr>
            <a:xfrm>
              <a:off x="4263791" y="3233815"/>
              <a:ext cx="6246" cy="60070"/>
            </a:xfrm>
            <a:custGeom>
              <a:avLst/>
              <a:pathLst>
                <a:path w="6246" h="60070">
                  <a:moveTo>
                    <a:pt x="2173" y="59375"/>
                  </a:moveTo>
                  <a:lnTo>
                    <a:pt x="1920" y="60070"/>
                  </a:lnTo>
                  <a:lnTo>
                    <a:pt x="1547" y="59297"/>
                  </a:lnTo>
                  <a:lnTo>
                    <a:pt x="479" y="53993"/>
                  </a:lnTo>
                  <a:lnTo>
                    <a:pt x="296" y="50588"/>
                  </a:lnTo>
                  <a:lnTo>
                    <a:pt x="0" y="49408"/>
                  </a:lnTo>
                  <a:lnTo>
                    <a:pt x="375" y="47719"/>
                  </a:lnTo>
                  <a:lnTo>
                    <a:pt x="847" y="47158"/>
                  </a:lnTo>
                  <a:lnTo>
                    <a:pt x="1127" y="45257"/>
                  </a:lnTo>
                  <a:lnTo>
                    <a:pt x="1228" y="42351"/>
                  </a:lnTo>
                  <a:lnTo>
                    <a:pt x="1640" y="39982"/>
                  </a:lnTo>
                  <a:lnTo>
                    <a:pt x="1850" y="39322"/>
                  </a:lnTo>
                  <a:lnTo>
                    <a:pt x="2708" y="39296"/>
                  </a:lnTo>
                  <a:lnTo>
                    <a:pt x="2927" y="38995"/>
                  </a:lnTo>
                  <a:lnTo>
                    <a:pt x="2805" y="36727"/>
                  </a:lnTo>
                  <a:lnTo>
                    <a:pt x="2303" y="35740"/>
                  </a:lnTo>
                  <a:lnTo>
                    <a:pt x="2129" y="35108"/>
                  </a:lnTo>
                  <a:lnTo>
                    <a:pt x="2149" y="29673"/>
                  </a:lnTo>
                  <a:lnTo>
                    <a:pt x="2280" y="27475"/>
                  </a:lnTo>
                  <a:lnTo>
                    <a:pt x="2592" y="25895"/>
                  </a:lnTo>
                  <a:lnTo>
                    <a:pt x="2372" y="22629"/>
                  </a:lnTo>
                  <a:lnTo>
                    <a:pt x="2522" y="21410"/>
                  </a:lnTo>
                  <a:lnTo>
                    <a:pt x="3143" y="19695"/>
                  </a:lnTo>
                  <a:lnTo>
                    <a:pt x="3417" y="16039"/>
                  </a:lnTo>
                  <a:lnTo>
                    <a:pt x="3165" y="14947"/>
                  </a:lnTo>
                  <a:lnTo>
                    <a:pt x="3754" y="9304"/>
                  </a:lnTo>
                  <a:lnTo>
                    <a:pt x="3722" y="5536"/>
                  </a:lnTo>
                  <a:lnTo>
                    <a:pt x="4496" y="1761"/>
                  </a:lnTo>
                  <a:lnTo>
                    <a:pt x="5702" y="47"/>
                  </a:lnTo>
                  <a:lnTo>
                    <a:pt x="6080" y="0"/>
                  </a:lnTo>
                  <a:lnTo>
                    <a:pt x="6131" y="3220"/>
                  </a:lnTo>
                  <a:lnTo>
                    <a:pt x="6246" y="4277"/>
                  </a:lnTo>
                  <a:lnTo>
                    <a:pt x="5548" y="6183"/>
                  </a:lnTo>
                  <a:lnTo>
                    <a:pt x="6213" y="8668"/>
                  </a:lnTo>
                  <a:lnTo>
                    <a:pt x="6124" y="9570"/>
                  </a:lnTo>
                  <a:lnTo>
                    <a:pt x="5858" y="11541"/>
                  </a:lnTo>
                  <a:lnTo>
                    <a:pt x="5417" y="13477"/>
                  </a:lnTo>
                  <a:lnTo>
                    <a:pt x="4804" y="14270"/>
                  </a:lnTo>
                  <a:lnTo>
                    <a:pt x="4327" y="16850"/>
                  </a:lnTo>
                  <a:lnTo>
                    <a:pt x="4054" y="17823"/>
                  </a:lnTo>
                  <a:lnTo>
                    <a:pt x="4961" y="20535"/>
                  </a:lnTo>
                  <a:lnTo>
                    <a:pt x="5251" y="29753"/>
                  </a:lnTo>
                  <a:lnTo>
                    <a:pt x="4588" y="32278"/>
                  </a:lnTo>
                  <a:lnTo>
                    <a:pt x="3795" y="32782"/>
                  </a:lnTo>
                  <a:lnTo>
                    <a:pt x="3977" y="38931"/>
                  </a:lnTo>
                  <a:lnTo>
                    <a:pt x="3835" y="40305"/>
                  </a:lnTo>
                  <a:lnTo>
                    <a:pt x="3048" y="43325"/>
                  </a:lnTo>
                  <a:lnTo>
                    <a:pt x="2903" y="44642"/>
                  </a:lnTo>
                  <a:lnTo>
                    <a:pt x="2460" y="45880"/>
                  </a:lnTo>
                  <a:lnTo>
                    <a:pt x="2647" y="47427"/>
                  </a:lnTo>
                  <a:lnTo>
                    <a:pt x="3025" y="48103"/>
                  </a:lnTo>
                  <a:lnTo>
                    <a:pt x="3034" y="49370"/>
                  </a:lnTo>
                  <a:lnTo>
                    <a:pt x="2682" y="52621"/>
                  </a:lnTo>
                  <a:lnTo>
                    <a:pt x="2655" y="5632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2"/>
            <p:cNvSpPr/>
            <p:nvPr/>
          </p:nvSpPr>
          <p:spPr>
            <a:xfrm>
              <a:off x="3983353" y="2585292"/>
              <a:ext cx="335788" cy="810070"/>
            </a:xfrm>
            <a:custGeom>
              <a:avLst/>
              <a:pathLst>
                <a:path w="335788" h="810070">
                  <a:moveTo>
                    <a:pt x="110909" y="0"/>
                  </a:moveTo>
                  <a:lnTo>
                    <a:pt x="111005" y="243"/>
                  </a:lnTo>
                  <a:lnTo>
                    <a:pt x="111473" y="945"/>
                  </a:lnTo>
                  <a:lnTo>
                    <a:pt x="111972" y="1292"/>
                  </a:lnTo>
                  <a:lnTo>
                    <a:pt x="112558" y="624"/>
                  </a:lnTo>
                  <a:lnTo>
                    <a:pt x="113290" y="75"/>
                  </a:lnTo>
                  <a:lnTo>
                    <a:pt x="113672" y="383"/>
                  </a:lnTo>
                  <a:lnTo>
                    <a:pt x="113727" y="1281"/>
                  </a:lnTo>
                  <a:lnTo>
                    <a:pt x="113286" y="5491"/>
                  </a:lnTo>
                  <a:lnTo>
                    <a:pt x="113321" y="7143"/>
                  </a:lnTo>
                  <a:lnTo>
                    <a:pt x="114053" y="10574"/>
                  </a:lnTo>
                  <a:lnTo>
                    <a:pt x="115005" y="16142"/>
                  </a:lnTo>
                  <a:lnTo>
                    <a:pt x="115898" y="21362"/>
                  </a:lnTo>
                  <a:lnTo>
                    <a:pt x="116427" y="24787"/>
                  </a:lnTo>
                  <a:lnTo>
                    <a:pt x="116943" y="26191"/>
                  </a:lnTo>
                  <a:lnTo>
                    <a:pt x="119116" y="27622"/>
                  </a:lnTo>
                  <a:lnTo>
                    <a:pt x="120900" y="28798"/>
                  </a:lnTo>
                  <a:lnTo>
                    <a:pt x="121962" y="30726"/>
                  </a:lnTo>
                  <a:lnTo>
                    <a:pt x="123133" y="32576"/>
                  </a:lnTo>
                  <a:lnTo>
                    <a:pt x="123957" y="33710"/>
                  </a:lnTo>
                  <a:lnTo>
                    <a:pt x="124345" y="35167"/>
                  </a:lnTo>
                  <a:lnTo>
                    <a:pt x="124424" y="36483"/>
                  </a:lnTo>
                  <a:lnTo>
                    <a:pt x="124351" y="37366"/>
                  </a:lnTo>
                  <a:lnTo>
                    <a:pt x="123903" y="38526"/>
                  </a:lnTo>
                  <a:lnTo>
                    <a:pt x="121847" y="41518"/>
                  </a:lnTo>
                  <a:lnTo>
                    <a:pt x="121602" y="42468"/>
                  </a:lnTo>
                  <a:lnTo>
                    <a:pt x="121543" y="43714"/>
                  </a:lnTo>
                  <a:lnTo>
                    <a:pt x="121947" y="47431"/>
                  </a:lnTo>
                  <a:lnTo>
                    <a:pt x="122201" y="49760"/>
                  </a:lnTo>
                  <a:lnTo>
                    <a:pt x="122272" y="54442"/>
                  </a:lnTo>
                  <a:lnTo>
                    <a:pt x="122409" y="58893"/>
                  </a:lnTo>
                  <a:lnTo>
                    <a:pt x="123136" y="60920"/>
                  </a:lnTo>
                  <a:lnTo>
                    <a:pt x="123730" y="62230"/>
                  </a:lnTo>
                  <a:lnTo>
                    <a:pt x="124095" y="63419"/>
                  </a:lnTo>
                  <a:lnTo>
                    <a:pt x="124834" y="65046"/>
                  </a:lnTo>
                  <a:lnTo>
                    <a:pt x="125454" y="66260"/>
                  </a:lnTo>
                  <a:lnTo>
                    <a:pt x="125984" y="66973"/>
                  </a:lnTo>
                  <a:lnTo>
                    <a:pt x="126020" y="67189"/>
                  </a:lnTo>
                  <a:lnTo>
                    <a:pt x="126244" y="68578"/>
                  </a:lnTo>
                  <a:lnTo>
                    <a:pt x="126089" y="70464"/>
                  </a:lnTo>
                  <a:lnTo>
                    <a:pt x="125872" y="72106"/>
                  </a:lnTo>
                  <a:lnTo>
                    <a:pt x="125939" y="72989"/>
                  </a:lnTo>
                  <a:lnTo>
                    <a:pt x="126363" y="73615"/>
                  </a:lnTo>
                  <a:lnTo>
                    <a:pt x="127016" y="75253"/>
                  </a:lnTo>
                  <a:lnTo>
                    <a:pt x="127101" y="77652"/>
                  </a:lnTo>
                  <a:lnTo>
                    <a:pt x="127055" y="79302"/>
                  </a:lnTo>
                  <a:lnTo>
                    <a:pt x="127312" y="80786"/>
                  </a:lnTo>
                  <a:lnTo>
                    <a:pt x="127380" y="82432"/>
                  </a:lnTo>
                  <a:lnTo>
                    <a:pt x="127180" y="86542"/>
                  </a:lnTo>
                  <a:lnTo>
                    <a:pt x="127210" y="88210"/>
                  </a:lnTo>
                  <a:lnTo>
                    <a:pt x="127213" y="88401"/>
                  </a:lnTo>
                  <a:lnTo>
                    <a:pt x="126644" y="88515"/>
                  </a:lnTo>
                  <a:lnTo>
                    <a:pt x="126154" y="89149"/>
                  </a:lnTo>
                  <a:lnTo>
                    <a:pt x="125460" y="91737"/>
                  </a:lnTo>
                  <a:lnTo>
                    <a:pt x="124662" y="92418"/>
                  </a:lnTo>
                  <a:lnTo>
                    <a:pt x="123756" y="92623"/>
                  </a:lnTo>
                  <a:lnTo>
                    <a:pt x="122823" y="91035"/>
                  </a:lnTo>
                  <a:lnTo>
                    <a:pt x="122057" y="89377"/>
                  </a:lnTo>
                  <a:lnTo>
                    <a:pt x="121852" y="88455"/>
                  </a:lnTo>
                  <a:lnTo>
                    <a:pt x="121659" y="86708"/>
                  </a:lnTo>
                  <a:lnTo>
                    <a:pt x="121247" y="85566"/>
                  </a:lnTo>
                  <a:lnTo>
                    <a:pt x="120449" y="86100"/>
                  </a:lnTo>
                  <a:lnTo>
                    <a:pt x="119238" y="86341"/>
                  </a:lnTo>
                  <a:lnTo>
                    <a:pt x="117928" y="86728"/>
                  </a:lnTo>
                  <a:lnTo>
                    <a:pt x="117689" y="87111"/>
                  </a:lnTo>
                  <a:lnTo>
                    <a:pt x="117665" y="87846"/>
                  </a:lnTo>
                  <a:lnTo>
                    <a:pt x="117985" y="89417"/>
                  </a:lnTo>
                  <a:lnTo>
                    <a:pt x="118259" y="91466"/>
                  </a:lnTo>
                  <a:lnTo>
                    <a:pt x="118420" y="94333"/>
                  </a:lnTo>
                  <a:lnTo>
                    <a:pt x="118775" y="96227"/>
                  </a:lnTo>
                  <a:lnTo>
                    <a:pt x="118888" y="96832"/>
                  </a:lnTo>
                  <a:lnTo>
                    <a:pt x="120980" y="102527"/>
                  </a:lnTo>
                  <a:lnTo>
                    <a:pt x="121531" y="103687"/>
                  </a:lnTo>
                  <a:lnTo>
                    <a:pt x="121644" y="104450"/>
                  </a:lnTo>
                  <a:lnTo>
                    <a:pt x="121464" y="106528"/>
                  </a:lnTo>
                  <a:lnTo>
                    <a:pt x="121087" y="108954"/>
                  </a:lnTo>
                  <a:lnTo>
                    <a:pt x="121161" y="110879"/>
                  </a:lnTo>
                  <a:lnTo>
                    <a:pt x="121857" y="113007"/>
                  </a:lnTo>
                  <a:lnTo>
                    <a:pt x="122421" y="114493"/>
                  </a:lnTo>
                  <a:lnTo>
                    <a:pt x="121870" y="116496"/>
                  </a:lnTo>
                  <a:lnTo>
                    <a:pt x="121544" y="118815"/>
                  </a:lnTo>
                  <a:lnTo>
                    <a:pt x="121911" y="119856"/>
                  </a:lnTo>
                  <a:lnTo>
                    <a:pt x="121738" y="123189"/>
                  </a:lnTo>
                  <a:lnTo>
                    <a:pt x="121902" y="123818"/>
                  </a:lnTo>
                  <a:lnTo>
                    <a:pt x="122291" y="124080"/>
                  </a:lnTo>
                  <a:lnTo>
                    <a:pt x="122900" y="123847"/>
                  </a:lnTo>
                  <a:lnTo>
                    <a:pt x="123532" y="122966"/>
                  </a:lnTo>
                  <a:lnTo>
                    <a:pt x="124067" y="122793"/>
                  </a:lnTo>
                  <a:lnTo>
                    <a:pt x="124389" y="123047"/>
                  </a:lnTo>
                  <a:lnTo>
                    <a:pt x="124817" y="120520"/>
                  </a:lnTo>
                  <a:lnTo>
                    <a:pt x="125192" y="120162"/>
                  </a:lnTo>
                  <a:lnTo>
                    <a:pt x="125922" y="120859"/>
                  </a:lnTo>
                  <a:lnTo>
                    <a:pt x="127366" y="125613"/>
                  </a:lnTo>
                  <a:lnTo>
                    <a:pt x="128587" y="129633"/>
                  </a:lnTo>
                  <a:lnTo>
                    <a:pt x="128943" y="130395"/>
                  </a:lnTo>
                  <a:lnTo>
                    <a:pt x="129159" y="130859"/>
                  </a:lnTo>
                  <a:lnTo>
                    <a:pt x="130364" y="132943"/>
                  </a:lnTo>
                  <a:lnTo>
                    <a:pt x="131196" y="134262"/>
                  </a:lnTo>
                  <a:lnTo>
                    <a:pt x="132333" y="133784"/>
                  </a:lnTo>
                  <a:lnTo>
                    <a:pt x="133833" y="133695"/>
                  </a:lnTo>
                  <a:lnTo>
                    <a:pt x="134723" y="134984"/>
                  </a:lnTo>
                  <a:lnTo>
                    <a:pt x="135237" y="135883"/>
                  </a:lnTo>
                  <a:lnTo>
                    <a:pt x="135328" y="136043"/>
                  </a:lnTo>
                  <a:lnTo>
                    <a:pt x="137134" y="139200"/>
                  </a:lnTo>
                  <a:lnTo>
                    <a:pt x="137916" y="138967"/>
                  </a:lnTo>
                  <a:lnTo>
                    <a:pt x="138433" y="139871"/>
                  </a:lnTo>
                  <a:lnTo>
                    <a:pt x="138581" y="142102"/>
                  </a:lnTo>
                  <a:lnTo>
                    <a:pt x="138340" y="144419"/>
                  </a:lnTo>
                  <a:lnTo>
                    <a:pt x="138397" y="145510"/>
                  </a:lnTo>
                  <a:lnTo>
                    <a:pt x="139200" y="145719"/>
                  </a:lnTo>
                  <a:lnTo>
                    <a:pt x="140910" y="147251"/>
                  </a:lnTo>
                  <a:lnTo>
                    <a:pt x="142423" y="148609"/>
                  </a:lnTo>
                  <a:lnTo>
                    <a:pt x="143204" y="149042"/>
                  </a:lnTo>
                  <a:lnTo>
                    <a:pt x="144047" y="150048"/>
                  </a:lnTo>
                  <a:lnTo>
                    <a:pt x="144791" y="151656"/>
                  </a:lnTo>
                  <a:lnTo>
                    <a:pt x="146250" y="153719"/>
                  </a:lnTo>
                  <a:lnTo>
                    <a:pt x="147538" y="155299"/>
                  </a:lnTo>
                  <a:lnTo>
                    <a:pt x="147823" y="157445"/>
                  </a:lnTo>
                  <a:lnTo>
                    <a:pt x="147315" y="156986"/>
                  </a:lnTo>
                  <a:lnTo>
                    <a:pt x="146642" y="157226"/>
                  </a:lnTo>
                  <a:lnTo>
                    <a:pt x="145957" y="158176"/>
                  </a:lnTo>
                  <a:lnTo>
                    <a:pt x="145633" y="158780"/>
                  </a:lnTo>
                  <a:lnTo>
                    <a:pt x="144069" y="162473"/>
                  </a:lnTo>
                  <a:lnTo>
                    <a:pt x="143250" y="163610"/>
                  </a:lnTo>
                  <a:lnTo>
                    <a:pt x="142515" y="165266"/>
                  </a:lnTo>
                  <a:lnTo>
                    <a:pt x="140822" y="170276"/>
                  </a:lnTo>
                  <a:lnTo>
                    <a:pt x="139844" y="174951"/>
                  </a:lnTo>
                  <a:lnTo>
                    <a:pt x="139130" y="179345"/>
                  </a:lnTo>
                  <a:lnTo>
                    <a:pt x="139143" y="182458"/>
                  </a:lnTo>
                  <a:lnTo>
                    <a:pt x="138878" y="186104"/>
                  </a:lnTo>
                  <a:lnTo>
                    <a:pt x="138148" y="188181"/>
                  </a:lnTo>
                  <a:lnTo>
                    <a:pt x="137698" y="188888"/>
                  </a:lnTo>
                  <a:lnTo>
                    <a:pt x="137170" y="192026"/>
                  </a:lnTo>
                  <a:lnTo>
                    <a:pt x="136791" y="195687"/>
                  </a:lnTo>
                  <a:lnTo>
                    <a:pt x="137011" y="196873"/>
                  </a:lnTo>
                  <a:lnTo>
                    <a:pt x="137919" y="198472"/>
                  </a:lnTo>
                  <a:lnTo>
                    <a:pt x="138804" y="200030"/>
                  </a:lnTo>
                  <a:lnTo>
                    <a:pt x="139935" y="201712"/>
                  </a:lnTo>
                  <a:lnTo>
                    <a:pt x="141014" y="203319"/>
                  </a:lnTo>
                  <a:lnTo>
                    <a:pt x="141711" y="203530"/>
                  </a:lnTo>
                  <a:lnTo>
                    <a:pt x="141903" y="202617"/>
                  </a:lnTo>
                  <a:lnTo>
                    <a:pt x="142157" y="201748"/>
                  </a:lnTo>
                  <a:lnTo>
                    <a:pt x="142952" y="202209"/>
                  </a:lnTo>
                  <a:lnTo>
                    <a:pt x="143922" y="203786"/>
                  </a:lnTo>
                  <a:lnTo>
                    <a:pt x="144554" y="205036"/>
                  </a:lnTo>
                  <a:lnTo>
                    <a:pt x="144837" y="205456"/>
                  </a:lnTo>
                  <a:lnTo>
                    <a:pt x="146509" y="207558"/>
                  </a:lnTo>
                  <a:lnTo>
                    <a:pt x="147896" y="209301"/>
                  </a:lnTo>
                  <a:lnTo>
                    <a:pt x="149649" y="211505"/>
                  </a:lnTo>
                  <a:lnTo>
                    <a:pt x="150079" y="212852"/>
                  </a:lnTo>
                  <a:lnTo>
                    <a:pt x="150455" y="214286"/>
                  </a:lnTo>
                  <a:lnTo>
                    <a:pt x="151282" y="216192"/>
                  </a:lnTo>
                  <a:lnTo>
                    <a:pt x="153298" y="219566"/>
                  </a:lnTo>
                  <a:lnTo>
                    <a:pt x="155019" y="221981"/>
                  </a:lnTo>
                  <a:lnTo>
                    <a:pt x="156419" y="223950"/>
                  </a:lnTo>
                  <a:lnTo>
                    <a:pt x="157517" y="225331"/>
                  </a:lnTo>
                  <a:lnTo>
                    <a:pt x="158026" y="225113"/>
                  </a:lnTo>
                  <a:lnTo>
                    <a:pt x="158583" y="224380"/>
                  </a:lnTo>
                  <a:lnTo>
                    <a:pt x="159071" y="223952"/>
                  </a:lnTo>
                  <a:lnTo>
                    <a:pt x="159639" y="224341"/>
                  </a:lnTo>
                  <a:lnTo>
                    <a:pt x="160501" y="225395"/>
                  </a:lnTo>
                  <a:lnTo>
                    <a:pt x="162524" y="228598"/>
                  </a:lnTo>
                  <a:lnTo>
                    <a:pt x="164407" y="231101"/>
                  </a:lnTo>
                  <a:lnTo>
                    <a:pt x="166462" y="230651"/>
                  </a:lnTo>
                  <a:lnTo>
                    <a:pt x="167008" y="231053"/>
                  </a:lnTo>
                  <a:lnTo>
                    <a:pt x="167393" y="233322"/>
                  </a:lnTo>
                  <a:lnTo>
                    <a:pt x="167653" y="235617"/>
                  </a:lnTo>
                  <a:lnTo>
                    <a:pt x="169948" y="237134"/>
                  </a:lnTo>
                  <a:lnTo>
                    <a:pt x="171458" y="237817"/>
                  </a:lnTo>
                  <a:lnTo>
                    <a:pt x="173182" y="239065"/>
                  </a:lnTo>
                  <a:lnTo>
                    <a:pt x="174056" y="239990"/>
                  </a:lnTo>
                  <a:lnTo>
                    <a:pt x="174973" y="238830"/>
                  </a:lnTo>
                  <a:lnTo>
                    <a:pt x="175140" y="237809"/>
                  </a:lnTo>
                  <a:lnTo>
                    <a:pt x="175867" y="237203"/>
                  </a:lnTo>
                  <a:lnTo>
                    <a:pt x="177070" y="237468"/>
                  </a:lnTo>
                  <a:lnTo>
                    <a:pt x="179317" y="239253"/>
                  </a:lnTo>
                  <a:lnTo>
                    <a:pt x="180259" y="239788"/>
                  </a:lnTo>
                  <a:lnTo>
                    <a:pt x="181046" y="238096"/>
                  </a:lnTo>
                  <a:lnTo>
                    <a:pt x="182515" y="237311"/>
                  </a:lnTo>
                  <a:lnTo>
                    <a:pt x="183277" y="236434"/>
                  </a:lnTo>
                  <a:lnTo>
                    <a:pt x="184874" y="238311"/>
                  </a:lnTo>
                  <a:lnTo>
                    <a:pt x="187763" y="240664"/>
                  </a:lnTo>
                  <a:lnTo>
                    <a:pt x="189251" y="242127"/>
                  </a:lnTo>
                  <a:lnTo>
                    <a:pt x="189603" y="243570"/>
                  </a:lnTo>
                  <a:lnTo>
                    <a:pt x="189765" y="244935"/>
                  </a:lnTo>
                  <a:lnTo>
                    <a:pt x="189753" y="248243"/>
                  </a:lnTo>
                  <a:lnTo>
                    <a:pt x="190116" y="249741"/>
                  </a:lnTo>
                  <a:lnTo>
                    <a:pt x="193015" y="253113"/>
                  </a:lnTo>
                  <a:lnTo>
                    <a:pt x="193969" y="254543"/>
                  </a:lnTo>
                  <a:lnTo>
                    <a:pt x="194742" y="255003"/>
                  </a:lnTo>
                  <a:lnTo>
                    <a:pt x="195180" y="255061"/>
                  </a:lnTo>
                  <a:lnTo>
                    <a:pt x="195482" y="255485"/>
                  </a:lnTo>
                  <a:lnTo>
                    <a:pt x="195741" y="257408"/>
                  </a:lnTo>
                  <a:lnTo>
                    <a:pt x="195944" y="257851"/>
                  </a:lnTo>
                  <a:lnTo>
                    <a:pt x="196502" y="258330"/>
                  </a:lnTo>
                  <a:lnTo>
                    <a:pt x="197109" y="258606"/>
                  </a:lnTo>
                  <a:lnTo>
                    <a:pt x="198990" y="256945"/>
                  </a:lnTo>
                  <a:lnTo>
                    <a:pt x="200279" y="255685"/>
                  </a:lnTo>
                  <a:lnTo>
                    <a:pt x="201200" y="256006"/>
                  </a:lnTo>
                  <a:lnTo>
                    <a:pt x="201792" y="257405"/>
                  </a:lnTo>
                  <a:lnTo>
                    <a:pt x="201878" y="259444"/>
                  </a:lnTo>
                  <a:lnTo>
                    <a:pt x="202222" y="261598"/>
                  </a:lnTo>
                  <a:lnTo>
                    <a:pt x="202881" y="262650"/>
                  </a:lnTo>
                  <a:lnTo>
                    <a:pt x="203584" y="262767"/>
                  </a:lnTo>
                  <a:lnTo>
                    <a:pt x="205330" y="261314"/>
                  </a:lnTo>
                  <a:lnTo>
                    <a:pt x="206734" y="262426"/>
                  </a:lnTo>
                  <a:lnTo>
                    <a:pt x="208026" y="262832"/>
                  </a:lnTo>
                  <a:lnTo>
                    <a:pt x="209459" y="263529"/>
                  </a:lnTo>
                  <a:lnTo>
                    <a:pt x="210015" y="264064"/>
                  </a:lnTo>
                  <a:lnTo>
                    <a:pt x="211502" y="265846"/>
                  </a:lnTo>
                  <a:lnTo>
                    <a:pt x="213317" y="267646"/>
                  </a:lnTo>
                  <a:lnTo>
                    <a:pt x="214020" y="267443"/>
                  </a:lnTo>
                  <a:lnTo>
                    <a:pt x="216942" y="264090"/>
                  </a:lnTo>
                  <a:lnTo>
                    <a:pt x="217190" y="264498"/>
                  </a:lnTo>
                  <a:lnTo>
                    <a:pt x="217784" y="267701"/>
                  </a:lnTo>
                  <a:lnTo>
                    <a:pt x="218673" y="268853"/>
                  </a:lnTo>
                  <a:lnTo>
                    <a:pt x="220061" y="269855"/>
                  </a:lnTo>
                  <a:lnTo>
                    <a:pt x="221513" y="268004"/>
                  </a:lnTo>
                  <a:lnTo>
                    <a:pt x="222658" y="268535"/>
                  </a:lnTo>
                  <a:lnTo>
                    <a:pt x="224043" y="268708"/>
                  </a:lnTo>
                  <a:lnTo>
                    <a:pt x="225371" y="267817"/>
                  </a:lnTo>
                  <a:lnTo>
                    <a:pt x="226526" y="267592"/>
                  </a:lnTo>
                  <a:lnTo>
                    <a:pt x="228205" y="269203"/>
                  </a:lnTo>
                  <a:lnTo>
                    <a:pt x="228572" y="268829"/>
                  </a:lnTo>
                  <a:lnTo>
                    <a:pt x="228893" y="267795"/>
                  </a:lnTo>
                  <a:lnTo>
                    <a:pt x="229545" y="263174"/>
                  </a:lnTo>
                  <a:lnTo>
                    <a:pt x="230120" y="259085"/>
                  </a:lnTo>
                  <a:lnTo>
                    <a:pt x="230071" y="256646"/>
                  </a:lnTo>
                  <a:lnTo>
                    <a:pt x="229539" y="253067"/>
                  </a:lnTo>
                  <a:lnTo>
                    <a:pt x="228183" y="248409"/>
                  </a:lnTo>
                  <a:lnTo>
                    <a:pt x="228082" y="246995"/>
                  </a:lnTo>
                  <a:lnTo>
                    <a:pt x="228539" y="238871"/>
                  </a:lnTo>
                  <a:lnTo>
                    <a:pt x="229043" y="234187"/>
                  </a:lnTo>
                  <a:lnTo>
                    <a:pt x="229476" y="231970"/>
                  </a:lnTo>
                  <a:lnTo>
                    <a:pt x="229953" y="228814"/>
                  </a:lnTo>
                  <a:lnTo>
                    <a:pt x="230037" y="227353"/>
                  </a:lnTo>
                  <a:lnTo>
                    <a:pt x="229991" y="226034"/>
                  </a:lnTo>
                  <a:lnTo>
                    <a:pt x="229525" y="225227"/>
                  </a:lnTo>
                  <a:lnTo>
                    <a:pt x="229400" y="224225"/>
                  </a:lnTo>
                  <a:lnTo>
                    <a:pt x="229516" y="223383"/>
                  </a:lnTo>
                  <a:lnTo>
                    <a:pt x="229885" y="222913"/>
                  </a:lnTo>
                  <a:lnTo>
                    <a:pt x="231428" y="222324"/>
                  </a:lnTo>
                  <a:lnTo>
                    <a:pt x="233164" y="221059"/>
                  </a:lnTo>
                  <a:lnTo>
                    <a:pt x="233856" y="220385"/>
                  </a:lnTo>
                  <a:lnTo>
                    <a:pt x="234380" y="219709"/>
                  </a:lnTo>
                  <a:lnTo>
                    <a:pt x="234912" y="218645"/>
                  </a:lnTo>
                  <a:lnTo>
                    <a:pt x="235409" y="218690"/>
                  </a:lnTo>
                  <a:lnTo>
                    <a:pt x="236965" y="220231"/>
                  </a:lnTo>
                  <a:lnTo>
                    <a:pt x="237511" y="221199"/>
                  </a:lnTo>
                  <a:lnTo>
                    <a:pt x="237797" y="224144"/>
                  </a:lnTo>
                  <a:lnTo>
                    <a:pt x="238030" y="225285"/>
                  </a:lnTo>
                  <a:lnTo>
                    <a:pt x="237812" y="228277"/>
                  </a:lnTo>
                  <a:lnTo>
                    <a:pt x="236881" y="235532"/>
                  </a:lnTo>
                  <a:lnTo>
                    <a:pt x="237063" y="238250"/>
                  </a:lnTo>
                  <a:lnTo>
                    <a:pt x="237842" y="240231"/>
                  </a:lnTo>
                  <a:lnTo>
                    <a:pt x="238520" y="241613"/>
                  </a:lnTo>
                  <a:lnTo>
                    <a:pt x="238407" y="242163"/>
                  </a:lnTo>
                  <a:lnTo>
                    <a:pt x="237012" y="244508"/>
                  </a:lnTo>
                  <a:lnTo>
                    <a:pt x="236763" y="245764"/>
                  </a:lnTo>
                  <a:lnTo>
                    <a:pt x="237072" y="246987"/>
                  </a:lnTo>
                  <a:lnTo>
                    <a:pt x="237624" y="248027"/>
                  </a:lnTo>
                  <a:lnTo>
                    <a:pt x="237872" y="249015"/>
                  </a:lnTo>
                  <a:lnTo>
                    <a:pt x="238131" y="252091"/>
                  </a:lnTo>
                  <a:lnTo>
                    <a:pt x="238839" y="252956"/>
                  </a:lnTo>
                  <a:lnTo>
                    <a:pt x="240240" y="254941"/>
                  </a:lnTo>
                  <a:lnTo>
                    <a:pt x="241476" y="256385"/>
                  </a:lnTo>
                  <a:lnTo>
                    <a:pt x="243592" y="255426"/>
                  </a:lnTo>
                  <a:lnTo>
                    <a:pt x="244191" y="256078"/>
                  </a:lnTo>
                  <a:lnTo>
                    <a:pt x="245231" y="256762"/>
                  </a:lnTo>
                  <a:lnTo>
                    <a:pt x="246043" y="256974"/>
                  </a:lnTo>
                  <a:lnTo>
                    <a:pt x="246515" y="257485"/>
                  </a:lnTo>
                  <a:lnTo>
                    <a:pt x="246780" y="257979"/>
                  </a:lnTo>
                  <a:lnTo>
                    <a:pt x="246745" y="258603"/>
                  </a:lnTo>
                  <a:lnTo>
                    <a:pt x="246789" y="259243"/>
                  </a:lnTo>
                  <a:lnTo>
                    <a:pt x="247951" y="259406"/>
                  </a:lnTo>
                  <a:lnTo>
                    <a:pt x="248560" y="259771"/>
                  </a:lnTo>
                  <a:lnTo>
                    <a:pt x="250623" y="259111"/>
                  </a:lnTo>
                  <a:lnTo>
                    <a:pt x="252693" y="258204"/>
                  </a:lnTo>
                  <a:lnTo>
                    <a:pt x="253649" y="255459"/>
                  </a:lnTo>
                  <a:lnTo>
                    <a:pt x="254067" y="255263"/>
                  </a:lnTo>
                  <a:lnTo>
                    <a:pt x="255258" y="254193"/>
                  </a:lnTo>
                  <a:lnTo>
                    <a:pt x="256429" y="255362"/>
                  </a:lnTo>
                  <a:lnTo>
                    <a:pt x="257721" y="256964"/>
                  </a:lnTo>
                  <a:lnTo>
                    <a:pt x="258416" y="257447"/>
                  </a:lnTo>
                  <a:lnTo>
                    <a:pt x="259789" y="257700"/>
                  </a:lnTo>
                  <a:lnTo>
                    <a:pt x="261126" y="257521"/>
                  </a:lnTo>
                  <a:lnTo>
                    <a:pt x="264326" y="256762"/>
                  </a:lnTo>
                  <a:lnTo>
                    <a:pt x="266083" y="257160"/>
                  </a:lnTo>
                  <a:lnTo>
                    <a:pt x="267697" y="254880"/>
                  </a:lnTo>
                  <a:lnTo>
                    <a:pt x="268032" y="254886"/>
                  </a:lnTo>
                  <a:lnTo>
                    <a:pt x="268742" y="256646"/>
                  </a:lnTo>
                  <a:lnTo>
                    <a:pt x="270514" y="256804"/>
                  </a:lnTo>
                  <a:lnTo>
                    <a:pt x="271459" y="255954"/>
                  </a:lnTo>
                  <a:lnTo>
                    <a:pt x="272477" y="255297"/>
                  </a:lnTo>
                  <a:lnTo>
                    <a:pt x="273127" y="255088"/>
                  </a:lnTo>
                  <a:lnTo>
                    <a:pt x="273646" y="255065"/>
                  </a:lnTo>
                  <a:lnTo>
                    <a:pt x="274275" y="255238"/>
                  </a:lnTo>
                  <a:lnTo>
                    <a:pt x="274866" y="254651"/>
                  </a:lnTo>
                  <a:lnTo>
                    <a:pt x="275139" y="253469"/>
                  </a:lnTo>
                  <a:lnTo>
                    <a:pt x="275078" y="251686"/>
                  </a:lnTo>
                  <a:lnTo>
                    <a:pt x="274649" y="249747"/>
                  </a:lnTo>
                  <a:lnTo>
                    <a:pt x="274278" y="248610"/>
                  </a:lnTo>
                  <a:lnTo>
                    <a:pt x="274205" y="248001"/>
                  </a:lnTo>
                  <a:lnTo>
                    <a:pt x="274323" y="246598"/>
                  </a:lnTo>
                  <a:lnTo>
                    <a:pt x="274652" y="244620"/>
                  </a:lnTo>
                  <a:lnTo>
                    <a:pt x="275254" y="242365"/>
                  </a:lnTo>
                  <a:lnTo>
                    <a:pt x="274811" y="240176"/>
                  </a:lnTo>
                  <a:lnTo>
                    <a:pt x="274188" y="237650"/>
                  </a:lnTo>
                  <a:lnTo>
                    <a:pt x="273730" y="237411"/>
                  </a:lnTo>
                  <a:lnTo>
                    <a:pt x="272582" y="237992"/>
                  </a:lnTo>
                  <a:lnTo>
                    <a:pt x="271337" y="237877"/>
                  </a:lnTo>
                  <a:lnTo>
                    <a:pt x="270359" y="236367"/>
                  </a:lnTo>
                  <a:lnTo>
                    <a:pt x="269630" y="234474"/>
                  </a:lnTo>
                  <a:lnTo>
                    <a:pt x="269452" y="232886"/>
                  </a:lnTo>
                  <a:lnTo>
                    <a:pt x="269664" y="230948"/>
                  </a:lnTo>
                  <a:lnTo>
                    <a:pt x="269988" y="229166"/>
                  </a:lnTo>
                  <a:lnTo>
                    <a:pt x="270058" y="228497"/>
                  </a:lnTo>
                  <a:lnTo>
                    <a:pt x="270986" y="228501"/>
                  </a:lnTo>
                  <a:lnTo>
                    <a:pt x="272276" y="228896"/>
                  </a:lnTo>
                  <a:lnTo>
                    <a:pt x="273251" y="229391"/>
                  </a:lnTo>
                  <a:lnTo>
                    <a:pt x="274036" y="229371"/>
                  </a:lnTo>
                  <a:lnTo>
                    <a:pt x="275459" y="227089"/>
                  </a:lnTo>
                  <a:lnTo>
                    <a:pt x="276108" y="226952"/>
                  </a:lnTo>
                  <a:lnTo>
                    <a:pt x="276852" y="226517"/>
                  </a:lnTo>
                  <a:lnTo>
                    <a:pt x="277176" y="226087"/>
                  </a:lnTo>
                  <a:lnTo>
                    <a:pt x="277402" y="226421"/>
                  </a:lnTo>
                  <a:lnTo>
                    <a:pt x="278218" y="226700"/>
                  </a:lnTo>
                  <a:lnTo>
                    <a:pt x="279068" y="226586"/>
                  </a:lnTo>
                  <a:lnTo>
                    <a:pt x="279825" y="225956"/>
                  </a:lnTo>
                  <a:lnTo>
                    <a:pt x="280585" y="224973"/>
                  </a:lnTo>
                  <a:lnTo>
                    <a:pt x="281939" y="222913"/>
                  </a:lnTo>
                  <a:lnTo>
                    <a:pt x="282209" y="221730"/>
                  </a:lnTo>
                  <a:lnTo>
                    <a:pt x="282206" y="220643"/>
                  </a:lnTo>
                  <a:lnTo>
                    <a:pt x="281954" y="219931"/>
                  </a:lnTo>
                  <a:lnTo>
                    <a:pt x="281699" y="219586"/>
                  </a:lnTo>
                  <a:lnTo>
                    <a:pt x="281803" y="218645"/>
                  </a:lnTo>
                  <a:lnTo>
                    <a:pt x="282371" y="217057"/>
                  </a:lnTo>
                  <a:lnTo>
                    <a:pt x="284442" y="214663"/>
                  </a:lnTo>
                  <a:lnTo>
                    <a:pt x="286204" y="211722"/>
                  </a:lnTo>
                  <a:lnTo>
                    <a:pt x="287174" y="209516"/>
                  </a:lnTo>
                  <a:lnTo>
                    <a:pt x="287618" y="206844"/>
                  </a:lnTo>
                  <a:lnTo>
                    <a:pt x="288179" y="203946"/>
                  </a:lnTo>
                  <a:lnTo>
                    <a:pt x="288701" y="202803"/>
                  </a:lnTo>
                  <a:lnTo>
                    <a:pt x="289951" y="202077"/>
                  </a:lnTo>
                  <a:lnTo>
                    <a:pt x="293454" y="201008"/>
                  </a:lnTo>
                  <a:lnTo>
                    <a:pt x="294556" y="199839"/>
                  </a:lnTo>
                  <a:lnTo>
                    <a:pt x="296185" y="197669"/>
                  </a:lnTo>
                  <a:lnTo>
                    <a:pt x="297006" y="195968"/>
                  </a:lnTo>
                  <a:lnTo>
                    <a:pt x="297463" y="194588"/>
                  </a:lnTo>
                  <a:lnTo>
                    <a:pt x="297513" y="193051"/>
                  </a:lnTo>
                  <a:lnTo>
                    <a:pt x="298593" y="192568"/>
                  </a:lnTo>
                  <a:lnTo>
                    <a:pt x="299536" y="190085"/>
                  </a:lnTo>
                  <a:lnTo>
                    <a:pt x="300685" y="187581"/>
                  </a:lnTo>
                  <a:lnTo>
                    <a:pt x="302696" y="185466"/>
                  </a:lnTo>
                  <a:lnTo>
                    <a:pt x="304480" y="182624"/>
                  </a:lnTo>
                  <a:lnTo>
                    <a:pt x="305101" y="183078"/>
                  </a:lnTo>
                  <a:lnTo>
                    <a:pt x="305750" y="184420"/>
                  </a:lnTo>
                  <a:lnTo>
                    <a:pt x="306091" y="185907"/>
                  </a:lnTo>
                  <a:lnTo>
                    <a:pt x="306165" y="186658"/>
                  </a:lnTo>
                  <a:lnTo>
                    <a:pt x="308444" y="187599"/>
                  </a:lnTo>
                  <a:lnTo>
                    <a:pt x="308804" y="187447"/>
                  </a:lnTo>
                  <a:lnTo>
                    <a:pt x="310483" y="188780"/>
                  </a:lnTo>
                  <a:lnTo>
                    <a:pt x="312030" y="190390"/>
                  </a:lnTo>
                  <a:lnTo>
                    <a:pt x="312882" y="190794"/>
                  </a:lnTo>
                  <a:lnTo>
                    <a:pt x="313298" y="190750"/>
                  </a:lnTo>
                  <a:lnTo>
                    <a:pt x="313654" y="190250"/>
                  </a:lnTo>
                  <a:lnTo>
                    <a:pt x="314072" y="188832"/>
                  </a:lnTo>
                  <a:lnTo>
                    <a:pt x="314500" y="187806"/>
                  </a:lnTo>
                  <a:lnTo>
                    <a:pt x="314767" y="187388"/>
                  </a:lnTo>
                  <a:lnTo>
                    <a:pt x="314754" y="185757"/>
                  </a:lnTo>
                  <a:lnTo>
                    <a:pt x="316993" y="182582"/>
                  </a:lnTo>
                  <a:lnTo>
                    <a:pt x="319003" y="180304"/>
                  </a:lnTo>
                  <a:lnTo>
                    <a:pt x="320733" y="178641"/>
                  </a:lnTo>
                  <a:lnTo>
                    <a:pt x="321242" y="179322"/>
                  </a:lnTo>
                  <a:lnTo>
                    <a:pt x="321805" y="180585"/>
                  </a:lnTo>
                  <a:lnTo>
                    <a:pt x="322567" y="183804"/>
                  </a:lnTo>
                  <a:lnTo>
                    <a:pt x="323030" y="184592"/>
                  </a:lnTo>
                  <a:lnTo>
                    <a:pt x="324207" y="184143"/>
                  </a:lnTo>
                  <a:lnTo>
                    <a:pt x="324421" y="184495"/>
                  </a:lnTo>
                  <a:lnTo>
                    <a:pt x="324236" y="185655"/>
                  </a:lnTo>
                  <a:lnTo>
                    <a:pt x="323439" y="187091"/>
                  </a:lnTo>
                  <a:lnTo>
                    <a:pt x="322407" y="188378"/>
                  </a:lnTo>
                  <a:lnTo>
                    <a:pt x="321734" y="189429"/>
                  </a:lnTo>
                  <a:lnTo>
                    <a:pt x="321953" y="192934"/>
                  </a:lnTo>
                  <a:lnTo>
                    <a:pt x="321904" y="194142"/>
                  </a:lnTo>
                  <a:lnTo>
                    <a:pt x="322193" y="194523"/>
                  </a:lnTo>
                  <a:lnTo>
                    <a:pt x="324318" y="191044"/>
                  </a:lnTo>
                  <a:lnTo>
                    <a:pt x="325340" y="190357"/>
                  </a:lnTo>
                  <a:lnTo>
                    <a:pt x="325701" y="191197"/>
                  </a:lnTo>
                  <a:lnTo>
                    <a:pt x="325817" y="193057"/>
                  </a:lnTo>
                  <a:lnTo>
                    <a:pt x="326655" y="196890"/>
                  </a:lnTo>
                  <a:lnTo>
                    <a:pt x="327011" y="198838"/>
                  </a:lnTo>
                  <a:lnTo>
                    <a:pt x="324879" y="203481"/>
                  </a:lnTo>
                  <a:lnTo>
                    <a:pt x="324093" y="205879"/>
                  </a:lnTo>
                  <a:lnTo>
                    <a:pt x="324122" y="206723"/>
                  </a:lnTo>
                  <a:lnTo>
                    <a:pt x="324080" y="207558"/>
                  </a:lnTo>
                  <a:lnTo>
                    <a:pt x="323536" y="208752"/>
                  </a:lnTo>
                  <a:lnTo>
                    <a:pt x="323565" y="209228"/>
                  </a:lnTo>
                  <a:lnTo>
                    <a:pt x="324007" y="209982"/>
                  </a:lnTo>
                  <a:lnTo>
                    <a:pt x="324543" y="210551"/>
                  </a:lnTo>
                  <a:lnTo>
                    <a:pt x="324803" y="210532"/>
                  </a:lnTo>
                  <a:lnTo>
                    <a:pt x="325248" y="209407"/>
                  </a:lnTo>
                  <a:lnTo>
                    <a:pt x="327261" y="207814"/>
                  </a:lnTo>
                  <a:lnTo>
                    <a:pt x="327839" y="208114"/>
                  </a:lnTo>
                  <a:lnTo>
                    <a:pt x="329254" y="210558"/>
                  </a:lnTo>
                  <a:lnTo>
                    <a:pt x="329912" y="210695"/>
                  </a:lnTo>
                  <a:lnTo>
                    <a:pt x="331614" y="211425"/>
                  </a:lnTo>
                  <a:lnTo>
                    <a:pt x="332702" y="210502"/>
                  </a:lnTo>
                  <a:lnTo>
                    <a:pt x="333504" y="211347"/>
                  </a:lnTo>
                  <a:lnTo>
                    <a:pt x="335165" y="214406"/>
                  </a:lnTo>
                  <a:lnTo>
                    <a:pt x="335545" y="214963"/>
                  </a:lnTo>
                  <a:lnTo>
                    <a:pt x="335404" y="216817"/>
                  </a:lnTo>
                  <a:lnTo>
                    <a:pt x="335318" y="218863"/>
                  </a:lnTo>
                  <a:lnTo>
                    <a:pt x="335737" y="220492"/>
                  </a:lnTo>
                  <a:lnTo>
                    <a:pt x="335788" y="221926"/>
                  </a:lnTo>
                  <a:lnTo>
                    <a:pt x="335691" y="223243"/>
                  </a:lnTo>
                  <a:lnTo>
                    <a:pt x="335357" y="224150"/>
                  </a:lnTo>
                  <a:lnTo>
                    <a:pt x="334436" y="224653"/>
                  </a:lnTo>
                  <a:lnTo>
                    <a:pt x="333650" y="226224"/>
                  </a:lnTo>
                  <a:lnTo>
                    <a:pt x="332406" y="228495"/>
                  </a:lnTo>
                  <a:lnTo>
                    <a:pt x="331406" y="230319"/>
                  </a:lnTo>
                  <a:lnTo>
                    <a:pt x="330680" y="231928"/>
                  </a:lnTo>
                  <a:lnTo>
                    <a:pt x="330417" y="233616"/>
                  </a:lnTo>
                  <a:lnTo>
                    <a:pt x="330494" y="235740"/>
                  </a:lnTo>
                  <a:lnTo>
                    <a:pt x="330706" y="237963"/>
                  </a:lnTo>
                  <a:lnTo>
                    <a:pt x="333028" y="246127"/>
                  </a:lnTo>
                  <a:lnTo>
                    <a:pt x="333008" y="247542"/>
                  </a:lnTo>
                  <a:lnTo>
                    <a:pt x="332272" y="247937"/>
                  </a:lnTo>
                  <a:lnTo>
                    <a:pt x="331298" y="247014"/>
                  </a:lnTo>
                  <a:lnTo>
                    <a:pt x="330456" y="245698"/>
                  </a:lnTo>
                  <a:lnTo>
                    <a:pt x="329508" y="242201"/>
                  </a:lnTo>
                  <a:lnTo>
                    <a:pt x="328746" y="241158"/>
                  </a:lnTo>
                  <a:lnTo>
                    <a:pt x="327987" y="240928"/>
                  </a:lnTo>
                  <a:lnTo>
                    <a:pt x="323482" y="242727"/>
                  </a:lnTo>
                  <a:lnTo>
                    <a:pt x="322522" y="243232"/>
                  </a:lnTo>
                  <a:lnTo>
                    <a:pt x="321033" y="244538"/>
                  </a:lnTo>
                  <a:lnTo>
                    <a:pt x="319991" y="247168"/>
                  </a:lnTo>
                  <a:lnTo>
                    <a:pt x="319236" y="249575"/>
                  </a:lnTo>
                  <a:lnTo>
                    <a:pt x="318454" y="250545"/>
                  </a:lnTo>
                  <a:lnTo>
                    <a:pt x="317315" y="252417"/>
                  </a:lnTo>
                  <a:lnTo>
                    <a:pt x="314156" y="258161"/>
                  </a:lnTo>
                  <a:lnTo>
                    <a:pt x="312329" y="260637"/>
                  </a:lnTo>
                  <a:lnTo>
                    <a:pt x="311136" y="261549"/>
                  </a:lnTo>
                  <a:lnTo>
                    <a:pt x="310299" y="262853"/>
                  </a:lnTo>
                  <a:lnTo>
                    <a:pt x="309847" y="264974"/>
                  </a:lnTo>
                  <a:lnTo>
                    <a:pt x="309506" y="266496"/>
                  </a:lnTo>
                  <a:lnTo>
                    <a:pt x="309403" y="270241"/>
                  </a:lnTo>
                  <a:lnTo>
                    <a:pt x="309611" y="274855"/>
                  </a:lnTo>
                  <a:lnTo>
                    <a:pt x="310065" y="277801"/>
                  </a:lnTo>
                  <a:lnTo>
                    <a:pt x="310306" y="278421"/>
                  </a:lnTo>
                  <a:lnTo>
                    <a:pt x="310342" y="279283"/>
                  </a:lnTo>
                  <a:lnTo>
                    <a:pt x="309888" y="280877"/>
                  </a:lnTo>
                  <a:lnTo>
                    <a:pt x="309287" y="282236"/>
                  </a:lnTo>
                  <a:lnTo>
                    <a:pt x="308993" y="283075"/>
                  </a:lnTo>
                  <a:lnTo>
                    <a:pt x="308726" y="287285"/>
                  </a:lnTo>
                  <a:lnTo>
                    <a:pt x="308193" y="289359"/>
                  </a:lnTo>
                  <a:lnTo>
                    <a:pt x="307220" y="292404"/>
                  </a:lnTo>
                  <a:lnTo>
                    <a:pt x="306353" y="294705"/>
                  </a:lnTo>
                  <a:lnTo>
                    <a:pt x="304995" y="296491"/>
                  </a:lnTo>
                  <a:lnTo>
                    <a:pt x="304478" y="297936"/>
                  </a:lnTo>
                  <a:lnTo>
                    <a:pt x="303983" y="300600"/>
                  </a:lnTo>
                  <a:lnTo>
                    <a:pt x="303690" y="302857"/>
                  </a:lnTo>
                  <a:lnTo>
                    <a:pt x="303674" y="303677"/>
                  </a:lnTo>
                  <a:lnTo>
                    <a:pt x="303829" y="304392"/>
                  </a:lnTo>
                  <a:lnTo>
                    <a:pt x="304394" y="305187"/>
                  </a:lnTo>
                  <a:lnTo>
                    <a:pt x="305081" y="305956"/>
                  </a:lnTo>
                  <a:lnTo>
                    <a:pt x="305408" y="307160"/>
                  </a:lnTo>
                  <a:lnTo>
                    <a:pt x="305453" y="308611"/>
                  </a:lnTo>
                  <a:lnTo>
                    <a:pt x="304943" y="312090"/>
                  </a:lnTo>
                  <a:lnTo>
                    <a:pt x="304032" y="316929"/>
                  </a:lnTo>
                  <a:lnTo>
                    <a:pt x="302985" y="320758"/>
                  </a:lnTo>
                  <a:lnTo>
                    <a:pt x="301906" y="324410"/>
                  </a:lnTo>
                  <a:lnTo>
                    <a:pt x="301651" y="325602"/>
                  </a:lnTo>
                  <a:lnTo>
                    <a:pt x="300682" y="330089"/>
                  </a:lnTo>
                  <a:lnTo>
                    <a:pt x="299838" y="336256"/>
                  </a:lnTo>
                  <a:lnTo>
                    <a:pt x="299270" y="340408"/>
                  </a:lnTo>
                  <a:lnTo>
                    <a:pt x="298779" y="343250"/>
                  </a:lnTo>
                  <a:lnTo>
                    <a:pt x="298171" y="343380"/>
                  </a:lnTo>
                  <a:lnTo>
                    <a:pt x="297435" y="342468"/>
                  </a:lnTo>
                  <a:lnTo>
                    <a:pt x="295647" y="341258"/>
                  </a:lnTo>
                  <a:lnTo>
                    <a:pt x="294500" y="340282"/>
                  </a:lnTo>
                  <a:lnTo>
                    <a:pt x="293666" y="339407"/>
                  </a:lnTo>
                  <a:lnTo>
                    <a:pt x="293090" y="339441"/>
                  </a:lnTo>
                  <a:lnTo>
                    <a:pt x="292293" y="340011"/>
                  </a:lnTo>
                  <a:lnTo>
                    <a:pt x="291484" y="340402"/>
                  </a:lnTo>
                  <a:lnTo>
                    <a:pt x="291005" y="339972"/>
                  </a:lnTo>
                  <a:lnTo>
                    <a:pt x="289894" y="337410"/>
                  </a:lnTo>
                  <a:lnTo>
                    <a:pt x="289557" y="337703"/>
                  </a:lnTo>
                  <a:lnTo>
                    <a:pt x="289339" y="338954"/>
                  </a:lnTo>
                  <a:lnTo>
                    <a:pt x="290089" y="346273"/>
                  </a:lnTo>
                  <a:lnTo>
                    <a:pt x="290577" y="348994"/>
                  </a:lnTo>
                  <a:lnTo>
                    <a:pt x="290498" y="353546"/>
                  </a:lnTo>
                  <a:lnTo>
                    <a:pt x="290305" y="359127"/>
                  </a:lnTo>
                  <a:lnTo>
                    <a:pt x="290014" y="365233"/>
                  </a:lnTo>
                  <a:lnTo>
                    <a:pt x="289823" y="366639"/>
                  </a:lnTo>
                  <a:lnTo>
                    <a:pt x="289346" y="368252"/>
                  </a:lnTo>
                  <a:lnTo>
                    <a:pt x="288719" y="368692"/>
                  </a:lnTo>
                  <a:lnTo>
                    <a:pt x="288148" y="368055"/>
                  </a:lnTo>
                  <a:lnTo>
                    <a:pt x="287691" y="368203"/>
                  </a:lnTo>
                  <a:lnTo>
                    <a:pt x="287539" y="369228"/>
                  </a:lnTo>
                  <a:lnTo>
                    <a:pt x="287672" y="371869"/>
                  </a:lnTo>
                  <a:lnTo>
                    <a:pt x="287117" y="374890"/>
                  </a:lnTo>
                  <a:lnTo>
                    <a:pt x="286708" y="377476"/>
                  </a:lnTo>
                  <a:lnTo>
                    <a:pt x="286817" y="379986"/>
                  </a:lnTo>
                  <a:lnTo>
                    <a:pt x="287011" y="382531"/>
                  </a:lnTo>
                  <a:lnTo>
                    <a:pt x="287666" y="388054"/>
                  </a:lnTo>
                  <a:lnTo>
                    <a:pt x="287671" y="390073"/>
                  </a:lnTo>
                  <a:lnTo>
                    <a:pt x="287541" y="391884"/>
                  </a:lnTo>
                  <a:lnTo>
                    <a:pt x="287200" y="392635"/>
                  </a:lnTo>
                  <a:lnTo>
                    <a:pt x="286614" y="392510"/>
                  </a:lnTo>
                  <a:lnTo>
                    <a:pt x="286296" y="393262"/>
                  </a:lnTo>
                  <a:lnTo>
                    <a:pt x="286055" y="394393"/>
                  </a:lnTo>
                  <a:lnTo>
                    <a:pt x="285394" y="398587"/>
                  </a:lnTo>
                  <a:lnTo>
                    <a:pt x="284760" y="399026"/>
                  </a:lnTo>
                  <a:lnTo>
                    <a:pt x="284125" y="398398"/>
                  </a:lnTo>
                  <a:lnTo>
                    <a:pt x="283171" y="395602"/>
                  </a:lnTo>
                  <a:lnTo>
                    <a:pt x="282591" y="394785"/>
                  </a:lnTo>
                  <a:lnTo>
                    <a:pt x="282222" y="394828"/>
                  </a:lnTo>
                  <a:lnTo>
                    <a:pt x="282058" y="395566"/>
                  </a:lnTo>
                  <a:lnTo>
                    <a:pt x="281804" y="397241"/>
                  </a:lnTo>
                  <a:lnTo>
                    <a:pt x="281548" y="398363"/>
                  </a:lnTo>
                  <a:lnTo>
                    <a:pt x="280910" y="399346"/>
                  </a:lnTo>
                  <a:lnTo>
                    <a:pt x="280752" y="397278"/>
                  </a:lnTo>
                  <a:lnTo>
                    <a:pt x="280414" y="386574"/>
                  </a:lnTo>
                  <a:lnTo>
                    <a:pt x="280158" y="383165"/>
                  </a:lnTo>
                  <a:lnTo>
                    <a:pt x="279949" y="378445"/>
                  </a:lnTo>
                  <a:lnTo>
                    <a:pt x="279639" y="376997"/>
                  </a:lnTo>
                  <a:lnTo>
                    <a:pt x="279248" y="374414"/>
                  </a:lnTo>
                  <a:lnTo>
                    <a:pt x="278818" y="372192"/>
                  </a:lnTo>
                  <a:lnTo>
                    <a:pt x="278455" y="371247"/>
                  </a:lnTo>
                  <a:lnTo>
                    <a:pt x="278220" y="367086"/>
                  </a:lnTo>
                  <a:lnTo>
                    <a:pt x="278135" y="361987"/>
                  </a:lnTo>
                  <a:lnTo>
                    <a:pt x="278139" y="359580"/>
                  </a:lnTo>
                  <a:lnTo>
                    <a:pt x="277624" y="354597"/>
                  </a:lnTo>
                  <a:lnTo>
                    <a:pt x="277126" y="348950"/>
                  </a:lnTo>
                  <a:lnTo>
                    <a:pt x="276447" y="349188"/>
                  </a:lnTo>
                  <a:lnTo>
                    <a:pt x="276047" y="347818"/>
                  </a:lnTo>
                  <a:lnTo>
                    <a:pt x="275756" y="347844"/>
                  </a:lnTo>
                  <a:lnTo>
                    <a:pt x="274801" y="349121"/>
                  </a:lnTo>
                  <a:lnTo>
                    <a:pt x="274046" y="348701"/>
                  </a:lnTo>
                  <a:lnTo>
                    <a:pt x="273484" y="348879"/>
                  </a:lnTo>
                  <a:lnTo>
                    <a:pt x="273482" y="351472"/>
                  </a:lnTo>
                  <a:lnTo>
                    <a:pt x="273579" y="354236"/>
                  </a:lnTo>
                  <a:lnTo>
                    <a:pt x="273363" y="355230"/>
                  </a:lnTo>
                  <a:lnTo>
                    <a:pt x="271877" y="358481"/>
                  </a:lnTo>
                  <a:lnTo>
                    <a:pt x="271465" y="360660"/>
                  </a:lnTo>
                  <a:lnTo>
                    <a:pt x="271508" y="362949"/>
                  </a:lnTo>
                  <a:lnTo>
                    <a:pt x="271691" y="366014"/>
                  </a:lnTo>
                  <a:lnTo>
                    <a:pt x="271428" y="367568"/>
                  </a:lnTo>
                  <a:lnTo>
                    <a:pt x="270783" y="369006"/>
                  </a:lnTo>
                  <a:lnTo>
                    <a:pt x="269915" y="369749"/>
                  </a:lnTo>
                  <a:lnTo>
                    <a:pt x="269156" y="369399"/>
                  </a:lnTo>
                  <a:lnTo>
                    <a:pt x="268669" y="368154"/>
                  </a:lnTo>
                  <a:lnTo>
                    <a:pt x="268210" y="364975"/>
                  </a:lnTo>
                  <a:lnTo>
                    <a:pt x="267806" y="363242"/>
                  </a:lnTo>
                  <a:lnTo>
                    <a:pt x="267382" y="362830"/>
                  </a:lnTo>
                  <a:lnTo>
                    <a:pt x="267051" y="363298"/>
                  </a:lnTo>
                  <a:lnTo>
                    <a:pt x="267007" y="365294"/>
                  </a:lnTo>
                  <a:lnTo>
                    <a:pt x="267028" y="366946"/>
                  </a:lnTo>
                  <a:lnTo>
                    <a:pt x="266921" y="367129"/>
                  </a:lnTo>
                  <a:lnTo>
                    <a:pt x="266685" y="366874"/>
                  </a:lnTo>
                  <a:lnTo>
                    <a:pt x="266413" y="366064"/>
                  </a:lnTo>
                  <a:lnTo>
                    <a:pt x="265706" y="358109"/>
                  </a:lnTo>
                  <a:lnTo>
                    <a:pt x="264691" y="351979"/>
                  </a:lnTo>
                  <a:lnTo>
                    <a:pt x="264632" y="349628"/>
                  </a:lnTo>
                  <a:lnTo>
                    <a:pt x="265001" y="346606"/>
                  </a:lnTo>
                  <a:lnTo>
                    <a:pt x="265456" y="341950"/>
                  </a:lnTo>
                  <a:lnTo>
                    <a:pt x="266657" y="339045"/>
                  </a:lnTo>
                  <a:lnTo>
                    <a:pt x="266816" y="337812"/>
                  </a:lnTo>
                  <a:lnTo>
                    <a:pt x="267010" y="336837"/>
                  </a:lnTo>
                  <a:lnTo>
                    <a:pt x="267305" y="336642"/>
                  </a:lnTo>
                  <a:lnTo>
                    <a:pt x="268843" y="336918"/>
                  </a:lnTo>
                  <a:lnTo>
                    <a:pt x="269361" y="336450"/>
                  </a:lnTo>
                  <a:lnTo>
                    <a:pt x="269819" y="335084"/>
                  </a:lnTo>
                  <a:lnTo>
                    <a:pt x="270482" y="333983"/>
                  </a:lnTo>
                  <a:lnTo>
                    <a:pt x="271147" y="333540"/>
                  </a:lnTo>
                  <a:lnTo>
                    <a:pt x="271675" y="333376"/>
                  </a:lnTo>
                  <a:lnTo>
                    <a:pt x="272524" y="334420"/>
                  </a:lnTo>
                  <a:lnTo>
                    <a:pt x="272878" y="333829"/>
                  </a:lnTo>
                  <a:lnTo>
                    <a:pt x="273132" y="331897"/>
                  </a:lnTo>
                  <a:lnTo>
                    <a:pt x="273500" y="329981"/>
                  </a:lnTo>
                  <a:lnTo>
                    <a:pt x="273737" y="329059"/>
                  </a:lnTo>
                  <a:lnTo>
                    <a:pt x="274306" y="328640"/>
                  </a:lnTo>
                  <a:lnTo>
                    <a:pt x="275032" y="328538"/>
                  </a:lnTo>
                  <a:lnTo>
                    <a:pt x="275273" y="328189"/>
                  </a:lnTo>
                  <a:lnTo>
                    <a:pt x="275467" y="327542"/>
                  </a:lnTo>
                  <a:lnTo>
                    <a:pt x="275646" y="325004"/>
                  </a:lnTo>
                  <a:lnTo>
                    <a:pt x="276573" y="319337"/>
                  </a:lnTo>
                  <a:lnTo>
                    <a:pt x="276902" y="316818"/>
                  </a:lnTo>
                  <a:lnTo>
                    <a:pt x="276947" y="316368"/>
                  </a:lnTo>
                  <a:lnTo>
                    <a:pt x="276921" y="313557"/>
                  </a:lnTo>
                  <a:lnTo>
                    <a:pt x="277185" y="313152"/>
                  </a:lnTo>
                  <a:lnTo>
                    <a:pt x="278724" y="314519"/>
                  </a:lnTo>
                  <a:lnTo>
                    <a:pt x="279394" y="314501"/>
                  </a:lnTo>
                  <a:lnTo>
                    <a:pt x="279760" y="313937"/>
                  </a:lnTo>
                  <a:lnTo>
                    <a:pt x="279880" y="312908"/>
                  </a:lnTo>
                  <a:lnTo>
                    <a:pt x="279684" y="311702"/>
                  </a:lnTo>
                  <a:lnTo>
                    <a:pt x="278591" y="309604"/>
                  </a:lnTo>
                  <a:lnTo>
                    <a:pt x="276649" y="306773"/>
                  </a:lnTo>
                  <a:lnTo>
                    <a:pt x="274866" y="305043"/>
                  </a:lnTo>
                  <a:lnTo>
                    <a:pt x="271572" y="305304"/>
                  </a:lnTo>
                  <a:lnTo>
                    <a:pt x="268306" y="305851"/>
                  </a:lnTo>
                  <a:lnTo>
                    <a:pt x="267351" y="305571"/>
                  </a:lnTo>
                  <a:lnTo>
                    <a:pt x="266159" y="304792"/>
                  </a:lnTo>
                  <a:lnTo>
                    <a:pt x="263226" y="304907"/>
                  </a:lnTo>
                  <a:lnTo>
                    <a:pt x="259681" y="305339"/>
                  </a:lnTo>
                  <a:lnTo>
                    <a:pt x="258333" y="305095"/>
                  </a:lnTo>
                  <a:lnTo>
                    <a:pt x="257668" y="305128"/>
                  </a:lnTo>
                  <a:lnTo>
                    <a:pt x="256334" y="305391"/>
                  </a:lnTo>
                  <a:lnTo>
                    <a:pt x="254159" y="304586"/>
                  </a:lnTo>
                  <a:lnTo>
                    <a:pt x="252654" y="303551"/>
                  </a:lnTo>
                  <a:lnTo>
                    <a:pt x="251321" y="302417"/>
                  </a:lnTo>
                  <a:lnTo>
                    <a:pt x="249739" y="301388"/>
                  </a:lnTo>
                  <a:lnTo>
                    <a:pt x="249359" y="301400"/>
                  </a:lnTo>
                  <a:lnTo>
                    <a:pt x="249138" y="301028"/>
                  </a:lnTo>
                  <a:lnTo>
                    <a:pt x="248986" y="300119"/>
                  </a:lnTo>
                  <a:lnTo>
                    <a:pt x="248933" y="298946"/>
                  </a:lnTo>
                  <a:lnTo>
                    <a:pt x="249263" y="293499"/>
                  </a:lnTo>
                  <a:lnTo>
                    <a:pt x="248972" y="285242"/>
                  </a:lnTo>
                  <a:lnTo>
                    <a:pt x="249240" y="282233"/>
                  </a:lnTo>
                  <a:lnTo>
                    <a:pt x="247939" y="275442"/>
                  </a:lnTo>
                  <a:lnTo>
                    <a:pt x="247490" y="274184"/>
                  </a:lnTo>
                  <a:lnTo>
                    <a:pt x="246893" y="274129"/>
                  </a:lnTo>
                  <a:lnTo>
                    <a:pt x="246510" y="275005"/>
                  </a:lnTo>
                  <a:lnTo>
                    <a:pt x="246361" y="276592"/>
                  </a:lnTo>
                  <a:lnTo>
                    <a:pt x="246575" y="278362"/>
                  </a:lnTo>
                  <a:lnTo>
                    <a:pt x="246098" y="280346"/>
                  </a:lnTo>
                  <a:lnTo>
                    <a:pt x="245143" y="280988"/>
                  </a:lnTo>
                  <a:lnTo>
                    <a:pt x="244024" y="280322"/>
                  </a:lnTo>
                  <a:lnTo>
                    <a:pt x="243098" y="279391"/>
                  </a:lnTo>
                  <a:lnTo>
                    <a:pt x="241915" y="277371"/>
                  </a:lnTo>
                  <a:lnTo>
                    <a:pt x="241016" y="274526"/>
                  </a:lnTo>
                  <a:lnTo>
                    <a:pt x="240943" y="271391"/>
                  </a:lnTo>
                  <a:lnTo>
                    <a:pt x="240538" y="269365"/>
                  </a:lnTo>
                  <a:lnTo>
                    <a:pt x="239984" y="268379"/>
                  </a:lnTo>
                  <a:lnTo>
                    <a:pt x="239578" y="268105"/>
                  </a:lnTo>
                  <a:lnTo>
                    <a:pt x="239217" y="268324"/>
                  </a:lnTo>
                  <a:lnTo>
                    <a:pt x="238896" y="269418"/>
                  </a:lnTo>
                  <a:lnTo>
                    <a:pt x="239174" y="270515"/>
                  </a:lnTo>
                  <a:lnTo>
                    <a:pt x="239557" y="272047"/>
                  </a:lnTo>
                  <a:lnTo>
                    <a:pt x="239429" y="273089"/>
                  </a:lnTo>
                  <a:lnTo>
                    <a:pt x="239087" y="273252"/>
                  </a:lnTo>
                  <a:lnTo>
                    <a:pt x="238578" y="272804"/>
                  </a:lnTo>
                  <a:lnTo>
                    <a:pt x="237791" y="273050"/>
                  </a:lnTo>
                  <a:lnTo>
                    <a:pt x="237030" y="272246"/>
                  </a:lnTo>
                  <a:lnTo>
                    <a:pt x="236572" y="272174"/>
                  </a:lnTo>
                  <a:lnTo>
                    <a:pt x="236119" y="271882"/>
                  </a:lnTo>
                  <a:lnTo>
                    <a:pt x="236095" y="270072"/>
                  </a:lnTo>
                  <a:lnTo>
                    <a:pt x="235398" y="267776"/>
                  </a:lnTo>
                  <a:lnTo>
                    <a:pt x="234226" y="265202"/>
                  </a:lnTo>
                  <a:lnTo>
                    <a:pt x="233074" y="263614"/>
                  </a:lnTo>
                  <a:lnTo>
                    <a:pt x="232519" y="263833"/>
                  </a:lnTo>
                  <a:lnTo>
                    <a:pt x="232242" y="265586"/>
                  </a:lnTo>
                  <a:lnTo>
                    <a:pt x="232306" y="266242"/>
                  </a:lnTo>
                  <a:lnTo>
                    <a:pt x="232706" y="266569"/>
                  </a:lnTo>
                  <a:lnTo>
                    <a:pt x="233287" y="267586"/>
                  </a:lnTo>
                  <a:lnTo>
                    <a:pt x="233415" y="268652"/>
                  </a:lnTo>
                  <a:lnTo>
                    <a:pt x="233330" y="269584"/>
                  </a:lnTo>
                  <a:lnTo>
                    <a:pt x="232612" y="271282"/>
                  </a:lnTo>
                  <a:lnTo>
                    <a:pt x="232105" y="272892"/>
                  </a:lnTo>
                  <a:lnTo>
                    <a:pt x="230968" y="275240"/>
                  </a:lnTo>
                  <a:lnTo>
                    <a:pt x="229997" y="277926"/>
                  </a:lnTo>
                  <a:lnTo>
                    <a:pt x="229746" y="279964"/>
                  </a:lnTo>
                  <a:lnTo>
                    <a:pt x="229382" y="281792"/>
                  </a:lnTo>
                  <a:lnTo>
                    <a:pt x="229235" y="283805"/>
                  </a:lnTo>
                  <a:lnTo>
                    <a:pt x="229489" y="285197"/>
                  </a:lnTo>
                  <a:lnTo>
                    <a:pt x="229958" y="286074"/>
                  </a:lnTo>
                  <a:lnTo>
                    <a:pt x="231172" y="286713"/>
                  </a:lnTo>
                  <a:lnTo>
                    <a:pt x="232440" y="289420"/>
                  </a:lnTo>
                  <a:lnTo>
                    <a:pt x="233467" y="293078"/>
                  </a:lnTo>
                  <a:lnTo>
                    <a:pt x="234044" y="294183"/>
                  </a:lnTo>
                  <a:lnTo>
                    <a:pt x="235091" y="295415"/>
                  </a:lnTo>
                  <a:lnTo>
                    <a:pt x="237113" y="295558"/>
                  </a:lnTo>
                  <a:lnTo>
                    <a:pt x="237415" y="296569"/>
                  </a:lnTo>
                  <a:lnTo>
                    <a:pt x="237702" y="299250"/>
                  </a:lnTo>
                  <a:lnTo>
                    <a:pt x="238098" y="300195"/>
                  </a:lnTo>
                  <a:lnTo>
                    <a:pt x="239127" y="301459"/>
                  </a:lnTo>
                  <a:lnTo>
                    <a:pt x="239213" y="302390"/>
                  </a:lnTo>
                  <a:lnTo>
                    <a:pt x="238962" y="303462"/>
                  </a:lnTo>
                  <a:lnTo>
                    <a:pt x="238505" y="304307"/>
                  </a:lnTo>
                  <a:lnTo>
                    <a:pt x="237667" y="304844"/>
                  </a:lnTo>
                  <a:lnTo>
                    <a:pt x="236864" y="305059"/>
                  </a:lnTo>
                  <a:lnTo>
                    <a:pt x="236059" y="304718"/>
                  </a:lnTo>
                  <a:lnTo>
                    <a:pt x="234865" y="304499"/>
                  </a:lnTo>
                  <a:lnTo>
                    <a:pt x="233512" y="304483"/>
                  </a:lnTo>
                  <a:lnTo>
                    <a:pt x="232553" y="311188"/>
                  </a:lnTo>
                  <a:lnTo>
                    <a:pt x="231868" y="313543"/>
                  </a:lnTo>
                  <a:lnTo>
                    <a:pt x="231478" y="313540"/>
                  </a:lnTo>
                  <a:lnTo>
                    <a:pt x="230435" y="312397"/>
                  </a:lnTo>
                  <a:lnTo>
                    <a:pt x="229985" y="312573"/>
                  </a:lnTo>
                  <a:lnTo>
                    <a:pt x="228781" y="318530"/>
                  </a:lnTo>
                  <a:lnTo>
                    <a:pt x="228610" y="319966"/>
                  </a:lnTo>
                  <a:lnTo>
                    <a:pt x="228531" y="321048"/>
                  </a:lnTo>
                  <a:lnTo>
                    <a:pt x="229172" y="323351"/>
                  </a:lnTo>
                  <a:lnTo>
                    <a:pt x="229936" y="325245"/>
                  </a:lnTo>
                  <a:lnTo>
                    <a:pt x="230851" y="325988"/>
                  </a:lnTo>
                  <a:lnTo>
                    <a:pt x="231566" y="325424"/>
                  </a:lnTo>
                  <a:lnTo>
                    <a:pt x="232145" y="326189"/>
                  </a:lnTo>
                  <a:lnTo>
                    <a:pt x="232830" y="328098"/>
                  </a:lnTo>
                  <a:lnTo>
                    <a:pt x="233999" y="329357"/>
                  </a:lnTo>
                  <a:lnTo>
                    <a:pt x="235653" y="329968"/>
                  </a:lnTo>
                  <a:lnTo>
                    <a:pt x="236588" y="331477"/>
                  </a:lnTo>
                  <a:lnTo>
                    <a:pt x="236704" y="332777"/>
                  </a:lnTo>
                  <a:lnTo>
                    <a:pt x="236623" y="334097"/>
                  </a:lnTo>
                  <a:lnTo>
                    <a:pt x="236476" y="337543"/>
                  </a:lnTo>
                  <a:lnTo>
                    <a:pt x="236315" y="339525"/>
                  </a:lnTo>
                  <a:lnTo>
                    <a:pt x="235426" y="344731"/>
                  </a:lnTo>
                  <a:lnTo>
                    <a:pt x="234791" y="349221"/>
                  </a:lnTo>
                  <a:lnTo>
                    <a:pt x="235120" y="351355"/>
                  </a:lnTo>
                  <a:lnTo>
                    <a:pt x="235355" y="352225"/>
                  </a:lnTo>
                  <a:lnTo>
                    <a:pt x="235578" y="352897"/>
                  </a:lnTo>
                  <a:lnTo>
                    <a:pt x="236290" y="354581"/>
                  </a:lnTo>
                  <a:lnTo>
                    <a:pt x="236787" y="356247"/>
                  </a:lnTo>
                  <a:lnTo>
                    <a:pt x="236363" y="360496"/>
                  </a:lnTo>
                  <a:lnTo>
                    <a:pt x="236598" y="361615"/>
                  </a:lnTo>
                  <a:lnTo>
                    <a:pt x="237556" y="362362"/>
                  </a:lnTo>
                  <a:lnTo>
                    <a:pt x="238585" y="362932"/>
                  </a:lnTo>
                  <a:lnTo>
                    <a:pt x="238942" y="363635"/>
                  </a:lnTo>
                  <a:lnTo>
                    <a:pt x="238050" y="367952"/>
                  </a:lnTo>
                  <a:lnTo>
                    <a:pt x="238239" y="370955"/>
                  </a:lnTo>
                  <a:lnTo>
                    <a:pt x="238615" y="373773"/>
                  </a:lnTo>
                  <a:lnTo>
                    <a:pt x="238888" y="378382"/>
                  </a:lnTo>
                  <a:lnTo>
                    <a:pt x="238929" y="378866"/>
                  </a:lnTo>
                  <a:lnTo>
                    <a:pt x="238857" y="380022"/>
                  </a:lnTo>
                  <a:lnTo>
                    <a:pt x="239441" y="383600"/>
                  </a:lnTo>
                  <a:lnTo>
                    <a:pt x="240345" y="390584"/>
                  </a:lnTo>
                  <a:lnTo>
                    <a:pt x="240412" y="393195"/>
                  </a:lnTo>
                  <a:lnTo>
                    <a:pt x="240362" y="395945"/>
                  </a:lnTo>
                  <a:lnTo>
                    <a:pt x="240091" y="400554"/>
                  </a:lnTo>
                  <a:lnTo>
                    <a:pt x="239186" y="400532"/>
                  </a:lnTo>
                  <a:lnTo>
                    <a:pt x="239995" y="403614"/>
                  </a:lnTo>
                  <a:lnTo>
                    <a:pt x="240253" y="405829"/>
                  </a:lnTo>
                  <a:lnTo>
                    <a:pt x="240364" y="408919"/>
                  </a:lnTo>
                  <a:lnTo>
                    <a:pt x="239391" y="409296"/>
                  </a:lnTo>
                  <a:lnTo>
                    <a:pt x="238704" y="408949"/>
                  </a:lnTo>
                  <a:lnTo>
                    <a:pt x="238130" y="406243"/>
                  </a:lnTo>
                  <a:lnTo>
                    <a:pt x="237863" y="408704"/>
                  </a:lnTo>
                  <a:lnTo>
                    <a:pt x="236835" y="410979"/>
                  </a:lnTo>
                  <a:lnTo>
                    <a:pt x="236467" y="409868"/>
                  </a:lnTo>
                  <a:lnTo>
                    <a:pt x="236256" y="408674"/>
                  </a:lnTo>
                  <a:lnTo>
                    <a:pt x="236216" y="406573"/>
                  </a:lnTo>
                  <a:lnTo>
                    <a:pt x="236780" y="398538"/>
                  </a:lnTo>
                  <a:lnTo>
                    <a:pt x="236665" y="397632"/>
                  </a:lnTo>
                  <a:lnTo>
                    <a:pt x="236413" y="397039"/>
                  </a:lnTo>
                  <a:lnTo>
                    <a:pt x="235852" y="396720"/>
                  </a:lnTo>
                  <a:lnTo>
                    <a:pt x="235645" y="395094"/>
                  </a:lnTo>
                  <a:lnTo>
                    <a:pt x="234784" y="403659"/>
                  </a:lnTo>
                  <a:lnTo>
                    <a:pt x="235164" y="407156"/>
                  </a:lnTo>
                  <a:lnTo>
                    <a:pt x="234990" y="408753"/>
                  </a:lnTo>
                  <a:lnTo>
                    <a:pt x="233394" y="410096"/>
                  </a:lnTo>
                  <a:lnTo>
                    <a:pt x="231777" y="406873"/>
                  </a:lnTo>
                  <a:lnTo>
                    <a:pt x="231570" y="405843"/>
                  </a:lnTo>
                  <a:lnTo>
                    <a:pt x="231474" y="407655"/>
                  </a:lnTo>
                  <a:lnTo>
                    <a:pt x="231181" y="409858"/>
                  </a:lnTo>
                  <a:lnTo>
                    <a:pt x="229666" y="409460"/>
                  </a:lnTo>
                  <a:lnTo>
                    <a:pt x="228915" y="407736"/>
                  </a:lnTo>
                  <a:lnTo>
                    <a:pt x="229405" y="404798"/>
                  </a:lnTo>
                  <a:lnTo>
                    <a:pt x="230345" y="397726"/>
                  </a:lnTo>
                  <a:lnTo>
                    <a:pt x="230520" y="394575"/>
                  </a:lnTo>
                  <a:lnTo>
                    <a:pt x="229264" y="392265"/>
                  </a:lnTo>
                  <a:lnTo>
                    <a:pt x="228197" y="390848"/>
                  </a:lnTo>
                  <a:lnTo>
                    <a:pt x="227587" y="387637"/>
                  </a:lnTo>
                  <a:lnTo>
                    <a:pt x="227820" y="391162"/>
                  </a:lnTo>
                  <a:lnTo>
                    <a:pt x="228385" y="392415"/>
                  </a:lnTo>
                  <a:lnTo>
                    <a:pt x="229217" y="393299"/>
                  </a:lnTo>
                  <a:lnTo>
                    <a:pt x="230094" y="395101"/>
                  </a:lnTo>
                  <a:lnTo>
                    <a:pt x="229459" y="397299"/>
                  </a:lnTo>
                  <a:lnTo>
                    <a:pt x="228846" y="398666"/>
                  </a:lnTo>
                  <a:lnTo>
                    <a:pt x="227668" y="403856"/>
                  </a:lnTo>
                  <a:lnTo>
                    <a:pt x="226233" y="406755"/>
                  </a:lnTo>
                  <a:lnTo>
                    <a:pt x="224558" y="408936"/>
                  </a:lnTo>
                  <a:lnTo>
                    <a:pt x="219063" y="412147"/>
                  </a:lnTo>
                  <a:lnTo>
                    <a:pt x="217912" y="413450"/>
                  </a:lnTo>
                  <a:lnTo>
                    <a:pt x="216225" y="417452"/>
                  </a:lnTo>
                  <a:lnTo>
                    <a:pt x="215137" y="421252"/>
                  </a:lnTo>
                  <a:lnTo>
                    <a:pt x="214938" y="425105"/>
                  </a:lnTo>
                  <a:lnTo>
                    <a:pt x="215554" y="429264"/>
                  </a:lnTo>
                  <a:lnTo>
                    <a:pt x="216055" y="435780"/>
                  </a:lnTo>
                  <a:lnTo>
                    <a:pt x="216471" y="437108"/>
                  </a:lnTo>
                  <a:lnTo>
                    <a:pt x="215885" y="439482"/>
                  </a:lnTo>
                  <a:lnTo>
                    <a:pt x="214865" y="442007"/>
                  </a:lnTo>
                  <a:lnTo>
                    <a:pt x="214020" y="445411"/>
                  </a:lnTo>
                  <a:lnTo>
                    <a:pt x="214098" y="447279"/>
                  </a:lnTo>
                  <a:lnTo>
                    <a:pt x="213881" y="448540"/>
                  </a:lnTo>
                  <a:lnTo>
                    <a:pt x="210985" y="452725"/>
                  </a:lnTo>
                  <a:lnTo>
                    <a:pt x="210376" y="455169"/>
                  </a:lnTo>
                  <a:lnTo>
                    <a:pt x="209579" y="457597"/>
                  </a:lnTo>
                  <a:lnTo>
                    <a:pt x="208625" y="456208"/>
                  </a:lnTo>
                  <a:lnTo>
                    <a:pt x="208067" y="456229"/>
                  </a:lnTo>
                  <a:lnTo>
                    <a:pt x="208835" y="458157"/>
                  </a:lnTo>
                  <a:lnTo>
                    <a:pt x="208732" y="459431"/>
                  </a:lnTo>
                  <a:lnTo>
                    <a:pt x="208462" y="460177"/>
                  </a:lnTo>
                  <a:lnTo>
                    <a:pt x="207734" y="460875"/>
                  </a:lnTo>
                  <a:lnTo>
                    <a:pt x="203553" y="463950"/>
                  </a:lnTo>
                  <a:lnTo>
                    <a:pt x="200354" y="466870"/>
                  </a:lnTo>
                  <a:lnTo>
                    <a:pt x="199455" y="466752"/>
                  </a:lnTo>
                  <a:lnTo>
                    <a:pt x="199619" y="465866"/>
                  </a:lnTo>
                  <a:lnTo>
                    <a:pt x="200179" y="465081"/>
                  </a:lnTo>
                  <a:lnTo>
                    <a:pt x="200125" y="461729"/>
                  </a:lnTo>
                  <a:lnTo>
                    <a:pt x="199538" y="461115"/>
                  </a:lnTo>
                  <a:lnTo>
                    <a:pt x="199031" y="460872"/>
                  </a:lnTo>
                  <a:lnTo>
                    <a:pt x="196599" y="464957"/>
                  </a:lnTo>
                  <a:lnTo>
                    <a:pt x="195611" y="468998"/>
                  </a:lnTo>
                  <a:lnTo>
                    <a:pt x="195818" y="469767"/>
                  </a:lnTo>
                  <a:lnTo>
                    <a:pt x="196367" y="469577"/>
                  </a:lnTo>
                  <a:lnTo>
                    <a:pt x="198006" y="467284"/>
                  </a:lnTo>
                  <a:lnTo>
                    <a:pt x="198765" y="467935"/>
                  </a:lnTo>
                  <a:lnTo>
                    <a:pt x="198819" y="468831"/>
                  </a:lnTo>
                  <a:lnTo>
                    <a:pt x="196333" y="472324"/>
                  </a:lnTo>
                  <a:lnTo>
                    <a:pt x="191102" y="483640"/>
                  </a:lnTo>
                  <a:lnTo>
                    <a:pt x="190858" y="485865"/>
                  </a:lnTo>
                  <a:lnTo>
                    <a:pt x="190179" y="488388"/>
                  </a:lnTo>
                  <a:lnTo>
                    <a:pt x="189242" y="490763"/>
                  </a:lnTo>
                  <a:lnTo>
                    <a:pt x="187555" y="496513"/>
                  </a:lnTo>
                  <a:lnTo>
                    <a:pt x="184321" y="505057"/>
                  </a:lnTo>
                  <a:lnTo>
                    <a:pt x="183427" y="508246"/>
                  </a:lnTo>
                  <a:lnTo>
                    <a:pt x="178251" y="514830"/>
                  </a:lnTo>
                  <a:lnTo>
                    <a:pt x="177307" y="516787"/>
                  </a:lnTo>
                  <a:lnTo>
                    <a:pt x="175186" y="523198"/>
                  </a:lnTo>
                  <a:lnTo>
                    <a:pt x="173004" y="528448"/>
                  </a:lnTo>
                  <a:lnTo>
                    <a:pt x="170455" y="532797"/>
                  </a:lnTo>
                  <a:lnTo>
                    <a:pt x="166039" y="538349"/>
                  </a:lnTo>
                  <a:lnTo>
                    <a:pt x="163351" y="543601"/>
                  </a:lnTo>
                  <a:lnTo>
                    <a:pt x="162510" y="547091"/>
                  </a:lnTo>
                  <a:lnTo>
                    <a:pt x="162458" y="548332"/>
                  </a:lnTo>
                  <a:lnTo>
                    <a:pt x="162749" y="550032"/>
                  </a:lnTo>
                  <a:lnTo>
                    <a:pt x="163241" y="551609"/>
                  </a:lnTo>
                  <a:lnTo>
                    <a:pt x="163353" y="552861"/>
                  </a:lnTo>
                  <a:lnTo>
                    <a:pt x="163111" y="555115"/>
                  </a:lnTo>
                  <a:lnTo>
                    <a:pt x="162978" y="556361"/>
                  </a:lnTo>
                  <a:lnTo>
                    <a:pt x="162191" y="559449"/>
                  </a:lnTo>
                  <a:lnTo>
                    <a:pt x="160842" y="561651"/>
                  </a:lnTo>
                  <a:lnTo>
                    <a:pt x="156473" y="566256"/>
                  </a:lnTo>
                  <a:lnTo>
                    <a:pt x="155895" y="566109"/>
                  </a:lnTo>
                  <a:lnTo>
                    <a:pt x="152330" y="565200"/>
                  </a:lnTo>
                  <a:lnTo>
                    <a:pt x="150998" y="566033"/>
                  </a:lnTo>
                  <a:lnTo>
                    <a:pt x="150451" y="568193"/>
                  </a:lnTo>
                  <a:lnTo>
                    <a:pt x="149226" y="577122"/>
                  </a:lnTo>
                  <a:lnTo>
                    <a:pt x="148051" y="579496"/>
                  </a:lnTo>
                  <a:lnTo>
                    <a:pt x="147630" y="581644"/>
                  </a:lnTo>
                  <a:lnTo>
                    <a:pt x="147460" y="583133"/>
                  </a:lnTo>
                  <a:lnTo>
                    <a:pt x="146759" y="583094"/>
                  </a:lnTo>
                  <a:lnTo>
                    <a:pt x="146149" y="582427"/>
                  </a:lnTo>
                  <a:lnTo>
                    <a:pt x="145702" y="582909"/>
                  </a:lnTo>
                  <a:lnTo>
                    <a:pt x="145194" y="579913"/>
                  </a:lnTo>
                  <a:lnTo>
                    <a:pt x="144342" y="579299"/>
                  </a:lnTo>
                  <a:lnTo>
                    <a:pt x="143638" y="579094"/>
                  </a:lnTo>
                  <a:lnTo>
                    <a:pt x="140626" y="582116"/>
                  </a:lnTo>
                  <a:lnTo>
                    <a:pt x="139574" y="584540"/>
                  </a:lnTo>
                  <a:lnTo>
                    <a:pt x="137360" y="595978"/>
                  </a:lnTo>
                  <a:lnTo>
                    <a:pt x="136812" y="603354"/>
                  </a:lnTo>
                  <a:lnTo>
                    <a:pt x="137332" y="611503"/>
                  </a:lnTo>
                  <a:lnTo>
                    <a:pt x="138101" y="618016"/>
                  </a:lnTo>
                  <a:lnTo>
                    <a:pt x="138254" y="620957"/>
                  </a:lnTo>
                  <a:lnTo>
                    <a:pt x="138155" y="624766"/>
                  </a:lnTo>
                  <a:lnTo>
                    <a:pt x="137765" y="626623"/>
                  </a:lnTo>
                  <a:lnTo>
                    <a:pt x="137483" y="628820"/>
                  </a:lnTo>
                  <a:lnTo>
                    <a:pt x="137850" y="633349"/>
                  </a:lnTo>
                  <a:lnTo>
                    <a:pt x="138780" y="639280"/>
                  </a:lnTo>
                  <a:lnTo>
                    <a:pt x="139007" y="641784"/>
                  </a:lnTo>
                  <a:lnTo>
                    <a:pt x="139026" y="644374"/>
                  </a:lnTo>
                  <a:lnTo>
                    <a:pt x="139725" y="650307"/>
                  </a:lnTo>
                  <a:lnTo>
                    <a:pt x="139254" y="649236"/>
                  </a:lnTo>
                  <a:lnTo>
                    <a:pt x="138883" y="646740"/>
                  </a:lnTo>
                  <a:lnTo>
                    <a:pt x="137995" y="643548"/>
                  </a:lnTo>
                  <a:lnTo>
                    <a:pt x="136912" y="646725"/>
                  </a:lnTo>
                  <a:lnTo>
                    <a:pt x="137512" y="649017"/>
                  </a:lnTo>
                  <a:lnTo>
                    <a:pt x="139538" y="651735"/>
                  </a:lnTo>
                  <a:lnTo>
                    <a:pt x="140137" y="653963"/>
                  </a:lnTo>
                  <a:lnTo>
                    <a:pt x="138834" y="673790"/>
                  </a:lnTo>
                  <a:lnTo>
                    <a:pt x="137843" y="680832"/>
                  </a:lnTo>
                  <a:lnTo>
                    <a:pt x="136629" y="685448"/>
                  </a:lnTo>
                  <a:lnTo>
                    <a:pt x="135987" y="687231"/>
                  </a:lnTo>
                  <a:lnTo>
                    <a:pt x="134569" y="694520"/>
                  </a:lnTo>
                  <a:lnTo>
                    <a:pt x="133566" y="703342"/>
                  </a:lnTo>
                  <a:lnTo>
                    <a:pt x="133367" y="706738"/>
                  </a:lnTo>
                  <a:lnTo>
                    <a:pt x="133819" y="710539"/>
                  </a:lnTo>
                  <a:lnTo>
                    <a:pt x="133308" y="712787"/>
                  </a:lnTo>
                  <a:lnTo>
                    <a:pt x="132666" y="714502"/>
                  </a:lnTo>
                  <a:lnTo>
                    <a:pt x="133884" y="713730"/>
                  </a:lnTo>
                  <a:lnTo>
                    <a:pt x="134301" y="715793"/>
                  </a:lnTo>
                  <a:lnTo>
                    <a:pt x="134455" y="717920"/>
                  </a:lnTo>
                  <a:lnTo>
                    <a:pt x="134473" y="730568"/>
                  </a:lnTo>
                  <a:lnTo>
                    <a:pt x="134335" y="743755"/>
                  </a:lnTo>
                  <a:lnTo>
                    <a:pt x="133400" y="744294"/>
                  </a:lnTo>
                  <a:lnTo>
                    <a:pt x="132369" y="744431"/>
                  </a:lnTo>
                  <a:lnTo>
                    <a:pt x="131462" y="744057"/>
                  </a:lnTo>
                  <a:lnTo>
                    <a:pt x="130807" y="743546"/>
                  </a:lnTo>
                  <a:lnTo>
                    <a:pt x="129183" y="744246"/>
                  </a:lnTo>
                  <a:lnTo>
                    <a:pt x="128309" y="745702"/>
                  </a:lnTo>
                  <a:lnTo>
                    <a:pt x="127608" y="748121"/>
                  </a:lnTo>
                  <a:lnTo>
                    <a:pt x="127656" y="752246"/>
                  </a:lnTo>
                  <a:lnTo>
                    <a:pt x="124646" y="762651"/>
                  </a:lnTo>
                  <a:lnTo>
                    <a:pt x="123998" y="766118"/>
                  </a:lnTo>
                  <a:lnTo>
                    <a:pt x="123758" y="769454"/>
                  </a:lnTo>
                  <a:lnTo>
                    <a:pt x="124149" y="771199"/>
                  </a:lnTo>
                  <a:lnTo>
                    <a:pt x="124918" y="772986"/>
                  </a:lnTo>
                  <a:lnTo>
                    <a:pt x="125921" y="773707"/>
                  </a:lnTo>
                  <a:lnTo>
                    <a:pt x="127859" y="774426"/>
                  </a:lnTo>
                  <a:lnTo>
                    <a:pt x="128790" y="775385"/>
                  </a:lnTo>
                  <a:lnTo>
                    <a:pt x="129424" y="777151"/>
                  </a:lnTo>
                  <a:lnTo>
                    <a:pt x="127139" y="775271"/>
                  </a:lnTo>
                  <a:lnTo>
                    <a:pt x="124454" y="774900"/>
                  </a:lnTo>
                  <a:lnTo>
                    <a:pt x="118031" y="779732"/>
                  </a:lnTo>
                  <a:lnTo>
                    <a:pt x="116340" y="783126"/>
                  </a:lnTo>
                  <a:lnTo>
                    <a:pt x="115396" y="786060"/>
                  </a:lnTo>
                  <a:lnTo>
                    <a:pt x="114746" y="792783"/>
                  </a:lnTo>
                  <a:lnTo>
                    <a:pt x="114635" y="797275"/>
                  </a:lnTo>
                  <a:lnTo>
                    <a:pt x="113873" y="801021"/>
                  </a:lnTo>
                  <a:lnTo>
                    <a:pt x="110538" y="806775"/>
                  </a:lnTo>
                  <a:lnTo>
                    <a:pt x="108430" y="808547"/>
                  </a:lnTo>
                  <a:lnTo>
                    <a:pt x="107629" y="810070"/>
                  </a:lnTo>
                  <a:lnTo>
                    <a:pt x="105142" y="808091"/>
                  </a:lnTo>
                  <a:lnTo>
                    <a:pt x="102431" y="803050"/>
                  </a:lnTo>
                  <a:lnTo>
                    <a:pt x="101292" y="800350"/>
                  </a:lnTo>
                  <a:lnTo>
                    <a:pt x="97268" y="787355"/>
                  </a:lnTo>
                  <a:lnTo>
                    <a:pt x="96533" y="785708"/>
                  </a:lnTo>
                  <a:lnTo>
                    <a:pt x="95722" y="780154"/>
                  </a:lnTo>
                  <a:lnTo>
                    <a:pt x="95594" y="778083"/>
                  </a:lnTo>
                  <a:lnTo>
                    <a:pt x="95370" y="777258"/>
                  </a:lnTo>
                  <a:lnTo>
                    <a:pt x="94987" y="776695"/>
                  </a:lnTo>
                  <a:lnTo>
                    <a:pt x="94804" y="775838"/>
                  </a:lnTo>
                  <a:lnTo>
                    <a:pt x="93900" y="769477"/>
                  </a:lnTo>
                  <a:lnTo>
                    <a:pt x="93529" y="762847"/>
                  </a:lnTo>
                  <a:lnTo>
                    <a:pt x="92954" y="755441"/>
                  </a:lnTo>
                  <a:lnTo>
                    <a:pt x="93441" y="755950"/>
                  </a:lnTo>
                  <a:lnTo>
                    <a:pt x="94113" y="758388"/>
                  </a:lnTo>
                  <a:lnTo>
                    <a:pt x="94449" y="761934"/>
                  </a:lnTo>
                  <a:lnTo>
                    <a:pt x="94487" y="766882"/>
                  </a:lnTo>
                  <a:lnTo>
                    <a:pt x="94993" y="767457"/>
                  </a:lnTo>
                  <a:lnTo>
                    <a:pt x="95445" y="766991"/>
                  </a:lnTo>
                  <a:lnTo>
                    <a:pt x="94152" y="755588"/>
                  </a:lnTo>
                  <a:lnTo>
                    <a:pt x="93027" y="752756"/>
                  </a:lnTo>
                  <a:lnTo>
                    <a:pt x="92728" y="752570"/>
                  </a:lnTo>
                  <a:lnTo>
                    <a:pt x="92416" y="750742"/>
                  </a:lnTo>
                  <a:lnTo>
                    <a:pt x="92382" y="748447"/>
                  </a:lnTo>
                  <a:lnTo>
                    <a:pt x="92483" y="747358"/>
                  </a:lnTo>
                  <a:lnTo>
                    <a:pt x="91584" y="743624"/>
                  </a:lnTo>
                  <a:lnTo>
                    <a:pt x="91271" y="741401"/>
                  </a:lnTo>
                  <a:lnTo>
                    <a:pt x="89274" y="730118"/>
                  </a:lnTo>
                  <a:lnTo>
                    <a:pt x="88377" y="722037"/>
                  </a:lnTo>
                  <a:lnTo>
                    <a:pt x="86987" y="713048"/>
                  </a:lnTo>
                  <a:lnTo>
                    <a:pt x="86092" y="709897"/>
                  </a:lnTo>
                  <a:lnTo>
                    <a:pt x="84693" y="702961"/>
                  </a:lnTo>
                  <a:lnTo>
                    <a:pt x="83521" y="699738"/>
                  </a:lnTo>
                  <a:lnTo>
                    <a:pt x="82278" y="695416"/>
                  </a:lnTo>
                  <a:lnTo>
                    <a:pt x="81301" y="693499"/>
                  </a:lnTo>
                  <a:lnTo>
                    <a:pt x="80920" y="692489"/>
                  </a:lnTo>
                  <a:lnTo>
                    <a:pt x="78030" y="677507"/>
                  </a:lnTo>
                  <a:lnTo>
                    <a:pt x="77141" y="669232"/>
                  </a:lnTo>
                  <a:lnTo>
                    <a:pt x="76389" y="665323"/>
                  </a:lnTo>
                  <a:lnTo>
                    <a:pt x="76016" y="662354"/>
                  </a:lnTo>
                  <a:lnTo>
                    <a:pt x="75001" y="649660"/>
                  </a:lnTo>
                  <a:lnTo>
                    <a:pt x="74993" y="647391"/>
                  </a:lnTo>
                  <a:lnTo>
                    <a:pt x="74869" y="644912"/>
                  </a:lnTo>
                  <a:lnTo>
                    <a:pt x="74151" y="639533"/>
                  </a:lnTo>
                  <a:lnTo>
                    <a:pt x="72886" y="633721"/>
                  </a:lnTo>
                  <a:lnTo>
                    <a:pt x="72519" y="630101"/>
                  </a:lnTo>
                  <a:lnTo>
                    <a:pt x="72523" y="628693"/>
                  </a:lnTo>
                  <a:lnTo>
                    <a:pt x="71719" y="623052"/>
                  </a:lnTo>
                  <a:lnTo>
                    <a:pt x="71547" y="620472"/>
                  </a:lnTo>
                  <a:lnTo>
                    <a:pt x="71004" y="618087"/>
                  </a:lnTo>
                  <a:lnTo>
                    <a:pt x="70375" y="615898"/>
                  </a:lnTo>
                  <a:lnTo>
                    <a:pt x="69715" y="614144"/>
                  </a:lnTo>
                  <a:lnTo>
                    <a:pt x="68170" y="608431"/>
                  </a:lnTo>
                  <a:lnTo>
                    <a:pt x="67616" y="607038"/>
                  </a:lnTo>
                  <a:lnTo>
                    <a:pt x="66564" y="603333"/>
                  </a:lnTo>
                  <a:lnTo>
                    <a:pt x="65817" y="596486"/>
                  </a:lnTo>
                  <a:lnTo>
                    <a:pt x="64856" y="593811"/>
                  </a:lnTo>
                  <a:lnTo>
                    <a:pt x="66365" y="593811"/>
                  </a:lnTo>
                  <a:lnTo>
                    <a:pt x="65445" y="591285"/>
                  </a:lnTo>
                  <a:lnTo>
                    <a:pt x="65007" y="589627"/>
                  </a:lnTo>
                  <a:lnTo>
                    <a:pt x="64522" y="588608"/>
                  </a:lnTo>
                  <a:lnTo>
                    <a:pt x="65225" y="586058"/>
                  </a:lnTo>
                  <a:lnTo>
                    <a:pt x="64074" y="586130"/>
                  </a:lnTo>
                  <a:lnTo>
                    <a:pt x="63465" y="584594"/>
                  </a:lnTo>
                  <a:lnTo>
                    <a:pt x="62634" y="579801"/>
                  </a:lnTo>
                  <a:lnTo>
                    <a:pt x="61119" y="574389"/>
                  </a:lnTo>
                  <a:lnTo>
                    <a:pt x="60862" y="571498"/>
                  </a:lnTo>
                  <a:lnTo>
                    <a:pt x="59526" y="562404"/>
                  </a:lnTo>
                  <a:lnTo>
                    <a:pt x="58393" y="540577"/>
                  </a:lnTo>
                  <a:lnTo>
                    <a:pt x="57356" y="530858"/>
                  </a:lnTo>
                  <a:lnTo>
                    <a:pt x="57436" y="528066"/>
                  </a:lnTo>
                  <a:lnTo>
                    <a:pt x="56183" y="519650"/>
                  </a:lnTo>
                  <a:lnTo>
                    <a:pt x="55571" y="514007"/>
                  </a:lnTo>
                  <a:lnTo>
                    <a:pt x="55319" y="509233"/>
                  </a:lnTo>
                  <a:lnTo>
                    <a:pt x="54986" y="506090"/>
                  </a:lnTo>
                  <a:lnTo>
                    <a:pt x="54688" y="499870"/>
                  </a:lnTo>
                  <a:lnTo>
                    <a:pt x="54208" y="497900"/>
                  </a:lnTo>
                  <a:lnTo>
                    <a:pt x="54155" y="496711"/>
                  </a:lnTo>
                  <a:lnTo>
                    <a:pt x="54475" y="493877"/>
                  </a:lnTo>
                  <a:lnTo>
                    <a:pt x="55374" y="489497"/>
                  </a:lnTo>
                  <a:lnTo>
                    <a:pt x="55705" y="486722"/>
                  </a:lnTo>
                  <a:lnTo>
                    <a:pt x="55319" y="482815"/>
                  </a:lnTo>
                  <a:lnTo>
                    <a:pt x="54498" y="486917"/>
                  </a:lnTo>
                  <a:lnTo>
                    <a:pt x="53738" y="488067"/>
                  </a:lnTo>
                  <a:lnTo>
                    <a:pt x="53374" y="485002"/>
                  </a:lnTo>
                  <a:lnTo>
                    <a:pt x="53370" y="480881"/>
                  </a:lnTo>
                  <a:lnTo>
                    <a:pt x="53276" y="479896"/>
                  </a:lnTo>
                  <a:lnTo>
                    <a:pt x="53473" y="478512"/>
                  </a:lnTo>
                  <a:lnTo>
                    <a:pt x="55493" y="479147"/>
                  </a:lnTo>
                  <a:lnTo>
                    <a:pt x="53200" y="476619"/>
                  </a:lnTo>
                  <a:lnTo>
                    <a:pt x="52924" y="475136"/>
                  </a:lnTo>
                  <a:lnTo>
                    <a:pt x="52838" y="474032"/>
                  </a:lnTo>
                  <a:lnTo>
                    <a:pt x="53332" y="471985"/>
                  </a:lnTo>
                  <a:lnTo>
                    <a:pt x="52494" y="470258"/>
                  </a:lnTo>
                  <a:lnTo>
                    <a:pt x="52159" y="464973"/>
                  </a:lnTo>
                  <a:lnTo>
                    <a:pt x="51912" y="463767"/>
                  </a:lnTo>
                  <a:lnTo>
                    <a:pt x="51817" y="462791"/>
                  </a:lnTo>
                  <a:lnTo>
                    <a:pt x="52292" y="455491"/>
                  </a:lnTo>
                  <a:lnTo>
                    <a:pt x="54273" y="441155"/>
                  </a:lnTo>
                  <a:lnTo>
                    <a:pt x="54418" y="437917"/>
                  </a:lnTo>
                  <a:lnTo>
                    <a:pt x="54247" y="433314"/>
                  </a:lnTo>
                  <a:lnTo>
                    <a:pt x="53805" y="429651"/>
                  </a:lnTo>
                  <a:lnTo>
                    <a:pt x="53619" y="425777"/>
                  </a:lnTo>
                  <a:lnTo>
                    <a:pt x="53498" y="424784"/>
                  </a:lnTo>
                  <a:lnTo>
                    <a:pt x="52782" y="424431"/>
                  </a:lnTo>
                  <a:lnTo>
                    <a:pt x="52100" y="422998"/>
                  </a:lnTo>
                  <a:lnTo>
                    <a:pt x="51312" y="417256"/>
                  </a:lnTo>
                  <a:lnTo>
                    <a:pt x="52033" y="415371"/>
                  </a:lnTo>
                  <a:lnTo>
                    <a:pt x="52588" y="414335"/>
                  </a:lnTo>
                  <a:lnTo>
                    <a:pt x="51824" y="414775"/>
                  </a:lnTo>
                  <a:lnTo>
                    <a:pt x="51190" y="414601"/>
                  </a:lnTo>
                  <a:lnTo>
                    <a:pt x="52390" y="411958"/>
                  </a:lnTo>
                  <a:lnTo>
                    <a:pt x="53460" y="409929"/>
                  </a:lnTo>
                  <a:lnTo>
                    <a:pt x="55899" y="407574"/>
                  </a:lnTo>
                  <a:lnTo>
                    <a:pt x="56935" y="406072"/>
                  </a:lnTo>
                  <a:lnTo>
                    <a:pt x="55400" y="407424"/>
                  </a:lnTo>
                  <a:lnTo>
                    <a:pt x="53796" y="407939"/>
                  </a:lnTo>
                  <a:lnTo>
                    <a:pt x="50382" y="407664"/>
                  </a:lnTo>
                  <a:lnTo>
                    <a:pt x="50951" y="402315"/>
                  </a:lnTo>
                  <a:lnTo>
                    <a:pt x="51544" y="400531"/>
                  </a:lnTo>
                  <a:lnTo>
                    <a:pt x="52190" y="399528"/>
                  </a:lnTo>
                  <a:lnTo>
                    <a:pt x="51238" y="399829"/>
                  </a:lnTo>
                  <a:lnTo>
                    <a:pt x="50143" y="399401"/>
                  </a:lnTo>
                  <a:lnTo>
                    <a:pt x="50497" y="393971"/>
                  </a:lnTo>
                  <a:lnTo>
                    <a:pt x="51359" y="392800"/>
                  </a:lnTo>
                  <a:lnTo>
                    <a:pt x="52289" y="392576"/>
                  </a:lnTo>
                  <a:lnTo>
                    <a:pt x="53445" y="391804"/>
                  </a:lnTo>
                  <a:lnTo>
                    <a:pt x="52211" y="390908"/>
                  </a:lnTo>
                  <a:lnTo>
                    <a:pt x="50924" y="390480"/>
                  </a:lnTo>
                  <a:lnTo>
                    <a:pt x="49380" y="391367"/>
                  </a:lnTo>
                  <a:lnTo>
                    <a:pt x="47960" y="390714"/>
                  </a:lnTo>
                  <a:lnTo>
                    <a:pt x="46236" y="390728"/>
                  </a:lnTo>
                  <a:lnTo>
                    <a:pt x="46924" y="391454"/>
                  </a:lnTo>
                  <a:lnTo>
                    <a:pt x="47659" y="393107"/>
                  </a:lnTo>
                  <a:lnTo>
                    <a:pt x="47290" y="396046"/>
                  </a:lnTo>
                  <a:lnTo>
                    <a:pt x="46944" y="397881"/>
                  </a:lnTo>
                  <a:lnTo>
                    <a:pt x="45994" y="399147"/>
                  </a:lnTo>
                  <a:lnTo>
                    <a:pt x="45219" y="401063"/>
                  </a:lnTo>
                  <a:lnTo>
                    <a:pt x="45002" y="402747"/>
                  </a:lnTo>
                  <a:lnTo>
                    <a:pt x="44561" y="403927"/>
                  </a:lnTo>
                  <a:lnTo>
                    <a:pt x="45317" y="404768"/>
                  </a:lnTo>
                  <a:lnTo>
                    <a:pt x="46099" y="405367"/>
                  </a:lnTo>
                  <a:lnTo>
                    <a:pt x="46553" y="406729"/>
                  </a:lnTo>
                  <a:lnTo>
                    <a:pt x="47086" y="408708"/>
                  </a:lnTo>
                  <a:lnTo>
                    <a:pt x="47056" y="412556"/>
                  </a:lnTo>
                  <a:lnTo>
                    <a:pt x="45014" y="421626"/>
                  </a:lnTo>
                  <a:lnTo>
                    <a:pt x="44308" y="423646"/>
                  </a:lnTo>
                  <a:lnTo>
                    <a:pt x="39197" y="429117"/>
                  </a:lnTo>
                  <a:lnTo>
                    <a:pt x="37187" y="432095"/>
                  </a:lnTo>
                  <a:lnTo>
                    <a:pt x="32908" y="435963"/>
                  </a:lnTo>
                  <a:lnTo>
                    <a:pt x="31240" y="436683"/>
                  </a:lnTo>
                  <a:lnTo>
                    <a:pt x="29395" y="435917"/>
                  </a:lnTo>
                  <a:lnTo>
                    <a:pt x="26698" y="432970"/>
                  </a:lnTo>
                  <a:lnTo>
                    <a:pt x="22582" y="425450"/>
                  </a:lnTo>
                  <a:lnTo>
                    <a:pt x="21512" y="422964"/>
                  </a:lnTo>
                  <a:lnTo>
                    <a:pt x="18221" y="413304"/>
                  </a:lnTo>
                  <a:lnTo>
                    <a:pt x="15846" y="408196"/>
                  </a:lnTo>
                  <a:lnTo>
                    <a:pt x="14044" y="403439"/>
                  </a:lnTo>
                  <a:lnTo>
                    <a:pt x="11814" y="398949"/>
                  </a:lnTo>
                  <a:lnTo>
                    <a:pt x="9709" y="392884"/>
                  </a:lnTo>
                  <a:lnTo>
                    <a:pt x="9262" y="390121"/>
                  </a:lnTo>
                  <a:lnTo>
                    <a:pt x="9418" y="387310"/>
                  </a:lnTo>
                  <a:lnTo>
                    <a:pt x="10203" y="385776"/>
                  </a:lnTo>
                  <a:lnTo>
                    <a:pt x="11120" y="386398"/>
                  </a:lnTo>
                  <a:lnTo>
                    <a:pt x="11844" y="388767"/>
                  </a:lnTo>
                  <a:lnTo>
                    <a:pt x="12357" y="389828"/>
                  </a:lnTo>
                  <a:lnTo>
                    <a:pt x="12791" y="390262"/>
                  </a:lnTo>
                  <a:lnTo>
                    <a:pt x="15929" y="386630"/>
                  </a:lnTo>
                  <a:lnTo>
                    <a:pt x="17148" y="386775"/>
                  </a:lnTo>
                  <a:lnTo>
                    <a:pt x="17981" y="384952"/>
                  </a:lnTo>
                  <a:lnTo>
                    <a:pt x="19034" y="385349"/>
                  </a:lnTo>
                  <a:lnTo>
                    <a:pt x="21184" y="382514"/>
                  </a:lnTo>
                  <a:lnTo>
                    <a:pt x="22085" y="382342"/>
                  </a:lnTo>
                  <a:lnTo>
                    <a:pt x="23156" y="381774"/>
                  </a:lnTo>
                  <a:lnTo>
                    <a:pt x="24888" y="374593"/>
                  </a:lnTo>
                  <a:lnTo>
                    <a:pt x="26185" y="370026"/>
                  </a:lnTo>
                  <a:lnTo>
                    <a:pt x="27026" y="369075"/>
                  </a:lnTo>
                  <a:lnTo>
                    <a:pt x="26978" y="367963"/>
                  </a:lnTo>
                  <a:lnTo>
                    <a:pt x="26747" y="366504"/>
                  </a:lnTo>
                  <a:lnTo>
                    <a:pt x="26117" y="366871"/>
                  </a:lnTo>
                  <a:lnTo>
                    <a:pt x="25677" y="368259"/>
                  </a:lnTo>
                  <a:lnTo>
                    <a:pt x="25351" y="369933"/>
                  </a:lnTo>
                  <a:lnTo>
                    <a:pt x="25023" y="370929"/>
                  </a:lnTo>
                  <a:lnTo>
                    <a:pt x="24007" y="370009"/>
                  </a:lnTo>
                  <a:lnTo>
                    <a:pt x="23322" y="370163"/>
                  </a:lnTo>
                  <a:lnTo>
                    <a:pt x="22477" y="370715"/>
                  </a:lnTo>
                  <a:lnTo>
                    <a:pt x="19388" y="373391"/>
                  </a:lnTo>
                  <a:lnTo>
                    <a:pt x="18120" y="375792"/>
                  </a:lnTo>
                  <a:lnTo>
                    <a:pt x="17257" y="376268"/>
                  </a:lnTo>
                  <a:lnTo>
                    <a:pt x="12323" y="373625"/>
                  </a:lnTo>
                  <a:lnTo>
                    <a:pt x="7503" y="367562"/>
                  </a:lnTo>
                  <a:lnTo>
                    <a:pt x="5474" y="363536"/>
                  </a:lnTo>
                  <a:lnTo>
                    <a:pt x="4190" y="358391"/>
                  </a:lnTo>
                  <a:lnTo>
                    <a:pt x="2905" y="352262"/>
                  </a:lnTo>
                  <a:lnTo>
                    <a:pt x="3323" y="350548"/>
                  </a:lnTo>
                  <a:lnTo>
                    <a:pt x="5317" y="346865"/>
                  </a:lnTo>
                  <a:lnTo>
                    <a:pt x="7039" y="343970"/>
                  </a:lnTo>
                  <a:lnTo>
                    <a:pt x="5493" y="345259"/>
                  </a:lnTo>
                  <a:lnTo>
                    <a:pt x="3818" y="347046"/>
                  </a:lnTo>
                  <a:lnTo>
                    <a:pt x="2990" y="348300"/>
                  </a:lnTo>
                  <a:lnTo>
                    <a:pt x="2052" y="350922"/>
                  </a:lnTo>
                  <a:lnTo>
                    <a:pt x="804" y="351509"/>
                  </a:lnTo>
                  <a:lnTo>
                    <a:pt x="310" y="347611"/>
                  </a:lnTo>
                  <a:lnTo>
                    <a:pt x="0" y="343816"/>
                  </a:lnTo>
                  <a:lnTo>
                    <a:pt x="795" y="342539"/>
                  </a:lnTo>
                  <a:lnTo>
                    <a:pt x="1352" y="341728"/>
                  </a:lnTo>
                  <a:lnTo>
                    <a:pt x="2488" y="341051"/>
                  </a:lnTo>
                  <a:lnTo>
                    <a:pt x="3724" y="340568"/>
                  </a:lnTo>
                  <a:lnTo>
                    <a:pt x="4851" y="340587"/>
                  </a:lnTo>
                  <a:lnTo>
                    <a:pt x="6433" y="340643"/>
                  </a:lnTo>
                  <a:lnTo>
                    <a:pt x="6480" y="331751"/>
                  </a:lnTo>
                  <a:lnTo>
                    <a:pt x="6612" y="330972"/>
                  </a:lnTo>
                  <a:lnTo>
                    <a:pt x="6835" y="330522"/>
                  </a:lnTo>
                  <a:lnTo>
                    <a:pt x="7090" y="330330"/>
                  </a:lnTo>
                  <a:lnTo>
                    <a:pt x="7307" y="330467"/>
                  </a:lnTo>
                  <a:lnTo>
                    <a:pt x="7633" y="331799"/>
                  </a:lnTo>
                  <a:lnTo>
                    <a:pt x="8037" y="331725"/>
                  </a:lnTo>
                  <a:lnTo>
                    <a:pt x="8466" y="330959"/>
                  </a:lnTo>
                  <a:lnTo>
                    <a:pt x="9431" y="331530"/>
                  </a:lnTo>
                  <a:lnTo>
                    <a:pt x="10202" y="331139"/>
                  </a:lnTo>
                  <a:lnTo>
                    <a:pt x="10984" y="331662"/>
                  </a:lnTo>
                  <a:lnTo>
                    <a:pt x="12313" y="331673"/>
                  </a:lnTo>
                  <a:lnTo>
                    <a:pt x="14712" y="331462"/>
                  </a:lnTo>
                  <a:lnTo>
                    <a:pt x="16043" y="331530"/>
                  </a:lnTo>
                  <a:lnTo>
                    <a:pt x="16906" y="332946"/>
                  </a:lnTo>
                  <a:lnTo>
                    <a:pt x="17850" y="334500"/>
                  </a:lnTo>
                  <a:lnTo>
                    <a:pt x="18874" y="334717"/>
                  </a:lnTo>
                  <a:lnTo>
                    <a:pt x="20354" y="334536"/>
                  </a:lnTo>
                  <a:lnTo>
                    <a:pt x="21359" y="333940"/>
                  </a:lnTo>
                  <a:lnTo>
                    <a:pt x="21866" y="332491"/>
                  </a:lnTo>
                  <a:lnTo>
                    <a:pt x="22247" y="331105"/>
                  </a:lnTo>
                  <a:lnTo>
                    <a:pt x="24443" y="329072"/>
                  </a:lnTo>
                  <a:lnTo>
                    <a:pt x="26747" y="327421"/>
                  </a:lnTo>
                  <a:lnTo>
                    <a:pt x="27409" y="327239"/>
                  </a:lnTo>
                  <a:lnTo>
                    <a:pt x="27619" y="328200"/>
                  </a:lnTo>
                  <a:lnTo>
                    <a:pt x="27513" y="329816"/>
                  </a:lnTo>
                  <a:lnTo>
                    <a:pt x="27783" y="331354"/>
                  </a:lnTo>
                  <a:lnTo>
                    <a:pt x="28706" y="332328"/>
                  </a:lnTo>
                  <a:lnTo>
                    <a:pt x="29360" y="332568"/>
                  </a:lnTo>
                  <a:lnTo>
                    <a:pt x="29946" y="332348"/>
                  </a:lnTo>
                  <a:lnTo>
                    <a:pt x="30381" y="331859"/>
                  </a:lnTo>
                  <a:lnTo>
                    <a:pt x="31315" y="329443"/>
                  </a:lnTo>
                  <a:lnTo>
                    <a:pt x="31797" y="328893"/>
                  </a:lnTo>
                  <a:lnTo>
                    <a:pt x="32427" y="328932"/>
                  </a:lnTo>
                  <a:lnTo>
                    <a:pt x="33131" y="327778"/>
                  </a:lnTo>
                  <a:lnTo>
                    <a:pt x="33146" y="326894"/>
                  </a:lnTo>
                  <a:lnTo>
                    <a:pt x="32696" y="326470"/>
                  </a:lnTo>
                  <a:lnTo>
                    <a:pt x="32316" y="325198"/>
                  </a:lnTo>
                  <a:lnTo>
                    <a:pt x="32386" y="324162"/>
                  </a:lnTo>
                  <a:lnTo>
                    <a:pt x="32277" y="322702"/>
                  </a:lnTo>
                  <a:lnTo>
                    <a:pt x="32352" y="321317"/>
                  </a:lnTo>
                  <a:lnTo>
                    <a:pt x="32651" y="320278"/>
                  </a:lnTo>
                  <a:lnTo>
                    <a:pt x="33175" y="319278"/>
                  </a:lnTo>
                  <a:lnTo>
                    <a:pt x="32863" y="317212"/>
                  </a:lnTo>
                  <a:lnTo>
                    <a:pt x="32059" y="313254"/>
                  </a:lnTo>
                  <a:lnTo>
                    <a:pt x="31217" y="308190"/>
                  </a:lnTo>
                  <a:lnTo>
                    <a:pt x="30328" y="303968"/>
                  </a:lnTo>
                  <a:lnTo>
                    <a:pt x="29201" y="300269"/>
                  </a:lnTo>
                  <a:lnTo>
                    <a:pt x="28620" y="297555"/>
                  </a:lnTo>
                  <a:lnTo>
                    <a:pt x="28680" y="291560"/>
                  </a:lnTo>
                  <a:lnTo>
                    <a:pt x="28579" y="290343"/>
                  </a:lnTo>
                  <a:lnTo>
                    <a:pt x="28192" y="289606"/>
                  </a:lnTo>
                  <a:lnTo>
                    <a:pt x="27670" y="289191"/>
                  </a:lnTo>
                  <a:lnTo>
                    <a:pt x="26938" y="289801"/>
                  </a:lnTo>
                  <a:lnTo>
                    <a:pt x="26278" y="289918"/>
                  </a:lnTo>
                  <a:lnTo>
                    <a:pt x="24859" y="289788"/>
                  </a:lnTo>
                  <a:lnTo>
                    <a:pt x="24162" y="289173"/>
                  </a:lnTo>
                  <a:lnTo>
                    <a:pt x="22269" y="283160"/>
                  </a:lnTo>
                  <a:lnTo>
                    <a:pt x="22021" y="280796"/>
                  </a:lnTo>
                  <a:lnTo>
                    <a:pt x="22011" y="278375"/>
                  </a:lnTo>
                  <a:lnTo>
                    <a:pt x="22642" y="274155"/>
                  </a:lnTo>
                  <a:lnTo>
                    <a:pt x="22834" y="270232"/>
                  </a:lnTo>
                  <a:lnTo>
                    <a:pt x="22921" y="266571"/>
                  </a:lnTo>
                  <a:lnTo>
                    <a:pt x="22816" y="265537"/>
                  </a:lnTo>
                  <a:lnTo>
                    <a:pt x="22436" y="264308"/>
                  </a:lnTo>
                  <a:lnTo>
                    <a:pt x="21800" y="263400"/>
                  </a:lnTo>
                  <a:lnTo>
                    <a:pt x="20097" y="263182"/>
                  </a:lnTo>
                  <a:lnTo>
                    <a:pt x="18078" y="261973"/>
                  </a:lnTo>
                  <a:lnTo>
                    <a:pt x="16520" y="259844"/>
                  </a:lnTo>
                  <a:lnTo>
                    <a:pt x="15442" y="258557"/>
                  </a:lnTo>
                  <a:lnTo>
                    <a:pt x="15147" y="257720"/>
                  </a:lnTo>
                  <a:lnTo>
                    <a:pt x="15017" y="256731"/>
                  </a:lnTo>
                  <a:lnTo>
                    <a:pt x="15299" y="252308"/>
                  </a:lnTo>
                  <a:lnTo>
                    <a:pt x="15788" y="247320"/>
                  </a:lnTo>
                  <a:lnTo>
                    <a:pt x="16145" y="245793"/>
                  </a:lnTo>
                  <a:lnTo>
                    <a:pt x="16761" y="244213"/>
                  </a:lnTo>
                  <a:lnTo>
                    <a:pt x="17219" y="243137"/>
                  </a:lnTo>
                  <a:lnTo>
                    <a:pt x="17949" y="241713"/>
                  </a:lnTo>
                  <a:lnTo>
                    <a:pt x="19923" y="236957"/>
                  </a:lnTo>
                  <a:lnTo>
                    <a:pt x="21690" y="230424"/>
                  </a:lnTo>
                  <a:lnTo>
                    <a:pt x="22780" y="225865"/>
                  </a:lnTo>
                  <a:lnTo>
                    <a:pt x="23348" y="224510"/>
                  </a:lnTo>
                  <a:lnTo>
                    <a:pt x="23928" y="223350"/>
                  </a:lnTo>
                  <a:lnTo>
                    <a:pt x="24781" y="221946"/>
                  </a:lnTo>
                  <a:lnTo>
                    <a:pt x="25762" y="220664"/>
                  </a:lnTo>
                  <a:lnTo>
                    <a:pt x="26739" y="220720"/>
                  </a:lnTo>
                  <a:lnTo>
                    <a:pt x="27667" y="221883"/>
                  </a:lnTo>
                  <a:lnTo>
                    <a:pt x="28356" y="223252"/>
                  </a:lnTo>
                  <a:lnTo>
                    <a:pt x="28587" y="226269"/>
                  </a:lnTo>
                  <a:lnTo>
                    <a:pt x="29075" y="228230"/>
                  </a:lnTo>
                  <a:lnTo>
                    <a:pt x="29602" y="229412"/>
                  </a:lnTo>
                  <a:lnTo>
                    <a:pt x="30299" y="229984"/>
                  </a:lnTo>
                  <a:lnTo>
                    <a:pt x="31185" y="229841"/>
                  </a:lnTo>
                  <a:lnTo>
                    <a:pt x="34751" y="226379"/>
                  </a:lnTo>
                  <a:lnTo>
                    <a:pt x="35963" y="225680"/>
                  </a:lnTo>
                  <a:lnTo>
                    <a:pt x="38873" y="225249"/>
                  </a:lnTo>
                  <a:lnTo>
                    <a:pt x="40872" y="223913"/>
                  </a:lnTo>
                  <a:lnTo>
                    <a:pt x="42640" y="222512"/>
                  </a:lnTo>
                  <a:lnTo>
                    <a:pt x="42854" y="220001"/>
                  </a:lnTo>
                  <a:lnTo>
                    <a:pt x="43535" y="216165"/>
                  </a:lnTo>
                  <a:lnTo>
                    <a:pt x="45611" y="211170"/>
                  </a:lnTo>
                  <a:lnTo>
                    <a:pt x="46195" y="208941"/>
                  </a:lnTo>
                  <a:lnTo>
                    <a:pt x="46824" y="204684"/>
                  </a:lnTo>
                  <a:lnTo>
                    <a:pt x="47493" y="200800"/>
                  </a:lnTo>
                  <a:lnTo>
                    <a:pt x="48067" y="199186"/>
                  </a:lnTo>
                  <a:lnTo>
                    <a:pt x="51332" y="194924"/>
                  </a:lnTo>
                  <a:lnTo>
                    <a:pt x="54528" y="191005"/>
                  </a:lnTo>
                  <a:lnTo>
                    <a:pt x="55051" y="189230"/>
                  </a:lnTo>
                  <a:lnTo>
                    <a:pt x="57117" y="181101"/>
                  </a:lnTo>
                  <a:lnTo>
                    <a:pt x="58301" y="175584"/>
                  </a:lnTo>
                  <a:lnTo>
                    <a:pt x="58607" y="173809"/>
                  </a:lnTo>
                  <a:lnTo>
                    <a:pt x="59292" y="169013"/>
                  </a:lnTo>
                  <a:lnTo>
                    <a:pt x="60032" y="164245"/>
                  </a:lnTo>
                  <a:lnTo>
                    <a:pt x="61020" y="163143"/>
                  </a:lnTo>
                  <a:lnTo>
                    <a:pt x="63213" y="161325"/>
                  </a:lnTo>
                  <a:lnTo>
                    <a:pt x="64953" y="159547"/>
                  </a:lnTo>
                  <a:lnTo>
                    <a:pt x="65843" y="157518"/>
                  </a:lnTo>
                  <a:lnTo>
                    <a:pt x="66382" y="155744"/>
                  </a:lnTo>
                  <a:lnTo>
                    <a:pt x="66281" y="153984"/>
                  </a:lnTo>
                  <a:lnTo>
                    <a:pt x="65799" y="151900"/>
                  </a:lnTo>
                  <a:lnTo>
                    <a:pt x="65901" y="150662"/>
                  </a:lnTo>
                  <a:lnTo>
                    <a:pt x="65990" y="149442"/>
                  </a:lnTo>
                  <a:lnTo>
                    <a:pt x="67252" y="146950"/>
                  </a:lnTo>
                  <a:lnTo>
                    <a:pt x="69630" y="139583"/>
                  </a:lnTo>
                  <a:lnTo>
                    <a:pt x="71054" y="135902"/>
                  </a:lnTo>
                  <a:lnTo>
                    <a:pt x="71526" y="135906"/>
                  </a:lnTo>
                  <a:lnTo>
                    <a:pt x="73015" y="133949"/>
                  </a:lnTo>
                  <a:lnTo>
                    <a:pt x="74431" y="131732"/>
                  </a:lnTo>
                  <a:lnTo>
                    <a:pt x="74350" y="130725"/>
                  </a:lnTo>
                  <a:lnTo>
                    <a:pt x="74173" y="129422"/>
                  </a:lnTo>
                  <a:lnTo>
                    <a:pt x="73360" y="128837"/>
                  </a:lnTo>
                  <a:lnTo>
                    <a:pt x="73106" y="127273"/>
                  </a:lnTo>
                  <a:lnTo>
                    <a:pt x="73305" y="125033"/>
                  </a:lnTo>
                  <a:lnTo>
                    <a:pt x="73984" y="119005"/>
                  </a:lnTo>
                  <a:lnTo>
                    <a:pt x="73844" y="117275"/>
                  </a:lnTo>
                  <a:lnTo>
                    <a:pt x="73017" y="111690"/>
                  </a:lnTo>
                  <a:lnTo>
                    <a:pt x="73202" y="110148"/>
                  </a:lnTo>
                  <a:lnTo>
                    <a:pt x="73542" y="108569"/>
                  </a:lnTo>
                  <a:lnTo>
                    <a:pt x="74465" y="106466"/>
                  </a:lnTo>
                  <a:lnTo>
                    <a:pt x="75658" y="104720"/>
                  </a:lnTo>
                  <a:lnTo>
                    <a:pt x="79479" y="100567"/>
                  </a:lnTo>
                  <a:lnTo>
                    <a:pt x="80254" y="100111"/>
                  </a:lnTo>
                  <a:lnTo>
                    <a:pt x="81581" y="99061"/>
                  </a:lnTo>
                  <a:lnTo>
                    <a:pt x="82393" y="96846"/>
                  </a:lnTo>
                  <a:lnTo>
                    <a:pt x="82495" y="94958"/>
                  </a:lnTo>
                  <a:lnTo>
                    <a:pt x="82139" y="93785"/>
                  </a:lnTo>
                  <a:lnTo>
                    <a:pt x="81346" y="92212"/>
                  </a:lnTo>
                  <a:lnTo>
                    <a:pt x="79855" y="90786"/>
                  </a:lnTo>
                  <a:lnTo>
                    <a:pt x="78511" y="89550"/>
                  </a:lnTo>
                  <a:lnTo>
                    <a:pt x="76227" y="89680"/>
                  </a:lnTo>
                  <a:lnTo>
                    <a:pt x="75040" y="88616"/>
                  </a:lnTo>
                  <a:lnTo>
                    <a:pt x="74719" y="87873"/>
                  </a:lnTo>
                  <a:lnTo>
                    <a:pt x="74552" y="85250"/>
                  </a:lnTo>
                  <a:lnTo>
                    <a:pt x="74782" y="80819"/>
                  </a:lnTo>
                  <a:lnTo>
                    <a:pt x="74427" y="80428"/>
                  </a:lnTo>
                  <a:lnTo>
                    <a:pt x="73919" y="80951"/>
                  </a:lnTo>
                  <a:lnTo>
                    <a:pt x="72712" y="80425"/>
                  </a:lnTo>
                  <a:lnTo>
                    <a:pt x="71229" y="80493"/>
                  </a:lnTo>
                  <a:lnTo>
                    <a:pt x="70664" y="79260"/>
                  </a:lnTo>
                  <a:lnTo>
                    <a:pt x="70946" y="77771"/>
                  </a:lnTo>
                  <a:lnTo>
                    <a:pt x="70863" y="75787"/>
                  </a:lnTo>
                  <a:lnTo>
                    <a:pt x="70643" y="73901"/>
                  </a:lnTo>
                  <a:lnTo>
                    <a:pt x="70412" y="73507"/>
                  </a:lnTo>
                  <a:lnTo>
                    <a:pt x="69704" y="73058"/>
                  </a:lnTo>
                  <a:lnTo>
                    <a:pt x="68602" y="71429"/>
                  </a:lnTo>
                  <a:lnTo>
                    <a:pt x="67714" y="69421"/>
                  </a:lnTo>
                  <a:lnTo>
                    <a:pt x="67192" y="68060"/>
                  </a:lnTo>
                  <a:lnTo>
                    <a:pt x="67032" y="67123"/>
                  </a:lnTo>
                  <a:lnTo>
                    <a:pt x="67082" y="66502"/>
                  </a:lnTo>
                  <a:lnTo>
                    <a:pt x="67729" y="64756"/>
                  </a:lnTo>
                  <a:lnTo>
                    <a:pt x="68504" y="62308"/>
                  </a:lnTo>
                  <a:lnTo>
                    <a:pt x="68789" y="60203"/>
                  </a:lnTo>
                  <a:lnTo>
                    <a:pt x="68875" y="58678"/>
                  </a:lnTo>
                  <a:lnTo>
                    <a:pt x="68659" y="57552"/>
                  </a:lnTo>
                  <a:lnTo>
                    <a:pt x="67951" y="56174"/>
                  </a:lnTo>
                  <a:lnTo>
                    <a:pt x="67195" y="54971"/>
                  </a:lnTo>
                  <a:lnTo>
                    <a:pt x="66890" y="53925"/>
                  </a:lnTo>
                  <a:lnTo>
                    <a:pt x="66878" y="52345"/>
                  </a:lnTo>
                  <a:lnTo>
                    <a:pt x="67160" y="50369"/>
                  </a:lnTo>
                  <a:lnTo>
                    <a:pt x="68051" y="48877"/>
                  </a:lnTo>
                  <a:lnTo>
                    <a:pt x="69630" y="47461"/>
                  </a:lnTo>
                  <a:lnTo>
                    <a:pt x="70036" y="45702"/>
                  </a:lnTo>
                  <a:lnTo>
                    <a:pt x="69985" y="44399"/>
                  </a:lnTo>
                  <a:lnTo>
                    <a:pt x="69554" y="44009"/>
                  </a:lnTo>
                  <a:lnTo>
                    <a:pt x="68444" y="44000"/>
                  </a:lnTo>
                  <a:lnTo>
                    <a:pt x="66572" y="43554"/>
                  </a:lnTo>
                  <a:lnTo>
                    <a:pt x="66255" y="42837"/>
                  </a:lnTo>
                  <a:lnTo>
                    <a:pt x="66045" y="41873"/>
                  </a:lnTo>
                  <a:lnTo>
                    <a:pt x="66043" y="40918"/>
                  </a:lnTo>
                  <a:lnTo>
                    <a:pt x="66438" y="39832"/>
                  </a:lnTo>
                  <a:lnTo>
                    <a:pt x="66913" y="38457"/>
                  </a:lnTo>
                  <a:lnTo>
                    <a:pt x="66831" y="37118"/>
                  </a:lnTo>
                  <a:lnTo>
                    <a:pt x="66281" y="35604"/>
                  </a:lnTo>
                  <a:lnTo>
                    <a:pt x="64962" y="34496"/>
                  </a:lnTo>
                  <a:lnTo>
                    <a:pt x="64784" y="32933"/>
                  </a:lnTo>
                  <a:lnTo>
                    <a:pt x="64986" y="31629"/>
                  </a:lnTo>
                  <a:lnTo>
                    <a:pt x="65424" y="29769"/>
                  </a:lnTo>
                  <a:lnTo>
                    <a:pt x="65803" y="28477"/>
                  </a:lnTo>
                  <a:lnTo>
                    <a:pt x="66702" y="24800"/>
                  </a:lnTo>
                  <a:lnTo>
                    <a:pt x="67791" y="23997"/>
                  </a:lnTo>
                  <a:lnTo>
                    <a:pt x="69128" y="22808"/>
                  </a:lnTo>
                  <a:lnTo>
                    <a:pt x="70606" y="21493"/>
                  </a:lnTo>
                  <a:lnTo>
                    <a:pt x="72879" y="22479"/>
                  </a:lnTo>
                  <a:lnTo>
                    <a:pt x="73986" y="22959"/>
                  </a:lnTo>
                  <a:lnTo>
                    <a:pt x="76226" y="24083"/>
                  </a:lnTo>
                  <a:lnTo>
                    <a:pt x="78103" y="25025"/>
                  </a:lnTo>
                  <a:lnTo>
                    <a:pt x="80020" y="25292"/>
                  </a:lnTo>
                  <a:lnTo>
                    <a:pt x="80814" y="25227"/>
                  </a:lnTo>
                  <a:lnTo>
                    <a:pt x="81695" y="26340"/>
                  </a:lnTo>
                  <a:lnTo>
                    <a:pt x="83864" y="28250"/>
                  </a:lnTo>
                  <a:lnTo>
                    <a:pt x="85625" y="29254"/>
                  </a:lnTo>
                  <a:lnTo>
                    <a:pt x="86818" y="29244"/>
                  </a:lnTo>
                  <a:lnTo>
                    <a:pt x="88578" y="27555"/>
                  </a:lnTo>
                  <a:lnTo>
                    <a:pt x="89455" y="26009"/>
                  </a:lnTo>
                  <a:lnTo>
                    <a:pt x="90637" y="24314"/>
                  </a:lnTo>
                  <a:lnTo>
                    <a:pt x="92149" y="24379"/>
                  </a:lnTo>
                  <a:lnTo>
                    <a:pt x="95421" y="21767"/>
                  </a:lnTo>
                  <a:lnTo>
                    <a:pt x="96033" y="22218"/>
                  </a:lnTo>
                  <a:lnTo>
                    <a:pt x="97005" y="22366"/>
                  </a:lnTo>
                  <a:lnTo>
                    <a:pt x="98178" y="20857"/>
                  </a:lnTo>
                  <a:lnTo>
                    <a:pt x="98785" y="19065"/>
                  </a:lnTo>
                  <a:lnTo>
                    <a:pt x="98882" y="18171"/>
                  </a:lnTo>
                  <a:lnTo>
                    <a:pt x="99175" y="17510"/>
                  </a:lnTo>
                  <a:lnTo>
                    <a:pt x="100426" y="16371"/>
                  </a:lnTo>
                  <a:lnTo>
                    <a:pt x="101683" y="14797"/>
                  </a:lnTo>
                  <a:lnTo>
                    <a:pt x="102026" y="12718"/>
                  </a:lnTo>
                  <a:lnTo>
                    <a:pt x="102232" y="11313"/>
                  </a:lnTo>
                  <a:lnTo>
                    <a:pt x="103613" y="9492"/>
                  </a:lnTo>
                  <a:lnTo>
                    <a:pt x="105044" y="7600"/>
                  </a:lnTo>
                  <a:lnTo>
                    <a:pt x="106546" y="5619"/>
                  </a:lnTo>
                  <a:lnTo>
                    <a:pt x="108251" y="3368"/>
                  </a:lnTo>
                  <a:lnTo>
                    <a:pt x="109694" y="146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3"/>
            <p:cNvSpPr/>
            <p:nvPr/>
          </p:nvSpPr>
          <p:spPr>
            <a:xfrm>
              <a:off x="4313956" y="3993431"/>
              <a:ext cx="372" cy="963"/>
            </a:xfrm>
            <a:custGeom>
              <a:avLst/>
              <a:pathLst>
                <a:path w="372" h="963">
                  <a:moveTo>
                    <a:pt x="291" y="963"/>
                  </a:moveTo>
                  <a:lnTo>
                    <a:pt x="11" y="917"/>
                  </a:lnTo>
                  <a:lnTo>
                    <a:pt x="0" y="758"/>
                  </a:lnTo>
                  <a:lnTo>
                    <a:pt x="131" y="738"/>
                  </a:lnTo>
                  <a:lnTo>
                    <a:pt x="234" y="600"/>
                  </a:lnTo>
                  <a:lnTo>
                    <a:pt x="298" y="349"/>
                  </a:lnTo>
                  <a:lnTo>
                    <a:pt x="316" y="0"/>
                  </a:lnTo>
                  <a:lnTo>
                    <a:pt x="372" y="346"/>
                  </a:lnTo>
                  <a:lnTo>
                    <a:pt x="360" y="68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4"/>
            <p:cNvSpPr/>
            <p:nvPr/>
          </p:nvSpPr>
          <p:spPr>
            <a:xfrm>
              <a:off x="4313205" y="3992387"/>
              <a:ext cx="528" cy="2103"/>
            </a:xfrm>
            <a:custGeom>
              <a:avLst/>
              <a:pathLst>
                <a:path w="528" h="2103">
                  <a:moveTo>
                    <a:pt x="146" y="1644"/>
                  </a:moveTo>
                  <a:lnTo>
                    <a:pt x="278" y="1791"/>
                  </a:lnTo>
                  <a:lnTo>
                    <a:pt x="456" y="1633"/>
                  </a:lnTo>
                  <a:lnTo>
                    <a:pt x="528" y="1817"/>
                  </a:lnTo>
                  <a:lnTo>
                    <a:pt x="250" y="2103"/>
                  </a:lnTo>
                  <a:lnTo>
                    <a:pt x="82" y="1581"/>
                  </a:lnTo>
                  <a:lnTo>
                    <a:pt x="0" y="724"/>
                  </a:lnTo>
                  <a:lnTo>
                    <a:pt x="56" y="0"/>
                  </a:lnTo>
                  <a:lnTo>
                    <a:pt x="56" y="291"/>
                  </a:lnTo>
                  <a:lnTo>
                    <a:pt x="74" y="530"/>
                  </a:lnTo>
                  <a:lnTo>
                    <a:pt x="134" y="1007"/>
                  </a:lnTo>
                  <a:lnTo>
                    <a:pt x="90" y="13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5"/>
            <p:cNvSpPr/>
            <p:nvPr/>
          </p:nvSpPr>
          <p:spPr>
            <a:xfrm>
              <a:off x="4413974" y="3942286"/>
              <a:ext cx="1626" cy="3944"/>
            </a:xfrm>
            <a:custGeom>
              <a:avLst/>
              <a:pathLst>
                <a:path w="1626" h="3944">
                  <a:moveTo>
                    <a:pt x="1626" y="1841"/>
                  </a:moveTo>
                  <a:lnTo>
                    <a:pt x="1298" y="3944"/>
                  </a:lnTo>
                  <a:lnTo>
                    <a:pt x="693" y="2787"/>
                  </a:lnTo>
                  <a:lnTo>
                    <a:pt x="0" y="2418"/>
                  </a:lnTo>
                  <a:lnTo>
                    <a:pt x="133" y="857"/>
                  </a:lnTo>
                  <a:lnTo>
                    <a:pt x="706" y="637"/>
                  </a:lnTo>
                  <a:lnTo>
                    <a:pt x="986" y="554"/>
                  </a:lnTo>
                  <a:lnTo>
                    <a:pt x="139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6"/>
            <p:cNvSpPr/>
            <p:nvPr/>
          </p:nvSpPr>
          <p:spPr>
            <a:xfrm>
              <a:off x="4031511" y="3847426"/>
              <a:ext cx="1712" cy="6351"/>
            </a:xfrm>
            <a:custGeom>
              <a:avLst/>
              <a:pathLst>
                <a:path w="1712" h="6351">
                  <a:moveTo>
                    <a:pt x="1637" y="4640"/>
                  </a:moveTo>
                  <a:lnTo>
                    <a:pt x="1369" y="5814"/>
                  </a:lnTo>
                  <a:lnTo>
                    <a:pt x="913" y="6351"/>
                  </a:lnTo>
                  <a:lnTo>
                    <a:pt x="666" y="3370"/>
                  </a:lnTo>
                  <a:lnTo>
                    <a:pt x="0" y="1269"/>
                  </a:lnTo>
                  <a:lnTo>
                    <a:pt x="266" y="1269"/>
                  </a:lnTo>
                  <a:lnTo>
                    <a:pt x="894" y="2346"/>
                  </a:lnTo>
                  <a:lnTo>
                    <a:pt x="1122" y="5179"/>
                  </a:lnTo>
                  <a:lnTo>
                    <a:pt x="1351" y="4348"/>
                  </a:lnTo>
                  <a:lnTo>
                    <a:pt x="1294" y="3468"/>
                  </a:lnTo>
                  <a:lnTo>
                    <a:pt x="1427" y="2637"/>
                  </a:lnTo>
                  <a:lnTo>
                    <a:pt x="1331" y="1708"/>
                  </a:lnTo>
                  <a:lnTo>
                    <a:pt x="990" y="291"/>
                  </a:lnTo>
                  <a:lnTo>
                    <a:pt x="1103" y="0"/>
                  </a:lnTo>
                  <a:lnTo>
                    <a:pt x="1655" y="1220"/>
                  </a:lnTo>
                  <a:lnTo>
                    <a:pt x="1712" y="219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7"/>
            <p:cNvSpPr/>
            <p:nvPr/>
          </p:nvSpPr>
          <p:spPr>
            <a:xfrm>
              <a:off x="3080767" y="2037924"/>
              <a:ext cx="3654" cy="3908"/>
            </a:xfrm>
            <a:custGeom>
              <a:avLst/>
              <a:pathLst>
                <a:path w="3654" h="3908">
                  <a:moveTo>
                    <a:pt x="3654" y="3064"/>
                  </a:moveTo>
                  <a:lnTo>
                    <a:pt x="3605" y="3908"/>
                  </a:lnTo>
                  <a:lnTo>
                    <a:pt x="2752" y="2845"/>
                  </a:lnTo>
                  <a:lnTo>
                    <a:pt x="2338" y="1688"/>
                  </a:lnTo>
                  <a:lnTo>
                    <a:pt x="0" y="1157"/>
                  </a:lnTo>
                  <a:lnTo>
                    <a:pt x="974" y="0"/>
                  </a:lnTo>
                  <a:lnTo>
                    <a:pt x="1449" y="343"/>
                  </a:lnTo>
                  <a:lnTo>
                    <a:pt x="3099" y="390"/>
                  </a:lnTo>
                  <a:lnTo>
                    <a:pt x="3562" y="8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8"/>
            <p:cNvSpPr/>
            <p:nvPr/>
          </p:nvSpPr>
          <p:spPr>
            <a:xfrm>
              <a:off x="3079334" y="1998063"/>
              <a:ext cx="50207" cy="115007"/>
            </a:xfrm>
            <a:custGeom>
              <a:avLst/>
              <a:pathLst>
                <a:path w="50207" h="115007">
                  <a:moveTo>
                    <a:pt x="48014" y="37737"/>
                  </a:moveTo>
                  <a:lnTo>
                    <a:pt x="48500" y="38777"/>
                  </a:lnTo>
                  <a:lnTo>
                    <a:pt x="48717" y="39849"/>
                  </a:lnTo>
                  <a:lnTo>
                    <a:pt x="47868" y="40251"/>
                  </a:lnTo>
                  <a:lnTo>
                    <a:pt x="46983" y="40032"/>
                  </a:lnTo>
                  <a:lnTo>
                    <a:pt x="46550" y="40736"/>
                  </a:lnTo>
                  <a:lnTo>
                    <a:pt x="46522" y="42092"/>
                  </a:lnTo>
                  <a:lnTo>
                    <a:pt x="46822" y="43840"/>
                  </a:lnTo>
                  <a:lnTo>
                    <a:pt x="47414" y="45079"/>
                  </a:lnTo>
                  <a:lnTo>
                    <a:pt x="47887" y="47872"/>
                  </a:lnTo>
                  <a:lnTo>
                    <a:pt x="48280" y="50970"/>
                  </a:lnTo>
                  <a:lnTo>
                    <a:pt x="48890" y="52841"/>
                  </a:lnTo>
                  <a:lnTo>
                    <a:pt x="49016" y="55165"/>
                  </a:lnTo>
                  <a:lnTo>
                    <a:pt x="48926" y="56306"/>
                  </a:lnTo>
                  <a:lnTo>
                    <a:pt x="49037" y="58357"/>
                  </a:lnTo>
                  <a:lnTo>
                    <a:pt x="48777" y="59080"/>
                  </a:lnTo>
                  <a:lnTo>
                    <a:pt x="48972" y="61006"/>
                  </a:lnTo>
                  <a:lnTo>
                    <a:pt x="49691" y="64993"/>
                  </a:lnTo>
                  <a:lnTo>
                    <a:pt x="50005" y="67213"/>
                  </a:lnTo>
                  <a:lnTo>
                    <a:pt x="50207" y="72061"/>
                  </a:lnTo>
                  <a:lnTo>
                    <a:pt x="49700" y="73878"/>
                  </a:lnTo>
                  <a:lnTo>
                    <a:pt x="49019" y="75602"/>
                  </a:lnTo>
                  <a:lnTo>
                    <a:pt x="48574" y="77645"/>
                  </a:lnTo>
                  <a:lnTo>
                    <a:pt x="48230" y="79851"/>
                  </a:lnTo>
                  <a:lnTo>
                    <a:pt x="48023" y="83408"/>
                  </a:lnTo>
                  <a:lnTo>
                    <a:pt x="46548" y="87577"/>
                  </a:lnTo>
                  <a:lnTo>
                    <a:pt x="45920" y="88613"/>
                  </a:lnTo>
                  <a:lnTo>
                    <a:pt x="45192" y="89251"/>
                  </a:lnTo>
                  <a:lnTo>
                    <a:pt x="46782" y="92167"/>
                  </a:lnTo>
                  <a:lnTo>
                    <a:pt x="45483" y="93467"/>
                  </a:lnTo>
                  <a:lnTo>
                    <a:pt x="44066" y="93877"/>
                  </a:lnTo>
                  <a:lnTo>
                    <a:pt x="42498" y="93147"/>
                  </a:lnTo>
                  <a:lnTo>
                    <a:pt x="41521" y="93236"/>
                  </a:lnTo>
                  <a:lnTo>
                    <a:pt x="40629" y="94180"/>
                  </a:lnTo>
                  <a:lnTo>
                    <a:pt x="40278" y="94751"/>
                  </a:lnTo>
                  <a:lnTo>
                    <a:pt x="39997" y="94476"/>
                  </a:lnTo>
                  <a:lnTo>
                    <a:pt x="39408" y="92083"/>
                  </a:lnTo>
                  <a:lnTo>
                    <a:pt x="38977" y="94554"/>
                  </a:lnTo>
                  <a:lnTo>
                    <a:pt x="38073" y="95340"/>
                  </a:lnTo>
                  <a:lnTo>
                    <a:pt x="36526" y="95173"/>
                  </a:lnTo>
                  <a:lnTo>
                    <a:pt x="33941" y="95831"/>
                  </a:lnTo>
                  <a:lnTo>
                    <a:pt x="32946" y="96535"/>
                  </a:lnTo>
                  <a:lnTo>
                    <a:pt x="32533" y="97635"/>
                  </a:lnTo>
                  <a:lnTo>
                    <a:pt x="32227" y="98908"/>
                  </a:lnTo>
                  <a:lnTo>
                    <a:pt x="31823" y="99660"/>
                  </a:lnTo>
                  <a:lnTo>
                    <a:pt x="31367" y="100055"/>
                  </a:lnTo>
                  <a:lnTo>
                    <a:pt x="29371" y="100993"/>
                  </a:lnTo>
                  <a:lnTo>
                    <a:pt x="28978" y="101368"/>
                  </a:lnTo>
                  <a:lnTo>
                    <a:pt x="28053" y="103423"/>
                  </a:lnTo>
                  <a:lnTo>
                    <a:pt x="26841" y="104610"/>
                  </a:lnTo>
                  <a:lnTo>
                    <a:pt x="25838" y="104966"/>
                  </a:lnTo>
                  <a:lnTo>
                    <a:pt x="24946" y="103770"/>
                  </a:lnTo>
                  <a:lnTo>
                    <a:pt x="24580" y="103052"/>
                  </a:lnTo>
                  <a:lnTo>
                    <a:pt x="24166" y="102687"/>
                  </a:lnTo>
                  <a:lnTo>
                    <a:pt x="22798" y="102743"/>
                  </a:lnTo>
                  <a:lnTo>
                    <a:pt x="23230" y="103112"/>
                  </a:lnTo>
                  <a:lnTo>
                    <a:pt x="23509" y="103956"/>
                  </a:lnTo>
                  <a:lnTo>
                    <a:pt x="23644" y="105574"/>
                  </a:lnTo>
                  <a:lnTo>
                    <a:pt x="23489" y="107160"/>
                  </a:lnTo>
                  <a:lnTo>
                    <a:pt x="22813" y="107965"/>
                  </a:lnTo>
                  <a:lnTo>
                    <a:pt x="22008" y="108113"/>
                  </a:lnTo>
                  <a:lnTo>
                    <a:pt x="20736" y="109758"/>
                  </a:lnTo>
                  <a:lnTo>
                    <a:pt x="19054" y="110207"/>
                  </a:lnTo>
                  <a:lnTo>
                    <a:pt x="18145" y="111722"/>
                  </a:lnTo>
                  <a:lnTo>
                    <a:pt x="12586" y="114283"/>
                  </a:lnTo>
                  <a:lnTo>
                    <a:pt x="12271" y="114313"/>
                  </a:lnTo>
                  <a:lnTo>
                    <a:pt x="11504" y="113661"/>
                  </a:lnTo>
                  <a:lnTo>
                    <a:pt x="10671" y="113372"/>
                  </a:lnTo>
                  <a:lnTo>
                    <a:pt x="9843" y="113576"/>
                  </a:lnTo>
                  <a:lnTo>
                    <a:pt x="7513" y="115007"/>
                  </a:lnTo>
                  <a:lnTo>
                    <a:pt x="6385" y="114723"/>
                  </a:lnTo>
                  <a:lnTo>
                    <a:pt x="7824" y="111166"/>
                  </a:lnTo>
                  <a:lnTo>
                    <a:pt x="9757" y="109371"/>
                  </a:lnTo>
                  <a:lnTo>
                    <a:pt x="9958" y="108879"/>
                  </a:lnTo>
                  <a:lnTo>
                    <a:pt x="9326" y="108639"/>
                  </a:lnTo>
                  <a:lnTo>
                    <a:pt x="5652" y="109885"/>
                  </a:lnTo>
                  <a:lnTo>
                    <a:pt x="4376" y="110947"/>
                  </a:lnTo>
                  <a:lnTo>
                    <a:pt x="3101" y="111256"/>
                  </a:lnTo>
                  <a:lnTo>
                    <a:pt x="3691" y="109634"/>
                  </a:lnTo>
                  <a:lnTo>
                    <a:pt x="5337" y="107413"/>
                  </a:lnTo>
                  <a:lnTo>
                    <a:pt x="6220" y="106367"/>
                  </a:lnTo>
                  <a:lnTo>
                    <a:pt x="6759" y="105953"/>
                  </a:lnTo>
                  <a:lnTo>
                    <a:pt x="7373" y="104649"/>
                  </a:lnTo>
                  <a:lnTo>
                    <a:pt x="9107" y="103167"/>
                  </a:lnTo>
                  <a:lnTo>
                    <a:pt x="3521" y="106223"/>
                  </a:lnTo>
                  <a:lnTo>
                    <a:pt x="2054" y="105851"/>
                  </a:lnTo>
                  <a:lnTo>
                    <a:pt x="1708" y="104998"/>
                  </a:lnTo>
                  <a:lnTo>
                    <a:pt x="565" y="105398"/>
                  </a:lnTo>
                  <a:lnTo>
                    <a:pt x="132" y="103335"/>
                  </a:lnTo>
                  <a:lnTo>
                    <a:pt x="1825" y="100209"/>
                  </a:lnTo>
                  <a:lnTo>
                    <a:pt x="2812" y="98865"/>
                  </a:lnTo>
                  <a:lnTo>
                    <a:pt x="3983" y="98139"/>
                  </a:lnTo>
                  <a:lnTo>
                    <a:pt x="5111" y="97097"/>
                  </a:lnTo>
                  <a:lnTo>
                    <a:pt x="5530" y="95823"/>
                  </a:lnTo>
                  <a:lnTo>
                    <a:pt x="4999" y="95418"/>
                  </a:lnTo>
                  <a:lnTo>
                    <a:pt x="1619" y="95741"/>
                  </a:lnTo>
                  <a:lnTo>
                    <a:pt x="0" y="95470"/>
                  </a:lnTo>
                  <a:lnTo>
                    <a:pt x="87" y="94460"/>
                  </a:lnTo>
                  <a:lnTo>
                    <a:pt x="386" y="93342"/>
                  </a:lnTo>
                  <a:lnTo>
                    <a:pt x="2063" y="91428"/>
                  </a:lnTo>
                  <a:lnTo>
                    <a:pt x="2970" y="91121"/>
                  </a:lnTo>
                  <a:lnTo>
                    <a:pt x="3780" y="91303"/>
                  </a:lnTo>
                  <a:lnTo>
                    <a:pt x="4570" y="91793"/>
                  </a:lnTo>
                  <a:lnTo>
                    <a:pt x="5212" y="92434"/>
                  </a:lnTo>
                  <a:lnTo>
                    <a:pt x="7113" y="92066"/>
                  </a:lnTo>
                  <a:lnTo>
                    <a:pt x="6319" y="90844"/>
                  </a:lnTo>
                  <a:lnTo>
                    <a:pt x="6179" y="88361"/>
                  </a:lnTo>
                  <a:lnTo>
                    <a:pt x="5571" y="87527"/>
                  </a:lnTo>
                  <a:lnTo>
                    <a:pt x="6349" y="86376"/>
                  </a:lnTo>
                  <a:lnTo>
                    <a:pt x="7239" y="85676"/>
                  </a:lnTo>
                  <a:lnTo>
                    <a:pt x="8723" y="83295"/>
                  </a:lnTo>
                  <a:lnTo>
                    <a:pt x="9251" y="82933"/>
                  </a:lnTo>
                  <a:lnTo>
                    <a:pt x="12186" y="82355"/>
                  </a:lnTo>
                  <a:lnTo>
                    <a:pt x="15352" y="81102"/>
                  </a:lnTo>
                  <a:lnTo>
                    <a:pt x="18491" y="79374"/>
                  </a:lnTo>
                  <a:lnTo>
                    <a:pt x="16881" y="78408"/>
                  </a:lnTo>
                  <a:lnTo>
                    <a:pt x="16110" y="77134"/>
                  </a:lnTo>
                  <a:lnTo>
                    <a:pt x="14872" y="79710"/>
                  </a:lnTo>
                  <a:lnTo>
                    <a:pt x="13980" y="80695"/>
                  </a:lnTo>
                  <a:lnTo>
                    <a:pt x="11461" y="81222"/>
                  </a:lnTo>
                  <a:lnTo>
                    <a:pt x="10665" y="80932"/>
                  </a:lnTo>
                  <a:lnTo>
                    <a:pt x="9542" y="80133"/>
                  </a:lnTo>
                  <a:lnTo>
                    <a:pt x="9193" y="80437"/>
                  </a:lnTo>
                  <a:lnTo>
                    <a:pt x="8869" y="81054"/>
                  </a:lnTo>
                  <a:lnTo>
                    <a:pt x="7202" y="82318"/>
                  </a:lnTo>
                  <a:lnTo>
                    <a:pt x="5450" y="82621"/>
                  </a:lnTo>
                  <a:lnTo>
                    <a:pt x="7487" y="80303"/>
                  </a:lnTo>
                  <a:lnTo>
                    <a:pt x="10072" y="76374"/>
                  </a:lnTo>
                  <a:lnTo>
                    <a:pt x="10648" y="75132"/>
                  </a:lnTo>
                  <a:lnTo>
                    <a:pt x="11468" y="72973"/>
                  </a:lnTo>
                  <a:lnTo>
                    <a:pt x="11214" y="72012"/>
                  </a:lnTo>
                  <a:lnTo>
                    <a:pt x="10682" y="71466"/>
                  </a:lnTo>
                  <a:lnTo>
                    <a:pt x="12555" y="67024"/>
                  </a:lnTo>
                  <a:lnTo>
                    <a:pt x="13215" y="66218"/>
                  </a:lnTo>
                  <a:lnTo>
                    <a:pt x="14415" y="66088"/>
                  </a:lnTo>
                  <a:lnTo>
                    <a:pt x="15295" y="65384"/>
                  </a:lnTo>
                  <a:lnTo>
                    <a:pt x="15683" y="65381"/>
                  </a:lnTo>
                  <a:lnTo>
                    <a:pt x="16031" y="65119"/>
                  </a:lnTo>
                  <a:lnTo>
                    <a:pt x="16803" y="63788"/>
                  </a:lnTo>
                  <a:lnTo>
                    <a:pt x="15612" y="62941"/>
                  </a:lnTo>
                  <a:lnTo>
                    <a:pt x="14383" y="62506"/>
                  </a:lnTo>
                  <a:lnTo>
                    <a:pt x="10581" y="62967"/>
                  </a:lnTo>
                  <a:lnTo>
                    <a:pt x="10081" y="62868"/>
                  </a:lnTo>
                  <a:lnTo>
                    <a:pt x="9609" y="62459"/>
                  </a:lnTo>
                  <a:lnTo>
                    <a:pt x="9304" y="61871"/>
                  </a:lnTo>
                  <a:lnTo>
                    <a:pt x="9073" y="60362"/>
                  </a:lnTo>
                  <a:lnTo>
                    <a:pt x="8795" y="60024"/>
                  </a:lnTo>
                  <a:lnTo>
                    <a:pt x="7936" y="60024"/>
                  </a:lnTo>
                  <a:lnTo>
                    <a:pt x="7090" y="60486"/>
                  </a:lnTo>
                  <a:lnTo>
                    <a:pt x="6500" y="60441"/>
                  </a:lnTo>
                  <a:lnTo>
                    <a:pt x="5920" y="59780"/>
                  </a:lnTo>
                  <a:lnTo>
                    <a:pt x="6845" y="58236"/>
                  </a:lnTo>
                  <a:lnTo>
                    <a:pt x="5652" y="57873"/>
                  </a:lnTo>
                  <a:lnTo>
                    <a:pt x="4445" y="58176"/>
                  </a:lnTo>
                  <a:lnTo>
                    <a:pt x="3440" y="57708"/>
                  </a:lnTo>
                  <a:lnTo>
                    <a:pt x="3409" y="56740"/>
                  </a:lnTo>
                  <a:lnTo>
                    <a:pt x="3864" y="55773"/>
                  </a:lnTo>
                  <a:lnTo>
                    <a:pt x="3268" y="54857"/>
                  </a:lnTo>
                  <a:lnTo>
                    <a:pt x="3144" y="53699"/>
                  </a:lnTo>
                  <a:lnTo>
                    <a:pt x="3780" y="53129"/>
                  </a:lnTo>
                  <a:lnTo>
                    <a:pt x="4475" y="53318"/>
                  </a:lnTo>
                  <a:lnTo>
                    <a:pt x="5891" y="52461"/>
                  </a:lnTo>
                  <a:lnTo>
                    <a:pt x="7705" y="52045"/>
                  </a:lnTo>
                  <a:lnTo>
                    <a:pt x="6149" y="51200"/>
                  </a:lnTo>
                  <a:lnTo>
                    <a:pt x="5529" y="50475"/>
                  </a:lnTo>
                  <a:lnTo>
                    <a:pt x="5500" y="49367"/>
                  </a:lnTo>
                  <a:lnTo>
                    <a:pt x="5623" y="48419"/>
                  </a:lnTo>
                  <a:lnTo>
                    <a:pt x="7424" y="46815"/>
                  </a:lnTo>
                  <a:lnTo>
                    <a:pt x="9344" y="46108"/>
                  </a:lnTo>
                  <a:lnTo>
                    <a:pt x="9203" y="45052"/>
                  </a:lnTo>
                  <a:lnTo>
                    <a:pt x="9337" y="43909"/>
                  </a:lnTo>
                  <a:lnTo>
                    <a:pt x="7396" y="43579"/>
                  </a:lnTo>
                  <a:lnTo>
                    <a:pt x="5479" y="44385"/>
                  </a:lnTo>
                  <a:lnTo>
                    <a:pt x="5684" y="42202"/>
                  </a:lnTo>
                  <a:lnTo>
                    <a:pt x="6143" y="40231"/>
                  </a:lnTo>
                  <a:lnTo>
                    <a:pt x="6234" y="38931"/>
                  </a:lnTo>
                  <a:lnTo>
                    <a:pt x="6142" y="37540"/>
                  </a:lnTo>
                  <a:lnTo>
                    <a:pt x="5244" y="38135"/>
                  </a:lnTo>
                  <a:lnTo>
                    <a:pt x="5139" y="36174"/>
                  </a:lnTo>
                  <a:lnTo>
                    <a:pt x="4754" y="34829"/>
                  </a:lnTo>
                  <a:lnTo>
                    <a:pt x="3424" y="35756"/>
                  </a:lnTo>
                  <a:lnTo>
                    <a:pt x="3458" y="33981"/>
                  </a:lnTo>
                  <a:lnTo>
                    <a:pt x="3841" y="32740"/>
                  </a:lnTo>
                  <a:lnTo>
                    <a:pt x="4537" y="32202"/>
                  </a:lnTo>
                  <a:lnTo>
                    <a:pt x="5228" y="32436"/>
                  </a:lnTo>
                  <a:lnTo>
                    <a:pt x="6509" y="32413"/>
                  </a:lnTo>
                  <a:lnTo>
                    <a:pt x="7746" y="31481"/>
                  </a:lnTo>
                  <a:lnTo>
                    <a:pt x="9527" y="31241"/>
                  </a:lnTo>
                  <a:lnTo>
                    <a:pt x="12367" y="31534"/>
                  </a:lnTo>
                  <a:lnTo>
                    <a:pt x="14319" y="34164"/>
                  </a:lnTo>
                  <a:lnTo>
                    <a:pt x="14823" y="33694"/>
                  </a:lnTo>
                  <a:lnTo>
                    <a:pt x="15604" y="32032"/>
                  </a:lnTo>
                  <a:lnTo>
                    <a:pt x="15970" y="31848"/>
                  </a:lnTo>
                  <a:lnTo>
                    <a:pt x="18913" y="32573"/>
                  </a:lnTo>
                  <a:lnTo>
                    <a:pt x="20739" y="33529"/>
                  </a:lnTo>
                  <a:lnTo>
                    <a:pt x="21228" y="33231"/>
                  </a:lnTo>
                  <a:lnTo>
                    <a:pt x="20965" y="31387"/>
                  </a:lnTo>
                  <a:lnTo>
                    <a:pt x="20335" y="30108"/>
                  </a:lnTo>
                  <a:lnTo>
                    <a:pt x="21126" y="28433"/>
                  </a:lnTo>
                  <a:lnTo>
                    <a:pt x="22086" y="27299"/>
                  </a:lnTo>
                  <a:lnTo>
                    <a:pt x="22728" y="26734"/>
                  </a:lnTo>
                  <a:lnTo>
                    <a:pt x="24209" y="26031"/>
                  </a:lnTo>
                  <a:lnTo>
                    <a:pt x="24855" y="25369"/>
                  </a:lnTo>
                  <a:lnTo>
                    <a:pt x="25286" y="23216"/>
                  </a:lnTo>
                  <a:lnTo>
                    <a:pt x="25971" y="21423"/>
                  </a:lnTo>
                  <a:lnTo>
                    <a:pt x="22253" y="22355"/>
                  </a:lnTo>
                  <a:lnTo>
                    <a:pt x="18715" y="20229"/>
                  </a:lnTo>
                  <a:lnTo>
                    <a:pt x="19276" y="18727"/>
                  </a:lnTo>
                  <a:lnTo>
                    <a:pt x="20023" y="17875"/>
                  </a:lnTo>
                  <a:lnTo>
                    <a:pt x="21312" y="17223"/>
                  </a:lnTo>
                  <a:lnTo>
                    <a:pt x="21434" y="16439"/>
                  </a:lnTo>
                  <a:lnTo>
                    <a:pt x="22086" y="15787"/>
                  </a:lnTo>
                  <a:lnTo>
                    <a:pt x="23165" y="14076"/>
                  </a:lnTo>
                  <a:lnTo>
                    <a:pt x="22768" y="11841"/>
                  </a:lnTo>
                  <a:lnTo>
                    <a:pt x="22981" y="10206"/>
                  </a:lnTo>
                  <a:lnTo>
                    <a:pt x="23757" y="9141"/>
                  </a:lnTo>
                  <a:lnTo>
                    <a:pt x="24000" y="7612"/>
                  </a:lnTo>
                  <a:lnTo>
                    <a:pt x="24346" y="6486"/>
                  </a:lnTo>
                  <a:lnTo>
                    <a:pt x="25922" y="6084"/>
                  </a:lnTo>
                  <a:lnTo>
                    <a:pt x="27436" y="5038"/>
                  </a:lnTo>
                  <a:lnTo>
                    <a:pt x="27983" y="5139"/>
                  </a:lnTo>
                  <a:lnTo>
                    <a:pt x="29772" y="4898"/>
                  </a:lnTo>
                  <a:lnTo>
                    <a:pt x="30377" y="5319"/>
                  </a:lnTo>
                  <a:lnTo>
                    <a:pt x="30239" y="3471"/>
                  </a:lnTo>
                  <a:lnTo>
                    <a:pt x="31338" y="3230"/>
                  </a:lnTo>
                  <a:lnTo>
                    <a:pt x="31767" y="3599"/>
                  </a:lnTo>
                  <a:lnTo>
                    <a:pt x="31956" y="4909"/>
                  </a:lnTo>
                  <a:lnTo>
                    <a:pt x="32455" y="5745"/>
                  </a:lnTo>
                  <a:lnTo>
                    <a:pt x="32609" y="7198"/>
                  </a:lnTo>
                  <a:lnTo>
                    <a:pt x="32274" y="8320"/>
                  </a:lnTo>
                  <a:lnTo>
                    <a:pt x="31715" y="9185"/>
                  </a:lnTo>
                  <a:lnTo>
                    <a:pt x="32227" y="10069"/>
                  </a:lnTo>
                  <a:lnTo>
                    <a:pt x="31434" y="11668"/>
                  </a:lnTo>
                  <a:lnTo>
                    <a:pt x="32289" y="10987"/>
                  </a:lnTo>
                  <a:lnTo>
                    <a:pt x="33509" y="9421"/>
                  </a:lnTo>
                  <a:lnTo>
                    <a:pt x="33445" y="8141"/>
                  </a:lnTo>
                  <a:lnTo>
                    <a:pt x="33238" y="6533"/>
                  </a:lnTo>
                  <a:lnTo>
                    <a:pt x="32899" y="5081"/>
                  </a:lnTo>
                  <a:lnTo>
                    <a:pt x="33055" y="3483"/>
                  </a:lnTo>
                  <a:lnTo>
                    <a:pt x="33740" y="2483"/>
                  </a:lnTo>
                  <a:lnTo>
                    <a:pt x="35542" y="1981"/>
                  </a:lnTo>
                  <a:lnTo>
                    <a:pt x="34803" y="165"/>
                  </a:lnTo>
                  <a:lnTo>
                    <a:pt x="35461" y="0"/>
                  </a:lnTo>
                  <a:lnTo>
                    <a:pt x="36176" y="378"/>
                  </a:lnTo>
                  <a:lnTo>
                    <a:pt x="37227" y="1792"/>
                  </a:lnTo>
                  <a:lnTo>
                    <a:pt x="38321" y="2901"/>
                  </a:lnTo>
                  <a:lnTo>
                    <a:pt x="39456" y="3780"/>
                  </a:lnTo>
                  <a:lnTo>
                    <a:pt x="38366" y="5540"/>
                  </a:lnTo>
                  <a:lnTo>
                    <a:pt x="37025" y="6761"/>
                  </a:lnTo>
                  <a:lnTo>
                    <a:pt x="36498" y="8091"/>
                  </a:lnTo>
                  <a:lnTo>
                    <a:pt x="34677" y="9991"/>
                  </a:lnTo>
                  <a:lnTo>
                    <a:pt x="34395" y="10711"/>
                  </a:lnTo>
                  <a:lnTo>
                    <a:pt x="33882" y="13613"/>
                  </a:lnTo>
                  <a:lnTo>
                    <a:pt x="33821" y="14441"/>
                  </a:lnTo>
                  <a:lnTo>
                    <a:pt x="33235" y="15967"/>
                  </a:lnTo>
                  <a:lnTo>
                    <a:pt x="32681" y="17666"/>
                  </a:lnTo>
                  <a:lnTo>
                    <a:pt x="32036" y="18323"/>
                  </a:lnTo>
                  <a:lnTo>
                    <a:pt x="31074" y="18846"/>
                  </a:lnTo>
                  <a:lnTo>
                    <a:pt x="30527" y="19365"/>
                  </a:lnTo>
                  <a:lnTo>
                    <a:pt x="29840" y="19104"/>
                  </a:lnTo>
                  <a:lnTo>
                    <a:pt x="28969" y="19146"/>
                  </a:lnTo>
                  <a:lnTo>
                    <a:pt x="28535" y="19723"/>
                  </a:lnTo>
                  <a:lnTo>
                    <a:pt x="28557" y="20166"/>
                  </a:lnTo>
                  <a:lnTo>
                    <a:pt x="28817" y="20677"/>
                  </a:lnTo>
                  <a:lnTo>
                    <a:pt x="29580" y="21456"/>
                  </a:lnTo>
                  <a:lnTo>
                    <a:pt x="30426" y="22161"/>
                  </a:lnTo>
                  <a:lnTo>
                    <a:pt x="30333" y="22779"/>
                  </a:lnTo>
                  <a:lnTo>
                    <a:pt x="29879" y="23479"/>
                  </a:lnTo>
                  <a:lnTo>
                    <a:pt x="26996" y="25216"/>
                  </a:lnTo>
                  <a:lnTo>
                    <a:pt x="26138" y="26265"/>
                  </a:lnTo>
                  <a:lnTo>
                    <a:pt x="25840" y="26957"/>
                  </a:lnTo>
                  <a:lnTo>
                    <a:pt x="26145" y="28117"/>
                  </a:lnTo>
                  <a:lnTo>
                    <a:pt x="28445" y="31595"/>
                  </a:lnTo>
                  <a:lnTo>
                    <a:pt x="28836" y="31972"/>
                  </a:lnTo>
                  <a:lnTo>
                    <a:pt x="29176" y="33997"/>
                  </a:lnTo>
                  <a:lnTo>
                    <a:pt x="31203" y="34842"/>
                  </a:lnTo>
                  <a:lnTo>
                    <a:pt x="32034" y="36108"/>
                  </a:lnTo>
                  <a:lnTo>
                    <a:pt x="32749" y="36411"/>
                  </a:lnTo>
                  <a:lnTo>
                    <a:pt x="34303" y="36301"/>
                  </a:lnTo>
                  <a:lnTo>
                    <a:pt x="34927" y="36776"/>
                  </a:lnTo>
                  <a:lnTo>
                    <a:pt x="35280" y="36415"/>
                  </a:lnTo>
                  <a:lnTo>
                    <a:pt x="35485" y="35748"/>
                  </a:lnTo>
                  <a:lnTo>
                    <a:pt x="36793" y="34031"/>
                  </a:lnTo>
                  <a:lnTo>
                    <a:pt x="37225" y="33281"/>
                  </a:lnTo>
                  <a:lnTo>
                    <a:pt x="36965" y="32235"/>
                  </a:lnTo>
                  <a:lnTo>
                    <a:pt x="36683" y="31440"/>
                  </a:lnTo>
                  <a:lnTo>
                    <a:pt x="37478" y="29857"/>
                  </a:lnTo>
                  <a:lnTo>
                    <a:pt x="38442" y="28295"/>
                  </a:lnTo>
                  <a:lnTo>
                    <a:pt x="38926" y="28341"/>
                  </a:lnTo>
                  <a:lnTo>
                    <a:pt x="39750" y="29298"/>
                  </a:lnTo>
                  <a:lnTo>
                    <a:pt x="40427" y="30634"/>
                  </a:lnTo>
                  <a:lnTo>
                    <a:pt x="40519" y="31670"/>
                  </a:lnTo>
                  <a:lnTo>
                    <a:pt x="40645" y="32420"/>
                  </a:lnTo>
                  <a:lnTo>
                    <a:pt x="41286" y="34024"/>
                  </a:lnTo>
                  <a:lnTo>
                    <a:pt x="41700" y="34578"/>
                  </a:lnTo>
                  <a:lnTo>
                    <a:pt x="42818" y="34900"/>
                  </a:lnTo>
                  <a:lnTo>
                    <a:pt x="43078" y="35529"/>
                  </a:lnTo>
                  <a:lnTo>
                    <a:pt x="42879" y="37853"/>
                  </a:lnTo>
                  <a:lnTo>
                    <a:pt x="43045" y="38625"/>
                  </a:lnTo>
                  <a:lnTo>
                    <a:pt x="44215" y="38666"/>
                  </a:lnTo>
                  <a:lnTo>
                    <a:pt x="45456" y="38478"/>
                  </a:lnTo>
                  <a:lnTo>
                    <a:pt x="45890" y="38566"/>
                  </a:lnTo>
                  <a:lnTo>
                    <a:pt x="46337" y="38080"/>
                  </a:lnTo>
                  <a:lnTo>
                    <a:pt x="47028" y="375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3835244" y="2836149"/>
              <a:ext cx="11328" cy="12415"/>
            </a:xfrm>
            <a:custGeom>
              <a:avLst/>
              <a:pathLst>
                <a:path w="11328" h="12415">
                  <a:moveTo>
                    <a:pt x="10276" y="2426"/>
                  </a:moveTo>
                  <a:lnTo>
                    <a:pt x="9205" y="5971"/>
                  </a:lnTo>
                  <a:lnTo>
                    <a:pt x="7587" y="8928"/>
                  </a:lnTo>
                  <a:lnTo>
                    <a:pt x="6894" y="8007"/>
                  </a:lnTo>
                  <a:lnTo>
                    <a:pt x="6359" y="8051"/>
                  </a:lnTo>
                  <a:lnTo>
                    <a:pt x="5204" y="9183"/>
                  </a:lnTo>
                  <a:lnTo>
                    <a:pt x="4368" y="9379"/>
                  </a:lnTo>
                  <a:lnTo>
                    <a:pt x="2855" y="11398"/>
                  </a:lnTo>
                  <a:lnTo>
                    <a:pt x="1481" y="12415"/>
                  </a:lnTo>
                  <a:lnTo>
                    <a:pt x="522" y="12337"/>
                  </a:lnTo>
                  <a:lnTo>
                    <a:pt x="189" y="12134"/>
                  </a:lnTo>
                  <a:lnTo>
                    <a:pt x="0" y="10757"/>
                  </a:lnTo>
                  <a:lnTo>
                    <a:pt x="16" y="10215"/>
                  </a:lnTo>
                  <a:lnTo>
                    <a:pt x="597" y="10499"/>
                  </a:lnTo>
                  <a:lnTo>
                    <a:pt x="2724" y="8665"/>
                  </a:lnTo>
                  <a:lnTo>
                    <a:pt x="5380" y="5653"/>
                  </a:lnTo>
                  <a:lnTo>
                    <a:pt x="5633" y="4316"/>
                  </a:lnTo>
                  <a:lnTo>
                    <a:pt x="5206" y="2136"/>
                  </a:lnTo>
                  <a:lnTo>
                    <a:pt x="5323" y="1643"/>
                  </a:lnTo>
                  <a:lnTo>
                    <a:pt x="7044" y="2761"/>
                  </a:lnTo>
                  <a:lnTo>
                    <a:pt x="8966" y="588"/>
                  </a:lnTo>
                  <a:lnTo>
                    <a:pt x="10575" y="0"/>
                  </a:lnTo>
                  <a:lnTo>
                    <a:pt x="11328" y="15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0"/>
            <p:cNvSpPr/>
            <p:nvPr/>
          </p:nvSpPr>
          <p:spPr>
            <a:xfrm>
              <a:off x="3705528" y="2458947"/>
              <a:ext cx="221897" cy="433379"/>
            </a:xfrm>
            <a:custGeom>
              <a:avLst/>
              <a:pathLst>
                <a:path w="221897" h="433379">
                  <a:moveTo>
                    <a:pt x="24065" y="26321"/>
                  </a:moveTo>
                  <a:lnTo>
                    <a:pt x="24706" y="26579"/>
                  </a:lnTo>
                  <a:lnTo>
                    <a:pt x="26405" y="25291"/>
                  </a:lnTo>
                  <a:lnTo>
                    <a:pt x="28394" y="25467"/>
                  </a:lnTo>
                  <a:lnTo>
                    <a:pt x="29133" y="25535"/>
                  </a:lnTo>
                  <a:lnTo>
                    <a:pt x="31761" y="20127"/>
                  </a:lnTo>
                  <a:lnTo>
                    <a:pt x="32559" y="18323"/>
                  </a:lnTo>
                  <a:lnTo>
                    <a:pt x="34128" y="17386"/>
                  </a:lnTo>
                  <a:lnTo>
                    <a:pt x="35009" y="15237"/>
                  </a:lnTo>
                  <a:lnTo>
                    <a:pt x="36424" y="12634"/>
                  </a:lnTo>
                  <a:lnTo>
                    <a:pt x="38151" y="10184"/>
                  </a:lnTo>
                  <a:lnTo>
                    <a:pt x="39736" y="7984"/>
                  </a:lnTo>
                  <a:lnTo>
                    <a:pt x="40952" y="6654"/>
                  </a:lnTo>
                  <a:lnTo>
                    <a:pt x="43150" y="3545"/>
                  </a:lnTo>
                  <a:lnTo>
                    <a:pt x="44525" y="2467"/>
                  </a:lnTo>
                  <a:lnTo>
                    <a:pt x="45717" y="2500"/>
                  </a:lnTo>
                  <a:lnTo>
                    <a:pt x="47503" y="6146"/>
                  </a:lnTo>
                  <a:lnTo>
                    <a:pt x="49007" y="9462"/>
                  </a:lnTo>
                  <a:lnTo>
                    <a:pt x="49472" y="10917"/>
                  </a:lnTo>
                  <a:lnTo>
                    <a:pt x="48724" y="12220"/>
                  </a:lnTo>
                  <a:lnTo>
                    <a:pt x="47330" y="13480"/>
                  </a:lnTo>
                  <a:lnTo>
                    <a:pt x="47063" y="14403"/>
                  </a:lnTo>
                  <a:lnTo>
                    <a:pt x="46966" y="15585"/>
                  </a:lnTo>
                  <a:lnTo>
                    <a:pt x="47021" y="16716"/>
                  </a:lnTo>
                  <a:lnTo>
                    <a:pt x="47208" y="17638"/>
                  </a:lnTo>
                  <a:lnTo>
                    <a:pt x="48919" y="19781"/>
                  </a:lnTo>
                  <a:lnTo>
                    <a:pt x="49113" y="20958"/>
                  </a:lnTo>
                  <a:lnTo>
                    <a:pt x="49126" y="22153"/>
                  </a:lnTo>
                  <a:lnTo>
                    <a:pt x="48930" y="22899"/>
                  </a:lnTo>
                  <a:lnTo>
                    <a:pt x="48549" y="23331"/>
                  </a:lnTo>
                  <a:lnTo>
                    <a:pt x="47359" y="23932"/>
                  </a:lnTo>
                  <a:lnTo>
                    <a:pt x="46341" y="24630"/>
                  </a:lnTo>
                  <a:lnTo>
                    <a:pt x="45987" y="25315"/>
                  </a:lnTo>
                  <a:lnTo>
                    <a:pt x="45680" y="26129"/>
                  </a:lnTo>
                  <a:lnTo>
                    <a:pt x="45724" y="27031"/>
                  </a:lnTo>
                  <a:lnTo>
                    <a:pt x="46032" y="28057"/>
                  </a:lnTo>
                  <a:lnTo>
                    <a:pt x="48120" y="30862"/>
                  </a:lnTo>
                  <a:lnTo>
                    <a:pt x="48356" y="31893"/>
                  </a:lnTo>
                  <a:lnTo>
                    <a:pt x="48772" y="33280"/>
                  </a:lnTo>
                  <a:lnTo>
                    <a:pt x="49281" y="34131"/>
                  </a:lnTo>
                  <a:lnTo>
                    <a:pt x="50152" y="34363"/>
                  </a:lnTo>
                  <a:lnTo>
                    <a:pt x="50568" y="34936"/>
                  </a:lnTo>
                  <a:lnTo>
                    <a:pt x="52585" y="40111"/>
                  </a:lnTo>
                  <a:lnTo>
                    <a:pt x="53078" y="40477"/>
                  </a:lnTo>
                  <a:lnTo>
                    <a:pt x="55435" y="39338"/>
                  </a:lnTo>
                  <a:lnTo>
                    <a:pt x="55762" y="39390"/>
                  </a:lnTo>
                  <a:lnTo>
                    <a:pt x="55784" y="40660"/>
                  </a:lnTo>
                  <a:lnTo>
                    <a:pt x="56137" y="48014"/>
                  </a:lnTo>
                  <a:lnTo>
                    <a:pt x="56410" y="51811"/>
                  </a:lnTo>
                  <a:lnTo>
                    <a:pt x="56812" y="55505"/>
                  </a:lnTo>
                  <a:lnTo>
                    <a:pt x="57449" y="58875"/>
                  </a:lnTo>
                  <a:lnTo>
                    <a:pt x="58204" y="62081"/>
                  </a:lnTo>
                  <a:lnTo>
                    <a:pt x="59242" y="64061"/>
                  </a:lnTo>
                  <a:lnTo>
                    <a:pt x="61559" y="66443"/>
                  </a:lnTo>
                  <a:lnTo>
                    <a:pt x="62682" y="67131"/>
                  </a:lnTo>
                  <a:lnTo>
                    <a:pt x="65638" y="67609"/>
                  </a:lnTo>
                  <a:lnTo>
                    <a:pt x="68558" y="68662"/>
                  </a:lnTo>
                  <a:lnTo>
                    <a:pt x="70282" y="69777"/>
                  </a:lnTo>
                  <a:lnTo>
                    <a:pt x="70809" y="70564"/>
                  </a:lnTo>
                  <a:lnTo>
                    <a:pt x="71244" y="71773"/>
                  </a:lnTo>
                  <a:lnTo>
                    <a:pt x="72669" y="77400"/>
                  </a:lnTo>
                  <a:lnTo>
                    <a:pt x="74917" y="81404"/>
                  </a:lnTo>
                  <a:lnTo>
                    <a:pt x="79453" y="87416"/>
                  </a:lnTo>
                  <a:lnTo>
                    <a:pt x="81653" y="89414"/>
                  </a:lnTo>
                  <a:lnTo>
                    <a:pt x="89058" y="93199"/>
                  </a:lnTo>
                  <a:lnTo>
                    <a:pt x="93985" y="92985"/>
                  </a:lnTo>
                  <a:lnTo>
                    <a:pt x="107610" y="85686"/>
                  </a:lnTo>
                  <a:lnTo>
                    <a:pt x="112139" y="83866"/>
                  </a:lnTo>
                  <a:lnTo>
                    <a:pt x="113839" y="83866"/>
                  </a:lnTo>
                  <a:lnTo>
                    <a:pt x="112827" y="85318"/>
                  </a:lnTo>
                  <a:lnTo>
                    <a:pt x="111124" y="86148"/>
                  </a:lnTo>
                  <a:lnTo>
                    <a:pt x="112151" y="87172"/>
                  </a:lnTo>
                  <a:lnTo>
                    <a:pt x="113734" y="87342"/>
                  </a:lnTo>
                  <a:lnTo>
                    <a:pt x="114469" y="87176"/>
                  </a:lnTo>
                  <a:lnTo>
                    <a:pt x="114999" y="86250"/>
                  </a:lnTo>
                  <a:lnTo>
                    <a:pt x="115087" y="84724"/>
                  </a:lnTo>
                  <a:lnTo>
                    <a:pt x="115010" y="83211"/>
                  </a:lnTo>
                  <a:lnTo>
                    <a:pt x="114260" y="76438"/>
                  </a:lnTo>
                  <a:lnTo>
                    <a:pt x="113825" y="71656"/>
                  </a:lnTo>
                  <a:lnTo>
                    <a:pt x="117018" y="71983"/>
                  </a:lnTo>
                  <a:lnTo>
                    <a:pt x="118263" y="71359"/>
                  </a:lnTo>
                  <a:lnTo>
                    <a:pt x="120091" y="69764"/>
                  </a:lnTo>
                  <a:lnTo>
                    <a:pt x="121475" y="68799"/>
                  </a:lnTo>
                  <a:lnTo>
                    <a:pt x="122174" y="68666"/>
                  </a:lnTo>
                  <a:lnTo>
                    <a:pt x="122862" y="67915"/>
                  </a:lnTo>
                  <a:lnTo>
                    <a:pt x="123389" y="66977"/>
                  </a:lnTo>
                  <a:lnTo>
                    <a:pt x="124579" y="60454"/>
                  </a:lnTo>
                  <a:lnTo>
                    <a:pt x="125171" y="58821"/>
                  </a:lnTo>
                  <a:lnTo>
                    <a:pt x="127191" y="55140"/>
                  </a:lnTo>
                  <a:lnTo>
                    <a:pt x="128907" y="52810"/>
                  </a:lnTo>
                  <a:lnTo>
                    <a:pt x="130704" y="50748"/>
                  </a:lnTo>
                  <a:lnTo>
                    <a:pt x="132977" y="49311"/>
                  </a:lnTo>
                  <a:lnTo>
                    <a:pt x="136003" y="49462"/>
                  </a:lnTo>
                  <a:lnTo>
                    <a:pt x="138408" y="49967"/>
                  </a:lnTo>
                  <a:lnTo>
                    <a:pt x="139799" y="49943"/>
                  </a:lnTo>
                  <a:lnTo>
                    <a:pt x="140462" y="50090"/>
                  </a:lnTo>
                  <a:lnTo>
                    <a:pt x="140960" y="49882"/>
                  </a:lnTo>
                  <a:lnTo>
                    <a:pt x="141246" y="49457"/>
                  </a:lnTo>
                  <a:lnTo>
                    <a:pt x="141559" y="46611"/>
                  </a:lnTo>
                  <a:lnTo>
                    <a:pt x="142051" y="45684"/>
                  </a:lnTo>
                  <a:lnTo>
                    <a:pt x="142900" y="44889"/>
                  </a:lnTo>
                  <a:lnTo>
                    <a:pt x="144090" y="44883"/>
                  </a:lnTo>
                  <a:lnTo>
                    <a:pt x="145538" y="44675"/>
                  </a:lnTo>
                  <a:lnTo>
                    <a:pt x="146743" y="44870"/>
                  </a:lnTo>
                  <a:lnTo>
                    <a:pt x="148262" y="45964"/>
                  </a:lnTo>
                  <a:lnTo>
                    <a:pt x="150246" y="46054"/>
                  </a:lnTo>
                  <a:lnTo>
                    <a:pt x="151564" y="45864"/>
                  </a:lnTo>
                  <a:lnTo>
                    <a:pt x="152331" y="46952"/>
                  </a:lnTo>
                  <a:lnTo>
                    <a:pt x="152883" y="48406"/>
                  </a:lnTo>
                  <a:lnTo>
                    <a:pt x="153151" y="49620"/>
                  </a:lnTo>
                  <a:lnTo>
                    <a:pt x="153212" y="51286"/>
                  </a:lnTo>
                  <a:lnTo>
                    <a:pt x="153201" y="52556"/>
                  </a:lnTo>
                  <a:lnTo>
                    <a:pt x="153407" y="53046"/>
                  </a:lnTo>
                  <a:lnTo>
                    <a:pt x="154214" y="53804"/>
                  </a:lnTo>
                  <a:lnTo>
                    <a:pt x="155333" y="54372"/>
                  </a:lnTo>
                  <a:lnTo>
                    <a:pt x="157514" y="55058"/>
                  </a:lnTo>
                  <a:lnTo>
                    <a:pt x="159558" y="56371"/>
                  </a:lnTo>
                  <a:lnTo>
                    <a:pt x="160621" y="57268"/>
                  </a:lnTo>
                  <a:lnTo>
                    <a:pt x="162097" y="58669"/>
                  </a:lnTo>
                  <a:lnTo>
                    <a:pt x="163856" y="62133"/>
                  </a:lnTo>
                  <a:lnTo>
                    <a:pt x="164506" y="62683"/>
                  </a:lnTo>
                  <a:lnTo>
                    <a:pt x="165295" y="63034"/>
                  </a:lnTo>
                  <a:lnTo>
                    <a:pt x="165859" y="62940"/>
                  </a:lnTo>
                  <a:lnTo>
                    <a:pt x="167180" y="61473"/>
                  </a:lnTo>
                  <a:lnTo>
                    <a:pt x="168327" y="62555"/>
                  </a:lnTo>
                  <a:lnTo>
                    <a:pt x="168910" y="62416"/>
                  </a:lnTo>
                  <a:lnTo>
                    <a:pt x="170229" y="61611"/>
                  </a:lnTo>
                  <a:lnTo>
                    <a:pt x="171630" y="62611"/>
                  </a:lnTo>
                  <a:lnTo>
                    <a:pt x="175124" y="66420"/>
                  </a:lnTo>
                  <a:lnTo>
                    <a:pt x="175508" y="66332"/>
                  </a:lnTo>
                  <a:lnTo>
                    <a:pt x="175826" y="66719"/>
                  </a:lnTo>
                  <a:lnTo>
                    <a:pt x="176116" y="67590"/>
                  </a:lnTo>
                  <a:lnTo>
                    <a:pt x="176320" y="68666"/>
                  </a:lnTo>
                  <a:lnTo>
                    <a:pt x="176581" y="71946"/>
                  </a:lnTo>
                  <a:lnTo>
                    <a:pt x="177589" y="74337"/>
                  </a:lnTo>
                  <a:lnTo>
                    <a:pt x="178823" y="76521"/>
                  </a:lnTo>
                  <a:lnTo>
                    <a:pt x="180261" y="77716"/>
                  </a:lnTo>
                  <a:lnTo>
                    <a:pt x="183270" y="80578"/>
                  </a:lnTo>
                  <a:lnTo>
                    <a:pt x="184584" y="82904"/>
                  </a:lnTo>
                  <a:lnTo>
                    <a:pt x="185913" y="86848"/>
                  </a:lnTo>
                  <a:lnTo>
                    <a:pt x="187552" y="92044"/>
                  </a:lnTo>
                  <a:lnTo>
                    <a:pt x="187789" y="92515"/>
                  </a:lnTo>
                  <a:lnTo>
                    <a:pt x="192008" y="92358"/>
                  </a:lnTo>
                  <a:lnTo>
                    <a:pt x="196746" y="92369"/>
                  </a:lnTo>
                  <a:lnTo>
                    <a:pt x="197325" y="94447"/>
                  </a:lnTo>
                  <a:lnTo>
                    <a:pt x="197214" y="98570"/>
                  </a:lnTo>
                  <a:lnTo>
                    <a:pt x="197384" y="102796"/>
                  </a:lnTo>
                  <a:lnTo>
                    <a:pt x="197809" y="105727"/>
                  </a:lnTo>
                  <a:lnTo>
                    <a:pt x="197813" y="108428"/>
                  </a:lnTo>
                  <a:lnTo>
                    <a:pt x="197471" y="109796"/>
                  </a:lnTo>
                  <a:lnTo>
                    <a:pt x="197204" y="111360"/>
                  </a:lnTo>
                  <a:lnTo>
                    <a:pt x="197129" y="112044"/>
                  </a:lnTo>
                  <a:lnTo>
                    <a:pt x="197738" y="113020"/>
                  </a:lnTo>
                  <a:lnTo>
                    <a:pt x="198271" y="115268"/>
                  </a:lnTo>
                  <a:lnTo>
                    <a:pt x="198346" y="118395"/>
                  </a:lnTo>
                  <a:lnTo>
                    <a:pt x="198080" y="120057"/>
                  </a:lnTo>
                  <a:lnTo>
                    <a:pt x="198118" y="121425"/>
                  </a:lnTo>
                  <a:lnTo>
                    <a:pt x="198384" y="122598"/>
                  </a:lnTo>
                  <a:lnTo>
                    <a:pt x="198612" y="124553"/>
                  </a:lnTo>
                  <a:lnTo>
                    <a:pt x="198574" y="125724"/>
                  </a:lnTo>
                  <a:lnTo>
                    <a:pt x="198194" y="126897"/>
                  </a:lnTo>
                  <a:lnTo>
                    <a:pt x="197966" y="128363"/>
                  </a:lnTo>
                  <a:lnTo>
                    <a:pt x="197662" y="130220"/>
                  </a:lnTo>
                  <a:lnTo>
                    <a:pt x="197547" y="131686"/>
                  </a:lnTo>
                  <a:lnTo>
                    <a:pt x="196976" y="132370"/>
                  </a:lnTo>
                  <a:lnTo>
                    <a:pt x="196520" y="132859"/>
                  </a:lnTo>
                  <a:lnTo>
                    <a:pt x="196596" y="134716"/>
                  </a:lnTo>
                  <a:lnTo>
                    <a:pt x="196824" y="136280"/>
                  </a:lnTo>
                  <a:lnTo>
                    <a:pt x="197091" y="138136"/>
                  </a:lnTo>
                  <a:lnTo>
                    <a:pt x="196786" y="139407"/>
                  </a:lnTo>
                  <a:lnTo>
                    <a:pt x="196596" y="140873"/>
                  </a:lnTo>
                  <a:lnTo>
                    <a:pt x="196177" y="143219"/>
                  </a:lnTo>
                  <a:lnTo>
                    <a:pt x="196291" y="145172"/>
                  </a:lnTo>
                  <a:lnTo>
                    <a:pt x="195834" y="146834"/>
                  </a:lnTo>
                  <a:lnTo>
                    <a:pt x="195263" y="148300"/>
                  </a:lnTo>
                  <a:lnTo>
                    <a:pt x="194884" y="149473"/>
                  </a:lnTo>
                  <a:lnTo>
                    <a:pt x="194807" y="151134"/>
                  </a:lnTo>
                  <a:lnTo>
                    <a:pt x="194388" y="151721"/>
                  </a:lnTo>
                  <a:lnTo>
                    <a:pt x="193589" y="153089"/>
                  </a:lnTo>
                  <a:lnTo>
                    <a:pt x="193094" y="154066"/>
                  </a:lnTo>
                  <a:lnTo>
                    <a:pt x="192371" y="154359"/>
                  </a:lnTo>
                  <a:lnTo>
                    <a:pt x="192219" y="155141"/>
                  </a:lnTo>
                  <a:lnTo>
                    <a:pt x="192332" y="155923"/>
                  </a:lnTo>
                  <a:lnTo>
                    <a:pt x="192637" y="156412"/>
                  </a:lnTo>
                  <a:lnTo>
                    <a:pt x="193112" y="158103"/>
                  </a:lnTo>
                  <a:lnTo>
                    <a:pt x="194097" y="161016"/>
                  </a:lnTo>
                  <a:lnTo>
                    <a:pt x="191257" y="161378"/>
                  </a:lnTo>
                  <a:lnTo>
                    <a:pt x="190423" y="163965"/>
                  </a:lnTo>
                  <a:lnTo>
                    <a:pt x="189451" y="167654"/>
                  </a:lnTo>
                  <a:lnTo>
                    <a:pt x="189926" y="175124"/>
                  </a:lnTo>
                  <a:lnTo>
                    <a:pt x="189453" y="178967"/>
                  </a:lnTo>
                  <a:lnTo>
                    <a:pt x="189740" y="181124"/>
                  </a:lnTo>
                  <a:lnTo>
                    <a:pt x="190465" y="182619"/>
                  </a:lnTo>
                  <a:lnTo>
                    <a:pt x="191394" y="183444"/>
                  </a:lnTo>
                  <a:lnTo>
                    <a:pt x="193142" y="183495"/>
                  </a:lnTo>
                  <a:lnTo>
                    <a:pt x="194298" y="184078"/>
                  </a:lnTo>
                  <a:lnTo>
                    <a:pt x="194414" y="185075"/>
                  </a:lnTo>
                  <a:lnTo>
                    <a:pt x="193750" y="186522"/>
                  </a:lnTo>
                  <a:lnTo>
                    <a:pt x="192686" y="189253"/>
                  </a:lnTo>
                  <a:lnTo>
                    <a:pt x="192125" y="190444"/>
                  </a:lnTo>
                  <a:lnTo>
                    <a:pt x="190312" y="195931"/>
                  </a:lnTo>
                  <a:lnTo>
                    <a:pt x="190328" y="198267"/>
                  </a:lnTo>
                  <a:lnTo>
                    <a:pt x="190496" y="200155"/>
                  </a:lnTo>
                  <a:lnTo>
                    <a:pt x="191278" y="206080"/>
                  </a:lnTo>
                  <a:lnTo>
                    <a:pt x="192037" y="211823"/>
                  </a:lnTo>
                  <a:lnTo>
                    <a:pt x="193405" y="222183"/>
                  </a:lnTo>
                  <a:lnTo>
                    <a:pt x="193381" y="224590"/>
                  </a:lnTo>
                  <a:lnTo>
                    <a:pt x="192952" y="229934"/>
                  </a:lnTo>
                  <a:lnTo>
                    <a:pt x="192924" y="233182"/>
                  </a:lnTo>
                  <a:lnTo>
                    <a:pt x="193117" y="237399"/>
                  </a:lnTo>
                  <a:lnTo>
                    <a:pt x="192971" y="239582"/>
                  </a:lnTo>
                  <a:lnTo>
                    <a:pt x="193306" y="244470"/>
                  </a:lnTo>
                  <a:lnTo>
                    <a:pt x="193690" y="244822"/>
                  </a:lnTo>
                  <a:lnTo>
                    <a:pt x="196643" y="245772"/>
                  </a:lnTo>
                  <a:lnTo>
                    <a:pt x="199356" y="246643"/>
                  </a:lnTo>
                  <a:lnTo>
                    <a:pt x="202966" y="247802"/>
                  </a:lnTo>
                  <a:lnTo>
                    <a:pt x="204059" y="250671"/>
                  </a:lnTo>
                  <a:lnTo>
                    <a:pt x="204740" y="256958"/>
                  </a:lnTo>
                  <a:lnTo>
                    <a:pt x="204700" y="261664"/>
                  </a:lnTo>
                  <a:lnTo>
                    <a:pt x="204393" y="264068"/>
                  </a:lnTo>
                  <a:lnTo>
                    <a:pt x="201808" y="270940"/>
                  </a:lnTo>
                  <a:lnTo>
                    <a:pt x="199186" y="277903"/>
                  </a:lnTo>
                  <a:lnTo>
                    <a:pt x="196567" y="284856"/>
                  </a:lnTo>
                  <a:lnTo>
                    <a:pt x="193566" y="292827"/>
                  </a:lnTo>
                  <a:lnTo>
                    <a:pt x="195762" y="298596"/>
                  </a:lnTo>
                  <a:lnTo>
                    <a:pt x="197120" y="302163"/>
                  </a:lnTo>
                  <a:lnTo>
                    <a:pt x="199033" y="307190"/>
                  </a:lnTo>
                  <a:lnTo>
                    <a:pt x="199276" y="308396"/>
                  </a:lnTo>
                  <a:lnTo>
                    <a:pt x="199258" y="310370"/>
                  </a:lnTo>
                  <a:lnTo>
                    <a:pt x="201222" y="318021"/>
                  </a:lnTo>
                  <a:lnTo>
                    <a:pt x="201914" y="322015"/>
                  </a:lnTo>
                  <a:lnTo>
                    <a:pt x="202539" y="324358"/>
                  </a:lnTo>
                  <a:lnTo>
                    <a:pt x="204092" y="328020"/>
                  </a:lnTo>
                  <a:lnTo>
                    <a:pt x="205609" y="331600"/>
                  </a:lnTo>
                  <a:lnTo>
                    <a:pt x="207257" y="333240"/>
                  </a:lnTo>
                  <a:lnTo>
                    <a:pt x="208380" y="333601"/>
                  </a:lnTo>
                  <a:lnTo>
                    <a:pt x="210940" y="335494"/>
                  </a:lnTo>
                  <a:lnTo>
                    <a:pt x="211870" y="336997"/>
                  </a:lnTo>
                  <a:lnTo>
                    <a:pt x="213374" y="340800"/>
                  </a:lnTo>
                  <a:lnTo>
                    <a:pt x="215135" y="340280"/>
                  </a:lnTo>
                  <a:lnTo>
                    <a:pt x="215501" y="340277"/>
                  </a:lnTo>
                  <a:lnTo>
                    <a:pt x="215600" y="340552"/>
                  </a:lnTo>
                  <a:lnTo>
                    <a:pt x="215652" y="341779"/>
                  </a:lnTo>
                  <a:lnTo>
                    <a:pt x="215390" y="347688"/>
                  </a:lnTo>
                  <a:lnTo>
                    <a:pt x="215880" y="353643"/>
                  </a:lnTo>
                  <a:lnTo>
                    <a:pt x="216222" y="362612"/>
                  </a:lnTo>
                  <a:lnTo>
                    <a:pt x="216094" y="364163"/>
                  </a:lnTo>
                  <a:lnTo>
                    <a:pt x="215672" y="366757"/>
                  </a:lnTo>
                  <a:lnTo>
                    <a:pt x="215652" y="368428"/>
                  </a:lnTo>
                  <a:lnTo>
                    <a:pt x="215540" y="369449"/>
                  </a:lnTo>
                  <a:lnTo>
                    <a:pt x="215658" y="369905"/>
                  </a:lnTo>
                  <a:lnTo>
                    <a:pt x="216217" y="370518"/>
                  </a:lnTo>
                  <a:lnTo>
                    <a:pt x="217412" y="370844"/>
                  </a:lnTo>
                  <a:lnTo>
                    <a:pt x="220305" y="369837"/>
                  </a:lnTo>
                  <a:lnTo>
                    <a:pt x="220642" y="370090"/>
                  </a:lnTo>
                  <a:lnTo>
                    <a:pt x="221334" y="371155"/>
                  </a:lnTo>
                  <a:lnTo>
                    <a:pt x="221856" y="372822"/>
                  </a:lnTo>
                  <a:lnTo>
                    <a:pt x="221897" y="373617"/>
                  </a:lnTo>
                  <a:lnTo>
                    <a:pt x="221171" y="375003"/>
                  </a:lnTo>
                  <a:lnTo>
                    <a:pt x="221049" y="377353"/>
                  </a:lnTo>
                  <a:lnTo>
                    <a:pt x="221267" y="380866"/>
                  </a:lnTo>
                  <a:lnTo>
                    <a:pt x="221166" y="381295"/>
                  </a:lnTo>
                  <a:lnTo>
                    <a:pt x="220527" y="382097"/>
                  </a:lnTo>
                  <a:lnTo>
                    <a:pt x="220319" y="387180"/>
                  </a:lnTo>
                  <a:lnTo>
                    <a:pt x="220201" y="387647"/>
                  </a:lnTo>
                  <a:lnTo>
                    <a:pt x="219455" y="388163"/>
                  </a:lnTo>
                  <a:lnTo>
                    <a:pt x="215930" y="387821"/>
                  </a:lnTo>
                  <a:lnTo>
                    <a:pt x="215526" y="387961"/>
                  </a:lnTo>
                  <a:lnTo>
                    <a:pt x="214201" y="389305"/>
                  </a:lnTo>
                  <a:lnTo>
                    <a:pt x="211932" y="390269"/>
                  </a:lnTo>
                  <a:lnTo>
                    <a:pt x="211308" y="390813"/>
                  </a:lnTo>
                  <a:lnTo>
                    <a:pt x="210471" y="392342"/>
                  </a:lnTo>
                  <a:lnTo>
                    <a:pt x="209865" y="394215"/>
                  </a:lnTo>
                  <a:lnTo>
                    <a:pt x="209750" y="395937"/>
                  </a:lnTo>
                  <a:lnTo>
                    <a:pt x="209632" y="396297"/>
                  </a:lnTo>
                  <a:lnTo>
                    <a:pt x="208327" y="395944"/>
                  </a:lnTo>
                  <a:lnTo>
                    <a:pt x="207902" y="397443"/>
                  </a:lnTo>
                  <a:lnTo>
                    <a:pt x="205379" y="399684"/>
                  </a:lnTo>
                  <a:lnTo>
                    <a:pt x="205063" y="400171"/>
                  </a:lnTo>
                  <a:lnTo>
                    <a:pt x="204690" y="401963"/>
                  </a:lnTo>
                  <a:lnTo>
                    <a:pt x="204354" y="406970"/>
                  </a:lnTo>
                  <a:lnTo>
                    <a:pt x="204051" y="411476"/>
                  </a:lnTo>
                  <a:lnTo>
                    <a:pt x="203859" y="412134"/>
                  </a:lnTo>
                  <a:lnTo>
                    <a:pt x="203064" y="413673"/>
                  </a:lnTo>
                  <a:lnTo>
                    <a:pt x="202985" y="414197"/>
                  </a:lnTo>
                  <a:lnTo>
                    <a:pt x="203095" y="415937"/>
                  </a:lnTo>
                  <a:lnTo>
                    <a:pt x="202736" y="419121"/>
                  </a:lnTo>
                  <a:lnTo>
                    <a:pt x="202451" y="427941"/>
                  </a:lnTo>
                  <a:lnTo>
                    <a:pt x="202135" y="430417"/>
                  </a:lnTo>
                  <a:lnTo>
                    <a:pt x="201504" y="430619"/>
                  </a:lnTo>
                  <a:lnTo>
                    <a:pt x="201012" y="431856"/>
                  </a:lnTo>
                  <a:lnTo>
                    <a:pt x="200113" y="433379"/>
                  </a:lnTo>
                  <a:lnTo>
                    <a:pt x="198165" y="432201"/>
                  </a:lnTo>
                  <a:lnTo>
                    <a:pt x="196619" y="430963"/>
                  </a:lnTo>
                  <a:lnTo>
                    <a:pt x="191501" y="428057"/>
                  </a:lnTo>
                  <a:lnTo>
                    <a:pt x="190940" y="426650"/>
                  </a:lnTo>
                  <a:lnTo>
                    <a:pt x="190622" y="424177"/>
                  </a:lnTo>
                  <a:lnTo>
                    <a:pt x="189736" y="423481"/>
                  </a:lnTo>
                  <a:lnTo>
                    <a:pt x="188466" y="427190"/>
                  </a:lnTo>
                  <a:lnTo>
                    <a:pt x="184145" y="425046"/>
                  </a:lnTo>
                  <a:lnTo>
                    <a:pt x="182677" y="425705"/>
                  </a:lnTo>
                  <a:lnTo>
                    <a:pt x="181771" y="424551"/>
                  </a:lnTo>
                  <a:lnTo>
                    <a:pt x="179442" y="424480"/>
                  </a:lnTo>
                  <a:lnTo>
                    <a:pt x="177601" y="422168"/>
                  </a:lnTo>
                  <a:lnTo>
                    <a:pt x="174968" y="423757"/>
                  </a:lnTo>
                  <a:lnTo>
                    <a:pt x="172883" y="424066"/>
                  </a:lnTo>
                  <a:lnTo>
                    <a:pt x="170027" y="420009"/>
                  </a:lnTo>
                  <a:lnTo>
                    <a:pt x="166954" y="418890"/>
                  </a:lnTo>
                  <a:lnTo>
                    <a:pt x="164461" y="419232"/>
                  </a:lnTo>
                  <a:lnTo>
                    <a:pt x="163180" y="418915"/>
                  </a:lnTo>
                  <a:lnTo>
                    <a:pt x="161102" y="417461"/>
                  </a:lnTo>
                  <a:lnTo>
                    <a:pt x="160116" y="415959"/>
                  </a:lnTo>
                  <a:lnTo>
                    <a:pt x="158498" y="417100"/>
                  </a:lnTo>
                  <a:lnTo>
                    <a:pt x="157767" y="414976"/>
                  </a:lnTo>
                  <a:lnTo>
                    <a:pt x="153187" y="413007"/>
                  </a:lnTo>
                  <a:lnTo>
                    <a:pt x="152340" y="409245"/>
                  </a:lnTo>
                  <a:lnTo>
                    <a:pt x="151702" y="405748"/>
                  </a:lnTo>
                  <a:lnTo>
                    <a:pt x="151654" y="402154"/>
                  </a:lnTo>
                  <a:lnTo>
                    <a:pt x="150537" y="395872"/>
                  </a:lnTo>
                  <a:lnTo>
                    <a:pt x="150165" y="386751"/>
                  </a:lnTo>
                  <a:lnTo>
                    <a:pt x="149752" y="383188"/>
                  </a:lnTo>
                  <a:lnTo>
                    <a:pt x="149132" y="380091"/>
                  </a:lnTo>
                  <a:lnTo>
                    <a:pt x="148306" y="377458"/>
                  </a:lnTo>
                  <a:lnTo>
                    <a:pt x="147184" y="374639"/>
                  </a:lnTo>
                  <a:lnTo>
                    <a:pt x="146208" y="373525"/>
                  </a:lnTo>
                  <a:lnTo>
                    <a:pt x="141927" y="371381"/>
                  </a:lnTo>
                  <a:lnTo>
                    <a:pt x="141101" y="371665"/>
                  </a:lnTo>
                  <a:lnTo>
                    <a:pt x="139188" y="373069"/>
                  </a:lnTo>
                  <a:lnTo>
                    <a:pt x="137151" y="376187"/>
                  </a:lnTo>
                  <a:lnTo>
                    <a:pt x="133804" y="377962"/>
                  </a:lnTo>
                  <a:lnTo>
                    <a:pt x="133129" y="379304"/>
                  </a:lnTo>
                  <a:lnTo>
                    <a:pt x="132288" y="382323"/>
                  </a:lnTo>
                  <a:lnTo>
                    <a:pt x="131200" y="384078"/>
                  </a:lnTo>
                  <a:lnTo>
                    <a:pt x="129706" y="383623"/>
                  </a:lnTo>
                  <a:lnTo>
                    <a:pt x="128100" y="385413"/>
                  </a:lnTo>
                  <a:lnTo>
                    <a:pt x="125122" y="390398"/>
                  </a:lnTo>
                  <a:lnTo>
                    <a:pt x="123550" y="391923"/>
                  </a:lnTo>
                  <a:lnTo>
                    <a:pt x="122234" y="391809"/>
                  </a:lnTo>
                  <a:lnTo>
                    <a:pt x="120821" y="389438"/>
                  </a:lnTo>
                  <a:lnTo>
                    <a:pt x="117656" y="386262"/>
                  </a:lnTo>
                  <a:lnTo>
                    <a:pt x="115611" y="385206"/>
                  </a:lnTo>
                  <a:lnTo>
                    <a:pt x="112771" y="385935"/>
                  </a:lnTo>
                  <a:lnTo>
                    <a:pt x="111427" y="385407"/>
                  </a:lnTo>
                  <a:lnTo>
                    <a:pt x="109141" y="381678"/>
                  </a:lnTo>
                  <a:lnTo>
                    <a:pt x="108541" y="378975"/>
                  </a:lnTo>
                  <a:lnTo>
                    <a:pt x="107237" y="377165"/>
                  </a:lnTo>
                  <a:lnTo>
                    <a:pt x="103103" y="373104"/>
                  </a:lnTo>
                  <a:lnTo>
                    <a:pt x="99756" y="367742"/>
                  </a:lnTo>
                  <a:lnTo>
                    <a:pt x="99141" y="365715"/>
                  </a:lnTo>
                  <a:lnTo>
                    <a:pt x="98732" y="362720"/>
                  </a:lnTo>
                  <a:lnTo>
                    <a:pt x="97273" y="359081"/>
                  </a:lnTo>
                  <a:lnTo>
                    <a:pt x="94005" y="356103"/>
                  </a:lnTo>
                  <a:lnTo>
                    <a:pt x="92151" y="352937"/>
                  </a:lnTo>
                  <a:lnTo>
                    <a:pt x="89978" y="352233"/>
                  </a:lnTo>
                  <a:lnTo>
                    <a:pt x="87956" y="352330"/>
                  </a:lnTo>
                  <a:lnTo>
                    <a:pt x="87067" y="351762"/>
                  </a:lnTo>
                  <a:lnTo>
                    <a:pt x="86256" y="350408"/>
                  </a:lnTo>
                  <a:lnTo>
                    <a:pt x="83498" y="343868"/>
                  </a:lnTo>
                  <a:lnTo>
                    <a:pt x="83466" y="341282"/>
                  </a:lnTo>
                  <a:lnTo>
                    <a:pt x="81766" y="334891"/>
                  </a:lnTo>
                  <a:lnTo>
                    <a:pt x="81368" y="332617"/>
                  </a:lnTo>
                  <a:lnTo>
                    <a:pt x="81002" y="326293"/>
                  </a:lnTo>
                  <a:lnTo>
                    <a:pt x="80532" y="324639"/>
                  </a:lnTo>
                  <a:lnTo>
                    <a:pt x="78758" y="322037"/>
                  </a:lnTo>
                  <a:lnTo>
                    <a:pt x="78481" y="320333"/>
                  </a:lnTo>
                  <a:lnTo>
                    <a:pt x="78859" y="318070"/>
                  </a:lnTo>
                  <a:lnTo>
                    <a:pt x="78859" y="316347"/>
                  </a:lnTo>
                  <a:lnTo>
                    <a:pt x="77935" y="314730"/>
                  </a:lnTo>
                  <a:lnTo>
                    <a:pt x="76551" y="313869"/>
                  </a:lnTo>
                  <a:lnTo>
                    <a:pt x="76216" y="311930"/>
                  </a:lnTo>
                  <a:lnTo>
                    <a:pt x="76467" y="308158"/>
                  </a:lnTo>
                  <a:lnTo>
                    <a:pt x="76256" y="305787"/>
                  </a:lnTo>
                  <a:lnTo>
                    <a:pt x="75036" y="302007"/>
                  </a:lnTo>
                  <a:lnTo>
                    <a:pt x="73233" y="298135"/>
                  </a:lnTo>
                  <a:lnTo>
                    <a:pt x="71429" y="292407"/>
                  </a:lnTo>
                  <a:lnTo>
                    <a:pt x="70725" y="290978"/>
                  </a:lnTo>
                  <a:lnTo>
                    <a:pt x="70264" y="287230"/>
                  </a:lnTo>
                  <a:lnTo>
                    <a:pt x="69604" y="282784"/>
                  </a:lnTo>
                  <a:lnTo>
                    <a:pt x="68586" y="282464"/>
                  </a:lnTo>
                  <a:lnTo>
                    <a:pt x="63658" y="287795"/>
                  </a:lnTo>
                  <a:lnTo>
                    <a:pt x="62221" y="284796"/>
                  </a:lnTo>
                  <a:lnTo>
                    <a:pt x="57897" y="279581"/>
                  </a:lnTo>
                  <a:lnTo>
                    <a:pt x="57596" y="278798"/>
                  </a:lnTo>
                  <a:lnTo>
                    <a:pt x="57295" y="277602"/>
                  </a:lnTo>
                  <a:lnTo>
                    <a:pt x="57836" y="276912"/>
                  </a:lnTo>
                  <a:lnTo>
                    <a:pt x="58379" y="276631"/>
                  </a:lnTo>
                  <a:lnTo>
                    <a:pt x="59463" y="277559"/>
                  </a:lnTo>
                  <a:lnTo>
                    <a:pt x="60118" y="276462"/>
                  </a:lnTo>
                  <a:lnTo>
                    <a:pt x="59856" y="274695"/>
                  </a:lnTo>
                  <a:lnTo>
                    <a:pt x="58773" y="273598"/>
                  </a:lnTo>
                  <a:lnTo>
                    <a:pt x="57295" y="273683"/>
                  </a:lnTo>
                  <a:lnTo>
                    <a:pt x="57699" y="275339"/>
                  </a:lnTo>
                  <a:lnTo>
                    <a:pt x="56315" y="276912"/>
                  </a:lnTo>
                  <a:lnTo>
                    <a:pt x="56020" y="278970"/>
                  </a:lnTo>
                  <a:lnTo>
                    <a:pt x="56222" y="281516"/>
                  </a:lnTo>
                  <a:lnTo>
                    <a:pt x="56342" y="285079"/>
                  </a:lnTo>
                  <a:lnTo>
                    <a:pt x="55778" y="286807"/>
                  </a:lnTo>
                  <a:lnTo>
                    <a:pt x="55344" y="287602"/>
                  </a:lnTo>
                  <a:lnTo>
                    <a:pt x="53485" y="287814"/>
                  </a:lnTo>
                  <a:lnTo>
                    <a:pt x="52617" y="289388"/>
                  </a:lnTo>
                  <a:lnTo>
                    <a:pt x="52053" y="289763"/>
                  </a:lnTo>
                  <a:lnTo>
                    <a:pt x="51271" y="288538"/>
                  </a:lnTo>
                  <a:lnTo>
                    <a:pt x="50765" y="287540"/>
                  </a:lnTo>
                  <a:lnTo>
                    <a:pt x="50352" y="285412"/>
                  </a:lnTo>
                  <a:lnTo>
                    <a:pt x="50225" y="283927"/>
                  </a:lnTo>
                  <a:lnTo>
                    <a:pt x="50383" y="283086"/>
                  </a:lnTo>
                  <a:lnTo>
                    <a:pt x="50167" y="281850"/>
                  </a:lnTo>
                  <a:lnTo>
                    <a:pt x="49574" y="280216"/>
                  </a:lnTo>
                  <a:lnTo>
                    <a:pt x="48974" y="279319"/>
                  </a:lnTo>
                  <a:lnTo>
                    <a:pt x="48367" y="279156"/>
                  </a:lnTo>
                  <a:lnTo>
                    <a:pt x="47864" y="278160"/>
                  </a:lnTo>
                  <a:lnTo>
                    <a:pt x="47462" y="276334"/>
                  </a:lnTo>
                  <a:lnTo>
                    <a:pt x="46525" y="275127"/>
                  </a:lnTo>
                  <a:lnTo>
                    <a:pt x="45936" y="274892"/>
                  </a:lnTo>
                  <a:lnTo>
                    <a:pt x="45919" y="269254"/>
                  </a:lnTo>
                  <a:lnTo>
                    <a:pt x="45903" y="264313"/>
                  </a:lnTo>
                  <a:lnTo>
                    <a:pt x="45887" y="259404"/>
                  </a:lnTo>
                  <a:lnTo>
                    <a:pt x="43881" y="259207"/>
                  </a:lnTo>
                  <a:lnTo>
                    <a:pt x="42076" y="259031"/>
                  </a:lnTo>
                  <a:lnTo>
                    <a:pt x="42076" y="254921"/>
                  </a:lnTo>
                  <a:lnTo>
                    <a:pt x="42076" y="247265"/>
                  </a:lnTo>
                  <a:lnTo>
                    <a:pt x="42932" y="241332"/>
                  </a:lnTo>
                  <a:lnTo>
                    <a:pt x="43808" y="235627"/>
                  </a:lnTo>
                  <a:lnTo>
                    <a:pt x="42479" y="231431"/>
                  </a:lnTo>
                  <a:lnTo>
                    <a:pt x="41063" y="226953"/>
                  </a:lnTo>
                  <a:lnTo>
                    <a:pt x="40147" y="225096"/>
                  </a:lnTo>
                  <a:lnTo>
                    <a:pt x="39068" y="219504"/>
                  </a:lnTo>
                  <a:lnTo>
                    <a:pt x="38529" y="217032"/>
                  </a:lnTo>
                  <a:lnTo>
                    <a:pt x="38051" y="216093"/>
                  </a:lnTo>
                  <a:lnTo>
                    <a:pt x="37538" y="215546"/>
                  </a:lnTo>
                  <a:lnTo>
                    <a:pt x="35653" y="215765"/>
                  </a:lnTo>
                  <a:lnTo>
                    <a:pt x="33894" y="212757"/>
                  </a:lnTo>
                  <a:lnTo>
                    <a:pt x="31829" y="209223"/>
                  </a:lnTo>
                  <a:lnTo>
                    <a:pt x="29307" y="204911"/>
                  </a:lnTo>
                  <a:lnTo>
                    <a:pt x="27087" y="202094"/>
                  </a:lnTo>
                  <a:lnTo>
                    <a:pt x="26180" y="201474"/>
                  </a:lnTo>
                  <a:lnTo>
                    <a:pt x="24046" y="201255"/>
                  </a:lnTo>
                  <a:lnTo>
                    <a:pt x="23819" y="200717"/>
                  </a:lnTo>
                  <a:lnTo>
                    <a:pt x="23674" y="199170"/>
                  </a:lnTo>
                  <a:lnTo>
                    <a:pt x="23678" y="197447"/>
                  </a:lnTo>
                  <a:lnTo>
                    <a:pt x="24372" y="194850"/>
                  </a:lnTo>
                  <a:lnTo>
                    <a:pt x="24427" y="193218"/>
                  </a:lnTo>
                  <a:lnTo>
                    <a:pt x="22977" y="187720"/>
                  </a:lnTo>
                  <a:lnTo>
                    <a:pt x="22530" y="186112"/>
                  </a:lnTo>
                  <a:lnTo>
                    <a:pt x="21289" y="185466"/>
                  </a:lnTo>
                  <a:lnTo>
                    <a:pt x="21537" y="183880"/>
                  </a:lnTo>
                  <a:lnTo>
                    <a:pt x="21537" y="182820"/>
                  </a:lnTo>
                  <a:lnTo>
                    <a:pt x="21360" y="181986"/>
                  </a:lnTo>
                  <a:lnTo>
                    <a:pt x="21074" y="181585"/>
                  </a:lnTo>
                  <a:lnTo>
                    <a:pt x="20710" y="181541"/>
                  </a:lnTo>
                  <a:lnTo>
                    <a:pt x="19736" y="182191"/>
                  </a:lnTo>
                  <a:lnTo>
                    <a:pt x="18993" y="179713"/>
                  </a:lnTo>
                  <a:lnTo>
                    <a:pt x="16686" y="172657"/>
                  </a:lnTo>
                  <a:lnTo>
                    <a:pt x="15947" y="171800"/>
                  </a:lnTo>
                  <a:lnTo>
                    <a:pt x="15810" y="171316"/>
                  </a:lnTo>
                  <a:lnTo>
                    <a:pt x="16374" y="169153"/>
                  </a:lnTo>
                  <a:lnTo>
                    <a:pt x="17323" y="165947"/>
                  </a:lnTo>
                  <a:lnTo>
                    <a:pt x="17486" y="164086"/>
                  </a:lnTo>
                  <a:lnTo>
                    <a:pt x="17303" y="162043"/>
                  </a:lnTo>
                  <a:lnTo>
                    <a:pt x="16276" y="158188"/>
                  </a:lnTo>
                  <a:lnTo>
                    <a:pt x="16527" y="156556"/>
                  </a:lnTo>
                  <a:lnTo>
                    <a:pt x="16968" y="154679"/>
                  </a:lnTo>
                  <a:lnTo>
                    <a:pt x="17003" y="153269"/>
                  </a:lnTo>
                  <a:lnTo>
                    <a:pt x="17694" y="153478"/>
                  </a:lnTo>
                  <a:lnTo>
                    <a:pt x="18576" y="153499"/>
                  </a:lnTo>
                  <a:lnTo>
                    <a:pt x="18853" y="152350"/>
                  </a:lnTo>
                  <a:lnTo>
                    <a:pt x="18836" y="148329"/>
                  </a:lnTo>
                  <a:lnTo>
                    <a:pt x="19044" y="146862"/>
                  </a:lnTo>
                  <a:lnTo>
                    <a:pt x="21838" y="140063"/>
                  </a:lnTo>
                  <a:lnTo>
                    <a:pt x="23229" y="138537"/>
                  </a:lnTo>
                  <a:lnTo>
                    <a:pt x="24288" y="137134"/>
                  </a:lnTo>
                  <a:lnTo>
                    <a:pt x="24528" y="135093"/>
                  </a:lnTo>
                  <a:lnTo>
                    <a:pt x="24310" y="134042"/>
                  </a:lnTo>
                  <a:lnTo>
                    <a:pt x="24103" y="132506"/>
                  </a:lnTo>
                  <a:lnTo>
                    <a:pt x="24038" y="131400"/>
                  </a:lnTo>
                  <a:lnTo>
                    <a:pt x="22871" y="128353"/>
                  </a:lnTo>
                  <a:lnTo>
                    <a:pt x="22465" y="126817"/>
                  </a:lnTo>
                  <a:lnTo>
                    <a:pt x="22415" y="125417"/>
                  </a:lnTo>
                  <a:lnTo>
                    <a:pt x="22691" y="122937"/>
                  </a:lnTo>
                  <a:lnTo>
                    <a:pt x="23179" y="121015"/>
                  </a:lnTo>
                  <a:lnTo>
                    <a:pt x="24831" y="119885"/>
                  </a:lnTo>
                  <a:lnTo>
                    <a:pt x="25769" y="118917"/>
                  </a:lnTo>
                  <a:lnTo>
                    <a:pt x="25895" y="118057"/>
                  </a:lnTo>
                  <a:lnTo>
                    <a:pt x="24676" y="116659"/>
                  </a:lnTo>
                  <a:lnTo>
                    <a:pt x="22074" y="116220"/>
                  </a:lnTo>
                  <a:lnTo>
                    <a:pt x="20175" y="116622"/>
                  </a:lnTo>
                  <a:lnTo>
                    <a:pt x="19565" y="116183"/>
                  </a:lnTo>
                  <a:lnTo>
                    <a:pt x="18663" y="113473"/>
                  </a:lnTo>
                  <a:lnTo>
                    <a:pt x="17703" y="112030"/>
                  </a:lnTo>
                  <a:lnTo>
                    <a:pt x="16808" y="111104"/>
                  </a:lnTo>
                  <a:lnTo>
                    <a:pt x="15932" y="111274"/>
                  </a:lnTo>
                  <a:lnTo>
                    <a:pt x="15402" y="110904"/>
                  </a:lnTo>
                  <a:lnTo>
                    <a:pt x="15278" y="109742"/>
                  </a:lnTo>
                  <a:lnTo>
                    <a:pt x="14015" y="100839"/>
                  </a:lnTo>
                  <a:lnTo>
                    <a:pt x="13617" y="99621"/>
                  </a:lnTo>
                  <a:lnTo>
                    <a:pt x="13027" y="99319"/>
                  </a:lnTo>
                  <a:lnTo>
                    <a:pt x="12534" y="99263"/>
                  </a:lnTo>
                  <a:lnTo>
                    <a:pt x="12204" y="98650"/>
                  </a:lnTo>
                  <a:lnTo>
                    <a:pt x="11851" y="97420"/>
                  </a:lnTo>
                  <a:lnTo>
                    <a:pt x="11597" y="95812"/>
                  </a:lnTo>
                  <a:lnTo>
                    <a:pt x="11578" y="93699"/>
                  </a:lnTo>
                  <a:lnTo>
                    <a:pt x="11631" y="91887"/>
                  </a:lnTo>
                  <a:lnTo>
                    <a:pt x="11461" y="90720"/>
                  </a:lnTo>
                  <a:lnTo>
                    <a:pt x="11027" y="89559"/>
                  </a:lnTo>
                  <a:lnTo>
                    <a:pt x="10410" y="88725"/>
                  </a:lnTo>
                  <a:lnTo>
                    <a:pt x="9869" y="87738"/>
                  </a:lnTo>
                  <a:lnTo>
                    <a:pt x="8921" y="79920"/>
                  </a:lnTo>
                  <a:lnTo>
                    <a:pt x="8541" y="77818"/>
                  </a:lnTo>
                  <a:lnTo>
                    <a:pt x="8537" y="77599"/>
                  </a:lnTo>
                  <a:lnTo>
                    <a:pt x="8555" y="77188"/>
                  </a:lnTo>
                  <a:lnTo>
                    <a:pt x="8459" y="75393"/>
                  </a:lnTo>
                  <a:lnTo>
                    <a:pt x="8901" y="73836"/>
                  </a:lnTo>
                  <a:lnTo>
                    <a:pt x="8871" y="73227"/>
                  </a:lnTo>
                  <a:lnTo>
                    <a:pt x="7962" y="71255"/>
                  </a:lnTo>
                  <a:lnTo>
                    <a:pt x="6684" y="69287"/>
                  </a:lnTo>
                  <a:lnTo>
                    <a:pt x="6338" y="68942"/>
                  </a:lnTo>
                  <a:lnTo>
                    <a:pt x="6328" y="66844"/>
                  </a:lnTo>
                  <a:lnTo>
                    <a:pt x="6374" y="65254"/>
                  </a:lnTo>
                  <a:lnTo>
                    <a:pt x="6259" y="63823"/>
                  </a:lnTo>
                  <a:lnTo>
                    <a:pt x="6016" y="63005"/>
                  </a:lnTo>
                  <a:lnTo>
                    <a:pt x="6007" y="62360"/>
                  </a:lnTo>
                  <a:lnTo>
                    <a:pt x="6521" y="60817"/>
                  </a:lnTo>
                  <a:lnTo>
                    <a:pt x="6191" y="59805"/>
                  </a:lnTo>
                  <a:lnTo>
                    <a:pt x="4309" y="57304"/>
                  </a:lnTo>
                  <a:lnTo>
                    <a:pt x="3601" y="56047"/>
                  </a:lnTo>
                  <a:lnTo>
                    <a:pt x="2298" y="55799"/>
                  </a:lnTo>
                  <a:lnTo>
                    <a:pt x="2164" y="54976"/>
                  </a:lnTo>
                  <a:lnTo>
                    <a:pt x="2366" y="53228"/>
                  </a:lnTo>
                  <a:lnTo>
                    <a:pt x="2816" y="51112"/>
                  </a:lnTo>
                  <a:lnTo>
                    <a:pt x="3523" y="49030"/>
                  </a:lnTo>
                  <a:lnTo>
                    <a:pt x="3747" y="47930"/>
                  </a:lnTo>
                  <a:lnTo>
                    <a:pt x="4022" y="46062"/>
                  </a:lnTo>
                  <a:lnTo>
                    <a:pt x="4115" y="44736"/>
                  </a:lnTo>
                  <a:lnTo>
                    <a:pt x="4906" y="42869"/>
                  </a:lnTo>
                  <a:lnTo>
                    <a:pt x="4910" y="42382"/>
                  </a:lnTo>
                  <a:lnTo>
                    <a:pt x="4690" y="41716"/>
                  </a:lnTo>
                  <a:lnTo>
                    <a:pt x="4056" y="41338"/>
                  </a:lnTo>
                  <a:lnTo>
                    <a:pt x="3410" y="41186"/>
                  </a:lnTo>
                  <a:lnTo>
                    <a:pt x="3168" y="40845"/>
                  </a:lnTo>
                  <a:lnTo>
                    <a:pt x="3079" y="39845"/>
                  </a:lnTo>
                  <a:lnTo>
                    <a:pt x="3160" y="35776"/>
                  </a:lnTo>
                  <a:lnTo>
                    <a:pt x="2956" y="33327"/>
                  </a:lnTo>
                  <a:lnTo>
                    <a:pt x="2690" y="31556"/>
                  </a:lnTo>
                  <a:lnTo>
                    <a:pt x="2859" y="27555"/>
                  </a:lnTo>
                  <a:lnTo>
                    <a:pt x="2407" y="26751"/>
                  </a:lnTo>
                  <a:lnTo>
                    <a:pt x="1698" y="24649"/>
                  </a:lnTo>
                  <a:lnTo>
                    <a:pt x="1395" y="22875"/>
                  </a:lnTo>
                  <a:lnTo>
                    <a:pt x="1559" y="22215"/>
                  </a:lnTo>
                  <a:lnTo>
                    <a:pt x="1710" y="21047"/>
                  </a:lnTo>
                  <a:lnTo>
                    <a:pt x="1810" y="19517"/>
                  </a:lnTo>
                  <a:lnTo>
                    <a:pt x="1781" y="18430"/>
                  </a:lnTo>
                  <a:lnTo>
                    <a:pt x="1128" y="17373"/>
                  </a:lnTo>
                  <a:lnTo>
                    <a:pt x="642" y="16259"/>
                  </a:lnTo>
                  <a:lnTo>
                    <a:pt x="587" y="15028"/>
                  </a:lnTo>
                  <a:lnTo>
                    <a:pt x="394" y="13525"/>
                  </a:lnTo>
                  <a:lnTo>
                    <a:pt x="121" y="12337"/>
                  </a:lnTo>
                  <a:lnTo>
                    <a:pt x="0" y="11557"/>
                  </a:lnTo>
                  <a:lnTo>
                    <a:pt x="238" y="11098"/>
                  </a:lnTo>
                  <a:lnTo>
                    <a:pt x="1159" y="10735"/>
                  </a:lnTo>
                  <a:lnTo>
                    <a:pt x="2499" y="10985"/>
                  </a:lnTo>
                  <a:lnTo>
                    <a:pt x="3592" y="11007"/>
                  </a:lnTo>
                  <a:lnTo>
                    <a:pt x="4213" y="10236"/>
                  </a:lnTo>
                  <a:lnTo>
                    <a:pt x="4979" y="3008"/>
                  </a:lnTo>
                  <a:lnTo>
                    <a:pt x="5678" y="1102"/>
                  </a:lnTo>
                  <a:lnTo>
                    <a:pt x="6489" y="0"/>
                  </a:lnTo>
                  <a:lnTo>
                    <a:pt x="8075" y="2565"/>
                  </a:lnTo>
                  <a:lnTo>
                    <a:pt x="8733" y="3471"/>
                  </a:lnTo>
                  <a:lnTo>
                    <a:pt x="9136" y="3490"/>
                  </a:lnTo>
                  <a:lnTo>
                    <a:pt x="9378" y="4120"/>
                  </a:lnTo>
                  <a:lnTo>
                    <a:pt x="11242" y="10195"/>
                  </a:lnTo>
                  <a:lnTo>
                    <a:pt x="12065" y="11987"/>
                  </a:lnTo>
                  <a:lnTo>
                    <a:pt x="12541" y="13503"/>
                  </a:lnTo>
                  <a:lnTo>
                    <a:pt x="12865" y="15195"/>
                  </a:lnTo>
                  <a:lnTo>
                    <a:pt x="13434" y="16338"/>
                  </a:lnTo>
                  <a:lnTo>
                    <a:pt x="14186" y="16957"/>
                  </a:lnTo>
                  <a:lnTo>
                    <a:pt x="15102" y="18598"/>
                  </a:lnTo>
                  <a:lnTo>
                    <a:pt x="15720" y="19876"/>
                  </a:lnTo>
                  <a:lnTo>
                    <a:pt x="16760" y="22525"/>
                  </a:lnTo>
                  <a:lnTo>
                    <a:pt x="17857" y="23513"/>
                  </a:lnTo>
                  <a:lnTo>
                    <a:pt x="21849" y="254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1"/>
            <p:cNvSpPr/>
            <p:nvPr/>
          </p:nvSpPr>
          <p:spPr>
            <a:xfrm>
              <a:off x="3645114" y="2529767"/>
              <a:ext cx="112467" cy="245499"/>
            </a:xfrm>
            <a:custGeom>
              <a:avLst/>
              <a:pathLst>
                <a:path w="112467" h="245499">
                  <a:moveTo>
                    <a:pt x="68951" y="6779"/>
                  </a:moveTo>
                  <a:lnTo>
                    <a:pt x="68955" y="6999"/>
                  </a:lnTo>
                  <a:lnTo>
                    <a:pt x="69334" y="9101"/>
                  </a:lnTo>
                  <a:lnTo>
                    <a:pt x="70283" y="16918"/>
                  </a:lnTo>
                  <a:lnTo>
                    <a:pt x="70823" y="17905"/>
                  </a:lnTo>
                  <a:lnTo>
                    <a:pt x="71440" y="18739"/>
                  </a:lnTo>
                  <a:lnTo>
                    <a:pt x="71875" y="19900"/>
                  </a:lnTo>
                  <a:lnTo>
                    <a:pt x="72045" y="21068"/>
                  </a:lnTo>
                  <a:lnTo>
                    <a:pt x="71992" y="22880"/>
                  </a:lnTo>
                  <a:lnTo>
                    <a:pt x="72011" y="24992"/>
                  </a:lnTo>
                  <a:lnTo>
                    <a:pt x="72265" y="26601"/>
                  </a:lnTo>
                  <a:lnTo>
                    <a:pt x="72618" y="27830"/>
                  </a:lnTo>
                  <a:lnTo>
                    <a:pt x="72948" y="28443"/>
                  </a:lnTo>
                  <a:lnTo>
                    <a:pt x="73441" y="28500"/>
                  </a:lnTo>
                  <a:lnTo>
                    <a:pt x="74031" y="28801"/>
                  </a:lnTo>
                  <a:lnTo>
                    <a:pt x="74429" y="30019"/>
                  </a:lnTo>
                  <a:lnTo>
                    <a:pt x="75692" y="38923"/>
                  </a:lnTo>
                  <a:lnTo>
                    <a:pt x="75816" y="40084"/>
                  </a:lnTo>
                  <a:lnTo>
                    <a:pt x="76346" y="40455"/>
                  </a:lnTo>
                  <a:lnTo>
                    <a:pt x="77222" y="40285"/>
                  </a:lnTo>
                  <a:lnTo>
                    <a:pt x="78117" y="41211"/>
                  </a:lnTo>
                  <a:lnTo>
                    <a:pt x="79077" y="42654"/>
                  </a:lnTo>
                  <a:lnTo>
                    <a:pt x="79979" y="45363"/>
                  </a:lnTo>
                  <a:lnTo>
                    <a:pt x="80589" y="45802"/>
                  </a:lnTo>
                  <a:lnTo>
                    <a:pt x="82488" y="45401"/>
                  </a:lnTo>
                  <a:lnTo>
                    <a:pt x="85089" y="45839"/>
                  </a:lnTo>
                  <a:lnTo>
                    <a:pt x="86309" y="47238"/>
                  </a:lnTo>
                  <a:lnTo>
                    <a:pt x="86183" y="48098"/>
                  </a:lnTo>
                  <a:lnTo>
                    <a:pt x="85245" y="49066"/>
                  </a:lnTo>
                  <a:lnTo>
                    <a:pt x="83592" y="50195"/>
                  </a:lnTo>
                  <a:lnTo>
                    <a:pt x="83105" y="52117"/>
                  </a:lnTo>
                  <a:lnTo>
                    <a:pt x="82829" y="54597"/>
                  </a:lnTo>
                  <a:lnTo>
                    <a:pt x="82879" y="55997"/>
                  </a:lnTo>
                  <a:lnTo>
                    <a:pt x="83285" y="57534"/>
                  </a:lnTo>
                  <a:lnTo>
                    <a:pt x="84452" y="60581"/>
                  </a:lnTo>
                  <a:lnTo>
                    <a:pt x="84517" y="61686"/>
                  </a:lnTo>
                  <a:lnTo>
                    <a:pt x="84724" y="63223"/>
                  </a:lnTo>
                  <a:lnTo>
                    <a:pt x="84942" y="64273"/>
                  </a:lnTo>
                  <a:lnTo>
                    <a:pt x="84702" y="66315"/>
                  </a:lnTo>
                  <a:lnTo>
                    <a:pt x="83643" y="67717"/>
                  </a:lnTo>
                  <a:lnTo>
                    <a:pt x="82252" y="69244"/>
                  </a:lnTo>
                  <a:lnTo>
                    <a:pt x="79458" y="76042"/>
                  </a:lnTo>
                  <a:lnTo>
                    <a:pt x="79250" y="77509"/>
                  </a:lnTo>
                  <a:lnTo>
                    <a:pt x="79267" y="81531"/>
                  </a:lnTo>
                  <a:lnTo>
                    <a:pt x="78990" y="82679"/>
                  </a:lnTo>
                  <a:lnTo>
                    <a:pt x="78108" y="82659"/>
                  </a:lnTo>
                  <a:lnTo>
                    <a:pt x="77417" y="82450"/>
                  </a:lnTo>
                  <a:lnTo>
                    <a:pt x="77382" y="83859"/>
                  </a:lnTo>
                  <a:lnTo>
                    <a:pt x="76941" y="85736"/>
                  </a:lnTo>
                  <a:lnTo>
                    <a:pt x="76690" y="87368"/>
                  </a:lnTo>
                  <a:lnTo>
                    <a:pt x="77717" y="91224"/>
                  </a:lnTo>
                  <a:lnTo>
                    <a:pt x="77900" y="93266"/>
                  </a:lnTo>
                  <a:lnTo>
                    <a:pt x="77737" y="95128"/>
                  </a:lnTo>
                  <a:lnTo>
                    <a:pt x="76788" y="98334"/>
                  </a:lnTo>
                  <a:lnTo>
                    <a:pt x="76224" y="100497"/>
                  </a:lnTo>
                  <a:lnTo>
                    <a:pt x="76361" y="100980"/>
                  </a:lnTo>
                  <a:lnTo>
                    <a:pt x="77100" y="101837"/>
                  </a:lnTo>
                  <a:lnTo>
                    <a:pt x="79407" y="108894"/>
                  </a:lnTo>
                  <a:lnTo>
                    <a:pt x="80150" y="111371"/>
                  </a:lnTo>
                  <a:lnTo>
                    <a:pt x="81123" y="110722"/>
                  </a:lnTo>
                  <a:lnTo>
                    <a:pt x="81488" y="110765"/>
                  </a:lnTo>
                  <a:lnTo>
                    <a:pt x="81774" y="111166"/>
                  </a:lnTo>
                  <a:lnTo>
                    <a:pt x="81951" y="112000"/>
                  </a:lnTo>
                  <a:lnTo>
                    <a:pt x="81951" y="113061"/>
                  </a:lnTo>
                  <a:lnTo>
                    <a:pt x="81703" y="114646"/>
                  </a:lnTo>
                  <a:lnTo>
                    <a:pt x="82944" y="115293"/>
                  </a:lnTo>
                  <a:lnTo>
                    <a:pt x="83391" y="116900"/>
                  </a:lnTo>
                  <a:lnTo>
                    <a:pt x="84841" y="122399"/>
                  </a:lnTo>
                  <a:lnTo>
                    <a:pt x="84786" y="124031"/>
                  </a:lnTo>
                  <a:lnTo>
                    <a:pt x="84091" y="126628"/>
                  </a:lnTo>
                  <a:lnTo>
                    <a:pt x="84088" y="128350"/>
                  </a:lnTo>
                  <a:lnTo>
                    <a:pt x="84233" y="129897"/>
                  </a:lnTo>
                  <a:lnTo>
                    <a:pt x="84460" y="130435"/>
                  </a:lnTo>
                  <a:lnTo>
                    <a:pt x="86594" y="130655"/>
                  </a:lnTo>
                  <a:lnTo>
                    <a:pt x="87501" y="131275"/>
                  </a:lnTo>
                  <a:lnTo>
                    <a:pt x="89721" y="134091"/>
                  </a:lnTo>
                  <a:lnTo>
                    <a:pt x="92243" y="138404"/>
                  </a:lnTo>
                  <a:lnTo>
                    <a:pt x="94308" y="141937"/>
                  </a:lnTo>
                  <a:lnTo>
                    <a:pt x="96067" y="144946"/>
                  </a:lnTo>
                  <a:lnTo>
                    <a:pt x="97952" y="144726"/>
                  </a:lnTo>
                  <a:lnTo>
                    <a:pt x="98465" y="145273"/>
                  </a:lnTo>
                  <a:lnTo>
                    <a:pt x="98943" y="146212"/>
                  </a:lnTo>
                  <a:lnTo>
                    <a:pt x="99482" y="148684"/>
                  </a:lnTo>
                  <a:lnTo>
                    <a:pt x="100561" y="154276"/>
                  </a:lnTo>
                  <a:lnTo>
                    <a:pt x="101477" y="156133"/>
                  </a:lnTo>
                  <a:lnTo>
                    <a:pt x="102893" y="160612"/>
                  </a:lnTo>
                  <a:lnTo>
                    <a:pt x="104222" y="164808"/>
                  </a:lnTo>
                  <a:lnTo>
                    <a:pt x="103346" y="170513"/>
                  </a:lnTo>
                  <a:lnTo>
                    <a:pt x="102490" y="176445"/>
                  </a:lnTo>
                  <a:lnTo>
                    <a:pt x="102490" y="184101"/>
                  </a:lnTo>
                  <a:lnTo>
                    <a:pt x="102490" y="188212"/>
                  </a:lnTo>
                  <a:lnTo>
                    <a:pt x="104295" y="188388"/>
                  </a:lnTo>
                  <a:lnTo>
                    <a:pt x="106301" y="188584"/>
                  </a:lnTo>
                  <a:lnTo>
                    <a:pt x="106316" y="193494"/>
                  </a:lnTo>
                  <a:lnTo>
                    <a:pt x="106333" y="198434"/>
                  </a:lnTo>
                  <a:lnTo>
                    <a:pt x="106350" y="204073"/>
                  </a:lnTo>
                  <a:lnTo>
                    <a:pt x="106939" y="204308"/>
                  </a:lnTo>
                  <a:lnTo>
                    <a:pt x="107876" y="205514"/>
                  </a:lnTo>
                  <a:lnTo>
                    <a:pt x="108278" y="207341"/>
                  </a:lnTo>
                  <a:lnTo>
                    <a:pt x="108781" y="208336"/>
                  </a:lnTo>
                  <a:lnTo>
                    <a:pt x="109388" y="208499"/>
                  </a:lnTo>
                  <a:lnTo>
                    <a:pt x="109988" y="209397"/>
                  </a:lnTo>
                  <a:lnTo>
                    <a:pt x="110581" y="211030"/>
                  </a:lnTo>
                  <a:lnTo>
                    <a:pt x="110797" y="212266"/>
                  </a:lnTo>
                  <a:lnTo>
                    <a:pt x="110639" y="213108"/>
                  </a:lnTo>
                  <a:lnTo>
                    <a:pt x="110766" y="214592"/>
                  </a:lnTo>
                  <a:lnTo>
                    <a:pt x="111179" y="216720"/>
                  </a:lnTo>
                  <a:lnTo>
                    <a:pt x="111685" y="217719"/>
                  </a:lnTo>
                  <a:lnTo>
                    <a:pt x="112467" y="218944"/>
                  </a:lnTo>
                  <a:lnTo>
                    <a:pt x="111405" y="219649"/>
                  </a:lnTo>
                  <a:lnTo>
                    <a:pt x="110259" y="219110"/>
                  </a:lnTo>
                  <a:lnTo>
                    <a:pt x="107809" y="216622"/>
                  </a:lnTo>
                  <a:lnTo>
                    <a:pt x="107015" y="216554"/>
                  </a:lnTo>
                  <a:lnTo>
                    <a:pt x="105977" y="217497"/>
                  </a:lnTo>
                  <a:lnTo>
                    <a:pt x="105933" y="218339"/>
                  </a:lnTo>
                  <a:lnTo>
                    <a:pt x="103346" y="215568"/>
                  </a:lnTo>
                  <a:lnTo>
                    <a:pt x="102412" y="215006"/>
                  </a:lnTo>
                  <a:lnTo>
                    <a:pt x="102078" y="214956"/>
                  </a:lnTo>
                  <a:lnTo>
                    <a:pt x="100595" y="214980"/>
                  </a:lnTo>
                  <a:lnTo>
                    <a:pt x="98483" y="215477"/>
                  </a:lnTo>
                  <a:lnTo>
                    <a:pt x="97239" y="216605"/>
                  </a:lnTo>
                  <a:lnTo>
                    <a:pt x="96376" y="217802"/>
                  </a:lnTo>
                  <a:lnTo>
                    <a:pt x="95986" y="218974"/>
                  </a:lnTo>
                  <a:lnTo>
                    <a:pt x="95845" y="219605"/>
                  </a:lnTo>
                  <a:lnTo>
                    <a:pt x="95172" y="223062"/>
                  </a:lnTo>
                  <a:lnTo>
                    <a:pt x="94394" y="227498"/>
                  </a:lnTo>
                  <a:lnTo>
                    <a:pt x="93587" y="231498"/>
                  </a:lnTo>
                  <a:lnTo>
                    <a:pt x="92016" y="237113"/>
                  </a:lnTo>
                  <a:lnTo>
                    <a:pt x="91146" y="239708"/>
                  </a:lnTo>
                  <a:lnTo>
                    <a:pt x="89278" y="244537"/>
                  </a:lnTo>
                  <a:lnTo>
                    <a:pt x="87264" y="245499"/>
                  </a:lnTo>
                  <a:lnTo>
                    <a:pt x="82583" y="244548"/>
                  </a:lnTo>
                  <a:lnTo>
                    <a:pt x="77396" y="243493"/>
                  </a:lnTo>
                  <a:lnTo>
                    <a:pt x="72233" y="242443"/>
                  </a:lnTo>
                  <a:lnTo>
                    <a:pt x="68392" y="241660"/>
                  </a:lnTo>
                  <a:lnTo>
                    <a:pt x="68096" y="241401"/>
                  </a:lnTo>
                  <a:lnTo>
                    <a:pt x="64297" y="234519"/>
                  </a:lnTo>
                  <a:lnTo>
                    <a:pt x="61292" y="229080"/>
                  </a:lnTo>
                  <a:lnTo>
                    <a:pt x="57542" y="222287"/>
                  </a:lnTo>
                  <a:lnTo>
                    <a:pt x="53711" y="215350"/>
                  </a:lnTo>
                  <a:lnTo>
                    <a:pt x="49825" y="208310"/>
                  </a:lnTo>
                  <a:lnTo>
                    <a:pt x="47000" y="203198"/>
                  </a:lnTo>
                  <a:lnTo>
                    <a:pt x="43572" y="196622"/>
                  </a:lnTo>
                  <a:lnTo>
                    <a:pt x="40451" y="190634"/>
                  </a:lnTo>
                  <a:lnTo>
                    <a:pt x="37986" y="185907"/>
                  </a:lnTo>
                  <a:lnTo>
                    <a:pt x="34825" y="181771"/>
                  </a:lnTo>
                  <a:lnTo>
                    <a:pt x="32355" y="178539"/>
                  </a:lnTo>
                  <a:lnTo>
                    <a:pt x="28757" y="173832"/>
                  </a:lnTo>
                  <a:lnTo>
                    <a:pt x="25880" y="170070"/>
                  </a:lnTo>
                  <a:lnTo>
                    <a:pt x="23417" y="166846"/>
                  </a:lnTo>
                  <a:lnTo>
                    <a:pt x="19625" y="161884"/>
                  </a:lnTo>
                  <a:lnTo>
                    <a:pt x="18364" y="160537"/>
                  </a:lnTo>
                  <a:lnTo>
                    <a:pt x="14434" y="158880"/>
                  </a:lnTo>
                  <a:lnTo>
                    <a:pt x="10708" y="157477"/>
                  </a:lnTo>
                  <a:lnTo>
                    <a:pt x="6848" y="156022"/>
                  </a:lnTo>
                  <a:lnTo>
                    <a:pt x="4279" y="155054"/>
                  </a:lnTo>
                  <a:lnTo>
                    <a:pt x="5975" y="151528"/>
                  </a:lnTo>
                  <a:lnTo>
                    <a:pt x="5453" y="148362"/>
                  </a:lnTo>
                  <a:lnTo>
                    <a:pt x="4217" y="148947"/>
                  </a:lnTo>
                  <a:lnTo>
                    <a:pt x="3082" y="149701"/>
                  </a:lnTo>
                  <a:lnTo>
                    <a:pt x="2394" y="144770"/>
                  </a:lnTo>
                  <a:lnTo>
                    <a:pt x="3271" y="144161"/>
                  </a:lnTo>
                  <a:lnTo>
                    <a:pt x="2461" y="137733"/>
                  </a:lnTo>
                  <a:lnTo>
                    <a:pt x="1626" y="131115"/>
                  </a:lnTo>
                  <a:lnTo>
                    <a:pt x="822" y="124726"/>
                  </a:lnTo>
                  <a:lnTo>
                    <a:pt x="0" y="118186"/>
                  </a:lnTo>
                  <a:lnTo>
                    <a:pt x="3259" y="113996"/>
                  </a:lnTo>
                  <a:lnTo>
                    <a:pt x="5694" y="110863"/>
                  </a:lnTo>
                  <a:lnTo>
                    <a:pt x="9101" y="106480"/>
                  </a:lnTo>
                  <a:lnTo>
                    <a:pt x="12388" y="102254"/>
                  </a:lnTo>
                  <a:lnTo>
                    <a:pt x="15517" y="98227"/>
                  </a:lnTo>
                  <a:lnTo>
                    <a:pt x="18964" y="93792"/>
                  </a:lnTo>
                  <a:lnTo>
                    <a:pt x="22048" y="89824"/>
                  </a:lnTo>
                  <a:lnTo>
                    <a:pt x="24874" y="88212"/>
                  </a:lnTo>
                  <a:lnTo>
                    <a:pt x="25472" y="86957"/>
                  </a:lnTo>
                  <a:lnTo>
                    <a:pt x="26761" y="81542"/>
                  </a:lnTo>
                  <a:lnTo>
                    <a:pt x="27863" y="76912"/>
                  </a:lnTo>
                  <a:lnTo>
                    <a:pt x="27914" y="75839"/>
                  </a:lnTo>
                  <a:lnTo>
                    <a:pt x="27919" y="69277"/>
                  </a:lnTo>
                  <a:lnTo>
                    <a:pt x="28112" y="61571"/>
                  </a:lnTo>
                  <a:lnTo>
                    <a:pt x="28480" y="57454"/>
                  </a:lnTo>
                  <a:lnTo>
                    <a:pt x="29112" y="53815"/>
                  </a:lnTo>
                  <a:lnTo>
                    <a:pt x="29697" y="51162"/>
                  </a:lnTo>
                  <a:lnTo>
                    <a:pt x="29757" y="48675"/>
                  </a:lnTo>
                  <a:lnTo>
                    <a:pt x="29680" y="46153"/>
                  </a:lnTo>
                  <a:lnTo>
                    <a:pt x="29076" y="42341"/>
                  </a:lnTo>
                  <a:lnTo>
                    <a:pt x="28448" y="38369"/>
                  </a:lnTo>
                  <a:lnTo>
                    <a:pt x="28519" y="34538"/>
                  </a:lnTo>
                  <a:lnTo>
                    <a:pt x="28635" y="32486"/>
                  </a:lnTo>
                  <a:lnTo>
                    <a:pt x="29028" y="29209"/>
                  </a:lnTo>
                  <a:lnTo>
                    <a:pt x="29698" y="26815"/>
                  </a:lnTo>
                  <a:lnTo>
                    <a:pt x="30418" y="25330"/>
                  </a:lnTo>
                  <a:lnTo>
                    <a:pt x="33104" y="23800"/>
                  </a:lnTo>
                  <a:lnTo>
                    <a:pt x="34697" y="22891"/>
                  </a:lnTo>
                  <a:lnTo>
                    <a:pt x="36831" y="18647"/>
                  </a:lnTo>
                  <a:lnTo>
                    <a:pt x="38096" y="16129"/>
                  </a:lnTo>
                  <a:lnTo>
                    <a:pt x="39861" y="12137"/>
                  </a:lnTo>
                  <a:lnTo>
                    <a:pt x="41159" y="9198"/>
                  </a:lnTo>
                  <a:lnTo>
                    <a:pt x="41262" y="8180"/>
                  </a:lnTo>
                  <a:lnTo>
                    <a:pt x="41261" y="7779"/>
                  </a:lnTo>
                  <a:lnTo>
                    <a:pt x="42376" y="7185"/>
                  </a:lnTo>
                  <a:lnTo>
                    <a:pt x="44443" y="3622"/>
                  </a:lnTo>
                  <a:lnTo>
                    <a:pt x="45659" y="294"/>
                  </a:lnTo>
                  <a:lnTo>
                    <a:pt x="46044" y="0"/>
                  </a:lnTo>
                  <a:lnTo>
                    <a:pt x="47132" y="1092"/>
                  </a:lnTo>
                  <a:lnTo>
                    <a:pt x="47909" y="1392"/>
                  </a:lnTo>
                  <a:lnTo>
                    <a:pt x="49702" y="132"/>
                  </a:lnTo>
                  <a:lnTo>
                    <a:pt x="50769" y="797"/>
                  </a:lnTo>
                  <a:lnTo>
                    <a:pt x="51665" y="1636"/>
                  </a:lnTo>
                  <a:lnTo>
                    <a:pt x="52168" y="1691"/>
                  </a:lnTo>
                  <a:lnTo>
                    <a:pt x="54574" y="3762"/>
                  </a:lnTo>
                  <a:lnTo>
                    <a:pt x="55174" y="4019"/>
                  </a:lnTo>
                  <a:lnTo>
                    <a:pt x="56415" y="4273"/>
                  </a:lnTo>
                  <a:lnTo>
                    <a:pt x="58264" y="4383"/>
                  </a:lnTo>
                  <a:lnTo>
                    <a:pt x="59456" y="3031"/>
                  </a:lnTo>
                  <a:lnTo>
                    <a:pt x="60298" y="1724"/>
                  </a:lnTo>
                  <a:lnTo>
                    <a:pt x="60890" y="1755"/>
                  </a:lnTo>
                  <a:lnTo>
                    <a:pt x="61463" y="2068"/>
                  </a:lnTo>
                  <a:lnTo>
                    <a:pt x="61944" y="2627"/>
                  </a:lnTo>
                  <a:lnTo>
                    <a:pt x="62353" y="3605"/>
                  </a:lnTo>
                  <a:lnTo>
                    <a:pt x="62544" y="5000"/>
                  </a:lnTo>
                  <a:lnTo>
                    <a:pt x="62467" y="9457"/>
                  </a:lnTo>
                  <a:lnTo>
                    <a:pt x="62649" y="10637"/>
                  </a:lnTo>
                  <a:lnTo>
                    <a:pt x="62974" y="11481"/>
                  </a:lnTo>
                  <a:lnTo>
                    <a:pt x="63389" y="11637"/>
                  </a:lnTo>
                  <a:lnTo>
                    <a:pt x="63893" y="10671"/>
                  </a:lnTo>
                  <a:lnTo>
                    <a:pt x="64772" y="9260"/>
                  </a:lnTo>
                  <a:lnTo>
                    <a:pt x="65854" y="7722"/>
                  </a:lnTo>
                  <a:lnTo>
                    <a:pt x="66660" y="6312"/>
                  </a:lnTo>
                  <a:lnTo>
                    <a:pt x="67119" y="5787"/>
                  </a:lnTo>
                  <a:lnTo>
                    <a:pt x="67849" y="5859"/>
                  </a:lnTo>
                  <a:lnTo>
                    <a:pt x="68558" y="61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2"/>
            <p:cNvSpPr/>
            <p:nvPr/>
          </p:nvSpPr>
          <p:spPr>
            <a:xfrm>
              <a:off x="2917238" y="1668288"/>
              <a:ext cx="125663" cy="92174"/>
            </a:xfrm>
            <a:custGeom>
              <a:avLst/>
              <a:pathLst>
                <a:path w="125663" h="92174">
                  <a:moveTo>
                    <a:pt x="102796" y="8792"/>
                  </a:moveTo>
                  <a:lnTo>
                    <a:pt x="104115" y="8902"/>
                  </a:lnTo>
                  <a:lnTo>
                    <a:pt x="106274" y="7887"/>
                  </a:lnTo>
                  <a:lnTo>
                    <a:pt x="107177" y="7221"/>
                  </a:lnTo>
                  <a:lnTo>
                    <a:pt x="109392" y="4915"/>
                  </a:lnTo>
                  <a:lnTo>
                    <a:pt x="110702" y="4273"/>
                  </a:lnTo>
                  <a:lnTo>
                    <a:pt x="112721" y="4431"/>
                  </a:lnTo>
                  <a:lnTo>
                    <a:pt x="113697" y="4270"/>
                  </a:lnTo>
                  <a:lnTo>
                    <a:pt x="113720" y="4494"/>
                  </a:lnTo>
                  <a:lnTo>
                    <a:pt x="112480" y="5430"/>
                  </a:lnTo>
                  <a:lnTo>
                    <a:pt x="111483" y="5751"/>
                  </a:lnTo>
                  <a:lnTo>
                    <a:pt x="110057" y="7145"/>
                  </a:lnTo>
                  <a:lnTo>
                    <a:pt x="108701" y="10288"/>
                  </a:lnTo>
                  <a:lnTo>
                    <a:pt x="107695" y="11832"/>
                  </a:lnTo>
                  <a:lnTo>
                    <a:pt x="107707" y="12518"/>
                  </a:lnTo>
                  <a:lnTo>
                    <a:pt x="108928" y="13734"/>
                  </a:lnTo>
                  <a:lnTo>
                    <a:pt x="110266" y="14425"/>
                  </a:lnTo>
                  <a:lnTo>
                    <a:pt x="111496" y="13799"/>
                  </a:lnTo>
                  <a:lnTo>
                    <a:pt x="112033" y="14042"/>
                  </a:lnTo>
                  <a:lnTo>
                    <a:pt x="112519" y="14947"/>
                  </a:lnTo>
                  <a:lnTo>
                    <a:pt x="112794" y="15843"/>
                  </a:lnTo>
                  <a:lnTo>
                    <a:pt x="112855" y="16731"/>
                  </a:lnTo>
                  <a:lnTo>
                    <a:pt x="112634" y="18589"/>
                  </a:lnTo>
                  <a:lnTo>
                    <a:pt x="111894" y="20456"/>
                  </a:lnTo>
                  <a:lnTo>
                    <a:pt x="110896" y="22019"/>
                  </a:lnTo>
                  <a:lnTo>
                    <a:pt x="111036" y="22510"/>
                  </a:lnTo>
                  <a:lnTo>
                    <a:pt x="111837" y="22764"/>
                  </a:lnTo>
                  <a:lnTo>
                    <a:pt x="115649" y="21752"/>
                  </a:lnTo>
                  <a:lnTo>
                    <a:pt x="116045" y="21827"/>
                  </a:lnTo>
                  <a:lnTo>
                    <a:pt x="116264" y="22330"/>
                  </a:lnTo>
                  <a:lnTo>
                    <a:pt x="116307" y="23265"/>
                  </a:lnTo>
                  <a:lnTo>
                    <a:pt x="116516" y="24111"/>
                  </a:lnTo>
                  <a:lnTo>
                    <a:pt x="116893" y="24868"/>
                  </a:lnTo>
                  <a:lnTo>
                    <a:pt x="116775" y="25643"/>
                  </a:lnTo>
                  <a:lnTo>
                    <a:pt x="115107" y="28093"/>
                  </a:lnTo>
                  <a:lnTo>
                    <a:pt x="117075" y="26550"/>
                  </a:lnTo>
                  <a:lnTo>
                    <a:pt x="118633" y="26115"/>
                  </a:lnTo>
                  <a:lnTo>
                    <a:pt x="121297" y="26889"/>
                  </a:lnTo>
                  <a:lnTo>
                    <a:pt x="122387" y="27780"/>
                  </a:lnTo>
                  <a:lnTo>
                    <a:pt x="123026" y="29344"/>
                  </a:lnTo>
                  <a:lnTo>
                    <a:pt x="123948" y="28826"/>
                  </a:lnTo>
                  <a:lnTo>
                    <a:pt x="124348" y="28856"/>
                  </a:lnTo>
                  <a:lnTo>
                    <a:pt x="124952" y="29748"/>
                  </a:lnTo>
                  <a:lnTo>
                    <a:pt x="124973" y="30699"/>
                  </a:lnTo>
                  <a:lnTo>
                    <a:pt x="124531" y="32053"/>
                  </a:lnTo>
                  <a:lnTo>
                    <a:pt x="124378" y="33304"/>
                  </a:lnTo>
                  <a:lnTo>
                    <a:pt x="123915" y="33818"/>
                  </a:lnTo>
                  <a:lnTo>
                    <a:pt x="123049" y="34190"/>
                  </a:lnTo>
                  <a:lnTo>
                    <a:pt x="122801" y="34610"/>
                  </a:lnTo>
                  <a:lnTo>
                    <a:pt x="123182" y="35564"/>
                  </a:lnTo>
                  <a:lnTo>
                    <a:pt x="123744" y="36496"/>
                  </a:lnTo>
                  <a:lnTo>
                    <a:pt x="124542" y="36539"/>
                  </a:lnTo>
                  <a:lnTo>
                    <a:pt x="124684" y="36968"/>
                  </a:lnTo>
                  <a:lnTo>
                    <a:pt x="124702" y="37486"/>
                  </a:lnTo>
                  <a:lnTo>
                    <a:pt x="124594" y="38092"/>
                  </a:lnTo>
                  <a:lnTo>
                    <a:pt x="124334" y="38509"/>
                  </a:lnTo>
                  <a:lnTo>
                    <a:pt x="123921" y="38736"/>
                  </a:lnTo>
                  <a:lnTo>
                    <a:pt x="123375" y="39405"/>
                  </a:lnTo>
                  <a:lnTo>
                    <a:pt x="125378" y="40868"/>
                  </a:lnTo>
                  <a:lnTo>
                    <a:pt x="125634" y="41410"/>
                  </a:lnTo>
                  <a:lnTo>
                    <a:pt x="125663" y="42208"/>
                  </a:lnTo>
                  <a:lnTo>
                    <a:pt x="125506" y="43081"/>
                  </a:lnTo>
                  <a:lnTo>
                    <a:pt x="125165" y="44032"/>
                  </a:lnTo>
                  <a:lnTo>
                    <a:pt x="124561" y="44596"/>
                  </a:lnTo>
                  <a:lnTo>
                    <a:pt x="123118" y="44688"/>
                  </a:lnTo>
                  <a:lnTo>
                    <a:pt x="122234" y="45304"/>
                  </a:lnTo>
                  <a:lnTo>
                    <a:pt x="122536" y="46334"/>
                  </a:lnTo>
                  <a:lnTo>
                    <a:pt x="122513" y="47634"/>
                  </a:lnTo>
                  <a:lnTo>
                    <a:pt x="122247" y="49167"/>
                  </a:lnTo>
                  <a:lnTo>
                    <a:pt x="121111" y="51487"/>
                  </a:lnTo>
                  <a:lnTo>
                    <a:pt x="120043" y="52720"/>
                  </a:lnTo>
                  <a:lnTo>
                    <a:pt x="118999" y="53521"/>
                  </a:lnTo>
                  <a:lnTo>
                    <a:pt x="117137" y="53238"/>
                  </a:lnTo>
                  <a:lnTo>
                    <a:pt x="116122" y="52622"/>
                  </a:lnTo>
                  <a:lnTo>
                    <a:pt x="116235" y="54625"/>
                  </a:lnTo>
                  <a:lnTo>
                    <a:pt x="115199" y="55859"/>
                  </a:lnTo>
                  <a:lnTo>
                    <a:pt x="115395" y="56889"/>
                  </a:lnTo>
                  <a:lnTo>
                    <a:pt x="115756" y="57412"/>
                  </a:lnTo>
                  <a:lnTo>
                    <a:pt x="115576" y="58736"/>
                  </a:lnTo>
                  <a:lnTo>
                    <a:pt x="115083" y="60046"/>
                  </a:lnTo>
                  <a:lnTo>
                    <a:pt x="114259" y="61465"/>
                  </a:lnTo>
                  <a:lnTo>
                    <a:pt x="113325" y="62351"/>
                  </a:lnTo>
                  <a:lnTo>
                    <a:pt x="111468" y="63419"/>
                  </a:lnTo>
                  <a:lnTo>
                    <a:pt x="109882" y="65196"/>
                  </a:lnTo>
                  <a:lnTo>
                    <a:pt x="108798" y="65899"/>
                  </a:lnTo>
                  <a:lnTo>
                    <a:pt x="106102" y="65869"/>
                  </a:lnTo>
                  <a:lnTo>
                    <a:pt x="103350" y="67013"/>
                  </a:lnTo>
                  <a:lnTo>
                    <a:pt x="99461" y="69423"/>
                  </a:lnTo>
                  <a:lnTo>
                    <a:pt x="96843" y="71356"/>
                  </a:lnTo>
                  <a:lnTo>
                    <a:pt x="94822" y="73543"/>
                  </a:lnTo>
                  <a:lnTo>
                    <a:pt x="92152" y="77114"/>
                  </a:lnTo>
                  <a:lnTo>
                    <a:pt x="90169" y="78618"/>
                  </a:lnTo>
                  <a:lnTo>
                    <a:pt x="89026" y="79023"/>
                  </a:lnTo>
                  <a:lnTo>
                    <a:pt x="86801" y="79343"/>
                  </a:lnTo>
                  <a:lnTo>
                    <a:pt x="84936" y="80313"/>
                  </a:lnTo>
                  <a:lnTo>
                    <a:pt x="78740" y="82131"/>
                  </a:lnTo>
                  <a:lnTo>
                    <a:pt x="76643" y="83124"/>
                  </a:lnTo>
                  <a:lnTo>
                    <a:pt x="76372" y="84028"/>
                  </a:lnTo>
                  <a:lnTo>
                    <a:pt x="75502" y="85387"/>
                  </a:lnTo>
                  <a:lnTo>
                    <a:pt x="75448" y="85879"/>
                  </a:lnTo>
                  <a:lnTo>
                    <a:pt x="75830" y="86259"/>
                  </a:lnTo>
                  <a:lnTo>
                    <a:pt x="75900" y="86752"/>
                  </a:lnTo>
                  <a:lnTo>
                    <a:pt x="75133" y="88361"/>
                  </a:lnTo>
                  <a:lnTo>
                    <a:pt x="73601" y="89526"/>
                  </a:lnTo>
                  <a:lnTo>
                    <a:pt x="72877" y="89507"/>
                  </a:lnTo>
                  <a:lnTo>
                    <a:pt x="72001" y="88505"/>
                  </a:lnTo>
                  <a:lnTo>
                    <a:pt x="71620" y="88540"/>
                  </a:lnTo>
                  <a:lnTo>
                    <a:pt x="71470" y="88693"/>
                  </a:lnTo>
                  <a:lnTo>
                    <a:pt x="71461" y="89007"/>
                  </a:lnTo>
                  <a:lnTo>
                    <a:pt x="71964" y="90209"/>
                  </a:lnTo>
                  <a:lnTo>
                    <a:pt x="71037" y="90769"/>
                  </a:lnTo>
                  <a:lnTo>
                    <a:pt x="67000" y="92174"/>
                  </a:lnTo>
                  <a:lnTo>
                    <a:pt x="60135" y="91131"/>
                  </a:lnTo>
                  <a:lnTo>
                    <a:pt x="57414" y="90052"/>
                  </a:lnTo>
                  <a:lnTo>
                    <a:pt x="54058" y="88337"/>
                  </a:lnTo>
                  <a:lnTo>
                    <a:pt x="52059" y="87879"/>
                  </a:lnTo>
                  <a:lnTo>
                    <a:pt x="49226" y="87768"/>
                  </a:lnTo>
                  <a:lnTo>
                    <a:pt x="46898" y="85366"/>
                  </a:lnTo>
                  <a:lnTo>
                    <a:pt x="45820" y="83881"/>
                  </a:lnTo>
                  <a:lnTo>
                    <a:pt x="45734" y="83265"/>
                  </a:lnTo>
                  <a:lnTo>
                    <a:pt x="45855" y="82562"/>
                  </a:lnTo>
                  <a:lnTo>
                    <a:pt x="46097" y="82083"/>
                  </a:lnTo>
                  <a:lnTo>
                    <a:pt x="46460" y="81824"/>
                  </a:lnTo>
                  <a:lnTo>
                    <a:pt x="47228" y="81798"/>
                  </a:lnTo>
                  <a:lnTo>
                    <a:pt x="47328" y="81589"/>
                  </a:lnTo>
                  <a:lnTo>
                    <a:pt x="46742" y="80400"/>
                  </a:lnTo>
                  <a:lnTo>
                    <a:pt x="46181" y="80785"/>
                  </a:lnTo>
                  <a:lnTo>
                    <a:pt x="44682" y="82463"/>
                  </a:lnTo>
                  <a:lnTo>
                    <a:pt x="44015" y="82402"/>
                  </a:lnTo>
                  <a:lnTo>
                    <a:pt x="43139" y="81564"/>
                  </a:lnTo>
                  <a:lnTo>
                    <a:pt x="43106" y="80749"/>
                  </a:lnTo>
                  <a:lnTo>
                    <a:pt x="41393" y="80437"/>
                  </a:lnTo>
                  <a:lnTo>
                    <a:pt x="39905" y="79419"/>
                  </a:lnTo>
                  <a:lnTo>
                    <a:pt x="38426" y="77954"/>
                  </a:lnTo>
                  <a:lnTo>
                    <a:pt x="38205" y="77396"/>
                  </a:lnTo>
                  <a:lnTo>
                    <a:pt x="38916" y="76580"/>
                  </a:lnTo>
                  <a:lnTo>
                    <a:pt x="38779" y="76420"/>
                  </a:lnTo>
                  <a:lnTo>
                    <a:pt x="38244" y="76282"/>
                  </a:lnTo>
                  <a:lnTo>
                    <a:pt x="37164" y="76550"/>
                  </a:lnTo>
                  <a:lnTo>
                    <a:pt x="35537" y="78401"/>
                  </a:lnTo>
                  <a:lnTo>
                    <a:pt x="34835" y="78827"/>
                  </a:lnTo>
                  <a:lnTo>
                    <a:pt x="24202" y="79260"/>
                  </a:lnTo>
                  <a:lnTo>
                    <a:pt x="21506" y="79452"/>
                  </a:lnTo>
                  <a:lnTo>
                    <a:pt x="20984" y="79733"/>
                  </a:lnTo>
                  <a:lnTo>
                    <a:pt x="20515" y="78528"/>
                  </a:lnTo>
                  <a:lnTo>
                    <a:pt x="20096" y="75840"/>
                  </a:lnTo>
                  <a:lnTo>
                    <a:pt x="19940" y="74070"/>
                  </a:lnTo>
                  <a:lnTo>
                    <a:pt x="20047" y="73213"/>
                  </a:lnTo>
                  <a:lnTo>
                    <a:pt x="20421" y="72184"/>
                  </a:lnTo>
                  <a:lnTo>
                    <a:pt x="20999" y="72359"/>
                  </a:lnTo>
                  <a:lnTo>
                    <a:pt x="21550" y="73177"/>
                  </a:lnTo>
                  <a:lnTo>
                    <a:pt x="22047" y="74337"/>
                  </a:lnTo>
                  <a:lnTo>
                    <a:pt x="22620" y="74895"/>
                  </a:lnTo>
                  <a:lnTo>
                    <a:pt x="26331" y="73484"/>
                  </a:lnTo>
                  <a:lnTo>
                    <a:pt x="27838" y="72535"/>
                  </a:lnTo>
                  <a:lnTo>
                    <a:pt x="28479" y="71633"/>
                  </a:lnTo>
                  <a:lnTo>
                    <a:pt x="29233" y="70099"/>
                  </a:lnTo>
                  <a:lnTo>
                    <a:pt x="30033" y="69314"/>
                  </a:lnTo>
                  <a:lnTo>
                    <a:pt x="30414" y="68573"/>
                  </a:lnTo>
                  <a:lnTo>
                    <a:pt x="31165" y="66225"/>
                  </a:lnTo>
                  <a:lnTo>
                    <a:pt x="31683" y="65134"/>
                  </a:lnTo>
                  <a:lnTo>
                    <a:pt x="32303" y="64329"/>
                  </a:lnTo>
                  <a:lnTo>
                    <a:pt x="33024" y="63810"/>
                  </a:lnTo>
                  <a:lnTo>
                    <a:pt x="34666" y="63439"/>
                  </a:lnTo>
                  <a:lnTo>
                    <a:pt x="33586" y="62887"/>
                  </a:lnTo>
                  <a:lnTo>
                    <a:pt x="32556" y="62887"/>
                  </a:lnTo>
                  <a:lnTo>
                    <a:pt x="29051" y="65367"/>
                  </a:lnTo>
                  <a:lnTo>
                    <a:pt x="27876" y="65367"/>
                  </a:lnTo>
                  <a:lnTo>
                    <a:pt x="27925" y="64980"/>
                  </a:lnTo>
                  <a:lnTo>
                    <a:pt x="28421" y="64280"/>
                  </a:lnTo>
                  <a:lnTo>
                    <a:pt x="29626" y="63071"/>
                  </a:lnTo>
                  <a:lnTo>
                    <a:pt x="28798" y="62980"/>
                  </a:lnTo>
                  <a:lnTo>
                    <a:pt x="28482" y="62433"/>
                  </a:lnTo>
                  <a:lnTo>
                    <a:pt x="28446" y="61281"/>
                  </a:lnTo>
                  <a:lnTo>
                    <a:pt x="29061" y="59425"/>
                  </a:lnTo>
                  <a:lnTo>
                    <a:pt x="31915" y="56978"/>
                  </a:lnTo>
                  <a:lnTo>
                    <a:pt x="32901" y="56618"/>
                  </a:lnTo>
                  <a:lnTo>
                    <a:pt x="33201" y="56134"/>
                  </a:lnTo>
                  <a:lnTo>
                    <a:pt x="32827" y="55739"/>
                  </a:lnTo>
                  <a:lnTo>
                    <a:pt x="32230" y="55504"/>
                  </a:lnTo>
                  <a:lnTo>
                    <a:pt x="29360" y="58020"/>
                  </a:lnTo>
                  <a:lnTo>
                    <a:pt x="27270" y="58891"/>
                  </a:lnTo>
                  <a:lnTo>
                    <a:pt x="26649" y="58721"/>
                  </a:lnTo>
                  <a:lnTo>
                    <a:pt x="25568" y="57744"/>
                  </a:lnTo>
                  <a:lnTo>
                    <a:pt x="25219" y="57310"/>
                  </a:lnTo>
                  <a:lnTo>
                    <a:pt x="24753" y="56192"/>
                  </a:lnTo>
                  <a:lnTo>
                    <a:pt x="24806" y="55518"/>
                  </a:lnTo>
                  <a:lnTo>
                    <a:pt x="25802" y="53546"/>
                  </a:lnTo>
                  <a:lnTo>
                    <a:pt x="25641" y="53163"/>
                  </a:lnTo>
                  <a:lnTo>
                    <a:pt x="24956" y="52969"/>
                  </a:lnTo>
                  <a:lnTo>
                    <a:pt x="23115" y="51152"/>
                  </a:lnTo>
                  <a:lnTo>
                    <a:pt x="20200" y="51334"/>
                  </a:lnTo>
                  <a:lnTo>
                    <a:pt x="12989" y="50284"/>
                  </a:lnTo>
                  <a:lnTo>
                    <a:pt x="11499" y="50729"/>
                  </a:lnTo>
                  <a:lnTo>
                    <a:pt x="9042" y="52287"/>
                  </a:lnTo>
                  <a:lnTo>
                    <a:pt x="7557" y="52801"/>
                  </a:lnTo>
                  <a:lnTo>
                    <a:pt x="6871" y="52462"/>
                  </a:lnTo>
                  <a:lnTo>
                    <a:pt x="6247" y="51638"/>
                  </a:lnTo>
                  <a:lnTo>
                    <a:pt x="5681" y="50527"/>
                  </a:lnTo>
                  <a:lnTo>
                    <a:pt x="5172" y="49129"/>
                  </a:lnTo>
                  <a:lnTo>
                    <a:pt x="5393" y="48154"/>
                  </a:lnTo>
                  <a:lnTo>
                    <a:pt x="6344" y="47599"/>
                  </a:lnTo>
                  <a:lnTo>
                    <a:pt x="7041" y="47334"/>
                  </a:lnTo>
                  <a:lnTo>
                    <a:pt x="9004" y="47672"/>
                  </a:lnTo>
                  <a:lnTo>
                    <a:pt x="11397" y="46694"/>
                  </a:lnTo>
                  <a:lnTo>
                    <a:pt x="12923" y="46489"/>
                  </a:lnTo>
                  <a:lnTo>
                    <a:pt x="13361" y="46334"/>
                  </a:lnTo>
                  <a:lnTo>
                    <a:pt x="14260" y="45293"/>
                  </a:lnTo>
                  <a:lnTo>
                    <a:pt x="14703" y="45030"/>
                  </a:lnTo>
                  <a:lnTo>
                    <a:pt x="15395" y="45395"/>
                  </a:lnTo>
                  <a:lnTo>
                    <a:pt x="15729" y="46102"/>
                  </a:lnTo>
                  <a:lnTo>
                    <a:pt x="18138" y="45004"/>
                  </a:lnTo>
                  <a:lnTo>
                    <a:pt x="18965" y="44453"/>
                  </a:lnTo>
                  <a:lnTo>
                    <a:pt x="19058" y="44115"/>
                  </a:lnTo>
                  <a:lnTo>
                    <a:pt x="19420" y="43720"/>
                  </a:lnTo>
                  <a:lnTo>
                    <a:pt x="20618" y="44315"/>
                  </a:lnTo>
                  <a:lnTo>
                    <a:pt x="21588" y="44333"/>
                  </a:lnTo>
                  <a:lnTo>
                    <a:pt x="22799" y="43925"/>
                  </a:lnTo>
                  <a:lnTo>
                    <a:pt x="24940" y="43745"/>
                  </a:lnTo>
                  <a:lnTo>
                    <a:pt x="29731" y="43652"/>
                  </a:lnTo>
                  <a:lnTo>
                    <a:pt x="30449" y="42756"/>
                  </a:lnTo>
                  <a:lnTo>
                    <a:pt x="30786" y="41964"/>
                  </a:lnTo>
                  <a:lnTo>
                    <a:pt x="31209" y="39960"/>
                  </a:lnTo>
                  <a:lnTo>
                    <a:pt x="31022" y="39548"/>
                  </a:lnTo>
                  <a:lnTo>
                    <a:pt x="28030" y="41393"/>
                  </a:lnTo>
                  <a:lnTo>
                    <a:pt x="27347" y="41364"/>
                  </a:lnTo>
                  <a:lnTo>
                    <a:pt x="23883" y="40386"/>
                  </a:lnTo>
                  <a:lnTo>
                    <a:pt x="22631" y="39279"/>
                  </a:lnTo>
                  <a:lnTo>
                    <a:pt x="23041" y="38390"/>
                  </a:lnTo>
                  <a:lnTo>
                    <a:pt x="24877" y="36477"/>
                  </a:lnTo>
                  <a:lnTo>
                    <a:pt x="26771" y="34942"/>
                  </a:lnTo>
                  <a:lnTo>
                    <a:pt x="29560" y="33283"/>
                  </a:lnTo>
                  <a:lnTo>
                    <a:pt x="30213" y="32638"/>
                  </a:lnTo>
                  <a:lnTo>
                    <a:pt x="30281" y="31874"/>
                  </a:lnTo>
                  <a:lnTo>
                    <a:pt x="28424" y="30513"/>
                  </a:lnTo>
                  <a:lnTo>
                    <a:pt x="24905" y="30889"/>
                  </a:lnTo>
                  <a:lnTo>
                    <a:pt x="24005" y="29273"/>
                  </a:lnTo>
                  <a:lnTo>
                    <a:pt x="21083" y="28317"/>
                  </a:lnTo>
                  <a:lnTo>
                    <a:pt x="19138" y="28918"/>
                  </a:lnTo>
                  <a:lnTo>
                    <a:pt x="18104" y="27941"/>
                  </a:lnTo>
                  <a:lnTo>
                    <a:pt x="15577" y="29292"/>
                  </a:lnTo>
                  <a:lnTo>
                    <a:pt x="10025" y="31247"/>
                  </a:lnTo>
                  <a:lnTo>
                    <a:pt x="7816" y="32602"/>
                  </a:lnTo>
                  <a:lnTo>
                    <a:pt x="6626" y="33051"/>
                  </a:lnTo>
                  <a:lnTo>
                    <a:pt x="5255" y="31944"/>
                  </a:lnTo>
                  <a:lnTo>
                    <a:pt x="2896" y="30697"/>
                  </a:lnTo>
                  <a:lnTo>
                    <a:pt x="240" y="30309"/>
                  </a:lnTo>
                  <a:lnTo>
                    <a:pt x="0" y="29575"/>
                  </a:lnTo>
                  <a:lnTo>
                    <a:pt x="1549" y="27328"/>
                  </a:lnTo>
                  <a:lnTo>
                    <a:pt x="2609" y="26921"/>
                  </a:lnTo>
                  <a:lnTo>
                    <a:pt x="3677" y="27128"/>
                  </a:lnTo>
                  <a:lnTo>
                    <a:pt x="5715" y="28695"/>
                  </a:lnTo>
                  <a:lnTo>
                    <a:pt x="7122" y="29185"/>
                  </a:lnTo>
                  <a:lnTo>
                    <a:pt x="5358" y="26885"/>
                  </a:lnTo>
                  <a:lnTo>
                    <a:pt x="5405" y="26001"/>
                  </a:lnTo>
                  <a:lnTo>
                    <a:pt x="5271" y="24678"/>
                  </a:lnTo>
                  <a:lnTo>
                    <a:pt x="4725" y="24109"/>
                  </a:lnTo>
                  <a:lnTo>
                    <a:pt x="4186" y="22645"/>
                  </a:lnTo>
                  <a:lnTo>
                    <a:pt x="4408" y="22150"/>
                  </a:lnTo>
                  <a:lnTo>
                    <a:pt x="5101" y="21977"/>
                  </a:lnTo>
                  <a:lnTo>
                    <a:pt x="6520" y="22471"/>
                  </a:lnTo>
                  <a:lnTo>
                    <a:pt x="9894" y="25012"/>
                  </a:lnTo>
                  <a:lnTo>
                    <a:pt x="11550" y="24562"/>
                  </a:lnTo>
                  <a:lnTo>
                    <a:pt x="12459" y="23626"/>
                  </a:lnTo>
                  <a:lnTo>
                    <a:pt x="13698" y="22932"/>
                  </a:lnTo>
                  <a:lnTo>
                    <a:pt x="13346" y="22570"/>
                  </a:lnTo>
                  <a:lnTo>
                    <a:pt x="10430" y="22526"/>
                  </a:lnTo>
                  <a:lnTo>
                    <a:pt x="8872" y="22010"/>
                  </a:lnTo>
                  <a:lnTo>
                    <a:pt x="8083" y="21267"/>
                  </a:lnTo>
                  <a:lnTo>
                    <a:pt x="7400" y="20000"/>
                  </a:lnTo>
                  <a:lnTo>
                    <a:pt x="7640" y="19419"/>
                  </a:lnTo>
                  <a:lnTo>
                    <a:pt x="8451" y="18955"/>
                  </a:lnTo>
                  <a:lnTo>
                    <a:pt x="10941" y="19090"/>
                  </a:lnTo>
                  <a:lnTo>
                    <a:pt x="9300" y="16895"/>
                  </a:lnTo>
                  <a:lnTo>
                    <a:pt x="8160" y="15634"/>
                  </a:lnTo>
                  <a:lnTo>
                    <a:pt x="8036" y="15025"/>
                  </a:lnTo>
                  <a:lnTo>
                    <a:pt x="8114" y="14260"/>
                  </a:lnTo>
                  <a:lnTo>
                    <a:pt x="8269" y="13748"/>
                  </a:lnTo>
                  <a:lnTo>
                    <a:pt x="8498" y="13493"/>
                  </a:lnTo>
                  <a:lnTo>
                    <a:pt x="11356" y="14774"/>
                  </a:lnTo>
                  <a:lnTo>
                    <a:pt x="11982" y="14829"/>
                  </a:lnTo>
                  <a:lnTo>
                    <a:pt x="11404" y="14001"/>
                  </a:lnTo>
                  <a:lnTo>
                    <a:pt x="10151" y="12784"/>
                  </a:lnTo>
                  <a:lnTo>
                    <a:pt x="10094" y="12328"/>
                  </a:lnTo>
                  <a:lnTo>
                    <a:pt x="10622" y="11952"/>
                  </a:lnTo>
                  <a:lnTo>
                    <a:pt x="10883" y="11259"/>
                  </a:lnTo>
                  <a:lnTo>
                    <a:pt x="10906" y="10687"/>
                  </a:lnTo>
                  <a:lnTo>
                    <a:pt x="11774" y="10196"/>
                  </a:lnTo>
                  <a:lnTo>
                    <a:pt x="12648" y="10174"/>
                  </a:lnTo>
                  <a:lnTo>
                    <a:pt x="13529" y="10622"/>
                  </a:lnTo>
                  <a:lnTo>
                    <a:pt x="16262" y="12996"/>
                  </a:lnTo>
                  <a:lnTo>
                    <a:pt x="16654" y="13663"/>
                  </a:lnTo>
                  <a:lnTo>
                    <a:pt x="16783" y="14542"/>
                  </a:lnTo>
                  <a:lnTo>
                    <a:pt x="16649" y="15631"/>
                  </a:lnTo>
                  <a:lnTo>
                    <a:pt x="16763" y="16073"/>
                  </a:lnTo>
                  <a:lnTo>
                    <a:pt x="17831" y="15697"/>
                  </a:lnTo>
                  <a:lnTo>
                    <a:pt x="18682" y="16156"/>
                  </a:lnTo>
                  <a:lnTo>
                    <a:pt x="19107" y="16032"/>
                  </a:lnTo>
                  <a:lnTo>
                    <a:pt x="20166" y="14392"/>
                  </a:lnTo>
                  <a:lnTo>
                    <a:pt x="20896" y="14778"/>
                  </a:lnTo>
                  <a:lnTo>
                    <a:pt x="21337" y="15546"/>
                  </a:lnTo>
                  <a:lnTo>
                    <a:pt x="21473" y="16240"/>
                  </a:lnTo>
                  <a:lnTo>
                    <a:pt x="21538" y="17194"/>
                  </a:lnTo>
                  <a:lnTo>
                    <a:pt x="21352" y="19180"/>
                  </a:lnTo>
                  <a:lnTo>
                    <a:pt x="21401" y="19460"/>
                  </a:lnTo>
                  <a:lnTo>
                    <a:pt x="22142" y="18339"/>
                  </a:lnTo>
                  <a:lnTo>
                    <a:pt x="23407" y="18254"/>
                  </a:lnTo>
                  <a:lnTo>
                    <a:pt x="23570" y="17690"/>
                  </a:lnTo>
                  <a:lnTo>
                    <a:pt x="23608" y="15601"/>
                  </a:lnTo>
                  <a:lnTo>
                    <a:pt x="23505" y="13840"/>
                  </a:lnTo>
                  <a:lnTo>
                    <a:pt x="23365" y="13476"/>
                  </a:lnTo>
                  <a:lnTo>
                    <a:pt x="19209" y="11036"/>
                  </a:lnTo>
                  <a:lnTo>
                    <a:pt x="18487" y="10460"/>
                  </a:lnTo>
                  <a:lnTo>
                    <a:pt x="17581" y="9258"/>
                  </a:lnTo>
                  <a:lnTo>
                    <a:pt x="17765" y="8654"/>
                  </a:lnTo>
                  <a:lnTo>
                    <a:pt x="18574" y="8114"/>
                  </a:lnTo>
                  <a:lnTo>
                    <a:pt x="19795" y="7899"/>
                  </a:lnTo>
                  <a:lnTo>
                    <a:pt x="22628" y="7928"/>
                  </a:lnTo>
                  <a:lnTo>
                    <a:pt x="22915" y="7675"/>
                  </a:lnTo>
                  <a:lnTo>
                    <a:pt x="22366" y="7042"/>
                  </a:lnTo>
                  <a:lnTo>
                    <a:pt x="21055" y="6634"/>
                  </a:lnTo>
                  <a:lnTo>
                    <a:pt x="20748" y="6269"/>
                  </a:lnTo>
                  <a:lnTo>
                    <a:pt x="20593" y="5566"/>
                  </a:lnTo>
                  <a:lnTo>
                    <a:pt x="19038" y="5950"/>
                  </a:lnTo>
                  <a:lnTo>
                    <a:pt x="17304" y="5966"/>
                  </a:lnTo>
                  <a:lnTo>
                    <a:pt x="15636" y="5536"/>
                  </a:lnTo>
                  <a:lnTo>
                    <a:pt x="15602" y="4989"/>
                  </a:lnTo>
                  <a:lnTo>
                    <a:pt x="16260" y="4187"/>
                  </a:lnTo>
                  <a:lnTo>
                    <a:pt x="17622" y="2855"/>
                  </a:lnTo>
                  <a:lnTo>
                    <a:pt x="18257" y="2525"/>
                  </a:lnTo>
                  <a:lnTo>
                    <a:pt x="20161" y="2757"/>
                  </a:lnTo>
                  <a:lnTo>
                    <a:pt x="22053" y="2383"/>
                  </a:lnTo>
                  <a:lnTo>
                    <a:pt x="23586" y="2835"/>
                  </a:lnTo>
                  <a:lnTo>
                    <a:pt x="24802" y="4153"/>
                  </a:lnTo>
                  <a:lnTo>
                    <a:pt x="26531" y="6469"/>
                  </a:lnTo>
                  <a:lnTo>
                    <a:pt x="28870" y="7951"/>
                  </a:lnTo>
                  <a:lnTo>
                    <a:pt x="29084" y="8416"/>
                  </a:lnTo>
                  <a:lnTo>
                    <a:pt x="30328" y="9629"/>
                  </a:lnTo>
                  <a:lnTo>
                    <a:pt x="32802" y="12894"/>
                  </a:lnTo>
                  <a:lnTo>
                    <a:pt x="35315" y="14788"/>
                  </a:lnTo>
                  <a:lnTo>
                    <a:pt x="35432" y="15270"/>
                  </a:lnTo>
                  <a:lnTo>
                    <a:pt x="35018" y="15837"/>
                  </a:lnTo>
                  <a:lnTo>
                    <a:pt x="34052" y="16502"/>
                  </a:lnTo>
                  <a:lnTo>
                    <a:pt x="34273" y="16872"/>
                  </a:lnTo>
                  <a:lnTo>
                    <a:pt x="35535" y="17354"/>
                  </a:lnTo>
                  <a:lnTo>
                    <a:pt x="36444" y="18638"/>
                  </a:lnTo>
                  <a:lnTo>
                    <a:pt x="36506" y="19195"/>
                  </a:lnTo>
                  <a:lnTo>
                    <a:pt x="35683" y="23171"/>
                  </a:lnTo>
                  <a:lnTo>
                    <a:pt x="35247" y="24015"/>
                  </a:lnTo>
                  <a:lnTo>
                    <a:pt x="34743" y="24461"/>
                  </a:lnTo>
                  <a:lnTo>
                    <a:pt x="32420" y="23712"/>
                  </a:lnTo>
                  <a:lnTo>
                    <a:pt x="32974" y="24978"/>
                  </a:lnTo>
                  <a:lnTo>
                    <a:pt x="34632" y="26325"/>
                  </a:lnTo>
                  <a:lnTo>
                    <a:pt x="35007" y="27078"/>
                  </a:lnTo>
                  <a:lnTo>
                    <a:pt x="34760" y="27817"/>
                  </a:lnTo>
                  <a:lnTo>
                    <a:pt x="34941" y="27987"/>
                  </a:lnTo>
                  <a:lnTo>
                    <a:pt x="35549" y="27588"/>
                  </a:lnTo>
                  <a:lnTo>
                    <a:pt x="35800" y="28008"/>
                  </a:lnTo>
                  <a:lnTo>
                    <a:pt x="35695" y="29244"/>
                  </a:lnTo>
                  <a:lnTo>
                    <a:pt x="35437" y="30270"/>
                  </a:lnTo>
                  <a:lnTo>
                    <a:pt x="35024" y="31085"/>
                  </a:lnTo>
                  <a:lnTo>
                    <a:pt x="35143" y="31437"/>
                  </a:lnTo>
                  <a:lnTo>
                    <a:pt x="35792" y="31329"/>
                  </a:lnTo>
                  <a:lnTo>
                    <a:pt x="36401" y="31540"/>
                  </a:lnTo>
                  <a:lnTo>
                    <a:pt x="37351" y="32665"/>
                  </a:lnTo>
                  <a:lnTo>
                    <a:pt x="38122" y="36103"/>
                  </a:lnTo>
                  <a:lnTo>
                    <a:pt x="38505" y="37216"/>
                  </a:lnTo>
                  <a:lnTo>
                    <a:pt x="38781" y="36229"/>
                  </a:lnTo>
                  <a:lnTo>
                    <a:pt x="39128" y="33718"/>
                  </a:lnTo>
                  <a:lnTo>
                    <a:pt x="39453" y="32436"/>
                  </a:lnTo>
                  <a:lnTo>
                    <a:pt x="39758" y="32379"/>
                  </a:lnTo>
                  <a:lnTo>
                    <a:pt x="40021" y="31958"/>
                  </a:lnTo>
                  <a:lnTo>
                    <a:pt x="40241" y="31170"/>
                  </a:lnTo>
                  <a:lnTo>
                    <a:pt x="40691" y="28393"/>
                  </a:lnTo>
                  <a:lnTo>
                    <a:pt x="42249" y="26288"/>
                  </a:lnTo>
                  <a:lnTo>
                    <a:pt x="42993" y="25643"/>
                  </a:lnTo>
                  <a:lnTo>
                    <a:pt x="43692" y="25500"/>
                  </a:lnTo>
                  <a:lnTo>
                    <a:pt x="44032" y="25763"/>
                  </a:lnTo>
                  <a:lnTo>
                    <a:pt x="45198" y="27970"/>
                  </a:lnTo>
                  <a:lnTo>
                    <a:pt x="45907" y="28341"/>
                  </a:lnTo>
                  <a:lnTo>
                    <a:pt x="46272" y="28220"/>
                  </a:lnTo>
                  <a:lnTo>
                    <a:pt x="46770" y="26722"/>
                  </a:lnTo>
                  <a:lnTo>
                    <a:pt x="47402" y="23847"/>
                  </a:lnTo>
                  <a:lnTo>
                    <a:pt x="47546" y="20635"/>
                  </a:lnTo>
                  <a:lnTo>
                    <a:pt x="47203" y="17090"/>
                  </a:lnTo>
                  <a:lnTo>
                    <a:pt x="47402" y="14562"/>
                  </a:lnTo>
                  <a:lnTo>
                    <a:pt x="48144" y="13051"/>
                  </a:lnTo>
                  <a:lnTo>
                    <a:pt x="49118" y="12587"/>
                  </a:lnTo>
                  <a:lnTo>
                    <a:pt x="50324" y="13167"/>
                  </a:lnTo>
                  <a:lnTo>
                    <a:pt x="51206" y="14089"/>
                  </a:lnTo>
                  <a:lnTo>
                    <a:pt x="52947" y="17609"/>
                  </a:lnTo>
                  <a:lnTo>
                    <a:pt x="54353" y="19452"/>
                  </a:lnTo>
                  <a:lnTo>
                    <a:pt x="55558" y="21431"/>
                  </a:lnTo>
                  <a:lnTo>
                    <a:pt x="56183" y="22073"/>
                  </a:lnTo>
                  <a:lnTo>
                    <a:pt x="57379" y="22398"/>
                  </a:lnTo>
                  <a:lnTo>
                    <a:pt x="57699" y="22271"/>
                  </a:lnTo>
                  <a:lnTo>
                    <a:pt x="57913" y="21814"/>
                  </a:lnTo>
                  <a:lnTo>
                    <a:pt x="58021" y="21027"/>
                  </a:lnTo>
                  <a:lnTo>
                    <a:pt x="57763" y="15990"/>
                  </a:lnTo>
                  <a:lnTo>
                    <a:pt x="58099" y="14422"/>
                  </a:lnTo>
                  <a:lnTo>
                    <a:pt x="58607" y="13308"/>
                  </a:lnTo>
                  <a:lnTo>
                    <a:pt x="60766" y="12652"/>
                  </a:lnTo>
                  <a:lnTo>
                    <a:pt x="61941" y="11954"/>
                  </a:lnTo>
                  <a:lnTo>
                    <a:pt x="63086" y="10806"/>
                  </a:lnTo>
                  <a:lnTo>
                    <a:pt x="64034" y="10192"/>
                  </a:lnTo>
                  <a:lnTo>
                    <a:pt x="64787" y="10109"/>
                  </a:lnTo>
                  <a:lnTo>
                    <a:pt x="65574" y="10557"/>
                  </a:lnTo>
                  <a:lnTo>
                    <a:pt x="66395" y="11534"/>
                  </a:lnTo>
                  <a:lnTo>
                    <a:pt x="67676" y="13437"/>
                  </a:lnTo>
                  <a:lnTo>
                    <a:pt x="69287" y="16592"/>
                  </a:lnTo>
                  <a:lnTo>
                    <a:pt x="71335" y="18951"/>
                  </a:lnTo>
                  <a:lnTo>
                    <a:pt x="72409" y="22695"/>
                  </a:lnTo>
                  <a:lnTo>
                    <a:pt x="72638" y="23329"/>
                  </a:lnTo>
                  <a:lnTo>
                    <a:pt x="72889" y="23402"/>
                  </a:lnTo>
                  <a:lnTo>
                    <a:pt x="73159" y="22916"/>
                  </a:lnTo>
                  <a:lnTo>
                    <a:pt x="73333" y="22225"/>
                  </a:lnTo>
                  <a:lnTo>
                    <a:pt x="73382" y="20560"/>
                  </a:lnTo>
                  <a:lnTo>
                    <a:pt x="72809" y="18351"/>
                  </a:lnTo>
                  <a:lnTo>
                    <a:pt x="70893" y="12792"/>
                  </a:lnTo>
                  <a:lnTo>
                    <a:pt x="70860" y="11738"/>
                  </a:lnTo>
                  <a:lnTo>
                    <a:pt x="71102" y="10893"/>
                  </a:lnTo>
                  <a:lnTo>
                    <a:pt x="72452" y="10801"/>
                  </a:lnTo>
                  <a:lnTo>
                    <a:pt x="75593" y="11310"/>
                  </a:lnTo>
                  <a:lnTo>
                    <a:pt x="76596" y="12173"/>
                  </a:lnTo>
                  <a:lnTo>
                    <a:pt x="78730" y="15569"/>
                  </a:lnTo>
                  <a:lnTo>
                    <a:pt x="79330" y="16390"/>
                  </a:lnTo>
                  <a:lnTo>
                    <a:pt x="79696" y="16596"/>
                  </a:lnTo>
                  <a:lnTo>
                    <a:pt x="79827" y="16185"/>
                  </a:lnTo>
                  <a:lnTo>
                    <a:pt x="80655" y="15555"/>
                  </a:lnTo>
                  <a:lnTo>
                    <a:pt x="81229" y="14790"/>
                  </a:lnTo>
                  <a:lnTo>
                    <a:pt x="82183" y="12919"/>
                  </a:lnTo>
                  <a:lnTo>
                    <a:pt x="84269" y="9551"/>
                  </a:lnTo>
                  <a:lnTo>
                    <a:pt x="84702" y="9452"/>
                  </a:lnTo>
                  <a:lnTo>
                    <a:pt x="85311" y="9717"/>
                  </a:lnTo>
                  <a:lnTo>
                    <a:pt x="86381" y="10599"/>
                  </a:lnTo>
                  <a:lnTo>
                    <a:pt x="86888" y="11306"/>
                  </a:lnTo>
                  <a:lnTo>
                    <a:pt x="87894" y="11844"/>
                  </a:lnTo>
                  <a:lnTo>
                    <a:pt x="88925" y="11655"/>
                  </a:lnTo>
                  <a:lnTo>
                    <a:pt x="90348" y="10474"/>
                  </a:lnTo>
                  <a:lnTo>
                    <a:pt x="91957" y="9755"/>
                  </a:lnTo>
                  <a:lnTo>
                    <a:pt x="92508" y="8082"/>
                  </a:lnTo>
                  <a:lnTo>
                    <a:pt x="92612" y="7319"/>
                  </a:lnTo>
                  <a:lnTo>
                    <a:pt x="91316" y="2344"/>
                  </a:lnTo>
                  <a:lnTo>
                    <a:pt x="91861" y="1327"/>
                  </a:lnTo>
                  <a:lnTo>
                    <a:pt x="94669" y="93"/>
                  </a:lnTo>
                  <a:lnTo>
                    <a:pt x="97125" y="0"/>
                  </a:lnTo>
                  <a:lnTo>
                    <a:pt x="97706" y="337"/>
                  </a:lnTo>
                  <a:lnTo>
                    <a:pt x="99254" y="2754"/>
                  </a:lnTo>
                  <a:lnTo>
                    <a:pt x="100303" y="3970"/>
                  </a:lnTo>
                  <a:lnTo>
                    <a:pt x="100832" y="4948"/>
                  </a:lnTo>
                  <a:lnTo>
                    <a:pt x="100959" y="7101"/>
                  </a:lnTo>
                  <a:lnTo>
                    <a:pt x="101596" y="78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3"/>
            <p:cNvSpPr/>
            <p:nvPr/>
          </p:nvSpPr>
          <p:spPr>
            <a:xfrm>
              <a:off x="3593003" y="2646194"/>
              <a:ext cx="19197" cy="116848"/>
            </a:xfrm>
            <a:custGeom>
              <a:avLst/>
              <a:pathLst>
                <a:path w="19197" h="116848">
                  <a:moveTo>
                    <a:pt x="17745" y="20590"/>
                  </a:moveTo>
                  <a:lnTo>
                    <a:pt x="17137" y="20767"/>
                  </a:lnTo>
                  <a:lnTo>
                    <a:pt x="15719" y="22151"/>
                  </a:lnTo>
                  <a:lnTo>
                    <a:pt x="15526" y="22567"/>
                  </a:lnTo>
                  <a:lnTo>
                    <a:pt x="15277" y="23369"/>
                  </a:lnTo>
                  <a:lnTo>
                    <a:pt x="15233" y="23989"/>
                  </a:lnTo>
                  <a:lnTo>
                    <a:pt x="15031" y="30619"/>
                  </a:lnTo>
                  <a:lnTo>
                    <a:pt x="14259" y="30437"/>
                  </a:lnTo>
                  <a:lnTo>
                    <a:pt x="13318" y="28990"/>
                  </a:lnTo>
                  <a:lnTo>
                    <a:pt x="13135" y="27738"/>
                  </a:lnTo>
                  <a:lnTo>
                    <a:pt x="12852" y="27311"/>
                  </a:lnTo>
                  <a:lnTo>
                    <a:pt x="12181" y="27149"/>
                  </a:lnTo>
                  <a:lnTo>
                    <a:pt x="10909" y="26514"/>
                  </a:lnTo>
                  <a:lnTo>
                    <a:pt x="9433" y="28700"/>
                  </a:lnTo>
                  <a:lnTo>
                    <a:pt x="8806" y="32313"/>
                  </a:lnTo>
                  <a:lnTo>
                    <a:pt x="8679" y="34001"/>
                  </a:lnTo>
                  <a:lnTo>
                    <a:pt x="8178" y="37550"/>
                  </a:lnTo>
                  <a:lnTo>
                    <a:pt x="8355" y="39732"/>
                  </a:lnTo>
                  <a:lnTo>
                    <a:pt x="8441" y="42554"/>
                  </a:lnTo>
                  <a:lnTo>
                    <a:pt x="8566" y="44868"/>
                  </a:lnTo>
                  <a:lnTo>
                    <a:pt x="8435" y="46254"/>
                  </a:lnTo>
                  <a:lnTo>
                    <a:pt x="8153" y="46997"/>
                  </a:lnTo>
                  <a:lnTo>
                    <a:pt x="8237" y="47526"/>
                  </a:lnTo>
                  <a:lnTo>
                    <a:pt x="8489" y="47719"/>
                  </a:lnTo>
                  <a:lnTo>
                    <a:pt x="9297" y="47095"/>
                  </a:lnTo>
                  <a:lnTo>
                    <a:pt x="10148" y="47721"/>
                  </a:lnTo>
                  <a:lnTo>
                    <a:pt x="10964" y="48916"/>
                  </a:lnTo>
                  <a:lnTo>
                    <a:pt x="11029" y="49693"/>
                  </a:lnTo>
                  <a:lnTo>
                    <a:pt x="10450" y="50152"/>
                  </a:lnTo>
                  <a:lnTo>
                    <a:pt x="9083" y="51961"/>
                  </a:lnTo>
                  <a:lnTo>
                    <a:pt x="8120" y="54058"/>
                  </a:lnTo>
                  <a:lnTo>
                    <a:pt x="7870" y="56000"/>
                  </a:lnTo>
                  <a:lnTo>
                    <a:pt x="7220" y="60128"/>
                  </a:lnTo>
                  <a:lnTo>
                    <a:pt x="7309" y="60976"/>
                  </a:lnTo>
                  <a:lnTo>
                    <a:pt x="7624" y="61474"/>
                  </a:lnTo>
                  <a:lnTo>
                    <a:pt x="9849" y="61034"/>
                  </a:lnTo>
                  <a:lnTo>
                    <a:pt x="11868" y="59362"/>
                  </a:lnTo>
                  <a:lnTo>
                    <a:pt x="13388" y="57585"/>
                  </a:lnTo>
                  <a:lnTo>
                    <a:pt x="13870" y="57692"/>
                  </a:lnTo>
                  <a:lnTo>
                    <a:pt x="13559" y="62256"/>
                  </a:lnTo>
                  <a:lnTo>
                    <a:pt x="13296" y="65043"/>
                  </a:lnTo>
                  <a:lnTo>
                    <a:pt x="13399" y="65518"/>
                  </a:lnTo>
                  <a:lnTo>
                    <a:pt x="13739" y="67942"/>
                  </a:lnTo>
                  <a:lnTo>
                    <a:pt x="13092" y="72379"/>
                  </a:lnTo>
                  <a:lnTo>
                    <a:pt x="12368" y="75986"/>
                  </a:lnTo>
                  <a:lnTo>
                    <a:pt x="12112" y="77698"/>
                  </a:lnTo>
                  <a:lnTo>
                    <a:pt x="11408" y="81503"/>
                  </a:lnTo>
                  <a:lnTo>
                    <a:pt x="10687" y="85922"/>
                  </a:lnTo>
                  <a:lnTo>
                    <a:pt x="10303" y="88967"/>
                  </a:lnTo>
                  <a:lnTo>
                    <a:pt x="10389" y="90048"/>
                  </a:lnTo>
                  <a:lnTo>
                    <a:pt x="10211" y="95633"/>
                  </a:lnTo>
                  <a:lnTo>
                    <a:pt x="10314" y="97217"/>
                  </a:lnTo>
                  <a:lnTo>
                    <a:pt x="9469" y="102058"/>
                  </a:lnTo>
                  <a:lnTo>
                    <a:pt x="9299" y="104450"/>
                  </a:lnTo>
                  <a:lnTo>
                    <a:pt x="8960" y="107696"/>
                  </a:lnTo>
                  <a:lnTo>
                    <a:pt x="8379" y="114553"/>
                  </a:lnTo>
                  <a:lnTo>
                    <a:pt x="7583" y="116848"/>
                  </a:lnTo>
                  <a:lnTo>
                    <a:pt x="7186" y="114290"/>
                  </a:lnTo>
                  <a:lnTo>
                    <a:pt x="6281" y="106956"/>
                  </a:lnTo>
                  <a:lnTo>
                    <a:pt x="5636" y="101935"/>
                  </a:lnTo>
                  <a:lnTo>
                    <a:pt x="4756" y="95747"/>
                  </a:lnTo>
                  <a:lnTo>
                    <a:pt x="3272" y="88224"/>
                  </a:lnTo>
                  <a:lnTo>
                    <a:pt x="3135" y="86412"/>
                  </a:lnTo>
                  <a:lnTo>
                    <a:pt x="2815" y="83784"/>
                  </a:lnTo>
                  <a:lnTo>
                    <a:pt x="1791" y="76942"/>
                  </a:lnTo>
                  <a:lnTo>
                    <a:pt x="957" y="72002"/>
                  </a:lnTo>
                  <a:lnTo>
                    <a:pt x="0" y="65700"/>
                  </a:lnTo>
                  <a:lnTo>
                    <a:pt x="1185" y="63199"/>
                  </a:lnTo>
                  <a:lnTo>
                    <a:pt x="1207" y="61136"/>
                  </a:lnTo>
                  <a:lnTo>
                    <a:pt x="3225" y="56323"/>
                  </a:lnTo>
                  <a:lnTo>
                    <a:pt x="3208" y="55850"/>
                  </a:lnTo>
                  <a:lnTo>
                    <a:pt x="2670" y="54573"/>
                  </a:lnTo>
                  <a:lnTo>
                    <a:pt x="2746" y="54354"/>
                  </a:lnTo>
                  <a:lnTo>
                    <a:pt x="4984" y="45388"/>
                  </a:lnTo>
                  <a:lnTo>
                    <a:pt x="6427" y="36504"/>
                  </a:lnTo>
                  <a:lnTo>
                    <a:pt x="7785" y="24161"/>
                  </a:lnTo>
                  <a:lnTo>
                    <a:pt x="8752" y="17880"/>
                  </a:lnTo>
                  <a:lnTo>
                    <a:pt x="9571" y="13726"/>
                  </a:lnTo>
                  <a:lnTo>
                    <a:pt x="9934" y="10284"/>
                  </a:lnTo>
                  <a:lnTo>
                    <a:pt x="11255" y="10039"/>
                  </a:lnTo>
                  <a:lnTo>
                    <a:pt x="12239" y="10407"/>
                  </a:lnTo>
                  <a:lnTo>
                    <a:pt x="13417" y="10521"/>
                  </a:lnTo>
                  <a:lnTo>
                    <a:pt x="14360" y="9226"/>
                  </a:lnTo>
                  <a:lnTo>
                    <a:pt x="14813" y="5355"/>
                  </a:lnTo>
                  <a:lnTo>
                    <a:pt x="15351" y="4735"/>
                  </a:lnTo>
                  <a:lnTo>
                    <a:pt x="15623" y="5647"/>
                  </a:lnTo>
                  <a:lnTo>
                    <a:pt x="15903" y="4629"/>
                  </a:lnTo>
                  <a:lnTo>
                    <a:pt x="17137" y="2928"/>
                  </a:lnTo>
                  <a:lnTo>
                    <a:pt x="17747" y="1830"/>
                  </a:lnTo>
                  <a:lnTo>
                    <a:pt x="18360" y="474"/>
                  </a:lnTo>
                  <a:lnTo>
                    <a:pt x="18687" y="0"/>
                  </a:lnTo>
                  <a:lnTo>
                    <a:pt x="18484" y="1810"/>
                  </a:lnTo>
                  <a:lnTo>
                    <a:pt x="18318" y="2990"/>
                  </a:lnTo>
                  <a:lnTo>
                    <a:pt x="18317" y="4536"/>
                  </a:lnTo>
                  <a:lnTo>
                    <a:pt x="18568" y="5383"/>
                  </a:lnTo>
                  <a:lnTo>
                    <a:pt x="18909" y="7069"/>
                  </a:lnTo>
                  <a:lnTo>
                    <a:pt x="19118" y="8747"/>
                  </a:lnTo>
                  <a:lnTo>
                    <a:pt x="18674" y="10140"/>
                  </a:lnTo>
                  <a:lnTo>
                    <a:pt x="18717" y="11594"/>
                  </a:lnTo>
                  <a:lnTo>
                    <a:pt x="18835" y="12813"/>
                  </a:lnTo>
                  <a:lnTo>
                    <a:pt x="19197" y="14246"/>
                  </a:lnTo>
                  <a:lnTo>
                    <a:pt x="18545" y="16824"/>
                  </a:lnTo>
                  <a:lnTo>
                    <a:pt x="17908" y="191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4"/>
            <p:cNvSpPr/>
            <p:nvPr/>
          </p:nvSpPr>
          <p:spPr>
            <a:xfrm>
              <a:off x="3336271" y="2545393"/>
              <a:ext cx="1321" cy="2868"/>
            </a:xfrm>
            <a:custGeom>
              <a:avLst/>
              <a:pathLst>
                <a:path w="1321" h="2868">
                  <a:moveTo>
                    <a:pt x="1321" y="2542"/>
                  </a:moveTo>
                  <a:lnTo>
                    <a:pt x="769" y="2868"/>
                  </a:lnTo>
                  <a:lnTo>
                    <a:pt x="48" y="1852"/>
                  </a:lnTo>
                  <a:lnTo>
                    <a:pt x="0" y="427"/>
                  </a:lnTo>
                  <a:lnTo>
                    <a:pt x="133" y="0"/>
                  </a:lnTo>
                  <a:lnTo>
                    <a:pt x="1010" y="653"/>
                  </a:lnTo>
                  <a:lnTo>
                    <a:pt x="1284" y="19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5"/>
            <p:cNvSpPr/>
            <p:nvPr/>
          </p:nvSpPr>
          <p:spPr>
            <a:xfrm>
              <a:off x="3342015" y="2502463"/>
              <a:ext cx="36815" cy="47516"/>
            </a:xfrm>
            <a:custGeom>
              <a:avLst/>
              <a:pathLst>
                <a:path w="36815" h="47516">
                  <a:moveTo>
                    <a:pt x="36146" y="2233"/>
                  </a:moveTo>
                  <a:lnTo>
                    <a:pt x="35368" y="5592"/>
                  </a:lnTo>
                  <a:lnTo>
                    <a:pt x="34986" y="6883"/>
                  </a:lnTo>
                  <a:lnTo>
                    <a:pt x="32210" y="15102"/>
                  </a:lnTo>
                  <a:lnTo>
                    <a:pt x="31892" y="17000"/>
                  </a:lnTo>
                  <a:lnTo>
                    <a:pt x="31696" y="19064"/>
                  </a:lnTo>
                  <a:lnTo>
                    <a:pt x="31408" y="20871"/>
                  </a:lnTo>
                  <a:lnTo>
                    <a:pt x="31020" y="22575"/>
                  </a:lnTo>
                  <a:lnTo>
                    <a:pt x="30657" y="24741"/>
                  </a:lnTo>
                  <a:lnTo>
                    <a:pt x="30727" y="27197"/>
                  </a:lnTo>
                  <a:lnTo>
                    <a:pt x="30858" y="28401"/>
                  </a:lnTo>
                  <a:lnTo>
                    <a:pt x="31192" y="29191"/>
                  </a:lnTo>
                  <a:lnTo>
                    <a:pt x="31740" y="29934"/>
                  </a:lnTo>
                  <a:lnTo>
                    <a:pt x="32161" y="31072"/>
                  </a:lnTo>
                  <a:lnTo>
                    <a:pt x="31515" y="32111"/>
                  </a:lnTo>
                  <a:lnTo>
                    <a:pt x="32228" y="34193"/>
                  </a:lnTo>
                  <a:lnTo>
                    <a:pt x="32833" y="35428"/>
                  </a:lnTo>
                  <a:lnTo>
                    <a:pt x="32914" y="36662"/>
                  </a:lnTo>
                  <a:lnTo>
                    <a:pt x="32901" y="37900"/>
                  </a:lnTo>
                  <a:lnTo>
                    <a:pt x="31642" y="40218"/>
                  </a:lnTo>
                  <a:lnTo>
                    <a:pt x="31150" y="41495"/>
                  </a:lnTo>
                  <a:lnTo>
                    <a:pt x="30844" y="43042"/>
                  </a:lnTo>
                  <a:lnTo>
                    <a:pt x="30712" y="44638"/>
                  </a:lnTo>
                  <a:lnTo>
                    <a:pt x="30850" y="46079"/>
                  </a:lnTo>
                  <a:lnTo>
                    <a:pt x="30807" y="47516"/>
                  </a:lnTo>
                  <a:lnTo>
                    <a:pt x="29539" y="47337"/>
                  </a:lnTo>
                  <a:lnTo>
                    <a:pt x="28241" y="46461"/>
                  </a:lnTo>
                  <a:lnTo>
                    <a:pt x="26933" y="46849"/>
                  </a:lnTo>
                  <a:lnTo>
                    <a:pt x="25073" y="45189"/>
                  </a:lnTo>
                  <a:lnTo>
                    <a:pt x="24396" y="44889"/>
                  </a:lnTo>
                  <a:lnTo>
                    <a:pt x="23779" y="44241"/>
                  </a:lnTo>
                  <a:lnTo>
                    <a:pt x="22230" y="39094"/>
                  </a:lnTo>
                  <a:lnTo>
                    <a:pt x="20985" y="36920"/>
                  </a:lnTo>
                  <a:lnTo>
                    <a:pt x="19649" y="35229"/>
                  </a:lnTo>
                  <a:lnTo>
                    <a:pt x="18283" y="35126"/>
                  </a:lnTo>
                  <a:lnTo>
                    <a:pt x="16915" y="35318"/>
                  </a:lnTo>
                  <a:lnTo>
                    <a:pt x="15708" y="34277"/>
                  </a:lnTo>
                  <a:lnTo>
                    <a:pt x="13252" y="30782"/>
                  </a:lnTo>
                  <a:lnTo>
                    <a:pt x="10649" y="27987"/>
                  </a:lnTo>
                  <a:lnTo>
                    <a:pt x="9544" y="26166"/>
                  </a:lnTo>
                  <a:lnTo>
                    <a:pt x="9040" y="24942"/>
                  </a:lnTo>
                  <a:lnTo>
                    <a:pt x="8451" y="24129"/>
                  </a:lnTo>
                  <a:lnTo>
                    <a:pt x="6959" y="23324"/>
                  </a:lnTo>
                  <a:lnTo>
                    <a:pt x="5622" y="21434"/>
                  </a:lnTo>
                  <a:lnTo>
                    <a:pt x="5013" y="21296"/>
                  </a:lnTo>
                  <a:lnTo>
                    <a:pt x="3703" y="21526"/>
                  </a:lnTo>
                  <a:lnTo>
                    <a:pt x="3032" y="21395"/>
                  </a:lnTo>
                  <a:lnTo>
                    <a:pt x="2355" y="20730"/>
                  </a:lnTo>
                  <a:lnTo>
                    <a:pt x="1049" y="18508"/>
                  </a:lnTo>
                  <a:lnTo>
                    <a:pt x="216" y="15428"/>
                  </a:lnTo>
                  <a:lnTo>
                    <a:pt x="0" y="14069"/>
                  </a:lnTo>
                  <a:lnTo>
                    <a:pt x="590" y="10554"/>
                  </a:lnTo>
                  <a:lnTo>
                    <a:pt x="1290" y="7179"/>
                  </a:lnTo>
                  <a:lnTo>
                    <a:pt x="1911" y="6233"/>
                  </a:lnTo>
                  <a:lnTo>
                    <a:pt x="2633" y="5554"/>
                  </a:lnTo>
                  <a:lnTo>
                    <a:pt x="3070" y="4556"/>
                  </a:lnTo>
                  <a:lnTo>
                    <a:pt x="3438" y="3334"/>
                  </a:lnTo>
                  <a:lnTo>
                    <a:pt x="4777" y="6860"/>
                  </a:lnTo>
                  <a:lnTo>
                    <a:pt x="5376" y="7713"/>
                  </a:lnTo>
                  <a:lnTo>
                    <a:pt x="5983" y="7522"/>
                  </a:lnTo>
                  <a:lnTo>
                    <a:pt x="7059" y="6258"/>
                  </a:lnTo>
                  <a:lnTo>
                    <a:pt x="7149" y="4875"/>
                  </a:lnTo>
                  <a:lnTo>
                    <a:pt x="8336" y="3119"/>
                  </a:lnTo>
                  <a:lnTo>
                    <a:pt x="9845" y="3086"/>
                  </a:lnTo>
                  <a:lnTo>
                    <a:pt x="10542" y="3409"/>
                  </a:lnTo>
                  <a:lnTo>
                    <a:pt x="10909" y="4996"/>
                  </a:lnTo>
                  <a:lnTo>
                    <a:pt x="11484" y="5485"/>
                  </a:lnTo>
                  <a:lnTo>
                    <a:pt x="12149" y="5696"/>
                  </a:lnTo>
                  <a:lnTo>
                    <a:pt x="14338" y="8721"/>
                  </a:lnTo>
                  <a:lnTo>
                    <a:pt x="14952" y="9215"/>
                  </a:lnTo>
                  <a:lnTo>
                    <a:pt x="15574" y="9299"/>
                  </a:lnTo>
                  <a:lnTo>
                    <a:pt x="17274" y="8029"/>
                  </a:lnTo>
                  <a:lnTo>
                    <a:pt x="18579" y="7545"/>
                  </a:lnTo>
                  <a:lnTo>
                    <a:pt x="21314" y="8245"/>
                  </a:lnTo>
                  <a:lnTo>
                    <a:pt x="22793" y="7485"/>
                  </a:lnTo>
                  <a:lnTo>
                    <a:pt x="23826" y="7398"/>
                  </a:lnTo>
                  <a:lnTo>
                    <a:pt x="25331" y="6230"/>
                  </a:lnTo>
                  <a:lnTo>
                    <a:pt x="26487" y="4288"/>
                  </a:lnTo>
                  <a:lnTo>
                    <a:pt x="27091" y="3809"/>
                  </a:lnTo>
                  <a:lnTo>
                    <a:pt x="27738" y="3670"/>
                  </a:lnTo>
                  <a:lnTo>
                    <a:pt x="29303" y="3791"/>
                  </a:lnTo>
                  <a:lnTo>
                    <a:pt x="30878" y="4230"/>
                  </a:lnTo>
                  <a:lnTo>
                    <a:pt x="31538" y="3777"/>
                  </a:lnTo>
                  <a:lnTo>
                    <a:pt x="32089" y="2507"/>
                  </a:lnTo>
                  <a:lnTo>
                    <a:pt x="32729" y="1936"/>
                  </a:lnTo>
                  <a:lnTo>
                    <a:pt x="33432" y="2321"/>
                  </a:lnTo>
                  <a:lnTo>
                    <a:pt x="35251" y="148"/>
                  </a:lnTo>
                  <a:lnTo>
                    <a:pt x="36052" y="0"/>
                  </a:lnTo>
                  <a:lnTo>
                    <a:pt x="36815" y="8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6"/>
            <p:cNvSpPr/>
            <p:nvPr/>
          </p:nvSpPr>
          <p:spPr>
            <a:xfrm>
              <a:off x="3295097" y="2478232"/>
              <a:ext cx="1384" cy="4351"/>
            </a:xfrm>
            <a:custGeom>
              <a:avLst/>
              <a:pathLst>
                <a:path w="1384" h="4351">
                  <a:moveTo>
                    <a:pt x="1384" y="1429"/>
                  </a:moveTo>
                  <a:lnTo>
                    <a:pt x="723" y="4351"/>
                  </a:lnTo>
                  <a:lnTo>
                    <a:pt x="26" y="2282"/>
                  </a:lnTo>
                  <a:lnTo>
                    <a:pt x="0" y="506"/>
                  </a:lnTo>
                  <a:lnTo>
                    <a:pt x="94" y="0"/>
                  </a:lnTo>
                  <a:lnTo>
                    <a:pt x="944" y="7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7"/>
            <p:cNvSpPr/>
            <p:nvPr/>
          </p:nvSpPr>
          <p:spPr>
            <a:xfrm>
              <a:off x="3358333" y="2429597"/>
              <a:ext cx="1249" cy="1916"/>
            </a:xfrm>
            <a:custGeom>
              <a:avLst/>
              <a:pathLst>
                <a:path w="1249" h="1916">
                  <a:moveTo>
                    <a:pt x="975" y="1660"/>
                  </a:moveTo>
                  <a:lnTo>
                    <a:pt x="461" y="1916"/>
                  </a:lnTo>
                  <a:lnTo>
                    <a:pt x="162" y="1568"/>
                  </a:lnTo>
                  <a:lnTo>
                    <a:pt x="0" y="1115"/>
                  </a:lnTo>
                  <a:lnTo>
                    <a:pt x="203" y="0"/>
                  </a:lnTo>
                  <a:lnTo>
                    <a:pt x="1249" y="662"/>
                  </a:lnTo>
                  <a:lnTo>
                    <a:pt x="1235" y="12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8"/>
            <p:cNvSpPr/>
            <p:nvPr/>
          </p:nvSpPr>
          <p:spPr>
            <a:xfrm>
              <a:off x="3293337" y="2418958"/>
              <a:ext cx="1589" cy="3774"/>
            </a:xfrm>
            <a:custGeom>
              <a:avLst/>
              <a:pathLst>
                <a:path w="1589" h="3774">
                  <a:moveTo>
                    <a:pt x="924" y="2423"/>
                  </a:moveTo>
                  <a:lnTo>
                    <a:pt x="541" y="3774"/>
                  </a:lnTo>
                  <a:lnTo>
                    <a:pt x="0" y="3676"/>
                  </a:lnTo>
                  <a:lnTo>
                    <a:pt x="211" y="2676"/>
                  </a:lnTo>
                  <a:lnTo>
                    <a:pt x="710" y="672"/>
                  </a:lnTo>
                  <a:lnTo>
                    <a:pt x="1318" y="0"/>
                  </a:lnTo>
                  <a:lnTo>
                    <a:pt x="1589" y="598"/>
                  </a:lnTo>
                  <a:lnTo>
                    <a:pt x="1303" y="17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59"/>
            <p:cNvSpPr/>
            <p:nvPr/>
          </p:nvSpPr>
          <p:spPr>
            <a:xfrm>
              <a:off x="3293052" y="2414963"/>
              <a:ext cx="18693" cy="69363"/>
            </a:xfrm>
            <a:custGeom>
              <a:avLst/>
              <a:pathLst>
                <a:path w="18693" h="69363">
                  <a:moveTo>
                    <a:pt x="16700" y="11082"/>
                  </a:moveTo>
                  <a:lnTo>
                    <a:pt x="17275" y="12970"/>
                  </a:lnTo>
                  <a:lnTo>
                    <a:pt x="18568" y="20710"/>
                  </a:lnTo>
                  <a:lnTo>
                    <a:pt x="18693" y="22383"/>
                  </a:lnTo>
                  <a:lnTo>
                    <a:pt x="18435" y="24099"/>
                  </a:lnTo>
                  <a:lnTo>
                    <a:pt x="18106" y="25317"/>
                  </a:lnTo>
                  <a:lnTo>
                    <a:pt x="16826" y="29214"/>
                  </a:lnTo>
                  <a:lnTo>
                    <a:pt x="17015" y="32440"/>
                  </a:lnTo>
                  <a:lnTo>
                    <a:pt x="17491" y="34433"/>
                  </a:lnTo>
                  <a:lnTo>
                    <a:pt x="17559" y="36641"/>
                  </a:lnTo>
                  <a:lnTo>
                    <a:pt x="17321" y="39380"/>
                  </a:lnTo>
                  <a:lnTo>
                    <a:pt x="16527" y="56222"/>
                  </a:lnTo>
                  <a:lnTo>
                    <a:pt x="16142" y="59201"/>
                  </a:lnTo>
                  <a:lnTo>
                    <a:pt x="15900" y="61788"/>
                  </a:lnTo>
                  <a:lnTo>
                    <a:pt x="15023" y="62570"/>
                  </a:lnTo>
                  <a:lnTo>
                    <a:pt x="13892" y="61744"/>
                  </a:lnTo>
                  <a:lnTo>
                    <a:pt x="12466" y="60288"/>
                  </a:lnTo>
                  <a:lnTo>
                    <a:pt x="11808" y="60376"/>
                  </a:lnTo>
                  <a:lnTo>
                    <a:pt x="11145" y="60874"/>
                  </a:lnTo>
                  <a:lnTo>
                    <a:pt x="10597" y="60451"/>
                  </a:lnTo>
                  <a:lnTo>
                    <a:pt x="10075" y="59627"/>
                  </a:lnTo>
                  <a:lnTo>
                    <a:pt x="9687" y="65416"/>
                  </a:lnTo>
                  <a:lnTo>
                    <a:pt x="9042" y="67766"/>
                  </a:lnTo>
                  <a:lnTo>
                    <a:pt x="8061" y="69268"/>
                  </a:lnTo>
                  <a:lnTo>
                    <a:pt x="7138" y="69363"/>
                  </a:lnTo>
                  <a:lnTo>
                    <a:pt x="6187" y="68860"/>
                  </a:lnTo>
                  <a:lnTo>
                    <a:pt x="5382" y="68864"/>
                  </a:lnTo>
                  <a:lnTo>
                    <a:pt x="4770" y="67749"/>
                  </a:lnTo>
                  <a:lnTo>
                    <a:pt x="4286" y="65798"/>
                  </a:lnTo>
                  <a:lnTo>
                    <a:pt x="3514" y="63429"/>
                  </a:lnTo>
                  <a:lnTo>
                    <a:pt x="2730" y="60615"/>
                  </a:lnTo>
                  <a:lnTo>
                    <a:pt x="2645" y="58072"/>
                  </a:lnTo>
                  <a:lnTo>
                    <a:pt x="2511" y="52464"/>
                  </a:lnTo>
                  <a:lnTo>
                    <a:pt x="2736" y="51238"/>
                  </a:lnTo>
                  <a:lnTo>
                    <a:pt x="3063" y="50064"/>
                  </a:lnTo>
                  <a:lnTo>
                    <a:pt x="3224" y="47555"/>
                  </a:lnTo>
                  <a:lnTo>
                    <a:pt x="3110" y="45369"/>
                  </a:lnTo>
                  <a:lnTo>
                    <a:pt x="3340" y="44589"/>
                  </a:lnTo>
                  <a:lnTo>
                    <a:pt x="3796" y="45369"/>
                  </a:lnTo>
                  <a:lnTo>
                    <a:pt x="4139" y="45076"/>
                  </a:lnTo>
                  <a:lnTo>
                    <a:pt x="4117" y="43951"/>
                  </a:lnTo>
                  <a:lnTo>
                    <a:pt x="4222" y="41896"/>
                  </a:lnTo>
                  <a:lnTo>
                    <a:pt x="3625" y="40175"/>
                  </a:lnTo>
                  <a:lnTo>
                    <a:pt x="2611" y="39591"/>
                  </a:lnTo>
                  <a:lnTo>
                    <a:pt x="2514" y="37790"/>
                  </a:lnTo>
                  <a:lnTo>
                    <a:pt x="2620" y="36033"/>
                  </a:lnTo>
                  <a:lnTo>
                    <a:pt x="3155" y="34852"/>
                  </a:lnTo>
                  <a:lnTo>
                    <a:pt x="3336" y="33283"/>
                  </a:lnTo>
                  <a:lnTo>
                    <a:pt x="3342" y="28497"/>
                  </a:lnTo>
                  <a:lnTo>
                    <a:pt x="2627" y="26734"/>
                  </a:lnTo>
                  <a:lnTo>
                    <a:pt x="2353" y="24064"/>
                  </a:lnTo>
                  <a:lnTo>
                    <a:pt x="1983" y="22355"/>
                  </a:lnTo>
                  <a:lnTo>
                    <a:pt x="1319" y="20638"/>
                  </a:lnTo>
                  <a:lnTo>
                    <a:pt x="568" y="19240"/>
                  </a:lnTo>
                  <a:lnTo>
                    <a:pt x="104" y="17891"/>
                  </a:lnTo>
                  <a:lnTo>
                    <a:pt x="0" y="14361"/>
                  </a:lnTo>
                  <a:lnTo>
                    <a:pt x="264" y="11417"/>
                  </a:lnTo>
                  <a:lnTo>
                    <a:pt x="498" y="10157"/>
                  </a:lnTo>
                  <a:lnTo>
                    <a:pt x="740" y="10343"/>
                  </a:lnTo>
                  <a:lnTo>
                    <a:pt x="1487" y="11806"/>
                  </a:lnTo>
                  <a:lnTo>
                    <a:pt x="2099" y="12137"/>
                  </a:lnTo>
                  <a:lnTo>
                    <a:pt x="3309" y="12491"/>
                  </a:lnTo>
                  <a:lnTo>
                    <a:pt x="4499" y="12023"/>
                  </a:lnTo>
                  <a:lnTo>
                    <a:pt x="5961" y="10691"/>
                  </a:lnTo>
                  <a:lnTo>
                    <a:pt x="7368" y="9076"/>
                  </a:lnTo>
                  <a:lnTo>
                    <a:pt x="9405" y="4335"/>
                  </a:lnTo>
                  <a:lnTo>
                    <a:pt x="10660" y="3373"/>
                  </a:lnTo>
                  <a:lnTo>
                    <a:pt x="11303" y="2125"/>
                  </a:lnTo>
                  <a:lnTo>
                    <a:pt x="11522" y="440"/>
                  </a:lnTo>
                  <a:lnTo>
                    <a:pt x="12055" y="0"/>
                  </a:lnTo>
                  <a:lnTo>
                    <a:pt x="12683" y="1637"/>
                  </a:lnTo>
                  <a:lnTo>
                    <a:pt x="13463" y="1807"/>
                  </a:lnTo>
                  <a:lnTo>
                    <a:pt x="14664" y="3159"/>
                  </a:lnTo>
                  <a:lnTo>
                    <a:pt x="15183" y="4454"/>
                  </a:lnTo>
                  <a:lnTo>
                    <a:pt x="15626" y="6010"/>
                  </a:lnTo>
                  <a:lnTo>
                    <a:pt x="16051" y="6694"/>
                  </a:lnTo>
                  <a:lnTo>
                    <a:pt x="16508" y="7085"/>
                  </a:lnTo>
                  <a:lnTo>
                    <a:pt x="16575" y="7452"/>
                  </a:lnTo>
                  <a:lnTo>
                    <a:pt x="16213" y="7818"/>
                  </a:lnTo>
                  <a:lnTo>
                    <a:pt x="15798" y="9601"/>
                  </a:lnTo>
                  <a:lnTo>
                    <a:pt x="16032" y="101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0"/>
            <p:cNvSpPr/>
            <p:nvPr/>
          </p:nvSpPr>
          <p:spPr>
            <a:xfrm>
              <a:off x="3315250" y="2367652"/>
              <a:ext cx="3710" cy="4283"/>
            </a:xfrm>
            <a:custGeom>
              <a:avLst/>
              <a:pathLst>
                <a:path w="3710" h="4283">
                  <a:moveTo>
                    <a:pt x="3283" y="0"/>
                  </a:moveTo>
                  <a:lnTo>
                    <a:pt x="3665" y="1151"/>
                  </a:lnTo>
                  <a:lnTo>
                    <a:pt x="3710" y="1819"/>
                  </a:lnTo>
                  <a:lnTo>
                    <a:pt x="3454" y="2575"/>
                  </a:lnTo>
                  <a:lnTo>
                    <a:pt x="3562" y="4283"/>
                  </a:lnTo>
                  <a:lnTo>
                    <a:pt x="2599" y="2866"/>
                  </a:lnTo>
                  <a:lnTo>
                    <a:pt x="1141" y="3582"/>
                  </a:lnTo>
                  <a:lnTo>
                    <a:pt x="247" y="3431"/>
                  </a:lnTo>
                  <a:lnTo>
                    <a:pt x="0" y="2159"/>
                  </a:lnTo>
                  <a:lnTo>
                    <a:pt x="204" y="1413"/>
                  </a:lnTo>
                  <a:lnTo>
                    <a:pt x="1593" y="1252"/>
                  </a:lnTo>
                  <a:lnTo>
                    <a:pt x="2025" y="888"/>
                  </a:lnTo>
                  <a:lnTo>
                    <a:pt x="2868" y="10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1"/>
            <p:cNvSpPr/>
            <p:nvPr/>
          </p:nvSpPr>
          <p:spPr>
            <a:xfrm>
              <a:off x="3275178" y="2242838"/>
              <a:ext cx="136463" cy="270167"/>
            </a:xfrm>
            <a:custGeom>
              <a:avLst/>
              <a:pathLst>
                <a:path w="136463" h="270167">
                  <a:moveTo>
                    <a:pt x="81388" y="16602"/>
                  </a:moveTo>
                  <a:lnTo>
                    <a:pt x="81154" y="18297"/>
                  </a:lnTo>
                  <a:lnTo>
                    <a:pt x="80664" y="18722"/>
                  </a:lnTo>
                  <a:lnTo>
                    <a:pt x="79814" y="19710"/>
                  </a:lnTo>
                  <a:lnTo>
                    <a:pt x="78839" y="21066"/>
                  </a:lnTo>
                  <a:lnTo>
                    <a:pt x="77930" y="22593"/>
                  </a:lnTo>
                  <a:lnTo>
                    <a:pt x="77685" y="24245"/>
                  </a:lnTo>
                  <a:lnTo>
                    <a:pt x="77931" y="25328"/>
                  </a:lnTo>
                  <a:lnTo>
                    <a:pt x="78177" y="25702"/>
                  </a:lnTo>
                  <a:lnTo>
                    <a:pt x="78508" y="25370"/>
                  </a:lnTo>
                  <a:lnTo>
                    <a:pt x="78992" y="25575"/>
                  </a:lnTo>
                  <a:lnTo>
                    <a:pt x="79601" y="26167"/>
                  </a:lnTo>
                  <a:lnTo>
                    <a:pt x="80611" y="26744"/>
                  </a:lnTo>
                  <a:lnTo>
                    <a:pt x="80639" y="27314"/>
                  </a:lnTo>
                  <a:lnTo>
                    <a:pt x="80428" y="28042"/>
                  </a:lnTo>
                  <a:lnTo>
                    <a:pt x="79639" y="29342"/>
                  </a:lnTo>
                  <a:lnTo>
                    <a:pt x="78930" y="30807"/>
                  </a:lnTo>
                  <a:lnTo>
                    <a:pt x="78859" y="31703"/>
                  </a:lnTo>
                  <a:lnTo>
                    <a:pt x="78944" y="32356"/>
                  </a:lnTo>
                  <a:lnTo>
                    <a:pt x="79192" y="32750"/>
                  </a:lnTo>
                  <a:lnTo>
                    <a:pt x="80244" y="32573"/>
                  </a:lnTo>
                  <a:lnTo>
                    <a:pt x="80397" y="33108"/>
                  </a:lnTo>
                  <a:lnTo>
                    <a:pt x="79887" y="36877"/>
                  </a:lnTo>
                  <a:lnTo>
                    <a:pt x="80046" y="37520"/>
                  </a:lnTo>
                  <a:lnTo>
                    <a:pt x="80967" y="38122"/>
                  </a:lnTo>
                  <a:lnTo>
                    <a:pt x="81637" y="39029"/>
                  </a:lnTo>
                  <a:lnTo>
                    <a:pt x="82897" y="41419"/>
                  </a:lnTo>
                  <a:lnTo>
                    <a:pt x="83398" y="43356"/>
                  </a:lnTo>
                  <a:lnTo>
                    <a:pt x="83053" y="44006"/>
                  </a:lnTo>
                  <a:lnTo>
                    <a:pt x="82262" y="44327"/>
                  </a:lnTo>
                  <a:lnTo>
                    <a:pt x="81616" y="44161"/>
                  </a:lnTo>
                  <a:lnTo>
                    <a:pt x="82346" y="42990"/>
                  </a:lnTo>
                  <a:lnTo>
                    <a:pt x="80563" y="38744"/>
                  </a:lnTo>
                  <a:lnTo>
                    <a:pt x="79756" y="38751"/>
                  </a:lnTo>
                  <a:lnTo>
                    <a:pt x="78685" y="40546"/>
                  </a:lnTo>
                  <a:lnTo>
                    <a:pt x="75707" y="38731"/>
                  </a:lnTo>
                  <a:lnTo>
                    <a:pt x="75136" y="39464"/>
                  </a:lnTo>
                  <a:lnTo>
                    <a:pt x="74714" y="40902"/>
                  </a:lnTo>
                  <a:lnTo>
                    <a:pt x="73680" y="42687"/>
                  </a:lnTo>
                  <a:lnTo>
                    <a:pt x="72216" y="43476"/>
                  </a:lnTo>
                  <a:lnTo>
                    <a:pt x="70584" y="45441"/>
                  </a:lnTo>
                  <a:lnTo>
                    <a:pt x="68864" y="46832"/>
                  </a:lnTo>
                  <a:lnTo>
                    <a:pt x="67550" y="47883"/>
                  </a:lnTo>
                  <a:lnTo>
                    <a:pt x="66797" y="47698"/>
                  </a:lnTo>
                  <a:lnTo>
                    <a:pt x="67994" y="45423"/>
                  </a:lnTo>
                  <a:lnTo>
                    <a:pt x="67483" y="45382"/>
                  </a:lnTo>
                  <a:lnTo>
                    <a:pt x="65896" y="46987"/>
                  </a:lnTo>
                  <a:lnTo>
                    <a:pt x="64981" y="48344"/>
                  </a:lnTo>
                  <a:lnTo>
                    <a:pt x="64687" y="50625"/>
                  </a:lnTo>
                  <a:lnTo>
                    <a:pt x="64421" y="54388"/>
                  </a:lnTo>
                  <a:lnTo>
                    <a:pt x="65119" y="55387"/>
                  </a:lnTo>
                  <a:lnTo>
                    <a:pt x="66341" y="60349"/>
                  </a:lnTo>
                  <a:lnTo>
                    <a:pt x="67848" y="62471"/>
                  </a:lnTo>
                  <a:lnTo>
                    <a:pt x="67554" y="64497"/>
                  </a:lnTo>
                  <a:lnTo>
                    <a:pt x="67159" y="66098"/>
                  </a:lnTo>
                  <a:lnTo>
                    <a:pt x="66248" y="67483"/>
                  </a:lnTo>
                  <a:lnTo>
                    <a:pt x="65495" y="66456"/>
                  </a:lnTo>
                  <a:lnTo>
                    <a:pt x="65034" y="66482"/>
                  </a:lnTo>
                  <a:lnTo>
                    <a:pt x="64682" y="69724"/>
                  </a:lnTo>
                  <a:lnTo>
                    <a:pt x="65334" y="78384"/>
                  </a:lnTo>
                  <a:lnTo>
                    <a:pt x="66384" y="84458"/>
                  </a:lnTo>
                  <a:lnTo>
                    <a:pt x="67426" y="87107"/>
                  </a:lnTo>
                  <a:lnTo>
                    <a:pt x="69777" y="91229"/>
                  </a:lnTo>
                  <a:lnTo>
                    <a:pt x="72262" y="93402"/>
                  </a:lnTo>
                  <a:lnTo>
                    <a:pt x="76730" y="100349"/>
                  </a:lnTo>
                  <a:lnTo>
                    <a:pt x="79180" y="102548"/>
                  </a:lnTo>
                  <a:lnTo>
                    <a:pt x="79824" y="103742"/>
                  </a:lnTo>
                  <a:lnTo>
                    <a:pt x="81310" y="109102"/>
                  </a:lnTo>
                  <a:lnTo>
                    <a:pt x="82592" y="115293"/>
                  </a:lnTo>
                  <a:lnTo>
                    <a:pt x="83976" y="125009"/>
                  </a:lnTo>
                  <a:lnTo>
                    <a:pt x="84960" y="129796"/>
                  </a:lnTo>
                  <a:lnTo>
                    <a:pt x="86943" y="135207"/>
                  </a:lnTo>
                  <a:lnTo>
                    <a:pt x="91063" y="142953"/>
                  </a:lnTo>
                  <a:lnTo>
                    <a:pt x="94807" y="148619"/>
                  </a:lnTo>
                  <a:lnTo>
                    <a:pt x="98290" y="152121"/>
                  </a:lnTo>
                  <a:lnTo>
                    <a:pt x="101009" y="152735"/>
                  </a:lnTo>
                  <a:lnTo>
                    <a:pt x="107443" y="151961"/>
                  </a:lnTo>
                  <a:lnTo>
                    <a:pt x="108564" y="152295"/>
                  </a:lnTo>
                  <a:lnTo>
                    <a:pt x="109751" y="153239"/>
                  </a:lnTo>
                  <a:lnTo>
                    <a:pt x="110033" y="155667"/>
                  </a:lnTo>
                  <a:lnTo>
                    <a:pt x="109597" y="157308"/>
                  </a:lnTo>
                  <a:lnTo>
                    <a:pt x="108244" y="159013"/>
                  </a:lnTo>
                  <a:lnTo>
                    <a:pt x="106864" y="161375"/>
                  </a:lnTo>
                  <a:lnTo>
                    <a:pt x="106711" y="164590"/>
                  </a:lnTo>
                  <a:lnTo>
                    <a:pt x="108001" y="166855"/>
                  </a:lnTo>
                  <a:lnTo>
                    <a:pt x="114207" y="172864"/>
                  </a:lnTo>
                  <a:lnTo>
                    <a:pt x="120554" y="177884"/>
                  </a:lnTo>
                  <a:lnTo>
                    <a:pt x="122531" y="180446"/>
                  </a:lnTo>
                  <a:lnTo>
                    <a:pt x="124822" y="184431"/>
                  </a:lnTo>
                  <a:lnTo>
                    <a:pt x="130354" y="189910"/>
                  </a:lnTo>
                  <a:lnTo>
                    <a:pt x="131288" y="192576"/>
                  </a:lnTo>
                  <a:lnTo>
                    <a:pt x="134649" y="198311"/>
                  </a:lnTo>
                  <a:lnTo>
                    <a:pt x="136173" y="202738"/>
                  </a:lnTo>
                  <a:lnTo>
                    <a:pt x="136463" y="206172"/>
                  </a:lnTo>
                  <a:lnTo>
                    <a:pt x="135735" y="209658"/>
                  </a:lnTo>
                  <a:lnTo>
                    <a:pt x="135400" y="212118"/>
                  </a:lnTo>
                  <a:lnTo>
                    <a:pt x="134828" y="214548"/>
                  </a:lnTo>
                  <a:lnTo>
                    <a:pt x="133396" y="213627"/>
                  </a:lnTo>
                  <a:lnTo>
                    <a:pt x="131769" y="211132"/>
                  </a:lnTo>
                  <a:lnTo>
                    <a:pt x="129319" y="200991"/>
                  </a:lnTo>
                  <a:lnTo>
                    <a:pt x="124844" y="199963"/>
                  </a:lnTo>
                  <a:lnTo>
                    <a:pt x="123919" y="199216"/>
                  </a:lnTo>
                  <a:lnTo>
                    <a:pt x="122330" y="197477"/>
                  </a:lnTo>
                  <a:lnTo>
                    <a:pt x="122234" y="196330"/>
                  </a:lnTo>
                  <a:lnTo>
                    <a:pt x="121842" y="194896"/>
                  </a:lnTo>
                  <a:lnTo>
                    <a:pt x="121435" y="194413"/>
                  </a:lnTo>
                  <a:lnTo>
                    <a:pt x="119724" y="194097"/>
                  </a:lnTo>
                  <a:lnTo>
                    <a:pt x="118538" y="195735"/>
                  </a:lnTo>
                  <a:lnTo>
                    <a:pt x="117143" y="199623"/>
                  </a:lnTo>
                  <a:lnTo>
                    <a:pt x="115562" y="205215"/>
                  </a:lnTo>
                  <a:lnTo>
                    <a:pt x="113955" y="213416"/>
                  </a:lnTo>
                  <a:lnTo>
                    <a:pt x="113862" y="216729"/>
                  </a:lnTo>
                  <a:lnTo>
                    <a:pt x="114735" y="219939"/>
                  </a:lnTo>
                  <a:lnTo>
                    <a:pt x="117342" y="221730"/>
                  </a:lnTo>
                  <a:lnTo>
                    <a:pt x="119355" y="224588"/>
                  </a:lnTo>
                  <a:lnTo>
                    <a:pt x="120682" y="227572"/>
                  </a:lnTo>
                  <a:lnTo>
                    <a:pt x="120779" y="234783"/>
                  </a:lnTo>
                  <a:lnTo>
                    <a:pt x="121374" y="238875"/>
                  </a:lnTo>
                  <a:lnTo>
                    <a:pt x="120498" y="241202"/>
                  </a:lnTo>
                  <a:lnTo>
                    <a:pt x="118806" y="240598"/>
                  </a:lnTo>
                  <a:lnTo>
                    <a:pt x="116550" y="242078"/>
                  </a:lnTo>
                  <a:lnTo>
                    <a:pt x="114953" y="244724"/>
                  </a:lnTo>
                  <a:lnTo>
                    <a:pt x="114289" y="247246"/>
                  </a:lnTo>
                  <a:lnTo>
                    <a:pt x="114464" y="253784"/>
                  </a:lnTo>
                  <a:lnTo>
                    <a:pt x="114135" y="256280"/>
                  </a:lnTo>
                  <a:lnTo>
                    <a:pt x="111106" y="260993"/>
                  </a:lnTo>
                  <a:lnTo>
                    <a:pt x="109515" y="265815"/>
                  </a:lnTo>
                  <a:lnTo>
                    <a:pt x="109119" y="267817"/>
                  </a:lnTo>
                  <a:lnTo>
                    <a:pt x="108510" y="270086"/>
                  </a:lnTo>
                  <a:lnTo>
                    <a:pt x="104686" y="270167"/>
                  </a:lnTo>
                  <a:lnTo>
                    <a:pt x="103780" y="267356"/>
                  </a:lnTo>
                  <a:lnTo>
                    <a:pt x="103748" y="263185"/>
                  </a:lnTo>
                  <a:lnTo>
                    <a:pt x="104406" y="260617"/>
                  </a:lnTo>
                  <a:lnTo>
                    <a:pt x="105812" y="259415"/>
                  </a:lnTo>
                  <a:lnTo>
                    <a:pt x="106760" y="254081"/>
                  </a:lnTo>
                  <a:lnTo>
                    <a:pt x="106463" y="250227"/>
                  </a:lnTo>
                  <a:lnTo>
                    <a:pt x="107015" y="248519"/>
                  </a:lnTo>
                  <a:lnTo>
                    <a:pt x="107538" y="247311"/>
                  </a:lnTo>
                  <a:lnTo>
                    <a:pt x="108610" y="246607"/>
                  </a:lnTo>
                  <a:lnTo>
                    <a:pt x="110121" y="245933"/>
                  </a:lnTo>
                  <a:lnTo>
                    <a:pt x="110272" y="240559"/>
                  </a:lnTo>
                  <a:lnTo>
                    <a:pt x="109092" y="238115"/>
                  </a:lnTo>
                  <a:lnTo>
                    <a:pt x="108679" y="234698"/>
                  </a:lnTo>
                  <a:lnTo>
                    <a:pt x="108128" y="228370"/>
                  </a:lnTo>
                  <a:lnTo>
                    <a:pt x="106180" y="220306"/>
                  </a:lnTo>
                  <a:lnTo>
                    <a:pt x="105136" y="213109"/>
                  </a:lnTo>
                  <a:lnTo>
                    <a:pt x="104321" y="209560"/>
                  </a:lnTo>
                  <a:lnTo>
                    <a:pt x="103082" y="207709"/>
                  </a:lnTo>
                  <a:lnTo>
                    <a:pt x="100847" y="207729"/>
                  </a:lnTo>
                  <a:lnTo>
                    <a:pt x="99738" y="207201"/>
                  </a:lnTo>
                  <a:lnTo>
                    <a:pt x="95783" y="202207"/>
                  </a:lnTo>
                  <a:lnTo>
                    <a:pt x="95507" y="201447"/>
                  </a:lnTo>
                  <a:lnTo>
                    <a:pt x="95532" y="200122"/>
                  </a:lnTo>
                  <a:lnTo>
                    <a:pt x="96188" y="198115"/>
                  </a:lnTo>
                  <a:lnTo>
                    <a:pt x="95746" y="195401"/>
                  </a:lnTo>
                  <a:lnTo>
                    <a:pt x="95277" y="192839"/>
                  </a:lnTo>
                  <a:lnTo>
                    <a:pt x="94502" y="190654"/>
                  </a:lnTo>
                  <a:lnTo>
                    <a:pt x="93652" y="189519"/>
                  </a:lnTo>
                  <a:lnTo>
                    <a:pt x="91874" y="190217"/>
                  </a:lnTo>
                  <a:lnTo>
                    <a:pt x="91249" y="190760"/>
                  </a:lnTo>
                  <a:lnTo>
                    <a:pt x="90127" y="190574"/>
                  </a:lnTo>
                  <a:lnTo>
                    <a:pt x="89244" y="191545"/>
                  </a:lnTo>
                  <a:lnTo>
                    <a:pt x="88752" y="191575"/>
                  </a:lnTo>
                  <a:lnTo>
                    <a:pt x="90140" y="187737"/>
                  </a:lnTo>
                  <a:lnTo>
                    <a:pt x="89767" y="186832"/>
                  </a:lnTo>
                  <a:lnTo>
                    <a:pt x="88395" y="185257"/>
                  </a:lnTo>
                  <a:lnTo>
                    <a:pt x="86534" y="185019"/>
                  </a:lnTo>
                  <a:lnTo>
                    <a:pt x="86018" y="184828"/>
                  </a:lnTo>
                  <a:lnTo>
                    <a:pt x="85713" y="185809"/>
                  </a:lnTo>
                  <a:lnTo>
                    <a:pt x="85350" y="185268"/>
                  </a:lnTo>
                  <a:lnTo>
                    <a:pt x="85388" y="183553"/>
                  </a:lnTo>
                  <a:lnTo>
                    <a:pt x="83226" y="175880"/>
                  </a:lnTo>
                  <a:lnTo>
                    <a:pt x="81772" y="172758"/>
                  </a:lnTo>
                  <a:lnTo>
                    <a:pt x="81039" y="172201"/>
                  </a:lnTo>
                  <a:lnTo>
                    <a:pt x="79716" y="172860"/>
                  </a:lnTo>
                  <a:lnTo>
                    <a:pt x="77497" y="171491"/>
                  </a:lnTo>
                  <a:lnTo>
                    <a:pt x="76173" y="171185"/>
                  </a:lnTo>
                  <a:lnTo>
                    <a:pt x="75442" y="171515"/>
                  </a:lnTo>
                  <a:lnTo>
                    <a:pt x="74352" y="172515"/>
                  </a:lnTo>
                  <a:lnTo>
                    <a:pt x="73804" y="171854"/>
                  </a:lnTo>
                  <a:lnTo>
                    <a:pt x="73611" y="170829"/>
                  </a:lnTo>
                  <a:lnTo>
                    <a:pt x="71597" y="167643"/>
                  </a:lnTo>
                  <a:lnTo>
                    <a:pt x="69084" y="165842"/>
                  </a:lnTo>
                  <a:lnTo>
                    <a:pt x="64191" y="155708"/>
                  </a:lnTo>
                  <a:lnTo>
                    <a:pt x="62690" y="151919"/>
                  </a:lnTo>
                  <a:lnTo>
                    <a:pt x="59603" y="147748"/>
                  </a:lnTo>
                  <a:lnTo>
                    <a:pt x="57650" y="141675"/>
                  </a:lnTo>
                  <a:lnTo>
                    <a:pt x="56052" y="139447"/>
                  </a:lnTo>
                  <a:lnTo>
                    <a:pt x="53726" y="137664"/>
                  </a:lnTo>
                  <a:lnTo>
                    <a:pt x="53189" y="137887"/>
                  </a:lnTo>
                  <a:lnTo>
                    <a:pt x="52489" y="138555"/>
                  </a:lnTo>
                  <a:lnTo>
                    <a:pt x="51941" y="138651"/>
                  </a:lnTo>
                  <a:lnTo>
                    <a:pt x="51504" y="137861"/>
                  </a:lnTo>
                  <a:lnTo>
                    <a:pt x="51948" y="137049"/>
                  </a:lnTo>
                  <a:lnTo>
                    <a:pt x="52442" y="136680"/>
                  </a:lnTo>
                  <a:lnTo>
                    <a:pt x="52247" y="134358"/>
                  </a:lnTo>
                  <a:lnTo>
                    <a:pt x="49600" y="128343"/>
                  </a:lnTo>
                  <a:lnTo>
                    <a:pt x="48050" y="126405"/>
                  </a:lnTo>
                  <a:lnTo>
                    <a:pt x="47613" y="125212"/>
                  </a:lnTo>
                  <a:lnTo>
                    <a:pt x="47290" y="123579"/>
                  </a:lnTo>
                  <a:lnTo>
                    <a:pt x="46960" y="122504"/>
                  </a:lnTo>
                  <a:lnTo>
                    <a:pt x="46226" y="121888"/>
                  </a:lnTo>
                  <a:lnTo>
                    <a:pt x="45600" y="121993"/>
                  </a:lnTo>
                  <a:lnTo>
                    <a:pt x="44733" y="121582"/>
                  </a:lnTo>
                  <a:lnTo>
                    <a:pt x="44761" y="118698"/>
                  </a:lnTo>
                  <a:lnTo>
                    <a:pt x="44934" y="116482"/>
                  </a:lnTo>
                  <a:lnTo>
                    <a:pt x="44801" y="114600"/>
                  </a:lnTo>
                  <a:lnTo>
                    <a:pt x="43958" y="109654"/>
                  </a:lnTo>
                  <a:lnTo>
                    <a:pt x="42496" y="105461"/>
                  </a:lnTo>
                  <a:lnTo>
                    <a:pt x="41636" y="95444"/>
                  </a:lnTo>
                  <a:lnTo>
                    <a:pt x="40972" y="92625"/>
                  </a:lnTo>
                  <a:lnTo>
                    <a:pt x="39356" y="90483"/>
                  </a:lnTo>
                  <a:lnTo>
                    <a:pt x="35710" y="88084"/>
                  </a:lnTo>
                  <a:lnTo>
                    <a:pt x="30630" y="81640"/>
                  </a:lnTo>
                  <a:lnTo>
                    <a:pt x="29555" y="81529"/>
                  </a:lnTo>
                  <a:lnTo>
                    <a:pt x="26498" y="79025"/>
                  </a:lnTo>
                  <a:lnTo>
                    <a:pt x="24605" y="78595"/>
                  </a:lnTo>
                  <a:lnTo>
                    <a:pt x="22144" y="80845"/>
                  </a:lnTo>
                  <a:lnTo>
                    <a:pt x="19156" y="87039"/>
                  </a:lnTo>
                  <a:lnTo>
                    <a:pt x="16731" y="93469"/>
                  </a:lnTo>
                  <a:lnTo>
                    <a:pt x="15849" y="94715"/>
                  </a:lnTo>
                  <a:lnTo>
                    <a:pt x="12722" y="96907"/>
                  </a:lnTo>
                  <a:lnTo>
                    <a:pt x="9959" y="97954"/>
                  </a:lnTo>
                  <a:lnTo>
                    <a:pt x="9929" y="96305"/>
                  </a:lnTo>
                  <a:lnTo>
                    <a:pt x="9831" y="95066"/>
                  </a:lnTo>
                  <a:lnTo>
                    <a:pt x="10298" y="93701"/>
                  </a:lnTo>
                  <a:lnTo>
                    <a:pt x="11069" y="92095"/>
                  </a:lnTo>
                  <a:lnTo>
                    <a:pt x="11781" y="90079"/>
                  </a:lnTo>
                  <a:lnTo>
                    <a:pt x="12076" y="88616"/>
                  </a:lnTo>
                  <a:lnTo>
                    <a:pt x="11937" y="87645"/>
                  </a:lnTo>
                  <a:lnTo>
                    <a:pt x="11617" y="86203"/>
                  </a:lnTo>
                  <a:lnTo>
                    <a:pt x="11182" y="86099"/>
                  </a:lnTo>
                  <a:lnTo>
                    <a:pt x="8552" y="87309"/>
                  </a:lnTo>
                  <a:lnTo>
                    <a:pt x="7949" y="86996"/>
                  </a:lnTo>
                  <a:lnTo>
                    <a:pt x="6003" y="85113"/>
                  </a:lnTo>
                  <a:lnTo>
                    <a:pt x="3907" y="82799"/>
                  </a:lnTo>
                  <a:lnTo>
                    <a:pt x="3135" y="81153"/>
                  </a:lnTo>
                  <a:lnTo>
                    <a:pt x="2843" y="79489"/>
                  </a:lnTo>
                  <a:lnTo>
                    <a:pt x="3062" y="78421"/>
                  </a:lnTo>
                  <a:lnTo>
                    <a:pt x="2887" y="77384"/>
                  </a:lnTo>
                  <a:lnTo>
                    <a:pt x="2476" y="75983"/>
                  </a:lnTo>
                  <a:lnTo>
                    <a:pt x="2847" y="74392"/>
                  </a:lnTo>
                  <a:lnTo>
                    <a:pt x="3500" y="72409"/>
                  </a:lnTo>
                  <a:lnTo>
                    <a:pt x="3827" y="71064"/>
                  </a:lnTo>
                  <a:lnTo>
                    <a:pt x="4375" y="70715"/>
                  </a:lnTo>
                  <a:lnTo>
                    <a:pt x="4636" y="69896"/>
                  </a:lnTo>
                  <a:lnTo>
                    <a:pt x="4199" y="66628"/>
                  </a:lnTo>
                  <a:lnTo>
                    <a:pt x="3971" y="66104"/>
                  </a:lnTo>
                  <a:lnTo>
                    <a:pt x="3591" y="65699"/>
                  </a:lnTo>
                  <a:lnTo>
                    <a:pt x="3010" y="65652"/>
                  </a:lnTo>
                  <a:lnTo>
                    <a:pt x="1994" y="64977"/>
                  </a:lnTo>
                  <a:lnTo>
                    <a:pt x="1271" y="63847"/>
                  </a:lnTo>
                  <a:lnTo>
                    <a:pt x="1115" y="62322"/>
                  </a:lnTo>
                  <a:lnTo>
                    <a:pt x="732" y="60856"/>
                  </a:lnTo>
                  <a:lnTo>
                    <a:pt x="80" y="59510"/>
                  </a:lnTo>
                  <a:lnTo>
                    <a:pt x="0" y="58039"/>
                  </a:lnTo>
                  <a:lnTo>
                    <a:pt x="742" y="57261"/>
                  </a:lnTo>
                  <a:lnTo>
                    <a:pt x="1756" y="57231"/>
                  </a:lnTo>
                  <a:lnTo>
                    <a:pt x="2469" y="57516"/>
                  </a:lnTo>
                  <a:lnTo>
                    <a:pt x="4068" y="55154"/>
                  </a:lnTo>
                  <a:lnTo>
                    <a:pt x="4657" y="54947"/>
                  </a:lnTo>
                  <a:lnTo>
                    <a:pt x="5185" y="54434"/>
                  </a:lnTo>
                  <a:lnTo>
                    <a:pt x="5628" y="51211"/>
                  </a:lnTo>
                  <a:lnTo>
                    <a:pt x="5968" y="50245"/>
                  </a:lnTo>
                  <a:lnTo>
                    <a:pt x="6049" y="49678"/>
                  </a:lnTo>
                  <a:lnTo>
                    <a:pt x="5734" y="49005"/>
                  </a:lnTo>
                  <a:lnTo>
                    <a:pt x="4441" y="46736"/>
                  </a:lnTo>
                  <a:lnTo>
                    <a:pt x="3851" y="44369"/>
                  </a:lnTo>
                  <a:lnTo>
                    <a:pt x="2919" y="41716"/>
                  </a:lnTo>
                  <a:lnTo>
                    <a:pt x="2054" y="40544"/>
                  </a:lnTo>
                  <a:lnTo>
                    <a:pt x="1877" y="39633"/>
                  </a:lnTo>
                  <a:lnTo>
                    <a:pt x="1857" y="38474"/>
                  </a:lnTo>
                  <a:lnTo>
                    <a:pt x="2034" y="37455"/>
                  </a:lnTo>
                  <a:lnTo>
                    <a:pt x="3603" y="35865"/>
                  </a:lnTo>
                  <a:lnTo>
                    <a:pt x="4526" y="34169"/>
                  </a:lnTo>
                  <a:lnTo>
                    <a:pt x="4925" y="34818"/>
                  </a:lnTo>
                  <a:lnTo>
                    <a:pt x="5768" y="35509"/>
                  </a:lnTo>
                  <a:lnTo>
                    <a:pt x="8057" y="34565"/>
                  </a:lnTo>
                  <a:lnTo>
                    <a:pt x="9480" y="33617"/>
                  </a:lnTo>
                  <a:lnTo>
                    <a:pt x="10482" y="32620"/>
                  </a:lnTo>
                  <a:lnTo>
                    <a:pt x="11103" y="32796"/>
                  </a:lnTo>
                  <a:lnTo>
                    <a:pt x="13351" y="34285"/>
                  </a:lnTo>
                  <a:lnTo>
                    <a:pt x="14092" y="33528"/>
                  </a:lnTo>
                  <a:lnTo>
                    <a:pt x="15713" y="31505"/>
                  </a:lnTo>
                  <a:lnTo>
                    <a:pt x="15956" y="30442"/>
                  </a:lnTo>
                  <a:lnTo>
                    <a:pt x="17232" y="27220"/>
                  </a:lnTo>
                  <a:lnTo>
                    <a:pt x="17256" y="26432"/>
                  </a:lnTo>
                  <a:lnTo>
                    <a:pt x="16730" y="24411"/>
                  </a:lnTo>
                  <a:lnTo>
                    <a:pt x="16893" y="23966"/>
                  </a:lnTo>
                  <a:lnTo>
                    <a:pt x="18461" y="21893"/>
                  </a:lnTo>
                  <a:lnTo>
                    <a:pt x="19227" y="20055"/>
                  </a:lnTo>
                  <a:lnTo>
                    <a:pt x="20058" y="18823"/>
                  </a:lnTo>
                  <a:lnTo>
                    <a:pt x="20654" y="18795"/>
                  </a:lnTo>
                  <a:lnTo>
                    <a:pt x="20819" y="19214"/>
                  </a:lnTo>
                  <a:lnTo>
                    <a:pt x="20889" y="20074"/>
                  </a:lnTo>
                  <a:lnTo>
                    <a:pt x="20838" y="23617"/>
                  </a:lnTo>
                  <a:lnTo>
                    <a:pt x="21067" y="24709"/>
                  </a:lnTo>
                  <a:lnTo>
                    <a:pt x="22299" y="27253"/>
                  </a:lnTo>
                  <a:lnTo>
                    <a:pt x="23176" y="28702"/>
                  </a:lnTo>
                  <a:lnTo>
                    <a:pt x="25212" y="29696"/>
                  </a:lnTo>
                  <a:lnTo>
                    <a:pt x="25306" y="30172"/>
                  </a:lnTo>
                  <a:lnTo>
                    <a:pt x="24745" y="32088"/>
                  </a:lnTo>
                  <a:lnTo>
                    <a:pt x="25978" y="34378"/>
                  </a:lnTo>
                  <a:lnTo>
                    <a:pt x="26198" y="36054"/>
                  </a:lnTo>
                  <a:lnTo>
                    <a:pt x="26767" y="36998"/>
                  </a:lnTo>
                  <a:lnTo>
                    <a:pt x="27573" y="36535"/>
                  </a:lnTo>
                  <a:lnTo>
                    <a:pt x="27837" y="35652"/>
                  </a:lnTo>
                  <a:lnTo>
                    <a:pt x="27520" y="34099"/>
                  </a:lnTo>
                  <a:lnTo>
                    <a:pt x="27287" y="32475"/>
                  </a:lnTo>
                  <a:lnTo>
                    <a:pt x="27335" y="31535"/>
                  </a:lnTo>
                  <a:lnTo>
                    <a:pt x="27557" y="30455"/>
                  </a:lnTo>
                  <a:lnTo>
                    <a:pt x="28117" y="28948"/>
                  </a:lnTo>
                  <a:lnTo>
                    <a:pt x="29641" y="25497"/>
                  </a:lnTo>
                  <a:lnTo>
                    <a:pt x="30189" y="23502"/>
                  </a:lnTo>
                  <a:lnTo>
                    <a:pt x="30289" y="20414"/>
                  </a:lnTo>
                  <a:lnTo>
                    <a:pt x="30294" y="17934"/>
                  </a:lnTo>
                  <a:lnTo>
                    <a:pt x="30803" y="17332"/>
                  </a:lnTo>
                  <a:lnTo>
                    <a:pt x="31895" y="17772"/>
                  </a:lnTo>
                  <a:lnTo>
                    <a:pt x="32221" y="17723"/>
                  </a:lnTo>
                  <a:lnTo>
                    <a:pt x="32370" y="19245"/>
                  </a:lnTo>
                  <a:lnTo>
                    <a:pt x="32836" y="21669"/>
                  </a:lnTo>
                  <a:lnTo>
                    <a:pt x="33384" y="22928"/>
                  </a:lnTo>
                  <a:lnTo>
                    <a:pt x="33970" y="23226"/>
                  </a:lnTo>
                  <a:lnTo>
                    <a:pt x="34659" y="23232"/>
                  </a:lnTo>
                  <a:lnTo>
                    <a:pt x="36366" y="21750"/>
                  </a:lnTo>
                  <a:lnTo>
                    <a:pt x="37478" y="21108"/>
                  </a:lnTo>
                  <a:lnTo>
                    <a:pt x="38109" y="21284"/>
                  </a:lnTo>
                  <a:lnTo>
                    <a:pt x="38482" y="22293"/>
                  </a:lnTo>
                  <a:lnTo>
                    <a:pt x="39280" y="24940"/>
                  </a:lnTo>
                  <a:lnTo>
                    <a:pt x="39735" y="25239"/>
                  </a:lnTo>
                  <a:lnTo>
                    <a:pt x="40284" y="24936"/>
                  </a:lnTo>
                  <a:lnTo>
                    <a:pt x="40479" y="24484"/>
                  </a:lnTo>
                  <a:lnTo>
                    <a:pt x="40302" y="23466"/>
                  </a:lnTo>
                  <a:lnTo>
                    <a:pt x="40070" y="21254"/>
                  </a:lnTo>
                  <a:lnTo>
                    <a:pt x="39751" y="19543"/>
                  </a:lnTo>
                  <a:lnTo>
                    <a:pt x="39333" y="18740"/>
                  </a:lnTo>
                  <a:lnTo>
                    <a:pt x="39248" y="17697"/>
                  </a:lnTo>
                  <a:lnTo>
                    <a:pt x="39512" y="15819"/>
                  </a:lnTo>
                  <a:lnTo>
                    <a:pt x="39809" y="14249"/>
                  </a:lnTo>
                  <a:lnTo>
                    <a:pt x="40390" y="13822"/>
                  </a:lnTo>
                  <a:lnTo>
                    <a:pt x="41058" y="13623"/>
                  </a:lnTo>
                  <a:lnTo>
                    <a:pt x="41941" y="15285"/>
                  </a:lnTo>
                  <a:lnTo>
                    <a:pt x="42986" y="15810"/>
                  </a:lnTo>
                  <a:lnTo>
                    <a:pt x="43764" y="15722"/>
                  </a:lnTo>
                  <a:lnTo>
                    <a:pt x="43900" y="14752"/>
                  </a:lnTo>
                  <a:lnTo>
                    <a:pt x="43852" y="13689"/>
                  </a:lnTo>
                  <a:lnTo>
                    <a:pt x="43387" y="12324"/>
                  </a:lnTo>
                  <a:lnTo>
                    <a:pt x="43481" y="10261"/>
                  </a:lnTo>
                  <a:lnTo>
                    <a:pt x="44019" y="6417"/>
                  </a:lnTo>
                  <a:lnTo>
                    <a:pt x="44325" y="6707"/>
                  </a:lnTo>
                  <a:lnTo>
                    <a:pt x="45480" y="6749"/>
                  </a:lnTo>
                  <a:lnTo>
                    <a:pt x="46740" y="6966"/>
                  </a:lnTo>
                  <a:lnTo>
                    <a:pt x="47551" y="8534"/>
                  </a:lnTo>
                  <a:lnTo>
                    <a:pt x="48347" y="9068"/>
                  </a:lnTo>
                  <a:lnTo>
                    <a:pt x="49480" y="9238"/>
                  </a:lnTo>
                  <a:lnTo>
                    <a:pt x="50238" y="9016"/>
                  </a:lnTo>
                  <a:lnTo>
                    <a:pt x="50605" y="8426"/>
                  </a:lnTo>
                  <a:lnTo>
                    <a:pt x="51046" y="6589"/>
                  </a:lnTo>
                  <a:lnTo>
                    <a:pt x="51857" y="4312"/>
                  </a:lnTo>
                  <a:lnTo>
                    <a:pt x="53129" y="3145"/>
                  </a:lnTo>
                  <a:lnTo>
                    <a:pt x="55301" y="2927"/>
                  </a:lnTo>
                  <a:lnTo>
                    <a:pt x="56387" y="2503"/>
                  </a:lnTo>
                  <a:lnTo>
                    <a:pt x="57514" y="2527"/>
                  </a:lnTo>
                  <a:lnTo>
                    <a:pt x="58365" y="2880"/>
                  </a:lnTo>
                  <a:lnTo>
                    <a:pt x="59242" y="2838"/>
                  </a:lnTo>
                  <a:lnTo>
                    <a:pt x="61473" y="1253"/>
                  </a:lnTo>
                  <a:lnTo>
                    <a:pt x="63774" y="0"/>
                  </a:lnTo>
                  <a:lnTo>
                    <a:pt x="64093" y="210"/>
                  </a:lnTo>
                  <a:lnTo>
                    <a:pt x="64140" y="627"/>
                  </a:lnTo>
                  <a:lnTo>
                    <a:pt x="63729" y="1594"/>
                  </a:lnTo>
                  <a:lnTo>
                    <a:pt x="63329" y="2877"/>
                  </a:lnTo>
                  <a:lnTo>
                    <a:pt x="63597" y="4340"/>
                  </a:lnTo>
                  <a:lnTo>
                    <a:pt x="64908" y="7276"/>
                  </a:lnTo>
                  <a:lnTo>
                    <a:pt x="65622" y="9524"/>
                  </a:lnTo>
                  <a:lnTo>
                    <a:pt x="66292" y="11213"/>
                  </a:lnTo>
                  <a:lnTo>
                    <a:pt x="67339" y="12103"/>
                  </a:lnTo>
                  <a:lnTo>
                    <a:pt x="68713" y="12647"/>
                  </a:lnTo>
                  <a:lnTo>
                    <a:pt x="69877" y="12844"/>
                  </a:lnTo>
                  <a:lnTo>
                    <a:pt x="71094" y="13481"/>
                  </a:lnTo>
                  <a:lnTo>
                    <a:pt x="75274" y="15054"/>
                  </a:lnTo>
                  <a:lnTo>
                    <a:pt x="77378" y="15490"/>
                  </a:lnTo>
                  <a:lnTo>
                    <a:pt x="78971" y="155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2"/>
            <p:cNvSpPr/>
            <p:nvPr/>
          </p:nvSpPr>
          <p:spPr>
            <a:xfrm>
              <a:off x="3341570" y="2334215"/>
              <a:ext cx="1355" cy="2826"/>
            </a:xfrm>
            <a:custGeom>
              <a:avLst/>
              <a:pathLst>
                <a:path w="1355" h="2826">
                  <a:moveTo>
                    <a:pt x="0" y="1630"/>
                  </a:moveTo>
                  <a:lnTo>
                    <a:pt x="339" y="2826"/>
                  </a:lnTo>
                  <a:lnTo>
                    <a:pt x="1017" y="2610"/>
                  </a:lnTo>
                  <a:lnTo>
                    <a:pt x="1355" y="1086"/>
                  </a:lnTo>
                  <a:lnTo>
                    <a:pt x="1229" y="0"/>
                  </a:lnTo>
                  <a:lnTo>
                    <a:pt x="509" y="2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3"/>
            <p:cNvSpPr/>
            <p:nvPr/>
          </p:nvSpPr>
          <p:spPr>
            <a:xfrm>
              <a:off x="2297370" y="3086756"/>
              <a:ext cx="24497" cy="23854"/>
            </a:xfrm>
            <a:custGeom>
              <a:avLst/>
              <a:pathLst>
                <a:path w="24497" h="23854">
                  <a:moveTo>
                    <a:pt x="12405" y="1914"/>
                  </a:moveTo>
                  <a:lnTo>
                    <a:pt x="13809" y="2976"/>
                  </a:lnTo>
                  <a:lnTo>
                    <a:pt x="15256" y="3524"/>
                  </a:lnTo>
                  <a:lnTo>
                    <a:pt x="15882" y="3556"/>
                  </a:lnTo>
                  <a:lnTo>
                    <a:pt x="16471" y="3894"/>
                  </a:lnTo>
                  <a:lnTo>
                    <a:pt x="17794" y="6439"/>
                  </a:lnTo>
                  <a:lnTo>
                    <a:pt x="18859" y="7831"/>
                  </a:lnTo>
                  <a:lnTo>
                    <a:pt x="22896" y="10943"/>
                  </a:lnTo>
                  <a:lnTo>
                    <a:pt x="24244" y="16308"/>
                  </a:lnTo>
                  <a:lnTo>
                    <a:pt x="24497" y="17986"/>
                  </a:lnTo>
                  <a:lnTo>
                    <a:pt x="23453" y="18981"/>
                  </a:lnTo>
                  <a:lnTo>
                    <a:pt x="22141" y="19325"/>
                  </a:lnTo>
                  <a:lnTo>
                    <a:pt x="20885" y="19384"/>
                  </a:lnTo>
                  <a:lnTo>
                    <a:pt x="19726" y="18357"/>
                  </a:lnTo>
                  <a:lnTo>
                    <a:pt x="19219" y="17569"/>
                  </a:lnTo>
                  <a:lnTo>
                    <a:pt x="18012" y="17191"/>
                  </a:lnTo>
                  <a:lnTo>
                    <a:pt x="18311" y="16468"/>
                  </a:lnTo>
                  <a:lnTo>
                    <a:pt x="17776" y="16130"/>
                  </a:lnTo>
                  <a:lnTo>
                    <a:pt x="17104" y="16207"/>
                  </a:lnTo>
                  <a:lnTo>
                    <a:pt x="16609" y="18264"/>
                  </a:lnTo>
                  <a:lnTo>
                    <a:pt x="16057" y="19899"/>
                  </a:lnTo>
                  <a:lnTo>
                    <a:pt x="15001" y="19742"/>
                  </a:lnTo>
                  <a:lnTo>
                    <a:pt x="14594" y="18348"/>
                  </a:lnTo>
                  <a:lnTo>
                    <a:pt x="14040" y="18974"/>
                  </a:lnTo>
                  <a:lnTo>
                    <a:pt x="13592" y="20009"/>
                  </a:lnTo>
                  <a:lnTo>
                    <a:pt x="13056" y="23854"/>
                  </a:lnTo>
                  <a:lnTo>
                    <a:pt x="12194" y="21945"/>
                  </a:lnTo>
                  <a:lnTo>
                    <a:pt x="11255" y="20345"/>
                  </a:lnTo>
                  <a:lnTo>
                    <a:pt x="10076" y="19684"/>
                  </a:lnTo>
                  <a:lnTo>
                    <a:pt x="7695" y="19576"/>
                  </a:lnTo>
                  <a:lnTo>
                    <a:pt x="6574" y="19053"/>
                  </a:lnTo>
                  <a:lnTo>
                    <a:pt x="5639" y="15800"/>
                  </a:lnTo>
                  <a:lnTo>
                    <a:pt x="5272" y="14868"/>
                  </a:lnTo>
                  <a:lnTo>
                    <a:pt x="4332" y="14025"/>
                  </a:lnTo>
                  <a:lnTo>
                    <a:pt x="3395" y="10294"/>
                  </a:lnTo>
                  <a:lnTo>
                    <a:pt x="3059" y="9782"/>
                  </a:lnTo>
                  <a:lnTo>
                    <a:pt x="522" y="8987"/>
                  </a:lnTo>
                  <a:lnTo>
                    <a:pt x="0" y="6944"/>
                  </a:lnTo>
                  <a:lnTo>
                    <a:pt x="155" y="5096"/>
                  </a:lnTo>
                  <a:lnTo>
                    <a:pt x="1001" y="2835"/>
                  </a:lnTo>
                  <a:lnTo>
                    <a:pt x="1413" y="2190"/>
                  </a:lnTo>
                  <a:lnTo>
                    <a:pt x="2819" y="2286"/>
                  </a:lnTo>
                  <a:lnTo>
                    <a:pt x="4158" y="1607"/>
                  </a:lnTo>
                  <a:lnTo>
                    <a:pt x="4748" y="636"/>
                  </a:lnTo>
                  <a:lnTo>
                    <a:pt x="5363" y="0"/>
                  </a:lnTo>
                  <a:lnTo>
                    <a:pt x="10217" y="1630"/>
                  </a:lnTo>
                  <a:lnTo>
                    <a:pt x="11338" y="16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4"/>
            <p:cNvSpPr/>
            <p:nvPr/>
          </p:nvSpPr>
          <p:spPr>
            <a:xfrm>
              <a:off x="3173176" y="2178296"/>
              <a:ext cx="2599" cy="2852"/>
            </a:xfrm>
            <a:custGeom>
              <a:avLst/>
              <a:pathLst>
                <a:path w="2599" h="2852">
                  <a:moveTo>
                    <a:pt x="2499" y="1037"/>
                  </a:moveTo>
                  <a:lnTo>
                    <a:pt x="2599" y="2527"/>
                  </a:lnTo>
                  <a:lnTo>
                    <a:pt x="2095" y="2852"/>
                  </a:lnTo>
                  <a:lnTo>
                    <a:pt x="1666" y="2333"/>
                  </a:lnTo>
                  <a:lnTo>
                    <a:pt x="807" y="2333"/>
                  </a:lnTo>
                  <a:lnTo>
                    <a:pt x="0" y="2659"/>
                  </a:lnTo>
                  <a:lnTo>
                    <a:pt x="176" y="0"/>
                  </a:lnTo>
                  <a:lnTo>
                    <a:pt x="1767" y="32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5"/>
            <p:cNvSpPr/>
            <p:nvPr/>
          </p:nvSpPr>
          <p:spPr>
            <a:xfrm>
              <a:off x="3601121" y="2647953"/>
              <a:ext cx="49967" cy="123566"/>
            </a:xfrm>
            <a:custGeom>
              <a:avLst/>
              <a:pathLst>
                <a:path w="49967" h="123566">
                  <a:moveTo>
                    <a:pt x="48272" y="36868"/>
                  </a:moveTo>
                  <a:lnTo>
                    <a:pt x="46564" y="40326"/>
                  </a:lnTo>
                  <a:lnTo>
                    <a:pt x="46164" y="40697"/>
                  </a:lnTo>
                  <a:lnTo>
                    <a:pt x="43947" y="42128"/>
                  </a:lnTo>
                  <a:lnTo>
                    <a:pt x="39411" y="45055"/>
                  </a:lnTo>
                  <a:lnTo>
                    <a:pt x="36372" y="47014"/>
                  </a:lnTo>
                  <a:lnTo>
                    <a:pt x="32487" y="49520"/>
                  </a:lnTo>
                  <a:lnTo>
                    <a:pt x="29260" y="51602"/>
                  </a:lnTo>
                  <a:lnTo>
                    <a:pt x="26063" y="53664"/>
                  </a:lnTo>
                  <a:lnTo>
                    <a:pt x="23106" y="55573"/>
                  </a:lnTo>
                  <a:lnTo>
                    <a:pt x="24794" y="59601"/>
                  </a:lnTo>
                  <a:lnTo>
                    <a:pt x="27374" y="65758"/>
                  </a:lnTo>
                  <a:lnTo>
                    <a:pt x="29094" y="69867"/>
                  </a:lnTo>
                  <a:lnTo>
                    <a:pt x="31125" y="75150"/>
                  </a:lnTo>
                  <a:lnTo>
                    <a:pt x="32938" y="79868"/>
                  </a:lnTo>
                  <a:lnTo>
                    <a:pt x="34861" y="84871"/>
                  </a:lnTo>
                  <a:lnTo>
                    <a:pt x="33512" y="86566"/>
                  </a:lnTo>
                  <a:lnTo>
                    <a:pt x="31289" y="89358"/>
                  </a:lnTo>
                  <a:lnTo>
                    <a:pt x="31061" y="89866"/>
                  </a:lnTo>
                  <a:lnTo>
                    <a:pt x="30873" y="90388"/>
                  </a:lnTo>
                  <a:lnTo>
                    <a:pt x="29953" y="95373"/>
                  </a:lnTo>
                  <a:lnTo>
                    <a:pt x="29229" y="99299"/>
                  </a:lnTo>
                  <a:lnTo>
                    <a:pt x="28982" y="99791"/>
                  </a:lnTo>
                  <a:lnTo>
                    <a:pt x="25877" y="101232"/>
                  </a:lnTo>
                  <a:lnTo>
                    <a:pt x="22743" y="102687"/>
                  </a:lnTo>
                  <a:lnTo>
                    <a:pt x="20766" y="103604"/>
                  </a:lnTo>
                  <a:lnTo>
                    <a:pt x="20175" y="104620"/>
                  </a:lnTo>
                  <a:lnTo>
                    <a:pt x="18884" y="109511"/>
                  </a:lnTo>
                  <a:lnTo>
                    <a:pt x="17553" y="114564"/>
                  </a:lnTo>
                  <a:lnTo>
                    <a:pt x="15329" y="118693"/>
                  </a:lnTo>
                  <a:lnTo>
                    <a:pt x="12862" y="123269"/>
                  </a:lnTo>
                  <a:lnTo>
                    <a:pt x="12252" y="123566"/>
                  </a:lnTo>
                  <a:lnTo>
                    <a:pt x="10467" y="122863"/>
                  </a:lnTo>
                  <a:lnTo>
                    <a:pt x="7417" y="121663"/>
                  </a:lnTo>
                  <a:lnTo>
                    <a:pt x="4469" y="120504"/>
                  </a:lnTo>
                  <a:lnTo>
                    <a:pt x="2451" y="119711"/>
                  </a:lnTo>
                  <a:lnTo>
                    <a:pt x="0" y="118748"/>
                  </a:lnTo>
                  <a:lnTo>
                    <a:pt x="361" y="114879"/>
                  </a:lnTo>
                  <a:lnTo>
                    <a:pt x="260" y="112794"/>
                  </a:lnTo>
                  <a:lnTo>
                    <a:pt x="841" y="105937"/>
                  </a:lnTo>
                  <a:lnTo>
                    <a:pt x="1181" y="102691"/>
                  </a:lnTo>
                  <a:lnTo>
                    <a:pt x="1350" y="100299"/>
                  </a:lnTo>
                  <a:lnTo>
                    <a:pt x="2195" y="95458"/>
                  </a:lnTo>
                  <a:lnTo>
                    <a:pt x="2092" y="93874"/>
                  </a:lnTo>
                  <a:lnTo>
                    <a:pt x="2271" y="88289"/>
                  </a:lnTo>
                  <a:lnTo>
                    <a:pt x="2184" y="87208"/>
                  </a:lnTo>
                  <a:lnTo>
                    <a:pt x="2569" y="84164"/>
                  </a:lnTo>
                  <a:lnTo>
                    <a:pt x="3289" y="79744"/>
                  </a:lnTo>
                  <a:lnTo>
                    <a:pt x="3994" y="75940"/>
                  </a:lnTo>
                  <a:lnTo>
                    <a:pt x="4250" y="74227"/>
                  </a:lnTo>
                  <a:lnTo>
                    <a:pt x="4974" y="70620"/>
                  </a:lnTo>
                  <a:lnTo>
                    <a:pt x="5621" y="66183"/>
                  </a:lnTo>
                  <a:lnTo>
                    <a:pt x="5280" y="63759"/>
                  </a:lnTo>
                  <a:lnTo>
                    <a:pt x="5177" y="63285"/>
                  </a:lnTo>
                  <a:lnTo>
                    <a:pt x="5432" y="60481"/>
                  </a:lnTo>
                  <a:lnTo>
                    <a:pt x="5751" y="55933"/>
                  </a:lnTo>
                  <a:lnTo>
                    <a:pt x="5922" y="53479"/>
                  </a:lnTo>
                  <a:lnTo>
                    <a:pt x="6313" y="50229"/>
                  </a:lnTo>
                  <a:lnTo>
                    <a:pt x="6999" y="47476"/>
                  </a:lnTo>
                  <a:lnTo>
                    <a:pt x="6682" y="40993"/>
                  </a:lnTo>
                  <a:lnTo>
                    <a:pt x="6720" y="37503"/>
                  </a:lnTo>
                  <a:lnTo>
                    <a:pt x="7149" y="33518"/>
                  </a:lnTo>
                  <a:lnTo>
                    <a:pt x="6912" y="28860"/>
                  </a:lnTo>
                  <a:lnTo>
                    <a:pt x="7114" y="22230"/>
                  </a:lnTo>
                  <a:lnTo>
                    <a:pt x="7158" y="21610"/>
                  </a:lnTo>
                  <a:lnTo>
                    <a:pt x="7408" y="20808"/>
                  </a:lnTo>
                  <a:lnTo>
                    <a:pt x="7600" y="20392"/>
                  </a:lnTo>
                  <a:lnTo>
                    <a:pt x="9018" y="19009"/>
                  </a:lnTo>
                  <a:lnTo>
                    <a:pt x="9626" y="18831"/>
                  </a:lnTo>
                  <a:lnTo>
                    <a:pt x="10862" y="19456"/>
                  </a:lnTo>
                  <a:lnTo>
                    <a:pt x="11573" y="20847"/>
                  </a:lnTo>
                  <a:lnTo>
                    <a:pt x="12758" y="24774"/>
                  </a:lnTo>
                  <a:lnTo>
                    <a:pt x="14603" y="25917"/>
                  </a:lnTo>
                  <a:lnTo>
                    <a:pt x="15345" y="27029"/>
                  </a:lnTo>
                  <a:lnTo>
                    <a:pt x="16356" y="29114"/>
                  </a:lnTo>
                  <a:lnTo>
                    <a:pt x="17589" y="29870"/>
                  </a:lnTo>
                  <a:lnTo>
                    <a:pt x="21492" y="31172"/>
                  </a:lnTo>
                  <a:lnTo>
                    <a:pt x="24606" y="26791"/>
                  </a:lnTo>
                  <a:lnTo>
                    <a:pt x="27237" y="23090"/>
                  </a:lnTo>
                  <a:lnTo>
                    <a:pt x="30227" y="18886"/>
                  </a:lnTo>
                  <a:lnTo>
                    <a:pt x="32260" y="16026"/>
                  </a:lnTo>
                  <a:lnTo>
                    <a:pt x="35732" y="11150"/>
                  </a:lnTo>
                  <a:lnTo>
                    <a:pt x="38017" y="8066"/>
                  </a:lnTo>
                  <a:lnTo>
                    <a:pt x="41024" y="4006"/>
                  </a:lnTo>
                  <a:lnTo>
                    <a:pt x="43992" y="0"/>
                  </a:lnTo>
                  <a:lnTo>
                    <a:pt x="44815" y="6540"/>
                  </a:lnTo>
                  <a:lnTo>
                    <a:pt x="45618" y="12929"/>
                  </a:lnTo>
                  <a:lnTo>
                    <a:pt x="46453" y="19547"/>
                  </a:lnTo>
                  <a:lnTo>
                    <a:pt x="47263" y="25975"/>
                  </a:lnTo>
                  <a:lnTo>
                    <a:pt x="46387" y="26583"/>
                  </a:lnTo>
                  <a:lnTo>
                    <a:pt x="47075" y="31515"/>
                  </a:lnTo>
                  <a:lnTo>
                    <a:pt x="48210" y="30760"/>
                  </a:lnTo>
                  <a:lnTo>
                    <a:pt x="49446" y="30176"/>
                  </a:lnTo>
                  <a:lnTo>
                    <a:pt x="49967" y="333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4622220" y="2912646"/>
              <a:ext cx="2935" cy="4384"/>
            </a:xfrm>
            <a:custGeom>
              <a:avLst/>
              <a:pathLst>
                <a:path w="2935" h="4384">
                  <a:moveTo>
                    <a:pt x="2404" y="3969"/>
                  </a:moveTo>
                  <a:lnTo>
                    <a:pt x="1678" y="4384"/>
                  </a:lnTo>
                  <a:lnTo>
                    <a:pt x="805" y="3875"/>
                  </a:lnTo>
                  <a:lnTo>
                    <a:pt x="10" y="3735"/>
                  </a:lnTo>
                  <a:lnTo>
                    <a:pt x="0" y="2856"/>
                  </a:lnTo>
                  <a:lnTo>
                    <a:pt x="835" y="1949"/>
                  </a:lnTo>
                  <a:lnTo>
                    <a:pt x="850" y="683"/>
                  </a:lnTo>
                  <a:lnTo>
                    <a:pt x="1055" y="0"/>
                  </a:lnTo>
                  <a:lnTo>
                    <a:pt x="2935" y="1549"/>
                  </a:lnTo>
                  <a:lnTo>
                    <a:pt x="2857" y="26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4626881" y="2907544"/>
              <a:ext cx="2753" cy="7447"/>
            </a:xfrm>
            <a:custGeom>
              <a:avLst/>
              <a:pathLst>
                <a:path w="2753" h="7447">
                  <a:moveTo>
                    <a:pt x="2398" y="2103"/>
                  </a:moveTo>
                  <a:lnTo>
                    <a:pt x="1720" y="6768"/>
                  </a:lnTo>
                  <a:lnTo>
                    <a:pt x="1160" y="7447"/>
                  </a:lnTo>
                  <a:lnTo>
                    <a:pt x="586" y="7077"/>
                  </a:lnTo>
                  <a:lnTo>
                    <a:pt x="0" y="4469"/>
                  </a:lnTo>
                  <a:lnTo>
                    <a:pt x="410" y="3471"/>
                  </a:lnTo>
                  <a:lnTo>
                    <a:pt x="983" y="3996"/>
                  </a:lnTo>
                  <a:lnTo>
                    <a:pt x="1447" y="3796"/>
                  </a:lnTo>
                  <a:lnTo>
                    <a:pt x="2499" y="0"/>
                  </a:lnTo>
                  <a:lnTo>
                    <a:pt x="2753" y="6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4640509" y="2899128"/>
              <a:ext cx="2016" cy="4575"/>
            </a:xfrm>
            <a:custGeom>
              <a:avLst/>
              <a:pathLst>
                <a:path w="2016" h="4575">
                  <a:moveTo>
                    <a:pt x="2016" y="3804"/>
                  </a:moveTo>
                  <a:lnTo>
                    <a:pt x="1040" y="4575"/>
                  </a:lnTo>
                  <a:lnTo>
                    <a:pt x="0" y="4119"/>
                  </a:lnTo>
                  <a:lnTo>
                    <a:pt x="168" y="0"/>
                  </a:lnTo>
                  <a:lnTo>
                    <a:pt x="529" y="577"/>
                  </a:lnTo>
                  <a:lnTo>
                    <a:pt x="755" y="1986"/>
                  </a:lnTo>
                  <a:lnTo>
                    <a:pt x="1529" y="28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4834283" y="2844328"/>
              <a:ext cx="1093" cy="3273"/>
            </a:xfrm>
            <a:custGeom>
              <a:avLst/>
              <a:pathLst>
                <a:path w="1093" h="3273">
                  <a:moveTo>
                    <a:pt x="932" y="3249"/>
                  </a:moveTo>
                  <a:lnTo>
                    <a:pt x="722" y="3273"/>
                  </a:lnTo>
                  <a:lnTo>
                    <a:pt x="0" y="145"/>
                  </a:lnTo>
                  <a:lnTo>
                    <a:pt x="208" y="0"/>
                  </a:lnTo>
                  <a:lnTo>
                    <a:pt x="628" y="487"/>
                  </a:lnTo>
                  <a:lnTo>
                    <a:pt x="1093" y="22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4667906" y="2839736"/>
              <a:ext cx="7847" cy="23259"/>
            </a:xfrm>
            <a:custGeom>
              <a:avLst/>
              <a:pathLst>
                <a:path w="7847" h="23259">
                  <a:moveTo>
                    <a:pt x="7009" y="6769"/>
                  </a:moveTo>
                  <a:lnTo>
                    <a:pt x="5901" y="8124"/>
                  </a:lnTo>
                  <a:lnTo>
                    <a:pt x="5492" y="9740"/>
                  </a:lnTo>
                  <a:lnTo>
                    <a:pt x="4467" y="10291"/>
                  </a:lnTo>
                  <a:lnTo>
                    <a:pt x="3470" y="12569"/>
                  </a:lnTo>
                  <a:lnTo>
                    <a:pt x="2501" y="12983"/>
                  </a:lnTo>
                  <a:lnTo>
                    <a:pt x="2526" y="14813"/>
                  </a:lnTo>
                  <a:lnTo>
                    <a:pt x="2935" y="16363"/>
                  </a:lnTo>
                  <a:lnTo>
                    <a:pt x="2290" y="16634"/>
                  </a:lnTo>
                  <a:lnTo>
                    <a:pt x="1616" y="18521"/>
                  </a:lnTo>
                  <a:lnTo>
                    <a:pt x="1563" y="19892"/>
                  </a:lnTo>
                  <a:lnTo>
                    <a:pt x="1803" y="20998"/>
                  </a:lnTo>
                  <a:lnTo>
                    <a:pt x="1771" y="21551"/>
                  </a:lnTo>
                  <a:lnTo>
                    <a:pt x="917" y="23187"/>
                  </a:lnTo>
                  <a:lnTo>
                    <a:pt x="39" y="23259"/>
                  </a:lnTo>
                  <a:lnTo>
                    <a:pt x="0" y="21493"/>
                  </a:lnTo>
                  <a:lnTo>
                    <a:pt x="59" y="20173"/>
                  </a:lnTo>
                  <a:lnTo>
                    <a:pt x="890" y="16960"/>
                  </a:lnTo>
                  <a:lnTo>
                    <a:pt x="911" y="13236"/>
                  </a:lnTo>
                  <a:lnTo>
                    <a:pt x="1682" y="12805"/>
                  </a:lnTo>
                  <a:lnTo>
                    <a:pt x="1964" y="12287"/>
                  </a:lnTo>
                  <a:lnTo>
                    <a:pt x="3179" y="9638"/>
                  </a:lnTo>
                  <a:lnTo>
                    <a:pt x="3404" y="8508"/>
                  </a:lnTo>
                  <a:lnTo>
                    <a:pt x="2774" y="7411"/>
                  </a:lnTo>
                  <a:lnTo>
                    <a:pt x="2820" y="6114"/>
                  </a:lnTo>
                  <a:lnTo>
                    <a:pt x="2963" y="5563"/>
                  </a:lnTo>
                  <a:lnTo>
                    <a:pt x="3965" y="5981"/>
                  </a:lnTo>
                  <a:lnTo>
                    <a:pt x="4372" y="6944"/>
                  </a:lnTo>
                  <a:lnTo>
                    <a:pt x="4569" y="7049"/>
                  </a:lnTo>
                  <a:lnTo>
                    <a:pt x="5155" y="6326"/>
                  </a:lnTo>
                  <a:lnTo>
                    <a:pt x="5430" y="5036"/>
                  </a:lnTo>
                  <a:lnTo>
                    <a:pt x="6522" y="2511"/>
                  </a:lnTo>
                  <a:lnTo>
                    <a:pt x="6964" y="0"/>
                  </a:lnTo>
                  <a:lnTo>
                    <a:pt x="7847" y="2061"/>
                  </a:lnTo>
                  <a:lnTo>
                    <a:pt x="7609" y="47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4682097" y="2809349"/>
              <a:ext cx="1537" cy="6139"/>
            </a:xfrm>
            <a:custGeom>
              <a:avLst/>
              <a:pathLst>
                <a:path w="1537" h="6139">
                  <a:moveTo>
                    <a:pt x="1327" y="5598"/>
                  </a:moveTo>
                  <a:lnTo>
                    <a:pt x="845" y="6139"/>
                  </a:lnTo>
                  <a:lnTo>
                    <a:pt x="197" y="5391"/>
                  </a:lnTo>
                  <a:lnTo>
                    <a:pt x="0" y="2004"/>
                  </a:lnTo>
                  <a:lnTo>
                    <a:pt x="285" y="362"/>
                  </a:lnTo>
                  <a:lnTo>
                    <a:pt x="792" y="0"/>
                  </a:lnTo>
                  <a:lnTo>
                    <a:pt x="1230" y="2928"/>
                  </a:lnTo>
                  <a:lnTo>
                    <a:pt x="1537" y="413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4685661" y="2801009"/>
              <a:ext cx="1589" cy="3276"/>
            </a:xfrm>
            <a:custGeom>
              <a:avLst/>
              <a:pathLst>
                <a:path w="1589" h="3276">
                  <a:moveTo>
                    <a:pt x="1513" y="2586"/>
                  </a:moveTo>
                  <a:lnTo>
                    <a:pt x="1589" y="3276"/>
                  </a:lnTo>
                  <a:lnTo>
                    <a:pt x="459" y="2699"/>
                  </a:lnTo>
                  <a:lnTo>
                    <a:pt x="0" y="0"/>
                  </a:lnTo>
                  <a:lnTo>
                    <a:pt x="747" y="481"/>
                  </a:lnTo>
                  <a:lnTo>
                    <a:pt x="976" y="14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4685340" y="2791406"/>
              <a:ext cx="6329" cy="11516"/>
            </a:xfrm>
            <a:custGeom>
              <a:avLst/>
              <a:pathLst>
                <a:path w="6329" h="11516">
                  <a:moveTo>
                    <a:pt x="3313" y="9115"/>
                  </a:moveTo>
                  <a:lnTo>
                    <a:pt x="2321" y="11516"/>
                  </a:lnTo>
                  <a:lnTo>
                    <a:pt x="1268" y="9355"/>
                  </a:lnTo>
                  <a:lnTo>
                    <a:pt x="0" y="7911"/>
                  </a:lnTo>
                  <a:lnTo>
                    <a:pt x="603" y="7521"/>
                  </a:lnTo>
                  <a:lnTo>
                    <a:pt x="957" y="6942"/>
                  </a:lnTo>
                  <a:lnTo>
                    <a:pt x="992" y="6025"/>
                  </a:lnTo>
                  <a:lnTo>
                    <a:pt x="1816" y="4664"/>
                  </a:lnTo>
                  <a:lnTo>
                    <a:pt x="3451" y="3611"/>
                  </a:lnTo>
                  <a:lnTo>
                    <a:pt x="3970" y="3545"/>
                  </a:lnTo>
                  <a:lnTo>
                    <a:pt x="4556" y="2553"/>
                  </a:lnTo>
                  <a:lnTo>
                    <a:pt x="4747" y="1660"/>
                  </a:lnTo>
                  <a:lnTo>
                    <a:pt x="4987" y="1229"/>
                  </a:lnTo>
                  <a:lnTo>
                    <a:pt x="6040" y="0"/>
                  </a:lnTo>
                  <a:lnTo>
                    <a:pt x="6329" y="1413"/>
                  </a:lnTo>
                  <a:lnTo>
                    <a:pt x="6281" y="2522"/>
                  </a:lnTo>
                  <a:lnTo>
                    <a:pt x="5490" y="3138"/>
                  </a:lnTo>
                  <a:lnTo>
                    <a:pt x="4717" y="4618"/>
                  </a:lnTo>
                  <a:lnTo>
                    <a:pt x="4005" y="6463"/>
                  </a:lnTo>
                  <a:lnTo>
                    <a:pt x="3361" y="7244"/>
                  </a:lnTo>
                  <a:lnTo>
                    <a:pt x="3158" y="77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4699420" y="2733843"/>
              <a:ext cx="3281" cy="6622"/>
            </a:xfrm>
            <a:custGeom>
              <a:avLst/>
              <a:pathLst>
                <a:path w="3281" h="6622">
                  <a:moveTo>
                    <a:pt x="2700" y="5984"/>
                  </a:moveTo>
                  <a:lnTo>
                    <a:pt x="1382" y="6622"/>
                  </a:lnTo>
                  <a:lnTo>
                    <a:pt x="662" y="5934"/>
                  </a:lnTo>
                  <a:lnTo>
                    <a:pt x="0" y="2285"/>
                  </a:lnTo>
                  <a:lnTo>
                    <a:pt x="1255" y="0"/>
                  </a:lnTo>
                  <a:lnTo>
                    <a:pt x="2940" y="2262"/>
                  </a:lnTo>
                  <a:lnTo>
                    <a:pt x="3281" y="29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4704969" y="2723118"/>
              <a:ext cx="2443" cy="13064"/>
            </a:xfrm>
            <a:custGeom>
              <a:avLst/>
              <a:pathLst>
                <a:path w="2443" h="13064">
                  <a:moveTo>
                    <a:pt x="1029" y="12751"/>
                  </a:moveTo>
                  <a:lnTo>
                    <a:pt x="21" y="13064"/>
                  </a:lnTo>
                  <a:lnTo>
                    <a:pt x="0" y="11353"/>
                  </a:lnTo>
                  <a:lnTo>
                    <a:pt x="801" y="7486"/>
                  </a:lnTo>
                  <a:lnTo>
                    <a:pt x="886" y="4647"/>
                  </a:lnTo>
                  <a:lnTo>
                    <a:pt x="1632" y="1069"/>
                  </a:lnTo>
                  <a:lnTo>
                    <a:pt x="1950" y="282"/>
                  </a:lnTo>
                  <a:lnTo>
                    <a:pt x="2186" y="0"/>
                  </a:lnTo>
                  <a:lnTo>
                    <a:pt x="2443" y="1110"/>
                  </a:lnTo>
                  <a:lnTo>
                    <a:pt x="2153" y="5495"/>
                  </a:lnTo>
                  <a:lnTo>
                    <a:pt x="1407" y="88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4691350" y="2694791"/>
              <a:ext cx="1229" cy="4357"/>
            </a:xfrm>
            <a:custGeom>
              <a:avLst/>
              <a:pathLst>
                <a:path w="1229" h="4357">
                  <a:moveTo>
                    <a:pt x="358" y="3840"/>
                  </a:moveTo>
                  <a:lnTo>
                    <a:pt x="0" y="4357"/>
                  </a:lnTo>
                  <a:lnTo>
                    <a:pt x="230" y="2034"/>
                  </a:lnTo>
                  <a:lnTo>
                    <a:pt x="1156" y="0"/>
                  </a:lnTo>
                  <a:lnTo>
                    <a:pt x="1229" y="13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4697735" y="2672922"/>
              <a:ext cx="2528" cy="3187"/>
            </a:xfrm>
            <a:custGeom>
              <a:avLst/>
              <a:pathLst>
                <a:path w="2528" h="3187">
                  <a:moveTo>
                    <a:pt x="1603" y="3057"/>
                  </a:moveTo>
                  <a:lnTo>
                    <a:pt x="585" y="3187"/>
                  </a:lnTo>
                  <a:lnTo>
                    <a:pt x="165" y="2842"/>
                  </a:lnTo>
                  <a:lnTo>
                    <a:pt x="0" y="1903"/>
                  </a:lnTo>
                  <a:lnTo>
                    <a:pt x="1423" y="0"/>
                  </a:lnTo>
                  <a:lnTo>
                    <a:pt x="2528" y="339"/>
                  </a:lnTo>
                  <a:lnTo>
                    <a:pt x="2035" y="20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4694495" y="2672508"/>
              <a:ext cx="2754" cy="10259"/>
            </a:xfrm>
            <a:custGeom>
              <a:avLst/>
              <a:pathLst>
                <a:path w="2754" h="10259">
                  <a:moveTo>
                    <a:pt x="1408" y="9205"/>
                  </a:moveTo>
                  <a:lnTo>
                    <a:pt x="498" y="10259"/>
                  </a:lnTo>
                  <a:lnTo>
                    <a:pt x="382" y="9249"/>
                  </a:lnTo>
                  <a:lnTo>
                    <a:pt x="0" y="8789"/>
                  </a:lnTo>
                  <a:lnTo>
                    <a:pt x="657" y="7368"/>
                  </a:lnTo>
                  <a:lnTo>
                    <a:pt x="634" y="6723"/>
                  </a:lnTo>
                  <a:lnTo>
                    <a:pt x="220" y="5762"/>
                  </a:lnTo>
                  <a:lnTo>
                    <a:pt x="703" y="2138"/>
                  </a:lnTo>
                  <a:lnTo>
                    <a:pt x="570" y="578"/>
                  </a:lnTo>
                  <a:lnTo>
                    <a:pt x="2389" y="0"/>
                  </a:lnTo>
                  <a:lnTo>
                    <a:pt x="2721" y="1465"/>
                  </a:lnTo>
                  <a:lnTo>
                    <a:pt x="2754" y="59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4679408" y="2665337"/>
              <a:ext cx="2824" cy="5843"/>
            </a:xfrm>
            <a:custGeom>
              <a:avLst/>
              <a:pathLst>
                <a:path w="2824" h="5843">
                  <a:moveTo>
                    <a:pt x="186" y="0"/>
                  </a:moveTo>
                  <a:lnTo>
                    <a:pt x="632" y="797"/>
                  </a:lnTo>
                  <a:lnTo>
                    <a:pt x="1287" y="340"/>
                  </a:lnTo>
                  <a:lnTo>
                    <a:pt x="1806" y="233"/>
                  </a:lnTo>
                  <a:lnTo>
                    <a:pt x="2180" y="620"/>
                  </a:lnTo>
                  <a:lnTo>
                    <a:pt x="2649" y="2676"/>
                  </a:lnTo>
                  <a:lnTo>
                    <a:pt x="2824" y="3892"/>
                  </a:lnTo>
                  <a:lnTo>
                    <a:pt x="1981" y="4064"/>
                  </a:lnTo>
                  <a:lnTo>
                    <a:pt x="1626" y="4348"/>
                  </a:lnTo>
                  <a:lnTo>
                    <a:pt x="1166" y="5843"/>
                  </a:lnTo>
                  <a:lnTo>
                    <a:pt x="504" y="5293"/>
                  </a:lnTo>
                  <a:lnTo>
                    <a:pt x="94" y="4593"/>
                  </a:lnTo>
                  <a:lnTo>
                    <a:pt x="0" y="36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4807376" y="2655132"/>
              <a:ext cx="1204" cy="2475"/>
            </a:xfrm>
            <a:custGeom>
              <a:avLst/>
              <a:pathLst>
                <a:path w="1204" h="2475">
                  <a:moveTo>
                    <a:pt x="830" y="2162"/>
                  </a:moveTo>
                  <a:lnTo>
                    <a:pt x="631" y="2475"/>
                  </a:lnTo>
                  <a:lnTo>
                    <a:pt x="77" y="1507"/>
                  </a:lnTo>
                  <a:lnTo>
                    <a:pt x="0" y="652"/>
                  </a:lnTo>
                  <a:lnTo>
                    <a:pt x="97" y="121"/>
                  </a:lnTo>
                  <a:lnTo>
                    <a:pt x="459" y="0"/>
                  </a:lnTo>
                  <a:lnTo>
                    <a:pt x="1204" y="10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4683414" y="2655034"/>
              <a:ext cx="2125" cy="8955"/>
            </a:xfrm>
            <a:custGeom>
              <a:avLst/>
              <a:pathLst>
                <a:path w="2125" h="8955">
                  <a:moveTo>
                    <a:pt x="916" y="8636"/>
                  </a:moveTo>
                  <a:lnTo>
                    <a:pt x="629" y="8955"/>
                  </a:lnTo>
                  <a:lnTo>
                    <a:pt x="257" y="6292"/>
                  </a:lnTo>
                  <a:lnTo>
                    <a:pt x="0" y="5339"/>
                  </a:lnTo>
                  <a:lnTo>
                    <a:pt x="433" y="4830"/>
                  </a:lnTo>
                  <a:lnTo>
                    <a:pt x="1294" y="0"/>
                  </a:lnTo>
                  <a:lnTo>
                    <a:pt x="1454" y="1917"/>
                  </a:lnTo>
                  <a:lnTo>
                    <a:pt x="1789" y="3819"/>
                  </a:lnTo>
                  <a:lnTo>
                    <a:pt x="2125" y="4120"/>
                  </a:lnTo>
                  <a:lnTo>
                    <a:pt x="1798" y="5507"/>
                  </a:lnTo>
                  <a:lnTo>
                    <a:pt x="1316" y="60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4687708" y="2648283"/>
              <a:ext cx="2295" cy="5472"/>
            </a:xfrm>
            <a:custGeom>
              <a:avLst/>
              <a:pathLst>
                <a:path w="2295" h="5472">
                  <a:moveTo>
                    <a:pt x="1396" y="4077"/>
                  </a:moveTo>
                  <a:lnTo>
                    <a:pt x="586" y="5472"/>
                  </a:lnTo>
                  <a:lnTo>
                    <a:pt x="0" y="5466"/>
                  </a:lnTo>
                  <a:lnTo>
                    <a:pt x="536" y="3839"/>
                  </a:lnTo>
                  <a:lnTo>
                    <a:pt x="607" y="3063"/>
                  </a:lnTo>
                  <a:lnTo>
                    <a:pt x="1053" y="880"/>
                  </a:lnTo>
                  <a:lnTo>
                    <a:pt x="1928" y="96"/>
                  </a:lnTo>
                  <a:lnTo>
                    <a:pt x="2295" y="0"/>
                  </a:lnTo>
                  <a:lnTo>
                    <a:pt x="1584" y="22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4691211" y="2633587"/>
              <a:ext cx="1391" cy="4464"/>
            </a:xfrm>
            <a:custGeom>
              <a:avLst/>
              <a:pathLst>
                <a:path w="1391" h="4464">
                  <a:moveTo>
                    <a:pt x="1391" y="3237"/>
                  </a:moveTo>
                  <a:lnTo>
                    <a:pt x="595" y="4464"/>
                  </a:lnTo>
                  <a:lnTo>
                    <a:pt x="0" y="3507"/>
                  </a:lnTo>
                  <a:lnTo>
                    <a:pt x="290" y="871"/>
                  </a:lnTo>
                  <a:lnTo>
                    <a:pt x="488" y="0"/>
                  </a:lnTo>
                  <a:lnTo>
                    <a:pt x="1168" y="8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4690121" y="2631536"/>
              <a:ext cx="27947" cy="86065"/>
            </a:xfrm>
            <a:custGeom>
              <a:avLst/>
              <a:pathLst>
                <a:path w="27947" h="86065">
                  <a:moveTo>
                    <a:pt x="18349" y="9609"/>
                  </a:moveTo>
                  <a:lnTo>
                    <a:pt x="19898" y="10490"/>
                  </a:lnTo>
                  <a:lnTo>
                    <a:pt x="20552" y="10545"/>
                  </a:lnTo>
                  <a:lnTo>
                    <a:pt x="21159" y="10145"/>
                  </a:lnTo>
                  <a:lnTo>
                    <a:pt x="22081" y="8988"/>
                  </a:lnTo>
                  <a:lnTo>
                    <a:pt x="23049" y="8137"/>
                  </a:lnTo>
                  <a:lnTo>
                    <a:pt x="23740" y="8568"/>
                  </a:lnTo>
                  <a:lnTo>
                    <a:pt x="24353" y="9601"/>
                  </a:lnTo>
                  <a:lnTo>
                    <a:pt x="24674" y="11050"/>
                  </a:lnTo>
                  <a:lnTo>
                    <a:pt x="24518" y="12571"/>
                  </a:lnTo>
                  <a:lnTo>
                    <a:pt x="23424" y="15836"/>
                  </a:lnTo>
                  <a:lnTo>
                    <a:pt x="22525" y="19316"/>
                  </a:lnTo>
                  <a:lnTo>
                    <a:pt x="24592" y="19965"/>
                  </a:lnTo>
                  <a:lnTo>
                    <a:pt x="26658" y="19892"/>
                  </a:lnTo>
                  <a:lnTo>
                    <a:pt x="26176" y="22047"/>
                  </a:lnTo>
                  <a:lnTo>
                    <a:pt x="26097" y="23926"/>
                  </a:lnTo>
                  <a:lnTo>
                    <a:pt x="26729" y="24820"/>
                  </a:lnTo>
                  <a:lnTo>
                    <a:pt x="27265" y="26024"/>
                  </a:lnTo>
                  <a:lnTo>
                    <a:pt x="27126" y="27114"/>
                  </a:lnTo>
                  <a:lnTo>
                    <a:pt x="26818" y="28192"/>
                  </a:lnTo>
                  <a:lnTo>
                    <a:pt x="27947" y="29807"/>
                  </a:lnTo>
                  <a:lnTo>
                    <a:pt x="27873" y="30890"/>
                  </a:lnTo>
                  <a:lnTo>
                    <a:pt x="27579" y="32026"/>
                  </a:lnTo>
                  <a:lnTo>
                    <a:pt x="24765" y="39446"/>
                  </a:lnTo>
                  <a:lnTo>
                    <a:pt x="23939" y="43205"/>
                  </a:lnTo>
                  <a:lnTo>
                    <a:pt x="23364" y="47346"/>
                  </a:lnTo>
                  <a:lnTo>
                    <a:pt x="22838" y="50373"/>
                  </a:lnTo>
                  <a:lnTo>
                    <a:pt x="22453" y="53514"/>
                  </a:lnTo>
                  <a:lnTo>
                    <a:pt x="22159" y="56906"/>
                  </a:lnTo>
                  <a:lnTo>
                    <a:pt x="21637" y="60406"/>
                  </a:lnTo>
                  <a:lnTo>
                    <a:pt x="21810" y="63511"/>
                  </a:lnTo>
                  <a:lnTo>
                    <a:pt x="21633" y="66691"/>
                  </a:lnTo>
                  <a:lnTo>
                    <a:pt x="20221" y="74555"/>
                  </a:lnTo>
                  <a:lnTo>
                    <a:pt x="19214" y="74409"/>
                  </a:lnTo>
                  <a:lnTo>
                    <a:pt x="17948" y="73457"/>
                  </a:lnTo>
                  <a:lnTo>
                    <a:pt x="17155" y="73604"/>
                  </a:lnTo>
                  <a:lnTo>
                    <a:pt x="16745" y="75353"/>
                  </a:lnTo>
                  <a:lnTo>
                    <a:pt x="17473" y="78944"/>
                  </a:lnTo>
                  <a:lnTo>
                    <a:pt x="15215" y="83201"/>
                  </a:lnTo>
                  <a:lnTo>
                    <a:pt x="12724" y="86065"/>
                  </a:lnTo>
                  <a:lnTo>
                    <a:pt x="12706" y="84761"/>
                  </a:lnTo>
                  <a:lnTo>
                    <a:pt x="12939" y="83732"/>
                  </a:lnTo>
                  <a:lnTo>
                    <a:pt x="13299" y="82906"/>
                  </a:lnTo>
                  <a:lnTo>
                    <a:pt x="13560" y="81909"/>
                  </a:lnTo>
                  <a:lnTo>
                    <a:pt x="13920" y="78561"/>
                  </a:lnTo>
                  <a:lnTo>
                    <a:pt x="13742" y="75189"/>
                  </a:lnTo>
                  <a:lnTo>
                    <a:pt x="12991" y="70968"/>
                  </a:lnTo>
                  <a:lnTo>
                    <a:pt x="12936" y="69450"/>
                  </a:lnTo>
                  <a:lnTo>
                    <a:pt x="13456" y="68837"/>
                  </a:lnTo>
                  <a:lnTo>
                    <a:pt x="13806" y="68662"/>
                  </a:lnTo>
                  <a:lnTo>
                    <a:pt x="13996" y="68072"/>
                  </a:lnTo>
                  <a:lnTo>
                    <a:pt x="14002" y="66677"/>
                  </a:lnTo>
                  <a:lnTo>
                    <a:pt x="13765" y="65642"/>
                  </a:lnTo>
                  <a:lnTo>
                    <a:pt x="13055" y="65306"/>
                  </a:lnTo>
                  <a:lnTo>
                    <a:pt x="12371" y="65284"/>
                  </a:lnTo>
                  <a:lnTo>
                    <a:pt x="11892" y="66850"/>
                  </a:lnTo>
                  <a:lnTo>
                    <a:pt x="11231" y="69874"/>
                  </a:lnTo>
                  <a:lnTo>
                    <a:pt x="10910" y="72930"/>
                  </a:lnTo>
                  <a:lnTo>
                    <a:pt x="11051" y="74602"/>
                  </a:lnTo>
                  <a:lnTo>
                    <a:pt x="11345" y="76100"/>
                  </a:lnTo>
                  <a:lnTo>
                    <a:pt x="12249" y="78609"/>
                  </a:lnTo>
                  <a:lnTo>
                    <a:pt x="11984" y="80085"/>
                  </a:lnTo>
                  <a:lnTo>
                    <a:pt x="11607" y="81238"/>
                  </a:lnTo>
                  <a:lnTo>
                    <a:pt x="8407" y="78626"/>
                  </a:lnTo>
                  <a:lnTo>
                    <a:pt x="7716" y="78440"/>
                  </a:lnTo>
                  <a:lnTo>
                    <a:pt x="7141" y="77888"/>
                  </a:lnTo>
                  <a:lnTo>
                    <a:pt x="6527" y="74442"/>
                  </a:lnTo>
                  <a:lnTo>
                    <a:pt x="7830" y="73612"/>
                  </a:lnTo>
                  <a:lnTo>
                    <a:pt x="8217" y="73195"/>
                  </a:lnTo>
                  <a:lnTo>
                    <a:pt x="8361" y="72099"/>
                  </a:lnTo>
                  <a:lnTo>
                    <a:pt x="8537" y="68740"/>
                  </a:lnTo>
                  <a:lnTo>
                    <a:pt x="7927" y="65937"/>
                  </a:lnTo>
                  <a:lnTo>
                    <a:pt x="7412" y="64940"/>
                  </a:lnTo>
                  <a:lnTo>
                    <a:pt x="6994" y="63794"/>
                  </a:lnTo>
                  <a:lnTo>
                    <a:pt x="7259" y="61426"/>
                  </a:lnTo>
                  <a:lnTo>
                    <a:pt x="7085" y="58446"/>
                  </a:lnTo>
                  <a:lnTo>
                    <a:pt x="7069" y="54281"/>
                  </a:lnTo>
                  <a:lnTo>
                    <a:pt x="7295" y="53564"/>
                  </a:lnTo>
                  <a:lnTo>
                    <a:pt x="8505" y="52723"/>
                  </a:lnTo>
                  <a:lnTo>
                    <a:pt x="9377" y="50493"/>
                  </a:lnTo>
                  <a:lnTo>
                    <a:pt x="10149" y="47953"/>
                  </a:lnTo>
                  <a:lnTo>
                    <a:pt x="11281" y="43488"/>
                  </a:lnTo>
                  <a:lnTo>
                    <a:pt x="12203" y="38666"/>
                  </a:lnTo>
                  <a:lnTo>
                    <a:pt x="11314" y="38455"/>
                  </a:lnTo>
                  <a:lnTo>
                    <a:pt x="10561" y="37552"/>
                  </a:lnTo>
                  <a:lnTo>
                    <a:pt x="11385" y="35271"/>
                  </a:lnTo>
                  <a:lnTo>
                    <a:pt x="11130" y="32391"/>
                  </a:lnTo>
                  <a:lnTo>
                    <a:pt x="9900" y="28852"/>
                  </a:lnTo>
                  <a:lnTo>
                    <a:pt x="9225" y="24679"/>
                  </a:lnTo>
                  <a:lnTo>
                    <a:pt x="8138" y="22841"/>
                  </a:lnTo>
                  <a:lnTo>
                    <a:pt x="7565" y="22166"/>
                  </a:lnTo>
                  <a:lnTo>
                    <a:pt x="6867" y="23144"/>
                  </a:lnTo>
                  <a:lnTo>
                    <a:pt x="6292" y="24317"/>
                  </a:lnTo>
                  <a:lnTo>
                    <a:pt x="6825" y="27031"/>
                  </a:lnTo>
                  <a:lnTo>
                    <a:pt x="6763" y="29430"/>
                  </a:lnTo>
                  <a:lnTo>
                    <a:pt x="6846" y="31808"/>
                  </a:lnTo>
                  <a:lnTo>
                    <a:pt x="7389" y="31941"/>
                  </a:lnTo>
                  <a:lnTo>
                    <a:pt x="8055" y="31349"/>
                  </a:lnTo>
                  <a:lnTo>
                    <a:pt x="8589" y="31769"/>
                  </a:lnTo>
                  <a:lnTo>
                    <a:pt x="8900" y="33019"/>
                  </a:lnTo>
                  <a:lnTo>
                    <a:pt x="8985" y="34629"/>
                  </a:lnTo>
                  <a:lnTo>
                    <a:pt x="8750" y="36225"/>
                  </a:lnTo>
                  <a:lnTo>
                    <a:pt x="8258" y="37018"/>
                  </a:lnTo>
                  <a:lnTo>
                    <a:pt x="7657" y="36955"/>
                  </a:lnTo>
                  <a:lnTo>
                    <a:pt x="7053" y="36093"/>
                  </a:lnTo>
                  <a:lnTo>
                    <a:pt x="6582" y="34865"/>
                  </a:lnTo>
                  <a:lnTo>
                    <a:pt x="5454" y="34187"/>
                  </a:lnTo>
                  <a:lnTo>
                    <a:pt x="4266" y="35637"/>
                  </a:lnTo>
                  <a:lnTo>
                    <a:pt x="3135" y="38592"/>
                  </a:lnTo>
                  <a:lnTo>
                    <a:pt x="2169" y="40091"/>
                  </a:lnTo>
                  <a:lnTo>
                    <a:pt x="2624" y="37897"/>
                  </a:lnTo>
                  <a:lnTo>
                    <a:pt x="2838" y="35531"/>
                  </a:lnTo>
                  <a:lnTo>
                    <a:pt x="2369" y="33867"/>
                  </a:lnTo>
                  <a:lnTo>
                    <a:pt x="1265" y="31101"/>
                  </a:lnTo>
                  <a:lnTo>
                    <a:pt x="1009" y="29501"/>
                  </a:lnTo>
                  <a:lnTo>
                    <a:pt x="946" y="27565"/>
                  </a:lnTo>
                  <a:lnTo>
                    <a:pt x="1139" y="25643"/>
                  </a:lnTo>
                  <a:lnTo>
                    <a:pt x="2274" y="27842"/>
                  </a:lnTo>
                  <a:lnTo>
                    <a:pt x="2856" y="30586"/>
                  </a:lnTo>
                  <a:lnTo>
                    <a:pt x="3690" y="31791"/>
                  </a:lnTo>
                  <a:lnTo>
                    <a:pt x="4736" y="31801"/>
                  </a:lnTo>
                  <a:lnTo>
                    <a:pt x="3933" y="27769"/>
                  </a:lnTo>
                  <a:lnTo>
                    <a:pt x="3644" y="26754"/>
                  </a:lnTo>
                  <a:lnTo>
                    <a:pt x="2516" y="24945"/>
                  </a:lnTo>
                  <a:lnTo>
                    <a:pt x="977" y="21900"/>
                  </a:lnTo>
                  <a:lnTo>
                    <a:pt x="0" y="20433"/>
                  </a:lnTo>
                  <a:lnTo>
                    <a:pt x="346" y="17260"/>
                  </a:lnTo>
                  <a:lnTo>
                    <a:pt x="919" y="16630"/>
                  </a:lnTo>
                  <a:lnTo>
                    <a:pt x="1404" y="16782"/>
                  </a:lnTo>
                  <a:lnTo>
                    <a:pt x="3038" y="17906"/>
                  </a:lnTo>
                  <a:lnTo>
                    <a:pt x="3192" y="16327"/>
                  </a:lnTo>
                  <a:lnTo>
                    <a:pt x="2952" y="15482"/>
                  </a:lnTo>
                  <a:lnTo>
                    <a:pt x="2826" y="14501"/>
                  </a:lnTo>
                  <a:lnTo>
                    <a:pt x="3901" y="13128"/>
                  </a:lnTo>
                  <a:lnTo>
                    <a:pt x="5661" y="11997"/>
                  </a:lnTo>
                  <a:lnTo>
                    <a:pt x="6022" y="11467"/>
                  </a:lnTo>
                  <a:lnTo>
                    <a:pt x="6335" y="10330"/>
                  </a:lnTo>
                  <a:lnTo>
                    <a:pt x="6765" y="9736"/>
                  </a:lnTo>
                  <a:lnTo>
                    <a:pt x="7998" y="9753"/>
                  </a:lnTo>
                  <a:lnTo>
                    <a:pt x="9033" y="8666"/>
                  </a:lnTo>
                  <a:lnTo>
                    <a:pt x="9889" y="5719"/>
                  </a:lnTo>
                  <a:lnTo>
                    <a:pt x="10094" y="4101"/>
                  </a:lnTo>
                  <a:lnTo>
                    <a:pt x="10399" y="2752"/>
                  </a:lnTo>
                  <a:lnTo>
                    <a:pt x="12537" y="363"/>
                  </a:lnTo>
                  <a:lnTo>
                    <a:pt x="13067" y="0"/>
                  </a:lnTo>
                  <a:lnTo>
                    <a:pt x="14495" y="295"/>
                  </a:lnTo>
                  <a:lnTo>
                    <a:pt x="15801" y="1647"/>
                  </a:lnTo>
                  <a:lnTo>
                    <a:pt x="16445" y="4490"/>
                  </a:lnTo>
                  <a:lnTo>
                    <a:pt x="17009" y="75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4720278" y="2630945"/>
              <a:ext cx="2811" cy="2977"/>
            </a:xfrm>
            <a:custGeom>
              <a:avLst/>
              <a:pathLst>
                <a:path w="2811" h="2977">
                  <a:moveTo>
                    <a:pt x="752" y="77"/>
                  </a:moveTo>
                  <a:lnTo>
                    <a:pt x="1311" y="1158"/>
                  </a:lnTo>
                  <a:lnTo>
                    <a:pt x="2645" y="717"/>
                  </a:lnTo>
                  <a:lnTo>
                    <a:pt x="2811" y="1022"/>
                  </a:lnTo>
                  <a:lnTo>
                    <a:pt x="2421" y="2005"/>
                  </a:lnTo>
                  <a:lnTo>
                    <a:pt x="1833" y="2977"/>
                  </a:lnTo>
                  <a:lnTo>
                    <a:pt x="767" y="2255"/>
                  </a:lnTo>
                  <a:lnTo>
                    <a:pt x="94" y="2214"/>
                  </a:lnTo>
                  <a:lnTo>
                    <a:pt x="0" y="591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4723274" y="2624301"/>
              <a:ext cx="1351" cy="2882"/>
            </a:xfrm>
            <a:custGeom>
              <a:avLst/>
              <a:pathLst>
                <a:path w="1351" h="2882">
                  <a:moveTo>
                    <a:pt x="1351" y="1698"/>
                  </a:moveTo>
                  <a:lnTo>
                    <a:pt x="1018" y="2882"/>
                  </a:lnTo>
                  <a:lnTo>
                    <a:pt x="0" y="2523"/>
                  </a:lnTo>
                  <a:lnTo>
                    <a:pt x="406" y="1497"/>
                  </a:lnTo>
                  <a:lnTo>
                    <a:pt x="720" y="253"/>
                  </a:lnTo>
                  <a:lnTo>
                    <a:pt x="949" y="0"/>
                  </a:lnTo>
                  <a:lnTo>
                    <a:pt x="1141" y="13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4685591" y="2619927"/>
              <a:ext cx="1733" cy="7028"/>
            </a:xfrm>
            <a:custGeom>
              <a:avLst/>
              <a:pathLst>
                <a:path w="1733" h="7028">
                  <a:moveTo>
                    <a:pt x="1070" y="5829"/>
                  </a:moveTo>
                  <a:lnTo>
                    <a:pt x="322" y="7028"/>
                  </a:lnTo>
                  <a:lnTo>
                    <a:pt x="0" y="5189"/>
                  </a:lnTo>
                  <a:lnTo>
                    <a:pt x="326" y="0"/>
                  </a:lnTo>
                  <a:lnTo>
                    <a:pt x="1733" y="1060"/>
                  </a:lnTo>
                  <a:lnTo>
                    <a:pt x="1710" y="26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4718345" y="2618812"/>
              <a:ext cx="31143" cy="47467"/>
            </a:xfrm>
            <a:custGeom>
              <a:avLst/>
              <a:pathLst>
                <a:path w="31143" h="47467">
                  <a:moveTo>
                    <a:pt x="26754" y="3015"/>
                  </a:moveTo>
                  <a:lnTo>
                    <a:pt x="28345" y="4244"/>
                  </a:lnTo>
                  <a:lnTo>
                    <a:pt x="29977" y="3894"/>
                  </a:lnTo>
                  <a:lnTo>
                    <a:pt x="29951" y="9291"/>
                  </a:lnTo>
                  <a:lnTo>
                    <a:pt x="30183" y="11103"/>
                  </a:lnTo>
                  <a:lnTo>
                    <a:pt x="30642" y="12725"/>
                  </a:lnTo>
                  <a:lnTo>
                    <a:pt x="30406" y="15087"/>
                  </a:lnTo>
                  <a:lnTo>
                    <a:pt x="31143" y="15894"/>
                  </a:lnTo>
                  <a:lnTo>
                    <a:pt x="28955" y="18589"/>
                  </a:lnTo>
                  <a:lnTo>
                    <a:pt x="26979" y="22161"/>
                  </a:lnTo>
                  <a:lnTo>
                    <a:pt x="26168" y="24572"/>
                  </a:lnTo>
                  <a:lnTo>
                    <a:pt x="25433" y="27153"/>
                  </a:lnTo>
                  <a:lnTo>
                    <a:pt x="25007" y="29886"/>
                  </a:lnTo>
                  <a:lnTo>
                    <a:pt x="24731" y="32834"/>
                  </a:lnTo>
                  <a:lnTo>
                    <a:pt x="24069" y="31665"/>
                  </a:lnTo>
                  <a:lnTo>
                    <a:pt x="22165" y="26891"/>
                  </a:lnTo>
                  <a:lnTo>
                    <a:pt x="20960" y="25581"/>
                  </a:lnTo>
                  <a:lnTo>
                    <a:pt x="19023" y="24882"/>
                  </a:lnTo>
                  <a:lnTo>
                    <a:pt x="18406" y="25040"/>
                  </a:lnTo>
                  <a:lnTo>
                    <a:pt x="14423" y="29502"/>
                  </a:lnTo>
                  <a:lnTo>
                    <a:pt x="13894" y="32763"/>
                  </a:lnTo>
                  <a:lnTo>
                    <a:pt x="12808" y="37682"/>
                  </a:lnTo>
                  <a:lnTo>
                    <a:pt x="12293" y="39305"/>
                  </a:lnTo>
                  <a:lnTo>
                    <a:pt x="11721" y="39771"/>
                  </a:lnTo>
                  <a:lnTo>
                    <a:pt x="11317" y="40615"/>
                  </a:lnTo>
                  <a:lnTo>
                    <a:pt x="10870" y="44808"/>
                  </a:lnTo>
                  <a:lnTo>
                    <a:pt x="9635" y="47391"/>
                  </a:lnTo>
                  <a:lnTo>
                    <a:pt x="8880" y="47467"/>
                  </a:lnTo>
                  <a:lnTo>
                    <a:pt x="7590" y="46760"/>
                  </a:lnTo>
                  <a:lnTo>
                    <a:pt x="7010" y="47158"/>
                  </a:lnTo>
                  <a:lnTo>
                    <a:pt x="7783" y="43020"/>
                  </a:lnTo>
                  <a:lnTo>
                    <a:pt x="6551" y="42517"/>
                  </a:lnTo>
                  <a:lnTo>
                    <a:pt x="5322" y="42603"/>
                  </a:lnTo>
                  <a:lnTo>
                    <a:pt x="5293" y="39912"/>
                  </a:lnTo>
                  <a:lnTo>
                    <a:pt x="4548" y="38384"/>
                  </a:lnTo>
                  <a:lnTo>
                    <a:pt x="5100" y="36402"/>
                  </a:lnTo>
                  <a:lnTo>
                    <a:pt x="5115" y="34786"/>
                  </a:lnTo>
                  <a:lnTo>
                    <a:pt x="5439" y="33896"/>
                  </a:lnTo>
                  <a:lnTo>
                    <a:pt x="5551" y="32593"/>
                  </a:lnTo>
                  <a:lnTo>
                    <a:pt x="5510" y="31479"/>
                  </a:lnTo>
                  <a:lnTo>
                    <a:pt x="4750" y="31139"/>
                  </a:lnTo>
                  <a:lnTo>
                    <a:pt x="4287" y="30351"/>
                  </a:lnTo>
                  <a:lnTo>
                    <a:pt x="4375" y="27419"/>
                  </a:lnTo>
                  <a:lnTo>
                    <a:pt x="3939" y="27312"/>
                  </a:lnTo>
                  <a:lnTo>
                    <a:pt x="2859" y="27823"/>
                  </a:lnTo>
                  <a:lnTo>
                    <a:pt x="612" y="30088"/>
                  </a:lnTo>
                  <a:lnTo>
                    <a:pt x="0" y="30092"/>
                  </a:lnTo>
                  <a:lnTo>
                    <a:pt x="941" y="28479"/>
                  </a:lnTo>
                  <a:lnTo>
                    <a:pt x="2937" y="26265"/>
                  </a:lnTo>
                  <a:lnTo>
                    <a:pt x="3835" y="24996"/>
                  </a:lnTo>
                  <a:lnTo>
                    <a:pt x="5793" y="21437"/>
                  </a:lnTo>
                  <a:lnTo>
                    <a:pt x="7025" y="19752"/>
                  </a:lnTo>
                  <a:lnTo>
                    <a:pt x="7668" y="16768"/>
                  </a:lnTo>
                  <a:lnTo>
                    <a:pt x="7867" y="14956"/>
                  </a:lnTo>
                  <a:lnTo>
                    <a:pt x="8282" y="13363"/>
                  </a:lnTo>
                  <a:lnTo>
                    <a:pt x="8650" y="10813"/>
                  </a:lnTo>
                  <a:lnTo>
                    <a:pt x="9285" y="9962"/>
                  </a:lnTo>
                  <a:lnTo>
                    <a:pt x="10386" y="7773"/>
                  </a:lnTo>
                  <a:lnTo>
                    <a:pt x="11019" y="7986"/>
                  </a:lnTo>
                  <a:lnTo>
                    <a:pt x="11722" y="10675"/>
                  </a:lnTo>
                  <a:lnTo>
                    <a:pt x="12671" y="12738"/>
                  </a:lnTo>
                  <a:lnTo>
                    <a:pt x="13354" y="12564"/>
                  </a:lnTo>
                  <a:lnTo>
                    <a:pt x="14571" y="11506"/>
                  </a:lnTo>
                  <a:lnTo>
                    <a:pt x="15158" y="11268"/>
                  </a:lnTo>
                  <a:lnTo>
                    <a:pt x="16565" y="11394"/>
                  </a:lnTo>
                  <a:lnTo>
                    <a:pt x="17830" y="10083"/>
                  </a:lnTo>
                  <a:lnTo>
                    <a:pt x="18345" y="8540"/>
                  </a:lnTo>
                  <a:lnTo>
                    <a:pt x="18537" y="6610"/>
                  </a:lnTo>
                  <a:lnTo>
                    <a:pt x="18068" y="3384"/>
                  </a:lnTo>
                  <a:lnTo>
                    <a:pt x="18677" y="3709"/>
                  </a:lnTo>
                  <a:lnTo>
                    <a:pt x="19260" y="3576"/>
                  </a:lnTo>
                  <a:lnTo>
                    <a:pt x="20633" y="1523"/>
                  </a:lnTo>
                  <a:lnTo>
                    <a:pt x="22046" y="305"/>
                  </a:lnTo>
                  <a:lnTo>
                    <a:pt x="23514" y="0"/>
                  </a:lnTo>
                  <a:lnTo>
                    <a:pt x="25163" y="11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4743082" y="2613612"/>
              <a:ext cx="2188" cy="3289"/>
            </a:xfrm>
            <a:custGeom>
              <a:avLst/>
              <a:pathLst>
                <a:path w="2188" h="3289">
                  <a:moveTo>
                    <a:pt x="1953" y="1499"/>
                  </a:moveTo>
                  <a:lnTo>
                    <a:pt x="1738" y="2086"/>
                  </a:lnTo>
                  <a:lnTo>
                    <a:pt x="1532" y="1933"/>
                  </a:lnTo>
                  <a:lnTo>
                    <a:pt x="802" y="3289"/>
                  </a:lnTo>
                  <a:lnTo>
                    <a:pt x="643" y="1989"/>
                  </a:lnTo>
                  <a:lnTo>
                    <a:pt x="70" y="1123"/>
                  </a:lnTo>
                  <a:lnTo>
                    <a:pt x="0" y="447"/>
                  </a:lnTo>
                  <a:lnTo>
                    <a:pt x="1655" y="0"/>
                  </a:lnTo>
                  <a:lnTo>
                    <a:pt x="2188" y="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4748672" y="2613301"/>
              <a:ext cx="3875" cy="10105"/>
            </a:xfrm>
            <a:custGeom>
              <a:avLst/>
              <a:pathLst>
                <a:path w="3875" h="10105">
                  <a:moveTo>
                    <a:pt x="3048" y="7587"/>
                  </a:moveTo>
                  <a:lnTo>
                    <a:pt x="1801" y="10105"/>
                  </a:lnTo>
                  <a:lnTo>
                    <a:pt x="722" y="9929"/>
                  </a:lnTo>
                  <a:lnTo>
                    <a:pt x="179" y="8804"/>
                  </a:lnTo>
                  <a:lnTo>
                    <a:pt x="0" y="7410"/>
                  </a:lnTo>
                  <a:lnTo>
                    <a:pt x="1028" y="5223"/>
                  </a:lnTo>
                  <a:lnTo>
                    <a:pt x="1914" y="2135"/>
                  </a:lnTo>
                  <a:lnTo>
                    <a:pt x="2718" y="763"/>
                  </a:lnTo>
                  <a:lnTo>
                    <a:pt x="3370" y="0"/>
                  </a:lnTo>
                  <a:lnTo>
                    <a:pt x="3875" y="25"/>
                  </a:lnTo>
                  <a:lnTo>
                    <a:pt x="2734" y="43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4686515" y="2609115"/>
              <a:ext cx="2456" cy="11259"/>
            </a:xfrm>
            <a:custGeom>
              <a:avLst/>
              <a:pathLst>
                <a:path w="2456" h="11259">
                  <a:moveTo>
                    <a:pt x="1368" y="9837"/>
                  </a:moveTo>
                  <a:lnTo>
                    <a:pt x="1135" y="11259"/>
                  </a:lnTo>
                  <a:lnTo>
                    <a:pt x="354" y="10252"/>
                  </a:lnTo>
                  <a:lnTo>
                    <a:pt x="0" y="9340"/>
                  </a:lnTo>
                  <a:lnTo>
                    <a:pt x="721" y="4866"/>
                  </a:lnTo>
                  <a:lnTo>
                    <a:pt x="637" y="3169"/>
                  </a:lnTo>
                  <a:lnTo>
                    <a:pt x="681" y="2343"/>
                  </a:lnTo>
                  <a:lnTo>
                    <a:pt x="2121" y="0"/>
                  </a:lnTo>
                  <a:lnTo>
                    <a:pt x="2367" y="450"/>
                  </a:lnTo>
                  <a:lnTo>
                    <a:pt x="2456" y="1096"/>
                  </a:lnTo>
                  <a:lnTo>
                    <a:pt x="2329" y="2099"/>
                  </a:lnTo>
                  <a:lnTo>
                    <a:pt x="2401" y="4318"/>
                  </a:lnTo>
                  <a:lnTo>
                    <a:pt x="1320" y="79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4802749" y="2606476"/>
              <a:ext cx="1030" cy="2846"/>
            </a:xfrm>
            <a:custGeom>
              <a:avLst/>
              <a:pathLst>
                <a:path w="1030" h="2846">
                  <a:moveTo>
                    <a:pt x="1030" y="1458"/>
                  </a:moveTo>
                  <a:lnTo>
                    <a:pt x="906" y="2846"/>
                  </a:lnTo>
                  <a:lnTo>
                    <a:pt x="293" y="2540"/>
                  </a:lnTo>
                  <a:lnTo>
                    <a:pt x="0" y="1636"/>
                  </a:lnTo>
                  <a:lnTo>
                    <a:pt x="35" y="12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4731664" y="2560254"/>
              <a:ext cx="2201" cy="5130"/>
            </a:xfrm>
            <a:custGeom>
              <a:avLst/>
              <a:pathLst>
                <a:path w="2201" h="5130">
                  <a:moveTo>
                    <a:pt x="2078" y="4026"/>
                  </a:moveTo>
                  <a:lnTo>
                    <a:pt x="1550" y="5130"/>
                  </a:lnTo>
                  <a:lnTo>
                    <a:pt x="567" y="4768"/>
                  </a:lnTo>
                  <a:lnTo>
                    <a:pt x="0" y="3177"/>
                  </a:lnTo>
                  <a:lnTo>
                    <a:pt x="186" y="1380"/>
                  </a:lnTo>
                  <a:lnTo>
                    <a:pt x="1217" y="0"/>
                  </a:lnTo>
                  <a:lnTo>
                    <a:pt x="2201" y="27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4789610" y="2501871"/>
              <a:ext cx="4027" cy="14666"/>
            </a:xfrm>
            <a:custGeom>
              <a:avLst/>
              <a:pathLst>
                <a:path w="4027" h="14666">
                  <a:moveTo>
                    <a:pt x="1367" y="14591"/>
                  </a:moveTo>
                  <a:lnTo>
                    <a:pt x="274" y="14666"/>
                  </a:lnTo>
                  <a:lnTo>
                    <a:pt x="0" y="14376"/>
                  </a:lnTo>
                  <a:lnTo>
                    <a:pt x="662" y="13643"/>
                  </a:lnTo>
                  <a:lnTo>
                    <a:pt x="721" y="12414"/>
                  </a:lnTo>
                  <a:lnTo>
                    <a:pt x="1116" y="10235"/>
                  </a:lnTo>
                  <a:lnTo>
                    <a:pt x="1110" y="9606"/>
                  </a:lnTo>
                  <a:lnTo>
                    <a:pt x="241" y="9495"/>
                  </a:lnTo>
                  <a:lnTo>
                    <a:pt x="285" y="7016"/>
                  </a:lnTo>
                  <a:lnTo>
                    <a:pt x="933" y="4573"/>
                  </a:lnTo>
                  <a:lnTo>
                    <a:pt x="2717" y="722"/>
                  </a:lnTo>
                  <a:lnTo>
                    <a:pt x="3203" y="0"/>
                  </a:lnTo>
                  <a:lnTo>
                    <a:pt x="3278" y="1682"/>
                  </a:lnTo>
                  <a:lnTo>
                    <a:pt x="2734" y="5661"/>
                  </a:lnTo>
                  <a:lnTo>
                    <a:pt x="2628" y="7098"/>
                  </a:lnTo>
                  <a:lnTo>
                    <a:pt x="4027" y="7398"/>
                  </a:lnTo>
                  <a:lnTo>
                    <a:pt x="3127" y="121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4705187" y="2407620"/>
              <a:ext cx="127784" cy="236942"/>
            </a:xfrm>
            <a:custGeom>
              <a:avLst/>
              <a:pathLst>
                <a:path w="127784" h="236942">
                  <a:moveTo>
                    <a:pt x="118993" y="3927"/>
                  </a:moveTo>
                  <a:lnTo>
                    <a:pt x="119447" y="4484"/>
                  </a:lnTo>
                  <a:lnTo>
                    <a:pt x="121596" y="2979"/>
                  </a:lnTo>
                  <a:lnTo>
                    <a:pt x="121187" y="7517"/>
                  </a:lnTo>
                  <a:lnTo>
                    <a:pt x="120958" y="12092"/>
                  </a:lnTo>
                  <a:lnTo>
                    <a:pt x="121115" y="19685"/>
                  </a:lnTo>
                  <a:lnTo>
                    <a:pt x="121308" y="23114"/>
                  </a:lnTo>
                  <a:lnTo>
                    <a:pt x="121681" y="26429"/>
                  </a:lnTo>
                  <a:lnTo>
                    <a:pt x="122595" y="28805"/>
                  </a:lnTo>
                  <a:lnTo>
                    <a:pt x="123792" y="30492"/>
                  </a:lnTo>
                  <a:lnTo>
                    <a:pt x="125527" y="35884"/>
                  </a:lnTo>
                  <a:lnTo>
                    <a:pt x="126458" y="42501"/>
                  </a:lnTo>
                  <a:lnTo>
                    <a:pt x="127115" y="45714"/>
                  </a:lnTo>
                  <a:lnTo>
                    <a:pt x="127608" y="49084"/>
                  </a:lnTo>
                  <a:lnTo>
                    <a:pt x="127757" y="50627"/>
                  </a:lnTo>
                  <a:lnTo>
                    <a:pt x="127769" y="52173"/>
                  </a:lnTo>
                  <a:lnTo>
                    <a:pt x="127622" y="54287"/>
                  </a:lnTo>
                  <a:lnTo>
                    <a:pt x="127784" y="55995"/>
                  </a:lnTo>
                  <a:lnTo>
                    <a:pt x="127598" y="61366"/>
                  </a:lnTo>
                  <a:lnTo>
                    <a:pt x="126821" y="67574"/>
                  </a:lnTo>
                  <a:lnTo>
                    <a:pt x="126721" y="70747"/>
                  </a:lnTo>
                  <a:lnTo>
                    <a:pt x="126045" y="71376"/>
                  </a:lnTo>
                  <a:lnTo>
                    <a:pt x="125636" y="72842"/>
                  </a:lnTo>
                  <a:lnTo>
                    <a:pt x="125287" y="73521"/>
                  </a:lnTo>
                  <a:lnTo>
                    <a:pt x="124899" y="74048"/>
                  </a:lnTo>
                  <a:lnTo>
                    <a:pt x="124336" y="74179"/>
                  </a:lnTo>
                  <a:lnTo>
                    <a:pt x="123934" y="74780"/>
                  </a:lnTo>
                  <a:lnTo>
                    <a:pt x="123774" y="76462"/>
                  </a:lnTo>
                  <a:lnTo>
                    <a:pt x="123516" y="78022"/>
                  </a:lnTo>
                  <a:lnTo>
                    <a:pt x="123026" y="79459"/>
                  </a:lnTo>
                  <a:lnTo>
                    <a:pt x="122641" y="81044"/>
                  </a:lnTo>
                  <a:lnTo>
                    <a:pt x="122324" y="84910"/>
                  </a:lnTo>
                  <a:lnTo>
                    <a:pt x="122210" y="88875"/>
                  </a:lnTo>
                  <a:lnTo>
                    <a:pt x="121734" y="91643"/>
                  </a:lnTo>
                  <a:lnTo>
                    <a:pt x="120591" y="92365"/>
                  </a:lnTo>
                  <a:lnTo>
                    <a:pt x="119281" y="92316"/>
                  </a:lnTo>
                  <a:lnTo>
                    <a:pt x="117602" y="93600"/>
                  </a:lnTo>
                  <a:lnTo>
                    <a:pt x="117245" y="94350"/>
                  </a:lnTo>
                  <a:lnTo>
                    <a:pt x="115919" y="99186"/>
                  </a:lnTo>
                  <a:lnTo>
                    <a:pt x="115538" y="102023"/>
                  </a:lnTo>
                  <a:lnTo>
                    <a:pt x="115525" y="105075"/>
                  </a:lnTo>
                  <a:lnTo>
                    <a:pt x="115894" y="108827"/>
                  </a:lnTo>
                  <a:lnTo>
                    <a:pt x="116394" y="112497"/>
                  </a:lnTo>
                  <a:lnTo>
                    <a:pt x="116773" y="119328"/>
                  </a:lnTo>
                  <a:lnTo>
                    <a:pt x="116374" y="129747"/>
                  </a:lnTo>
                  <a:lnTo>
                    <a:pt x="115990" y="133074"/>
                  </a:lnTo>
                  <a:lnTo>
                    <a:pt x="115148" y="135329"/>
                  </a:lnTo>
                  <a:lnTo>
                    <a:pt x="114509" y="136375"/>
                  </a:lnTo>
                  <a:lnTo>
                    <a:pt x="113959" y="137659"/>
                  </a:lnTo>
                  <a:lnTo>
                    <a:pt x="113246" y="141057"/>
                  </a:lnTo>
                  <a:lnTo>
                    <a:pt x="112066" y="147827"/>
                  </a:lnTo>
                  <a:lnTo>
                    <a:pt x="111968" y="149525"/>
                  </a:lnTo>
                  <a:lnTo>
                    <a:pt x="111973" y="151290"/>
                  </a:lnTo>
                  <a:lnTo>
                    <a:pt x="111655" y="153588"/>
                  </a:lnTo>
                  <a:lnTo>
                    <a:pt x="111447" y="155848"/>
                  </a:lnTo>
                  <a:lnTo>
                    <a:pt x="111641" y="158475"/>
                  </a:lnTo>
                  <a:lnTo>
                    <a:pt x="112004" y="160933"/>
                  </a:lnTo>
                  <a:lnTo>
                    <a:pt x="113588" y="167243"/>
                  </a:lnTo>
                  <a:lnTo>
                    <a:pt x="114208" y="169110"/>
                  </a:lnTo>
                  <a:lnTo>
                    <a:pt x="114905" y="170811"/>
                  </a:lnTo>
                  <a:lnTo>
                    <a:pt x="112203" y="172693"/>
                  </a:lnTo>
                  <a:lnTo>
                    <a:pt x="111715" y="173557"/>
                  </a:lnTo>
                  <a:lnTo>
                    <a:pt x="110110" y="177155"/>
                  </a:lnTo>
                  <a:lnTo>
                    <a:pt x="109598" y="180568"/>
                  </a:lnTo>
                  <a:lnTo>
                    <a:pt x="109640" y="184343"/>
                  </a:lnTo>
                  <a:lnTo>
                    <a:pt x="109369" y="185698"/>
                  </a:lnTo>
                  <a:lnTo>
                    <a:pt x="108928" y="186871"/>
                  </a:lnTo>
                  <a:lnTo>
                    <a:pt x="108469" y="187652"/>
                  </a:lnTo>
                  <a:lnTo>
                    <a:pt x="106675" y="189382"/>
                  </a:lnTo>
                  <a:lnTo>
                    <a:pt x="105528" y="191102"/>
                  </a:lnTo>
                  <a:lnTo>
                    <a:pt x="104384" y="193790"/>
                  </a:lnTo>
                  <a:lnTo>
                    <a:pt x="103931" y="195199"/>
                  </a:lnTo>
                  <a:lnTo>
                    <a:pt x="103051" y="194748"/>
                  </a:lnTo>
                  <a:lnTo>
                    <a:pt x="102536" y="193505"/>
                  </a:lnTo>
                  <a:lnTo>
                    <a:pt x="103043" y="191941"/>
                  </a:lnTo>
                  <a:lnTo>
                    <a:pt x="102887" y="190100"/>
                  </a:lnTo>
                  <a:lnTo>
                    <a:pt x="103137" y="185368"/>
                  </a:lnTo>
                  <a:lnTo>
                    <a:pt x="102849" y="183466"/>
                  </a:lnTo>
                  <a:lnTo>
                    <a:pt x="103767" y="182031"/>
                  </a:lnTo>
                  <a:lnTo>
                    <a:pt x="104204" y="179734"/>
                  </a:lnTo>
                  <a:lnTo>
                    <a:pt x="105159" y="177895"/>
                  </a:lnTo>
                  <a:lnTo>
                    <a:pt x="105840" y="176264"/>
                  </a:lnTo>
                  <a:lnTo>
                    <a:pt x="105961" y="174942"/>
                  </a:lnTo>
                  <a:lnTo>
                    <a:pt x="105349" y="173518"/>
                  </a:lnTo>
                  <a:lnTo>
                    <a:pt x="104703" y="172488"/>
                  </a:lnTo>
                  <a:lnTo>
                    <a:pt x="103808" y="172483"/>
                  </a:lnTo>
                  <a:lnTo>
                    <a:pt x="102945" y="172788"/>
                  </a:lnTo>
                  <a:lnTo>
                    <a:pt x="102388" y="174146"/>
                  </a:lnTo>
                  <a:lnTo>
                    <a:pt x="102201" y="175994"/>
                  </a:lnTo>
                  <a:lnTo>
                    <a:pt x="102245" y="176857"/>
                  </a:lnTo>
                  <a:lnTo>
                    <a:pt x="102174" y="177611"/>
                  </a:lnTo>
                  <a:lnTo>
                    <a:pt x="100819" y="180143"/>
                  </a:lnTo>
                  <a:lnTo>
                    <a:pt x="100997" y="182792"/>
                  </a:lnTo>
                  <a:lnTo>
                    <a:pt x="101394" y="184137"/>
                  </a:lnTo>
                  <a:lnTo>
                    <a:pt x="101901" y="184775"/>
                  </a:lnTo>
                  <a:lnTo>
                    <a:pt x="101749" y="185687"/>
                  </a:lnTo>
                  <a:lnTo>
                    <a:pt x="101106" y="187822"/>
                  </a:lnTo>
                  <a:lnTo>
                    <a:pt x="100657" y="188033"/>
                  </a:lnTo>
                  <a:lnTo>
                    <a:pt x="99830" y="185045"/>
                  </a:lnTo>
                  <a:lnTo>
                    <a:pt x="98798" y="183411"/>
                  </a:lnTo>
                  <a:lnTo>
                    <a:pt x="97521" y="183424"/>
                  </a:lnTo>
                  <a:lnTo>
                    <a:pt x="96209" y="184017"/>
                  </a:lnTo>
                  <a:lnTo>
                    <a:pt x="95211" y="186006"/>
                  </a:lnTo>
                  <a:lnTo>
                    <a:pt x="94881" y="187656"/>
                  </a:lnTo>
                  <a:lnTo>
                    <a:pt x="94671" y="189363"/>
                  </a:lnTo>
                  <a:lnTo>
                    <a:pt x="94742" y="193518"/>
                  </a:lnTo>
                  <a:lnTo>
                    <a:pt x="94329" y="196985"/>
                  </a:lnTo>
                  <a:lnTo>
                    <a:pt x="93518" y="200033"/>
                  </a:lnTo>
                  <a:lnTo>
                    <a:pt x="93138" y="201145"/>
                  </a:lnTo>
                  <a:lnTo>
                    <a:pt x="92150" y="203213"/>
                  </a:lnTo>
                  <a:lnTo>
                    <a:pt x="91468" y="203484"/>
                  </a:lnTo>
                  <a:lnTo>
                    <a:pt x="90981" y="202545"/>
                  </a:lnTo>
                  <a:lnTo>
                    <a:pt x="90588" y="201121"/>
                  </a:lnTo>
                  <a:lnTo>
                    <a:pt x="91089" y="195905"/>
                  </a:lnTo>
                  <a:lnTo>
                    <a:pt x="91068" y="192977"/>
                  </a:lnTo>
                  <a:lnTo>
                    <a:pt x="92229" y="191487"/>
                  </a:lnTo>
                  <a:lnTo>
                    <a:pt x="91277" y="189405"/>
                  </a:lnTo>
                  <a:lnTo>
                    <a:pt x="90112" y="188567"/>
                  </a:lnTo>
                  <a:lnTo>
                    <a:pt x="88472" y="189678"/>
                  </a:lnTo>
                  <a:lnTo>
                    <a:pt x="88010" y="190928"/>
                  </a:lnTo>
                  <a:lnTo>
                    <a:pt x="87695" y="192612"/>
                  </a:lnTo>
                  <a:lnTo>
                    <a:pt x="86815" y="194739"/>
                  </a:lnTo>
                  <a:lnTo>
                    <a:pt x="85843" y="196733"/>
                  </a:lnTo>
                  <a:lnTo>
                    <a:pt x="84745" y="200132"/>
                  </a:lnTo>
                  <a:lnTo>
                    <a:pt x="84006" y="204161"/>
                  </a:lnTo>
                  <a:lnTo>
                    <a:pt x="81589" y="202843"/>
                  </a:lnTo>
                  <a:lnTo>
                    <a:pt x="80268" y="202549"/>
                  </a:lnTo>
                  <a:lnTo>
                    <a:pt x="78937" y="202651"/>
                  </a:lnTo>
                  <a:lnTo>
                    <a:pt x="76575" y="202155"/>
                  </a:lnTo>
                  <a:lnTo>
                    <a:pt x="73983" y="202977"/>
                  </a:lnTo>
                  <a:lnTo>
                    <a:pt x="71033" y="204560"/>
                  </a:lnTo>
                  <a:lnTo>
                    <a:pt x="71209" y="203419"/>
                  </a:lnTo>
                  <a:lnTo>
                    <a:pt x="73634" y="200994"/>
                  </a:lnTo>
                  <a:lnTo>
                    <a:pt x="73722" y="200282"/>
                  </a:lnTo>
                  <a:lnTo>
                    <a:pt x="73489" y="198955"/>
                  </a:lnTo>
                  <a:lnTo>
                    <a:pt x="72885" y="198890"/>
                  </a:lnTo>
                  <a:lnTo>
                    <a:pt x="71434" y="199353"/>
                  </a:lnTo>
                  <a:lnTo>
                    <a:pt x="70693" y="199150"/>
                  </a:lnTo>
                  <a:lnTo>
                    <a:pt x="70391" y="197726"/>
                  </a:lnTo>
                  <a:lnTo>
                    <a:pt x="69900" y="197111"/>
                  </a:lnTo>
                  <a:lnTo>
                    <a:pt x="69572" y="197694"/>
                  </a:lnTo>
                  <a:lnTo>
                    <a:pt x="69680" y="200461"/>
                  </a:lnTo>
                  <a:lnTo>
                    <a:pt x="69320" y="200831"/>
                  </a:lnTo>
                  <a:lnTo>
                    <a:pt x="68841" y="200119"/>
                  </a:lnTo>
                  <a:lnTo>
                    <a:pt x="68994" y="197969"/>
                  </a:lnTo>
                  <a:lnTo>
                    <a:pt x="68667" y="194818"/>
                  </a:lnTo>
                  <a:lnTo>
                    <a:pt x="68630" y="192862"/>
                  </a:lnTo>
                  <a:lnTo>
                    <a:pt x="69138" y="191182"/>
                  </a:lnTo>
                  <a:lnTo>
                    <a:pt x="68617" y="190474"/>
                  </a:lnTo>
                  <a:lnTo>
                    <a:pt x="68069" y="190747"/>
                  </a:lnTo>
                  <a:lnTo>
                    <a:pt x="67371" y="191553"/>
                  </a:lnTo>
                  <a:lnTo>
                    <a:pt x="66755" y="192702"/>
                  </a:lnTo>
                  <a:lnTo>
                    <a:pt x="65454" y="198451"/>
                  </a:lnTo>
                  <a:lnTo>
                    <a:pt x="64948" y="201737"/>
                  </a:lnTo>
                  <a:lnTo>
                    <a:pt x="65901" y="204376"/>
                  </a:lnTo>
                  <a:lnTo>
                    <a:pt x="68499" y="208065"/>
                  </a:lnTo>
                  <a:lnTo>
                    <a:pt x="68944" y="208970"/>
                  </a:lnTo>
                  <a:lnTo>
                    <a:pt x="68955" y="210539"/>
                  </a:lnTo>
                  <a:lnTo>
                    <a:pt x="68639" y="212206"/>
                  </a:lnTo>
                  <a:lnTo>
                    <a:pt x="67931" y="212939"/>
                  </a:lnTo>
                  <a:lnTo>
                    <a:pt x="65080" y="214167"/>
                  </a:lnTo>
                  <a:lnTo>
                    <a:pt x="62611" y="216556"/>
                  </a:lnTo>
                  <a:lnTo>
                    <a:pt x="61897" y="218978"/>
                  </a:lnTo>
                  <a:lnTo>
                    <a:pt x="59649" y="228335"/>
                  </a:lnTo>
                  <a:lnTo>
                    <a:pt x="57850" y="234733"/>
                  </a:lnTo>
                  <a:lnTo>
                    <a:pt x="55308" y="236942"/>
                  </a:lnTo>
                  <a:lnTo>
                    <a:pt x="52518" y="234979"/>
                  </a:lnTo>
                  <a:lnTo>
                    <a:pt x="51843" y="232752"/>
                  </a:lnTo>
                  <a:lnTo>
                    <a:pt x="51297" y="229997"/>
                  </a:lnTo>
                  <a:lnTo>
                    <a:pt x="50260" y="227507"/>
                  </a:lnTo>
                  <a:lnTo>
                    <a:pt x="49325" y="224794"/>
                  </a:lnTo>
                  <a:lnTo>
                    <a:pt x="48778" y="221576"/>
                  </a:lnTo>
                  <a:lnTo>
                    <a:pt x="48864" y="216386"/>
                  </a:lnTo>
                  <a:lnTo>
                    <a:pt x="48458" y="213260"/>
                  </a:lnTo>
                  <a:lnTo>
                    <a:pt x="48824" y="212428"/>
                  </a:lnTo>
                  <a:lnTo>
                    <a:pt x="50363" y="210529"/>
                  </a:lnTo>
                  <a:lnTo>
                    <a:pt x="50865" y="209466"/>
                  </a:lnTo>
                  <a:lnTo>
                    <a:pt x="51734" y="206994"/>
                  </a:lnTo>
                  <a:lnTo>
                    <a:pt x="52045" y="205619"/>
                  </a:lnTo>
                  <a:lnTo>
                    <a:pt x="52093" y="203536"/>
                  </a:lnTo>
                  <a:lnTo>
                    <a:pt x="51393" y="202448"/>
                  </a:lnTo>
                  <a:lnTo>
                    <a:pt x="49588" y="202488"/>
                  </a:lnTo>
                  <a:lnTo>
                    <a:pt x="47786" y="203136"/>
                  </a:lnTo>
                  <a:lnTo>
                    <a:pt x="46499" y="202226"/>
                  </a:lnTo>
                  <a:lnTo>
                    <a:pt x="44832" y="199707"/>
                  </a:lnTo>
                  <a:lnTo>
                    <a:pt x="44315" y="199170"/>
                  </a:lnTo>
                  <a:lnTo>
                    <a:pt x="42517" y="199011"/>
                  </a:lnTo>
                  <a:lnTo>
                    <a:pt x="41233" y="199479"/>
                  </a:lnTo>
                  <a:lnTo>
                    <a:pt x="39972" y="200398"/>
                  </a:lnTo>
                  <a:lnTo>
                    <a:pt x="38639" y="200688"/>
                  </a:lnTo>
                  <a:lnTo>
                    <a:pt x="38195" y="201167"/>
                  </a:lnTo>
                  <a:lnTo>
                    <a:pt x="36656" y="204256"/>
                  </a:lnTo>
                  <a:lnTo>
                    <a:pt x="35433" y="206201"/>
                  </a:lnTo>
                  <a:lnTo>
                    <a:pt x="34375" y="207166"/>
                  </a:lnTo>
                  <a:lnTo>
                    <a:pt x="32092" y="207424"/>
                  </a:lnTo>
                  <a:lnTo>
                    <a:pt x="30949" y="208050"/>
                  </a:lnTo>
                  <a:lnTo>
                    <a:pt x="29750" y="209072"/>
                  </a:lnTo>
                  <a:lnTo>
                    <a:pt x="29415" y="208982"/>
                  </a:lnTo>
                  <a:lnTo>
                    <a:pt x="28153" y="210395"/>
                  </a:lnTo>
                  <a:lnTo>
                    <a:pt x="26704" y="211617"/>
                  </a:lnTo>
                  <a:lnTo>
                    <a:pt x="25929" y="212845"/>
                  </a:lnTo>
                  <a:lnTo>
                    <a:pt x="24508" y="212043"/>
                  </a:lnTo>
                  <a:lnTo>
                    <a:pt x="21696" y="214240"/>
                  </a:lnTo>
                  <a:lnTo>
                    <a:pt x="20338" y="214510"/>
                  </a:lnTo>
                  <a:lnTo>
                    <a:pt x="18933" y="213299"/>
                  </a:lnTo>
                  <a:lnTo>
                    <a:pt x="17630" y="211340"/>
                  </a:lnTo>
                  <a:lnTo>
                    <a:pt x="16379" y="212180"/>
                  </a:lnTo>
                  <a:lnTo>
                    <a:pt x="15522" y="215074"/>
                  </a:lnTo>
                  <a:lnTo>
                    <a:pt x="15106" y="220835"/>
                  </a:lnTo>
                  <a:lnTo>
                    <a:pt x="14616" y="223430"/>
                  </a:lnTo>
                  <a:lnTo>
                    <a:pt x="14468" y="226546"/>
                  </a:lnTo>
                  <a:lnTo>
                    <a:pt x="13820" y="226053"/>
                  </a:lnTo>
                  <a:lnTo>
                    <a:pt x="10057" y="220444"/>
                  </a:lnTo>
                  <a:lnTo>
                    <a:pt x="9796" y="220244"/>
                  </a:lnTo>
                  <a:lnTo>
                    <a:pt x="6754" y="221209"/>
                  </a:lnTo>
                  <a:lnTo>
                    <a:pt x="5968" y="221675"/>
                  </a:lnTo>
                  <a:lnTo>
                    <a:pt x="4988" y="222810"/>
                  </a:lnTo>
                  <a:lnTo>
                    <a:pt x="3951" y="223318"/>
                  </a:lnTo>
                  <a:lnTo>
                    <a:pt x="3005" y="222502"/>
                  </a:lnTo>
                  <a:lnTo>
                    <a:pt x="2101" y="221172"/>
                  </a:lnTo>
                  <a:lnTo>
                    <a:pt x="1232" y="221567"/>
                  </a:lnTo>
                  <a:lnTo>
                    <a:pt x="340" y="222499"/>
                  </a:lnTo>
                  <a:lnTo>
                    <a:pt x="0" y="214045"/>
                  </a:lnTo>
                  <a:lnTo>
                    <a:pt x="173" y="212930"/>
                  </a:lnTo>
                  <a:lnTo>
                    <a:pt x="720" y="211448"/>
                  </a:lnTo>
                  <a:lnTo>
                    <a:pt x="1322" y="210181"/>
                  </a:lnTo>
                  <a:lnTo>
                    <a:pt x="2796" y="209744"/>
                  </a:lnTo>
                  <a:lnTo>
                    <a:pt x="4287" y="210155"/>
                  </a:lnTo>
                  <a:lnTo>
                    <a:pt x="5352" y="209573"/>
                  </a:lnTo>
                  <a:lnTo>
                    <a:pt x="6252" y="207899"/>
                  </a:lnTo>
                  <a:lnTo>
                    <a:pt x="7201" y="205525"/>
                  </a:lnTo>
                  <a:lnTo>
                    <a:pt x="8271" y="203595"/>
                  </a:lnTo>
                  <a:lnTo>
                    <a:pt x="9722" y="202070"/>
                  </a:lnTo>
                  <a:lnTo>
                    <a:pt x="11125" y="200320"/>
                  </a:lnTo>
                  <a:lnTo>
                    <a:pt x="12357" y="197866"/>
                  </a:lnTo>
                  <a:lnTo>
                    <a:pt x="13527" y="195188"/>
                  </a:lnTo>
                  <a:lnTo>
                    <a:pt x="14603" y="193223"/>
                  </a:lnTo>
                  <a:lnTo>
                    <a:pt x="15769" y="191573"/>
                  </a:lnTo>
                  <a:lnTo>
                    <a:pt x="17547" y="187614"/>
                  </a:lnTo>
                  <a:lnTo>
                    <a:pt x="19906" y="183166"/>
                  </a:lnTo>
                  <a:lnTo>
                    <a:pt x="20811" y="179872"/>
                  </a:lnTo>
                  <a:lnTo>
                    <a:pt x="21374" y="178965"/>
                  </a:lnTo>
                  <a:lnTo>
                    <a:pt x="23404" y="177125"/>
                  </a:lnTo>
                  <a:lnTo>
                    <a:pt x="26096" y="175720"/>
                  </a:lnTo>
                  <a:lnTo>
                    <a:pt x="27365" y="175787"/>
                  </a:lnTo>
                  <a:lnTo>
                    <a:pt x="28623" y="178674"/>
                  </a:lnTo>
                  <a:lnTo>
                    <a:pt x="29300" y="178279"/>
                  </a:lnTo>
                  <a:lnTo>
                    <a:pt x="29986" y="177533"/>
                  </a:lnTo>
                  <a:lnTo>
                    <a:pt x="31373" y="177121"/>
                  </a:lnTo>
                  <a:lnTo>
                    <a:pt x="32799" y="177598"/>
                  </a:lnTo>
                  <a:lnTo>
                    <a:pt x="34190" y="177610"/>
                  </a:lnTo>
                  <a:lnTo>
                    <a:pt x="35582" y="177245"/>
                  </a:lnTo>
                  <a:lnTo>
                    <a:pt x="38262" y="176298"/>
                  </a:lnTo>
                  <a:lnTo>
                    <a:pt x="39671" y="175155"/>
                  </a:lnTo>
                  <a:lnTo>
                    <a:pt x="41046" y="173678"/>
                  </a:lnTo>
                  <a:lnTo>
                    <a:pt x="45951" y="172635"/>
                  </a:lnTo>
                  <a:lnTo>
                    <a:pt x="49312" y="170158"/>
                  </a:lnTo>
                  <a:lnTo>
                    <a:pt x="49844" y="170334"/>
                  </a:lnTo>
                  <a:lnTo>
                    <a:pt x="50361" y="170905"/>
                  </a:lnTo>
                  <a:lnTo>
                    <a:pt x="50399" y="172740"/>
                  </a:lnTo>
                  <a:lnTo>
                    <a:pt x="49977" y="174743"/>
                  </a:lnTo>
                  <a:lnTo>
                    <a:pt x="50388" y="175955"/>
                  </a:lnTo>
                  <a:lnTo>
                    <a:pt x="51069" y="176704"/>
                  </a:lnTo>
                  <a:lnTo>
                    <a:pt x="54232" y="176935"/>
                  </a:lnTo>
                  <a:lnTo>
                    <a:pt x="55135" y="177366"/>
                  </a:lnTo>
                  <a:lnTo>
                    <a:pt x="56455" y="175995"/>
                  </a:lnTo>
                  <a:lnTo>
                    <a:pt x="57699" y="174300"/>
                  </a:lnTo>
                  <a:lnTo>
                    <a:pt x="59001" y="172065"/>
                  </a:lnTo>
                  <a:lnTo>
                    <a:pt x="59911" y="169550"/>
                  </a:lnTo>
                  <a:lnTo>
                    <a:pt x="59071" y="166403"/>
                  </a:lnTo>
                  <a:lnTo>
                    <a:pt x="58886" y="162962"/>
                  </a:lnTo>
                  <a:lnTo>
                    <a:pt x="59591" y="159231"/>
                  </a:lnTo>
                  <a:lnTo>
                    <a:pt x="60612" y="156084"/>
                  </a:lnTo>
                  <a:lnTo>
                    <a:pt x="61827" y="154183"/>
                  </a:lnTo>
                  <a:lnTo>
                    <a:pt x="62946" y="151994"/>
                  </a:lnTo>
                  <a:lnTo>
                    <a:pt x="65211" y="145782"/>
                  </a:lnTo>
                  <a:lnTo>
                    <a:pt x="66849" y="140757"/>
                  </a:lnTo>
                  <a:lnTo>
                    <a:pt x="67438" y="134582"/>
                  </a:lnTo>
                  <a:lnTo>
                    <a:pt x="67091" y="127273"/>
                  </a:lnTo>
                  <a:lnTo>
                    <a:pt x="68521" y="121843"/>
                  </a:lnTo>
                  <a:lnTo>
                    <a:pt x="69888" y="120911"/>
                  </a:lnTo>
                  <a:lnTo>
                    <a:pt x="72608" y="118435"/>
                  </a:lnTo>
                  <a:lnTo>
                    <a:pt x="74036" y="117708"/>
                  </a:lnTo>
                  <a:lnTo>
                    <a:pt x="74249" y="118790"/>
                  </a:lnTo>
                  <a:lnTo>
                    <a:pt x="74206" y="120208"/>
                  </a:lnTo>
                  <a:lnTo>
                    <a:pt x="72072" y="124768"/>
                  </a:lnTo>
                  <a:lnTo>
                    <a:pt x="70850" y="126642"/>
                  </a:lnTo>
                  <a:lnTo>
                    <a:pt x="70118" y="127223"/>
                  </a:lnTo>
                  <a:lnTo>
                    <a:pt x="69448" y="128053"/>
                  </a:lnTo>
                  <a:lnTo>
                    <a:pt x="69170" y="129657"/>
                  </a:lnTo>
                  <a:lnTo>
                    <a:pt x="70258" y="132344"/>
                  </a:lnTo>
                  <a:lnTo>
                    <a:pt x="70536" y="134328"/>
                  </a:lnTo>
                  <a:lnTo>
                    <a:pt x="70468" y="136234"/>
                  </a:lnTo>
                  <a:lnTo>
                    <a:pt x="70514" y="137945"/>
                  </a:lnTo>
                  <a:lnTo>
                    <a:pt x="71746" y="139811"/>
                  </a:lnTo>
                  <a:lnTo>
                    <a:pt x="73157" y="140428"/>
                  </a:lnTo>
                  <a:lnTo>
                    <a:pt x="73748" y="140411"/>
                  </a:lnTo>
                  <a:lnTo>
                    <a:pt x="74265" y="139920"/>
                  </a:lnTo>
                  <a:lnTo>
                    <a:pt x="75876" y="135358"/>
                  </a:lnTo>
                  <a:lnTo>
                    <a:pt x="76238" y="134566"/>
                  </a:lnTo>
                  <a:lnTo>
                    <a:pt x="80831" y="131226"/>
                  </a:lnTo>
                  <a:lnTo>
                    <a:pt x="83091" y="128670"/>
                  </a:lnTo>
                  <a:lnTo>
                    <a:pt x="84340" y="128011"/>
                  </a:lnTo>
                  <a:lnTo>
                    <a:pt x="85512" y="126681"/>
                  </a:lnTo>
                  <a:lnTo>
                    <a:pt x="88141" y="121547"/>
                  </a:lnTo>
                  <a:lnTo>
                    <a:pt x="89113" y="119183"/>
                  </a:lnTo>
                  <a:lnTo>
                    <a:pt x="89994" y="116568"/>
                  </a:lnTo>
                  <a:lnTo>
                    <a:pt x="90699" y="113531"/>
                  </a:lnTo>
                  <a:lnTo>
                    <a:pt x="91254" y="110243"/>
                  </a:lnTo>
                  <a:lnTo>
                    <a:pt x="92016" y="108197"/>
                  </a:lnTo>
                  <a:lnTo>
                    <a:pt x="96183" y="103317"/>
                  </a:lnTo>
                  <a:lnTo>
                    <a:pt x="97526" y="100660"/>
                  </a:lnTo>
                  <a:lnTo>
                    <a:pt x="97953" y="99373"/>
                  </a:lnTo>
                  <a:lnTo>
                    <a:pt x="98469" y="95644"/>
                  </a:lnTo>
                  <a:lnTo>
                    <a:pt x="98825" y="91772"/>
                  </a:lnTo>
                  <a:lnTo>
                    <a:pt x="99332" y="88736"/>
                  </a:lnTo>
                  <a:lnTo>
                    <a:pt x="100015" y="85889"/>
                  </a:lnTo>
                  <a:lnTo>
                    <a:pt x="100931" y="82989"/>
                  </a:lnTo>
                  <a:lnTo>
                    <a:pt x="101960" y="80297"/>
                  </a:lnTo>
                  <a:lnTo>
                    <a:pt x="102567" y="77535"/>
                  </a:lnTo>
                  <a:lnTo>
                    <a:pt x="103450" y="70936"/>
                  </a:lnTo>
                  <a:lnTo>
                    <a:pt x="103837" y="67283"/>
                  </a:lnTo>
                  <a:lnTo>
                    <a:pt x="104140" y="65965"/>
                  </a:lnTo>
                  <a:lnTo>
                    <a:pt x="104584" y="64857"/>
                  </a:lnTo>
                  <a:lnTo>
                    <a:pt x="104971" y="63456"/>
                  </a:lnTo>
                  <a:lnTo>
                    <a:pt x="105267" y="61888"/>
                  </a:lnTo>
                  <a:lnTo>
                    <a:pt x="105401" y="60334"/>
                  </a:lnTo>
                  <a:lnTo>
                    <a:pt x="105592" y="55586"/>
                  </a:lnTo>
                  <a:lnTo>
                    <a:pt x="105476" y="51896"/>
                  </a:lnTo>
                  <a:lnTo>
                    <a:pt x="104786" y="48770"/>
                  </a:lnTo>
                  <a:lnTo>
                    <a:pt x="104216" y="47882"/>
                  </a:lnTo>
                  <a:lnTo>
                    <a:pt x="103595" y="47830"/>
                  </a:lnTo>
                  <a:lnTo>
                    <a:pt x="102664" y="48100"/>
                  </a:lnTo>
                  <a:lnTo>
                    <a:pt x="101872" y="46826"/>
                  </a:lnTo>
                  <a:lnTo>
                    <a:pt x="102032" y="45701"/>
                  </a:lnTo>
                  <a:lnTo>
                    <a:pt x="102841" y="45492"/>
                  </a:lnTo>
                  <a:lnTo>
                    <a:pt x="103392" y="44910"/>
                  </a:lnTo>
                  <a:lnTo>
                    <a:pt x="103788" y="43845"/>
                  </a:lnTo>
                  <a:lnTo>
                    <a:pt x="104530" y="40440"/>
                  </a:lnTo>
                  <a:lnTo>
                    <a:pt x="104975" y="36794"/>
                  </a:lnTo>
                  <a:lnTo>
                    <a:pt x="105013" y="35183"/>
                  </a:lnTo>
                  <a:lnTo>
                    <a:pt x="104433" y="32245"/>
                  </a:lnTo>
                  <a:lnTo>
                    <a:pt x="103971" y="28712"/>
                  </a:lnTo>
                  <a:lnTo>
                    <a:pt x="103959" y="26804"/>
                  </a:lnTo>
                  <a:lnTo>
                    <a:pt x="104463" y="24608"/>
                  </a:lnTo>
                  <a:lnTo>
                    <a:pt x="105184" y="22824"/>
                  </a:lnTo>
                  <a:lnTo>
                    <a:pt x="105829" y="22404"/>
                  </a:lnTo>
                  <a:lnTo>
                    <a:pt x="106528" y="22280"/>
                  </a:lnTo>
                  <a:lnTo>
                    <a:pt x="107163" y="21590"/>
                  </a:lnTo>
                  <a:lnTo>
                    <a:pt x="107751" y="20589"/>
                  </a:lnTo>
                  <a:lnTo>
                    <a:pt x="108083" y="19486"/>
                  </a:lnTo>
                  <a:lnTo>
                    <a:pt x="108601" y="16485"/>
                  </a:lnTo>
                  <a:lnTo>
                    <a:pt x="108800" y="14771"/>
                  </a:lnTo>
                  <a:lnTo>
                    <a:pt x="108474" y="10184"/>
                  </a:lnTo>
                  <a:lnTo>
                    <a:pt x="108810" y="8931"/>
                  </a:lnTo>
                  <a:lnTo>
                    <a:pt x="109288" y="8149"/>
                  </a:lnTo>
                  <a:lnTo>
                    <a:pt x="109925" y="8743"/>
                  </a:lnTo>
                  <a:lnTo>
                    <a:pt x="110578" y="8861"/>
                  </a:lnTo>
                  <a:lnTo>
                    <a:pt x="111339" y="8679"/>
                  </a:lnTo>
                  <a:lnTo>
                    <a:pt x="112069" y="9164"/>
                  </a:lnTo>
                  <a:lnTo>
                    <a:pt x="112208" y="10340"/>
                  </a:lnTo>
                  <a:lnTo>
                    <a:pt x="112665" y="18093"/>
                  </a:lnTo>
                  <a:lnTo>
                    <a:pt x="112930" y="19140"/>
                  </a:lnTo>
                  <a:lnTo>
                    <a:pt x="113462" y="19952"/>
                  </a:lnTo>
                  <a:lnTo>
                    <a:pt x="114062" y="19834"/>
                  </a:lnTo>
                  <a:lnTo>
                    <a:pt x="114580" y="18628"/>
                  </a:lnTo>
                  <a:lnTo>
                    <a:pt x="114930" y="17021"/>
                  </a:lnTo>
                  <a:lnTo>
                    <a:pt x="115619" y="16689"/>
                  </a:lnTo>
                  <a:lnTo>
                    <a:pt x="117719" y="18417"/>
                  </a:lnTo>
                  <a:lnTo>
                    <a:pt x="118463" y="17184"/>
                  </a:lnTo>
                  <a:lnTo>
                    <a:pt x="118948" y="15279"/>
                  </a:lnTo>
                  <a:lnTo>
                    <a:pt x="119371" y="11904"/>
                  </a:lnTo>
                  <a:lnTo>
                    <a:pt x="119165" y="8863"/>
                  </a:lnTo>
                  <a:lnTo>
                    <a:pt x="118661" y="7740"/>
                  </a:lnTo>
                  <a:lnTo>
                    <a:pt x="118139" y="7944"/>
                  </a:lnTo>
                  <a:lnTo>
                    <a:pt x="117678" y="8778"/>
                  </a:lnTo>
                  <a:lnTo>
                    <a:pt x="117165" y="9234"/>
                  </a:lnTo>
                  <a:lnTo>
                    <a:pt x="114060" y="10837"/>
                  </a:lnTo>
                  <a:lnTo>
                    <a:pt x="114074" y="7443"/>
                  </a:lnTo>
                  <a:lnTo>
                    <a:pt x="114738" y="2367"/>
                  </a:lnTo>
                  <a:lnTo>
                    <a:pt x="115106" y="761"/>
                  </a:lnTo>
                  <a:lnTo>
                    <a:pt x="115629" y="0"/>
                  </a:lnTo>
                  <a:lnTo>
                    <a:pt x="116932" y="881"/>
                  </a:lnTo>
                  <a:lnTo>
                    <a:pt x="117573" y="14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4803262" y="2386060"/>
              <a:ext cx="1690" cy="4715"/>
            </a:xfrm>
            <a:custGeom>
              <a:avLst/>
              <a:pathLst>
                <a:path w="1690" h="4715">
                  <a:moveTo>
                    <a:pt x="802" y="4556"/>
                  </a:moveTo>
                  <a:lnTo>
                    <a:pt x="539" y="4715"/>
                  </a:lnTo>
                  <a:lnTo>
                    <a:pt x="265" y="4465"/>
                  </a:lnTo>
                  <a:lnTo>
                    <a:pt x="0" y="2232"/>
                  </a:lnTo>
                  <a:lnTo>
                    <a:pt x="228" y="1053"/>
                  </a:lnTo>
                  <a:lnTo>
                    <a:pt x="969" y="229"/>
                  </a:lnTo>
                  <a:lnTo>
                    <a:pt x="1690" y="0"/>
                  </a:lnTo>
                  <a:lnTo>
                    <a:pt x="1076" y="41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4823100" y="2297039"/>
              <a:ext cx="2230" cy="4008"/>
            </a:xfrm>
            <a:custGeom>
              <a:avLst/>
              <a:pathLst>
                <a:path w="2230" h="4008">
                  <a:moveTo>
                    <a:pt x="1841" y="3797"/>
                  </a:moveTo>
                  <a:lnTo>
                    <a:pt x="1042" y="4008"/>
                  </a:lnTo>
                  <a:lnTo>
                    <a:pt x="114" y="2775"/>
                  </a:lnTo>
                  <a:lnTo>
                    <a:pt x="0" y="1230"/>
                  </a:lnTo>
                  <a:lnTo>
                    <a:pt x="672" y="0"/>
                  </a:lnTo>
                  <a:lnTo>
                    <a:pt x="1340" y="454"/>
                  </a:lnTo>
                  <a:lnTo>
                    <a:pt x="2010" y="2047"/>
                  </a:lnTo>
                  <a:lnTo>
                    <a:pt x="2230" y="28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4821217" y="2290609"/>
              <a:ext cx="1163" cy="5795"/>
            </a:xfrm>
            <a:custGeom>
              <a:avLst/>
              <a:pathLst>
                <a:path w="1163" h="5795">
                  <a:moveTo>
                    <a:pt x="1163" y="3918"/>
                  </a:moveTo>
                  <a:lnTo>
                    <a:pt x="716" y="5795"/>
                  </a:lnTo>
                  <a:lnTo>
                    <a:pt x="120" y="3005"/>
                  </a:lnTo>
                  <a:lnTo>
                    <a:pt x="0" y="0"/>
                  </a:lnTo>
                  <a:lnTo>
                    <a:pt x="345" y="18"/>
                  </a:lnTo>
                  <a:lnTo>
                    <a:pt x="978" y="470"/>
                  </a:lnTo>
                  <a:lnTo>
                    <a:pt x="1130" y="19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4807973" y="2289307"/>
              <a:ext cx="69187" cy="120745"/>
            </a:xfrm>
            <a:custGeom>
              <a:avLst/>
              <a:pathLst>
                <a:path w="69187" h="120745">
                  <a:moveTo>
                    <a:pt x="46071" y="41148"/>
                  </a:moveTo>
                  <a:lnTo>
                    <a:pt x="47512" y="41298"/>
                  </a:lnTo>
                  <a:lnTo>
                    <a:pt x="48156" y="41158"/>
                  </a:lnTo>
                  <a:lnTo>
                    <a:pt x="49259" y="41603"/>
                  </a:lnTo>
                  <a:lnTo>
                    <a:pt x="53638" y="46095"/>
                  </a:lnTo>
                  <a:lnTo>
                    <a:pt x="54960" y="46666"/>
                  </a:lnTo>
                  <a:lnTo>
                    <a:pt x="56324" y="46733"/>
                  </a:lnTo>
                  <a:lnTo>
                    <a:pt x="57283" y="46371"/>
                  </a:lnTo>
                  <a:lnTo>
                    <a:pt x="58126" y="45138"/>
                  </a:lnTo>
                  <a:lnTo>
                    <a:pt x="60770" y="39695"/>
                  </a:lnTo>
                  <a:lnTo>
                    <a:pt x="63546" y="34738"/>
                  </a:lnTo>
                  <a:lnTo>
                    <a:pt x="63853" y="34930"/>
                  </a:lnTo>
                  <a:lnTo>
                    <a:pt x="63855" y="36292"/>
                  </a:lnTo>
                  <a:lnTo>
                    <a:pt x="63651" y="37814"/>
                  </a:lnTo>
                  <a:lnTo>
                    <a:pt x="62423" y="42354"/>
                  </a:lnTo>
                  <a:lnTo>
                    <a:pt x="61055" y="48464"/>
                  </a:lnTo>
                  <a:lnTo>
                    <a:pt x="60764" y="51562"/>
                  </a:lnTo>
                  <a:lnTo>
                    <a:pt x="61208" y="54577"/>
                  </a:lnTo>
                  <a:lnTo>
                    <a:pt x="62064" y="57068"/>
                  </a:lnTo>
                  <a:lnTo>
                    <a:pt x="62742" y="60475"/>
                  </a:lnTo>
                  <a:lnTo>
                    <a:pt x="63523" y="65214"/>
                  </a:lnTo>
                  <a:lnTo>
                    <a:pt x="64620" y="65814"/>
                  </a:lnTo>
                  <a:lnTo>
                    <a:pt x="65216" y="65888"/>
                  </a:lnTo>
                  <a:lnTo>
                    <a:pt x="66314" y="64468"/>
                  </a:lnTo>
                  <a:lnTo>
                    <a:pt x="67353" y="62663"/>
                  </a:lnTo>
                  <a:lnTo>
                    <a:pt x="68247" y="62443"/>
                  </a:lnTo>
                  <a:lnTo>
                    <a:pt x="69187" y="62749"/>
                  </a:lnTo>
                  <a:lnTo>
                    <a:pt x="67951" y="64005"/>
                  </a:lnTo>
                  <a:lnTo>
                    <a:pt x="66785" y="65546"/>
                  </a:lnTo>
                  <a:lnTo>
                    <a:pt x="65785" y="68460"/>
                  </a:lnTo>
                  <a:lnTo>
                    <a:pt x="65413" y="69005"/>
                  </a:lnTo>
                  <a:lnTo>
                    <a:pt x="64259" y="68827"/>
                  </a:lnTo>
                  <a:lnTo>
                    <a:pt x="63600" y="68932"/>
                  </a:lnTo>
                  <a:lnTo>
                    <a:pt x="62249" y="70150"/>
                  </a:lnTo>
                  <a:lnTo>
                    <a:pt x="61064" y="71528"/>
                  </a:lnTo>
                  <a:lnTo>
                    <a:pt x="59933" y="73219"/>
                  </a:lnTo>
                  <a:lnTo>
                    <a:pt x="58696" y="74126"/>
                  </a:lnTo>
                  <a:lnTo>
                    <a:pt x="57381" y="74340"/>
                  </a:lnTo>
                  <a:lnTo>
                    <a:pt x="55352" y="75722"/>
                  </a:lnTo>
                  <a:lnTo>
                    <a:pt x="54034" y="75820"/>
                  </a:lnTo>
                  <a:lnTo>
                    <a:pt x="51563" y="74614"/>
                  </a:lnTo>
                  <a:lnTo>
                    <a:pt x="50363" y="74933"/>
                  </a:lnTo>
                  <a:lnTo>
                    <a:pt x="47740" y="77658"/>
                  </a:lnTo>
                  <a:lnTo>
                    <a:pt x="45355" y="81596"/>
                  </a:lnTo>
                  <a:lnTo>
                    <a:pt x="43271" y="86011"/>
                  </a:lnTo>
                  <a:lnTo>
                    <a:pt x="41527" y="91325"/>
                  </a:lnTo>
                  <a:lnTo>
                    <a:pt x="40827" y="94095"/>
                  </a:lnTo>
                  <a:lnTo>
                    <a:pt x="40407" y="97191"/>
                  </a:lnTo>
                  <a:lnTo>
                    <a:pt x="40350" y="99240"/>
                  </a:lnTo>
                  <a:lnTo>
                    <a:pt x="40194" y="101211"/>
                  </a:lnTo>
                  <a:lnTo>
                    <a:pt x="39792" y="102584"/>
                  </a:lnTo>
                  <a:lnTo>
                    <a:pt x="39307" y="103697"/>
                  </a:lnTo>
                  <a:lnTo>
                    <a:pt x="37871" y="103046"/>
                  </a:lnTo>
                  <a:lnTo>
                    <a:pt x="35507" y="100205"/>
                  </a:lnTo>
                  <a:lnTo>
                    <a:pt x="30925" y="96080"/>
                  </a:lnTo>
                  <a:lnTo>
                    <a:pt x="26088" y="89763"/>
                  </a:lnTo>
                  <a:lnTo>
                    <a:pt x="23366" y="86592"/>
                  </a:lnTo>
                  <a:lnTo>
                    <a:pt x="18248" y="87541"/>
                  </a:lnTo>
                  <a:lnTo>
                    <a:pt x="13409" y="93593"/>
                  </a:lnTo>
                  <a:lnTo>
                    <a:pt x="12975" y="93078"/>
                  </a:lnTo>
                  <a:lnTo>
                    <a:pt x="11124" y="88928"/>
                  </a:lnTo>
                  <a:lnTo>
                    <a:pt x="10229" y="87285"/>
                  </a:lnTo>
                  <a:lnTo>
                    <a:pt x="9159" y="86820"/>
                  </a:lnTo>
                  <a:lnTo>
                    <a:pt x="8363" y="86873"/>
                  </a:lnTo>
                  <a:lnTo>
                    <a:pt x="7590" y="87173"/>
                  </a:lnTo>
                  <a:lnTo>
                    <a:pt x="6496" y="89308"/>
                  </a:lnTo>
                  <a:lnTo>
                    <a:pt x="6095" y="90845"/>
                  </a:lnTo>
                  <a:lnTo>
                    <a:pt x="5784" y="92590"/>
                  </a:lnTo>
                  <a:lnTo>
                    <a:pt x="5689" y="93825"/>
                  </a:lnTo>
                  <a:lnTo>
                    <a:pt x="5820" y="95034"/>
                  </a:lnTo>
                  <a:lnTo>
                    <a:pt x="6855" y="97771"/>
                  </a:lnTo>
                  <a:lnTo>
                    <a:pt x="8132" y="99808"/>
                  </a:lnTo>
                  <a:lnTo>
                    <a:pt x="8709" y="100196"/>
                  </a:lnTo>
                  <a:lnTo>
                    <a:pt x="9935" y="100054"/>
                  </a:lnTo>
                  <a:lnTo>
                    <a:pt x="10505" y="100264"/>
                  </a:lnTo>
                  <a:lnTo>
                    <a:pt x="12560" y="104359"/>
                  </a:lnTo>
                  <a:lnTo>
                    <a:pt x="14808" y="108193"/>
                  </a:lnTo>
                  <a:lnTo>
                    <a:pt x="15306" y="109462"/>
                  </a:lnTo>
                  <a:lnTo>
                    <a:pt x="14474" y="110800"/>
                  </a:lnTo>
                  <a:lnTo>
                    <a:pt x="13563" y="111462"/>
                  </a:lnTo>
                  <a:lnTo>
                    <a:pt x="12504" y="111289"/>
                  </a:lnTo>
                  <a:lnTo>
                    <a:pt x="11456" y="110782"/>
                  </a:lnTo>
                  <a:lnTo>
                    <a:pt x="9654" y="109152"/>
                  </a:lnTo>
                  <a:lnTo>
                    <a:pt x="8885" y="110541"/>
                  </a:lnTo>
                  <a:lnTo>
                    <a:pt x="7690" y="113390"/>
                  </a:lnTo>
                  <a:lnTo>
                    <a:pt x="7028" y="116486"/>
                  </a:lnTo>
                  <a:lnTo>
                    <a:pt x="6491" y="117907"/>
                  </a:lnTo>
                  <a:lnTo>
                    <a:pt x="5169" y="119777"/>
                  </a:lnTo>
                  <a:lnTo>
                    <a:pt x="3771" y="120745"/>
                  </a:lnTo>
                  <a:lnTo>
                    <a:pt x="3041" y="120425"/>
                  </a:lnTo>
                  <a:lnTo>
                    <a:pt x="2482" y="119252"/>
                  </a:lnTo>
                  <a:lnTo>
                    <a:pt x="2166" y="117846"/>
                  </a:lnTo>
                  <a:lnTo>
                    <a:pt x="2007" y="116219"/>
                  </a:lnTo>
                  <a:lnTo>
                    <a:pt x="2306" y="112693"/>
                  </a:lnTo>
                  <a:lnTo>
                    <a:pt x="3029" y="109517"/>
                  </a:lnTo>
                  <a:lnTo>
                    <a:pt x="3308" y="106275"/>
                  </a:lnTo>
                  <a:lnTo>
                    <a:pt x="2715" y="101713"/>
                  </a:lnTo>
                  <a:lnTo>
                    <a:pt x="2338" y="100761"/>
                  </a:lnTo>
                  <a:lnTo>
                    <a:pt x="854" y="98087"/>
                  </a:lnTo>
                  <a:lnTo>
                    <a:pt x="167" y="95486"/>
                  </a:lnTo>
                  <a:lnTo>
                    <a:pt x="0" y="92249"/>
                  </a:lnTo>
                  <a:lnTo>
                    <a:pt x="87" y="90460"/>
                  </a:lnTo>
                  <a:lnTo>
                    <a:pt x="451" y="86513"/>
                  </a:lnTo>
                  <a:lnTo>
                    <a:pt x="808" y="84519"/>
                  </a:lnTo>
                  <a:lnTo>
                    <a:pt x="1492" y="83862"/>
                  </a:lnTo>
                  <a:lnTo>
                    <a:pt x="2234" y="83468"/>
                  </a:lnTo>
                  <a:lnTo>
                    <a:pt x="3380" y="82044"/>
                  </a:lnTo>
                  <a:lnTo>
                    <a:pt x="4640" y="80196"/>
                  </a:lnTo>
                  <a:lnTo>
                    <a:pt x="5842" y="78088"/>
                  </a:lnTo>
                  <a:lnTo>
                    <a:pt x="7035" y="75510"/>
                  </a:lnTo>
                  <a:lnTo>
                    <a:pt x="7659" y="72679"/>
                  </a:lnTo>
                  <a:lnTo>
                    <a:pt x="6635" y="69209"/>
                  </a:lnTo>
                  <a:lnTo>
                    <a:pt x="6426" y="67147"/>
                  </a:lnTo>
                  <a:lnTo>
                    <a:pt x="6576" y="65196"/>
                  </a:lnTo>
                  <a:lnTo>
                    <a:pt x="7664" y="64160"/>
                  </a:lnTo>
                  <a:lnTo>
                    <a:pt x="8788" y="64942"/>
                  </a:lnTo>
                  <a:lnTo>
                    <a:pt x="11045" y="67801"/>
                  </a:lnTo>
                  <a:lnTo>
                    <a:pt x="11487" y="68082"/>
                  </a:lnTo>
                  <a:lnTo>
                    <a:pt x="13037" y="68215"/>
                  </a:lnTo>
                  <a:lnTo>
                    <a:pt x="15159" y="68837"/>
                  </a:lnTo>
                  <a:lnTo>
                    <a:pt x="16389" y="68685"/>
                  </a:lnTo>
                  <a:lnTo>
                    <a:pt x="16978" y="68254"/>
                  </a:lnTo>
                  <a:lnTo>
                    <a:pt x="17874" y="65890"/>
                  </a:lnTo>
                  <a:lnTo>
                    <a:pt x="18314" y="62881"/>
                  </a:lnTo>
                  <a:lnTo>
                    <a:pt x="18153" y="59010"/>
                  </a:lnTo>
                  <a:lnTo>
                    <a:pt x="18145" y="55164"/>
                  </a:lnTo>
                  <a:lnTo>
                    <a:pt x="18710" y="52032"/>
                  </a:lnTo>
                  <a:lnTo>
                    <a:pt x="20481" y="46998"/>
                  </a:lnTo>
                  <a:lnTo>
                    <a:pt x="20988" y="44030"/>
                  </a:lnTo>
                  <a:lnTo>
                    <a:pt x="21174" y="36815"/>
                  </a:lnTo>
                  <a:lnTo>
                    <a:pt x="21812" y="33636"/>
                  </a:lnTo>
                  <a:lnTo>
                    <a:pt x="22326" y="30346"/>
                  </a:lnTo>
                  <a:lnTo>
                    <a:pt x="22571" y="23437"/>
                  </a:lnTo>
                  <a:lnTo>
                    <a:pt x="21844" y="16797"/>
                  </a:lnTo>
                  <a:lnTo>
                    <a:pt x="21115" y="13542"/>
                  </a:lnTo>
                  <a:lnTo>
                    <a:pt x="20278" y="10447"/>
                  </a:lnTo>
                  <a:lnTo>
                    <a:pt x="20402" y="7492"/>
                  </a:lnTo>
                  <a:lnTo>
                    <a:pt x="21078" y="4754"/>
                  </a:lnTo>
                  <a:lnTo>
                    <a:pt x="21095" y="3928"/>
                  </a:lnTo>
                  <a:lnTo>
                    <a:pt x="21256" y="3198"/>
                  </a:lnTo>
                  <a:lnTo>
                    <a:pt x="22524" y="2677"/>
                  </a:lnTo>
                  <a:lnTo>
                    <a:pt x="23115" y="2090"/>
                  </a:lnTo>
                  <a:lnTo>
                    <a:pt x="23681" y="774"/>
                  </a:lnTo>
                  <a:lnTo>
                    <a:pt x="24360" y="0"/>
                  </a:lnTo>
                  <a:lnTo>
                    <a:pt x="24857" y="768"/>
                  </a:lnTo>
                  <a:lnTo>
                    <a:pt x="25266" y="2115"/>
                  </a:lnTo>
                  <a:lnTo>
                    <a:pt x="27051" y="5433"/>
                  </a:lnTo>
                  <a:lnTo>
                    <a:pt x="29864" y="11362"/>
                  </a:lnTo>
                  <a:lnTo>
                    <a:pt x="33180" y="20398"/>
                  </a:lnTo>
                  <a:lnTo>
                    <a:pt x="35259" y="24803"/>
                  </a:lnTo>
                  <a:lnTo>
                    <a:pt x="37449" y="28798"/>
                  </a:lnTo>
                  <a:lnTo>
                    <a:pt x="39906" y="32884"/>
                  </a:lnTo>
                  <a:lnTo>
                    <a:pt x="42476" y="36403"/>
                  </a:lnTo>
                  <a:lnTo>
                    <a:pt x="44118" y="38064"/>
                  </a:lnTo>
                  <a:lnTo>
                    <a:pt x="45320" y="407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4082344" y="2580300"/>
              <a:ext cx="11882" cy="16305"/>
            </a:xfrm>
            <a:custGeom>
              <a:avLst/>
              <a:pathLst>
                <a:path w="11882" h="16305">
                  <a:moveTo>
                    <a:pt x="11882" y="4899"/>
                  </a:moveTo>
                  <a:lnTo>
                    <a:pt x="10703" y="6455"/>
                  </a:lnTo>
                  <a:lnTo>
                    <a:pt x="9260" y="8361"/>
                  </a:lnTo>
                  <a:lnTo>
                    <a:pt x="7555" y="10612"/>
                  </a:lnTo>
                  <a:lnTo>
                    <a:pt x="6054" y="12593"/>
                  </a:lnTo>
                  <a:lnTo>
                    <a:pt x="4622" y="14484"/>
                  </a:lnTo>
                  <a:lnTo>
                    <a:pt x="3242" y="16305"/>
                  </a:lnTo>
                  <a:lnTo>
                    <a:pt x="2734" y="13751"/>
                  </a:lnTo>
                  <a:lnTo>
                    <a:pt x="2439" y="12271"/>
                  </a:lnTo>
                  <a:lnTo>
                    <a:pt x="1850" y="9310"/>
                  </a:lnTo>
                  <a:lnTo>
                    <a:pt x="1327" y="6677"/>
                  </a:lnTo>
                  <a:lnTo>
                    <a:pt x="528" y="2656"/>
                  </a:lnTo>
                  <a:lnTo>
                    <a:pt x="0" y="0"/>
                  </a:lnTo>
                  <a:lnTo>
                    <a:pt x="1289" y="1431"/>
                  </a:lnTo>
                  <a:lnTo>
                    <a:pt x="3718" y="3240"/>
                  </a:lnTo>
                  <a:lnTo>
                    <a:pt x="6075" y="4537"/>
                  </a:lnTo>
                  <a:lnTo>
                    <a:pt x="7820" y="5500"/>
                  </a:lnTo>
                  <a:lnTo>
                    <a:pt x="8667" y="5563"/>
                  </a:lnTo>
                  <a:lnTo>
                    <a:pt x="9271" y="5611"/>
                  </a:lnTo>
                  <a:lnTo>
                    <a:pt x="11014" y="535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3774253" y="2301942"/>
              <a:ext cx="2179" cy="7548"/>
            </a:xfrm>
            <a:custGeom>
              <a:avLst/>
              <a:pathLst>
                <a:path w="2179" h="7548">
                  <a:moveTo>
                    <a:pt x="2179" y="6716"/>
                  </a:moveTo>
                  <a:lnTo>
                    <a:pt x="1767" y="7548"/>
                  </a:lnTo>
                  <a:lnTo>
                    <a:pt x="1153" y="7426"/>
                  </a:lnTo>
                  <a:lnTo>
                    <a:pt x="0" y="4283"/>
                  </a:lnTo>
                  <a:lnTo>
                    <a:pt x="321" y="1099"/>
                  </a:lnTo>
                  <a:lnTo>
                    <a:pt x="739" y="447"/>
                  </a:lnTo>
                  <a:lnTo>
                    <a:pt x="1320" y="0"/>
                  </a:lnTo>
                  <a:lnTo>
                    <a:pt x="1398" y="699"/>
                  </a:lnTo>
                  <a:lnTo>
                    <a:pt x="577" y="2125"/>
                  </a:lnTo>
                  <a:lnTo>
                    <a:pt x="503" y="3924"/>
                  </a:lnTo>
                  <a:lnTo>
                    <a:pt x="1185" y="59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3777257" y="2301910"/>
              <a:ext cx="1076" cy="3676"/>
            </a:xfrm>
            <a:custGeom>
              <a:avLst/>
              <a:pathLst>
                <a:path w="1076" h="3676">
                  <a:moveTo>
                    <a:pt x="639" y="3278"/>
                  </a:moveTo>
                  <a:lnTo>
                    <a:pt x="242" y="3676"/>
                  </a:lnTo>
                  <a:lnTo>
                    <a:pt x="0" y="1790"/>
                  </a:lnTo>
                  <a:lnTo>
                    <a:pt x="446" y="209"/>
                  </a:lnTo>
                  <a:lnTo>
                    <a:pt x="1076" y="0"/>
                  </a:lnTo>
                  <a:lnTo>
                    <a:pt x="859" y="24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3803704" y="2288760"/>
              <a:ext cx="1595" cy="3744"/>
            </a:xfrm>
            <a:custGeom>
              <a:avLst/>
              <a:pathLst>
                <a:path w="1595" h="3744">
                  <a:moveTo>
                    <a:pt x="1474" y="3433"/>
                  </a:moveTo>
                  <a:lnTo>
                    <a:pt x="1272" y="3744"/>
                  </a:lnTo>
                  <a:lnTo>
                    <a:pt x="506" y="2950"/>
                  </a:lnTo>
                  <a:lnTo>
                    <a:pt x="0" y="1597"/>
                  </a:lnTo>
                  <a:lnTo>
                    <a:pt x="628" y="0"/>
                  </a:lnTo>
                  <a:lnTo>
                    <a:pt x="1211" y="294"/>
                  </a:lnTo>
                  <a:lnTo>
                    <a:pt x="1595" y="19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3735287" y="1997360"/>
              <a:ext cx="468535" cy="436763"/>
            </a:xfrm>
            <a:custGeom>
              <a:avLst/>
              <a:pathLst>
                <a:path w="468535" h="436763">
                  <a:moveTo>
                    <a:pt x="468535" y="186271"/>
                  </a:moveTo>
                  <a:lnTo>
                    <a:pt x="467466" y="185678"/>
                  </a:lnTo>
                  <a:lnTo>
                    <a:pt x="465378" y="185558"/>
                  </a:lnTo>
                  <a:lnTo>
                    <a:pt x="464106" y="185923"/>
                  </a:lnTo>
                  <a:lnTo>
                    <a:pt x="463507" y="186130"/>
                  </a:lnTo>
                  <a:lnTo>
                    <a:pt x="462614" y="187337"/>
                  </a:lnTo>
                  <a:lnTo>
                    <a:pt x="461978" y="188545"/>
                  </a:lnTo>
                  <a:lnTo>
                    <a:pt x="461696" y="190598"/>
                  </a:lnTo>
                  <a:lnTo>
                    <a:pt x="462032" y="192921"/>
                  </a:lnTo>
                  <a:lnTo>
                    <a:pt x="461574" y="197754"/>
                  </a:lnTo>
                  <a:lnTo>
                    <a:pt x="460950" y="199575"/>
                  </a:lnTo>
                  <a:lnTo>
                    <a:pt x="459634" y="202735"/>
                  </a:lnTo>
                  <a:lnTo>
                    <a:pt x="458873" y="203422"/>
                  </a:lnTo>
                  <a:lnTo>
                    <a:pt x="457599" y="203987"/>
                  </a:lnTo>
                  <a:lnTo>
                    <a:pt x="456368" y="204924"/>
                  </a:lnTo>
                  <a:lnTo>
                    <a:pt x="453958" y="205834"/>
                  </a:lnTo>
                  <a:lnTo>
                    <a:pt x="451354" y="206297"/>
                  </a:lnTo>
                  <a:lnTo>
                    <a:pt x="450428" y="206977"/>
                  </a:lnTo>
                  <a:lnTo>
                    <a:pt x="449769" y="209141"/>
                  </a:lnTo>
                  <a:lnTo>
                    <a:pt x="449302" y="210952"/>
                  </a:lnTo>
                  <a:lnTo>
                    <a:pt x="449012" y="212327"/>
                  </a:lnTo>
                  <a:lnTo>
                    <a:pt x="448275" y="216823"/>
                  </a:lnTo>
                  <a:lnTo>
                    <a:pt x="447856" y="220848"/>
                  </a:lnTo>
                  <a:lnTo>
                    <a:pt x="448267" y="225846"/>
                  </a:lnTo>
                  <a:lnTo>
                    <a:pt x="448573" y="231401"/>
                  </a:lnTo>
                  <a:lnTo>
                    <a:pt x="448554" y="233317"/>
                  </a:lnTo>
                  <a:lnTo>
                    <a:pt x="449189" y="236161"/>
                  </a:lnTo>
                  <a:lnTo>
                    <a:pt x="449512" y="237905"/>
                  </a:lnTo>
                  <a:lnTo>
                    <a:pt x="449360" y="240380"/>
                  </a:lnTo>
                  <a:lnTo>
                    <a:pt x="448446" y="242335"/>
                  </a:lnTo>
                  <a:lnTo>
                    <a:pt x="447899" y="244926"/>
                  </a:lnTo>
                  <a:lnTo>
                    <a:pt x="447382" y="246027"/>
                  </a:lnTo>
                  <a:lnTo>
                    <a:pt x="445893" y="246523"/>
                  </a:lnTo>
                  <a:lnTo>
                    <a:pt x="444490" y="246829"/>
                  </a:lnTo>
                  <a:lnTo>
                    <a:pt x="443076" y="249050"/>
                  </a:lnTo>
                  <a:lnTo>
                    <a:pt x="441944" y="250586"/>
                  </a:lnTo>
                  <a:lnTo>
                    <a:pt x="440172" y="252538"/>
                  </a:lnTo>
                  <a:lnTo>
                    <a:pt x="439342" y="252906"/>
                  </a:lnTo>
                  <a:lnTo>
                    <a:pt x="438880" y="251912"/>
                  </a:lnTo>
                  <a:lnTo>
                    <a:pt x="438576" y="249696"/>
                  </a:lnTo>
                  <a:lnTo>
                    <a:pt x="437967" y="248721"/>
                  </a:lnTo>
                  <a:lnTo>
                    <a:pt x="437111" y="248644"/>
                  </a:lnTo>
                  <a:lnTo>
                    <a:pt x="436423" y="248620"/>
                  </a:lnTo>
                  <a:lnTo>
                    <a:pt x="434195" y="248018"/>
                  </a:lnTo>
                  <a:lnTo>
                    <a:pt x="432771" y="248060"/>
                  </a:lnTo>
                  <a:lnTo>
                    <a:pt x="431700" y="248536"/>
                  </a:lnTo>
                  <a:lnTo>
                    <a:pt x="430480" y="248776"/>
                  </a:lnTo>
                  <a:lnTo>
                    <a:pt x="428369" y="247968"/>
                  </a:lnTo>
                  <a:lnTo>
                    <a:pt x="427004" y="247282"/>
                  </a:lnTo>
                  <a:lnTo>
                    <a:pt x="426084" y="246627"/>
                  </a:lnTo>
                  <a:lnTo>
                    <a:pt x="423892" y="244694"/>
                  </a:lnTo>
                  <a:lnTo>
                    <a:pt x="421009" y="242391"/>
                  </a:lnTo>
                  <a:lnTo>
                    <a:pt x="419827" y="241717"/>
                  </a:lnTo>
                  <a:lnTo>
                    <a:pt x="419127" y="242410"/>
                  </a:lnTo>
                  <a:lnTo>
                    <a:pt x="419019" y="243724"/>
                  </a:lnTo>
                  <a:lnTo>
                    <a:pt x="418834" y="246914"/>
                  </a:lnTo>
                  <a:lnTo>
                    <a:pt x="418498" y="248908"/>
                  </a:lnTo>
                  <a:lnTo>
                    <a:pt x="416486" y="259001"/>
                  </a:lnTo>
                  <a:lnTo>
                    <a:pt x="415245" y="266027"/>
                  </a:lnTo>
                  <a:lnTo>
                    <a:pt x="413667" y="272764"/>
                  </a:lnTo>
                  <a:lnTo>
                    <a:pt x="413168" y="277282"/>
                  </a:lnTo>
                  <a:lnTo>
                    <a:pt x="412224" y="283011"/>
                  </a:lnTo>
                  <a:lnTo>
                    <a:pt x="411286" y="287159"/>
                  </a:lnTo>
                  <a:lnTo>
                    <a:pt x="410907" y="289423"/>
                  </a:lnTo>
                  <a:lnTo>
                    <a:pt x="410872" y="290345"/>
                  </a:lnTo>
                  <a:lnTo>
                    <a:pt x="411038" y="291639"/>
                  </a:lnTo>
                  <a:lnTo>
                    <a:pt x="412477" y="293056"/>
                  </a:lnTo>
                  <a:lnTo>
                    <a:pt x="413983" y="293924"/>
                  </a:lnTo>
                  <a:lnTo>
                    <a:pt x="414318" y="294466"/>
                  </a:lnTo>
                  <a:lnTo>
                    <a:pt x="414481" y="295939"/>
                  </a:lnTo>
                  <a:lnTo>
                    <a:pt x="414427" y="298341"/>
                  </a:lnTo>
                  <a:lnTo>
                    <a:pt x="414149" y="300621"/>
                  </a:lnTo>
                  <a:lnTo>
                    <a:pt x="413712" y="302410"/>
                  </a:lnTo>
                  <a:lnTo>
                    <a:pt x="413281" y="303294"/>
                  </a:lnTo>
                  <a:lnTo>
                    <a:pt x="412788" y="303350"/>
                  </a:lnTo>
                  <a:lnTo>
                    <a:pt x="411844" y="302202"/>
                  </a:lnTo>
                  <a:lnTo>
                    <a:pt x="411001" y="300919"/>
                  </a:lnTo>
                  <a:lnTo>
                    <a:pt x="410347" y="300528"/>
                  </a:lnTo>
                  <a:lnTo>
                    <a:pt x="408692" y="301244"/>
                  </a:lnTo>
                  <a:lnTo>
                    <a:pt x="407156" y="302219"/>
                  </a:lnTo>
                  <a:lnTo>
                    <a:pt x="406645" y="302250"/>
                  </a:lnTo>
                  <a:lnTo>
                    <a:pt x="405754" y="301622"/>
                  </a:lnTo>
                  <a:lnTo>
                    <a:pt x="404859" y="300323"/>
                  </a:lnTo>
                  <a:lnTo>
                    <a:pt x="404505" y="297817"/>
                  </a:lnTo>
                  <a:lnTo>
                    <a:pt x="403735" y="296679"/>
                  </a:lnTo>
                  <a:lnTo>
                    <a:pt x="402700" y="297817"/>
                  </a:lnTo>
                  <a:lnTo>
                    <a:pt x="399624" y="299727"/>
                  </a:lnTo>
                  <a:lnTo>
                    <a:pt x="396235" y="302004"/>
                  </a:lnTo>
                  <a:lnTo>
                    <a:pt x="394083" y="303182"/>
                  </a:lnTo>
                  <a:lnTo>
                    <a:pt x="393240" y="302997"/>
                  </a:lnTo>
                  <a:lnTo>
                    <a:pt x="391568" y="303264"/>
                  </a:lnTo>
                  <a:lnTo>
                    <a:pt x="390123" y="303900"/>
                  </a:lnTo>
                  <a:lnTo>
                    <a:pt x="389038" y="304783"/>
                  </a:lnTo>
                  <a:lnTo>
                    <a:pt x="386889" y="305998"/>
                  </a:lnTo>
                  <a:lnTo>
                    <a:pt x="384944" y="306812"/>
                  </a:lnTo>
                  <a:lnTo>
                    <a:pt x="383690" y="308654"/>
                  </a:lnTo>
                  <a:lnTo>
                    <a:pt x="382789" y="310436"/>
                  </a:lnTo>
                  <a:lnTo>
                    <a:pt x="382828" y="311114"/>
                  </a:lnTo>
                  <a:lnTo>
                    <a:pt x="383482" y="312168"/>
                  </a:lnTo>
                  <a:lnTo>
                    <a:pt x="384231" y="312994"/>
                  </a:lnTo>
                  <a:lnTo>
                    <a:pt x="385734" y="312801"/>
                  </a:lnTo>
                  <a:lnTo>
                    <a:pt x="387199" y="312673"/>
                  </a:lnTo>
                  <a:lnTo>
                    <a:pt x="388416" y="313789"/>
                  </a:lnTo>
                  <a:lnTo>
                    <a:pt x="389505" y="314505"/>
                  </a:lnTo>
                  <a:lnTo>
                    <a:pt x="389805" y="315434"/>
                  </a:lnTo>
                  <a:lnTo>
                    <a:pt x="389505" y="316337"/>
                  </a:lnTo>
                  <a:lnTo>
                    <a:pt x="388873" y="316549"/>
                  </a:lnTo>
                  <a:lnTo>
                    <a:pt x="388653" y="317184"/>
                  </a:lnTo>
                  <a:lnTo>
                    <a:pt x="388763" y="318030"/>
                  </a:lnTo>
                  <a:lnTo>
                    <a:pt x="388349" y="320240"/>
                  </a:lnTo>
                  <a:lnTo>
                    <a:pt x="388134" y="323598"/>
                  </a:lnTo>
                  <a:lnTo>
                    <a:pt x="388347" y="326903"/>
                  </a:lnTo>
                  <a:lnTo>
                    <a:pt x="388467" y="329953"/>
                  </a:lnTo>
                  <a:lnTo>
                    <a:pt x="388394" y="331490"/>
                  </a:lnTo>
                  <a:lnTo>
                    <a:pt x="388352" y="333677"/>
                  </a:lnTo>
                  <a:lnTo>
                    <a:pt x="388818" y="335157"/>
                  </a:lnTo>
                  <a:lnTo>
                    <a:pt x="389229" y="337977"/>
                  </a:lnTo>
                  <a:lnTo>
                    <a:pt x="389971" y="339740"/>
                  </a:lnTo>
                  <a:lnTo>
                    <a:pt x="391093" y="345856"/>
                  </a:lnTo>
                  <a:lnTo>
                    <a:pt x="391752" y="349430"/>
                  </a:lnTo>
                  <a:lnTo>
                    <a:pt x="392363" y="353481"/>
                  </a:lnTo>
                  <a:lnTo>
                    <a:pt x="391921" y="355670"/>
                  </a:lnTo>
                  <a:lnTo>
                    <a:pt x="391948" y="356938"/>
                  </a:lnTo>
                  <a:lnTo>
                    <a:pt x="392662" y="357996"/>
                  </a:lnTo>
                  <a:lnTo>
                    <a:pt x="392975" y="360062"/>
                  </a:lnTo>
                  <a:lnTo>
                    <a:pt x="393306" y="361326"/>
                  </a:lnTo>
                  <a:lnTo>
                    <a:pt x="393213" y="362586"/>
                  </a:lnTo>
                  <a:lnTo>
                    <a:pt x="392908" y="363072"/>
                  </a:lnTo>
                  <a:lnTo>
                    <a:pt x="391363" y="362310"/>
                  </a:lnTo>
                  <a:lnTo>
                    <a:pt x="390098" y="363565"/>
                  </a:lnTo>
                  <a:lnTo>
                    <a:pt x="388754" y="364826"/>
                  </a:lnTo>
                  <a:lnTo>
                    <a:pt x="388573" y="365497"/>
                  </a:lnTo>
                  <a:lnTo>
                    <a:pt x="388536" y="366230"/>
                  </a:lnTo>
                  <a:lnTo>
                    <a:pt x="388675" y="366875"/>
                  </a:lnTo>
                  <a:lnTo>
                    <a:pt x="389450" y="368005"/>
                  </a:lnTo>
                  <a:lnTo>
                    <a:pt x="390521" y="368709"/>
                  </a:lnTo>
                  <a:lnTo>
                    <a:pt x="390466" y="369839"/>
                  </a:lnTo>
                  <a:lnTo>
                    <a:pt x="389143" y="370362"/>
                  </a:lnTo>
                  <a:lnTo>
                    <a:pt x="387143" y="372091"/>
                  </a:lnTo>
                  <a:lnTo>
                    <a:pt x="386591" y="373946"/>
                  </a:lnTo>
                  <a:lnTo>
                    <a:pt x="386162" y="375984"/>
                  </a:lnTo>
                  <a:lnTo>
                    <a:pt x="386126" y="377165"/>
                  </a:lnTo>
                  <a:lnTo>
                    <a:pt x="386327" y="380332"/>
                  </a:lnTo>
                  <a:lnTo>
                    <a:pt x="386631" y="383847"/>
                  </a:lnTo>
                  <a:lnTo>
                    <a:pt x="387199" y="387548"/>
                  </a:lnTo>
                  <a:lnTo>
                    <a:pt x="387245" y="388693"/>
                  </a:lnTo>
                  <a:lnTo>
                    <a:pt x="386945" y="389509"/>
                  </a:lnTo>
                  <a:lnTo>
                    <a:pt x="386673" y="390034"/>
                  </a:lnTo>
                  <a:lnTo>
                    <a:pt x="385084" y="386697"/>
                  </a:lnTo>
                  <a:lnTo>
                    <a:pt x="383355" y="383442"/>
                  </a:lnTo>
                  <a:lnTo>
                    <a:pt x="382001" y="382693"/>
                  </a:lnTo>
                  <a:lnTo>
                    <a:pt x="379642" y="382156"/>
                  </a:lnTo>
                  <a:lnTo>
                    <a:pt x="378396" y="382129"/>
                  </a:lnTo>
                  <a:lnTo>
                    <a:pt x="377683" y="381362"/>
                  </a:lnTo>
                  <a:lnTo>
                    <a:pt x="376987" y="379480"/>
                  </a:lnTo>
                  <a:lnTo>
                    <a:pt x="376156" y="377777"/>
                  </a:lnTo>
                  <a:lnTo>
                    <a:pt x="375092" y="375969"/>
                  </a:lnTo>
                  <a:lnTo>
                    <a:pt x="374652" y="373221"/>
                  </a:lnTo>
                  <a:lnTo>
                    <a:pt x="374213" y="372727"/>
                  </a:lnTo>
                  <a:lnTo>
                    <a:pt x="373444" y="373079"/>
                  </a:lnTo>
                  <a:lnTo>
                    <a:pt x="372156" y="372994"/>
                  </a:lnTo>
                  <a:lnTo>
                    <a:pt x="371433" y="372752"/>
                  </a:lnTo>
                  <a:lnTo>
                    <a:pt x="370356" y="372281"/>
                  </a:lnTo>
                  <a:lnTo>
                    <a:pt x="368638" y="371162"/>
                  </a:lnTo>
                  <a:lnTo>
                    <a:pt x="367280" y="370100"/>
                  </a:lnTo>
                  <a:lnTo>
                    <a:pt x="365574" y="369898"/>
                  </a:lnTo>
                  <a:lnTo>
                    <a:pt x="364585" y="370109"/>
                  </a:lnTo>
                  <a:lnTo>
                    <a:pt x="361513" y="370310"/>
                  </a:lnTo>
                  <a:lnTo>
                    <a:pt x="358964" y="369197"/>
                  </a:lnTo>
                  <a:lnTo>
                    <a:pt x="356902" y="368989"/>
                  </a:lnTo>
                  <a:lnTo>
                    <a:pt x="355633" y="369054"/>
                  </a:lnTo>
                  <a:lnTo>
                    <a:pt x="355024" y="368915"/>
                  </a:lnTo>
                  <a:lnTo>
                    <a:pt x="353980" y="368924"/>
                  </a:lnTo>
                  <a:lnTo>
                    <a:pt x="352450" y="368682"/>
                  </a:lnTo>
                  <a:lnTo>
                    <a:pt x="350399" y="366967"/>
                  </a:lnTo>
                  <a:lnTo>
                    <a:pt x="349602" y="366881"/>
                  </a:lnTo>
                  <a:lnTo>
                    <a:pt x="349095" y="366943"/>
                  </a:lnTo>
                  <a:lnTo>
                    <a:pt x="345671" y="368204"/>
                  </a:lnTo>
                  <a:lnTo>
                    <a:pt x="344091" y="368497"/>
                  </a:lnTo>
                  <a:lnTo>
                    <a:pt x="340742" y="368354"/>
                  </a:lnTo>
                  <a:lnTo>
                    <a:pt x="337451" y="368213"/>
                  </a:lnTo>
                  <a:lnTo>
                    <a:pt x="336393" y="367947"/>
                  </a:lnTo>
                  <a:lnTo>
                    <a:pt x="335809" y="368083"/>
                  </a:lnTo>
                  <a:lnTo>
                    <a:pt x="334568" y="371110"/>
                  </a:lnTo>
                  <a:lnTo>
                    <a:pt x="334038" y="371579"/>
                  </a:lnTo>
                  <a:lnTo>
                    <a:pt x="330937" y="370918"/>
                  </a:lnTo>
                  <a:lnTo>
                    <a:pt x="327271" y="368925"/>
                  </a:lnTo>
                  <a:lnTo>
                    <a:pt x="324624" y="366745"/>
                  </a:lnTo>
                  <a:lnTo>
                    <a:pt x="322376" y="364440"/>
                  </a:lnTo>
                  <a:lnTo>
                    <a:pt x="319402" y="360798"/>
                  </a:lnTo>
                  <a:lnTo>
                    <a:pt x="317621" y="358997"/>
                  </a:lnTo>
                  <a:lnTo>
                    <a:pt x="317365" y="360035"/>
                  </a:lnTo>
                  <a:lnTo>
                    <a:pt x="316894" y="360365"/>
                  </a:lnTo>
                  <a:lnTo>
                    <a:pt x="316207" y="360527"/>
                  </a:lnTo>
                  <a:lnTo>
                    <a:pt x="314630" y="360338"/>
                  </a:lnTo>
                  <a:lnTo>
                    <a:pt x="313903" y="362183"/>
                  </a:lnTo>
                  <a:lnTo>
                    <a:pt x="311976" y="363503"/>
                  </a:lnTo>
                  <a:lnTo>
                    <a:pt x="310750" y="364685"/>
                  </a:lnTo>
                  <a:lnTo>
                    <a:pt x="310108" y="366018"/>
                  </a:lnTo>
                  <a:lnTo>
                    <a:pt x="308888" y="374876"/>
                  </a:lnTo>
                  <a:lnTo>
                    <a:pt x="308562" y="378112"/>
                  </a:lnTo>
                  <a:lnTo>
                    <a:pt x="309380" y="383563"/>
                  </a:lnTo>
                  <a:lnTo>
                    <a:pt x="308444" y="383245"/>
                  </a:lnTo>
                  <a:lnTo>
                    <a:pt x="307343" y="381850"/>
                  </a:lnTo>
                  <a:lnTo>
                    <a:pt x="306962" y="380754"/>
                  </a:lnTo>
                  <a:lnTo>
                    <a:pt x="305903" y="380081"/>
                  </a:lnTo>
                  <a:lnTo>
                    <a:pt x="302039" y="379068"/>
                  </a:lnTo>
                  <a:lnTo>
                    <a:pt x="301317" y="377818"/>
                  </a:lnTo>
                  <a:lnTo>
                    <a:pt x="300863" y="376800"/>
                  </a:lnTo>
                  <a:lnTo>
                    <a:pt x="299864" y="376135"/>
                  </a:lnTo>
                  <a:lnTo>
                    <a:pt x="298449" y="375623"/>
                  </a:lnTo>
                  <a:lnTo>
                    <a:pt x="295372" y="373261"/>
                  </a:lnTo>
                  <a:lnTo>
                    <a:pt x="294061" y="373172"/>
                  </a:lnTo>
                  <a:lnTo>
                    <a:pt x="290090" y="371355"/>
                  </a:lnTo>
                  <a:lnTo>
                    <a:pt x="289443" y="371375"/>
                  </a:lnTo>
                  <a:lnTo>
                    <a:pt x="289146" y="371452"/>
                  </a:lnTo>
                  <a:lnTo>
                    <a:pt x="287604" y="372641"/>
                  </a:lnTo>
                  <a:lnTo>
                    <a:pt x="286609" y="372987"/>
                  </a:lnTo>
                  <a:lnTo>
                    <a:pt x="285548" y="372508"/>
                  </a:lnTo>
                  <a:lnTo>
                    <a:pt x="283644" y="373974"/>
                  </a:lnTo>
                  <a:lnTo>
                    <a:pt x="282617" y="375927"/>
                  </a:lnTo>
                  <a:lnTo>
                    <a:pt x="281767" y="378318"/>
                  </a:lnTo>
                  <a:lnTo>
                    <a:pt x="280952" y="379827"/>
                  </a:lnTo>
                  <a:lnTo>
                    <a:pt x="280713" y="382084"/>
                  </a:lnTo>
                  <a:lnTo>
                    <a:pt x="280142" y="383257"/>
                  </a:lnTo>
                  <a:lnTo>
                    <a:pt x="279458" y="385603"/>
                  </a:lnTo>
                  <a:lnTo>
                    <a:pt x="279458" y="386971"/>
                  </a:lnTo>
                  <a:lnTo>
                    <a:pt x="280078" y="388301"/>
                  </a:lnTo>
                  <a:lnTo>
                    <a:pt x="279083" y="389526"/>
                  </a:lnTo>
                  <a:lnTo>
                    <a:pt x="277981" y="389911"/>
                  </a:lnTo>
                  <a:lnTo>
                    <a:pt x="277413" y="390666"/>
                  </a:lnTo>
                  <a:lnTo>
                    <a:pt x="276807" y="392474"/>
                  </a:lnTo>
                  <a:lnTo>
                    <a:pt x="276240" y="394032"/>
                  </a:lnTo>
                  <a:lnTo>
                    <a:pt x="275906" y="394585"/>
                  </a:lnTo>
                  <a:lnTo>
                    <a:pt x="275398" y="394484"/>
                  </a:lnTo>
                  <a:lnTo>
                    <a:pt x="274811" y="393277"/>
                  </a:lnTo>
                  <a:lnTo>
                    <a:pt x="273970" y="393328"/>
                  </a:lnTo>
                  <a:lnTo>
                    <a:pt x="272968" y="394823"/>
                  </a:lnTo>
                  <a:lnTo>
                    <a:pt x="271782" y="397245"/>
                  </a:lnTo>
                  <a:lnTo>
                    <a:pt x="270283" y="400953"/>
                  </a:lnTo>
                  <a:lnTo>
                    <a:pt x="268722" y="402917"/>
                  </a:lnTo>
                  <a:lnTo>
                    <a:pt x="266744" y="404593"/>
                  </a:lnTo>
                  <a:lnTo>
                    <a:pt x="265314" y="405338"/>
                  </a:lnTo>
                  <a:lnTo>
                    <a:pt x="264178" y="406610"/>
                  </a:lnTo>
                  <a:lnTo>
                    <a:pt x="262289" y="409186"/>
                  </a:lnTo>
                  <a:lnTo>
                    <a:pt x="261913" y="410702"/>
                  </a:lnTo>
                  <a:lnTo>
                    <a:pt x="260544" y="411598"/>
                  </a:lnTo>
                  <a:lnTo>
                    <a:pt x="259442" y="412633"/>
                  </a:lnTo>
                  <a:lnTo>
                    <a:pt x="258422" y="414356"/>
                  </a:lnTo>
                  <a:lnTo>
                    <a:pt x="258175" y="417394"/>
                  </a:lnTo>
                  <a:lnTo>
                    <a:pt x="257524" y="419140"/>
                  </a:lnTo>
                  <a:lnTo>
                    <a:pt x="255962" y="421539"/>
                  </a:lnTo>
                  <a:lnTo>
                    <a:pt x="254649" y="423961"/>
                  </a:lnTo>
                  <a:lnTo>
                    <a:pt x="253794" y="426335"/>
                  </a:lnTo>
                  <a:lnTo>
                    <a:pt x="252888" y="428855"/>
                  </a:lnTo>
                  <a:lnTo>
                    <a:pt x="252603" y="430243"/>
                  </a:lnTo>
                  <a:lnTo>
                    <a:pt x="252571" y="432138"/>
                  </a:lnTo>
                  <a:lnTo>
                    <a:pt x="252998" y="433730"/>
                  </a:lnTo>
                  <a:lnTo>
                    <a:pt x="253079" y="435246"/>
                  </a:lnTo>
                  <a:lnTo>
                    <a:pt x="252757" y="436349"/>
                  </a:lnTo>
                  <a:lnTo>
                    <a:pt x="251871" y="436763"/>
                  </a:lnTo>
                  <a:lnTo>
                    <a:pt x="250943" y="436444"/>
                  </a:lnTo>
                  <a:lnTo>
                    <a:pt x="249526" y="435360"/>
                  </a:lnTo>
                  <a:lnTo>
                    <a:pt x="248011" y="433420"/>
                  </a:lnTo>
                  <a:lnTo>
                    <a:pt x="247459" y="432466"/>
                  </a:lnTo>
                  <a:lnTo>
                    <a:pt x="246715" y="430834"/>
                  </a:lnTo>
                  <a:lnTo>
                    <a:pt x="246823" y="429318"/>
                  </a:lnTo>
                  <a:lnTo>
                    <a:pt x="247206" y="426373"/>
                  </a:lnTo>
                  <a:lnTo>
                    <a:pt x="247468" y="424353"/>
                  </a:lnTo>
                  <a:lnTo>
                    <a:pt x="246850" y="423388"/>
                  </a:lnTo>
                  <a:lnTo>
                    <a:pt x="246393" y="422355"/>
                  </a:lnTo>
                  <a:lnTo>
                    <a:pt x="246067" y="421356"/>
                  </a:lnTo>
                  <a:lnTo>
                    <a:pt x="245427" y="419390"/>
                  </a:lnTo>
                  <a:lnTo>
                    <a:pt x="244621" y="419872"/>
                  </a:lnTo>
                  <a:lnTo>
                    <a:pt x="243923" y="420355"/>
                  </a:lnTo>
                  <a:lnTo>
                    <a:pt x="243117" y="419665"/>
                  </a:lnTo>
                  <a:lnTo>
                    <a:pt x="240735" y="419964"/>
                  </a:lnTo>
                  <a:lnTo>
                    <a:pt x="238935" y="420189"/>
                  </a:lnTo>
                  <a:lnTo>
                    <a:pt x="237248" y="420401"/>
                  </a:lnTo>
                  <a:lnTo>
                    <a:pt x="235103" y="420668"/>
                  </a:lnTo>
                  <a:lnTo>
                    <a:pt x="232521" y="420991"/>
                  </a:lnTo>
                  <a:lnTo>
                    <a:pt x="231779" y="420557"/>
                  </a:lnTo>
                  <a:lnTo>
                    <a:pt x="231317" y="419905"/>
                  </a:lnTo>
                  <a:lnTo>
                    <a:pt x="230845" y="417198"/>
                  </a:lnTo>
                  <a:lnTo>
                    <a:pt x="230577" y="414897"/>
                  </a:lnTo>
                  <a:lnTo>
                    <a:pt x="230074" y="410591"/>
                  </a:lnTo>
                  <a:lnTo>
                    <a:pt x="229739" y="407263"/>
                  </a:lnTo>
                  <a:lnTo>
                    <a:pt x="229340" y="403295"/>
                  </a:lnTo>
                  <a:lnTo>
                    <a:pt x="229077" y="398917"/>
                  </a:lnTo>
                  <a:lnTo>
                    <a:pt x="228889" y="395801"/>
                  </a:lnTo>
                  <a:lnTo>
                    <a:pt x="226934" y="395698"/>
                  </a:lnTo>
                  <a:lnTo>
                    <a:pt x="225373" y="395616"/>
                  </a:lnTo>
                  <a:lnTo>
                    <a:pt x="223260" y="395505"/>
                  </a:lnTo>
                  <a:lnTo>
                    <a:pt x="223279" y="393026"/>
                  </a:lnTo>
                  <a:lnTo>
                    <a:pt x="223302" y="389903"/>
                  </a:lnTo>
                  <a:lnTo>
                    <a:pt x="223329" y="386348"/>
                  </a:lnTo>
                  <a:lnTo>
                    <a:pt x="223723" y="381680"/>
                  </a:lnTo>
                  <a:lnTo>
                    <a:pt x="223872" y="377767"/>
                  </a:lnTo>
                  <a:lnTo>
                    <a:pt x="224054" y="372996"/>
                  </a:lnTo>
                  <a:lnTo>
                    <a:pt x="224173" y="369842"/>
                  </a:lnTo>
                  <a:lnTo>
                    <a:pt x="224304" y="366372"/>
                  </a:lnTo>
                  <a:lnTo>
                    <a:pt x="223215" y="367442"/>
                  </a:lnTo>
                  <a:lnTo>
                    <a:pt x="222012" y="368627"/>
                  </a:lnTo>
                  <a:lnTo>
                    <a:pt x="220883" y="369736"/>
                  </a:lnTo>
                  <a:lnTo>
                    <a:pt x="220108" y="366924"/>
                  </a:lnTo>
                  <a:lnTo>
                    <a:pt x="219355" y="364192"/>
                  </a:lnTo>
                  <a:lnTo>
                    <a:pt x="218210" y="360038"/>
                  </a:lnTo>
                  <a:lnTo>
                    <a:pt x="217352" y="356924"/>
                  </a:lnTo>
                  <a:lnTo>
                    <a:pt x="215860" y="355107"/>
                  </a:lnTo>
                  <a:lnTo>
                    <a:pt x="214755" y="353763"/>
                  </a:lnTo>
                  <a:lnTo>
                    <a:pt x="213609" y="351497"/>
                  </a:lnTo>
                  <a:lnTo>
                    <a:pt x="212619" y="349149"/>
                  </a:lnTo>
                  <a:lnTo>
                    <a:pt x="211678" y="346921"/>
                  </a:lnTo>
                  <a:lnTo>
                    <a:pt x="210554" y="344982"/>
                  </a:lnTo>
                  <a:lnTo>
                    <a:pt x="209477" y="345595"/>
                  </a:lnTo>
                  <a:lnTo>
                    <a:pt x="208259" y="346805"/>
                  </a:lnTo>
                  <a:lnTo>
                    <a:pt x="207086" y="347973"/>
                  </a:lnTo>
                  <a:lnTo>
                    <a:pt x="205843" y="349209"/>
                  </a:lnTo>
                  <a:lnTo>
                    <a:pt x="205234" y="349814"/>
                  </a:lnTo>
                  <a:lnTo>
                    <a:pt x="203796" y="349584"/>
                  </a:lnTo>
                  <a:lnTo>
                    <a:pt x="202537" y="349384"/>
                  </a:lnTo>
                  <a:lnTo>
                    <a:pt x="200287" y="349026"/>
                  </a:lnTo>
                  <a:lnTo>
                    <a:pt x="198387" y="348721"/>
                  </a:lnTo>
                  <a:lnTo>
                    <a:pt x="196448" y="348411"/>
                  </a:lnTo>
                  <a:lnTo>
                    <a:pt x="193745" y="347980"/>
                  </a:lnTo>
                  <a:lnTo>
                    <a:pt x="191009" y="347544"/>
                  </a:lnTo>
                  <a:lnTo>
                    <a:pt x="189175" y="348120"/>
                  </a:lnTo>
                  <a:lnTo>
                    <a:pt x="186856" y="348847"/>
                  </a:lnTo>
                  <a:lnTo>
                    <a:pt x="184420" y="349612"/>
                  </a:lnTo>
                  <a:lnTo>
                    <a:pt x="182405" y="350244"/>
                  </a:lnTo>
                  <a:lnTo>
                    <a:pt x="179856" y="351043"/>
                  </a:lnTo>
                  <a:lnTo>
                    <a:pt x="177946" y="351640"/>
                  </a:lnTo>
                  <a:lnTo>
                    <a:pt x="177006" y="351558"/>
                  </a:lnTo>
                  <a:lnTo>
                    <a:pt x="175825" y="349043"/>
                  </a:lnTo>
                  <a:lnTo>
                    <a:pt x="173933" y="345015"/>
                  </a:lnTo>
                  <a:lnTo>
                    <a:pt x="172787" y="342574"/>
                  </a:lnTo>
                  <a:lnTo>
                    <a:pt x="171662" y="340180"/>
                  </a:lnTo>
                  <a:lnTo>
                    <a:pt x="170041" y="336730"/>
                  </a:lnTo>
                  <a:lnTo>
                    <a:pt x="168734" y="334120"/>
                  </a:lnTo>
                  <a:lnTo>
                    <a:pt x="167460" y="331569"/>
                  </a:lnTo>
                  <a:lnTo>
                    <a:pt x="166727" y="329216"/>
                  </a:lnTo>
                  <a:lnTo>
                    <a:pt x="166362" y="326257"/>
                  </a:lnTo>
                  <a:lnTo>
                    <a:pt x="165701" y="324915"/>
                  </a:lnTo>
                  <a:lnTo>
                    <a:pt x="164220" y="323104"/>
                  </a:lnTo>
                  <a:lnTo>
                    <a:pt x="162631" y="321161"/>
                  </a:lnTo>
                  <a:lnTo>
                    <a:pt x="161040" y="319217"/>
                  </a:lnTo>
                  <a:lnTo>
                    <a:pt x="159450" y="317272"/>
                  </a:lnTo>
                  <a:lnTo>
                    <a:pt x="157861" y="315329"/>
                  </a:lnTo>
                  <a:lnTo>
                    <a:pt x="156271" y="313385"/>
                  </a:lnTo>
                  <a:lnTo>
                    <a:pt x="154681" y="311442"/>
                  </a:lnTo>
                  <a:lnTo>
                    <a:pt x="153092" y="309497"/>
                  </a:lnTo>
                  <a:lnTo>
                    <a:pt x="151501" y="307555"/>
                  </a:lnTo>
                  <a:lnTo>
                    <a:pt x="149912" y="305611"/>
                  </a:lnTo>
                  <a:lnTo>
                    <a:pt x="148323" y="303668"/>
                  </a:lnTo>
                  <a:lnTo>
                    <a:pt x="146732" y="301724"/>
                  </a:lnTo>
                  <a:lnTo>
                    <a:pt x="145143" y="299779"/>
                  </a:lnTo>
                  <a:lnTo>
                    <a:pt x="143554" y="297836"/>
                  </a:lnTo>
                  <a:lnTo>
                    <a:pt x="141962" y="295892"/>
                  </a:lnTo>
                  <a:lnTo>
                    <a:pt x="140373" y="293947"/>
                  </a:lnTo>
                  <a:lnTo>
                    <a:pt x="138784" y="292004"/>
                  </a:lnTo>
                  <a:lnTo>
                    <a:pt x="137476" y="290592"/>
                  </a:lnTo>
                  <a:lnTo>
                    <a:pt x="136258" y="290959"/>
                  </a:lnTo>
                  <a:lnTo>
                    <a:pt x="134436" y="291949"/>
                  </a:lnTo>
                  <a:lnTo>
                    <a:pt x="132527" y="292985"/>
                  </a:lnTo>
                  <a:lnTo>
                    <a:pt x="130637" y="294010"/>
                  </a:lnTo>
                  <a:lnTo>
                    <a:pt x="127250" y="295849"/>
                  </a:lnTo>
                  <a:lnTo>
                    <a:pt x="125071" y="297031"/>
                  </a:lnTo>
                  <a:lnTo>
                    <a:pt x="123367" y="298029"/>
                  </a:lnTo>
                  <a:lnTo>
                    <a:pt x="121553" y="299091"/>
                  </a:lnTo>
                  <a:lnTo>
                    <a:pt x="119175" y="300483"/>
                  </a:lnTo>
                  <a:lnTo>
                    <a:pt x="117183" y="301652"/>
                  </a:lnTo>
                  <a:lnTo>
                    <a:pt x="114845" y="303020"/>
                  </a:lnTo>
                  <a:lnTo>
                    <a:pt x="112779" y="304231"/>
                  </a:lnTo>
                  <a:lnTo>
                    <a:pt x="111038" y="305249"/>
                  </a:lnTo>
                  <a:lnTo>
                    <a:pt x="109226" y="306311"/>
                  </a:lnTo>
                  <a:lnTo>
                    <a:pt x="107790" y="307152"/>
                  </a:lnTo>
                  <a:lnTo>
                    <a:pt x="107791" y="313935"/>
                  </a:lnTo>
                  <a:lnTo>
                    <a:pt x="107793" y="320718"/>
                  </a:lnTo>
                  <a:lnTo>
                    <a:pt x="107794" y="327500"/>
                  </a:lnTo>
                  <a:lnTo>
                    <a:pt x="107795" y="334283"/>
                  </a:lnTo>
                  <a:lnTo>
                    <a:pt x="107797" y="341066"/>
                  </a:lnTo>
                  <a:lnTo>
                    <a:pt x="107798" y="347850"/>
                  </a:lnTo>
                  <a:lnTo>
                    <a:pt x="107799" y="354633"/>
                  </a:lnTo>
                  <a:lnTo>
                    <a:pt x="107800" y="361414"/>
                  </a:lnTo>
                  <a:lnTo>
                    <a:pt x="107801" y="368197"/>
                  </a:lnTo>
                  <a:lnTo>
                    <a:pt x="107802" y="374979"/>
                  </a:lnTo>
                  <a:lnTo>
                    <a:pt x="107803" y="381762"/>
                  </a:lnTo>
                  <a:lnTo>
                    <a:pt x="107804" y="388545"/>
                  </a:lnTo>
                  <a:lnTo>
                    <a:pt x="107806" y="395328"/>
                  </a:lnTo>
                  <a:lnTo>
                    <a:pt x="107807" y="402110"/>
                  </a:lnTo>
                  <a:lnTo>
                    <a:pt x="107809" y="408894"/>
                  </a:lnTo>
                  <a:lnTo>
                    <a:pt x="107810" y="415677"/>
                  </a:lnTo>
                  <a:lnTo>
                    <a:pt x="107321" y="415621"/>
                  </a:lnTo>
                  <a:lnTo>
                    <a:pt x="106218" y="416015"/>
                  </a:lnTo>
                  <a:lnTo>
                    <a:pt x="104371" y="416960"/>
                  </a:lnTo>
                  <a:lnTo>
                    <a:pt x="102836" y="417435"/>
                  </a:lnTo>
                  <a:lnTo>
                    <a:pt x="102166" y="417153"/>
                  </a:lnTo>
                  <a:lnTo>
                    <a:pt x="101560" y="416443"/>
                  </a:lnTo>
                  <a:lnTo>
                    <a:pt x="101031" y="414947"/>
                  </a:lnTo>
                  <a:lnTo>
                    <a:pt x="100241" y="413131"/>
                  </a:lnTo>
                  <a:lnTo>
                    <a:pt x="99434" y="411662"/>
                  </a:lnTo>
                  <a:lnTo>
                    <a:pt x="98429" y="408643"/>
                  </a:lnTo>
                  <a:lnTo>
                    <a:pt x="97734" y="406325"/>
                  </a:lnTo>
                  <a:lnTo>
                    <a:pt x="96013" y="401263"/>
                  </a:lnTo>
                  <a:lnTo>
                    <a:pt x="95775" y="399668"/>
                  </a:lnTo>
                  <a:lnTo>
                    <a:pt x="95453" y="398040"/>
                  </a:lnTo>
                  <a:lnTo>
                    <a:pt x="94879" y="396678"/>
                  </a:lnTo>
                  <a:lnTo>
                    <a:pt x="92855" y="393338"/>
                  </a:lnTo>
                  <a:lnTo>
                    <a:pt x="90495" y="390325"/>
                  </a:lnTo>
                  <a:lnTo>
                    <a:pt x="88182" y="387376"/>
                  </a:lnTo>
                  <a:lnTo>
                    <a:pt x="87527" y="386661"/>
                  </a:lnTo>
                  <a:lnTo>
                    <a:pt x="86446" y="385744"/>
                  </a:lnTo>
                  <a:lnTo>
                    <a:pt x="85113" y="385724"/>
                  </a:lnTo>
                  <a:lnTo>
                    <a:pt x="84206" y="385904"/>
                  </a:lnTo>
                  <a:lnTo>
                    <a:pt x="81433" y="386877"/>
                  </a:lnTo>
                  <a:lnTo>
                    <a:pt x="79308" y="388018"/>
                  </a:lnTo>
                  <a:lnTo>
                    <a:pt x="76424" y="389566"/>
                  </a:lnTo>
                  <a:lnTo>
                    <a:pt x="74188" y="391283"/>
                  </a:lnTo>
                  <a:lnTo>
                    <a:pt x="73689" y="391787"/>
                  </a:lnTo>
                  <a:lnTo>
                    <a:pt x="72055" y="393859"/>
                  </a:lnTo>
                  <a:lnTo>
                    <a:pt x="70057" y="397293"/>
                  </a:lnTo>
                  <a:lnTo>
                    <a:pt x="67721" y="402139"/>
                  </a:lnTo>
                  <a:lnTo>
                    <a:pt x="67418" y="399021"/>
                  </a:lnTo>
                  <a:lnTo>
                    <a:pt x="67315" y="394221"/>
                  </a:lnTo>
                  <a:lnTo>
                    <a:pt x="67355" y="392676"/>
                  </a:lnTo>
                  <a:lnTo>
                    <a:pt x="67989" y="388642"/>
                  </a:lnTo>
                  <a:lnTo>
                    <a:pt x="68634" y="385873"/>
                  </a:lnTo>
                  <a:lnTo>
                    <a:pt x="69153" y="382996"/>
                  </a:lnTo>
                  <a:lnTo>
                    <a:pt x="69385" y="379230"/>
                  </a:lnTo>
                  <a:lnTo>
                    <a:pt x="68903" y="373187"/>
                  </a:lnTo>
                  <a:lnTo>
                    <a:pt x="68367" y="371849"/>
                  </a:lnTo>
                  <a:lnTo>
                    <a:pt x="67722" y="371411"/>
                  </a:lnTo>
                  <a:lnTo>
                    <a:pt x="67035" y="371287"/>
                  </a:lnTo>
                  <a:lnTo>
                    <a:pt x="65771" y="371533"/>
                  </a:lnTo>
                  <a:lnTo>
                    <a:pt x="65180" y="372016"/>
                  </a:lnTo>
                  <a:lnTo>
                    <a:pt x="64151" y="369979"/>
                  </a:lnTo>
                  <a:lnTo>
                    <a:pt x="62907" y="369653"/>
                  </a:lnTo>
                  <a:lnTo>
                    <a:pt x="62251" y="370221"/>
                  </a:lnTo>
                  <a:lnTo>
                    <a:pt x="61586" y="370515"/>
                  </a:lnTo>
                  <a:lnTo>
                    <a:pt x="60866" y="369953"/>
                  </a:lnTo>
                  <a:lnTo>
                    <a:pt x="60244" y="368746"/>
                  </a:lnTo>
                  <a:lnTo>
                    <a:pt x="59863" y="367447"/>
                  </a:lnTo>
                  <a:lnTo>
                    <a:pt x="59565" y="365972"/>
                  </a:lnTo>
                  <a:lnTo>
                    <a:pt x="58589" y="363026"/>
                  </a:lnTo>
                  <a:lnTo>
                    <a:pt x="57618" y="361418"/>
                  </a:lnTo>
                  <a:lnTo>
                    <a:pt x="56445" y="361062"/>
                  </a:lnTo>
                  <a:lnTo>
                    <a:pt x="54532" y="361154"/>
                  </a:lnTo>
                  <a:lnTo>
                    <a:pt x="53929" y="360955"/>
                  </a:lnTo>
                  <a:lnTo>
                    <a:pt x="53894" y="359283"/>
                  </a:lnTo>
                  <a:lnTo>
                    <a:pt x="54136" y="355591"/>
                  </a:lnTo>
                  <a:lnTo>
                    <a:pt x="54141" y="353665"/>
                  </a:lnTo>
                  <a:lnTo>
                    <a:pt x="54002" y="351847"/>
                  </a:lnTo>
                  <a:lnTo>
                    <a:pt x="53684" y="350353"/>
                  </a:lnTo>
                  <a:lnTo>
                    <a:pt x="53279" y="349059"/>
                  </a:lnTo>
                  <a:lnTo>
                    <a:pt x="52136" y="346930"/>
                  </a:lnTo>
                  <a:lnTo>
                    <a:pt x="51276" y="343934"/>
                  </a:lnTo>
                  <a:lnTo>
                    <a:pt x="49837" y="337776"/>
                  </a:lnTo>
                  <a:lnTo>
                    <a:pt x="48582" y="330855"/>
                  </a:lnTo>
                  <a:lnTo>
                    <a:pt x="48028" y="329813"/>
                  </a:lnTo>
                  <a:lnTo>
                    <a:pt x="46904" y="328718"/>
                  </a:lnTo>
                  <a:lnTo>
                    <a:pt x="44451" y="327841"/>
                  </a:lnTo>
                  <a:lnTo>
                    <a:pt x="42832" y="326933"/>
                  </a:lnTo>
                  <a:lnTo>
                    <a:pt x="42193" y="326058"/>
                  </a:lnTo>
                  <a:lnTo>
                    <a:pt x="41928" y="324540"/>
                  </a:lnTo>
                  <a:lnTo>
                    <a:pt x="41932" y="322914"/>
                  </a:lnTo>
                  <a:lnTo>
                    <a:pt x="42066" y="320992"/>
                  </a:lnTo>
                  <a:lnTo>
                    <a:pt x="42444" y="319367"/>
                  </a:lnTo>
                  <a:lnTo>
                    <a:pt x="43734" y="318112"/>
                  </a:lnTo>
                  <a:lnTo>
                    <a:pt x="46530" y="317836"/>
                  </a:lnTo>
                  <a:lnTo>
                    <a:pt x="48922" y="317972"/>
                  </a:lnTo>
                  <a:lnTo>
                    <a:pt x="51091" y="320876"/>
                  </a:lnTo>
                  <a:lnTo>
                    <a:pt x="51804" y="321546"/>
                  </a:lnTo>
                  <a:lnTo>
                    <a:pt x="52568" y="321736"/>
                  </a:lnTo>
                  <a:lnTo>
                    <a:pt x="54105" y="320819"/>
                  </a:lnTo>
                  <a:lnTo>
                    <a:pt x="54864" y="320559"/>
                  </a:lnTo>
                  <a:lnTo>
                    <a:pt x="56785" y="320861"/>
                  </a:lnTo>
                  <a:lnTo>
                    <a:pt x="56211" y="319485"/>
                  </a:lnTo>
                  <a:lnTo>
                    <a:pt x="55490" y="318764"/>
                  </a:lnTo>
                  <a:lnTo>
                    <a:pt x="54745" y="318826"/>
                  </a:lnTo>
                  <a:lnTo>
                    <a:pt x="54100" y="318268"/>
                  </a:lnTo>
                  <a:lnTo>
                    <a:pt x="53040" y="315601"/>
                  </a:lnTo>
                  <a:lnTo>
                    <a:pt x="51196" y="312570"/>
                  </a:lnTo>
                  <a:lnTo>
                    <a:pt x="50768" y="311316"/>
                  </a:lnTo>
                  <a:lnTo>
                    <a:pt x="50637" y="309312"/>
                  </a:lnTo>
                  <a:lnTo>
                    <a:pt x="50993" y="307584"/>
                  </a:lnTo>
                  <a:lnTo>
                    <a:pt x="52298" y="305813"/>
                  </a:lnTo>
                  <a:lnTo>
                    <a:pt x="53405" y="303407"/>
                  </a:lnTo>
                  <a:lnTo>
                    <a:pt x="53913" y="300212"/>
                  </a:lnTo>
                  <a:lnTo>
                    <a:pt x="54366" y="298741"/>
                  </a:lnTo>
                  <a:lnTo>
                    <a:pt x="55314" y="296428"/>
                  </a:lnTo>
                  <a:lnTo>
                    <a:pt x="56740" y="296871"/>
                  </a:lnTo>
                  <a:lnTo>
                    <a:pt x="58960" y="295199"/>
                  </a:lnTo>
                  <a:lnTo>
                    <a:pt x="62598" y="295526"/>
                  </a:lnTo>
                  <a:lnTo>
                    <a:pt x="66949" y="295045"/>
                  </a:lnTo>
                  <a:lnTo>
                    <a:pt x="68149" y="295223"/>
                  </a:lnTo>
                  <a:lnTo>
                    <a:pt x="70921" y="296852"/>
                  </a:lnTo>
                  <a:lnTo>
                    <a:pt x="72518" y="297555"/>
                  </a:lnTo>
                  <a:lnTo>
                    <a:pt x="74454" y="297915"/>
                  </a:lnTo>
                  <a:lnTo>
                    <a:pt x="75852" y="297192"/>
                  </a:lnTo>
                  <a:lnTo>
                    <a:pt x="74532" y="294965"/>
                  </a:lnTo>
                  <a:lnTo>
                    <a:pt x="71675" y="292324"/>
                  </a:lnTo>
                  <a:lnTo>
                    <a:pt x="70943" y="290078"/>
                  </a:lnTo>
                  <a:lnTo>
                    <a:pt x="72251" y="283968"/>
                  </a:lnTo>
                  <a:lnTo>
                    <a:pt x="74024" y="278403"/>
                  </a:lnTo>
                  <a:lnTo>
                    <a:pt x="75102" y="271790"/>
                  </a:lnTo>
                  <a:lnTo>
                    <a:pt x="74800" y="265218"/>
                  </a:lnTo>
                  <a:lnTo>
                    <a:pt x="74282" y="263409"/>
                  </a:lnTo>
                  <a:lnTo>
                    <a:pt x="74449" y="261276"/>
                  </a:lnTo>
                  <a:lnTo>
                    <a:pt x="75069" y="259477"/>
                  </a:lnTo>
                  <a:lnTo>
                    <a:pt x="75504" y="257684"/>
                  </a:lnTo>
                  <a:lnTo>
                    <a:pt x="75128" y="255527"/>
                  </a:lnTo>
                  <a:lnTo>
                    <a:pt x="74344" y="252158"/>
                  </a:lnTo>
                  <a:lnTo>
                    <a:pt x="73943" y="251068"/>
                  </a:lnTo>
                  <a:lnTo>
                    <a:pt x="72579" y="249252"/>
                  </a:lnTo>
                  <a:lnTo>
                    <a:pt x="69836" y="249171"/>
                  </a:lnTo>
                  <a:lnTo>
                    <a:pt x="67598" y="248180"/>
                  </a:lnTo>
                  <a:lnTo>
                    <a:pt x="66874" y="248978"/>
                  </a:lnTo>
                  <a:lnTo>
                    <a:pt x="66466" y="250205"/>
                  </a:lnTo>
                  <a:lnTo>
                    <a:pt x="65954" y="251013"/>
                  </a:lnTo>
                  <a:lnTo>
                    <a:pt x="64210" y="252647"/>
                  </a:lnTo>
                  <a:lnTo>
                    <a:pt x="63629" y="252968"/>
                  </a:lnTo>
                  <a:lnTo>
                    <a:pt x="63022" y="252644"/>
                  </a:lnTo>
                  <a:lnTo>
                    <a:pt x="62165" y="250803"/>
                  </a:lnTo>
                  <a:lnTo>
                    <a:pt x="61406" y="251010"/>
                  </a:lnTo>
                  <a:lnTo>
                    <a:pt x="59097" y="249862"/>
                  </a:lnTo>
                  <a:lnTo>
                    <a:pt x="58011" y="247370"/>
                  </a:lnTo>
                  <a:lnTo>
                    <a:pt x="57609" y="247020"/>
                  </a:lnTo>
                  <a:lnTo>
                    <a:pt x="53876" y="245029"/>
                  </a:lnTo>
                  <a:lnTo>
                    <a:pt x="52578" y="244649"/>
                  </a:lnTo>
                  <a:lnTo>
                    <a:pt x="49609" y="246702"/>
                  </a:lnTo>
                  <a:lnTo>
                    <a:pt x="47453" y="249333"/>
                  </a:lnTo>
                  <a:lnTo>
                    <a:pt x="46845" y="249715"/>
                  </a:lnTo>
                  <a:lnTo>
                    <a:pt x="45729" y="251383"/>
                  </a:lnTo>
                  <a:lnTo>
                    <a:pt x="45102" y="251648"/>
                  </a:lnTo>
                  <a:lnTo>
                    <a:pt x="44456" y="251364"/>
                  </a:lnTo>
                  <a:lnTo>
                    <a:pt x="43847" y="251465"/>
                  </a:lnTo>
                  <a:lnTo>
                    <a:pt x="42546" y="253964"/>
                  </a:lnTo>
                  <a:lnTo>
                    <a:pt x="40190" y="256874"/>
                  </a:lnTo>
                  <a:lnTo>
                    <a:pt x="39019" y="258711"/>
                  </a:lnTo>
                  <a:lnTo>
                    <a:pt x="37713" y="259852"/>
                  </a:lnTo>
                  <a:lnTo>
                    <a:pt x="36266" y="260566"/>
                  </a:lnTo>
                  <a:lnTo>
                    <a:pt x="34781" y="260682"/>
                  </a:lnTo>
                  <a:lnTo>
                    <a:pt x="34238" y="261343"/>
                  </a:lnTo>
                  <a:lnTo>
                    <a:pt x="32545" y="261578"/>
                  </a:lnTo>
                  <a:lnTo>
                    <a:pt x="31512" y="262113"/>
                  </a:lnTo>
                  <a:lnTo>
                    <a:pt x="31475" y="263106"/>
                  </a:lnTo>
                  <a:lnTo>
                    <a:pt x="31680" y="265332"/>
                  </a:lnTo>
                  <a:lnTo>
                    <a:pt x="30803" y="264546"/>
                  </a:lnTo>
                  <a:lnTo>
                    <a:pt x="29880" y="266056"/>
                  </a:lnTo>
                  <a:lnTo>
                    <a:pt x="30186" y="267490"/>
                  </a:lnTo>
                  <a:lnTo>
                    <a:pt x="29634" y="267146"/>
                  </a:lnTo>
                  <a:lnTo>
                    <a:pt x="27041" y="264388"/>
                  </a:lnTo>
                  <a:lnTo>
                    <a:pt x="24916" y="262443"/>
                  </a:lnTo>
                  <a:lnTo>
                    <a:pt x="23027" y="260715"/>
                  </a:lnTo>
                  <a:lnTo>
                    <a:pt x="22749" y="260400"/>
                  </a:lnTo>
                  <a:lnTo>
                    <a:pt x="22233" y="259558"/>
                  </a:lnTo>
                  <a:lnTo>
                    <a:pt x="21865" y="258248"/>
                  </a:lnTo>
                  <a:lnTo>
                    <a:pt x="21786" y="256809"/>
                  </a:lnTo>
                  <a:lnTo>
                    <a:pt x="21973" y="255755"/>
                  </a:lnTo>
                  <a:lnTo>
                    <a:pt x="22431" y="255081"/>
                  </a:lnTo>
                  <a:lnTo>
                    <a:pt x="22971" y="254821"/>
                  </a:lnTo>
                  <a:lnTo>
                    <a:pt x="23452" y="255035"/>
                  </a:lnTo>
                  <a:lnTo>
                    <a:pt x="23987" y="255681"/>
                  </a:lnTo>
                  <a:lnTo>
                    <a:pt x="24940" y="256463"/>
                  </a:lnTo>
                  <a:lnTo>
                    <a:pt x="26174" y="256609"/>
                  </a:lnTo>
                  <a:lnTo>
                    <a:pt x="26941" y="256007"/>
                  </a:lnTo>
                  <a:lnTo>
                    <a:pt x="27046" y="254564"/>
                  </a:lnTo>
                  <a:lnTo>
                    <a:pt x="25578" y="249236"/>
                  </a:lnTo>
                  <a:lnTo>
                    <a:pt x="24226" y="244935"/>
                  </a:lnTo>
                  <a:lnTo>
                    <a:pt x="22918" y="240153"/>
                  </a:lnTo>
                  <a:lnTo>
                    <a:pt x="22364" y="238419"/>
                  </a:lnTo>
                  <a:lnTo>
                    <a:pt x="20759" y="234415"/>
                  </a:lnTo>
                  <a:lnTo>
                    <a:pt x="19178" y="230472"/>
                  </a:lnTo>
                  <a:lnTo>
                    <a:pt x="17927" y="226960"/>
                  </a:lnTo>
                  <a:lnTo>
                    <a:pt x="17271" y="225878"/>
                  </a:lnTo>
                  <a:lnTo>
                    <a:pt x="15253" y="225426"/>
                  </a:lnTo>
                  <a:lnTo>
                    <a:pt x="11404" y="224561"/>
                  </a:lnTo>
                  <a:lnTo>
                    <a:pt x="10043" y="224149"/>
                  </a:lnTo>
                  <a:lnTo>
                    <a:pt x="8954" y="225191"/>
                  </a:lnTo>
                  <a:lnTo>
                    <a:pt x="7862" y="226011"/>
                  </a:lnTo>
                  <a:lnTo>
                    <a:pt x="6822" y="224487"/>
                  </a:lnTo>
                  <a:lnTo>
                    <a:pt x="6002" y="221997"/>
                  </a:lnTo>
                  <a:lnTo>
                    <a:pt x="5570" y="219900"/>
                  </a:lnTo>
                  <a:lnTo>
                    <a:pt x="5780" y="217761"/>
                  </a:lnTo>
                  <a:lnTo>
                    <a:pt x="5867" y="214602"/>
                  </a:lnTo>
                  <a:lnTo>
                    <a:pt x="5241" y="211486"/>
                  </a:lnTo>
                  <a:lnTo>
                    <a:pt x="4547" y="209949"/>
                  </a:lnTo>
                  <a:lnTo>
                    <a:pt x="2807" y="208793"/>
                  </a:lnTo>
                  <a:lnTo>
                    <a:pt x="595" y="206173"/>
                  </a:lnTo>
                  <a:lnTo>
                    <a:pt x="0" y="201398"/>
                  </a:lnTo>
                  <a:lnTo>
                    <a:pt x="1075" y="194551"/>
                  </a:lnTo>
                  <a:lnTo>
                    <a:pt x="2805" y="189704"/>
                  </a:lnTo>
                  <a:lnTo>
                    <a:pt x="4062" y="187673"/>
                  </a:lnTo>
                  <a:lnTo>
                    <a:pt x="4661" y="185900"/>
                  </a:lnTo>
                  <a:lnTo>
                    <a:pt x="4858" y="184365"/>
                  </a:lnTo>
                  <a:lnTo>
                    <a:pt x="4706" y="182899"/>
                  </a:lnTo>
                  <a:lnTo>
                    <a:pt x="3961" y="181342"/>
                  </a:lnTo>
                  <a:lnTo>
                    <a:pt x="2805" y="179827"/>
                  </a:lnTo>
                  <a:lnTo>
                    <a:pt x="2219" y="177959"/>
                  </a:lnTo>
                  <a:lnTo>
                    <a:pt x="2462" y="173965"/>
                  </a:lnTo>
                  <a:lnTo>
                    <a:pt x="3226" y="168211"/>
                  </a:lnTo>
                  <a:lnTo>
                    <a:pt x="4405" y="163609"/>
                  </a:lnTo>
                  <a:lnTo>
                    <a:pt x="5988" y="161058"/>
                  </a:lnTo>
                  <a:lnTo>
                    <a:pt x="7355" y="159231"/>
                  </a:lnTo>
                  <a:lnTo>
                    <a:pt x="7894" y="157528"/>
                  </a:lnTo>
                  <a:lnTo>
                    <a:pt x="7923" y="155113"/>
                  </a:lnTo>
                  <a:lnTo>
                    <a:pt x="7889" y="152831"/>
                  </a:lnTo>
                  <a:lnTo>
                    <a:pt x="8254" y="151174"/>
                  </a:lnTo>
                  <a:lnTo>
                    <a:pt x="8828" y="149857"/>
                  </a:lnTo>
                  <a:lnTo>
                    <a:pt x="9436" y="148680"/>
                  </a:lnTo>
                  <a:lnTo>
                    <a:pt x="10293" y="147357"/>
                  </a:lnTo>
                  <a:lnTo>
                    <a:pt x="11397" y="147036"/>
                  </a:lnTo>
                  <a:lnTo>
                    <a:pt x="12619" y="148088"/>
                  </a:lnTo>
                  <a:lnTo>
                    <a:pt x="14274" y="150915"/>
                  </a:lnTo>
                  <a:lnTo>
                    <a:pt x="16704" y="156491"/>
                  </a:lnTo>
                  <a:lnTo>
                    <a:pt x="18092" y="160143"/>
                  </a:lnTo>
                  <a:lnTo>
                    <a:pt x="18592" y="161268"/>
                  </a:lnTo>
                  <a:lnTo>
                    <a:pt x="19860" y="163445"/>
                  </a:lnTo>
                  <a:lnTo>
                    <a:pt x="21003" y="164324"/>
                  </a:lnTo>
                  <a:lnTo>
                    <a:pt x="22910" y="162959"/>
                  </a:lnTo>
                  <a:lnTo>
                    <a:pt x="24740" y="161375"/>
                  </a:lnTo>
                  <a:lnTo>
                    <a:pt x="25330" y="160368"/>
                  </a:lnTo>
                  <a:lnTo>
                    <a:pt x="25709" y="158869"/>
                  </a:lnTo>
                  <a:lnTo>
                    <a:pt x="25418" y="156306"/>
                  </a:lnTo>
                  <a:lnTo>
                    <a:pt x="25036" y="154634"/>
                  </a:lnTo>
                  <a:lnTo>
                    <a:pt x="24629" y="152506"/>
                  </a:lnTo>
                  <a:lnTo>
                    <a:pt x="24066" y="148804"/>
                  </a:lnTo>
                  <a:lnTo>
                    <a:pt x="23670" y="142995"/>
                  </a:lnTo>
                  <a:lnTo>
                    <a:pt x="23199" y="141152"/>
                  </a:lnTo>
                  <a:lnTo>
                    <a:pt x="23545" y="140940"/>
                  </a:lnTo>
                  <a:lnTo>
                    <a:pt x="24461" y="141324"/>
                  </a:lnTo>
                  <a:lnTo>
                    <a:pt x="25308" y="141489"/>
                  </a:lnTo>
                  <a:lnTo>
                    <a:pt x="26521" y="140210"/>
                  </a:lnTo>
                  <a:lnTo>
                    <a:pt x="28189" y="137802"/>
                  </a:lnTo>
                  <a:lnTo>
                    <a:pt x="31235" y="134090"/>
                  </a:lnTo>
                  <a:lnTo>
                    <a:pt x="31880" y="131639"/>
                  </a:lnTo>
                  <a:lnTo>
                    <a:pt x="32400" y="128910"/>
                  </a:lnTo>
                  <a:lnTo>
                    <a:pt x="33245" y="127238"/>
                  </a:lnTo>
                  <a:lnTo>
                    <a:pt x="35181" y="126685"/>
                  </a:lnTo>
                  <a:lnTo>
                    <a:pt x="36976" y="125811"/>
                  </a:lnTo>
                  <a:lnTo>
                    <a:pt x="38242" y="123882"/>
                  </a:lnTo>
                  <a:lnTo>
                    <a:pt x="40228" y="122185"/>
                  </a:lnTo>
                  <a:lnTo>
                    <a:pt x="41862" y="121153"/>
                  </a:lnTo>
                  <a:lnTo>
                    <a:pt x="42580" y="120206"/>
                  </a:lnTo>
                  <a:lnTo>
                    <a:pt x="43092" y="118783"/>
                  </a:lnTo>
                  <a:lnTo>
                    <a:pt x="44963" y="114768"/>
                  </a:lnTo>
                  <a:lnTo>
                    <a:pt x="46432" y="112299"/>
                  </a:lnTo>
                  <a:lnTo>
                    <a:pt x="47723" y="109758"/>
                  </a:lnTo>
                  <a:lnTo>
                    <a:pt x="48158" y="108161"/>
                  </a:lnTo>
                  <a:lnTo>
                    <a:pt x="49176" y="108457"/>
                  </a:lnTo>
                  <a:lnTo>
                    <a:pt x="50735" y="109566"/>
                  </a:lnTo>
                  <a:lnTo>
                    <a:pt x="52411" y="110576"/>
                  </a:lnTo>
                  <a:lnTo>
                    <a:pt x="53636" y="112142"/>
                  </a:lnTo>
                  <a:lnTo>
                    <a:pt x="53875" y="113746"/>
                  </a:lnTo>
                  <a:lnTo>
                    <a:pt x="53994" y="115010"/>
                  </a:lnTo>
                  <a:lnTo>
                    <a:pt x="54494" y="115662"/>
                  </a:lnTo>
                  <a:lnTo>
                    <a:pt x="55086" y="115782"/>
                  </a:lnTo>
                  <a:lnTo>
                    <a:pt x="55978" y="115464"/>
                  </a:lnTo>
                  <a:lnTo>
                    <a:pt x="57539" y="115407"/>
                  </a:lnTo>
                  <a:lnTo>
                    <a:pt x="59453" y="113330"/>
                  </a:lnTo>
                  <a:lnTo>
                    <a:pt x="62119" y="109830"/>
                  </a:lnTo>
                  <a:lnTo>
                    <a:pt x="64559" y="108747"/>
                  </a:lnTo>
                  <a:lnTo>
                    <a:pt x="65847" y="109576"/>
                  </a:lnTo>
                  <a:lnTo>
                    <a:pt x="66906" y="112149"/>
                  </a:lnTo>
                  <a:lnTo>
                    <a:pt x="67748" y="114574"/>
                  </a:lnTo>
                  <a:lnTo>
                    <a:pt x="68611" y="115476"/>
                  </a:lnTo>
                  <a:lnTo>
                    <a:pt x="69147" y="115502"/>
                  </a:lnTo>
                  <a:lnTo>
                    <a:pt x="69347" y="115538"/>
                  </a:lnTo>
                  <a:lnTo>
                    <a:pt x="70496" y="114995"/>
                  </a:lnTo>
                  <a:lnTo>
                    <a:pt x="71480" y="115094"/>
                  </a:lnTo>
                  <a:lnTo>
                    <a:pt x="72425" y="115910"/>
                  </a:lnTo>
                  <a:lnTo>
                    <a:pt x="73987" y="116006"/>
                  </a:lnTo>
                  <a:lnTo>
                    <a:pt x="76162" y="115378"/>
                  </a:lnTo>
                  <a:lnTo>
                    <a:pt x="76391" y="115122"/>
                  </a:lnTo>
                  <a:lnTo>
                    <a:pt x="77436" y="115454"/>
                  </a:lnTo>
                  <a:lnTo>
                    <a:pt x="78708" y="116573"/>
                  </a:lnTo>
                  <a:lnTo>
                    <a:pt x="79698" y="117901"/>
                  </a:lnTo>
                  <a:lnTo>
                    <a:pt x="81464" y="122267"/>
                  </a:lnTo>
                  <a:lnTo>
                    <a:pt x="82481" y="123393"/>
                  </a:lnTo>
                  <a:lnTo>
                    <a:pt x="84557" y="124945"/>
                  </a:lnTo>
                  <a:lnTo>
                    <a:pt x="85531" y="126304"/>
                  </a:lnTo>
                  <a:lnTo>
                    <a:pt x="86662" y="128503"/>
                  </a:lnTo>
                  <a:lnTo>
                    <a:pt x="87253" y="129835"/>
                  </a:lnTo>
                  <a:lnTo>
                    <a:pt x="88481" y="132247"/>
                  </a:lnTo>
                  <a:lnTo>
                    <a:pt x="89904" y="136199"/>
                  </a:lnTo>
                  <a:lnTo>
                    <a:pt x="90156" y="139343"/>
                  </a:lnTo>
                  <a:lnTo>
                    <a:pt x="90479" y="142007"/>
                  </a:lnTo>
                  <a:lnTo>
                    <a:pt x="91008" y="143266"/>
                  </a:lnTo>
                  <a:lnTo>
                    <a:pt x="91444" y="143425"/>
                  </a:lnTo>
                  <a:lnTo>
                    <a:pt x="91915" y="142985"/>
                  </a:lnTo>
                  <a:lnTo>
                    <a:pt x="92374" y="141776"/>
                  </a:lnTo>
                  <a:lnTo>
                    <a:pt x="92534" y="139750"/>
                  </a:lnTo>
                  <a:lnTo>
                    <a:pt x="92394" y="136178"/>
                  </a:lnTo>
                  <a:lnTo>
                    <a:pt x="92030" y="133257"/>
                  </a:lnTo>
                  <a:lnTo>
                    <a:pt x="91563" y="132329"/>
                  </a:lnTo>
                  <a:lnTo>
                    <a:pt x="91338" y="131302"/>
                  </a:lnTo>
                  <a:lnTo>
                    <a:pt x="91647" y="129997"/>
                  </a:lnTo>
                  <a:lnTo>
                    <a:pt x="92437" y="129366"/>
                  </a:lnTo>
                  <a:lnTo>
                    <a:pt x="93422" y="129764"/>
                  </a:lnTo>
                  <a:lnTo>
                    <a:pt x="95042" y="131441"/>
                  </a:lnTo>
                  <a:lnTo>
                    <a:pt x="96732" y="133556"/>
                  </a:lnTo>
                  <a:lnTo>
                    <a:pt x="98808" y="137251"/>
                  </a:lnTo>
                  <a:lnTo>
                    <a:pt x="100718" y="139599"/>
                  </a:lnTo>
                  <a:lnTo>
                    <a:pt x="102802" y="141474"/>
                  </a:lnTo>
                  <a:lnTo>
                    <a:pt x="104459" y="142034"/>
                  </a:lnTo>
                  <a:lnTo>
                    <a:pt x="105741" y="141467"/>
                  </a:lnTo>
                  <a:lnTo>
                    <a:pt x="107255" y="139939"/>
                  </a:lnTo>
                  <a:lnTo>
                    <a:pt x="108642" y="138173"/>
                  </a:lnTo>
                  <a:lnTo>
                    <a:pt x="109272" y="136319"/>
                  </a:lnTo>
                  <a:lnTo>
                    <a:pt x="109726" y="134299"/>
                  </a:lnTo>
                  <a:lnTo>
                    <a:pt x="111816" y="131597"/>
                  </a:lnTo>
                  <a:lnTo>
                    <a:pt x="113725" y="129131"/>
                  </a:lnTo>
                  <a:lnTo>
                    <a:pt x="114593" y="129575"/>
                  </a:lnTo>
                  <a:lnTo>
                    <a:pt x="115207" y="130273"/>
                  </a:lnTo>
                  <a:lnTo>
                    <a:pt x="117165" y="128775"/>
                  </a:lnTo>
                  <a:lnTo>
                    <a:pt x="117847" y="128362"/>
                  </a:lnTo>
                  <a:lnTo>
                    <a:pt x="119713" y="127782"/>
                  </a:lnTo>
                  <a:lnTo>
                    <a:pt x="121638" y="128643"/>
                  </a:lnTo>
                  <a:lnTo>
                    <a:pt x="123174" y="131288"/>
                  </a:lnTo>
                  <a:lnTo>
                    <a:pt x="124666" y="132992"/>
                  </a:lnTo>
                  <a:lnTo>
                    <a:pt x="125997" y="132794"/>
                  </a:lnTo>
                  <a:lnTo>
                    <a:pt x="127102" y="131920"/>
                  </a:lnTo>
                  <a:lnTo>
                    <a:pt x="127829" y="130271"/>
                  </a:lnTo>
                  <a:lnTo>
                    <a:pt x="128380" y="128323"/>
                  </a:lnTo>
                  <a:lnTo>
                    <a:pt x="129231" y="127000"/>
                  </a:lnTo>
                  <a:lnTo>
                    <a:pt x="131605" y="127674"/>
                  </a:lnTo>
                  <a:lnTo>
                    <a:pt x="133096" y="127573"/>
                  </a:lnTo>
                  <a:lnTo>
                    <a:pt x="133255" y="127293"/>
                  </a:lnTo>
                  <a:lnTo>
                    <a:pt x="135219" y="127822"/>
                  </a:lnTo>
                  <a:lnTo>
                    <a:pt x="137386" y="130564"/>
                  </a:lnTo>
                  <a:lnTo>
                    <a:pt x="138733" y="133599"/>
                  </a:lnTo>
                  <a:lnTo>
                    <a:pt x="140454" y="137473"/>
                  </a:lnTo>
                  <a:lnTo>
                    <a:pt x="141255" y="138737"/>
                  </a:lnTo>
                  <a:lnTo>
                    <a:pt x="142420" y="139278"/>
                  </a:lnTo>
                  <a:lnTo>
                    <a:pt x="143334" y="139512"/>
                  </a:lnTo>
                  <a:lnTo>
                    <a:pt x="144561" y="140112"/>
                  </a:lnTo>
                  <a:lnTo>
                    <a:pt x="147799" y="140924"/>
                  </a:lnTo>
                  <a:lnTo>
                    <a:pt x="148292" y="141401"/>
                  </a:lnTo>
                  <a:lnTo>
                    <a:pt x="148623" y="142035"/>
                  </a:lnTo>
                  <a:lnTo>
                    <a:pt x="148323" y="144155"/>
                  </a:lnTo>
                  <a:lnTo>
                    <a:pt x="148613" y="144693"/>
                  </a:lnTo>
                  <a:lnTo>
                    <a:pt x="151238" y="143184"/>
                  </a:lnTo>
                  <a:lnTo>
                    <a:pt x="151943" y="142059"/>
                  </a:lnTo>
                  <a:lnTo>
                    <a:pt x="152811" y="138863"/>
                  </a:lnTo>
                  <a:lnTo>
                    <a:pt x="153586" y="135639"/>
                  </a:lnTo>
                  <a:lnTo>
                    <a:pt x="154163" y="134445"/>
                  </a:lnTo>
                  <a:lnTo>
                    <a:pt x="154776" y="134132"/>
                  </a:lnTo>
                  <a:lnTo>
                    <a:pt x="155392" y="134608"/>
                  </a:lnTo>
                  <a:lnTo>
                    <a:pt x="156251" y="136511"/>
                  </a:lnTo>
                  <a:lnTo>
                    <a:pt x="157417" y="138450"/>
                  </a:lnTo>
                  <a:lnTo>
                    <a:pt x="158991" y="139189"/>
                  </a:lnTo>
                  <a:lnTo>
                    <a:pt x="159954" y="139483"/>
                  </a:lnTo>
                  <a:lnTo>
                    <a:pt x="161444" y="139645"/>
                  </a:lnTo>
                  <a:lnTo>
                    <a:pt x="164946" y="138705"/>
                  </a:lnTo>
                  <a:lnTo>
                    <a:pt x="168221" y="136362"/>
                  </a:lnTo>
                  <a:lnTo>
                    <a:pt x="170092" y="133814"/>
                  </a:lnTo>
                  <a:lnTo>
                    <a:pt x="170962" y="129997"/>
                  </a:lnTo>
                  <a:lnTo>
                    <a:pt x="171504" y="125659"/>
                  </a:lnTo>
                  <a:lnTo>
                    <a:pt x="172343" y="122921"/>
                  </a:lnTo>
                  <a:lnTo>
                    <a:pt x="171993" y="120116"/>
                  </a:lnTo>
                  <a:lnTo>
                    <a:pt x="170344" y="117453"/>
                  </a:lnTo>
                  <a:lnTo>
                    <a:pt x="169788" y="116650"/>
                  </a:lnTo>
                  <a:lnTo>
                    <a:pt x="165781" y="115159"/>
                  </a:lnTo>
                  <a:lnTo>
                    <a:pt x="165534" y="114085"/>
                  </a:lnTo>
                  <a:lnTo>
                    <a:pt x="165305" y="113838"/>
                  </a:lnTo>
                  <a:lnTo>
                    <a:pt x="161356" y="111478"/>
                  </a:lnTo>
                  <a:lnTo>
                    <a:pt x="159450" y="110466"/>
                  </a:lnTo>
                  <a:lnTo>
                    <a:pt x="158916" y="108908"/>
                  </a:lnTo>
                  <a:lnTo>
                    <a:pt x="158561" y="106867"/>
                  </a:lnTo>
                  <a:lnTo>
                    <a:pt x="157328" y="105046"/>
                  </a:lnTo>
                  <a:lnTo>
                    <a:pt x="154879" y="103391"/>
                  </a:lnTo>
                  <a:lnTo>
                    <a:pt x="154450" y="102131"/>
                  </a:lnTo>
                  <a:lnTo>
                    <a:pt x="154856" y="100854"/>
                  </a:lnTo>
                  <a:lnTo>
                    <a:pt x="156791" y="99435"/>
                  </a:lnTo>
                  <a:lnTo>
                    <a:pt x="158998" y="96448"/>
                  </a:lnTo>
                  <a:lnTo>
                    <a:pt x="159848" y="95835"/>
                  </a:lnTo>
                  <a:lnTo>
                    <a:pt x="161816" y="95702"/>
                  </a:lnTo>
                  <a:lnTo>
                    <a:pt x="163635" y="93262"/>
                  </a:lnTo>
                  <a:lnTo>
                    <a:pt x="164892" y="91868"/>
                  </a:lnTo>
                  <a:lnTo>
                    <a:pt x="165547" y="90205"/>
                  </a:lnTo>
                  <a:lnTo>
                    <a:pt x="165374" y="88494"/>
                  </a:lnTo>
                  <a:lnTo>
                    <a:pt x="163553" y="83321"/>
                  </a:lnTo>
                  <a:lnTo>
                    <a:pt x="163014" y="80190"/>
                  </a:lnTo>
                  <a:lnTo>
                    <a:pt x="163335" y="78153"/>
                  </a:lnTo>
                  <a:lnTo>
                    <a:pt x="164382" y="75945"/>
                  </a:lnTo>
                  <a:lnTo>
                    <a:pt x="164974" y="74742"/>
                  </a:lnTo>
                  <a:lnTo>
                    <a:pt x="165685" y="72579"/>
                  </a:lnTo>
                  <a:lnTo>
                    <a:pt x="166156" y="71424"/>
                  </a:lnTo>
                  <a:lnTo>
                    <a:pt x="167991" y="70933"/>
                  </a:lnTo>
                  <a:lnTo>
                    <a:pt x="170222" y="70728"/>
                  </a:lnTo>
                  <a:lnTo>
                    <a:pt x="171751" y="71245"/>
                  </a:lnTo>
                  <a:lnTo>
                    <a:pt x="173888" y="71515"/>
                  </a:lnTo>
                  <a:lnTo>
                    <a:pt x="175836" y="71913"/>
                  </a:lnTo>
                  <a:lnTo>
                    <a:pt x="176821" y="72272"/>
                  </a:lnTo>
                  <a:lnTo>
                    <a:pt x="177545" y="71611"/>
                  </a:lnTo>
                  <a:lnTo>
                    <a:pt x="178070" y="70450"/>
                  </a:lnTo>
                  <a:lnTo>
                    <a:pt x="178051" y="68913"/>
                  </a:lnTo>
                  <a:lnTo>
                    <a:pt x="177287" y="67423"/>
                  </a:lnTo>
                  <a:lnTo>
                    <a:pt x="174428" y="65471"/>
                  </a:lnTo>
                  <a:lnTo>
                    <a:pt x="173204" y="63859"/>
                  </a:lnTo>
                  <a:lnTo>
                    <a:pt x="172241" y="64036"/>
                  </a:lnTo>
                  <a:lnTo>
                    <a:pt x="170637" y="63536"/>
                  </a:lnTo>
                  <a:lnTo>
                    <a:pt x="169188" y="62478"/>
                  </a:lnTo>
                  <a:lnTo>
                    <a:pt x="167903" y="62125"/>
                  </a:lnTo>
                  <a:lnTo>
                    <a:pt x="167483" y="60659"/>
                  </a:lnTo>
                  <a:lnTo>
                    <a:pt x="167750" y="58607"/>
                  </a:lnTo>
                  <a:lnTo>
                    <a:pt x="168244" y="57434"/>
                  </a:lnTo>
                  <a:lnTo>
                    <a:pt x="169196" y="56848"/>
                  </a:lnTo>
                  <a:lnTo>
                    <a:pt x="170224" y="57141"/>
                  </a:lnTo>
                  <a:lnTo>
                    <a:pt x="171347" y="56288"/>
                  </a:lnTo>
                  <a:lnTo>
                    <a:pt x="171670" y="55789"/>
                  </a:lnTo>
                  <a:lnTo>
                    <a:pt x="171766" y="55147"/>
                  </a:lnTo>
                  <a:lnTo>
                    <a:pt x="171584" y="54225"/>
                  </a:lnTo>
                  <a:lnTo>
                    <a:pt x="171066" y="53463"/>
                  </a:lnTo>
                  <a:lnTo>
                    <a:pt x="170328" y="53263"/>
                  </a:lnTo>
                  <a:lnTo>
                    <a:pt x="169478" y="53909"/>
                  </a:lnTo>
                  <a:lnTo>
                    <a:pt x="168463" y="54329"/>
                  </a:lnTo>
                  <a:lnTo>
                    <a:pt x="166744" y="53380"/>
                  </a:lnTo>
                  <a:lnTo>
                    <a:pt x="165374" y="52238"/>
                  </a:lnTo>
                  <a:lnTo>
                    <a:pt x="165444" y="51184"/>
                  </a:lnTo>
                  <a:lnTo>
                    <a:pt x="166456" y="49617"/>
                  </a:lnTo>
                  <a:lnTo>
                    <a:pt x="166912" y="48346"/>
                  </a:lnTo>
                  <a:lnTo>
                    <a:pt x="166912" y="46587"/>
                  </a:lnTo>
                  <a:lnTo>
                    <a:pt x="166912" y="44534"/>
                  </a:lnTo>
                  <a:lnTo>
                    <a:pt x="167264" y="42130"/>
                  </a:lnTo>
                  <a:lnTo>
                    <a:pt x="168269" y="40485"/>
                  </a:lnTo>
                  <a:lnTo>
                    <a:pt x="169450" y="39605"/>
                  </a:lnTo>
                  <a:lnTo>
                    <a:pt x="172493" y="41211"/>
                  </a:lnTo>
                  <a:lnTo>
                    <a:pt x="176298" y="42642"/>
                  </a:lnTo>
                  <a:lnTo>
                    <a:pt x="176953" y="42409"/>
                  </a:lnTo>
                  <a:lnTo>
                    <a:pt x="177145" y="41654"/>
                  </a:lnTo>
                  <a:lnTo>
                    <a:pt x="177581" y="40983"/>
                  </a:lnTo>
                  <a:lnTo>
                    <a:pt x="182861" y="40671"/>
                  </a:lnTo>
                  <a:lnTo>
                    <a:pt x="183888" y="39748"/>
                  </a:lnTo>
                  <a:lnTo>
                    <a:pt x="184399" y="39013"/>
                  </a:lnTo>
                  <a:lnTo>
                    <a:pt x="189477" y="37952"/>
                  </a:lnTo>
                  <a:lnTo>
                    <a:pt x="190083" y="36946"/>
                  </a:lnTo>
                  <a:lnTo>
                    <a:pt x="190828" y="36007"/>
                  </a:lnTo>
                  <a:lnTo>
                    <a:pt x="191994" y="36024"/>
                  </a:lnTo>
                  <a:lnTo>
                    <a:pt x="193387" y="35647"/>
                  </a:lnTo>
                  <a:lnTo>
                    <a:pt x="195324" y="34503"/>
                  </a:lnTo>
                  <a:lnTo>
                    <a:pt x="196697" y="33874"/>
                  </a:lnTo>
                  <a:lnTo>
                    <a:pt x="196926" y="33821"/>
                  </a:lnTo>
                  <a:lnTo>
                    <a:pt x="198374" y="34073"/>
                  </a:lnTo>
                  <a:lnTo>
                    <a:pt x="200179" y="33169"/>
                  </a:lnTo>
                  <a:lnTo>
                    <a:pt x="200565" y="32795"/>
                  </a:lnTo>
                  <a:lnTo>
                    <a:pt x="200858" y="32110"/>
                  </a:lnTo>
                  <a:lnTo>
                    <a:pt x="202429" y="30795"/>
                  </a:lnTo>
                  <a:lnTo>
                    <a:pt x="205442" y="29709"/>
                  </a:lnTo>
                  <a:lnTo>
                    <a:pt x="206177" y="30359"/>
                  </a:lnTo>
                  <a:lnTo>
                    <a:pt x="207613" y="30652"/>
                  </a:lnTo>
                  <a:lnTo>
                    <a:pt x="209447" y="30170"/>
                  </a:lnTo>
                  <a:lnTo>
                    <a:pt x="210799" y="29341"/>
                  </a:lnTo>
                  <a:lnTo>
                    <a:pt x="211589" y="30165"/>
                  </a:lnTo>
                  <a:lnTo>
                    <a:pt x="212659" y="31009"/>
                  </a:lnTo>
                  <a:lnTo>
                    <a:pt x="213458" y="30293"/>
                  </a:lnTo>
                  <a:lnTo>
                    <a:pt x="213854" y="28026"/>
                  </a:lnTo>
                  <a:lnTo>
                    <a:pt x="214374" y="25812"/>
                  </a:lnTo>
                  <a:lnTo>
                    <a:pt x="215278" y="24763"/>
                  </a:lnTo>
                  <a:lnTo>
                    <a:pt x="215994" y="24382"/>
                  </a:lnTo>
                  <a:lnTo>
                    <a:pt x="216641" y="23529"/>
                  </a:lnTo>
                  <a:lnTo>
                    <a:pt x="217131" y="22643"/>
                  </a:lnTo>
                  <a:lnTo>
                    <a:pt x="219788" y="22779"/>
                  </a:lnTo>
                  <a:lnTo>
                    <a:pt x="222163" y="20574"/>
                  </a:lnTo>
                  <a:lnTo>
                    <a:pt x="222629" y="21573"/>
                  </a:lnTo>
                  <a:lnTo>
                    <a:pt x="225713" y="21340"/>
                  </a:lnTo>
                  <a:lnTo>
                    <a:pt x="229542" y="19921"/>
                  </a:lnTo>
                  <a:lnTo>
                    <a:pt x="231833" y="19257"/>
                  </a:lnTo>
                  <a:lnTo>
                    <a:pt x="235790" y="17771"/>
                  </a:lnTo>
                  <a:lnTo>
                    <a:pt x="237620" y="16570"/>
                  </a:lnTo>
                  <a:lnTo>
                    <a:pt x="240236" y="15811"/>
                  </a:lnTo>
                  <a:lnTo>
                    <a:pt x="242638" y="15282"/>
                  </a:lnTo>
                  <a:lnTo>
                    <a:pt x="244209" y="13180"/>
                  </a:lnTo>
                  <a:lnTo>
                    <a:pt x="245475" y="12880"/>
                  </a:lnTo>
                  <a:lnTo>
                    <a:pt x="247016" y="12706"/>
                  </a:lnTo>
                  <a:lnTo>
                    <a:pt x="247960" y="12200"/>
                  </a:lnTo>
                  <a:lnTo>
                    <a:pt x="248576" y="11422"/>
                  </a:lnTo>
                  <a:lnTo>
                    <a:pt x="248975" y="9962"/>
                  </a:lnTo>
                  <a:lnTo>
                    <a:pt x="248759" y="8107"/>
                  </a:lnTo>
                  <a:lnTo>
                    <a:pt x="248540" y="6756"/>
                  </a:lnTo>
                  <a:lnTo>
                    <a:pt x="249641" y="6000"/>
                  </a:lnTo>
                  <a:lnTo>
                    <a:pt x="251212" y="5766"/>
                  </a:lnTo>
                  <a:lnTo>
                    <a:pt x="252206" y="5459"/>
                  </a:lnTo>
                  <a:lnTo>
                    <a:pt x="254370" y="2396"/>
                  </a:lnTo>
                  <a:lnTo>
                    <a:pt x="255867" y="923"/>
                  </a:lnTo>
                  <a:lnTo>
                    <a:pt x="257413" y="0"/>
                  </a:lnTo>
                  <a:lnTo>
                    <a:pt x="260517" y="504"/>
                  </a:lnTo>
                  <a:lnTo>
                    <a:pt x="263351" y="966"/>
                  </a:lnTo>
                  <a:lnTo>
                    <a:pt x="266193" y="2429"/>
                  </a:lnTo>
                  <a:lnTo>
                    <a:pt x="267689" y="4253"/>
                  </a:lnTo>
                  <a:lnTo>
                    <a:pt x="268972" y="5629"/>
                  </a:lnTo>
                  <a:lnTo>
                    <a:pt x="270188" y="6289"/>
                  </a:lnTo>
                  <a:lnTo>
                    <a:pt x="271282" y="6711"/>
                  </a:lnTo>
                  <a:lnTo>
                    <a:pt x="272558" y="6087"/>
                  </a:lnTo>
                  <a:lnTo>
                    <a:pt x="273458" y="5240"/>
                  </a:lnTo>
                  <a:lnTo>
                    <a:pt x="273984" y="4031"/>
                  </a:lnTo>
                  <a:lnTo>
                    <a:pt x="274779" y="3168"/>
                  </a:lnTo>
                  <a:lnTo>
                    <a:pt x="277676" y="2494"/>
                  </a:lnTo>
                  <a:lnTo>
                    <a:pt x="278278" y="3795"/>
                  </a:lnTo>
                  <a:lnTo>
                    <a:pt x="279657" y="7730"/>
                  </a:lnTo>
                  <a:lnTo>
                    <a:pt x="280596" y="12975"/>
                  </a:lnTo>
                  <a:lnTo>
                    <a:pt x="282144" y="19932"/>
                  </a:lnTo>
                  <a:lnTo>
                    <a:pt x="282826" y="23352"/>
                  </a:lnTo>
                  <a:lnTo>
                    <a:pt x="282522" y="25145"/>
                  </a:lnTo>
                  <a:lnTo>
                    <a:pt x="282529" y="27604"/>
                  </a:lnTo>
                  <a:lnTo>
                    <a:pt x="282442" y="30303"/>
                  </a:lnTo>
                  <a:lnTo>
                    <a:pt x="281297" y="33363"/>
                  </a:lnTo>
                  <a:lnTo>
                    <a:pt x="281763" y="34790"/>
                  </a:lnTo>
                  <a:lnTo>
                    <a:pt x="284562" y="36382"/>
                  </a:lnTo>
                  <a:lnTo>
                    <a:pt x="288483" y="35800"/>
                  </a:lnTo>
                  <a:lnTo>
                    <a:pt x="290903" y="34516"/>
                  </a:lnTo>
                  <a:lnTo>
                    <a:pt x="292250" y="34984"/>
                  </a:lnTo>
                  <a:lnTo>
                    <a:pt x="292954" y="34216"/>
                  </a:lnTo>
                  <a:lnTo>
                    <a:pt x="293411" y="31947"/>
                  </a:lnTo>
                  <a:lnTo>
                    <a:pt x="294340" y="31439"/>
                  </a:lnTo>
                  <a:lnTo>
                    <a:pt x="295296" y="33020"/>
                  </a:lnTo>
                  <a:lnTo>
                    <a:pt x="295990" y="35699"/>
                  </a:lnTo>
                  <a:lnTo>
                    <a:pt x="296656" y="37425"/>
                  </a:lnTo>
                  <a:lnTo>
                    <a:pt x="296606" y="39475"/>
                  </a:lnTo>
                  <a:lnTo>
                    <a:pt x="296851" y="42111"/>
                  </a:lnTo>
                  <a:lnTo>
                    <a:pt x="297340" y="42779"/>
                  </a:lnTo>
                  <a:lnTo>
                    <a:pt x="298301" y="41776"/>
                  </a:lnTo>
                  <a:lnTo>
                    <a:pt x="298942" y="41181"/>
                  </a:lnTo>
                  <a:lnTo>
                    <a:pt x="299094" y="40380"/>
                  </a:lnTo>
                  <a:lnTo>
                    <a:pt x="298823" y="39391"/>
                  </a:lnTo>
                  <a:lnTo>
                    <a:pt x="298692" y="38389"/>
                  </a:lnTo>
                  <a:lnTo>
                    <a:pt x="298904" y="37468"/>
                  </a:lnTo>
                  <a:lnTo>
                    <a:pt x="299360" y="37092"/>
                  </a:lnTo>
                  <a:lnTo>
                    <a:pt x="300726" y="37382"/>
                  </a:lnTo>
                  <a:lnTo>
                    <a:pt x="302718" y="37890"/>
                  </a:lnTo>
                  <a:lnTo>
                    <a:pt x="305080" y="41629"/>
                  </a:lnTo>
                  <a:lnTo>
                    <a:pt x="306352" y="42307"/>
                  </a:lnTo>
                  <a:lnTo>
                    <a:pt x="306889" y="42372"/>
                  </a:lnTo>
                  <a:lnTo>
                    <a:pt x="308087" y="42159"/>
                  </a:lnTo>
                  <a:lnTo>
                    <a:pt x="309526" y="41081"/>
                  </a:lnTo>
                  <a:lnTo>
                    <a:pt x="310496" y="39732"/>
                  </a:lnTo>
                  <a:lnTo>
                    <a:pt x="310818" y="39070"/>
                  </a:lnTo>
                  <a:lnTo>
                    <a:pt x="311376" y="39185"/>
                  </a:lnTo>
                  <a:lnTo>
                    <a:pt x="311905" y="39808"/>
                  </a:lnTo>
                  <a:lnTo>
                    <a:pt x="311941" y="41173"/>
                  </a:lnTo>
                  <a:lnTo>
                    <a:pt x="311520" y="43146"/>
                  </a:lnTo>
                  <a:lnTo>
                    <a:pt x="310084" y="44952"/>
                  </a:lnTo>
                  <a:lnTo>
                    <a:pt x="308303" y="46632"/>
                  </a:lnTo>
                  <a:lnTo>
                    <a:pt x="307224" y="49712"/>
                  </a:lnTo>
                  <a:lnTo>
                    <a:pt x="306995" y="52928"/>
                  </a:lnTo>
                  <a:lnTo>
                    <a:pt x="307468" y="54560"/>
                  </a:lnTo>
                  <a:lnTo>
                    <a:pt x="307872" y="55652"/>
                  </a:lnTo>
                  <a:lnTo>
                    <a:pt x="307986" y="57183"/>
                  </a:lnTo>
                  <a:lnTo>
                    <a:pt x="308390" y="57385"/>
                  </a:lnTo>
                  <a:lnTo>
                    <a:pt x="309115" y="56754"/>
                  </a:lnTo>
                  <a:lnTo>
                    <a:pt x="311106" y="53582"/>
                  </a:lnTo>
                  <a:lnTo>
                    <a:pt x="312121" y="52798"/>
                  </a:lnTo>
                  <a:lnTo>
                    <a:pt x="313592" y="52297"/>
                  </a:lnTo>
                  <a:lnTo>
                    <a:pt x="316005" y="52543"/>
                  </a:lnTo>
                  <a:lnTo>
                    <a:pt x="317631" y="53576"/>
                  </a:lnTo>
                  <a:lnTo>
                    <a:pt x="318406" y="55016"/>
                  </a:lnTo>
                  <a:lnTo>
                    <a:pt x="319261" y="56200"/>
                  </a:lnTo>
                  <a:lnTo>
                    <a:pt x="319849" y="55704"/>
                  </a:lnTo>
                  <a:lnTo>
                    <a:pt x="320155" y="54336"/>
                  </a:lnTo>
                  <a:lnTo>
                    <a:pt x="320169" y="52771"/>
                  </a:lnTo>
                  <a:lnTo>
                    <a:pt x="320416" y="51484"/>
                  </a:lnTo>
                  <a:lnTo>
                    <a:pt x="323057" y="48318"/>
                  </a:lnTo>
                  <a:lnTo>
                    <a:pt x="324815" y="46212"/>
                  </a:lnTo>
                  <a:lnTo>
                    <a:pt x="325420" y="45965"/>
                  </a:lnTo>
                  <a:lnTo>
                    <a:pt x="326596" y="46402"/>
                  </a:lnTo>
                  <a:lnTo>
                    <a:pt x="327323" y="46181"/>
                  </a:lnTo>
                  <a:lnTo>
                    <a:pt x="329257" y="44199"/>
                  </a:lnTo>
                  <a:lnTo>
                    <a:pt x="331062" y="41944"/>
                  </a:lnTo>
                  <a:lnTo>
                    <a:pt x="331238" y="40419"/>
                  </a:lnTo>
                  <a:lnTo>
                    <a:pt x="331305" y="39037"/>
                  </a:lnTo>
                  <a:lnTo>
                    <a:pt x="331754" y="38412"/>
                  </a:lnTo>
                  <a:lnTo>
                    <a:pt x="334282" y="37928"/>
                  </a:lnTo>
                  <a:lnTo>
                    <a:pt x="334696" y="37669"/>
                  </a:lnTo>
                  <a:lnTo>
                    <a:pt x="336858" y="36098"/>
                  </a:lnTo>
                  <a:lnTo>
                    <a:pt x="339848" y="33421"/>
                  </a:lnTo>
                  <a:lnTo>
                    <a:pt x="341299" y="31843"/>
                  </a:lnTo>
                  <a:lnTo>
                    <a:pt x="343944" y="31141"/>
                  </a:lnTo>
                  <a:lnTo>
                    <a:pt x="344436" y="30687"/>
                  </a:lnTo>
                  <a:lnTo>
                    <a:pt x="345314" y="29622"/>
                  </a:lnTo>
                  <a:lnTo>
                    <a:pt x="346970" y="28152"/>
                  </a:lnTo>
                  <a:lnTo>
                    <a:pt x="347867" y="27989"/>
                  </a:lnTo>
                  <a:lnTo>
                    <a:pt x="347310" y="31550"/>
                  </a:lnTo>
                  <a:lnTo>
                    <a:pt x="346321" y="35669"/>
                  </a:lnTo>
                  <a:lnTo>
                    <a:pt x="345764" y="36768"/>
                  </a:lnTo>
                  <a:lnTo>
                    <a:pt x="343084" y="36584"/>
                  </a:lnTo>
                  <a:lnTo>
                    <a:pt x="343088" y="37706"/>
                  </a:lnTo>
                  <a:lnTo>
                    <a:pt x="343508" y="39427"/>
                  </a:lnTo>
                  <a:lnTo>
                    <a:pt x="343810" y="40394"/>
                  </a:lnTo>
                  <a:lnTo>
                    <a:pt x="344135" y="41261"/>
                  </a:lnTo>
                  <a:lnTo>
                    <a:pt x="344856" y="42759"/>
                  </a:lnTo>
                  <a:lnTo>
                    <a:pt x="347676" y="46301"/>
                  </a:lnTo>
                  <a:lnTo>
                    <a:pt x="351263" y="50809"/>
                  </a:lnTo>
                  <a:lnTo>
                    <a:pt x="355139" y="55871"/>
                  </a:lnTo>
                  <a:lnTo>
                    <a:pt x="357845" y="59406"/>
                  </a:lnTo>
                  <a:lnTo>
                    <a:pt x="358939" y="61230"/>
                  </a:lnTo>
                  <a:lnTo>
                    <a:pt x="359635" y="62656"/>
                  </a:lnTo>
                  <a:lnTo>
                    <a:pt x="361633" y="67804"/>
                  </a:lnTo>
                  <a:lnTo>
                    <a:pt x="363526" y="72688"/>
                  </a:lnTo>
                  <a:lnTo>
                    <a:pt x="366719" y="81294"/>
                  </a:lnTo>
                  <a:lnTo>
                    <a:pt x="369550" y="89609"/>
                  </a:lnTo>
                  <a:lnTo>
                    <a:pt x="372664" y="98758"/>
                  </a:lnTo>
                  <a:lnTo>
                    <a:pt x="374467" y="104056"/>
                  </a:lnTo>
                  <a:lnTo>
                    <a:pt x="378151" y="115137"/>
                  </a:lnTo>
                  <a:lnTo>
                    <a:pt x="379134" y="118539"/>
                  </a:lnTo>
                  <a:lnTo>
                    <a:pt x="381000" y="124980"/>
                  </a:lnTo>
                  <a:lnTo>
                    <a:pt x="382648" y="131024"/>
                  </a:lnTo>
                  <a:lnTo>
                    <a:pt x="384105" y="136370"/>
                  </a:lnTo>
                  <a:lnTo>
                    <a:pt x="385022" y="136853"/>
                  </a:lnTo>
                  <a:lnTo>
                    <a:pt x="385092" y="135403"/>
                  </a:lnTo>
                  <a:lnTo>
                    <a:pt x="385257" y="134436"/>
                  </a:lnTo>
                  <a:lnTo>
                    <a:pt x="385727" y="133894"/>
                  </a:lnTo>
                  <a:lnTo>
                    <a:pt x="386797" y="132315"/>
                  </a:lnTo>
                  <a:lnTo>
                    <a:pt x="387375" y="131936"/>
                  </a:lnTo>
                  <a:lnTo>
                    <a:pt x="388236" y="132099"/>
                  </a:lnTo>
                  <a:lnTo>
                    <a:pt x="389138" y="131295"/>
                  </a:lnTo>
                  <a:lnTo>
                    <a:pt x="389468" y="129779"/>
                  </a:lnTo>
                  <a:lnTo>
                    <a:pt x="389253" y="126971"/>
                  </a:lnTo>
                  <a:lnTo>
                    <a:pt x="389114" y="125678"/>
                  </a:lnTo>
                  <a:lnTo>
                    <a:pt x="389419" y="124290"/>
                  </a:lnTo>
                  <a:lnTo>
                    <a:pt x="389914" y="123746"/>
                  </a:lnTo>
                  <a:lnTo>
                    <a:pt x="390600" y="123308"/>
                  </a:lnTo>
                  <a:lnTo>
                    <a:pt x="391231" y="123082"/>
                  </a:lnTo>
                  <a:lnTo>
                    <a:pt x="391749" y="121513"/>
                  </a:lnTo>
                  <a:lnTo>
                    <a:pt x="392724" y="121038"/>
                  </a:lnTo>
                  <a:lnTo>
                    <a:pt x="393620" y="121331"/>
                  </a:lnTo>
                  <a:lnTo>
                    <a:pt x="394360" y="121392"/>
                  </a:lnTo>
                  <a:lnTo>
                    <a:pt x="395013" y="122534"/>
                  </a:lnTo>
                  <a:lnTo>
                    <a:pt x="395376" y="124100"/>
                  </a:lnTo>
                  <a:lnTo>
                    <a:pt x="396079" y="124221"/>
                  </a:lnTo>
                  <a:lnTo>
                    <a:pt x="397236" y="124062"/>
                  </a:lnTo>
                  <a:lnTo>
                    <a:pt x="397394" y="125377"/>
                  </a:lnTo>
                  <a:lnTo>
                    <a:pt x="397065" y="127570"/>
                  </a:lnTo>
                  <a:lnTo>
                    <a:pt x="396664" y="129266"/>
                  </a:lnTo>
                  <a:lnTo>
                    <a:pt x="396594" y="130631"/>
                  </a:lnTo>
                  <a:lnTo>
                    <a:pt x="397205" y="131295"/>
                  </a:lnTo>
                  <a:lnTo>
                    <a:pt x="399444" y="130701"/>
                  </a:lnTo>
                  <a:lnTo>
                    <a:pt x="400240" y="130994"/>
                  </a:lnTo>
                  <a:lnTo>
                    <a:pt x="400491" y="132374"/>
                  </a:lnTo>
                  <a:lnTo>
                    <a:pt x="400808" y="133518"/>
                  </a:lnTo>
                  <a:lnTo>
                    <a:pt x="400968" y="134918"/>
                  </a:lnTo>
                  <a:lnTo>
                    <a:pt x="400736" y="136471"/>
                  </a:lnTo>
                  <a:lnTo>
                    <a:pt x="401133" y="137395"/>
                  </a:lnTo>
                  <a:lnTo>
                    <a:pt x="403066" y="137417"/>
                  </a:lnTo>
                  <a:lnTo>
                    <a:pt x="404426" y="136670"/>
                  </a:lnTo>
                  <a:lnTo>
                    <a:pt x="406516" y="136612"/>
                  </a:lnTo>
                  <a:lnTo>
                    <a:pt x="408408" y="138252"/>
                  </a:lnTo>
                  <a:lnTo>
                    <a:pt x="409718" y="137998"/>
                  </a:lnTo>
                  <a:lnTo>
                    <a:pt x="411035" y="137335"/>
                  </a:lnTo>
                  <a:lnTo>
                    <a:pt x="412964" y="137757"/>
                  </a:lnTo>
                  <a:lnTo>
                    <a:pt x="414319" y="136460"/>
                  </a:lnTo>
                  <a:lnTo>
                    <a:pt x="415254" y="134840"/>
                  </a:lnTo>
                  <a:lnTo>
                    <a:pt x="415548" y="133565"/>
                  </a:lnTo>
                  <a:lnTo>
                    <a:pt x="416035" y="132859"/>
                  </a:lnTo>
                  <a:lnTo>
                    <a:pt x="417856" y="132866"/>
                  </a:lnTo>
                  <a:lnTo>
                    <a:pt x="419009" y="132744"/>
                  </a:lnTo>
                  <a:lnTo>
                    <a:pt x="419855" y="130872"/>
                  </a:lnTo>
                  <a:lnTo>
                    <a:pt x="420631" y="130027"/>
                  </a:lnTo>
                  <a:lnTo>
                    <a:pt x="421937" y="129868"/>
                  </a:lnTo>
                  <a:lnTo>
                    <a:pt x="422899" y="129868"/>
                  </a:lnTo>
                  <a:lnTo>
                    <a:pt x="425479" y="131607"/>
                  </a:lnTo>
                  <a:lnTo>
                    <a:pt x="427047" y="133042"/>
                  </a:lnTo>
                  <a:lnTo>
                    <a:pt x="428682" y="135085"/>
                  </a:lnTo>
                  <a:lnTo>
                    <a:pt x="429664" y="136367"/>
                  </a:lnTo>
                  <a:lnTo>
                    <a:pt x="430322" y="139257"/>
                  </a:lnTo>
                  <a:lnTo>
                    <a:pt x="431438" y="141388"/>
                  </a:lnTo>
                  <a:lnTo>
                    <a:pt x="432320" y="143875"/>
                  </a:lnTo>
                  <a:lnTo>
                    <a:pt x="432534" y="146331"/>
                  </a:lnTo>
                  <a:lnTo>
                    <a:pt x="433262" y="150740"/>
                  </a:lnTo>
                  <a:lnTo>
                    <a:pt x="434015" y="152190"/>
                  </a:lnTo>
                  <a:lnTo>
                    <a:pt x="434910" y="152190"/>
                  </a:lnTo>
                  <a:lnTo>
                    <a:pt x="436038" y="152793"/>
                  </a:lnTo>
                  <a:lnTo>
                    <a:pt x="437284" y="153276"/>
                  </a:lnTo>
                  <a:lnTo>
                    <a:pt x="439950" y="156559"/>
                  </a:lnTo>
                  <a:lnTo>
                    <a:pt x="440929" y="156657"/>
                  </a:lnTo>
                  <a:lnTo>
                    <a:pt x="441682" y="157442"/>
                  </a:lnTo>
                  <a:lnTo>
                    <a:pt x="441800" y="158953"/>
                  </a:lnTo>
                  <a:lnTo>
                    <a:pt x="441518" y="160703"/>
                  </a:lnTo>
                  <a:lnTo>
                    <a:pt x="441812" y="162385"/>
                  </a:lnTo>
                  <a:lnTo>
                    <a:pt x="442683" y="164528"/>
                  </a:lnTo>
                  <a:lnTo>
                    <a:pt x="443375" y="166623"/>
                  </a:lnTo>
                  <a:lnTo>
                    <a:pt x="444222" y="169161"/>
                  </a:lnTo>
                  <a:lnTo>
                    <a:pt x="444480" y="170609"/>
                  </a:lnTo>
                  <a:lnTo>
                    <a:pt x="445163" y="171092"/>
                  </a:lnTo>
                  <a:lnTo>
                    <a:pt x="446080" y="170370"/>
                  </a:lnTo>
                  <a:lnTo>
                    <a:pt x="447539" y="170918"/>
                  </a:lnTo>
                  <a:lnTo>
                    <a:pt x="451936" y="172361"/>
                  </a:lnTo>
                  <a:lnTo>
                    <a:pt x="452547" y="172541"/>
                  </a:lnTo>
                  <a:lnTo>
                    <a:pt x="453017" y="174052"/>
                  </a:lnTo>
                  <a:lnTo>
                    <a:pt x="453652" y="173931"/>
                  </a:lnTo>
                  <a:lnTo>
                    <a:pt x="454381" y="173870"/>
                  </a:lnTo>
                  <a:lnTo>
                    <a:pt x="455393" y="174052"/>
                  </a:lnTo>
                  <a:lnTo>
                    <a:pt x="456099" y="172662"/>
                  </a:lnTo>
                  <a:lnTo>
                    <a:pt x="456676" y="171446"/>
                  </a:lnTo>
                  <a:lnTo>
                    <a:pt x="458122" y="169940"/>
                  </a:lnTo>
                  <a:lnTo>
                    <a:pt x="459322" y="167892"/>
                  </a:lnTo>
                  <a:lnTo>
                    <a:pt x="460333" y="166079"/>
                  </a:lnTo>
                  <a:lnTo>
                    <a:pt x="461085" y="165838"/>
                  </a:lnTo>
                  <a:lnTo>
                    <a:pt x="461698" y="166683"/>
                  </a:lnTo>
                  <a:lnTo>
                    <a:pt x="461720" y="168253"/>
                  </a:lnTo>
                  <a:lnTo>
                    <a:pt x="460968" y="169401"/>
                  </a:lnTo>
                  <a:lnTo>
                    <a:pt x="460380" y="170790"/>
                  </a:lnTo>
                  <a:lnTo>
                    <a:pt x="460521" y="172179"/>
                  </a:lnTo>
                  <a:lnTo>
                    <a:pt x="461532" y="172300"/>
                  </a:lnTo>
                  <a:lnTo>
                    <a:pt x="462657" y="174389"/>
                  </a:lnTo>
                  <a:lnTo>
                    <a:pt x="464278" y="179289"/>
                  </a:lnTo>
                  <a:lnTo>
                    <a:pt x="464831" y="180316"/>
                  </a:lnTo>
                  <a:lnTo>
                    <a:pt x="465632" y="181283"/>
                  </a:lnTo>
                  <a:lnTo>
                    <a:pt x="466523" y="181720"/>
                  </a:lnTo>
                  <a:lnTo>
                    <a:pt x="467509" y="182419"/>
                  </a:lnTo>
                  <a:lnTo>
                    <a:pt x="468236" y="1844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3670245" y="3694247"/>
              <a:ext cx="2093" cy="3863"/>
            </a:xfrm>
            <a:custGeom>
              <a:avLst/>
              <a:pathLst>
                <a:path w="2093" h="3863">
                  <a:moveTo>
                    <a:pt x="427" y="3601"/>
                  </a:moveTo>
                  <a:lnTo>
                    <a:pt x="0" y="3863"/>
                  </a:lnTo>
                  <a:lnTo>
                    <a:pt x="220" y="2164"/>
                  </a:lnTo>
                  <a:lnTo>
                    <a:pt x="1481" y="0"/>
                  </a:lnTo>
                  <a:lnTo>
                    <a:pt x="1994" y="487"/>
                  </a:lnTo>
                  <a:lnTo>
                    <a:pt x="2093" y="984"/>
                  </a:lnTo>
                  <a:lnTo>
                    <a:pt x="2065" y="1434"/>
                  </a:lnTo>
                  <a:lnTo>
                    <a:pt x="1850" y="1878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3589029" y="3471778"/>
              <a:ext cx="91880" cy="300947"/>
            </a:xfrm>
            <a:custGeom>
              <a:avLst/>
              <a:pathLst>
                <a:path w="91880" h="300947">
                  <a:moveTo>
                    <a:pt x="91880" y="44753"/>
                  </a:moveTo>
                  <a:lnTo>
                    <a:pt x="90464" y="49957"/>
                  </a:lnTo>
                  <a:lnTo>
                    <a:pt x="88767" y="56196"/>
                  </a:lnTo>
                  <a:lnTo>
                    <a:pt x="85640" y="67685"/>
                  </a:lnTo>
                  <a:lnTo>
                    <a:pt x="83260" y="73731"/>
                  </a:lnTo>
                  <a:lnTo>
                    <a:pt x="81462" y="78300"/>
                  </a:lnTo>
                  <a:lnTo>
                    <a:pt x="81298" y="79121"/>
                  </a:lnTo>
                  <a:lnTo>
                    <a:pt x="81304" y="84213"/>
                  </a:lnTo>
                  <a:lnTo>
                    <a:pt x="81323" y="96664"/>
                  </a:lnTo>
                  <a:lnTo>
                    <a:pt x="81362" y="121568"/>
                  </a:lnTo>
                  <a:lnTo>
                    <a:pt x="81399" y="146471"/>
                  </a:lnTo>
                  <a:lnTo>
                    <a:pt x="81437" y="171372"/>
                  </a:lnTo>
                  <a:lnTo>
                    <a:pt x="81456" y="183824"/>
                  </a:lnTo>
                  <a:lnTo>
                    <a:pt x="81462" y="188008"/>
                  </a:lnTo>
                  <a:lnTo>
                    <a:pt x="83040" y="193243"/>
                  </a:lnTo>
                  <a:lnTo>
                    <a:pt x="84582" y="198356"/>
                  </a:lnTo>
                  <a:lnTo>
                    <a:pt x="86620" y="205123"/>
                  </a:lnTo>
                  <a:lnTo>
                    <a:pt x="87712" y="208750"/>
                  </a:lnTo>
                  <a:lnTo>
                    <a:pt x="87893" y="209959"/>
                  </a:lnTo>
                  <a:lnTo>
                    <a:pt x="87837" y="212386"/>
                  </a:lnTo>
                  <a:lnTo>
                    <a:pt x="86159" y="217459"/>
                  </a:lnTo>
                  <a:lnTo>
                    <a:pt x="84785" y="219765"/>
                  </a:lnTo>
                  <a:lnTo>
                    <a:pt x="82936" y="220867"/>
                  </a:lnTo>
                  <a:lnTo>
                    <a:pt x="82382" y="220656"/>
                  </a:lnTo>
                  <a:lnTo>
                    <a:pt x="81655" y="219929"/>
                  </a:lnTo>
                  <a:lnTo>
                    <a:pt x="81370" y="221147"/>
                  </a:lnTo>
                  <a:lnTo>
                    <a:pt x="81156" y="223043"/>
                  </a:lnTo>
                  <a:lnTo>
                    <a:pt x="80747" y="222645"/>
                  </a:lnTo>
                  <a:lnTo>
                    <a:pt x="80438" y="222085"/>
                  </a:lnTo>
                  <a:lnTo>
                    <a:pt x="80623" y="225452"/>
                  </a:lnTo>
                  <a:lnTo>
                    <a:pt x="80813" y="227115"/>
                  </a:lnTo>
                  <a:lnTo>
                    <a:pt x="80536" y="229365"/>
                  </a:lnTo>
                  <a:lnTo>
                    <a:pt x="79637" y="231328"/>
                  </a:lnTo>
                  <a:lnTo>
                    <a:pt x="79557" y="232984"/>
                  </a:lnTo>
                  <a:lnTo>
                    <a:pt x="77611" y="237330"/>
                  </a:lnTo>
                  <a:lnTo>
                    <a:pt x="74854" y="237809"/>
                  </a:lnTo>
                  <a:lnTo>
                    <a:pt x="73404" y="239964"/>
                  </a:lnTo>
                  <a:lnTo>
                    <a:pt x="72759" y="241730"/>
                  </a:lnTo>
                  <a:lnTo>
                    <a:pt x="72268" y="245591"/>
                  </a:lnTo>
                  <a:lnTo>
                    <a:pt x="72440" y="251507"/>
                  </a:lnTo>
                  <a:lnTo>
                    <a:pt x="71673" y="256060"/>
                  </a:lnTo>
                  <a:lnTo>
                    <a:pt x="71527" y="258343"/>
                  </a:lnTo>
                  <a:lnTo>
                    <a:pt x="70103" y="261301"/>
                  </a:lnTo>
                  <a:lnTo>
                    <a:pt x="69472" y="264013"/>
                  </a:lnTo>
                  <a:lnTo>
                    <a:pt x="69005" y="266772"/>
                  </a:lnTo>
                  <a:lnTo>
                    <a:pt x="68598" y="267981"/>
                  </a:lnTo>
                  <a:lnTo>
                    <a:pt x="68117" y="274165"/>
                  </a:lnTo>
                  <a:lnTo>
                    <a:pt x="67453" y="277919"/>
                  </a:lnTo>
                  <a:lnTo>
                    <a:pt x="67273" y="279163"/>
                  </a:lnTo>
                  <a:lnTo>
                    <a:pt x="67110" y="280288"/>
                  </a:lnTo>
                  <a:lnTo>
                    <a:pt x="66596" y="282493"/>
                  </a:lnTo>
                  <a:lnTo>
                    <a:pt x="66263" y="284008"/>
                  </a:lnTo>
                  <a:lnTo>
                    <a:pt x="66022" y="285004"/>
                  </a:lnTo>
                  <a:lnTo>
                    <a:pt x="64340" y="294624"/>
                  </a:lnTo>
                  <a:lnTo>
                    <a:pt x="63029" y="298970"/>
                  </a:lnTo>
                  <a:lnTo>
                    <a:pt x="61999" y="298471"/>
                  </a:lnTo>
                  <a:lnTo>
                    <a:pt x="61316" y="300153"/>
                  </a:lnTo>
                  <a:lnTo>
                    <a:pt x="61243" y="300947"/>
                  </a:lnTo>
                  <a:lnTo>
                    <a:pt x="60879" y="300499"/>
                  </a:lnTo>
                  <a:lnTo>
                    <a:pt x="60019" y="298912"/>
                  </a:lnTo>
                  <a:lnTo>
                    <a:pt x="58252" y="295646"/>
                  </a:lnTo>
                  <a:lnTo>
                    <a:pt x="56486" y="292379"/>
                  </a:lnTo>
                  <a:lnTo>
                    <a:pt x="54719" y="289113"/>
                  </a:lnTo>
                  <a:lnTo>
                    <a:pt x="52952" y="285849"/>
                  </a:lnTo>
                  <a:lnTo>
                    <a:pt x="51186" y="282582"/>
                  </a:lnTo>
                  <a:lnTo>
                    <a:pt x="49419" y="279316"/>
                  </a:lnTo>
                  <a:lnTo>
                    <a:pt x="47652" y="276049"/>
                  </a:lnTo>
                  <a:lnTo>
                    <a:pt x="45886" y="272783"/>
                  </a:lnTo>
                  <a:lnTo>
                    <a:pt x="44849" y="270867"/>
                  </a:lnTo>
                  <a:lnTo>
                    <a:pt x="44391" y="269736"/>
                  </a:lnTo>
                  <a:lnTo>
                    <a:pt x="44031" y="267479"/>
                  </a:lnTo>
                  <a:lnTo>
                    <a:pt x="43857" y="266919"/>
                  </a:lnTo>
                  <a:lnTo>
                    <a:pt x="43386" y="266209"/>
                  </a:lnTo>
                  <a:lnTo>
                    <a:pt x="42833" y="266053"/>
                  </a:lnTo>
                  <a:lnTo>
                    <a:pt x="42674" y="265626"/>
                  </a:lnTo>
                  <a:lnTo>
                    <a:pt x="42679" y="264538"/>
                  </a:lnTo>
                  <a:lnTo>
                    <a:pt x="42872" y="262972"/>
                  </a:lnTo>
                  <a:lnTo>
                    <a:pt x="43521" y="259973"/>
                  </a:lnTo>
                  <a:lnTo>
                    <a:pt x="43592" y="258213"/>
                  </a:lnTo>
                  <a:lnTo>
                    <a:pt x="43464" y="256211"/>
                  </a:lnTo>
                  <a:lnTo>
                    <a:pt x="43260" y="253007"/>
                  </a:lnTo>
                  <a:lnTo>
                    <a:pt x="43084" y="252280"/>
                  </a:lnTo>
                  <a:lnTo>
                    <a:pt x="41914" y="250601"/>
                  </a:lnTo>
                  <a:lnTo>
                    <a:pt x="39461" y="247086"/>
                  </a:lnTo>
                  <a:lnTo>
                    <a:pt x="37007" y="243568"/>
                  </a:lnTo>
                  <a:lnTo>
                    <a:pt x="34554" y="240054"/>
                  </a:lnTo>
                  <a:lnTo>
                    <a:pt x="32101" y="236536"/>
                  </a:lnTo>
                  <a:lnTo>
                    <a:pt x="29648" y="233019"/>
                  </a:lnTo>
                  <a:lnTo>
                    <a:pt x="27194" y="229504"/>
                  </a:lnTo>
                  <a:lnTo>
                    <a:pt x="24742" y="225989"/>
                  </a:lnTo>
                  <a:lnTo>
                    <a:pt x="22290" y="222471"/>
                  </a:lnTo>
                  <a:lnTo>
                    <a:pt x="19836" y="218954"/>
                  </a:lnTo>
                  <a:lnTo>
                    <a:pt x="17383" y="215439"/>
                  </a:lnTo>
                  <a:lnTo>
                    <a:pt x="14931" y="211922"/>
                  </a:lnTo>
                  <a:lnTo>
                    <a:pt x="12477" y="208404"/>
                  </a:lnTo>
                  <a:lnTo>
                    <a:pt x="10024" y="204889"/>
                  </a:lnTo>
                  <a:lnTo>
                    <a:pt x="7571" y="201372"/>
                  </a:lnTo>
                  <a:lnTo>
                    <a:pt x="5117" y="197857"/>
                  </a:lnTo>
                  <a:lnTo>
                    <a:pt x="2665" y="194339"/>
                  </a:lnTo>
                  <a:lnTo>
                    <a:pt x="1744" y="193018"/>
                  </a:lnTo>
                  <a:lnTo>
                    <a:pt x="913" y="191901"/>
                  </a:lnTo>
                  <a:lnTo>
                    <a:pt x="37" y="191901"/>
                  </a:lnTo>
                  <a:lnTo>
                    <a:pt x="0" y="186865"/>
                  </a:lnTo>
                  <a:lnTo>
                    <a:pt x="280" y="174047"/>
                  </a:lnTo>
                  <a:lnTo>
                    <a:pt x="247" y="162793"/>
                  </a:lnTo>
                  <a:lnTo>
                    <a:pt x="496" y="157156"/>
                  </a:lnTo>
                  <a:lnTo>
                    <a:pt x="1578" y="153588"/>
                  </a:lnTo>
                  <a:lnTo>
                    <a:pt x="2077" y="150990"/>
                  </a:lnTo>
                  <a:lnTo>
                    <a:pt x="2436" y="147365"/>
                  </a:lnTo>
                  <a:lnTo>
                    <a:pt x="3002" y="144409"/>
                  </a:lnTo>
                  <a:lnTo>
                    <a:pt x="4287" y="142008"/>
                  </a:lnTo>
                  <a:lnTo>
                    <a:pt x="4517" y="140684"/>
                  </a:lnTo>
                  <a:lnTo>
                    <a:pt x="5878" y="136664"/>
                  </a:lnTo>
                  <a:lnTo>
                    <a:pt x="6694" y="131497"/>
                  </a:lnTo>
                  <a:lnTo>
                    <a:pt x="7310" y="129741"/>
                  </a:lnTo>
                  <a:lnTo>
                    <a:pt x="8078" y="128119"/>
                  </a:lnTo>
                  <a:lnTo>
                    <a:pt x="8620" y="127267"/>
                  </a:lnTo>
                  <a:lnTo>
                    <a:pt x="9514" y="126411"/>
                  </a:lnTo>
                  <a:lnTo>
                    <a:pt x="10214" y="125925"/>
                  </a:lnTo>
                  <a:lnTo>
                    <a:pt x="10341" y="125517"/>
                  </a:lnTo>
                  <a:lnTo>
                    <a:pt x="10401" y="124680"/>
                  </a:lnTo>
                  <a:lnTo>
                    <a:pt x="10168" y="121480"/>
                  </a:lnTo>
                  <a:lnTo>
                    <a:pt x="10467" y="120429"/>
                  </a:lnTo>
                  <a:lnTo>
                    <a:pt x="10943" y="118292"/>
                  </a:lnTo>
                  <a:lnTo>
                    <a:pt x="11488" y="116298"/>
                  </a:lnTo>
                  <a:lnTo>
                    <a:pt x="11982" y="115034"/>
                  </a:lnTo>
                  <a:lnTo>
                    <a:pt x="12258" y="113732"/>
                  </a:lnTo>
                  <a:lnTo>
                    <a:pt x="12388" y="111478"/>
                  </a:lnTo>
                  <a:lnTo>
                    <a:pt x="12408" y="109882"/>
                  </a:lnTo>
                  <a:lnTo>
                    <a:pt x="12400" y="107274"/>
                  </a:lnTo>
                  <a:lnTo>
                    <a:pt x="12245" y="101349"/>
                  </a:lnTo>
                  <a:lnTo>
                    <a:pt x="11668" y="96392"/>
                  </a:lnTo>
                  <a:lnTo>
                    <a:pt x="11312" y="90844"/>
                  </a:lnTo>
                  <a:lnTo>
                    <a:pt x="11574" y="89019"/>
                  </a:lnTo>
                  <a:lnTo>
                    <a:pt x="11119" y="85768"/>
                  </a:lnTo>
                  <a:lnTo>
                    <a:pt x="10894" y="85589"/>
                  </a:lnTo>
                  <a:lnTo>
                    <a:pt x="10523" y="84878"/>
                  </a:lnTo>
                  <a:lnTo>
                    <a:pt x="10051" y="81816"/>
                  </a:lnTo>
                  <a:lnTo>
                    <a:pt x="9695" y="79019"/>
                  </a:lnTo>
                  <a:lnTo>
                    <a:pt x="9473" y="78315"/>
                  </a:lnTo>
                  <a:lnTo>
                    <a:pt x="7930" y="75868"/>
                  </a:lnTo>
                  <a:lnTo>
                    <a:pt x="7164" y="70099"/>
                  </a:lnTo>
                  <a:lnTo>
                    <a:pt x="6304" y="68814"/>
                  </a:lnTo>
                  <a:lnTo>
                    <a:pt x="5837" y="63080"/>
                  </a:lnTo>
                  <a:lnTo>
                    <a:pt x="5747" y="61449"/>
                  </a:lnTo>
                  <a:lnTo>
                    <a:pt x="6234" y="55730"/>
                  </a:lnTo>
                  <a:lnTo>
                    <a:pt x="6187" y="54420"/>
                  </a:lnTo>
                  <a:lnTo>
                    <a:pt x="5671" y="53211"/>
                  </a:lnTo>
                  <a:lnTo>
                    <a:pt x="4224" y="51980"/>
                  </a:lnTo>
                  <a:lnTo>
                    <a:pt x="3050" y="49621"/>
                  </a:lnTo>
                  <a:lnTo>
                    <a:pt x="3201" y="48797"/>
                  </a:lnTo>
                  <a:lnTo>
                    <a:pt x="3288" y="47943"/>
                  </a:lnTo>
                  <a:lnTo>
                    <a:pt x="2670" y="47370"/>
                  </a:lnTo>
                  <a:lnTo>
                    <a:pt x="875" y="37588"/>
                  </a:lnTo>
                  <a:lnTo>
                    <a:pt x="3186" y="31711"/>
                  </a:lnTo>
                  <a:lnTo>
                    <a:pt x="5525" y="25755"/>
                  </a:lnTo>
                  <a:lnTo>
                    <a:pt x="8514" y="18225"/>
                  </a:lnTo>
                  <a:lnTo>
                    <a:pt x="11258" y="11308"/>
                  </a:lnTo>
                  <a:lnTo>
                    <a:pt x="13630" y="5331"/>
                  </a:lnTo>
                  <a:lnTo>
                    <a:pt x="15747" y="0"/>
                  </a:lnTo>
                  <a:lnTo>
                    <a:pt x="15695" y="1015"/>
                  </a:lnTo>
                  <a:lnTo>
                    <a:pt x="15704" y="2370"/>
                  </a:lnTo>
                  <a:lnTo>
                    <a:pt x="15968" y="3197"/>
                  </a:lnTo>
                  <a:lnTo>
                    <a:pt x="16402" y="3764"/>
                  </a:lnTo>
                  <a:lnTo>
                    <a:pt x="17008" y="3165"/>
                  </a:lnTo>
                  <a:lnTo>
                    <a:pt x="17538" y="2334"/>
                  </a:lnTo>
                  <a:lnTo>
                    <a:pt x="18052" y="2162"/>
                  </a:lnTo>
                  <a:lnTo>
                    <a:pt x="21232" y="4381"/>
                  </a:lnTo>
                  <a:lnTo>
                    <a:pt x="21766" y="6315"/>
                  </a:lnTo>
                  <a:lnTo>
                    <a:pt x="21732" y="8397"/>
                  </a:lnTo>
                  <a:lnTo>
                    <a:pt x="21868" y="9909"/>
                  </a:lnTo>
                  <a:lnTo>
                    <a:pt x="21627" y="11427"/>
                  </a:lnTo>
                  <a:lnTo>
                    <a:pt x="21360" y="16009"/>
                  </a:lnTo>
                  <a:lnTo>
                    <a:pt x="21440" y="20219"/>
                  </a:lnTo>
                  <a:lnTo>
                    <a:pt x="22390" y="23333"/>
                  </a:lnTo>
                  <a:lnTo>
                    <a:pt x="23244" y="25780"/>
                  </a:lnTo>
                  <a:lnTo>
                    <a:pt x="23921" y="29208"/>
                  </a:lnTo>
                  <a:lnTo>
                    <a:pt x="24419" y="30263"/>
                  </a:lnTo>
                  <a:lnTo>
                    <a:pt x="25109" y="30807"/>
                  </a:lnTo>
                  <a:lnTo>
                    <a:pt x="27295" y="30954"/>
                  </a:lnTo>
                  <a:lnTo>
                    <a:pt x="30531" y="31175"/>
                  </a:lnTo>
                  <a:lnTo>
                    <a:pt x="33645" y="31385"/>
                  </a:lnTo>
                  <a:lnTo>
                    <a:pt x="33928" y="31468"/>
                  </a:lnTo>
                  <a:lnTo>
                    <a:pt x="34588" y="31936"/>
                  </a:lnTo>
                  <a:lnTo>
                    <a:pt x="37454" y="36574"/>
                  </a:lnTo>
                  <a:lnTo>
                    <a:pt x="40077" y="40820"/>
                  </a:lnTo>
                  <a:lnTo>
                    <a:pt x="42297" y="44511"/>
                  </a:lnTo>
                  <a:lnTo>
                    <a:pt x="44454" y="48095"/>
                  </a:lnTo>
                  <a:lnTo>
                    <a:pt x="46549" y="51579"/>
                  </a:lnTo>
                  <a:lnTo>
                    <a:pt x="48174" y="54472"/>
                  </a:lnTo>
                  <a:lnTo>
                    <a:pt x="49775" y="55353"/>
                  </a:lnTo>
                  <a:lnTo>
                    <a:pt x="52379" y="55772"/>
                  </a:lnTo>
                  <a:lnTo>
                    <a:pt x="54180" y="55912"/>
                  </a:lnTo>
                  <a:lnTo>
                    <a:pt x="55845" y="57127"/>
                  </a:lnTo>
                  <a:lnTo>
                    <a:pt x="58320" y="58261"/>
                  </a:lnTo>
                  <a:lnTo>
                    <a:pt x="60167" y="58844"/>
                  </a:lnTo>
                  <a:lnTo>
                    <a:pt x="61286" y="59497"/>
                  </a:lnTo>
                  <a:lnTo>
                    <a:pt x="64381" y="60167"/>
                  </a:lnTo>
                  <a:lnTo>
                    <a:pt x="64892" y="59780"/>
                  </a:lnTo>
                  <a:lnTo>
                    <a:pt x="66257" y="56570"/>
                  </a:lnTo>
                  <a:lnTo>
                    <a:pt x="67786" y="51357"/>
                  </a:lnTo>
                  <a:lnTo>
                    <a:pt x="68383" y="48484"/>
                  </a:lnTo>
                  <a:lnTo>
                    <a:pt x="70362" y="45633"/>
                  </a:lnTo>
                  <a:lnTo>
                    <a:pt x="73835" y="41651"/>
                  </a:lnTo>
                  <a:lnTo>
                    <a:pt x="76283" y="38846"/>
                  </a:lnTo>
                  <a:lnTo>
                    <a:pt x="79005" y="36027"/>
                  </a:lnTo>
                  <a:lnTo>
                    <a:pt x="80241" y="38471"/>
                  </a:lnTo>
                  <a:lnTo>
                    <a:pt x="81946" y="42397"/>
                  </a:lnTo>
                  <a:lnTo>
                    <a:pt x="82710" y="44333"/>
                  </a:lnTo>
                  <a:lnTo>
                    <a:pt x="83323" y="45189"/>
                  </a:lnTo>
                  <a:lnTo>
                    <a:pt x="84249" y="45763"/>
                  </a:lnTo>
                  <a:lnTo>
                    <a:pt x="85377" y="45777"/>
                  </a:lnTo>
                  <a:lnTo>
                    <a:pt x="85993" y="45685"/>
                  </a:lnTo>
                  <a:lnTo>
                    <a:pt x="87253" y="45180"/>
                  </a:lnTo>
                  <a:lnTo>
                    <a:pt x="90196" y="44714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3995599" y="2356358"/>
              <a:ext cx="126785" cy="119167"/>
            </a:xfrm>
            <a:custGeom>
              <a:avLst/>
              <a:pathLst>
                <a:path w="126785" h="119167">
                  <a:moveTo>
                    <a:pt x="126361" y="31036"/>
                  </a:moveTo>
                  <a:lnTo>
                    <a:pt x="126589" y="32815"/>
                  </a:lnTo>
                  <a:lnTo>
                    <a:pt x="126785" y="34884"/>
                  </a:lnTo>
                  <a:lnTo>
                    <a:pt x="126658" y="35367"/>
                  </a:lnTo>
                  <a:lnTo>
                    <a:pt x="126440" y="35694"/>
                  </a:lnTo>
                  <a:lnTo>
                    <a:pt x="122912" y="36209"/>
                  </a:lnTo>
                  <a:lnTo>
                    <a:pt x="122115" y="36777"/>
                  </a:lnTo>
                  <a:lnTo>
                    <a:pt x="121260" y="39640"/>
                  </a:lnTo>
                  <a:lnTo>
                    <a:pt x="118243" y="41941"/>
                  </a:lnTo>
                  <a:lnTo>
                    <a:pt x="116522" y="43121"/>
                  </a:lnTo>
                  <a:lnTo>
                    <a:pt x="115822" y="43069"/>
                  </a:lnTo>
                  <a:lnTo>
                    <a:pt x="114152" y="44951"/>
                  </a:lnTo>
                  <a:lnTo>
                    <a:pt x="109481" y="49651"/>
                  </a:lnTo>
                  <a:lnTo>
                    <a:pt x="107186" y="52621"/>
                  </a:lnTo>
                  <a:lnTo>
                    <a:pt x="106032" y="53863"/>
                  </a:lnTo>
                  <a:lnTo>
                    <a:pt x="105106" y="55219"/>
                  </a:lnTo>
                  <a:lnTo>
                    <a:pt x="104950" y="56591"/>
                  </a:lnTo>
                  <a:lnTo>
                    <a:pt x="104921" y="57884"/>
                  </a:lnTo>
                  <a:lnTo>
                    <a:pt x="102356" y="63966"/>
                  </a:lnTo>
                  <a:lnTo>
                    <a:pt x="100434" y="64703"/>
                  </a:lnTo>
                  <a:lnTo>
                    <a:pt x="98809" y="64557"/>
                  </a:lnTo>
                  <a:lnTo>
                    <a:pt x="97706" y="65482"/>
                  </a:lnTo>
                  <a:lnTo>
                    <a:pt x="96122" y="66414"/>
                  </a:lnTo>
                  <a:lnTo>
                    <a:pt x="92696" y="65776"/>
                  </a:lnTo>
                  <a:lnTo>
                    <a:pt x="91522" y="65883"/>
                  </a:lnTo>
                  <a:lnTo>
                    <a:pt x="89273" y="65043"/>
                  </a:lnTo>
                  <a:lnTo>
                    <a:pt x="88365" y="65486"/>
                  </a:lnTo>
                  <a:lnTo>
                    <a:pt x="87402" y="66723"/>
                  </a:lnTo>
                  <a:lnTo>
                    <a:pt x="86072" y="71575"/>
                  </a:lnTo>
                  <a:lnTo>
                    <a:pt x="85528" y="72712"/>
                  </a:lnTo>
                  <a:lnTo>
                    <a:pt x="85283" y="73817"/>
                  </a:lnTo>
                  <a:lnTo>
                    <a:pt x="85079" y="76178"/>
                  </a:lnTo>
                  <a:lnTo>
                    <a:pt x="84570" y="78674"/>
                  </a:lnTo>
                  <a:lnTo>
                    <a:pt x="83914" y="80643"/>
                  </a:lnTo>
                  <a:lnTo>
                    <a:pt x="83445" y="82467"/>
                  </a:lnTo>
                  <a:lnTo>
                    <a:pt x="82481" y="84232"/>
                  </a:lnTo>
                  <a:lnTo>
                    <a:pt x="81585" y="85341"/>
                  </a:lnTo>
                  <a:lnTo>
                    <a:pt x="80892" y="83021"/>
                  </a:lnTo>
                  <a:lnTo>
                    <a:pt x="80291" y="83682"/>
                  </a:lnTo>
                  <a:lnTo>
                    <a:pt x="79722" y="84625"/>
                  </a:lnTo>
                  <a:lnTo>
                    <a:pt x="78636" y="84298"/>
                  </a:lnTo>
                  <a:lnTo>
                    <a:pt x="77969" y="84774"/>
                  </a:lnTo>
                  <a:lnTo>
                    <a:pt x="76446" y="86790"/>
                  </a:lnTo>
                  <a:lnTo>
                    <a:pt x="74204" y="86713"/>
                  </a:lnTo>
                  <a:lnTo>
                    <a:pt x="73960" y="86021"/>
                  </a:lnTo>
                  <a:lnTo>
                    <a:pt x="73516" y="80485"/>
                  </a:lnTo>
                  <a:lnTo>
                    <a:pt x="73126" y="77863"/>
                  </a:lnTo>
                  <a:lnTo>
                    <a:pt x="72805" y="77276"/>
                  </a:lnTo>
                  <a:lnTo>
                    <a:pt x="72405" y="77206"/>
                  </a:lnTo>
                  <a:lnTo>
                    <a:pt x="69185" y="81558"/>
                  </a:lnTo>
                  <a:lnTo>
                    <a:pt x="67693" y="82331"/>
                  </a:lnTo>
                  <a:lnTo>
                    <a:pt x="66463" y="82467"/>
                  </a:lnTo>
                  <a:lnTo>
                    <a:pt x="64865" y="81167"/>
                  </a:lnTo>
                  <a:lnTo>
                    <a:pt x="64514" y="81489"/>
                  </a:lnTo>
                  <a:lnTo>
                    <a:pt x="64238" y="82193"/>
                  </a:lnTo>
                  <a:lnTo>
                    <a:pt x="64124" y="83087"/>
                  </a:lnTo>
                  <a:lnTo>
                    <a:pt x="64591" y="85556"/>
                  </a:lnTo>
                  <a:lnTo>
                    <a:pt x="64460" y="86042"/>
                  </a:lnTo>
                  <a:lnTo>
                    <a:pt x="63739" y="86002"/>
                  </a:lnTo>
                  <a:lnTo>
                    <a:pt x="62727" y="86572"/>
                  </a:lnTo>
                  <a:lnTo>
                    <a:pt x="61959" y="87707"/>
                  </a:lnTo>
                  <a:lnTo>
                    <a:pt x="59644" y="91695"/>
                  </a:lnTo>
                  <a:lnTo>
                    <a:pt x="57696" y="93030"/>
                  </a:lnTo>
                  <a:lnTo>
                    <a:pt x="55883" y="93554"/>
                  </a:lnTo>
                  <a:lnTo>
                    <a:pt x="55139" y="93995"/>
                  </a:lnTo>
                  <a:lnTo>
                    <a:pt x="54807" y="94476"/>
                  </a:lnTo>
                  <a:lnTo>
                    <a:pt x="54199" y="96376"/>
                  </a:lnTo>
                  <a:lnTo>
                    <a:pt x="53575" y="99357"/>
                  </a:lnTo>
                  <a:lnTo>
                    <a:pt x="53249" y="100812"/>
                  </a:lnTo>
                  <a:lnTo>
                    <a:pt x="53008" y="101655"/>
                  </a:lnTo>
                  <a:lnTo>
                    <a:pt x="53059" y="102757"/>
                  </a:lnTo>
                  <a:lnTo>
                    <a:pt x="53551" y="104184"/>
                  </a:lnTo>
                  <a:lnTo>
                    <a:pt x="53921" y="107377"/>
                  </a:lnTo>
                  <a:lnTo>
                    <a:pt x="53834" y="108204"/>
                  </a:lnTo>
                  <a:lnTo>
                    <a:pt x="53439" y="109540"/>
                  </a:lnTo>
                  <a:lnTo>
                    <a:pt x="52866" y="110850"/>
                  </a:lnTo>
                  <a:lnTo>
                    <a:pt x="51632" y="111640"/>
                  </a:lnTo>
                  <a:lnTo>
                    <a:pt x="50664" y="112035"/>
                  </a:lnTo>
                  <a:lnTo>
                    <a:pt x="50019" y="111776"/>
                  </a:lnTo>
                  <a:lnTo>
                    <a:pt x="48809" y="111689"/>
                  </a:lnTo>
                  <a:lnTo>
                    <a:pt x="47854" y="112217"/>
                  </a:lnTo>
                  <a:lnTo>
                    <a:pt x="47263" y="113114"/>
                  </a:lnTo>
                  <a:lnTo>
                    <a:pt x="46099" y="114231"/>
                  </a:lnTo>
                  <a:lnTo>
                    <a:pt x="44653" y="114604"/>
                  </a:lnTo>
                  <a:lnTo>
                    <a:pt x="42813" y="114747"/>
                  </a:lnTo>
                  <a:lnTo>
                    <a:pt x="41927" y="114649"/>
                  </a:lnTo>
                  <a:lnTo>
                    <a:pt x="39252" y="113893"/>
                  </a:lnTo>
                  <a:lnTo>
                    <a:pt x="38371" y="114153"/>
                  </a:lnTo>
                  <a:lnTo>
                    <a:pt x="37529" y="114739"/>
                  </a:lnTo>
                  <a:lnTo>
                    <a:pt x="36004" y="115345"/>
                  </a:lnTo>
                  <a:lnTo>
                    <a:pt x="35192" y="117210"/>
                  </a:lnTo>
                  <a:lnTo>
                    <a:pt x="34762" y="118926"/>
                  </a:lnTo>
                  <a:lnTo>
                    <a:pt x="34534" y="119167"/>
                  </a:lnTo>
                  <a:lnTo>
                    <a:pt x="33583" y="117594"/>
                  </a:lnTo>
                  <a:lnTo>
                    <a:pt x="32856" y="116119"/>
                  </a:lnTo>
                  <a:lnTo>
                    <a:pt x="32379" y="114893"/>
                  </a:lnTo>
                  <a:lnTo>
                    <a:pt x="31784" y="114929"/>
                  </a:lnTo>
                  <a:lnTo>
                    <a:pt x="29654" y="117155"/>
                  </a:lnTo>
                  <a:lnTo>
                    <a:pt x="29339" y="117085"/>
                  </a:lnTo>
                  <a:lnTo>
                    <a:pt x="28730" y="116239"/>
                  </a:lnTo>
                  <a:lnTo>
                    <a:pt x="28842" y="114137"/>
                  </a:lnTo>
                  <a:lnTo>
                    <a:pt x="28806" y="112800"/>
                  </a:lnTo>
                  <a:lnTo>
                    <a:pt x="28120" y="112088"/>
                  </a:lnTo>
                  <a:lnTo>
                    <a:pt x="26666" y="111911"/>
                  </a:lnTo>
                  <a:lnTo>
                    <a:pt x="26171" y="111150"/>
                  </a:lnTo>
                  <a:lnTo>
                    <a:pt x="26201" y="110019"/>
                  </a:lnTo>
                  <a:lnTo>
                    <a:pt x="26333" y="108933"/>
                  </a:lnTo>
                  <a:lnTo>
                    <a:pt x="26168" y="108096"/>
                  </a:lnTo>
                  <a:lnTo>
                    <a:pt x="25791" y="107461"/>
                  </a:lnTo>
                  <a:lnTo>
                    <a:pt x="25032" y="107633"/>
                  </a:lnTo>
                  <a:lnTo>
                    <a:pt x="24160" y="108494"/>
                  </a:lnTo>
                  <a:lnTo>
                    <a:pt x="23519" y="109481"/>
                  </a:lnTo>
                  <a:lnTo>
                    <a:pt x="22712" y="109938"/>
                  </a:lnTo>
                  <a:lnTo>
                    <a:pt x="21738" y="110123"/>
                  </a:lnTo>
                  <a:lnTo>
                    <a:pt x="21128" y="110719"/>
                  </a:lnTo>
                  <a:lnTo>
                    <a:pt x="20435" y="113128"/>
                  </a:lnTo>
                  <a:lnTo>
                    <a:pt x="18070" y="113635"/>
                  </a:lnTo>
                  <a:lnTo>
                    <a:pt x="17308" y="113087"/>
                  </a:lnTo>
                  <a:lnTo>
                    <a:pt x="16681" y="111373"/>
                  </a:lnTo>
                  <a:lnTo>
                    <a:pt x="15866" y="108621"/>
                  </a:lnTo>
                  <a:lnTo>
                    <a:pt x="15407" y="108282"/>
                  </a:lnTo>
                  <a:lnTo>
                    <a:pt x="14639" y="107943"/>
                  </a:lnTo>
                  <a:lnTo>
                    <a:pt x="13383" y="108104"/>
                  </a:lnTo>
                  <a:lnTo>
                    <a:pt x="11689" y="109264"/>
                  </a:lnTo>
                  <a:lnTo>
                    <a:pt x="11279" y="108308"/>
                  </a:lnTo>
                  <a:lnTo>
                    <a:pt x="10840" y="108037"/>
                  </a:lnTo>
                  <a:lnTo>
                    <a:pt x="10446" y="108823"/>
                  </a:lnTo>
                  <a:lnTo>
                    <a:pt x="10041" y="108734"/>
                  </a:lnTo>
                  <a:lnTo>
                    <a:pt x="8364" y="108956"/>
                  </a:lnTo>
                  <a:lnTo>
                    <a:pt x="6248" y="108848"/>
                  </a:lnTo>
                  <a:lnTo>
                    <a:pt x="5039" y="108311"/>
                  </a:lnTo>
                  <a:lnTo>
                    <a:pt x="4254" y="108344"/>
                  </a:lnTo>
                  <a:lnTo>
                    <a:pt x="2694" y="109576"/>
                  </a:lnTo>
                  <a:lnTo>
                    <a:pt x="1868" y="109565"/>
                  </a:lnTo>
                  <a:lnTo>
                    <a:pt x="788" y="109791"/>
                  </a:lnTo>
                  <a:lnTo>
                    <a:pt x="588" y="105623"/>
                  </a:lnTo>
                  <a:lnTo>
                    <a:pt x="0" y="102809"/>
                  </a:lnTo>
                  <a:lnTo>
                    <a:pt x="179" y="100859"/>
                  </a:lnTo>
                  <a:lnTo>
                    <a:pt x="572" y="98179"/>
                  </a:lnTo>
                  <a:lnTo>
                    <a:pt x="899" y="96679"/>
                  </a:lnTo>
                  <a:lnTo>
                    <a:pt x="1568" y="97314"/>
                  </a:lnTo>
                  <a:lnTo>
                    <a:pt x="2334" y="98416"/>
                  </a:lnTo>
                  <a:lnTo>
                    <a:pt x="2844" y="98122"/>
                  </a:lnTo>
                  <a:lnTo>
                    <a:pt x="2978" y="97214"/>
                  </a:lnTo>
                  <a:lnTo>
                    <a:pt x="2783" y="96027"/>
                  </a:lnTo>
                  <a:lnTo>
                    <a:pt x="2757" y="95136"/>
                  </a:lnTo>
                  <a:lnTo>
                    <a:pt x="3044" y="93966"/>
                  </a:lnTo>
                  <a:lnTo>
                    <a:pt x="3465" y="92874"/>
                  </a:lnTo>
                  <a:lnTo>
                    <a:pt x="6169" y="91081"/>
                  </a:lnTo>
                  <a:lnTo>
                    <a:pt x="8489" y="89773"/>
                  </a:lnTo>
                  <a:lnTo>
                    <a:pt x="9694" y="90645"/>
                  </a:lnTo>
                  <a:lnTo>
                    <a:pt x="12029" y="92652"/>
                  </a:lnTo>
                  <a:lnTo>
                    <a:pt x="13232" y="93685"/>
                  </a:lnTo>
                  <a:lnTo>
                    <a:pt x="14065" y="94295"/>
                  </a:lnTo>
                  <a:lnTo>
                    <a:pt x="14799" y="97230"/>
                  </a:lnTo>
                  <a:lnTo>
                    <a:pt x="15279" y="97094"/>
                  </a:lnTo>
                  <a:lnTo>
                    <a:pt x="15767" y="96503"/>
                  </a:lnTo>
                  <a:lnTo>
                    <a:pt x="16053" y="95780"/>
                  </a:lnTo>
                  <a:lnTo>
                    <a:pt x="16286" y="93284"/>
                  </a:lnTo>
                  <a:lnTo>
                    <a:pt x="17371" y="91874"/>
                  </a:lnTo>
                  <a:lnTo>
                    <a:pt x="19762" y="90206"/>
                  </a:lnTo>
                  <a:lnTo>
                    <a:pt x="19930" y="89230"/>
                  </a:lnTo>
                  <a:lnTo>
                    <a:pt x="19896" y="88691"/>
                  </a:lnTo>
                  <a:lnTo>
                    <a:pt x="20271" y="88218"/>
                  </a:lnTo>
                  <a:lnTo>
                    <a:pt x="21467" y="87735"/>
                  </a:lnTo>
                  <a:lnTo>
                    <a:pt x="23885" y="87272"/>
                  </a:lnTo>
                  <a:lnTo>
                    <a:pt x="24708" y="87618"/>
                  </a:lnTo>
                  <a:lnTo>
                    <a:pt x="25643" y="88599"/>
                  </a:lnTo>
                  <a:lnTo>
                    <a:pt x="26368" y="89574"/>
                  </a:lnTo>
                  <a:lnTo>
                    <a:pt x="27059" y="89537"/>
                  </a:lnTo>
                  <a:lnTo>
                    <a:pt x="27628" y="89333"/>
                  </a:lnTo>
                  <a:lnTo>
                    <a:pt x="27869" y="89603"/>
                  </a:lnTo>
                  <a:lnTo>
                    <a:pt x="28053" y="90472"/>
                  </a:lnTo>
                  <a:lnTo>
                    <a:pt x="28348" y="91248"/>
                  </a:lnTo>
                  <a:lnTo>
                    <a:pt x="29271" y="90193"/>
                  </a:lnTo>
                  <a:lnTo>
                    <a:pt x="30108" y="88826"/>
                  </a:lnTo>
                  <a:lnTo>
                    <a:pt x="30768" y="88629"/>
                  </a:lnTo>
                  <a:lnTo>
                    <a:pt x="31377" y="88108"/>
                  </a:lnTo>
                  <a:lnTo>
                    <a:pt x="31555" y="87195"/>
                  </a:lnTo>
                  <a:lnTo>
                    <a:pt x="32032" y="85682"/>
                  </a:lnTo>
                  <a:lnTo>
                    <a:pt x="33398" y="82789"/>
                  </a:lnTo>
                  <a:lnTo>
                    <a:pt x="34107" y="82321"/>
                  </a:lnTo>
                  <a:lnTo>
                    <a:pt x="34566" y="82323"/>
                  </a:lnTo>
                  <a:lnTo>
                    <a:pt x="34588" y="82789"/>
                  </a:lnTo>
                  <a:lnTo>
                    <a:pt x="34810" y="83214"/>
                  </a:lnTo>
                  <a:lnTo>
                    <a:pt x="36004" y="83881"/>
                  </a:lnTo>
                  <a:lnTo>
                    <a:pt x="36367" y="83121"/>
                  </a:lnTo>
                  <a:lnTo>
                    <a:pt x="36559" y="82066"/>
                  </a:lnTo>
                  <a:lnTo>
                    <a:pt x="36142" y="80392"/>
                  </a:lnTo>
                  <a:lnTo>
                    <a:pt x="36134" y="79691"/>
                  </a:lnTo>
                  <a:lnTo>
                    <a:pt x="36290" y="79050"/>
                  </a:lnTo>
                  <a:lnTo>
                    <a:pt x="36514" y="78668"/>
                  </a:lnTo>
                  <a:lnTo>
                    <a:pt x="38418" y="80255"/>
                  </a:lnTo>
                  <a:lnTo>
                    <a:pt x="38839" y="80223"/>
                  </a:lnTo>
                  <a:lnTo>
                    <a:pt x="39708" y="79332"/>
                  </a:lnTo>
                  <a:lnTo>
                    <a:pt x="40505" y="77763"/>
                  </a:lnTo>
                  <a:lnTo>
                    <a:pt x="40792" y="76531"/>
                  </a:lnTo>
                  <a:lnTo>
                    <a:pt x="44694" y="72523"/>
                  </a:lnTo>
                  <a:lnTo>
                    <a:pt x="44971" y="71796"/>
                  </a:lnTo>
                  <a:lnTo>
                    <a:pt x="44916" y="71268"/>
                  </a:lnTo>
                  <a:lnTo>
                    <a:pt x="43281" y="70334"/>
                  </a:lnTo>
                  <a:lnTo>
                    <a:pt x="42543" y="70857"/>
                  </a:lnTo>
                  <a:lnTo>
                    <a:pt x="41860" y="70859"/>
                  </a:lnTo>
                  <a:lnTo>
                    <a:pt x="41450" y="70274"/>
                  </a:lnTo>
                  <a:lnTo>
                    <a:pt x="39463" y="70044"/>
                  </a:lnTo>
                  <a:lnTo>
                    <a:pt x="39027" y="69634"/>
                  </a:lnTo>
                  <a:lnTo>
                    <a:pt x="37710" y="66742"/>
                  </a:lnTo>
                  <a:lnTo>
                    <a:pt x="36805" y="65641"/>
                  </a:lnTo>
                  <a:lnTo>
                    <a:pt x="36077" y="64916"/>
                  </a:lnTo>
                  <a:lnTo>
                    <a:pt x="35281" y="65020"/>
                  </a:lnTo>
                  <a:lnTo>
                    <a:pt x="34339" y="65779"/>
                  </a:lnTo>
                  <a:lnTo>
                    <a:pt x="34043" y="65434"/>
                  </a:lnTo>
                  <a:lnTo>
                    <a:pt x="33966" y="64225"/>
                  </a:lnTo>
                  <a:lnTo>
                    <a:pt x="33970" y="62700"/>
                  </a:lnTo>
                  <a:lnTo>
                    <a:pt x="33777" y="61067"/>
                  </a:lnTo>
                  <a:lnTo>
                    <a:pt x="33216" y="60688"/>
                  </a:lnTo>
                  <a:lnTo>
                    <a:pt x="32491" y="61332"/>
                  </a:lnTo>
                  <a:lnTo>
                    <a:pt x="31410" y="60673"/>
                  </a:lnTo>
                  <a:lnTo>
                    <a:pt x="30490" y="60438"/>
                  </a:lnTo>
                  <a:lnTo>
                    <a:pt x="30253" y="57000"/>
                  </a:lnTo>
                  <a:lnTo>
                    <a:pt x="29882" y="55532"/>
                  </a:lnTo>
                  <a:lnTo>
                    <a:pt x="29499" y="53993"/>
                  </a:lnTo>
                  <a:lnTo>
                    <a:pt x="29099" y="53553"/>
                  </a:lnTo>
                  <a:lnTo>
                    <a:pt x="28443" y="52785"/>
                  </a:lnTo>
                  <a:lnTo>
                    <a:pt x="28403" y="50966"/>
                  </a:lnTo>
                  <a:lnTo>
                    <a:pt x="28264" y="50451"/>
                  </a:lnTo>
                  <a:lnTo>
                    <a:pt x="28031" y="50208"/>
                  </a:lnTo>
                  <a:lnTo>
                    <a:pt x="27715" y="50416"/>
                  </a:lnTo>
                  <a:lnTo>
                    <a:pt x="27310" y="51329"/>
                  </a:lnTo>
                  <a:lnTo>
                    <a:pt x="27510" y="53334"/>
                  </a:lnTo>
                  <a:lnTo>
                    <a:pt x="27356" y="55343"/>
                  </a:lnTo>
                  <a:lnTo>
                    <a:pt x="27118" y="56353"/>
                  </a:lnTo>
                  <a:lnTo>
                    <a:pt x="26658" y="57098"/>
                  </a:lnTo>
                  <a:lnTo>
                    <a:pt x="26133" y="57115"/>
                  </a:lnTo>
                  <a:lnTo>
                    <a:pt x="25223" y="56098"/>
                  </a:lnTo>
                  <a:lnTo>
                    <a:pt x="25079" y="62181"/>
                  </a:lnTo>
                  <a:lnTo>
                    <a:pt x="24903" y="62555"/>
                  </a:lnTo>
                  <a:lnTo>
                    <a:pt x="23818" y="61695"/>
                  </a:lnTo>
                  <a:lnTo>
                    <a:pt x="22950" y="62065"/>
                  </a:lnTo>
                  <a:lnTo>
                    <a:pt x="21654" y="61690"/>
                  </a:lnTo>
                  <a:lnTo>
                    <a:pt x="20678" y="60688"/>
                  </a:lnTo>
                  <a:lnTo>
                    <a:pt x="19949" y="60409"/>
                  </a:lnTo>
                  <a:lnTo>
                    <a:pt x="18773" y="59555"/>
                  </a:lnTo>
                  <a:lnTo>
                    <a:pt x="17875" y="58444"/>
                  </a:lnTo>
                  <a:lnTo>
                    <a:pt x="17322" y="54365"/>
                  </a:lnTo>
                  <a:lnTo>
                    <a:pt x="16799" y="52909"/>
                  </a:lnTo>
                  <a:lnTo>
                    <a:pt x="16304" y="52598"/>
                  </a:lnTo>
                  <a:lnTo>
                    <a:pt x="14296" y="54007"/>
                  </a:lnTo>
                  <a:lnTo>
                    <a:pt x="13564" y="52917"/>
                  </a:lnTo>
                  <a:lnTo>
                    <a:pt x="12209" y="51520"/>
                  </a:lnTo>
                  <a:lnTo>
                    <a:pt x="11183" y="50999"/>
                  </a:lnTo>
                  <a:lnTo>
                    <a:pt x="10907" y="50244"/>
                  </a:lnTo>
                  <a:lnTo>
                    <a:pt x="10954" y="49315"/>
                  </a:lnTo>
                  <a:lnTo>
                    <a:pt x="14107" y="44776"/>
                  </a:lnTo>
                  <a:lnTo>
                    <a:pt x="15349" y="41651"/>
                  </a:lnTo>
                  <a:lnTo>
                    <a:pt x="16131" y="40331"/>
                  </a:lnTo>
                  <a:lnTo>
                    <a:pt x="17246" y="39452"/>
                  </a:lnTo>
                  <a:lnTo>
                    <a:pt x="18116" y="38937"/>
                  </a:lnTo>
                  <a:lnTo>
                    <a:pt x="18560" y="36072"/>
                  </a:lnTo>
                  <a:lnTo>
                    <a:pt x="18729" y="35741"/>
                  </a:lnTo>
                  <a:lnTo>
                    <a:pt x="19347" y="35529"/>
                  </a:lnTo>
                  <a:lnTo>
                    <a:pt x="20750" y="34353"/>
                  </a:lnTo>
                  <a:lnTo>
                    <a:pt x="23009" y="31838"/>
                  </a:lnTo>
                  <a:lnTo>
                    <a:pt x="23053" y="31147"/>
                  </a:lnTo>
                  <a:lnTo>
                    <a:pt x="22827" y="30551"/>
                  </a:lnTo>
                  <a:lnTo>
                    <a:pt x="21875" y="29264"/>
                  </a:lnTo>
                  <a:lnTo>
                    <a:pt x="20794" y="28240"/>
                  </a:lnTo>
                  <a:lnTo>
                    <a:pt x="20137" y="28775"/>
                  </a:lnTo>
                  <a:lnTo>
                    <a:pt x="19767" y="29303"/>
                  </a:lnTo>
                  <a:lnTo>
                    <a:pt x="19146" y="27973"/>
                  </a:lnTo>
                  <a:lnTo>
                    <a:pt x="19146" y="26605"/>
                  </a:lnTo>
                  <a:lnTo>
                    <a:pt x="19831" y="24259"/>
                  </a:lnTo>
                  <a:lnTo>
                    <a:pt x="20402" y="23086"/>
                  </a:lnTo>
                  <a:lnTo>
                    <a:pt x="20641" y="20829"/>
                  </a:lnTo>
                  <a:lnTo>
                    <a:pt x="21456" y="19320"/>
                  </a:lnTo>
                  <a:lnTo>
                    <a:pt x="22305" y="16929"/>
                  </a:lnTo>
                  <a:lnTo>
                    <a:pt x="23332" y="14976"/>
                  </a:lnTo>
                  <a:lnTo>
                    <a:pt x="25236" y="13510"/>
                  </a:lnTo>
                  <a:lnTo>
                    <a:pt x="26297" y="13989"/>
                  </a:lnTo>
                  <a:lnTo>
                    <a:pt x="27293" y="13643"/>
                  </a:lnTo>
                  <a:lnTo>
                    <a:pt x="28835" y="12454"/>
                  </a:lnTo>
                  <a:lnTo>
                    <a:pt x="29132" y="12377"/>
                  </a:lnTo>
                  <a:lnTo>
                    <a:pt x="29779" y="12357"/>
                  </a:lnTo>
                  <a:lnTo>
                    <a:pt x="33749" y="14174"/>
                  </a:lnTo>
                  <a:lnTo>
                    <a:pt x="35061" y="14263"/>
                  </a:lnTo>
                  <a:lnTo>
                    <a:pt x="38138" y="16625"/>
                  </a:lnTo>
                  <a:lnTo>
                    <a:pt x="39553" y="17137"/>
                  </a:lnTo>
                  <a:lnTo>
                    <a:pt x="40552" y="17802"/>
                  </a:lnTo>
                  <a:lnTo>
                    <a:pt x="41006" y="18820"/>
                  </a:lnTo>
                  <a:lnTo>
                    <a:pt x="41727" y="20071"/>
                  </a:lnTo>
                  <a:lnTo>
                    <a:pt x="45591" y="21083"/>
                  </a:lnTo>
                  <a:lnTo>
                    <a:pt x="46651" y="21756"/>
                  </a:lnTo>
                  <a:lnTo>
                    <a:pt x="47032" y="22852"/>
                  </a:lnTo>
                  <a:lnTo>
                    <a:pt x="48132" y="24248"/>
                  </a:lnTo>
                  <a:lnTo>
                    <a:pt x="49068" y="24565"/>
                  </a:lnTo>
                  <a:lnTo>
                    <a:pt x="48250" y="19114"/>
                  </a:lnTo>
                  <a:lnTo>
                    <a:pt x="48576" y="15878"/>
                  </a:lnTo>
                  <a:lnTo>
                    <a:pt x="49797" y="7020"/>
                  </a:lnTo>
                  <a:lnTo>
                    <a:pt x="50438" y="5687"/>
                  </a:lnTo>
                  <a:lnTo>
                    <a:pt x="51664" y="4505"/>
                  </a:lnTo>
                  <a:lnTo>
                    <a:pt x="53592" y="3185"/>
                  </a:lnTo>
                  <a:lnTo>
                    <a:pt x="54319" y="1340"/>
                  </a:lnTo>
                  <a:lnTo>
                    <a:pt x="55896" y="1529"/>
                  </a:lnTo>
                  <a:lnTo>
                    <a:pt x="56582" y="1367"/>
                  </a:lnTo>
                  <a:lnTo>
                    <a:pt x="57053" y="1037"/>
                  </a:lnTo>
                  <a:lnTo>
                    <a:pt x="57309" y="0"/>
                  </a:lnTo>
                  <a:lnTo>
                    <a:pt x="59091" y="1800"/>
                  </a:lnTo>
                  <a:lnTo>
                    <a:pt x="62064" y="5442"/>
                  </a:lnTo>
                  <a:lnTo>
                    <a:pt x="64312" y="7747"/>
                  </a:lnTo>
                  <a:lnTo>
                    <a:pt x="66960" y="9928"/>
                  </a:lnTo>
                  <a:lnTo>
                    <a:pt x="70626" y="11920"/>
                  </a:lnTo>
                  <a:lnTo>
                    <a:pt x="73726" y="12581"/>
                  </a:lnTo>
                  <a:lnTo>
                    <a:pt x="74257" y="12112"/>
                  </a:lnTo>
                  <a:lnTo>
                    <a:pt x="75498" y="9085"/>
                  </a:lnTo>
                  <a:lnTo>
                    <a:pt x="76082" y="8949"/>
                  </a:lnTo>
                  <a:lnTo>
                    <a:pt x="77139" y="9215"/>
                  </a:lnTo>
                  <a:lnTo>
                    <a:pt x="80430" y="9356"/>
                  </a:lnTo>
                  <a:lnTo>
                    <a:pt x="83779" y="9499"/>
                  </a:lnTo>
                  <a:lnTo>
                    <a:pt x="85359" y="9206"/>
                  </a:lnTo>
                  <a:lnTo>
                    <a:pt x="88783" y="7945"/>
                  </a:lnTo>
                  <a:lnTo>
                    <a:pt x="89290" y="7883"/>
                  </a:lnTo>
                  <a:lnTo>
                    <a:pt x="90087" y="7970"/>
                  </a:lnTo>
                  <a:lnTo>
                    <a:pt x="92138" y="9684"/>
                  </a:lnTo>
                  <a:lnTo>
                    <a:pt x="93669" y="9926"/>
                  </a:lnTo>
                  <a:lnTo>
                    <a:pt x="94713" y="9917"/>
                  </a:lnTo>
                  <a:lnTo>
                    <a:pt x="95322" y="10056"/>
                  </a:lnTo>
                  <a:lnTo>
                    <a:pt x="96591" y="9991"/>
                  </a:lnTo>
                  <a:lnTo>
                    <a:pt x="98653" y="10199"/>
                  </a:lnTo>
                  <a:lnTo>
                    <a:pt x="101202" y="11313"/>
                  </a:lnTo>
                  <a:lnTo>
                    <a:pt x="104273" y="11111"/>
                  </a:lnTo>
                  <a:lnTo>
                    <a:pt x="105262" y="10900"/>
                  </a:lnTo>
                  <a:lnTo>
                    <a:pt x="106968" y="11102"/>
                  </a:lnTo>
                  <a:lnTo>
                    <a:pt x="108327" y="12164"/>
                  </a:lnTo>
                  <a:lnTo>
                    <a:pt x="110044" y="13284"/>
                  </a:lnTo>
                  <a:lnTo>
                    <a:pt x="111122" y="13754"/>
                  </a:lnTo>
                  <a:lnTo>
                    <a:pt x="111845" y="13996"/>
                  </a:lnTo>
                  <a:lnTo>
                    <a:pt x="113132" y="14081"/>
                  </a:lnTo>
                  <a:lnTo>
                    <a:pt x="113901" y="13729"/>
                  </a:lnTo>
                  <a:lnTo>
                    <a:pt x="114341" y="14223"/>
                  </a:lnTo>
                  <a:lnTo>
                    <a:pt x="114780" y="16971"/>
                  </a:lnTo>
                  <a:lnTo>
                    <a:pt x="115844" y="18779"/>
                  </a:lnTo>
                  <a:lnTo>
                    <a:pt x="116676" y="20482"/>
                  </a:lnTo>
                  <a:lnTo>
                    <a:pt x="117372" y="22365"/>
                  </a:lnTo>
                  <a:lnTo>
                    <a:pt x="118084" y="23131"/>
                  </a:lnTo>
                  <a:lnTo>
                    <a:pt x="119330" y="23158"/>
                  </a:lnTo>
                  <a:lnTo>
                    <a:pt x="121689" y="23695"/>
                  </a:lnTo>
                  <a:lnTo>
                    <a:pt x="123044" y="24444"/>
                  </a:lnTo>
                  <a:lnTo>
                    <a:pt x="124772" y="276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4010026" y="2455574"/>
              <a:ext cx="2518" cy="2835"/>
            </a:xfrm>
            <a:custGeom>
              <a:avLst/>
              <a:pathLst>
                <a:path w="2518" h="2835">
                  <a:moveTo>
                    <a:pt x="2518" y="1696"/>
                  </a:moveTo>
                  <a:lnTo>
                    <a:pt x="2479" y="1089"/>
                  </a:lnTo>
                  <a:lnTo>
                    <a:pt x="2086" y="805"/>
                  </a:lnTo>
                  <a:lnTo>
                    <a:pt x="969" y="476"/>
                  </a:lnTo>
                  <a:lnTo>
                    <a:pt x="171" y="8"/>
                  </a:lnTo>
                  <a:lnTo>
                    <a:pt x="0" y="0"/>
                  </a:lnTo>
                  <a:lnTo>
                    <a:pt x="74" y="581"/>
                  </a:lnTo>
                  <a:lnTo>
                    <a:pt x="412" y="1611"/>
                  </a:lnTo>
                  <a:lnTo>
                    <a:pt x="883" y="2712"/>
                  </a:lnTo>
                  <a:lnTo>
                    <a:pt x="1487" y="28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4023676" y="2452247"/>
              <a:ext cx="1392" cy="2605"/>
            </a:xfrm>
            <a:custGeom>
              <a:avLst/>
              <a:pathLst>
                <a:path w="1392" h="2605">
                  <a:moveTo>
                    <a:pt x="1274" y="1331"/>
                  </a:moveTo>
                  <a:lnTo>
                    <a:pt x="1392" y="0"/>
                  </a:lnTo>
                  <a:lnTo>
                    <a:pt x="1109" y="60"/>
                  </a:lnTo>
                  <a:lnTo>
                    <a:pt x="777" y="424"/>
                  </a:lnTo>
                  <a:lnTo>
                    <a:pt x="141" y="787"/>
                  </a:lnTo>
                  <a:lnTo>
                    <a:pt x="0" y="1454"/>
                  </a:lnTo>
                  <a:lnTo>
                    <a:pt x="424" y="2301"/>
                  </a:lnTo>
                  <a:lnTo>
                    <a:pt x="966" y="26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4015525" y="2447608"/>
              <a:ext cx="3084" cy="7944"/>
            </a:xfrm>
            <a:custGeom>
              <a:avLst/>
              <a:pathLst>
                <a:path w="3084" h="7944">
                  <a:moveTo>
                    <a:pt x="2825" y="7674"/>
                  </a:moveTo>
                  <a:lnTo>
                    <a:pt x="2934" y="7254"/>
                  </a:lnTo>
                  <a:lnTo>
                    <a:pt x="2516" y="5096"/>
                  </a:lnTo>
                  <a:lnTo>
                    <a:pt x="3084" y="3077"/>
                  </a:lnTo>
                  <a:lnTo>
                    <a:pt x="1952" y="2737"/>
                  </a:lnTo>
                  <a:lnTo>
                    <a:pt x="1377" y="2139"/>
                  </a:lnTo>
                  <a:lnTo>
                    <a:pt x="730" y="92"/>
                  </a:lnTo>
                  <a:lnTo>
                    <a:pt x="515" y="0"/>
                  </a:lnTo>
                  <a:lnTo>
                    <a:pt x="179" y="562"/>
                  </a:lnTo>
                  <a:lnTo>
                    <a:pt x="0" y="1900"/>
                  </a:lnTo>
                  <a:lnTo>
                    <a:pt x="158" y="3351"/>
                  </a:lnTo>
                  <a:lnTo>
                    <a:pt x="619" y="4329"/>
                  </a:lnTo>
                  <a:lnTo>
                    <a:pt x="968" y="4720"/>
                  </a:lnTo>
                  <a:lnTo>
                    <a:pt x="955" y="5199"/>
                  </a:lnTo>
                  <a:lnTo>
                    <a:pt x="587" y="7599"/>
                  </a:lnTo>
                  <a:lnTo>
                    <a:pt x="1192" y="7900"/>
                  </a:lnTo>
                  <a:lnTo>
                    <a:pt x="2251" y="79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4386802" y="3315473"/>
              <a:ext cx="1091" cy="3022"/>
            </a:xfrm>
            <a:custGeom>
              <a:avLst/>
              <a:pathLst>
                <a:path w="1091" h="3022">
                  <a:moveTo>
                    <a:pt x="1091" y="1875"/>
                  </a:moveTo>
                  <a:lnTo>
                    <a:pt x="670" y="3022"/>
                  </a:lnTo>
                  <a:lnTo>
                    <a:pt x="0" y="66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4384160" y="3297508"/>
              <a:ext cx="595" cy="3381"/>
            </a:xfrm>
            <a:custGeom>
              <a:avLst/>
              <a:pathLst>
                <a:path w="595" h="3381">
                  <a:moveTo>
                    <a:pt x="595" y="3099"/>
                  </a:moveTo>
                  <a:lnTo>
                    <a:pt x="391" y="3381"/>
                  </a:lnTo>
                  <a:lnTo>
                    <a:pt x="197" y="3373"/>
                  </a:lnTo>
                  <a:lnTo>
                    <a:pt x="0" y="2940"/>
                  </a:lnTo>
                  <a:lnTo>
                    <a:pt x="19" y="1236"/>
                  </a:lnTo>
                  <a:lnTo>
                    <a:pt x="162" y="196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4376407" y="3199549"/>
              <a:ext cx="60828" cy="126879"/>
            </a:xfrm>
            <a:custGeom>
              <a:avLst/>
              <a:pathLst>
                <a:path w="60828" h="126879">
                  <a:moveTo>
                    <a:pt x="24243" y="126879"/>
                  </a:moveTo>
                  <a:lnTo>
                    <a:pt x="22356" y="123036"/>
                  </a:lnTo>
                  <a:lnTo>
                    <a:pt x="18612" y="121696"/>
                  </a:lnTo>
                  <a:lnTo>
                    <a:pt x="18206" y="120002"/>
                  </a:lnTo>
                  <a:lnTo>
                    <a:pt x="17846" y="119672"/>
                  </a:lnTo>
                  <a:lnTo>
                    <a:pt x="17501" y="121875"/>
                  </a:lnTo>
                  <a:lnTo>
                    <a:pt x="15445" y="123991"/>
                  </a:lnTo>
                  <a:lnTo>
                    <a:pt x="14585" y="122713"/>
                  </a:lnTo>
                  <a:lnTo>
                    <a:pt x="13953" y="121164"/>
                  </a:lnTo>
                  <a:lnTo>
                    <a:pt x="14047" y="119271"/>
                  </a:lnTo>
                  <a:lnTo>
                    <a:pt x="14642" y="117724"/>
                  </a:lnTo>
                  <a:lnTo>
                    <a:pt x="15663" y="116614"/>
                  </a:lnTo>
                  <a:lnTo>
                    <a:pt x="16135" y="112727"/>
                  </a:lnTo>
                  <a:lnTo>
                    <a:pt x="15358" y="107747"/>
                  </a:lnTo>
                  <a:lnTo>
                    <a:pt x="14676" y="106297"/>
                  </a:lnTo>
                  <a:lnTo>
                    <a:pt x="13955" y="105147"/>
                  </a:lnTo>
                  <a:lnTo>
                    <a:pt x="13199" y="106999"/>
                  </a:lnTo>
                  <a:lnTo>
                    <a:pt x="12562" y="110168"/>
                  </a:lnTo>
                  <a:lnTo>
                    <a:pt x="11898" y="111798"/>
                  </a:lnTo>
                  <a:lnTo>
                    <a:pt x="10960" y="112162"/>
                  </a:lnTo>
                  <a:lnTo>
                    <a:pt x="9587" y="112030"/>
                  </a:lnTo>
                  <a:lnTo>
                    <a:pt x="9053" y="107301"/>
                  </a:lnTo>
                  <a:lnTo>
                    <a:pt x="8877" y="103244"/>
                  </a:lnTo>
                  <a:lnTo>
                    <a:pt x="9064" y="98614"/>
                  </a:lnTo>
                  <a:lnTo>
                    <a:pt x="9272" y="95869"/>
                  </a:lnTo>
                  <a:lnTo>
                    <a:pt x="7950" y="92086"/>
                  </a:lnTo>
                  <a:lnTo>
                    <a:pt x="7876" y="88484"/>
                  </a:lnTo>
                  <a:lnTo>
                    <a:pt x="7237" y="86625"/>
                  </a:lnTo>
                  <a:lnTo>
                    <a:pt x="7049" y="87565"/>
                  </a:lnTo>
                  <a:lnTo>
                    <a:pt x="7067" y="88599"/>
                  </a:lnTo>
                  <a:lnTo>
                    <a:pt x="6885" y="87849"/>
                  </a:lnTo>
                  <a:lnTo>
                    <a:pt x="4797" y="77279"/>
                  </a:lnTo>
                  <a:lnTo>
                    <a:pt x="4448" y="72377"/>
                  </a:lnTo>
                  <a:lnTo>
                    <a:pt x="4806" y="68603"/>
                  </a:lnTo>
                  <a:lnTo>
                    <a:pt x="5016" y="67336"/>
                  </a:lnTo>
                  <a:lnTo>
                    <a:pt x="4414" y="65349"/>
                  </a:lnTo>
                  <a:lnTo>
                    <a:pt x="3567" y="63091"/>
                  </a:lnTo>
                  <a:lnTo>
                    <a:pt x="2070" y="60135"/>
                  </a:lnTo>
                  <a:lnTo>
                    <a:pt x="1967" y="55456"/>
                  </a:lnTo>
                  <a:lnTo>
                    <a:pt x="1634" y="49939"/>
                  </a:lnTo>
                  <a:lnTo>
                    <a:pt x="1184" y="48079"/>
                  </a:lnTo>
                  <a:lnTo>
                    <a:pt x="497" y="44681"/>
                  </a:lnTo>
                  <a:lnTo>
                    <a:pt x="127" y="41866"/>
                  </a:lnTo>
                  <a:lnTo>
                    <a:pt x="0" y="34427"/>
                  </a:lnTo>
                  <a:lnTo>
                    <a:pt x="191" y="33827"/>
                  </a:lnTo>
                  <a:lnTo>
                    <a:pt x="1251" y="33612"/>
                  </a:lnTo>
                  <a:lnTo>
                    <a:pt x="2614" y="33076"/>
                  </a:lnTo>
                  <a:lnTo>
                    <a:pt x="2828" y="31874"/>
                  </a:lnTo>
                  <a:lnTo>
                    <a:pt x="2589" y="30882"/>
                  </a:lnTo>
                  <a:lnTo>
                    <a:pt x="3460" y="29198"/>
                  </a:lnTo>
                  <a:lnTo>
                    <a:pt x="4708" y="25506"/>
                  </a:lnTo>
                  <a:lnTo>
                    <a:pt x="5674" y="21648"/>
                  </a:lnTo>
                  <a:lnTo>
                    <a:pt x="6369" y="19212"/>
                  </a:lnTo>
                  <a:lnTo>
                    <a:pt x="6784" y="16794"/>
                  </a:lnTo>
                  <a:lnTo>
                    <a:pt x="8185" y="13372"/>
                  </a:lnTo>
                  <a:lnTo>
                    <a:pt x="10123" y="11005"/>
                  </a:lnTo>
                  <a:lnTo>
                    <a:pt x="11436" y="10453"/>
                  </a:lnTo>
                  <a:lnTo>
                    <a:pt x="12805" y="9646"/>
                  </a:lnTo>
                  <a:lnTo>
                    <a:pt x="14116" y="8499"/>
                  </a:lnTo>
                  <a:lnTo>
                    <a:pt x="14737" y="8391"/>
                  </a:lnTo>
                  <a:lnTo>
                    <a:pt x="16366" y="9778"/>
                  </a:lnTo>
                  <a:lnTo>
                    <a:pt x="17246" y="10132"/>
                  </a:lnTo>
                  <a:lnTo>
                    <a:pt x="18170" y="10114"/>
                  </a:lnTo>
                  <a:lnTo>
                    <a:pt x="19127" y="10258"/>
                  </a:lnTo>
                  <a:lnTo>
                    <a:pt x="19961" y="10115"/>
                  </a:lnTo>
                  <a:lnTo>
                    <a:pt x="21957" y="9147"/>
                  </a:lnTo>
                  <a:lnTo>
                    <a:pt x="24073" y="9913"/>
                  </a:lnTo>
                  <a:lnTo>
                    <a:pt x="25962" y="9309"/>
                  </a:lnTo>
                  <a:lnTo>
                    <a:pt x="28301" y="8192"/>
                  </a:lnTo>
                  <a:lnTo>
                    <a:pt x="29450" y="8896"/>
                  </a:lnTo>
                  <a:lnTo>
                    <a:pt x="30496" y="10016"/>
                  </a:lnTo>
                  <a:lnTo>
                    <a:pt x="30642" y="12281"/>
                  </a:lnTo>
                  <a:lnTo>
                    <a:pt x="30884" y="13315"/>
                  </a:lnTo>
                  <a:lnTo>
                    <a:pt x="31232" y="14115"/>
                  </a:lnTo>
                  <a:lnTo>
                    <a:pt x="31697" y="14113"/>
                  </a:lnTo>
                  <a:lnTo>
                    <a:pt x="32294" y="12532"/>
                  </a:lnTo>
                  <a:lnTo>
                    <a:pt x="32791" y="10903"/>
                  </a:lnTo>
                  <a:lnTo>
                    <a:pt x="32954" y="10603"/>
                  </a:lnTo>
                  <a:lnTo>
                    <a:pt x="32980" y="11405"/>
                  </a:lnTo>
                  <a:lnTo>
                    <a:pt x="33227" y="13170"/>
                  </a:lnTo>
                  <a:lnTo>
                    <a:pt x="33672" y="14908"/>
                  </a:lnTo>
                  <a:lnTo>
                    <a:pt x="34123" y="16062"/>
                  </a:lnTo>
                  <a:lnTo>
                    <a:pt x="34874" y="17596"/>
                  </a:lnTo>
                  <a:lnTo>
                    <a:pt x="35363" y="17670"/>
                  </a:lnTo>
                  <a:lnTo>
                    <a:pt x="36961" y="16220"/>
                  </a:lnTo>
                  <a:lnTo>
                    <a:pt x="39357" y="18323"/>
                  </a:lnTo>
                  <a:lnTo>
                    <a:pt x="39637" y="19384"/>
                  </a:lnTo>
                  <a:lnTo>
                    <a:pt x="40413" y="21525"/>
                  </a:lnTo>
                  <a:lnTo>
                    <a:pt x="41253" y="23064"/>
                  </a:lnTo>
                  <a:lnTo>
                    <a:pt x="43121" y="23163"/>
                  </a:lnTo>
                  <a:lnTo>
                    <a:pt x="43787" y="19382"/>
                  </a:lnTo>
                  <a:lnTo>
                    <a:pt x="43465" y="17078"/>
                  </a:lnTo>
                  <a:lnTo>
                    <a:pt x="42399" y="13066"/>
                  </a:lnTo>
                  <a:lnTo>
                    <a:pt x="42110" y="10698"/>
                  </a:lnTo>
                  <a:lnTo>
                    <a:pt x="42449" y="10280"/>
                  </a:lnTo>
                  <a:lnTo>
                    <a:pt x="44254" y="9831"/>
                  </a:lnTo>
                  <a:lnTo>
                    <a:pt x="44547" y="9365"/>
                  </a:lnTo>
                  <a:lnTo>
                    <a:pt x="44946" y="6762"/>
                  </a:lnTo>
                  <a:lnTo>
                    <a:pt x="45436" y="7058"/>
                  </a:lnTo>
                  <a:lnTo>
                    <a:pt x="46437" y="7395"/>
                  </a:lnTo>
                  <a:lnTo>
                    <a:pt x="47496" y="5615"/>
                  </a:lnTo>
                  <a:lnTo>
                    <a:pt x="48123" y="3748"/>
                  </a:lnTo>
                  <a:lnTo>
                    <a:pt x="48465" y="4599"/>
                  </a:lnTo>
                  <a:lnTo>
                    <a:pt x="48839" y="5909"/>
                  </a:lnTo>
                  <a:lnTo>
                    <a:pt x="49248" y="6668"/>
                  </a:lnTo>
                  <a:lnTo>
                    <a:pt x="50010" y="7794"/>
                  </a:lnTo>
                  <a:lnTo>
                    <a:pt x="50847" y="9376"/>
                  </a:lnTo>
                  <a:lnTo>
                    <a:pt x="51369" y="10932"/>
                  </a:lnTo>
                  <a:lnTo>
                    <a:pt x="51788" y="11535"/>
                  </a:lnTo>
                  <a:lnTo>
                    <a:pt x="52861" y="11101"/>
                  </a:lnTo>
                  <a:lnTo>
                    <a:pt x="53148" y="11161"/>
                  </a:lnTo>
                  <a:lnTo>
                    <a:pt x="53770" y="9280"/>
                  </a:lnTo>
                  <a:lnTo>
                    <a:pt x="54208" y="8255"/>
                  </a:lnTo>
                  <a:lnTo>
                    <a:pt x="54579" y="8548"/>
                  </a:lnTo>
                  <a:lnTo>
                    <a:pt x="55119" y="8521"/>
                  </a:lnTo>
                  <a:lnTo>
                    <a:pt x="56238" y="6121"/>
                  </a:lnTo>
                  <a:lnTo>
                    <a:pt x="56879" y="3928"/>
                  </a:lnTo>
                  <a:lnTo>
                    <a:pt x="57229" y="3330"/>
                  </a:lnTo>
                  <a:lnTo>
                    <a:pt x="58232" y="4425"/>
                  </a:lnTo>
                  <a:lnTo>
                    <a:pt x="58633" y="4201"/>
                  </a:lnTo>
                  <a:lnTo>
                    <a:pt x="59213" y="1184"/>
                  </a:lnTo>
                  <a:lnTo>
                    <a:pt x="59838" y="0"/>
                  </a:lnTo>
                  <a:lnTo>
                    <a:pt x="60020" y="1628"/>
                  </a:lnTo>
                  <a:lnTo>
                    <a:pt x="59536" y="4707"/>
                  </a:lnTo>
                  <a:lnTo>
                    <a:pt x="59021" y="7501"/>
                  </a:lnTo>
                  <a:lnTo>
                    <a:pt x="58055" y="9939"/>
                  </a:lnTo>
                  <a:lnTo>
                    <a:pt x="58007" y="11737"/>
                  </a:lnTo>
                  <a:lnTo>
                    <a:pt x="57675" y="17093"/>
                  </a:lnTo>
                  <a:lnTo>
                    <a:pt x="57803" y="18798"/>
                  </a:lnTo>
                  <a:lnTo>
                    <a:pt x="58028" y="20258"/>
                  </a:lnTo>
                  <a:lnTo>
                    <a:pt x="58342" y="21040"/>
                  </a:lnTo>
                  <a:lnTo>
                    <a:pt x="59181" y="26282"/>
                  </a:lnTo>
                  <a:lnTo>
                    <a:pt x="59944" y="31052"/>
                  </a:lnTo>
                  <a:lnTo>
                    <a:pt x="60696" y="34968"/>
                  </a:lnTo>
                  <a:lnTo>
                    <a:pt x="60828" y="37447"/>
                  </a:lnTo>
                  <a:lnTo>
                    <a:pt x="60138" y="43721"/>
                  </a:lnTo>
                  <a:lnTo>
                    <a:pt x="59331" y="49486"/>
                  </a:lnTo>
                  <a:lnTo>
                    <a:pt x="59402" y="52360"/>
                  </a:lnTo>
                  <a:lnTo>
                    <a:pt x="59747" y="55237"/>
                  </a:lnTo>
                  <a:lnTo>
                    <a:pt x="60116" y="59073"/>
                  </a:lnTo>
                  <a:lnTo>
                    <a:pt x="60253" y="63976"/>
                  </a:lnTo>
                  <a:lnTo>
                    <a:pt x="60053" y="67173"/>
                  </a:lnTo>
                  <a:lnTo>
                    <a:pt x="59689" y="69160"/>
                  </a:lnTo>
                  <a:lnTo>
                    <a:pt x="58993" y="71194"/>
                  </a:lnTo>
                  <a:lnTo>
                    <a:pt x="58387" y="72235"/>
                  </a:lnTo>
                  <a:lnTo>
                    <a:pt x="57659" y="70505"/>
                  </a:lnTo>
                  <a:lnTo>
                    <a:pt x="57079" y="70430"/>
                  </a:lnTo>
                  <a:lnTo>
                    <a:pt x="56301" y="70949"/>
                  </a:lnTo>
                  <a:lnTo>
                    <a:pt x="55690" y="71745"/>
                  </a:lnTo>
                  <a:lnTo>
                    <a:pt x="54444" y="74735"/>
                  </a:lnTo>
                  <a:lnTo>
                    <a:pt x="53062" y="77642"/>
                  </a:lnTo>
                  <a:lnTo>
                    <a:pt x="51152" y="78385"/>
                  </a:lnTo>
                  <a:lnTo>
                    <a:pt x="50409" y="80544"/>
                  </a:lnTo>
                  <a:lnTo>
                    <a:pt x="49613" y="80842"/>
                  </a:lnTo>
                  <a:lnTo>
                    <a:pt x="48102" y="80951"/>
                  </a:lnTo>
                  <a:lnTo>
                    <a:pt x="47115" y="81456"/>
                  </a:lnTo>
                  <a:lnTo>
                    <a:pt x="47160" y="82541"/>
                  </a:lnTo>
                  <a:lnTo>
                    <a:pt x="47079" y="87663"/>
                  </a:lnTo>
                  <a:lnTo>
                    <a:pt x="47099" y="88862"/>
                  </a:lnTo>
                  <a:lnTo>
                    <a:pt x="46947" y="89181"/>
                  </a:lnTo>
                  <a:lnTo>
                    <a:pt x="46263" y="89333"/>
                  </a:lnTo>
                  <a:lnTo>
                    <a:pt x="45105" y="88550"/>
                  </a:lnTo>
                  <a:lnTo>
                    <a:pt x="43537" y="87282"/>
                  </a:lnTo>
                  <a:lnTo>
                    <a:pt x="42422" y="87083"/>
                  </a:lnTo>
                  <a:lnTo>
                    <a:pt x="41849" y="89315"/>
                  </a:lnTo>
                  <a:lnTo>
                    <a:pt x="41507" y="90188"/>
                  </a:lnTo>
                  <a:lnTo>
                    <a:pt x="41085" y="90322"/>
                  </a:lnTo>
                  <a:lnTo>
                    <a:pt x="40643" y="90717"/>
                  </a:lnTo>
                  <a:lnTo>
                    <a:pt x="40493" y="91713"/>
                  </a:lnTo>
                  <a:lnTo>
                    <a:pt x="40458" y="92959"/>
                  </a:lnTo>
                  <a:lnTo>
                    <a:pt x="40672" y="95089"/>
                  </a:lnTo>
                  <a:lnTo>
                    <a:pt x="40752" y="98477"/>
                  </a:lnTo>
                  <a:lnTo>
                    <a:pt x="40696" y="100785"/>
                  </a:lnTo>
                  <a:lnTo>
                    <a:pt x="41105" y="102247"/>
                  </a:lnTo>
                  <a:lnTo>
                    <a:pt x="43498" y="107157"/>
                  </a:lnTo>
                  <a:lnTo>
                    <a:pt x="44204" y="108384"/>
                  </a:lnTo>
                  <a:lnTo>
                    <a:pt x="44285" y="109117"/>
                  </a:lnTo>
                  <a:lnTo>
                    <a:pt x="43866" y="111787"/>
                  </a:lnTo>
                  <a:lnTo>
                    <a:pt x="44239" y="115541"/>
                  </a:lnTo>
                  <a:lnTo>
                    <a:pt x="43490" y="115472"/>
                  </a:lnTo>
                  <a:lnTo>
                    <a:pt x="42239" y="113860"/>
                  </a:lnTo>
                  <a:lnTo>
                    <a:pt x="41641" y="112875"/>
                  </a:lnTo>
                  <a:lnTo>
                    <a:pt x="40916" y="113662"/>
                  </a:lnTo>
                  <a:lnTo>
                    <a:pt x="40664" y="113512"/>
                  </a:lnTo>
                  <a:lnTo>
                    <a:pt x="40174" y="111665"/>
                  </a:lnTo>
                  <a:lnTo>
                    <a:pt x="39534" y="109777"/>
                  </a:lnTo>
                  <a:lnTo>
                    <a:pt x="38874" y="109657"/>
                  </a:lnTo>
                  <a:lnTo>
                    <a:pt x="37479" y="110400"/>
                  </a:lnTo>
                  <a:lnTo>
                    <a:pt x="36054" y="110917"/>
                  </a:lnTo>
                  <a:lnTo>
                    <a:pt x="35514" y="110911"/>
                  </a:lnTo>
                  <a:lnTo>
                    <a:pt x="35292" y="111251"/>
                  </a:lnTo>
                  <a:lnTo>
                    <a:pt x="34465" y="114056"/>
                  </a:lnTo>
                  <a:lnTo>
                    <a:pt x="34116" y="113574"/>
                  </a:lnTo>
                  <a:lnTo>
                    <a:pt x="32679" y="112508"/>
                  </a:lnTo>
                  <a:lnTo>
                    <a:pt x="31370" y="112100"/>
                  </a:lnTo>
                  <a:lnTo>
                    <a:pt x="31100" y="112824"/>
                  </a:lnTo>
                  <a:lnTo>
                    <a:pt x="31260" y="115114"/>
                  </a:lnTo>
                  <a:lnTo>
                    <a:pt x="31548" y="117347"/>
                  </a:lnTo>
                  <a:lnTo>
                    <a:pt x="31378" y="118297"/>
                  </a:lnTo>
                  <a:lnTo>
                    <a:pt x="30659" y="119471"/>
                  </a:lnTo>
                  <a:lnTo>
                    <a:pt x="29708" y="121589"/>
                  </a:lnTo>
                  <a:lnTo>
                    <a:pt x="29125" y="123237"/>
                  </a:lnTo>
                  <a:lnTo>
                    <a:pt x="28720" y="123641"/>
                  </a:lnTo>
                  <a:lnTo>
                    <a:pt x="27273" y="123569"/>
                  </a:lnTo>
                  <a:lnTo>
                    <a:pt x="25830" y="123784"/>
                  </a:lnTo>
                  <a:lnTo>
                    <a:pt x="25252" y="125339"/>
                  </a:lnTo>
                  <a:lnTo>
                    <a:pt x="24710" y="12655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451762" y="3970713"/>
              <a:ext cx="420" cy="1895"/>
            </a:xfrm>
            <a:custGeom>
              <a:avLst/>
              <a:pathLst>
                <a:path w="420" h="1895">
                  <a:moveTo>
                    <a:pt x="420" y="1428"/>
                  </a:moveTo>
                  <a:lnTo>
                    <a:pt x="325" y="1895"/>
                  </a:lnTo>
                  <a:lnTo>
                    <a:pt x="143" y="1731"/>
                  </a:lnTo>
                  <a:lnTo>
                    <a:pt x="36" y="1136"/>
                  </a:lnTo>
                  <a:lnTo>
                    <a:pt x="0" y="490"/>
                  </a:lnTo>
                  <a:lnTo>
                    <a:pt x="188" y="0"/>
                  </a:lnTo>
                  <a:lnTo>
                    <a:pt x="322" y="64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404477" y="3799825"/>
              <a:ext cx="754" cy="660"/>
            </a:xfrm>
            <a:custGeom>
              <a:avLst/>
              <a:pathLst>
                <a:path w="754" h="660">
                  <a:moveTo>
                    <a:pt x="737" y="507"/>
                  </a:moveTo>
                  <a:lnTo>
                    <a:pt x="469" y="660"/>
                  </a:lnTo>
                  <a:lnTo>
                    <a:pt x="156" y="655"/>
                  </a:lnTo>
                  <a:lnTo>
                    <a:pt x="0" y="268"/>
                  </a:lnTo>
                  <a:lnTo>
                    <a:pt x="197" y="0"/>
                  </a:lnTo>
                  <a:lnTo>
                    <a:pt x="640" y="54"/>
                  </a:lnTo>
                  <a:lnTo>
                    <a:pt x="754" y="2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190281" y="3771753"/>
              <a:ext cx="455" cy="1009"/>
            </a:xfrm>
            <a:custGeom>
              <a:avLst/>
              <a:pathLst>
                <a:path w="455" h="1009">
                  <a:moveTo>
                    <a:pt x="319" y="461"/>
                  </a:moveTo>
                  <a:lnTo>
                    <a:pt x="455" y="854"/>
                  </a:lnTo>
                  <a:lnTo>
                    <a:pt x="390" y="1009"/>
                  </a:lnTo>
                  <a:lnTo>
                    <a:pt x="193" y="891"/>
                  </a:lnTo>
                  <a:lnTo>
                    <a:pt x="131" y="655"/>
                  </a:lnTo>
                  <a:lnTo>
                    <a:pt x="336" y="773"/>
                  </a:lnTo>
                  <a:lnTo>
                    <a:pt x="202" y="429"/>
                  </a:lnTo>
                  <a:lnTo>
                    <a:pt x="0" y="6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216892" y="3766862"/>
              <a:ext cx="545" cy="900"/>
            </a:xfrm>
            <a:custGeom>
              <a:avLst/>
              <a:pathLst>
                <a:path w="545" h="900">
                  <a:moveTo>
                    <a:pt x="158" y="507"/>
                  </a:moveTo>
                  <a:lnTo>
                    <a:pt x="230" y="709"/>
                  </a:lnTo>
                  <a:lnTo>
                    <a:pt x="396" y="652"/>
                  </a:lnTo>
                  <a:lnTo>
                    <a:pt x="545" y="617"/>
                  </a:lnTo>
                  <a:lnTo>
                    <a:pt x="454" y="819"/>
                  </a:lnTo>
                  <a:lnTo>
                    <a:pt x="150" y="900"/>
                  </a:lnTo>
                  <a:lnTo>
                    <a:pt x="0" y="386"/>
                  </a:lnTo>
                  <a:lnTo>
                    <a:pt x="185" y="0"/>
                  </a:lnTo>
                  <a:lnTo>
                    <a:pt x="156" y="2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228012" y="3765315"/>
              <a:ext cx="346" cy="781"/>
            </a:xfrm>
            <a:custGeom>
              <a:avLst/>
              <a:pathLst>
                <a:path w="346" h="781">
                  <a:moveTo>
                    <a:pt x="331" y="646"/>
                  </a:moveTo>
                  <a:lnTo>
                    <a:pt x="217" y="781"/>
                  </a:lnTo>
                  <a:lnTo>
                    <a:pt x="85" y="735"/>
                  </a:lnTo>
                  <a:lnTo>
                    <a:pt x="2" y="536"/>
                  </a:lnTo>
                  <a:lnTo>
                    <a:pt x="0" y="225"/>
                  </a:lnTo>
                  <a:lnTo>
                    <a:pt x="110" y="0"/>
                  </a:lnTo>
                  <a:lnTo>
                    <a:pt x="259" y="75"/>
                  </a:lnTo>
                  <a:lnTo>
                    <a:pt x="346" y="35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414983" y="3753184"/>
              <a:ext cx="824" cy="1855"/>
            </a:xfrm>
            <a:custGeom>
              <a:avLst/>
              <a:pathLst>
                <a:path w="824" h="1855">
                  <a:moveTo>
                    <a:pt x="676" y="1682"/>
                  </a:moveTo>
                  <a:lnTo>
                    <a:pt x="644" y="1855"/>
                  </a:lnTo>
                  <a:lnTo>
                    <a:pt x="505" y="1618"/>
                  </a:lnTo>
                  <a:lnTo>
                    <a:pt x="234" y="1183"/>
                  </a:lnTo>
                  <a:lnTo>
                    <a:pt x="4" y="704"/>
                  </a:lnTo>
                  <a:lnTo>
                    <a:pt x="0" y="502"/>
                  </a:lnTo>
                  <a:lnTo>
                    <a:pt x="322" y="222"/>
                  </a:lnTo>
                  <a:lnTo>
                    <a:pt x="734" y="0"/>
                  </a:lnTo>
                  <a:lnTo>
                    <a:pt x="824" y="311"/>
                  </a:lnTo>
                  <a:lnTo>
                    <a:pt x="747" y="7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229914" y="3726116"/>
              <a:ext cx="180" cy="833"/>
            </a:xfrm>
            <a:custGeom>
              <a:avLst/>
              <a:pathLst>
                <a:path w="180" h="833">
                  <a:moveTo>
                    <a:pt x="133" y="603"/>
                  </a:moveTo>
                  <a:lnTo>
                    <a:pt x="79" y="833"/>
                  </a:lnTo>
                  <a:lnTo>
                    <a:pt x="0" y="646"/>
                  </a:lnTo>
                  <a:lnTo>
                    <a:pt x="57" y="297"/>
                  </a:lnTo>
                  <a:lnTo>
                    <a:pt x="103" y="0"/>
                  </a:lnTo>
                  <a:lnTo>
                    <a:pt x="180" y="15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222653" y="3715667"/>
              <a:ext cx="1150" cy="2790"/>
            </a:xfrm>
            <a:custGeom>
              <a:avLst/>
              <a:pathLst>
                <a:path w="1150" h="2790">
                  <a:moveTo>
                    <a:pt x="345" y="147"/>
                  </a:moveTo>
                  <a:lnTo>
                    <a:pt x="720" y="712"/>
                  </a:lnTo>
                  <a:lnTo>
                    <a:pt x="1012" y="1471"/>
                  </a:lnTo>
                  <a:lnTo>
                    <a:pt x="1150" y="2527"/>
                  </a:lnTo>
                  <a:lnTo>
                    <a:pt x="1141" y="2790"/>
                  </a:lnTo>
                  <a:lnTo>
                    <a:pt x="923" y="2781"/>
                  </a:lnTo>
                  <a:lnTo>
                    <a:pt x="656" y="2452"/>
                  </a:lnTo>
                  <a:lnTo>
                    <a:pt x="337" y="1797"/>
                  </a:lnTo>
                  <a:lnTo>
                    <a:pt x="566" y="1864"/>
                  </a:lnTo>
                  <a:lnTo>
                    <a:pt x="831" y="2317"/>
                  </a:lnTo>
                  <a:lnTo>
                    <a:pt x="1025" y="2519"/>
                  </a:lnTo>
                  <a:lnTo>
                    <a:pt x="1011" y="2002"/>
                  </a:lnTo>
                  <a:lnTo>
                    <a:pt x="775" y="1096"/>
                  </a:lnTo>
                  <a:lnTo>
                    <a:pt x="632" y="784"/>
                  </a:lnTo>
                  <a:lnTo>
                    <a:pt x="455" y="522"/>
                  </a:lnTo>
                  <a:lnTo>
                    <a:pt x="249" y="346"/>
                  </a:lnTo>
                  <a:lnTo>
                    <a:pt x="32" y="588"/>
                  </a:lnTo>
                  <a:lnTo>
                    <a:pt x="0" y="375"/>
                  </a:lnTo>
                  <a:lnTo>
                    <a:pt x="28" y="19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5209557" y="3667569"/>
              <a:ext cx="714" cy="3832"/>
            </a:xfrm>
            <a:custGeom>
              <a:avLst/>
              <a:pathLst>
                <a:path w="714" h="3832">
                  <a:moveTo>
                    <a:pt x="649" y="2311"/>
                  </a:moveTo>
                  <a:lnTo>
                    <a:pt x="714" y="3832"/>
                  </a:lnTo>
                  <a:lnTo>
                    <a:pt x="450" y="3627"/>
                  </a:lnTo>
                  <a:lnTo>
                    <a:pt x="364" y="3035"/>
                  </a:lnTo>
                  <a:lnTo>
                    <a:pt x="278" y="1503"/>
                  </a:lnTo>
                  <a:lnTo>
                    <a:pt x="0" y="0"/>
                  </a:lnTo>
                  <a:lnTo>
                    <a:pt x="314" y="403"/>
                  </a:lnTo>
                  <a:lnTo>
                    <a:pt x="573" y="157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5149786" y="3659094"/>
              <a:ext cx="372" cy="859"/>
            </a:xfrm>
            <a:custGeom>
              <a:avLst/>
              <a:pathLst>
                <a:path w="372" h="859">
                  <a:moveTo>
                    <a:pt x="215" y="859"/>
                  </a:moveTo>
                  <a:lnTo>
                    <a:pt x="0" y="554"/>
                  </a:lnTo>
                  <a:lnTo>
                    <a:pt x="30" y="170"/>
                  </a:lnTo>
                  <a:lnTo>
                    <a:pt x="180" y="0"/>
                  </a:lnTo>
                  <a:lnTo>
                    <a:pt x="372" y="2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5205694" y="3651557"/>
              <a:ext cx="1468" cy="7009"/>
            </a:xfrm>
            <a:custGeom>
              <a:avLst/>
              <a:pathLst>
                <a:path w="1468" h="7009">
                  <a:moveTo>
                    <a:pt x="1468" y="6204"/>
                  </a:moveTo>
                  <a:lnTo>
                    <a:pt x="1096" y="7009"/>
                  </a:lnTo>
                  <a:lnTo>
                    <a:pt x="955" y="6276"/>
                  </a:lnTo>
                  <a:lnTo>
                    <a:pt x="1134" y="5373"/>
                  </a:lnTo>
                  <a:lnTo>
                    <a:pt x="824" y="1633"/>
                  </a:lnTo>
                  <a:lnTo>
                    <a:pt x="308" y="1122"/>
                  </a:lnTo>
                  <a:lnTo>
                    <a:pt x="0" y="0"/>
                  </a:lnTo>
                  <a:lnTo>
                    <a:pt x="149" y="0"/>
                  </a:lnTo>
                  <a:lnTo>
                    <a:pt x="664" y="1027"/>
                  </a:lnTo>
                  <a:lnTo>
                    <a:pt x="1078" y="1489"/>
                  </a:lnTo>
                  <a:lnTo>
                    <a:pt x="1315" y="39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5189454" y="3603779"/>
              <a:ext cx="1341" cy="5603"/>
            </a:xfrm>
            <a:custGeom>
              <a:avLst/>
              <a:pathLst>
                <a:path w="1341" h="5603">
                  <a:moveTo>
                    <a:pt x="723" y="353"/>
                  </a:moveTo>
                  <a:lnTo>
                    <a:pt x="1341" y="1526"/>
                  </a:lnTo>
                  <a:lnTo>
                    <a:pt x="1260" y="2330"/>
                  </a:lnTo>
                  <a:lnTo>
                    <a:pt x="1052" y="3246"/>
                  </a:lnTo>
                  <a:lnTo>
                    <a:pt x="243" y="5603"/>
                  </a:lnTo>
                  <a:lnTo>
                    <a:pt x="0" y="5387"/>
                  </a:lnTo>
                  <a:lnTo>
                    <a:pt x="790" y="3260"/>
                  </a:lnTo>
                  <a:lnTo>
                    <a:pt x="1094" y="1843"/>
                  </a:lnTo>
                  <a:lnTo>
                    <a:pt x="640" y="769"/>
                  </a:lnTo>
                  <a:lnTo>
                    <a:pt x="388" y="1008"/>
                  </a:lnTo>
                  <a:lnTo>
                    <a:pt x="231" y="0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5189931" y="3593069"/>
              <a:ext cx="1847" cy="1452"/>
            </a:xfrm>
            <a:custGeom>
              <a:avLst/>
              <a:pathLst>
                <a:path w="1847" h="1452">
                  <a:moveTo>
                    <a:pt x="311" y="1343"/>
                  </a:moveTo>
                  <a:lnTo>
                    <a:pt x="0" y="1452"/>
                  </a:lnTo>
                  <a:lnTo>
                    <a:pt x="198" y="851"/>
                  </a:lnTo>
                  <a:lnTo>
                    <a:pt x="1519" y="183"/>
                  </a:lnTo>
                  <a:lnTo>
                    <a:pt x="1634" y="0"/>
                  </a:lnTo>
                  <a:lnTo>
                    <a:pt x="1847" y="366"/>
                  </a:lnTo>
                  <a:lnTo>
                    <a:pt x="1843" y="714"/>
                  </a:lnTo>
                  <a:lnTo>
                    <a:pt x="1746" y="887"/>
                  </a:lnTo>
                  <a:lnTo>
                    <a:pt x="1093" y="900"/>
                  </a:lnTo>
                  <a:lnTo>
                    <a:pt x="580" y="121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5189723" y="3580606"/>
              <a:ext cx="598" cy="2843"/>
            </a:xfrm>
            <a:custGeom>
              <a:avLst/>
              <a:pathLst>
                <a:path w="598" h="2843">
                  <a:moveTo>
                    <a:pt x="415" y="2716"/>
                  </a:moveTo>
                  <a:lnTo>
                    <a:pt x="0" y="2843"/>
                  </a:lnTo>
                  <a:lnTo>
                    <a:pt x="312" y="2418"/>
                  </a:lnTo>
                  <a:lnTo>
                    <a:pt x="397" y="1832"/>
                  </a:lnTo>
                  <a:lnTo>
                    <a:pt x="349" y="0"/>
                  </a:lnTo>
                  <a:lnTo>
                    <a:pt x="511" y="145"/>
                  </a:lnTo>
                  <a:lnTo>
                    <a:pt x="568" y="903"/>
                  </a:lnTo>
                  <a:lnTo>
                    <a:pt x="598" y="200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5189026" y="3576635"/>
              <a:ext cx="1046" cy="3579"/>
            </a:xfrm>
            <a:custGeom>
              <a:avLst/>
              <a:pathLst>
                <a:path w="1046" h="3579">
                  <a:moveTo>
                    <a:pt x="990" y="2895"/>
                  </a:moveTo>
                  <a:lnTo>
                    <a:pt x="1046" y="3579"/>
                  </a:lnTo>
                  <a:lnTo>
                    <a:pt x="390" y="1722"/>
                  </a:lnTo>
                  <a:lnTo>
                    <a:pt x="0" y="525"/>
                  </a:lnTo>
                  <a:lnTo>
                    <a:pt x="23" y="0"/>
                  </a:lnTo>
                  <a:lnTo>
                    <a:pt x="200" y="330"/>
                  </a:lnTo>
                  <a:lnTo>
                    <a:pt x="419" y="916"/>
                  </a:lnTo>
                  <a:lnTo>
                    <a:pt x="562" y="13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385477" y="3574106"/>
              <a:ext cx="4639" cy="8792"/>
            </a:xfrm>
            <a:custGeom>
              <a:avLst/>
              <a:pathLst>
                <a:path w="4639" h="8792">
                  <a:moveTo>
                    <a:pt x="2725" y="5133"/>
                  </a:moveTo>
                  <a:lnTo>
                    <a:pt x="4639" y="8553"/>
                  </a:lnTo>
                  <a:lnTo>
                    <a:pt x="3829" y="8792"/>
                  </a:lnTo>
                  <a:lnTo>
                    <a:pt x="1827" y="7143"/>
                  </a:lnTo>
                  <a:lnTo>
                    <a:pt x="0" y="3759"/>
                  </a:lnTo>
                  <a:lnTo>
                    <a:pt x="546" y="3027"/>
                  </a:lnTo>
                  <a:lnTo>
                    <a:pt x="814" y="4243"/>
                  </a:lnTo>
                  <a:lnTo>
                    <a:pt x="1646" y="5378"/>
                  </a:lnTo>
                  <a:lnTo>
                    <a:pt x="2137" y="3002"/>
                  </a:lnTo>
                  <a:lnTo>
                    <a:pt x="2459" y="2458"/>
                  </a:lnTo>
                  <a:lnTo>
                    <a:pt x="998" y="0"/>
                  </a:lnTo>
                  <a:lnTo>
                    <a:pt x="1577" y="125"/>
                  </a:lnTo>
                  <a:lnTo>
                    <a:pt x="2958" y="179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5186929" y="3543237"/>
              <a:ext cx="1572" cy="1815"/>
            </a:xfrm>
            <a:custGeom>
              <a:avLst/>
              <a:pathLst>
                <a:path w="1572" h="1815">
                  <a:moveTo>
                    <a:pt x="1078" y="672"/>
                  </a:moveTo>
                  <a:lnTo>
                    <a:pt x="228" y="1815"/>
                  </a:lnTo>
                  <a:lnTo>
                    <a:pt x="0" y="1209"/>
                  </a:lnTo>
                  <a:lnTo>
                    <a:pt x="309" y="1184"/>
                  </a:lnTo>
                  <a:lnTo>
                    <a:pt x="879" y="85"/>
                  </a:lnTo>
                  <a:lnTo>
                    <a:pt x="1572" y="0"/>
                  </a:lnTo>
                  <a:lnTo>
                    <a:pt x="1493" y="60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5188501" y="3541027"/>
              <a:ext cx="949" cy="1562"/>
            </a:xfrm>
            <a:custGeom>
              <a:avLst/>
              <a:pathLst>
                <a:path w="949" h="1562">
                  <a:moveTo>
                    <a:pt x="949" y="578"/>
                  </a:moveTo>
                  <a:lnTo>
                    <a:pt x="220" y="1562"/>
                  </a:lnTo>
                  <a:lnTo>
                    <a:pt x="0" y="1403"/>
                  </a:lnTo>
                  <a:lnTo>
                    <a:pt x="867" y="0"/>
                  </a:lnTo>
                  <a:lnTo>
                    <a:pt x="864" y="1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1364417" y="3518133"/>
              <a:ext cx="1722" cy="3751"/>
            </a:xfrm>
            <a:custGeom>
              <a:avLst/>
              <a:pathLst>
                <a:path w="1722" h="3751">
                  <a:moveTo>
                    <a:pt x="805" y="0"/>
                  </a:moveTo>
                  <a:lnTo>
                    <a:pt x="1722" y="2491"/>
                  </a:lnTo>
                  <a:lnTo>
                    <a:pt x="1545" y="3751"/>
                  </a:lnTo>
                  <a:lnTo>
                    <a:pt x="883" y="3635"/>
                  </a:lnTo>
                  <a:lnTo>
                    <a:pt x="578" y="3197"/>
                  </a:lnTo>
                  <a:lnTo>
                    <a:pt x="1097" y="2980"/>
                  </a:lnTo>
                  <a:lnTo>
                    <a:pt x="1182" y="2516"/>
                  </a:lnTo>
                  <a:lnTo>
                    <a:pt x="946" y="1783"/>
                  </a:lnTo>
                  <a:lnTo>
                    <a:pt x="630" y="1271"/>
                  </a:lnTo>
                  <a:lnTo>
                    <a:pt x="412" y="1271"/>
                  </a:lnTo>
                  <a:lnTo>
                    <a:pt x="359" y="2272"/>
                  </a:lnTo>
                  <a:lnTo>
                    <a:pt x="0" y="1486"/>
                  </a:lnTo>
                  <a:lnTo>
                    <a:pt x="207" y="708"/>
                  </a:lnTo>
                  <a:lnTo>
                    <a:pt x="460" y="19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2478214" y="3125796"/>
              <a:ext cx="1066" cy="2967"/>
            </a:xfrm>
            <a:custGeom>
              <a:avLst/>
              <a:pathLst>
                <a:path w="1066" h="2967">
                  <a:moveTo>
                    <a:pt x="1066" y="2338"/>
                  </a:moveTo>
                  <a:lnTo>
                    <a:pt x="488" y="2967"/>
                  </a:lnTo>
                  <a:lnTo>
                    <a:pt x="0" y="2110"/>
                  </a:lnTo>
                  <a:lnTo>
                    <a:pt x="110" y="56"/>
                  </a:lnTo>
                  <a:lnTo>
                    <a:pt x="577" y="0"/>
                  </a:lnTo>
                  <a:lnTo>
                    <a:pt x="1044" y="9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2475734" y="3119840"/>
              <a:ext cx="2414" cy="5264"/>
            </a:xfrm>
            <a:custGeom>
              <a:avLst/>
              <a:pathLst>
                <a:path w="2414" h="5264">
                  <a:moveTo>
                    <a:pt x="2414" y="4804"/>
                  </a:moveTo>
                  <a:lnTo>
                    <a:pt x="2117" y="5264"/>
                  </a:lnTo>
                  <a:lnTo>
                    <a:pt x="1593" y="3444"/>
                  </a:lnTo>
                  <a:lnTo>
                    <a:pt x="747" y="2947"/>
                  </a:lnTo>
                  <a:lnTo>
                    <a:pt x="17" y="1871"/>
                  </a:lnTo>
                  <a:lnTo>
                    <a:pt x="0" y="1640"/>
                  </a:lnTo>
                  <a:lnTo>
                    <a:pt x="12" y="1100"/>
                  </a:lnTo>
                  <a:lnTo>
                    <a:pt x="154" y="477"/>
                  </a:lnTo>
                  <a:lnTo>
                    <a:pt x="527" y="0"/>
                  </a:lnTo>
                  <a:lnTo>
                    <a:pt x="1458" y="1457"/>
                  </a:lnTo>
                  <a:lnTo>
                    <a:pt x="1895" y="3299"/>
                  </a:lnTo>
                  <a:lnTo>
                    <a:pt x="2301" y="41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4650828" y="2642604"/>
              <a:ext cx="8810" cy="10392"/>
            </a:xfrm>
            <a:custGeom>
              <a:avLst/>
              <a:pathLst>
                <a:path w="8810" h="10392">
                  <a:moveTo>
                    <a:pt x="1856" y="9739"/>
                  </a:moveTo>
                  <a:lnTo>
                    <a:pt x="1339" y="10392"/>
                  </a:lnTo>
                  <a:lnTo>
                    <a:pt x="858" y="9998"/>
                  </a:lnTo>
                  <a:lnTo>
                    <a:pt x="729" y="9691"/>
                  </a:lnTo>
                  <a:lnTo>
                    <a:pt x="150" y="7997"/>
                  </a:lnTo>
                  <a:lnTo>
                    <a:pt x="0" y="7127"/>
                  </a:lnTo>
                  <a:lnTo>
                    <a:pt x="388" y="5471"/>
                  </a:lnTo>
                  <a:lnTo>
                    <a:pt x="1980" y="2742"/>
                  </a:lnTo>
                  <a:lnTo>
                    <a:pt x="6097" y="115"/>
                  </a:lnTo>
                  <a:lnTo>
                    <a:pt x="6838" y="0"/>
                  </a:lnTo>
                  <a:lnTo>
                    <a:pt x="8464" y="1125"/>
                  </a:lnTo>
                  <a:lnTo>
                    <a:pt x="8810" y="3231"/>
                  </a:lnTo>
                  <a:lnTo>
                    <a:pt x="8512" y="5048"/>
                  </a:lnTo>
                  <a:lnTo>
                    <a:pt x="8138" y="6266"/>
                  </a:lnTo>
                  <a:lnTo>
                    <a:pt x="6255" y="8319"/>
                  </a:lnTo>
                  <a:lnTo>
                    <a:pt x="4788" y="93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4656357" y="2617704"/>
              <a:ext cx="1424" cy="2938"/>
            </a:xfrm>
            <a:custGeom>
              <a:avLst/>
              <a:pathLst>
                <a:path w="1424" h="2938">
                  <a:moveTo>
                    <a:pt x="1230" y="1533"/>
                  </a:moveTo>
                  <a:lnTo>
                    <a:pt x="1424" y="2938"/>
                  </a:lnTo>
                  <a:lnTo>
                    <a:pt x="494" y="2673"/>
                  </a:lnTo>
                  <a:lnTo>
                    <a:pt x="0" y="1323"/>
                  </a:lnTo>
                  <a:lnTo>
                    <a:pt x="66" y="164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4650171" y="2612757"/>
              <a:ext cx="3121" cy="6150"/>
            </a:xfrm>
            <a:custGeom>
              <a:avLst/>
              <a:pathLst>
                <a:path w="3121" h="6150">
                  <a:moveTo>
                    <a:pt x="1439" y="5697"/>
                  </a:moveTo>
                  <a:lnTo>
                    <a:pt x="703" y="6150"/>
                  </a:lnTo>
                  <a:lnTo>
                    <a:pt x="289" y="5133"/>
                  </a:lnTo>
                  <a:lnTo>
                    <a:pt x="0" y="4863"/>
                  </a:lnTo>
                  <a:lnTo>
                    <a:pt x="164" y="3527"/>
                  </a:lnTo>
                  <a:lnTo>
                    <a:pt x="1363" y="904"/>
                  </a:lnTo>
                  <a:lnTo>
                    <a:pt x="1597" y="0"/>
                  </a:lnTo>
                  <a:lnTo>
                    <a:pt x="2707" y="543"/>
                  </a:lnTo>
                  <a:lnTo>
                    <a:pt x="3121" y="1931"/>
                  </a:lnTo>
                  <a:lnTo>
                    <a:pt x="2610" y="40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4668915" y="2609246"/>
              <a:ext cx="710" cy="2897"/>
            </a:xfrm>
            <a:custGeom>
              <a:avLst/>
              <a:pathLst>
                <a:path w="710" h="2897">
                  <a:moveTo>
                    <a:pt x="710" y="1982"/>
                  </a:moveTo>
                  <a:lnTo>
                    <a:pt x="580" y="2897"/>
                  </a:lnTo>
                  <a:lnTo>
                    <a:pt x="0" y="1513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4649008" y="2602370"/>
              <a:ext cx="1892" cy="6142"/>
            </a:xfrm>
            <a:custGeom>
              <a:avLst/>
              <a:pathLst>
                <a:path w="1892" h="6142">
                  <a:moveTo>
                    <a:pt x="1892" y="5427"/>
                  </a:moveTo>
                  <a:lnTo>
                    <a:pt x="1740" y="6142"/>
                  </a:lnTo>
                  <a:lnTo>
                    <a:pt x="1239" y="5928"/>
                  </a:lnTo>
                  <a:lnTo>
                    <a:pt x="726" y="3894"/>
                  </a:lnTo>
                  <a:lnTo>
                    <a:pt x="512" y="2284"/>
                  </a:lnTo>
                  <a:lnTo>
                    <a:pt x="0" y="1399"/>
                  </a:lnTo>
                  <a:lnTo>
                    <a:pt x="815" y="0"/>
                  </a:lnTo>
                  <a:lnTo>
                    <a:pt x="1853" y="25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4670007" y="2602188"/>
              <a:ext cx="2688" cy="6434"/>
            </a:xfrm>
            <a:custGeom>
              <a:avLst/>
              <a:pathLst>
                <a:path w="2688" h="6434">
                  <a:moveTo>
                    <a:pt x="2688" y="3402"/>
                  </a:moveTo>
                  <a:lnTo>
                    <a:pt x="2560" y="6292"/>
                  </a:lnTo>
                  <a:lnTo>
                    <a:pt x="1746" y="6434"/>
                  </a:lnTo>
                  <a:lnTo>
                    <a:pt x="1260" y="4572"/>
                  </a:lnTo>
                  <a:lnTo>
                    <a:pt x="744" y="5481"/>
                  </a:lnTo>
                  <a:lnTo>
                    <a:pt x="474" y="5497"/>
                  </a:lnTo>
                  <a:lnTo>
                    <a:pt x="69" y="3181"/>
                  </a:lnTo>
                  <a:lnTo>
                    <a:pt x="0" y="1373"/>
                  </a:lnTo>
                  <a:lnTo>
                    <a:pt x="957" y="0"/>
                  </a:lnTo>
                  <a:lnTo>
                    <a:pt x="1535" y="826"/>
                  </a:lnTo>
                  <a:lnTo>
                    <a:pt x="2368" y="12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4677568" y="2599452"/>
              <a:ext cx="2897" cy="8176"/>
            </a:xfrm>
            <a:custGeom>
              <a:avLst/>
              <a:pathLst>
                <a:path w="2897" h="8176">
                  <a:moveTo>
                    <a:pt x="2897" y="6354"/>
                  </a:moveTo>
                  <a:lnTo>
                    <a:pt x="1811" y="8176"/>
                  </a:lnTo>
                  <a:lnTo>
                    <a:pt x="348" y="5732"/>
                  </a:lnTo>
                  <a:lnTo>
                    <a:pt x="0" y="4381"/>
                  </a:lnTo>
                  <a:lnTo>
                    <a:pt x="1112" y="2402"/>
                  </a:lnTo>
                  <a:lnTo>
                    <a:pt x="2056" y="141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4652588" y="2552204"/>
              <a:ext cx="1139" cy="5456"/>
            </a:xfrm>
            <a:custGeom>
              <a:avLst/>
              <a:pathLst>
                <a:path w="1139" h="5456">
                  <a:moveTo>
                    <a:pt x="1139" y="3545"/>
                  </a:moveTo>
                  <a:lnTo>
                    <a:pt x="981" y="5456"/>
                  </a:lnTo>
                  <a:lnTo>
                    <a:pt x="218" y="4195"/>
                  </a:lnTo>
                  <a:lnTo>
                    <a:pt x="0" y="0"/>
                  </a:lnTo>
                  <a:lnTo>
                    <a:pt x="783" y="12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4704278" y="2524394"/>
              <a:ext cx="1427" cy="3102"/>
            </a:xfrm>
            <a:custGeom>
              <a:avLst/>
              <a:pathLst>
                <a:path w="1427" h="3102">
                  <a:moveTo>
                    <a:pt x="1217" y="2223"/>
                  </a:moveTo>
                  <a:lnTo>
                    <a:pt x="694" y="3102"/>
                  </a:lnTo>
                  <a:lnTo>
                    <a:pt x="75" y="2223"/>
                  </a:lnTo>
                  <a:lnTo>
                    <a:pt x="0" y="1294"/>
                  </a:lnTo>
                  <a:lnTo>
                    <a:pt x="323" y="487"/>
                  </a:lnTo>
                  <a:lnTo>
                    <a:pt x="1075" y="0"/>
                  </a:lnTo>
                  <a:lnTo>
                    <a:pt x="1427" y="7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4653172" y="2516447"/>
              <a:ext cx="1742" cy="6440"/>
            </a:xfrm>
            <a:custGeom>
              <a:avLst/>
              <a:pathLst>
                <a:path w="1742" h="6440">
                  <a:moveTo>
                    <a:pt x="1742" y="2536"/>
                  </a:moveTo>
                  <a:lnTo>
                    <a:pt x="1688" y="6440"/>
                  </a:lnTo>
                  <a:lnTo>
                    <a:pt x="1053" y="6273"/>
                  </a:lnTo>
                  <a:lnTo>
                    <a:pt x="621" y="5880"/>
                  </a:lnTo>
                  <a:lnTo>
                    <a:pt x="436" y="5119"/>
                  </a:lnTo>
                  <a:lnTo>
                    <a:pt x="0" y="1496"/>
                  </a:lnTo>
                  <a:lnTo>
                    <a:pt x="486" y="0"/>
                  </a:lnTo>
                  <a:lnTo>
                    <a:pt x="1429" y="11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4650769" y="2492784"/>
              <a:ext cx="39269" cy="127332"/>
            </a:xfrm>
            <a:custGeom>
              <a:avLst/>
              <a:pathLst>
                <a:path w="39269" h="127332">
                  <a:moveTo>
                    <a:pt x="25479" y="0"/>
                  </a:moveTo>
                  <a:lnTo>
                    <a:pt x="28290" y="13219"/>
                  </a:lnTo>
                  <a:lnTo>
                    <a:pt x="30978" y="21759"/>
                  </a:lnTo>
                  <a:lnTo>
                    <a:pt x="33269" y="27947"/>
                  </a:lnTo>
                  <a:lnTo>
                    <a:pt x="36533" y="39857"/>
                  </a:lnTo>
                  <a:lnTo>
                    <a:pt x="37489" y="46226"/>
                  </a:lnTo>
                  <a:lnTo>
                    <a:pt x="37580" y="50171"/>
                  </a:lnTo>
                  <a:lnTo>
                    <a:pt x="38124" y="55597"/>
                  </a:lnTo>
                  <a:lnTo>
                    <a:pt x="37659" y="58708"/>
                  </a:lnTo>
                  <a:lnTo>
                    <a:pt x="37797" y="63611"/>
                  </a:lnTo>
                  <a:lnTo>
                    <a:pt x="37592" y="66128"/>
                  </a:lnTo>
                  <a:lnTo>
                    <a:pt x="37194" y="67984"/>
                  </a:lnTo>
                  <a:lnTo>
                    <a:pt x="37179" y="71546"/>
                  </a:lnTo>
                  <a:lnTo>
                    <a:pt x="37307" y="73452"/>
                  </a:lnTo>
                  <a:lnTo>
                    <a:pt x="37320" y="75979"/>
                  </a:lnTo>
                  <a:lnTo>
                    <a:pt x="37576" y="76964"/>
                  </a:lnTo>
                  <a:lnTo>
                    <a:pt x="37950" y="77329"/>
                  </a:lnTo>
                  <a:lnTo>
                    <a:pt x="38543" y="76409"/>
                  </a:lnTo>
                  <a:lnTo>
                    <a:pt x="39269" y="76026"/>
                  </a:lnTo>
                  <a:lnTo>
                    <a:pt x="39140" y="79066"/>
                  </a:lnTo>
                  <a:lnTo>
                    <a:pt x="38263" y="86756"/>
                  </a:lnTo>
                  <a:lnTo>
                    <a:pt x="37499" y="92358"/>
                  </a:lnTo>
                  <a:lnTo>
                    <a:pt x="36462" y="97236"/>
                  </a:lnTo>
                  <a:lnTo>
                    <a:pt x="35141" y="101696"/>
                  </a:lnTo>
                  <a:lnTo>
                    <a:pt x="33559" y="103443"/>
                  </a:lnTo>
                  <a:lnTo>
                    <a:pt x="32447" y="104069"/>
                  </a:lnTo>
                  <a:lnTo>
                    <a:pt x="30325" y="104294"/>
                  </a:lnTo>
                  <a:lnTo>
                    <a:pt x="28563" y="103535"/>
                  </a:lnTo>
                  <a:lnTo>
                    <a:pt x="27048" y="104085"/>
                  </a:lnTo>
                  <a:lnTo>
                    <a:pt x="26440" y="105017"/>
                  </a:lnTo>
                  <a:lnTo>
                    <a:pt x="25988" y="106605"/>
                  </a:lnTo>
                  <a:lnTo>
                    <a:pt x="26320" y="109076"/>
                  </a:lnTo>
                  <a:lnTo>
                    <a:pt x="26277" y="110899"/>
                  </a:lnTo>
                  <a:lnTo>
                    <a:pt x="25630" y="110759"/>
                  </a:lnTo>
                  <a:lnTo>
                    <a:pt x="24344" y="109699"/>
                  </a:lnTo>
                  <a:lnTo>
                    <a:pt x="22921" y="109555"/>
                  </a:lnTo>
                  <a:lnTo>
                    <a:pt x="22256" y="109031"/>
                  </a:lnTo>
                  <a:lnTo>
                    <a:pt x="21585" y="106419"/>
                  </a:lnTo>
                  <a:lnTo>
                    <a:pt x="20901" y="106516"/>
                  </a:lnTo>
                  <a:lnTo>
                    <a:pt x="19709" y="108064"/>
                  </a:lnTo>
                  <a:lnTo>
                    <a:pt x="17886" y="108407"/>
                  </a:lnTo>
                  <a:lnTo>
                    <a:pt x="17245" y="109244"/>
                  </a:lnTo>
                  <a:lnTo>
                    <a:pt x="17018" y="110328"/>
                  </a:lnTo>
                  <a:lnTo>
                    <a:pt x="17284" y="111696"/>
                  </a:lnTo>
                  <a:lnTo>
                    <a:pt x="18201" y="113494"/>
                  </a:lnTo>
                  <a:lnTo>
                    <a:pt x="17893" y="115311"/>
                  </a:lnTo>
                  <a:lnTo>
                    <a:pt x="16938" y="116222"/>
                  </a:lnTo>
                  <a:lnTo>
                    <a:pt x="16167" y="113985"/>
                  </a:lnTo>
                  <a:lnTo>
                    <a:pt x="15686" y="111794"/>
                  </a:lnTo>
                  <a:lnTo>
                    <a:pt x="15149" y="111670"/>
                  </a:lnTo>
                  <a:lnTo>
                    <a:pt x="14313" y="112296"/>
                  </a:lnTo>
                  <a:lnTo>
                    <a:pt x="14144" y="114662"/>
                  </a:lnTo>
                  <a:lnTo>
                    <a:pt x="14533" y="116274"/>
                  </a:lnTo>
                  <a:lnTo>
                    <a:pt x="15174" y="118142"/>
                  </a:lnTo>
                  <a:lnTo>
                    <a:pt x="14277" y="120291"/>
                  </a:lnTo>
                  <a:lnTo>
                    <a:pt x="14040" y="121824"/>
                  </a:lnTo>
                  <a:lnTo>
                    <a:pt x="13396" y="122928"/>
                  </a:lnTo>
                  <a:lnTo>
                    <a:pt x="11656" y="120480"/>
                  </a:lnTo>
                  <a:lnTo>
                    <a:pt x="11903" y="118740"/>
                  </a:lnTo>
                  <a:lnTo>
                    <a:pt x="12658" y="117066"/>
                  </a:lnTo>
                  <a:lnTo>
                    <a:pt x="12752" y="115332"/>
                  </a:lnTo>
                  <a:lnTo>
                    <a:pt x="12503" y="114304"/>
                  </a:lnTo>
                  <a:lnTo>
                    <a:pt x="10014" y="118685"/>
                  </a:lnTo>
                  <a:lnTo>
                    <a:pt x="8480" y="123650"/>
                  </a:lnTo>
                  <a:lnTo>
                    <a:pt x="7661" y="123289"/>
                  </a:lnTo>
                  <a:lnTo>
                    <a:pt x="7318" y="122012"/>
                  </a:lnTo>
                  <a:lnTo>
                    <a:pt x="6838" y="121492"/>
                  </a:lnTo>
                  <a:lnTo>
                    <a:pt x="5181" y="124694"/>
                  </a:lnTo>
                  <a:lnTo>
                    <a:pt x="4877" y="127235"/>
                  </a:lnTo>
                  <a:lnTo>
                    <a:pt x="4268" y="127332"/>
                  </a:lnTo>
                  <a:lnTo>
                    <a:pt x="4001" y="126257"/>
                  </a:lnTo>
                  <a:lnTo>
                    <a:pt x="3980" y="123960"/>
                  </a:lnTo>
                  <a:lnTo>
                    <a:pt x="3696" y="122022"/>
                  </a:lnTo>
                  <a:lnTo>
                    <a:pt x="1980" y="119194"/>
                  </a:lnTo>
                  <a:lnTo>
                    <a:pt x="1195" y="116724"/>
                  </a:lnTo>
                  <a:lnTo>
                    <a:pt x="1617" y="115343"/>
                  </a:lnTo>
                  <a:lnTo>
                    <a:pt x="3050" y="116093"/>
                  </a:lnTo>
                  <a:lnTo>
                    <a:pt x="4188" y="115995"/>
                  </a:lnTo>
                  <a:lnTo>
                    <a:pt x="3963" y="114824"/>
                  </a:lnTo>
                  <a:lnTo>
                    <a:pt x="3593" y="114268"/>
                  </a:lnTo>
                  <a:lnTo>
                    <a:pt x="4350" y="113609"/>
                  </a:lnTo>
                  <a:lnTo>
                    <a:pt x="4980" y="112258"/>
                  </a:lnTo>
                  <a:lnTo>
                    <a:pt x="4458" y="111892"/>
                  </a:lnTo>
                  <a:lnTo>
                    <a:pt x="3659" y="112672"/>
                  </a:lnTo>
                  <a:lnTo>
                    <a:pt x="2993" y="112287"/>
                  </a:lnTo>
                  <a:lnTo>
                    <a:pt x="2731" y="109054"/>
                  </a:lnTo>
                  <a:lnTo>
                    <a:pt x="1920" y="105735"/>
                  </a:lnTo>
                  <a:lnTo>
                    <a:pt x="1502" y="102514"/>
                  </a:lnTo>
                  <a:lnTo>
                    <a:pt x="2301" y="100660"/>
                  </a:lnTo>
                  <a:lnTo>
                    <a:pt x="2708" y="97778"/>
                  </a:lnTo>
                  <a:lnTo>
                    <a:pt x="3451" y="93606"/>
                  </a:lnTo>
                  <a:lnTo>
                    <a:pt x="3823" y="92257"/>
                  </a:lnTo>
                  <a:lnTo>
                    <a:pt x="4852" y="91275"/>
                  </a:lnTo>
                  <a:lnTo>
                    <a:pt x="5219" y="90196"/>
                  </a:lnTo>
                  <a:lnTo>
                    <a:pt x="4653" y="89642"/>
                  </a:lnTo>
                  <a:lnTo>
                    <a:pt x="3751" y="89152"/>
                  </a:lnTo>
                  <a:lnTo>
                    <a:pt x="3773" y="87948"/>
                  </a:lnTo>
                  <a:lnTo>
                    <a:pt x="4388" y="87290"/>
                  </a:lnTo>
                  <a:lnTo>
                    <a:pt x="5075" y="85964"/>
                  </a:lnTo>
                  <a:lnTo>
                    <a:pt x="6408" y="84350"/>
                  </a:lnTo>
                  <a:lnTo>
                    <a:pt x="6818" y="81303"/>
                  </a:lnTo>
                  <a:lnTo>
                    <a:pt x="6433" y="80536"/>
                  </a:lnTo>
                  <a:lnTo>
                    <a:pt x="5603" y="79812"/>
                  </a:lnTo>
                  <a:lnTo>
                    <a:pt x="5790" y="78273"/>
                  </a:lnTo>
                  <a:lnTo>
                    <a:pt x="6132" y="77101"/>
                  </a:lnTo>
                  <a:lnTo>
                    <a:pt x="6004" y="76398"/>
                  </a:lnTo>
                  <a:lnTo>
                    <a:pt x="5023" y="74416"/>
                  </a:lnTo>
                  <a:lnTo>
                    <a:pt x="4371" y="72610"/>
                  </a:lnTo>
                  <a:lnTo>
                    <a:pt x="4565" y="70551"/>
                  </a:lnTo>
                  <a:lnTo>
                    <a:pt x="4415" y="67437"/>
                  </a:lnTo>
                  <a:lnTo>
                    <a:pt x="4504" y="64823"/>
                  </a:lnTo>
                  <a:lnTo>
                    <a:pt x="4461" y="63406"/>
                  </a:lnTo>
                  <a:lnTo>
                    <a:pt x="3982" y="60214"/>
                  </a:lnTo>
                  <a:lnTo>
                    <a:pt x="3764" y="57018"/>
                  </a:lnTo>
                  <a:lnTo>
                    <a:pt x="3135" y="57484"/>
                  </a:lnTo>
                  <a:lnTo>
                    <a:pt x="2626" y="58278"/>
                  </a:lnTo>
                  <a:lnTo>
                    <a:pt x="806" y="57153"/>
                  </a:lnTo>
                  <a:lnTo>
                    <a:pt x="233" y="57083"/>
                  </a:lnTo>
                  <a:lnTo>
                    <a:pt x="0" y="54710"/>
                  </a:lnTo>
                  <a:lnTo>
                    <a:pt x="651" y="51784"/>
                  </a:lnTo>
                  <a:lnTo>
                    <a:pt x="2198" y="49206"/>
                  </a:lnTo>
                  <a:lnTo>
                    <a:pt x="3086" y="48885"/>
                  </a:lnTo>
                  <a:lnTo>
                    <a:pt x="3757" y="47750"/>
                  </a:lnTo>
                  <a:lnTo>
                    <a:pt x="4801" y="47392"/>
                  </a:lnTo>
                  <a:lnTo>
                    <a:pt x="6055" y="49142"/>
                  </a:lnTo>
                  <a:lnTo>
                    <a:pt x="7180" y="49494"/>
                  </a:lnTo>
                  <a:lnTo>
                    <a:pt x="7805" y="52518"/>
                  </a:lnTo>
                  <a:lnTo>
                    <a:pt x="8188" y="53157"/>
                  </a:lnTo>
                  <a:lnTo>
                    <a:pt x="8269" y="52046"/>
                  </a:lnTo>
                  <a:lnTo>
                    <a:pt x="9177" y="50744"/>
                  </a:lnTo>
                  <a:lnTo>
                    <a:pt x="9394" y="49761"/>
                  </a:lnTo>
                  <a:lnTo>
                    <a:pt x="9197" y="49223"/>
                  </a:lnTo>
                  <a:lnTo>
                    <a:pt x="8152" y="48688"/>
                  </a:lnTo>
                  <a:lnTo>
                    <a:pt x="7213" y="44935"/>
                  </a:lnTo>
                  <a:lnTo>
                    <a:pt x="7083" y="43296"/>
                  </a:lnTo>
                  <a:lnTo>
                    <a:pt x="6741" y="42251"/>
                  </a:lnTo>
                  <a:lnTo>
                    <a:pt x="7249" y="39256"/>
                  </a:lnTo>
                  <a:lnTo>
                    <a:pt x="6164" y="35835"/>
                  </a:lnTo>
                  <a:lnTo>
                    <a:pt x="5636" y="34758"/>
                  </a:lnTo>
                  <a:lnTo>
                    <a:pt x="5711" y="31684"/>
                  </a:lnTo>
                  <a:lnTo>
                    <a:pt x="5144" y="29726"/>
                  </a:lnTo>
                  <a:lnTo>
                    <a:pt x="4829" y="28653"/>
                  </a:lnTo>
                  <a:lnTo>
                    <a:pt x="4635" y="26798"/>
                  </a:lnTo>
                  <a:lnTo>
                    <a:pt x="4801" y="25965"/>
                  </a:lnTo>
                  <a:lnTo>
                    <a:pt x="5295" y="25647"/>
                  </a:lnTo>
                  <a:lnTo>
                    <a:pt x="5447" y="24868"/>
                  </a:lnTo>
                  <a:lnTo>
                    <a:pt x="5800" y="24310"/>
                  </a:lnTo>
                  <a:lnTo>
                    <a:pt x="5822" y="23506"/>
                  </a:lnTo>
                  <a:lnTo>
                    <a:pt x="5826" y="20868"/>
                  </a:lnTo>
                  <a:lnTo>
                    <a:pt x="6832" y="19043"/>
                  </a:lnTo>
                  <a:lnTo>
                    <a:pt x="8266" y="15288"/>
                  </a:lnTo>
                  <a:lnTo>
                    <a:pt x="8970" y="13233"/>
                  </a:lnTo>
                  <a:lnTo>
                    <a:pt x="9771" y="11314"/>
                  </a:lnTo>
                  <a:lnTo>
                    <a:pt x="10699" y="10033"/>
                  </a:lnTo>
                  <a:lnTo>
                    <a:pt x="11611" y="9422"/>
                  </a:lnTo>
                  <a:lnTo>
                    <a:pt x="13044" y="9164"/>
                  </a:lnTo>
                  <a:lnTo>
                    <a:pt x="15791" y="9410"/>
                  </a:lnTo>
                  <a:lnTo>
                    <a:pt x="16329" y="9187"/>
                  </a:lnTo>
                  <a:lnTo>
                    <a:pt x="18239" y="8988"/>
                  </a:lnTo>
                  <a:lnTo>
                    <a:pt x="18690" y="9329"/>
                  </a:lnTo>
                  <a:lnTo>
                    <a:pt x="20078" y="9544"/>
                  </a:lnTo>
                  <a:lnTo>
                    <a:pt x="21616" y="9304"/>
                  </a:lnTo>
                  <a:lnTo>
                    <a:pt x="22391" y="8749"/>
                  </a:lnTo>
                  <a:lnTo>
                    <a:pt x="23109" y="7804"/>
                  </a:lnTo>
                  <a:lnTo>
                    <a:pt x="23736" y="6100"/>
                  </a:lnTo>
                  <a:lnTo>
                    <a:pt x="24382" y="2944"/>
                  </a:lnTo>
                  <a:lnTo>
                    <a:pt x="25075" y="4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3429406" y="2355746"/>
              <a:ext cx="19833" cy="41583"/>
            </a:xfrm>
            <a:custGeom>
              <a:avLst/>
              <a:pathLst>
                <a:path w="19833" h="41583">
                  <a:moveTo>
                    <a:pt x="17622" y="29945"/>
                  </a:moveTo>
                  <a:lnTo>
                    <a:pt x="15651" y="30768"/>
                  </a:lnTo>
                  <a:lnTo>
                    <a:pt x="14986" y="31733"/>
                  </a:lnTo>
                  <a:lnTo>
                    <a:pt x="14592" y="33420"/>
                  </a:lnTo>
                  <a:lnTo>
                    <a:pt x="14467" y="34297"/>
                  </a:lnTo>
                  <a:lnTo>
                    <a:pt x="14118" y="34323"/>
                  </a:lnTo>
                  <a:lnTo>
                    <a:pt x="13539" y="33453"/>
                  </a:lnTo>
                  <a:lnTo>
                    <a:pt x="12808" y="32092"/>
                  </a:lnTo>
                  <a:lnTo>
                    <a:pt x="11856" y="32202"/>
                  </a:lnTo>
                  <a:lnTo>
                    <a:pt x="8615" y="35164"/>
                  </a:lnTo>
                  <a:lnTo>
                    <a:pt x="8296" y="36721"/>
                  </a:lnTo>
                  <a:lnTo>
                    <a:pt x="8224" y="40091"/>
                  </a:lnTo>
                  <a:lnTo>
                    <a:pt x="8003" y="41000"/>
                  </a:lnTo>
                  <a:lnTo>
                    <a:pt x="7657" y="41583"/>
                  </a:lnTo>
                  <a:lnTo>
                    <a:pt x="6318" y="41217"/>
                  </a:lnTo>
                  <a:lnTo>
                    <a:pt x="6176" y="40996"/>
                  </a:lnTo>
                  <a:lnTo>
                    <a:pt x="6351" y="39703"/>
                  </a:lnTo>
                  <a:lnTo>
                    <a:pt x="6282" y="36877"/>
                  </a:lnTo>
                  <a:lnTo>
                    <a:pt x="5677" y="32196"/>
                  </a:lnTo>
                  <a:lnTo>
                    <a:pt x="5247" y="30662"/>
                  </a:lnTo>
                  <a:lnTo>
                    <a:pt x="4359" y="29139"/>
                  </a:lnTo>
                  <a:lnTo>
                    <a:pt x="3668" y="28139"/>
                  </a:lnTo>
                  <a:lnTo>
                    <a:pt x="2428" y="27247"/>
                  </a:lnTo>
                  <a:lnTo>
                    <a:pt x="1798" y="24679"/>
                  </a:lnTo>
                  <a:lnTo>
                    <a:pt x="851" y="21760"/>
                  </a:lnTo>
                  <a:lnTo>
                    <a:pt x="396" y="21092"/>
                  </a:lnTo>
                  <a:lnTo>
                    <a:pt x="469" y="20802"/>
                  </a:lnTo>
                  <a:lnTo>
                    <a:pt x="687" y="18602"/>
                  </a:lnTo>
                  <a:lnTo>
                    <a:pt x="416" y="16997"/>
                  </a:lnTo>
                  <a:lnTo>
                    <a:pt x="0" y="15633"/>
                  </a:lnTo>
                  <a:lnTo>
                    <a:pt x="285" y="14804"/>
                  </a:lnTo>
                  <a:lnTo>
                    <a:pt x="1156" y="14813"/>
                  </a:lnTo>
                  <a:lnTo>
                    <a:pt x="1876" y="14964"/>
                  </a:lnTo>
                  <a:lnTo>
                    <a:pt x="2136" y="13659"/>
                  </a:lnTo>
                  <a:lnTo>
                    <a:pt x="3623" y="12799"/>
                  </a:lnTo>
                  <a:lnTo>
                    <a:pt x="5056" y="11913"/>
                  </a:lnTo>
                  <a:lnTo>
                    <a:pt x="5262" y="11288"/>
                  </a:lnTo>
                  <a:lnTo>
                    <a:pt x="4935" y="9943"/>
                  </a:lnTo>
                  <a:lnTo>
                    <a:pt x="5128" y="9102"/>
                  </a:lnTo>
                  <a:lnTo>
                    <a:pt x="6841" y="6704"/>
                  </a:lnTo>
                  <a:lnTo>
                    <a:pt x="7123" y="5618"/>
                  </a:lnTo>
                  <a:lnTo>
                    <a:pt x="7228" y="4764"/>
                  </a:lnTo>
                  <a:lnTo>
                    <a:pt x="6998" y="3862"/>
                  </a:lnTo>
                  <a:lnTo>
                    <a:pt x="6676" y="2442"/>
                  </a:lnTo>
                  <a:lnTo>
                    <a:pt x="6831" y="1845"/>
                  </a:lnTo>
                  <a:lnTo>
                    <a:pt x="7723" y="1025"/>
                  </a:lnTo>
                  <a:lnTo>
                    <a:pt x="8445" y="73"/>
                  </a:lnTo>
                  <a:lnTo>
                    <a:pt x="8873" y="0"/>
                  </a:lnTo>
                  <a:lnTo>
                    <a:pt x="9141" y="683"/>
                  </a:lnTo>
                  <a:lnTo>
                    <a:pt x="9141" y="1392"/>
                  </a:lnTo>
                  <a:lnTo>
                    <a:pt x="9378" y="2589"/>
                  </a:lnTo>
                  <a:lnTo>
                    <a:pt x="9911" y="3233"/>
                  </a:lnTo>
                  <a:lnTo>
                    <a:pt x="10796" y="4286"/>
                  </a:lnTo>
                  <a:lnTo>
                    <a:pt x="11824" y="5005"/>
                  </a:lnTo>
                  <a:lnTo>
                    <a:pt x="12630" y="6443"/>
                  </a:lnTo>
                  <a:lnTo>
                    <a:pt x="13731" y="9008"/>
                  </a:lnTo>
                  <a:lnTo>
                    <a:pt x="13897" y="10278"/>
                  </a:lnTo>
                  <a:lnTo>
                    <a:pt x="14887" y="11417"/>
                  </a:lnTo>
                  <a:lnTo>
                    <a:pt x="15806" y="12692"/>
                  </a:lnTo>
                  <a:lnTo>
                    <a:pt x="15664" y="15060"/>
                  </a:lnTo>
                  <a:lnTo>
                    <a:pt x="18792" y="17126"/>
                  </a:lnTo>
                  <a:lnTo>
                    <a:pt x="19498" y="17111"/>
                  </a:lnTo>
                  <a:lnTo>
                    <a:pt x="19833" y="17471"/>
                  </a:lnTo>
                  <a:lnTo>
                    <a:pt x="19824" y="18012"/>
                  </a:lnTo>
                  <a:lnTo>
                    <a:pt x="19577" y="19668"/>
                  </a:lnTo>
                  <a:lnTo>
                    <a:pt x="18292" y="24757"/>
                  </a:lnTo>
                  <a:lnTo>
                    <a:pt x="18187" y="25814"/>
                  </a:lnTo>
                  <a:lnTo>
                    <a:pt x="17267" y="26921"/>
                  </a:lnTo>
                  <a:lnTo>
                    <a:pt x="17140" y="27559"/>
                  </a:lnTo>
                  <a:lnTo>
                    <a:pt x="17401" y="289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3752230" y="2748223"/>
              <a:ext cx="3070" cy="11137"/>
            </a:xfrm>
            <a:custGeom>
              <a:avLst/>
              <a:pathLst>
                <a:path w="3070" h="11137">
                  <a:moveTo>
                    <a:pt x="2231" y="10476"/>
                  </a:moveTo>
                  <a:lnTo>
                    <a:pt x="1574" y="11137"/>
                  </a:lnTo>
                  <a:lnTo>
                    <a:pt x="1130" y="10857"/>
                  </a:lnTo>
                  <a:lnTo>
                    <a:pt x="703" y="9265"/>
                  </a:lnTo>
                  <a:lnTo>
                    <a:pt x="0" y="5316"/>
                  </a:lnTo>
                  <a:lnTo>
                    <a:pt x="383" y="3843"/>
                  </a:lnTo>
                  <a:lnTo>
                    <a:pt x="368" y="3210"/>
                  </a:lnTo>
                  <a:lnTo>
                    <a:pt x="445" y="2734"/>
                  </a:lnTo>
                  <a:lnTo>
                    <a:pt x="660" y="2431"/>
                  </a:lnTo>
                  <a:lnTo>
                    <a:pt x="887" y="569"/>
                  </a:lnTo>
                  <a:lnTo>
                    <a:pt x="1189" y="0"/>
                  </a:lnTo>
                  <a:lnTo>
                    <a:pt x="1683" y="1256"/>
                  </a:lnTo>
                  <a:lnTo>
                    <a:pt x="3070" y="5797"/>
                  </a:lnTo>
                  <a:lnTo>
                    <a:pt x="3060" y="7649"/>
                  </a:lnTo>
                  <a:lnTo>
                    <a:pt x="2978" y="83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3734392" y="2744723"/>
              <a:ext cx="21992" cy="46219"/>
            </a:xfrm>
            <a:custGeom>
              <a:avLst/>
              <a:pathLst>
                <a:path w="21992" h="46219">
                  <a:moveTo>
                    <a:pt x="21992" y="45930"/>
                  </a:moveTo>
                  <a:lnTo>
                    <a:pt x="19993" y="46001"/>
                  </a:lnTo>
                  <a:lnTo>
                    <a:pt x="17471" y="46091"/>
                  </a:lnTo>
                  <a:lnTo>
                    <a:pt x="15426" y="46151"/>
                  </a:lnTo>
                  <a:lnTo>
                    <a:pt x="13117" y="46219"/>
                  </a:lnTo>
                  <a:lnTo>
                    <a:pt x="12102" y="43417"/>
                  </a:lnTo>
                  <a:lnTo>
                    <a:pt x="11758" y="40357"/>
                  </a:lnTo>
                  <a:lnTo>
                    <a:pt x="11391" y="37216"/>
                  </a:lnTo>
                  <a:lnTo>
                    <a:pt x="10377" y="32733"/>
                  </a:lnTo>
                  <a:lnTo>
                    <a:pt x="6989" y="31651"/>
                  </a:lnTo>
                  <a:lnTo>
                    <a:pt x="5187" y="31075"/>
                  </a:lnTo>
                  <a:lnTo>
                    <a:pt x="2225" y="30219"/>
                  </a:lnTo>
                  <a:lnTo>
                    <a:pt x="0" y="29580"/>
                  </a:lnTo>
                  <a:lnTo>
                    <a:pt x="1867" y="24751"/>
                  </a:lnTo>
                  <a:lnTo>
                    <a:pt x="2737" y="22157"/>
                  </a:lnTo>
                  <a:lnTo>
                    <a:pt x="4308" y="16541"/>
                  </a:lnTo>
                  <a:lnTo>
                    <a:pt x="5115" y="12542"/>
                  </a:lnTo>
                  <a:lnTo>
                    <a:pt x="5894" y="8105"/>
                  </a:lnTo>
                  <a:lnTo>
                    <a:pt x="6566" y="4648"/>
                  </a:lnTo>
                  <a:lnTo>
                    <a:pt x="6708" y="4018"/>
                  </a:lnTo>
                  <a:lnTo>
                    <a:pt x="7098" y="2846"/>
                  </a:lnTo>
                  <a:lnTo>
                    <a:pt x="7961" y="1649"/>
                  </a:lnTo>
                  <a:lnTo>
                    <a:pt x="9205" y="520"/>
                  </a:lnTo>
                  <a:lnTo>
                    <a:pt x="11317" y="24"/>
                  </a:lnTo>
                  <a:lnTo>
                    <a:pt x="12800" y="0"/>
                  </a:lnTo>
                  <a:lnTo>
                    <a:pt x="13134" y="50"/>
                  </a:lnTo>
                  <a:lnTo>
                    <a:pt x="14068" y="611"/>
                  </a:lnTo>
                  <a:lnTo>
                    <a:pt x="16655" y="3383"/>
                  </a:lnTo>
                  <a:lnTo>
                    <a:pt x="16596" y="4474"/>
                  </a:lnTo>
                  <a:lnTo>
                    <a:pt x="16965" y="7727"/>
                  </a:lnTo>
                  <a:lnTo>
                    <a:pt x="17790" y="11280"/>
                  </a:lnTo>
                  <a:lnTo>
                    <a:pt x="18466" y="14159"/>
                  </a:lnTo>
                  <a:lnTo>
                    <a:pt x="18551" y="15508"/>
                  </a:lnTo>
                  <a:lnTo>
                    <a:pt x="17929" y="15312"/>
                  </a:lnTo>
                  <a:lnTo>
                    <a:pt x="17456" y="14768"/>
                  </a:lnTo>
                  <a:lnTo>
                    <a:pt x="16550" y="14201"/>
                  </a:lnTo>
                  <a:lnTo>
                    <a:pt x="14799" y="18022"/>
                  </a:lnTo>
                  <a:lnTo>
                    <a:pt x="13738" y="20104"/>
                  </a:lnTo>
                  <a:lnTo>
                    <a:pt x="13708" y="20811"/>
                  </a:lnTo>
                  <a:lnTo>
                    <a:pt x="15120" y="21617"/>
                  </a:lnTo>
                  <a:lnTo>
                    <a:pt x="16156" y="21591"/>
                  </a:lnTo>
                  <a:lnTo>
                    <a:pt x="16878" y="21032"/>
                  </a:lnTo>
                  <a:lnTo>
                    <a:pt x="17492" y="21923"/>
                  </a:lnTo>
                  <a:lnTo>
                    <a:pt x="17893" y="24284"/>
                  </a:lnTo>
                  <a:lnTo>
                    <a:pt x="18055" y="26197"/>
                  </a:lnTo>
                  <a:lnTo>
                    <a:pt x="19015" y="33033"/>
                  </a:lnTo>
                  <a:lnTo>
                    <a:pt x="19810" y="35341"/>
                  </a:lnTo>
                  <a:lnTo>
                    <a:pt x="20804" y="39419"/>
                  </a:lnTo>
                  <a:lnTo>
                    <a:pt x="21173" y="41530"/>
                  </a:lnTo>
                  <a:lnTo>
                    <a:pt x="21384" y="433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4351035" y="2969356"/>
              <a:ext cx="86749" cy="253355"/>
            </a:xfrm>
            <a:custGeom>
              <a:avLst/>
              <a:pathLst>
                <a:path w="86749" h="253355">
                  <a:moveTo>
                    <a:pt x="23160" y="3429"/>
                  </a:moveTo>
                  <a:lnTo>
                    <a:pt x="23799" y="6241"/>
                  </a:lnTo>
                  <a:lnTo>
                    <a:pt x="25161" y="9369"/>
                  </a:lnTo>
                  <a:lnTo>
                    <a:pt x="26787" y="13832"/>
                  </a:lnTo>
                  <a:lnTo>
                    <a:pt x="27303" y="15882"/>
                  </a:lnTo>
                  <a:lnTo>
                    <a:pt x="28397" y="17462"/>
                  </a:lnTo>
                  <a:lnTo>
                    <a:pt x="28709" y="19015"/>
                  </a:lnTo>
                  <a:lnTo>
                    <a:pt x="28957" y="21391"/>
                  </a:lnTo>
                  <a:lnTo>
                    <a:pt x="29067" y="23161"/>
                  </a:lnTo>
                  <a:lnTo>
                    <a:pt x="29311" y="24207"/>
                  </a:lnTo>
                  <a:lnTo>
                    <a:pt x="29695" y="24618"/>
                  </a:lnTo>
                  <a:lnTo>
                    <a:pt x="30192" y="24151"/>
                  </a:lnTo>
                  <a:lnTo>
                    <a:pt x="30567" y="23213"/>
                  </a:lnTo>
                  <a:lnTo>
                    <a:pt x="30879" y="20604"/>
                  </a:lnTo>
                  <a:lnTo>
                    <a:pt x="31083" y="20326"/>
                  </a:lnTo>
                  <a:lnTo>
                    <a:pt x="31420" y="22472"/>
                  </a:lnTo>
                  <a:lnTo>
                    <a:pt x="31776" y="22841"/>
                  </a:lnTo>
                  <a:lnTo>
                    <a:pt x="32254" y="23116"/>
                  </a:lnTo>
                  <a:lnTo>
                    <a:pt x="32621" y="24050"/>
                  </a:lnTo>
                  <a:lnTo>
                    <a:pt x="32731" y="25679"/>
                  </a:lnTo>
                  <a:lnTo>
                    <a:pt x="32610" y="27347"/>
                  </a:lnTo>
                  <a:lnTo>
                    <a:pt x="32160" y="29221"/>
                  </a:lnTo>
                  <a:lnTo>
                    <a:pt x="31906" y="31183"/>
                  </a:lnTo>
                  <a:lnTo>
                    <a:pt x="31731" y="34210"/>
                  </a:lnTo>
                  <a:lnTo>
                    <a:pt x="31488" y="36325"/>
                  </a:lnTo>
                  <a:lnTo>
                    <a:pt x="31864" y="38197"/>
                  </a:lnTo>
                  <a:lnTo>
                    <a:pt x="34403" y="47385"/>
                  </a:lnTo>
                  <a:lnTo>
                    <a:pt x="35626" y="48892"/>
                  </a:lnTo>
                  <a:lnTo>
                    <a:pt x="38536" y="50689"/>
                  </a:lnTo>
                  <a:lnTo>
                    <a:pt x="39584" y="51930"/>
                  </a:lnTo>
                  <a:lnTo>
                    <a:pt x="40509" y="53134"/>
                  </a:lnTo>
                  <a:lnTo>
                    <a:pt x="41423" y="52547"/>
                  </a:lnTo>
                  <a:lnTo>
                    <a:pt x="42298" y="49812"/>
                  </a:lnTo>
                  <a:lnTo>
                    <a:pt x="43351" y="48278"/>
                  </a:lnTo>
                  <a:lnTo>
                    <a:pt x="45308" y="45920"/>
                  </a:lnTo>
                  <a:lnTo>
                    <a:pt x="45876" y="45793"/>
                  </a:lnTo>
                  <a:lnTo>
                    <a:pt x="46957" y="46725"/>
                  </a:lnTo>
                  <a:lnTo>
                    <a:pt x="48732" y="49470"/>
                  </a:lnTo>
                  <a:lnTo>
                    <a:pt x="50019" y="52051"/>
                  </a:lnTo>
                  <a:lnTo>
                    <a:pt x="50813" y="53403"/>
                  </a:lnTo>
                  <a:lnTo>
                    <a:pt x="51421" y="54623"/>
                  </a:lnTo>
                  <a:lnTo>
                    <a:pt x="51328" y="55996"/>
                  </a:lnTo>
                  <a:lnTo>
                    <a:pt x="50840" y="57336"/>
                  </a:lnTo>
                  <a:lnTo>
                    <a:pt x="50217" y="58083"/>
                  </a:lnTo>
                  <a:lnTo>
                    <a:pt x="49402" y="59379"/>
                  </a:lnTo>
                  <a:lnTo>
                    <a:pt x="48941" y="60689"/>
                  </a:lnTo>
                  <a:lnTo>
                    <a:pt x="49222" y="61181"/>
                  </a:lnTo>
                  <a:lnTo>
                    <a:pt x="50419" y="61509"/>
                  </a:lnTo>
                  <a:lnTo>
                    <a:pt x="51831" y="62666"/>
                  </a:lnTo>
                  <a:lnTo>
                    <a:pt x="52263" y="64025"/>
                  </a:lnTo>
                  <a:lnTo>
                    <a:pt x="52326" y="65192"/>
                  </a:lnTo>
                  <a:lnTo>
                    <a:pt x="52499" y="67092"/>
                  </a:lnTo>
                  <a:lnTo>
                    <a:pt x="52750" y="67665"/>
                  </a:lnTo>
                  <a:lnTo>
                    <a:pt x="54062" y="67325"/>
                  </a:lnTo>
                  <a:lnTo>
                    <a:pt x="54466" y="67750"/>
                  </a:lnTo>
                  <a:lnTo>
                    <a:pt x="54936" y="68736"/>
                  </a:lnTo>
                  <a:lnTo>
                    <a:pt x="55402" y="71285"/>
                  </a:lnTo>
                  <a:lnTo>
                    <a:pt x="55388" y="73197"/>
                  </a:lnTo>
                  <a:lnTo>
                    <a:pt x="54443" y="75293"/>
                  </a:lnTo>
                  <a:lnTo>
                    <a:pt x="54090" y="76569"/>
                  </a:lnTo>
                  <a:lnTo>
                    <a:pt x="53936" y="78574"/>
                  </a:lnTo>
                  <a:lnTo>
                    <a:pt x="53261" y="80979"/>
                  </a:lnTo>
                  <a:lnTo>
                    <a:pt x="51475" y="84998"/>
                  </a:lnTo>
                  <a:lnTo>
                    <a:pt x="50996" y="85240"/>
                  </a:lnTo>
                  <a:lnTo>
                    <a:pt x="47700" y="83025"/>
                  </a:lnTo>
                  <a:lnTo>
                    <a:pt x="46172" y="83162"/>
                  </a:lnTo>
                  <a:lnTo>
                    <a:pt x="45432" y="83235"/>
                  </a:lnTo>
                  <a:lnTo>
                    <a:pt x="45078" y="83331"/>
                  </a:lnTo>
                  <a:lnTo>
                    <a:pt x="44864" y="84178"/>
                  </a:lnTo>
                  <a:lnTo>
                    <a:pt x="45302" y="86611"/>
                  </a:lnTo>
                  <a:lnTo>
                    <a:pt x="45433" y="89022"/>
                  </a:lnTo>
                  <a:lnTo>
                    <a:pt x="45026" y="90857"/>
                  </a:lnTo>
                  <a:lnTo>
                    <a:pt x="43927" y="92464"/>
                  </a:lnTo>
                  <a:lnTo>
                    <a:pt x="43517" y="93235"/>
                  </a:lnTo>
                  <a:lnTo>
                    <a:pt x="43462" y="94269"/>
                  </a:lnTo>
                  <a:lnTo>
                    <a:pt x="43770" y="95347"/>
                  </a:lnTo>
                  <a:lnTo>
                    <a:pt x="44782" y="96458"/>
                  </a:lnTo>
                  <a:lnTo>
                    <a:pt x="45959" y="97503"/>
                  </a:lnTo>
                  <a:lnTo>
                    <a:pt x="49839" y="103759"/>
                  </a:lnTo>
                  <a:lnTo>
                    <a:pt x="50670" y="105229"/>
                  </a:lnTo>
                  <a:lnTo>
                    <a:pt x="51767" y="107399"/>
                  </a:lnTo>
                  <a:lnTo>
                    <a:pt x="52955" y="109090"/>
                  </a:lnTo>
                  <a:lnTo>
                    <a:pt x="56138" y="111309"/>
                  </a:lnTo>
                  <a:lnTo>
                    <a:pt x="57542" y="112771"/>
                  </a:lnTo>
                  <a:lnTo>
                    <a:pt x="57903" y="113594"/>
                  </a:lnTo>
                  <a:lnTo>
                    <a:pt x="57890" y="114605"/>
                  </a:lnTo>
                  <a:lnTo>
                    <a:pt x="57523" y="115897"/>
                  </a:lnTo>
                  <a:lnTo>
                    <a:pt x="57218" y="118167"/>
                  </a:lnTo>
                  <a:lnTo>
                    <a:pt x="57205" y="119530"/>
                  </a:lnTo>
                  <a:lnTo>
                    <a:pt x="57535" y="120855"/>
                  </a:lnTo>
                  <a:lnTo>
                    <a:pt x="58096" y="122821"/>
                  </a:lnTo>
                  <a:lnTo>
                    <a:pt x="59362" y="125876"/>
                  </a:lnTo>
                  <a:lnTo>
                    <a:pt x="60055" y="127226"/>
                  </a:lnTo>
                  <a:lnTo>
                    <a:pt x="60820" y="127534"/>
                  </a:lnTo>
                  <a:lnTo>
                    <a:pt x="61490" y="128271"/>
                  </a:lnTo>
                  <a:lnTo>
                    <a:pt x="62185" y="130542"/>
                  </a:lnTo>
                  <a:lnTo>
                    <a:pt x="62989" y="133312"/>
                  </a:lnTo>
                  <a:lnTo>
                    <a:pt x="63095" y="135246"/>
                  </a:lnTo>
                  <a:lnTo>
                    <a:pt x="63435" y="137723"/>
                  </a:lnTo>
                  <a:lnTo>
                    <a:pt x="64174" y="140577"/>
                  </a:lnTo>
                  <a:lnTo>
                    <a:pt x="65188" y="143337"/>
                  </a:lnTo>
                  <a:lnTo>
                    <a:pt x="66606" y="146758"/>
                  </a:lnTo>
                  <a:lnTo>
                    <a:pt x="67421" y="149172"/>
                  </a:lnTo>
                  <a:lnTo>
                    <a:pt x="67797" y="150108"/>
                  </a:lnTo>
                  <a:lnTo>
                    <a:pt x="70827" y="155973"/>
                  </a:lnTo>
                  <a:lnTo>
                    <a:pt x="71562" y="158133"/>
                  </a:lnTo>
                  <a:lnTo>
                    <a:pt x="72627" y="162304"/>
                  </a:lnTo>
                  <a:lnTo>
                    <a:pt x="73080" y="162916"/>
                  </a:lnTo>
                  <a:lnTo>
                    <a:pt x="73505" y="163736"/>
                  </a:lnTo>
                  <a:lnTo>
                    <a:pt x="73778" y="166025"/>
                  </a:lnTo>
                  <a:lnTo>
                    <a:pt x="73867" y="167667"/>
                  </a:lnTo>
                  <a:lnTo>
                    <a:pt x="74011" y="172700"/>
                  </a:lnTo>
                  <a:lnTo>
                    <a:pt x="74557" y="174196"/>
                  </a:lnTo>
                  <a:lnTo>
                    <a:pt x="75062" y="176033"/>
                  </a:lnTo>
                  <a:lnTo>
                    <a:pt x="75280" y="177372"/>
                  </a:lnTo>
                  <a:lnTo>
                    <a:pt x="75736" y="178366"/>
                  </a:lnTo>
                  <a:lnTo>
                    <a:pt x="76236" y="178556"/>
                  </a:lnTo>
                  <a:lnTo>
                    <a:pt x="76835" y="177440"/>
                  </a:lnTo>
                  <a:lnTo>
                    <a:pt x="77305" y="176378"/>
                  </a:lnTo>
                  <a:lnTo>
                    <a:pt x="77519" y="176692"/>
                  </a:lnTo>
                  <a:lnTo>
                    <a:pt x="77999" y="180211"/>
                  </a:lnTo>
                  <a:lnTo>
                    <a:pt x="78435" y="181494"/>
                  </a:lnTo>
                  <a:lnTo>
                    <a:pt x="79256" y="182714"/>
                  </a:lnTo>
                  <a:lnTo>
                    <a:pt x="80036" y="183660"/>
                  </a:lnTo>
                  <a:lnTo>
                    <a:pt x="81735" y="187900"/>
                  </a:lnTo>
                  <a:lnTo>
                    <a:pt x="82645" y="189445"/>
                  </a:lnTo>
                  <a:lnTo>
                    <a:pt x="83262" y="189937"/>
                  </a:lnTo>
                  <a:lnTo>
                    <a:pt x="83795" y="190657"/>
                  </a:lnTo>
                  <a:lnTo>
                    <a:pt x="83953" y="191992"/>
                  </a:lnTo>
                  <a:lnTo>
                    <a:pt x="83744" y="193357"/>
                  </a:lnTo>
                  <a:lnTo>
                    <a:pt x="83384" y="194241"/>
                  </a:lnTo>
                  <a:lnTo>
                    <a:pt x="81407" y="196697"/>
                  </a:lnTo>
                  <a:lnTo>
                    <a:pt x="81143" y="197765"/>
                  </a:lnTo>
                  <a:lnTo>
                    <a:pt x="81415" y="199396"/>
                  </a:lnTo>
                  <a:lnTo>
                    <a:pt x="81910" y="201441"/>
                  </a:lnTo>
                  <a:lnTo>
                    <a:pt x="82449" y="203195"/>
                  </a:lnTo>
                  <a:lnTo>
                    <a:pt x="83132" y="204915"/>
                  </a:lnTo>
                  <a:lnTo>
                    <a:pt x="84522" y="207713"/>
                  </a:lnTo>
                  <a:lnTo>
                    <a:pt x="85727" y="209906"/>
                  </a:lnTo>
                  <a:lnTo>
                    <a:pt x="86388" y="212321"/>
                  </a:lnTo>
                  <a:lnTo>
                    <a:pt x="86749" y="213936"/>
                  </a:lnTo>
                  <a:lnTo>
                    <a:pt x="86526" y="215868"/>
                  </a:lnTo>
                  <a:lnTo>
                    <a:pt x="86019" y="217977"/>
                  </a:lnTo>
                  <a:lnTo>
                    <a:pt x="85623" y="219792"/>
                  </a:lnTo>
                  <a:lnTo>
                    <a:pt x="84945" y="220844"/>
                  </a:lnTo>
                  <a:lnTo>
                    <a:pt x="84761" y="222072"/>
                  </a:lnTo>
                  <a:lnTo>
                    <a:pt x="85041" y="223962"/>
                  </a:lnTo>
                  <a:lnTo>
                    <a:pt x="85269" y="225265"/>
                  </a:lnTo>
                  <a:lnTo>
                    <a:pt x="85146" y="226874"/>
                  </a:lnTo>
                  <a:lnTo>
                    <a:pt x="85211" y="230192"/>
                  </a:lnTo>
                  <a:lnTo>
                    <a:pt x="84586" y="231377"/>
                  </a:lnTo>
                  <a:lnTo>
                    <a:pt x="84006" y="234394"/>
                  </a:lnTo>
                  <a:lnTo>
                    <a:pt x="83605" y="234617"/>
                  </a:lnTo>
                  <a:lnTo>
                    <a:pt x="82601" y="233522"/>
                  </a:lnTo>
                  <a:lnTo>
                    <a:pt x="82252" y="234121"/>
                  </a:lnTo>
                  <a:lnTo>
                    <a:pt x="81611" y="236314"/>
                  </a:lnTo>
                  <a:lnTo>
                    <a:pt x="80492" y="238713"/>
                  </a:lnTo>
                  <a:lnTo>
                    <a:pt x="79951" y="238741"/>
                  </a:lnTo>
                  <a:lnTo>
                    <a:pt x="79580" y="238448"/>
                  </a:lnTo>
                  <a:lnTo>
                    <a:pt x="79143" y="239472"/>
                  </a:lnTo>
                  <a:lnTo>
                    <a:pt x="78521" y="241354"/>
                  </a:lnTo>
                  <a:lnTo>
                    <a:pt x="78234" y="241293"/>
                  </a:lnTo>
                  <a:lnTo>
                    <a:pt x="77161" y="241727"/>
                  </a:lnTo>
                  <a:lnTo>
                    <a:pt x="76742" y="241124"/>
                  </a:lnTo>
                  <a:lnTo>
                    <a:pt x="76220" y="239569"/>
                  </a:lnTo>
                  <a:lnTo>
                    <a:pt x="75383" y="237986"/>
                  </a:lnTo>
                  <a:lnTo>
                    <a:pt x="74621" y="236861"/>
                  </a:lnTo>
                  <a:lnTo>
                    <a:pt x="74212" y="236102"/>
                  </a:lnTo>
                  <a:lnTo>
                    <a:pt x="73838" y="234792"/>
                  </a:lnTo>
                  <a:lnTo>
                    <a:pt x="73496" y="233941"/>
                  </a:lnTo>
                  <a:lnTo>
                    <a:pt x="72869" y="235808"/>
                  </a:lnTo>
                  <a:lnTo>
                    <a:pt x="71810" y="237588"/>
                  </a:lnTo>
                  <a:lnTo>
                    <a:pt x="70809" y="237250"/>
                  </a:lnTo>
                  <a:lnTo>
                    <a:pt x="70319" y="236955"/>
                  </a:lnTo>
                  <a:lnTo>
                    <a:pt x="69920" y="239557"/>
                  </a:lnTo>
                  <a:lnTo>
                    <a:pt x="69627" y="240023"/>
                  </a:lnTo>
                  <a:lnTo>
                    <a:pt x="67822" y="240472"/>
                  </a:lnTo>
                  <a:lnTo>
                    <a:pt x="67482" y="240891"/>
                  </a:lnTo>
                  <a:lnTo>
                    <a:pt x="67772" y="243258"/>
                  </a:lnTo>
                  <a:lnTo>
                    <a:pt x="68838" y="247271"/>
                  </a:lnTo>
                  <a:lnTo>
                    <a:pt x="69160" y="249575"/>
                  </a:lnTo>
                  <a:lnTo>
                    <a:pt x="68494" y="253355"/>
                  </a:lnTo>
                  <a:lnTo>
                    <a:pt x="66626" y="253257"/>
                  </a:lnTo>
                  <a:lnTo>
                    <a:pt x="65785" y="251718"/>
                  </a:lnTo>
                  <a:lnTo>
                    <a:pt x="65010" y="249576"/>
                  </a:lnTo>
                  <a:lnTo>
                    <a:pt x="64730" y="248516"/>
                  </a:lnTo>
                  <a:lnTo>
                    <a:pt x="62334" y="246412"/>
                  </a:lnTo>
                  <a:lnTo>
                    <a:pt x="60736" y="247862"/>
                  </a:lnTo>
                  <a:lnTo>
                    <a:pt x="60247" y="247789"/>
                  </a:lnTo>
                  <a:lnTo>
                    <a:pt x="59495" y="246255"/>
                  </a:lnTo>
                  <a:lnTo>
                    <a:pt x="59045" y="245101"/>
                  </a:lnTo>
                  <a:lnTo>
                    <a:pt x="58600" y="243362"/>
                  </a:lnTo>
                  <a:lnTo>
                    <a:pt x="58352" y="241598"/>
                  </a:lnTo>
                  <a:lnTo>
                    <a:pt x="58327" y="240795"/>
                  </a:lnTo>
                  <a:lnTo>
                    <a:pt x="59021" y="240156"/>
                  </a:lnTo>
                  <a:lnTo>
                    <a:pt x="60155" y="238713"/>
                  </a:lnTo>
                  <a:lnTo>
                    <a:pt x="61081" y="237090"/>
                  </a:lnTo>
                  <a:lnTo>
                    <a:pt x="61690" y="235362"/>
                  </a:lnTo>
                  <a:lnTo>
                    <a:pt x="61941" y="233573"/>
                  </a:lnTo>
                  <a:lnTo>
                    <a:pt x="61973" y="231488"/>
                  </a:lnTo>
                  <a:lnTo>
                    <a:pt x="62236" y="226107"/>
                  </a:lnTo>
                  <a:lnTo>
                    <a:pt x="62508" y="223473"/>
                  </a:lnTo>
                  <a:lnTo>
                    <a:pt x="62355" y="220248"/>
                  </a:lnTo>
                  <a:lnTo>
                    <a:pt x="61861" y="217707"/>
                  </a:lnTo>
                  <a:lnTo>
                    <a:pt x="61861" y="213895"/>
                  </a:lnTo>
                  <a:lnTo>
                    <a:pt x="62039" y="212033"/>
                  </a:lnTo>
                  <a:lnTo>
                    <a:pt x="62123" y="210813"/>
                  </a:lnTo>
                  <a:lnTo>
                    <a:pt x="62820" y="209267"/>
                  </a:lnTo>
                  <a:lnTo>
                    <a:pt x="63302" y="207049"/>
                  </a:lnTo>
                  <a:lnTo>
                    <a:pt x="63569" y="204163"/>
                  </a:lnTo>
                  <a:lnTo>
                    <a:pt x="63594" y="202077"/>
                  </a:lnTo>
                  <a:lnTo>
                    <a:pt x="63376" y="200795"/>
                  </a:lnTo>
                  <a:lnTo>
                    <a:pt x="62689" y="199574"/>
                  </a:lnTo>
                  <a:lnTo>
                    <a:pt x="61534" y="198417"/>
                  </a:lnTo>
                  <a:lnTo>
                    <a:pt x="60808" y="196955"/>
                  </a:lnTo>
                  <a:lnTo>
                    <a:pt x="60512" y="195188"/>
                  </a:lnTo>
                  <a:lnTo>
                    <a:pt x="60539" y="193637"/>
                  </a:lnTo>
                  <a:lnTo>
                    <a:pt x="60892" y="192299"/>
                  </a:lnTo>
                  <a:lnTo>
                    <a:pt x="60022" y="190809"/>
                  </a:lnTo>
                  <a:lnTo>
                    <a:pt x="57929" y="189164"/>
                  </a:lnTo>
                  <a:lnTo>
                    <a:pt x="56760" y="187193"/>
                  </a:lnTo>
                  <a:lnTo>
                    <a:pt x="56514" y="184896"/>
                  </a:lnTo>
                  <a:lnTo>
                    <a:pt x="55641" y="181883"/>
                  </a:lnTo>
                  <a:lnTo>
                    <a:pt x="54138" y="178157"/>
                  </a:lnTo>
                  <a:lnTo>
                    <a:pt x="53347" y="172794"/>
                  </a:lnTo>
                  <a:lnTo>
                    <a:pt x="53266" y="165796"/>
                  </a:lnTo>
                  <a:lnTo>
                    <a:pt x="53443" y="160100"/>
                  </a:lnTo>
                  <a:lnTo>
                    <a:pt x="54100" y="153506"/>
                  </a:lnTo>
                  <a:lnTo>
                    <a:pt x="53221" y="148737"/>
                  </a:lnTo>
                  <a:lnTo>
                    <a:pt x="52257" y="146224"/>
                  </a:lnTo>
                  <a:lnTo>
                    <a:pt x="50915" y="144376"/>
                  </a:lnTo>
                  <a:lnTo>
                    <a:pt x="49636" y="141725"/>
                  </a:lnTo>
                  <a:lnTo>
                    <a:pt x="48422" y="138273"/>
                  </a:lnTo>
                  <a:lnTo>
                    <a:pt x="46967" y="133174"/>
                  </a:lnTo>
                  <a:lnTo>
                    <a:pt x="45270" y="126427"/>
                  </a:lnTo>
                  <a:lnTo>
                    <a:pt x="44129" y="123404"/>
                  </a:lnTo>
                  <a:lnTo>
                    <a:pt x="43545" y="124104"/>
                  </a:lnTo>
                  <a:lnTo>
                    <a:pt x="42319" y="123478"/>
                  </a:lnTo>
                  <a:lnTo>
                    <a:pt x="40447" y="121526"/>
                  </a:lnTo>
                  <a:lnTo>
                    <a:pt x="38817" y="120474"/>
                  </a:lnTo>
                  <a:lnTo>
                    <a:pt x="37424" y="120321"/>
                  </a:lnTo>
                  <a:lnTo>
                    <a:pt x="36518" y="120762"/>
                  </a:lnTo>
                  <a:lnTo>
                    <a:pt x="36098" y="121794"/>
                  </a:lnTo>
                  <a:lnTo>
                    <a:pt x="36066" y="122814"/>
                  </a:lnTo>
                  <a:lnTo>
                    <a:pt x="36419" y="123818"/>
                  </a:lnTo>
                  <a:lnTo>
                    <a:pt x="36230" y="124602"/>
                  </a:lnTo>
                  <a:lnTo>
                    <a:pt x="35499" y="125163"/>
                  </a:lnTo>
                  <a:lnTo>
                    <a:pt x="34910" y="126278"/>
                  </a:lnTo>
                  <a:lnTo>
                    <a:pt x="34251" y="128746"/>
                  </a:lnTo>
                  <a:lnTo>
                    <a:pt x="33792" y="131988"/>
                  </a:lnTo>
                  <a:lnTo>
                    <a:pt x="33102" y="133237"/>
                  </a:lnTo>
                  <a:lnTo>
                    <a:pt x="32034" y="133513"/>
                  </a:lnTo>
                  <a:lnTo>
                    <a:pt x="30985" y="134439"/>
                  </a:lnTo>
                  <a:lnTo>
                    <a:pt x="29951" y="136015"/>
                  </a:lnTo>
                  <a:lnTo>
                    <a:pt x="29463" y="137211"/>
                  </a:lnTo>
                  <a:lnTo>
                    <a:pt x="29519" y="138027"/>
                  </a:lnTo>
                  <a:lnTo>
                    <a:pt x="29296" y="138209"/>
                  </a:lnTo>
                  <a:lnTo>
                    <a:pt x="28791" y="137755"/>
                  </a:lnTo>
                  <a:lnTo>
                    <a:pt x="28553" y="136683"/>
                  </a:lnTo>
                  <a:lnTo>
                    <a:pt x="28577" y="134994"/>
                  </a:lnTo>
                  <a:lnTo>
                    <a:pt x="28052" y="133862"/>
                  </a:lnTo>
                  <a:lnTo>
                    <a:pt x="26973" y="133285"/>
                  </a:lnTo>
                  <a:lnTo>
                    <a:pt x="25742" y="131473"/>
                  </a:lnTo>
                  <a:lnTo>
                    <a:pt x="24359" y="128428"/>
                  </a:lnTo>
                  <a:lnTo>
                    <a:pt x="23399" y="126806"/>
                  </a:lnTo>
                  <a:lnTo>
                    <a:pt x="22861" y="126606"/>
                  </a:lnTo>
                  <a:lnTo>
                    <a:pt x="22091" y="127812"/>
                  </a:lnTo>
                  <a:lnTo>
                    <a:pt x="21088" y="130422"/>
                  </a:lnTo>
                  <a:lnTo>
                    <a:pt x="20260" y="131458"/>
                  </a:lnTo>
                  <a:lnTo>
                    <a:pt x="19606" y="130920"/>
                  </a:lnTo>
                  <a:lnTo>
                    <a:pt x="19101" y="131843"/>
                  </a:lnTo>
                  <a:lnTo>
                    <a:pt x="18748" y="134228"/>
                  </a:lnTo>
                  <a:lnTo>
                    <a:pt x="18097" y="136098"/>
                  </a:lnTo>
                  <a:lnTo>
                    <a:pt x="16672" y="138134"/>
                  </a:lnTo>
                  <a:lnTo>
                    <a:pt x="16573" y="138375"/>
                  </a:lnTo>
                  <a:lnTo>
                    <a:pt x="14945" y="141141"/>
                  </a:lnTo>
                  <a:lnTo>
                    <a:pt x="13634" y="143911"/>
                  </a:lnTo>
                  <a:lnTo>
                    <a:pt x="12112" y="147634"/>
                  </a:lnTo>
                  <a:lnTo>
                    <a:pt x="11395" y="148209"/>
                  </a:lnTo>
                  <a:lnTo>
                    <a:pt x="10711" y="147310"/>
                  </a:lnTo>
                  <a:lnTo>
                    <a:pt x="9677" y="146390"/>
                  </a:lnTo>
                  <a:lnTo>
                    <a:pt x="9132" y="145126"/>
                  </a:lnTo>
                  <a:lnTo>
                    <a:pt x="10174" y="138824"/>
                  </a:lnTo>
                  <a:lnTo>
                    <a:pt x="11489" y="131839"/>
                  </a:lnTo>
                  <a:lnTo>
                    <a:pt x="11841" y="128616"/>
                  </a:lnTo>
                  <a:lnTo>
                    <a:pt x="11896" y="126265"/>
                  </a:lnTo>
                  <a:lnTo>
                    <a:pt x="11767" y="124354"/>
                  </a:lnTo>
                  <a:lnTo>
                    <a:pt x="11253" y="122354"/>
                  </a:lnTo>
                  <a:lnTo>
                    <a:pt x="10767" y="120803"/>
                  </a:lnTo>
                  <a:lnTo>
                    <a:pt x="10725" y="119770"/>
                  </a:lnTo>
                  <a:lnTo>
                    <a:pt x="10880" y="118676"/>
                  </a:lnTo>
                  <a:lnTo>
                    <a:pt x="11409" y="117065"/>
                  </a:lnTo>
                  <a:lnTo>
                    <a:pt x="12090" y="114560"/>
                  </a:lnTo>
                  <a:lnTo>
                    <a:pt x="12722" y="109405"/>
                  </a:lnTo>
                  <a:lnTo>
                    <a:pt x="13480" y="103956"/>
                  </a:lnTo>
                  <a:lnTo>
                    <a:pt x="13406" y="100654"/>
                  </a:lnTo>
                  <a:lnTo>
                    <a:pt x="12792" y="97031"/>
                  </a:lnTo>
                  <a:lnTo>
                    <a:pt x="12458" y="93591"/>
                  </a:lnTo>
                  <a:lnTo>
                    <a:pt x="12726" y="88902"/>
                  </a:lnTo>
                  <a:lnTo>
                    <a:pt x="12624" y="87078"/>
                  </a:lnTo>
                  <a:lnTo>
                    <a:pt x="11965" y="86166"/>
                  </a:lnTo>
                  <a:lnTo>
                    <a:pt x="9799" y="85233"/>
                  </a:lnTo>
                  <a:lnTo>
                    <a:pt x="9104" y="85393"/>
                  </a:lnTo>
                  <a:lnTo>
                    <a:pt x="8553" y="85993"/>
                  </a:lnTo>
                  <a:lnTo>
                    <a:pt x="7962" y="87267"/>
                  </a:lnTo>
                  <a:lnTo>
                    <a:pt x="7238" y="88071"/>
                  </a:lnTo>
                  <a:lnTo>
                    <a:pt x="5875" y="88511"/>
                  </a:lnTo>
                  <a:lnTo>
                    <a:pt x="4587" y="86927"/>
                  </a:lnTo>
                  <a:lnTo>
                    <a:pt x="3512" y="84237"/>
                  </a:lnTo>
                  <a:lnTo>
                    <a:pt x="3253" y="80939"/>
                  </a:lnTo>
                  <a:lnTo>
                    <a:pt x="4042" y="77015"/>
                  </a:lnTo>
                  <a:lnTo>
                    <a:pt x="4598" y="73840"/>
                  </a:lnTo>
                  <a:lnTo>
                    <a:pt x="4926" y="71112"/>
                  </a:lnTo>
                  <a:lnTo>
                    <a:pt x="4890" y="69821"/>
                  </a:lnTo>
                  <a:lnTo>
                    <a:pt x="4656" y="68475"/>
                  </a:lnTo>
                  <a:lnTo>
                    <a:pt x="4334" y="68293"/>
                  </a:lnTo>
                  <a:lnTo>
                    <a:pt x="3643" y="66619"/>
                  </a:lnTo>
                  <a:lnTo>
                    <a:pt x="2971" y="63674"/>
                  </a:lnTo>
                  <a:lnTo>
                    <a:pt x="2336" y="62330"/>
                  </a:lnTo>
                  <a:lnTo>
                    <a:pt x="1738" y="62583"/>
                  </a:lnTo>
                  <a:lnTo>
                    <a:pt x="1186" y="63697"/>
                  </a:lnTo>
                  <a:lnTo>
                    <a:pt x="681" y="65673"/>
                  </a:lnTo>
                  <a:lnTo>
                    <a:pt x="285" y="66481"/>
                  </a:lnTo>
                  <a:lnTo>
                    <a:pt x="0" y="66118"/>
                  </a:lnTo>
                  <a:lnTo>
                    <a:pt x="86" y="64375"/>
                  </a:lnTo>
                  <a:lnTo>
                    <a:pt x="169" y="62734"/>
                  </a:lnTo>
                  <a:lnTo>
                    <a:pt x="793" y="56324"/>
                  </a:lnTo>
                  <a:lnTo>
                    <a:pt x="1546" y="52153"/>
                  </a:lnTo>
                  <a:lnTo>
                    <a:pt x="2429" y="50220"/>
                  </a:lnTo>
                  <a:lnTo>
                    <a:pt x="3365" y="49406"/>
                  </a:lnTo>
                  <a:lnTo>
                    <a:pt x="4354" y="49709"/>
                  </a:lnTo>
                  <a:lnTo>
                    <a:pt x="5180" y="49351"/>
                  </a:lnTo>
                  <a:lnTo>
                    <a:pt x="5846" y="48333"/>
                  </a:lnTo>
                  <a:lnTo>
                    <a:pt x="5785" y="47751"/>
                  </a:lnTo>
                  <a:lnTo>
                    <a:pt x="4998" y="47604"/>
                  </a:lnTo>
                  <a:lnTo>
                    <a:pt x="4687" y="46490"/>
                  </a:lnTo>
                  <a:lnTo>
                    <a:pt x="4847" y="44408"/>
                  </a:lnTo>
                  <a:lnTo>
                    <a:pt x="5197" y="43055"/>
                  </a:lnTo>
                  <a:lnTo>
                    <a:pt x="5739" y="42430"/>
                  </a:lnTo>
                  <a:lnTo>
                    <a:pt x="6263" y="40331"/>
                  </a:lnTo>
                  <a:lnTo>
                    <a:pt x="6768" y="36755"/>
                  </a:lnTo>
                  <a:lnTo>
                    <a:pt x="7384" y="34945"/>
                  </a:lnTo>
                  <a:lnTo>
                    <a:pt x="8108" y="34899"/>
                  </a:lnTo>
                  <a:lnTo>
                    <a:pt x="9351" y="33362"/>
                  </a:lnTo>
                  <a:lnTo>
                    <a:pt x="11110" y="30335"/>
                  </a:lnTo>
                  <a:lnTo>
                    <a:pt x="11783" y="27415"/>
                  </a:lnTo>
                  <a:lnTo>
                    <a:pt x="12448" y="28756"/>
                  </a:lnTo>
                  <a:lnTo>
                    <a:pt x="12203" y="32141"/>
                  </a:lnTo>
                  <a:lnTo>
                    <a:pt x="12551" y="32857"/>
                  </a:lnTo>
                  <a:lnTo>
                    <a:pt x="12716" y="34065"/>
                  </a:lnTo>
                  <a:lnTo>
                    <a:pt x="12623" y="35962"/>
                  </a:lnTo>
                  <a:lnTo>
                    <a:pt x="12767" y="37572"/>
                  </a:lnTo>
                  <a:lnTo>
                    <a:pt x="13037" y="38353"/>
                  </a:lnTo>
                  <a:lnTo>
                    <a:pt x="13424" y="38742"/>
                  </a:lnTo>
                  <a:lnTo>
                    <a:pt x="15289" y="37363"/>
                  </a:lnTo>
                  <a:lnTo>
                    <a:pt x="16427" y="37260"/>
                  </a:lnTo>
                  <a:lnTo>
                    <a:pt x="16904" y="38168"/>
                  </a:lnTo>
                  <a:lnTo>
                    <a:pt x="17339" y="38734"/>
                  </a:lnTo>
                  <a:lnTo>
                    <a:pt x="17879" y="39171"/>
                  </a:lnTo>
                  <a:lnTo>
                    <a:pt x="18296" y="39746"/>
                  </a:lnTo>
                  <a:lnTo>
                    <a:pt x="18564" y="39562"/>
                  </a:lnTo>
                  <a:lnTo>
                    <a:pt x="19201" y="38151"/>
                  </a:lnTo>
                  <a:lnTo>
                    <a:pt x="19398" y="37901"/>
                  </a:lnTo>
                  <a:lnTo>
                    <a:pt x="19415" y="37210"/>
                  </a:lnTo>
                  <a:lnTo>
                    <a:pt x="18966" y="35942"/>
                  </a:lnTo>
                  <a:lnTo>
                    <a:pt x="18505" y="34877"/>
                  </a:lnTo>
                  <a:lnTo>
                    <a:pt x="18519" y="32511"/>
                  </a:lnTo>
                  <a:lnTo>
                    <a:pt x="18741" y="28409"/>
                  </a:lnTo>
                  <a:lnTo>
                    <a:pt x="18784" y="26283"/>
                  </a:lnTo>
                  <a:lnTo>
                    <a:pt x="18746" y="21195"/>
                  </a:lnTo>
                  <a:lnTo>
                    <a:pt x="18661" y="19760"/>
                  </a:lnTo>
                  <a:lnTo>
                    <a:pt x="18236" y="18107"/>
                  </a:lnTo>
                  <a:lnTo>
                    <a:pt x="17123" y="14939"/>
                  </a:lnTo>
                  <a:lnTo>
                    <a:pt x="16811" y="13001"/>
                  </a:lnTo>
                  <a:lnTo>
                    <a:pt x="16632" y="11062"/>
                  </a:lnTo>
                  <a:lnTo>
                    <a:pt x="16650" y="9835"/>
                  </a:lnTo>
                  <a:lnTo>
                    <a:pt x="16368" y="8433"/>
                  </a:lnTo>
                  <a:lnTo>
                    <a:pt x="16221" y="7139"/>
                  </a:lnTo>
                  <a:lnTo>
                    <a:pt x="16720" y="6468"/>
                  </a:lnTo>
                  <a:lnTo>
                    <a:pt x="17319" y="4959"/>
                  </a:lnTo>
                  <a:lnTo>
                    <a:pt x="17621" y="2654"/>
                  </a:lnTo>
                  <a:lnTo>
                    <a:pt x="17912" y="973"/>
                  </a:lnTo>
                  <a:lnTo>
                    <a:pt x="18327" y="256"/>
                  </a:lnTo>
                  <a:lnTo>
                    <a:pt x="18687" y="0"/>
                  </a:lnTo>
                  <a:lnTo>
                    <a:pt x="18931" y="145"/>
                  </a:lnTo>
                  <a:lnTo>
                    <a:pt x="19872" y="3155"/>
                  </a:lnTo>
                  <a:lnTo>
                    <a:pt x="21065" y="1650"/>
                  </a:lnTo>
                  <a:lnTo>
                    <a:pt x="21974" y="1656"/>
                  </a:lnTo>
                  <a:lnTo>
                    <a:pt x="22746" y="245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3602938" y="2609347"/>
              <a:ext cx="16990" cy="47367"/>
            </a:xfrm>
            <a:custGeom>
              <a:avLst/>
              <a:pathLst>
                <a:path w="16990" h="47367">
                  <a:moveTo>
                    <a:pt x="8752" y="36846"/>
                  </a:moveTo>
                  <a:lnTo>
                    <a:pt x="8425" y="37321"/>
                  </a:lnTo>
                  <a:lnTo>
                    <a:pt x="7812" y="38677"/>
                  </a:lnTo>
                  <a:lnTo>
                    <a:pt x="7202" y="39775"/>
                  </a:lnTo>
                  <a:lnTo>
                    <a:pt x="5968" y="41476"/>
                  </a:lnTo>
                  <a:lnTo>
                    <a:pt x="5688" y="42494"/>
                  </a:lnTo>
                  <a:lnTo>
                    <a:pt x="5416" y="41582"/>
                  </a:lnTo>
                  <a:lnTo>
                    <a:pt x="4878" y="42202"/>
                  </a:lnTo>
                  <a:lnTo>
                    <a:pt x="4425" y="46073"/>
                  </a:lnTo>
                  <a:lnTo>
                    <a:pt x="3482" y="47367"/>
                  </a:lnTo>
                  <a:lnTo>
                    <a:pt x="2305" y="47253"/>
                  </a:lnTo>
                  <a:lnTo>
                    <a:pt x="1320" y="46886"/>
                  </a:lnTo>
                  <a:lnTo>
                    <a:pt x="0" y="47131"/>
                  </a:lnTo>
                  <a:lnTo>
                    <a:pt x="534" y="44876"/>
                  </a:lnTo>
                  <a:lnTo>
                    <a:pt x="1092" y="41951"/>
                  </a:lnTo>
                  <a:lnTo>
                    <a:pt x="1643" y="38002"/>
                  </a:lnTo>
                  <a:lnTo>
                    <a:pt x="2614" y="34727"/>
                  </a:lnTo>
                  <a:lnTo>
                    <a:pt x="4629" y="23608"/>
                  </a:lnTo>
                  <a:lnTo>
                    <a:pt x="5791" y="19104"/>
                  </a:lnTo>
                  <a:lnTo>
                    <a:pt x="6205" y="12719"/>
                  </a:lnTo>
                  <a:lnTo>
                    <a:pt x="8006" y="7130"/>
                  </a:lnTo>
                  <a:lnTo>
                    <a:pt x="9353" y="5478"/>
                  </a:lnTo>
                  <a:lnTo>
                    <a:pt x="10004" y="3879"/>
                  </a:lnTo>
                  <a:lnTo>
                    <a:pt x="9985" y="1463"/>
                  </a:lnTo>
                  <a:lnTo>
                    <a:pt x="11996" y="1480"/>
                  </a:lnTo>
                  <a:lnTo>
                    <a:pt x="13291" y="1354"/>
                  </a:lnTo>
                  <a:lnTo>
                    <a:pt x="13668" y="0"/>
                  </a:lnTo>
                  <a:lnTo>
                    <a:pt x="14676" y="614"/>
                  </a:lnTo>
                  <a:lnTo>
                    <a:pt x="15241" y="1927"/>
                  </a:lnTo>
                  <a:lnTo>
                    <a:pt x="14731" y="3304"/>
                  </a:lnTo>
                  <a:lnTo>
                    <a:pt x="14013" y="4886"/>
                  </a:lnTo>
                  <a:lnTo>
                    <a:pt x="14054" y="5292"/>
                  </a:lnTo>
                  <a:lnTo>
                    <a:pt x="14590" y="5423"/>
                  </a:lnTo>
                  <a:lnTo>
                    <a:pt x="15501" y="6280"/>
                  </a:lnTo>
                  <a:lnTo>
                    <a:pt x="16062" y="7279"/>
                  </a:lnTo>
                  <a:lnTo>
                    <a:pt x="16990" y="13517"/>
                  </a:lnTo>
                  <a:lnTo>
                    <a:pt x="16416" y="16086"/>
                  </a:lnTo>
                  <a:lnTo>
                    <a:pt x="15523" y="18375"/>
                  </a:lnTo>
                  <a:lnTo>
                    <a:pt x="15124" y="18582"/>
                  </a:lnTo>
                  <a:lnTo>
                    <a:pt x="14342" y="19720"/>
                  </a:lnTo>
                  <a:lnTo>
                    <a:pt x="13686" y="21277"/>
                  </a:lnTo>
                  <a:lnTo>
                    <a:pt x="13455" y="22262"/>
                  </a:lnTo>
                  <a:lnTo>
                    <a:pt x="13506" y="23181"/>
                  </a:lnTo>
                  <a:lnTo>
                    <a:pt x="14433" y="24336"/>
                  </a:lnTo>
                  <a:lnTo>
                    <a:pt x="14459" y="24802"/>
                  </a:lnTo>
                  <a:lnTo>
                    <a:pt x="14269" y="25165"/>
                  </a:lnTo>
                  <a:lnTo>
                    <a:pt x="13519" y="24913"/>
                  </a:lnTo>
                  <a:lnTo>
                    <a:pt x="12553" y="24796"/>
                  </a:lnTo>
                  <a:lnTo>
                    <a:pt x="11982" y="24797"/>
                  </a:lnTo>
                  <a:lnTo>
                    <a:pt x="11319" y="25031"/>
                  </a:lnTo>
                  <a:lnTo>
                    <a:pt x="10475" y="26439"/>
                  </a:lnTo>
                  <a:lnTo>
                    <a:pt x="10098" y="27364"/>
                  </a:lnTo>
                  <a:lnTo>
                    <a:pt x="9895" y="27961"/>
                  </a:lnTo>
                  <a:lnTo>
                    <a:pt x="9595" y="29878"/>
                  </a:lnTo>
                  <a:lnTo>
                    <a:pt x="9932" y="31192"/>
                  </a:lnTo>
                  <a:lnTo>
                    <a:pt x="10565" y="31935"/>
                  </a:lnTo>
                  <a:lnTo>
                    <a:pt x="10655" y="32316"/>
                  </a:lnTo>
                  <a:lnTo>
                    <a:pt x="10514" y="32982"/>
                  </a:lnTo>
                  <a:lnTo>
                    <a:pt x="9885" y="33808"/>
                  </a:lnTo>
                  <a:lnTo>
                    <a:pt x="9413" y="34821"/>
                  </a:lnTo>
                  <a:lnTo>
                    <a:pt x="9277" y="358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3066476" y="3381789"/>
              <a:ext cx="47270" cy="123703"/>
            </a:xfrm>
            <a:custGeom>
              <a:avLst/>
              <a:pathLst>
                <a:path w="47270" h="123703">
                  <a:moveTo>
                    <a:pt x="34766" y="28934"/>
                  </a:moveTo>
                  <a:lnTo>
                    <a:pt x="34987" y="29273"/>
                  </a:lnTo>
                  <a:lnTo>
                    <a:pt x="35333" y="30178"/>
                  </a:lnTo>
                  <a:lnTo>
                    <a:pt x="35660" y="33268"/>
                  </a:lnTo>
                  <a:lnTo>
                    <a:pt x="36951" y="43250"/>
                  </a:lnTo>
                  <a:lnTo>
                    <a:pt x="36885" y="46000"/>
                  </a:lnTo>
                  <a:lnTo>
                    <a:pt x="36630" y="47800"/>
                  </a:lnTo>
                  <a:lnTo>
                    <a:pt x="36623" y="49562"/>
                  </a:lnTo>
                  <a:lnTo>
                    <a:pt x="36537" y="51301"/>
                  </a:lnTo>
                  <a:lnTo>
                    <a:pt x="35747" y="54150"/>
                  </a:lnTo>
                  <a:lnTo>
                    <a:pt x="33418" y="59981"/>
                  </a:lnTo>
                  <a:lnTo>
                    <a:pt x="33599" y="60491"/>
                  </a:lnTo>
                  <a:lnTo>
                    <a:pt x="34155" y="61155"/>
                  </a:lnTo>
                  <a:lnTo>
                    <a:pt x="34721" y="61500"/>
                  </a:lnTo>
                  <a:lnTo>
                    <a:pt x="35187" y="61320"/>
                  </a:lnTo>
                  <a:lnTo>
                    <a:pt x="35769" y="62777"/>
                  </a:lnTo>
                  <a:lnTo>
                    <a:pt x="36395" y="64606"/>
                  </a:lnTo>
                  <a:lnTo>
                    <a:pt x="37060" y="65559"/>
                  </a:lnTo>
                  <a:lnTo>
                    <a:pt x="38018" y="66395"/>
                  </a:lnTo>
                  <a:lnTo>
                    <a:pt x="38857" y="66489"/>
                  </a:lnTo>
                  <a:lnTo>
                    <a:pt x="39571" y="66169"/>
                  </a:lnTo>
                  <a:lnTo>
                    <a:pt x="40576" y="66531"/>
                  </a:lnTo>
                  <a:lnTo>
                    <a:pt x="41646" y="68046"/>
                  </a:lnTo>
                  <a:lnTo>
                    <a:pt x="42027" y="70549"/>
                  </a:lnTo>
                  <a:lnTo>
                    <a:pt x="42283" y="72729"/>
                  </a:lnTo>
                  <a:lnTo>
                    <a:pt x="42655" y="73836"/>
                  </a:lnTo>
                  <a:lnTo>
                    <a:pt x="42706" y="75722"/>
                  </a:lnTo>
                  <a:lnTo>
                    <a:pt x="43467" y="77378"/>
                  </a:lnTo>
                  <a:lnTo>
                    <a:pt x="44552" y="77713"/>
                  </a:lnTo>
                  <a:lnTo>
                    <a:pt x="45958" y="79654"/>
                  </a:lnTo>
                  <a:lnTo>
                    <a:pt x="46316" y="79551"/>
                  </a:lnTo>
                  <a:lnTo>
                    <a:pt x="46470" y="79309"/>
                  </a:lnTo>
                  <a:lnTo>
                    <a:pt x="46643" y="79675"/>
                  </a:lnTo>
                  <a:lnTo>
                    <a:pt x="46996" y="85289"/>
                  </a:lnTo>
                  <a:lnTo>
                    <a:pt x="47270" y="88266"/>
                  </a:lnTo>
                  <a:lnTo>
                    <a:pt x="47126" y="89468"/>
                  </a:lnTo>
                  <a:lnTo>
                    <a:pt x="46936" y="90414"/>
                  </a:lnTo>
                  <a:lnTo>
                    <a:pt x="46926" y="94946"/>
                  </a:lnTo>
                  <a:lnTo>
                    <a:pt x="46289" y="97549"/>
                  </a:lnTo>
                  <a:lnTo>
                    <a:pt x="46186" y="100404"/>
                  </a:lnTo>
                  <a:lnTo>
                    <a:pt x="46006" y="101329"/>
                  </a:lnTo>
                  <a:lnTo>
                    <a:pt x="45325" y="102151"/>
                  </a:lnTo>
                  <a:lnTo>
                    <a:pt x="45320" y="104345"/>
                  </a:lnTo>
                  <a:lnTo>
                    <a:pt x="45139" y="106995"/>
                  </a:lnTo>
                  <a:lnTo>
                    <a:pt x="45069" y="109809"/>
                  </a:lnTo>
                  <a:lnTo>
                    <a:pt x="45259" y="117173"/>
                  </a:lnTo>
                  <a:lnTo>
                    <a:pt x="45295" y="122666"/>
                  </a:lnTo>
                  <a:lnTo>
                    <a:pt x="45601" y="123703"/>
                  </a:lnTo>
                  <a:lnTo>
                    <a:pt x="44277" y="123246"/>
                  </a:lnTo>
                  <a:lnTo>
                    <a:pt x="40384" y="119053"/>
                  </a:lnTo>
                  <a:lnTo>
                    <a:pt x="37383" y="116650"/>
                  </a:lnTo>
                  <a:lnTo>
                    <a:pt x="27335" y="102921"/>
                  </a:lnTo>
                  <a:lnTo>
                    <a:pt x="24543" y="97412"/>
                  </a:lnTo>
                  <a:lnTo>
                    <a:pt x="21325" y="89208"/>
                  </a:lnTo>
                  <a:lnTo>
                    <a:pt x="14168" y="72692"/>
                  </a:lnTo>
                  <a:lnTo>
                    <a:pt x="12536" y="70041"/>
                  </a:lnTo>
                  <a:lnTo>
                    <a:pt x="10477" y="68753"/>
                  </a:lnTo>
                  <a:lnTo>
                    <a:pt x="9205" y="67348"/>
                  </a:lnTo>
                  <a:lnTo>
                    <a:pt x="8307" y="65821"/>
                  </a:lnTo>
                  <a:lnTo>
                    <a:pt x="7578" y="61243"/>
                  </a:lnTo>
                  <a:lnTo>
                    <a:pt x="5788" y="58516"/>
                  </a:lnTo>
                  <a:lnTo>
                    <a:pt x="2484" y="54649"/>
                  </a:lnTo>
                  <a:lnTo>
                    <a:pt x="0" y="48199"/>
                  </a:lnTo>
                  <a:lnTo>
                    <a:pt x="609" y="46878"/>
                  </a:lnTo>
                  <a:lnTo>
                    <a:pt x="1505" y="42639"/>
                  </a:lnTo>
                  <a:lnTo>
                    <a:pt x="2760" y="38563"/>
                  </a:lnTo>
                  <a:lnTo>
                    <a:pt x="3928" y="36147"/>
                  </a:lnTo>
                  <a:lnTo>
                    <a:pt x="4857" y="33659"/>
                  </a:lnTo>
                  <a:lnTo>
                    <a:pt x="5837" y="31755"/>
                  </a:lnTo>
                  <a:lnTo>
                    <a:pt x="7243" y="29533"/>
                  </a:lnTo>
                  <a:lnTo>
                    <a:pt x="9392" y="23676"/>
                  </a:lnTo>
                  <a:lnTo>
                    <a:pt x="9897" y="22998"/>
                  </a:lnTo>
                  <a:lnTo>
                    <a:pt x="10241" y="18948"/>
                  </a:lnTo>
                  <a:lnTo>
                    <a:pt x="10779" y="13786"/>
                  </a:lnTo>
                  <a:lnTo>
                    <a:pt x="11401" y="12186"/>
                  </a:lnTo>
                  <a:lnTo>
                    <a:pt x="12865" y="11230"/>
                  </a:lnTo>
                  <a:lnTo>
                    <a:pt x="13207" y="10334"/>
                  </a:lnTo>
                  <a:lnTo>
                    <a:pt x="13727" y="6703"/>
                  </a:lnTo>
                  <a:lnTo>
                    <a:pt x="14060" y="2470"/>
                  </a:lnTo>
                  <a:lnTo>
                    <a:pt x="14089" y="1552"/>
                  </a:lnTo>
                  <a:lnTo>
                    <a:pt x="14666" y="1444"/>
                  </a:lnTo>
                  <a:lnTo>
                    <a:pt x="15652" y="530"/>
                  </a:lnTo>
                  <a:lnTo>
                    <a:pt x="16224" y="940"/>
                  </a:lnTo>
                  <a:lnTo>
                    <a:pt x="16477" y="2159"/>
                  </a:lnTo>
                  <a:lnTo>
                    <a:pt x="16608" y="3185"/>
                  </a:lnTo>
                  <a:lnTo>
                    <a:pt x="19595" y="546"/>
                  </a:lnTo>
                  <a:lnTo>
                    <a:pt x="19857" y="0"/>
                  </a:lnTo>
                  <a:lnTo>
                    <a:pt x="20015" y="92"/>
                  </a:lnTo>
                  <a:lnTo>
                    <a:pt x="20391" y="2474"/>
                  </a:lnTo>
                  <a:lnTo>
                    <a:pt x="20606" y="2328"/>
                  </a:lnTo>
                  <a:lnTo>
                    <a:pt x="20787" y="1640"/>
                  </a:lnTo>
                  <a:lnTo>
                    <a:pt x="20986" y="1574"/>
                  </a:lnTo>
                  <a:lnTo>
                    <a:pt x="21220" y="1895"/>
                  </a:lnTo>
                  <a:lnTo>
                    <a:pt x="21454" y="3003"/>
                  </a:lnTo>
                  <a:lnTo>
                    <a:pt x="21834" y="3999"/>
                  </a:lnTo>
                  <a:lnTo>
                    <a:pt x="22482" y="4700"/>
                  </a:lnTo>
                  <a:lnTo>
                    <a:pt x="22892" y="5661"/>
                  </a:lnTo>
                  <a:lnTo>
                    <a:pt x="22846" y="8205"/>
                  </a:lnTo>
                  <a:lnTo>
                    <a:pt x="23004" y="10679"/>
                  </a:lnTo>
                  <a:lnTo>
                    <a:pt x="23285" y="11249"/>
                  </a:lnTo>
                  <a:lnTo>
                    <a:pt x="23434" y="12727"/>
                  </a:lnTo>
                  <a:lnTo>
                    <a:pt x="23510" y="14348"/>
                  </a:lnTo>
                  <a:lnTo>
                    <a:pt x="23665" y="15201"/>
                  </a:lnTo>
                  <a:lnTo>
                    <a:pt x="23775" y="16836"/>
                  </a:lnTo>
                  <a:lnTo>
                    <a:pt x="23719" y="18592"/>
                  </a:lnTo>
                  <a:lnTo>
                    <a:pt x="23835" y="19827"/>
                  </a:lnTo>
                  <a:lnTo>
                    <a:pt x="24311" y="21956"/>
                  </a:lnTo>
                  <a:lnTo>
                    <a:pt x="24608" y="24640"/>
                  </a:lnTo>
                  <a:lnTo>
                    <a:pt x="24610" y="26539"/>
                  </a:lnTo>
                  <a:lnTo>
                    <a:pt x="24437" y="28539"/>
                  </a:lnTo>
                  <a:lnTo>
                    <a:pt x="24121" y="30368"/>
                  </a:lnTo>
                  <a:lnTo>
                    <a:pt x="23565" y="32361"/>
                  </a:lnTo>
                  <a:lnTo>
                    <a:pt x="23519" y="33148"/>
                  </a:lnTo>
                  <a:lnTo>
                    <a:pt x="23849" y="33664"/>
                  </a:lnTo>
                  <a:lnTo>
                    <a:pt x="24349" y="33767"/>
                  </a:lnTo>
                  <a:lnTo>
                    <a:pt x="24767" y="33360"/>
                  </a:lnTo>
                  <a:lnTo>
                    <a:pt x="25826" y="34275"/>
                  </a:lnTo>
                  <a:lnTo>
                    <a:pt x="26380" y="35588"/>
                  </a:lnTo>
                  <a:lnTo>
                    <a:pt x="26867" y="37210"/>
                  </a:lnTo>
                  <a:lnTo>
                    <a:pt x="27305" y="38032"/>
                  </a:lnTo>
                  <a:lnTo>
                    <a:pt x="27503" y="39057"/>
                  </a:lnTo>
                  <a:lnTo>
                    <a:pt x="28254" y="38774"/>
                  </a:lnTo>
                  <a:lnTo>
                    <a:pt x="29126" y="37787"/>
                  </a:lnTo>
                  <a:lnTo>
                    <a:pt x="29305" y="37322"/>
                  </a:lnTo>
                  <a:lnTo>
                    <a:pt x="29565" y="37572"/>
                  </a:lnTo>
                  <a:lnTo>
                    <a:pt x="30126" y="37675"/>
                  </a:lnTo>
                  <a:lnTo>
                    <a:pt x="30519" y="35898"/>
                  </a:lnTo>
                  <a:lnTo>
                    <a:pt x="30836" y="33855"/>
                  </a:lnTo>
                  <a:lnTo>
                    <a:pt x="31513" y="31644"/>
                  </a:lnTo>
                  <a:lnTo>
                    <a:pt x="31846" y="30789"/>
                  </a:lnTo>
                  <a:lnTo>
                    <a:pt x="31933" y="29375"/>
                  </a:lnTo>
                  <a:lnTo>
                    <a:pt x="31970" y="27552"/>
                  </a:lnTo>
                  <a:lnTo>
                    <a:pt x="32213" y="25967"/>
                  </a:lnTo>
                  <a:lnTo>
                    <a:pt x="32772" y="25096"/>
                  </a:lnTo>
                  <a:lnTo>
                    <a:pt x="33375" y="25109"/>
                  </a:lnTo>
                  <a:lnTo>
                    <a:pt x="33703" y="25431"/>
                  </a:lnTo>
                  <a:lnTo>
                    <a:pt x="33869" y="26966"/>
                  </a:lnTo>
                  <a:lnTo>
                    <a:pt x="34354" y="2813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3306049" y="2653575"/>
              <a:ext cx="182290" cy="404387"/>
            </a:xfrm>
            <a:custGeom>
              <a:avLst/>
              <a:pathLst>
                <a:path w="182290" h="404387">
                  <a:moveTo>
                    <a:pt x="182290" y="45120"/>
                  </a:moveTo>
                  <a:lnTo>
                    <a:pt x="181847" y="45949"/>
                  </a:lnTo>
                  <a:lnTo>
                    <a:pt x="181217" y="47714"/>
                  </a:lnTo>
                  <a:lnTo>
                    <a:pt x="180819" y="49285"/>
                  </a:lnTo>
                  <a:lnTo>
                    <a:pt x="179752" y="51842"/>
                  </a:lnTo>
                  <a:lnTo>
                    <a:pt x="178863" y="54580"/>
                  </a:lnTo>
                  <a:lnTo>
                    <a:pt x="178946" y="58588"/>
                  </a:lnTo>
                  <a:lnTo>
                    <a:pt x="179149" y="62664"/>
                  </a:lnTo>
                  <a:lnTo>
                    <a:pt x="179747" y="66646"/>
                  </a:lnTo>
                  <a:lnTo>
                    <a:pt x="180258" y="71076"/>
                  </a:lnTo>
                  <a:lnTo>
                    <a:pt x="180114" y="73973"/>
                  </a:lnTo>
                  <a:lnTo>
                    <a:pt x="179673" y="77534"/>
                  </a:lnTo>
                  <a:lnTo>
                    <a:pt x="179149" y="80503"/>
                  </a:lnTo>
                  <a:lnTo>
                    <a:pt x="177410" y="86618"/>
                  </a:lnTo>
                  <a:lnTo>
                    <a:pt x="177143" y="88081"/>
                  </a:lnTo>
                  <a:lnTo>
                    <a:pt x="177239" y="90136"/>
                  </a:lnTo>
                  <a:lnTo>
                    <a:pt x="178299" y="97390"/>
                  </a:lnTo>
                  <a:lnTo>
                    <a:pt x="178381" y="99674"/>
                  </a:lnTo>
                  <a:lnTo>
                    <a:pt x="179015" y="106721"/>
                  </a:lnTo>
                  <a:lnTo>
                    <a:pt x="179593" y="112453"/>
                  </a:lnTo>
                  <a:lnTo>
                    <a:pt x="180232" y="116958"/>
                  </a:lnTo>
                  <a:lnTo>
                    <a:pt x="180331" y="118197"/>
                  </a:lnTo>
                  <a:lnTo>
                    <a:pt x="180331" y="124833"/>
                  </a:lnTo>
                  <a:lnTo>
                    <a:pt x="180331" y="131468"/>
                  </a:lnTo>
                  <a:lnTo>
                    <a:pt x="180331" y="138104"/>
                  </a:lnTo>
                  <a:lnTo>
                    <a:pt x="180331" y="144739"/>
                  </a:lnTo>
                  <a:lnTo>
                    <a:pt x="180331" y="151375"/>
                  </a:lnTo>
                  <a:lnTo>
                    <a:pt x="180331" y="158010"/>
                  </a:lnTo>
                  <a:lnTo>
                    <a:pt x="180331" y="164646"/>
                  </a:lnTo>
                  <a:lnTo>
                    <a:pt x="180331" y="171282"/>
                  </a:lnTo>
                  <a:lnTo>
                    <a:pt x="180331" y="177917"/>
                  </a:lnTo>
                  <a:lnTo>
                    <a:pt x="180331" y="184554"/>
                  </a:lnTo>
                  <a:lnTo>
                    <a:pt x="180331" y="191190"/>
                  </a:lnTo>
                  <a:lnTo>
                    <a:pt x="180331" y="197825"/>
                  </a:lnTo>
                  <a:lnTo>
                    <a:pt x="180331" y="204461"/>
                  </a:lnTo>
                  <a:lnTo>
                    <a:pt x="180331" y="211096"/>
                  </a:lnTo>
                  <a:lnTo>
                    <a:pt x="180331" y="217732"/>
                  </a:lnTo>
                  <a:lnTo>
                    <a:pt x="180331" y="224367"/>
                  </a:lnTo>
                  <a:lnTo>
                    <a:pt x="180331" y="231003"/>
                  </a:lnTo>
                  <a:lnTo>
                    <a:pt x="180331" y="237638"/>
                  </a:lnTo>
                  <a:lnTo>
                    <a:pt x="180331" y="244274"/>
                  </a:lnTo>
                  <a:lnTo>
                    <a:pt x="180331" y="250910"/>
                  </a:lnTo>
                  <a:lnTo>
                    <a:pt x="180331" y="257545"/>
                  </a:lnTo>
                  <a:lnTo>
                    <a:pt x="180331" y="264181"/>
                  </a:lnTo>
                  <a:lnTo>
                    <a:pt x="180331" y="270816"/>
                  </a:lnTo>
                  <a:lnTo>
                    <a:pt x="180331" y="277452"/>
                  </a:lnTo>
                  <a:lnTo>
                    <a:pt x="180331" y="284087"/>
                  </a:lnTo>
                  <a:lnTo>
                    <a:pt x="180331" y="290724"/>
                  </a:lnTo>
                  <a:lnTo>
                    <a:pt x="180331" y="297360"/>
                  </a:lnTo>
                  <a:lnTo>
                    <a:pt x="180331" y="303995"/>
                  </a:lnTo>
                  <a:lnTo>
                    <a:pt x="180331" y="310631"/>
                  </a:lnTo>
                  <a:lnTo>
                    <a:pt x="180331" y="317267"/>
                  </a:lnTo>
                  <a:lnTo>
                    <a:pt x="180331" y="323902"/>
                  </a:lnTo>
                  <a:lnTo>
                    <a:pt x="180331" y="330538"/>
                  </a:lnTo>
                  <a:lnTo>
                    <a:pt x="180329" y="345262"/>
                  </a:lnTo>
                  <a:lnTo>
                    <a:pt x="180327" y="359987"/>
                  </a:lnTo>
                  <a:lnTo>
                    <a:pt x="180324" y="374711"/>
                  </a:lnTo>
                  <a:lnTo>
                    <a:pt x="180178" y="389647"/>
                  </a:lnTo>
                  <a:lnTo>
                    <a:pt x="177341" y="389644"/>
                  </a:lnTo>
                  <a:lnTo>
                    <a:pt x="174501" y="389640"/>
                  </a:lnTo>
                  <a:lnTo>
                    <a:pt x="171662" y="389636"/>
                  </a:lnTo>
                  <a:lnTo>
                    <a:pt x="168823" y="389633"/>
                  </a:lnTo>
                  <a:lnTo>
                    <a:pt x="168823" y="393322"/>
                  </a:lnTo>
                  <a:lnTo>
                    <a:pt x="168823" y="397010"/>
                  </a:lnTo>
                  <a:lnTo>
                    <a:pt x="168823" y="400698"/>
                  </a:lnTo>
                  <a:lnTo>
                    <a:pt x="168823" y="404387"/>
                  </a:lnTo>
                  <a:lnTo>
                    <a:pt x="163311" y="397397"/>
                  </a:lnTo>
                  <a:lnTo>
                    <a:pt x="157797" y="390406"/>
                  </a:lnTo>
                  <a:lnTo>
                    <a:pt x="152284" y="383416"/>
                  </a:lnTo>
                  <a:lnTo>
                    <a:pt x="146771" y="376425"/>
                  </a:lnTo>
                  <a:lnTo>
                    <a:pt x="141258" y="369435"/>
                  </a:lnTo>
                  <a:lnTo>
                    <a:pt x="135744" y="362443"/>
                  </a:lnTo>
                  <a:lnTo>
                    <a:pt x="130231" y="355454"/>
                  </a:lnTo>
                  <a:lnTo>
                    <a:pt x="124717" y="348462"/>
                  </a:lnTo>
                  <a:lnTo>
                    <a:pt x="119203" y="341471"/>
                  </a:lnTo>
                  <a:lnTo>
                    <a:pt x="113690" y="334481"/>
                  </a:lnTo>
                  <a:lnTo>
                    <a:pt x="108178" y="327490"/>
                  </a:lnTo>
                  <a:lnTo>
                    <a:pt x="102664" y="320500"/>
                  </a:lnTo>
                  <a:lnTo>
                    <a:pt x="97150" y="313509"/>
                  </a:lnTo>
                  <a:lnTo>
                    <a:pt x="91638" y="306519"/>
                  </a:lnTo>
                  <a:lnTo>
                    <a:pt x="86125" y="299528"/>
                  </a:lnTo>
                  <a:lnTo>
                    <a:pt x="80611" y="292538"/>
                  </a:lnTo>
                  <a:lnTo>
                    <a:pt x="76802" y="287710"/>
                  </a:lnTo>
                  <a:lnTo>
                    <a:pt x="72695" y="292423"/>
                  </a:lnTo>
                  <a:lnTo>
                    <a:pt x="69476" y="296118"/>
                  </a:lnTo>
                  <a:lnTo>
                    <a:pt x="65235" y="300976"/>
                  </a:lnTo>
                  <a:lnTo>
                    <a:pt x="60364" y="307292"/>
                  </a:lnTo>
                  <a:lnTo>
                    <a:pt x="56625" y="312140"/>
                  </a:lnTo>
                  <a:lnTo>
                    <a:pt x="56450" y="312104"/>
                  </a:lnTo>
                  <a:lnTo>
                    <a:pt x="56279" y="311984"/>
                  </a:lnTo>
                  <a:lnTo>
                    <a:pt x="52389" y="303759"/>
                  </a:lnTo>
                  <a:lnTo>
                    <a:pt x="49350" y="297334"/>
                  </a:lnTo>
                  <a:lnTo>
                    <a:pt x="48000" y="295542"/>
                  </a:lnTo>
                  <a:lnTo>
                    <a:pt x="42273" y="292259"/>
                  </a:lnTo>
                  <a:lnTo>
                    <a:pt x="36578" y="288997"/>
                  </a:lnTo>
                  <a:lnTo>
                    <a:pt x="30584" y="285563"/>
                  </a:lnTo>
                  <a:lnTo>
                    <a:pt x="29492" y="280335"/>
                  </a:lnTo>
                  <a:lnTo>
                    <a:pt x="28272" y="274491"/>
                  </a:lnTo>
                  <a:lnTo>
                    <a:pt x="26629" y="267189"/>
                  </a:lnTo>
                  <a:lnTo>
                    <a:pt x="25624" y="262723"/>
                  </a:lnTo>
                  <a:lnTo>
                    <a:pt x="25287" y="262028"/>
                  </a:lnTo>
                  <a:lnTo>
                    <a:pt x="20690" y="258492"/>
                  </a:lnTo>
                  <a:lnTo>
                    <a:pt x="15833" y="255025"/>
                  </a:lnTo>
                  <a:lnTo>
                    <a:pt x="12989" y="257127"/>
                  </a:lnTo>
                  <a:lnTo>
                    <a:pt x="12493" y="256968"/>
                  </a:lnTo>
                  <a:lnTo>
                    <a:pt x="11686" y="255649"/>
                  </a:lnTo>
                  <a:lnTo>
                    <a:pt x="10882" y="253853"/>
                  </a:lnTo>
                  <a:lnTo>
                    <a:pt x="10453" y="251335"/>
                  </a:lnTo>
                  <a:lnTo>
                    <a:pt x="9313" y="247966"/>
                  </a:lnTo>
                  <a:lnTo>
                    <a:pt x="8261" y="240260"/>
                  </a:lnTo>
                  <a:lnTo>
                    <a:pt x="8156" y="234128"/>
                  </a:lnTo>
                  <a:lnTo>
                    <a:pt x="7945" y="231955"/>
                  </a:lnTo>
                  <a:lnTo>
                    <a:pt x="5418" y="223321"/>
                  </a:lnTo>
                  <a:lnTo>
                    <a:pt x="3118" y="215465"/>
                  </a:lnTo>
                  <a:lnTo>
                    <a:pt x="1587" y="210235"/>
                  </a:lnTo>
                  <a:lnTo>
                    <a:pt x="1290" y="207873"/>
                  </a:lnTo>
                  <a:lnTo>
                    <a:pt x="1468" y="204964"/>
                  </a:lnTo>
                  <a:lnTo>
                    <a:pt x="2084" y="202357"/>
                  </a:lnTo>
                  <a:lnTo>
                    <a:pt x="4312" y="199270"/>
                  </a:lnTo>
                  <a:lnTo>
                    <a:pt x="6319" y="195909"/>
                  </a:lnTo>
                  <a:lnTo>
                    <a:pt x="6593" y="193579"/>
                  </a:lnTo>
                  <a:lnTo>
                    <a:pt x="6722" y="187163"/>
                  </a:lnTo>
                  <a:lnTo>
                    <a:pt x="6063" y="185157"/>
                  </a:lnTo>
                  <a:lnTo>
                    <a:pt x="5583" y="181347"/>
                  </a:lnTo>
                  <a:lnTo>
                    <a:pt x="5089" y="176189"/>
                  </a:lnTo>
                  <a:lnTo>
                    <a:pt x="5032" y="172893"/>
                  </a:lnTo>
                  <a:lnTo>
                    <a:pt x="5927" y="166330"/>
                  </a:lnTo>
                  <a:lnTo>
                    <a:pt x="6971" y="159453"/>
                  </a:lnTo>
                  <a:lnTo>
                    <a:pt x="6305" y="151841"/>
                  </a:lnTo>
                  <a:lnTo>
                    <a:pt x="5815" y="136567"/>
                  </a:lnTo>
                  <a:lnTo>
                    <a:pt x="6126" y="124547"/>
                  </a:lnTo>
                  <a:lnTo>
                    <a:pt x="5874" y="120180"/>
                  </a:lnTo>
                  <a:lnTo>
                    <a:pt x="5696" y="118343"/>
                  </a:lnTo>
                  <a:lnTo>
                    <a:pt x="5013" y="112670"/>
                  </a:lnTo>
                  <a:lnTo>
                    <a:pt x="4170" y="106818"/>
                  </a:lnTo>
                  <a:lnTo>
                    <a:pt x="3796" y="104766"/>
                  </a:lnTo>
                  <a:lnTo>
                    <a:pt x="2715" y="100052"/>
                  </a:lnTo>
                  <a:lnTo>
                    <a:pt x="929" y="94210"/>
                  </a:lnTo>
                  <a:lnTo>
                    <a:pt x="0" y="90618"/>
                  </a:lnTo>
                  <a:lnTo>
                    <a:pt x="1274" y="88725"/>
                  </a:lnTo>
                  <a:lnTo>
                    <a:pt x="2399" y="87244"/>
                  </a:lnTo>
                  <a:lnTo>
                    <a:pt x="3771" y="85680"/>
                  </a:lnTo>
                  <a:lnTo>
                    <a:pt x="5721" y="83910"/>
                  </a:lnTo>
                  <a:lnTo>
                    <a:pt x="6729" y="82578"/>
                  </a:lnTo>
                  <a:lnTo>
                    <a:pt x="7161" y="81454"/>
                  </a:lnTo>
                  <a:lnTo>
                    <a:pt x="8625" y="76882"/>
                  </a:lnTo>
                  <a:lnTo>
                    <a:pt x="9387" y="74344"/>
                  </a:lnTo>
                  <a:lnTo>
                    <a:pt x="10428" y="70880"/>
                  </a:lnTo>
                  <a:lnTo>
                    <a:pt x="10884" y="68464"/>
                  </a:lnTo>
                  <a:lnTo>
                    <a:pt x="10895" y="66222"/>
                  </a:lnTo>
                  <a:lnTo>
                    <a:pt x="10738" y="63524"/>
                  </a:lnTo>
                  <a:lnTo>
                    <a:pt x="9924" y="57057"/>
                  </a:lnTo>
                  <a:lnTo>
                    <a:pt x="9260" y="50770"/>
                  </a:lnTo>
                  <a:lnTo>
                    <a:pt x="9777" y="48346"/>
                  </a:lnTo>
                  <a:lnTo>
                    <a:pt x="10193" y="47184"/>
                  </a:lnTo>
                  <a:lnTo>
                    <a:pt x="11097" y="44234"/>
                  </a:lnTo>
                  <a:lnTo>
                    <a:pt x="11459" y="43646"/>
                  </a:lnTo>
                  <a:lnTo>
                    <a:pt x="13412" y="42724"/>
                  </a:lnTo>
                  <a:lnTo>
                    <a:pt x="14194" y="40759"/>
                  </a:lnTo>
                  <a:lnTo>
                    <a:pt x="14790" y="38301"/>
                  </a:lnTo>
                  <a:lnTo>
                    <a:pt x="14944" y="37007"/>
                  </a:lnTo>
                  <a:lnTo>
                    <a:pt x="15797" y="35652"/>
                  </a:lnTo>
                  <a:lnTo>
                    <a:pt x="16817" y="34298"/>
                  </a:lnTo>
                  <a:lnTo>
                    <a:pt x="17447" y="32541"/>
                  </a:lnTo>
                  <a:lnTo>
                    <a:pt x="19505" y="29821"/>
                  </a:lnTo>
                  <a:lnTo>
                    <a:pt x="21382" y="27338"/>
                  </a:lnTo>
                  <a:lnTo>
                    <a:pt x="23565" y="24724"/>
                  </a:lnTo>
                  <a:lnTo>
                    <a:pt x="25257" y="22701"/>
                  </a:lnTo>
                  <a:lnTo>
                    <a:pt x="25613" y="20938"/>
                  </a:lnTo>
                  <a:lnTo>
                    <a:pt x="25588" y="19413"/>
                  </a:lnTo>
                  <a:lnTo>
                    <a:pt x="24669" y="15937"/>
                  </a:lnTo>
                  <a:lnTo>
                    <a:pt x="24669" y="11826"/>
                  </a:lnTo>
                  <a:lnTo>
                    <a:pt x="24729" y="8408"/>
                  </a:lnTo>
                  <a:lnTo>
                    <a:pt x="24822" y="6388"/>
                  </a:lnTo>
                  <a:lnTo>
                    <a:pt x="25227" y="779"/>
                  </a:lnTo>
                  <a:lnTo>
                    <a:pt x="25252" y="0"/>
                  </a:lnTo>
                  <a:lnTo>
                    <a:pt x="27007" y="1862"/>
                  </a:lnTo>
                  <a:lnTo>
                    <a:pt x="28807" y="2607"/>
                  </a:lnTo>
                  <a:lnTo>
                    <a:pt x="34174" y="9555"/>
                  </a:lnTo>
                  <a:lnTo>
                    <a:pt x="35868" y="10425"/>
                  </a:lnTo>
                  <a:lnTo>
                    <a:pt x="39625" y="11254"/>
                  </a:lnTo>
                  <a:lnTo>
                    <a:pt x="44050" y="8408"/>
                  </a:lnTo>
                  <a:lnTo>
                    <a:pt x="45724" y="7898"/>
                  </a:lnTo>
                  <a:lnTo>
                    <a:pt x="48633" y="10568"/>
                  </a:lnTo>
                  <a:lnTo>
                    <a:pt x="49916" y="11320"/>
                  </a:lnTo>
                  <a:lnTo>
                    <a:pt x="52075" y="11528"/>
                  </a:lnTo>
                  <a:lnTo>
                    <a:pt x="55761" y="13952"/>
                  </a:lnTo>
                  <a:lnTo>
                    <a:pt x="56698" y="14794"/>
                  </a:lnTo>
                  <a:lnTo>
                    <a:pt x="58847" y="18664"/>
                  </a:lnTo>
                  <a:lnTo>
                    <a:pt x="59877" y="19822"/>
                  </a:lnTo>
                  <a:lnTo>
                    <a:pt x="67509" y="23366"/>
                  </a:lnTo>
                  <a:lnTo>
                    <a:pt x="68549" y="25715"/>
                  </a:lnTo>
                  <a:lnTo>
                    <a:pt x="69610" y="30206"/>
                  </a:lnTo>
                  <a:lnTo>
                    <a:pt x="69656" y="35776"/>
                  </a:lnTo>
                  <a:lnTo>
                    <a:pt x="70242" y="39823"/>
                  </a:lnTo>
                  <a:lnTo>
                    <a:pt x="71190" y="45066"/>
                  </a:lnTo>
                  <a:lnTo>
                    <a:pt x="72334" y="48780"/>
                  </a:lnTo>
                  <a:lnTo>
                    <a:pt x="73602" y="51873"/>
                  </a:lnTo>
                  <a:lnTo>
                    <a:pt x="75055" y="53807"/>
                  </a:lnTo>
                  <a:lnTo>
                    <a:pt x="78402" y="56659"/>
                  </a:lnTo>
                  <a:lnTo>
                    <a:pt x="82175" y="57757"/>
                  </a:lnTo>
                  <a:lnTo>
                    <a:pt x="85980" y="58128"/>
                  </a:lnTo>
                  <a:lnTo>
                    <a:pt x="92512" y="62066"/>
                  </a:lnTo>
                  <a:lnTo>
                    <a:pt x="98051" y="66613"/>
                  </a:lnTo>
                  <a:lnTo>
                    <a:pt x="99418" y="68850"/>
                  </a:lnTo>
                  <a:lnTo>
                    <a:pt x="102193" y="71054"/>
                  </a:lnTo>
                  <a:lnTo>
                    <a:pt x="107710" y="81740"/>
                  </a:lnTo>
                  <a:lnTo>
                    <a:pt x="110778" y="85441"/>
                  </a:lnTo>
                  <a:lnTo>
                    <a:pt x="112934" y="86159"/>
                  </a:lnTo>
                  <a:lnTo>
                    <a:pt x="114867" y="85510"/>
                  </a:lnTo>
                  <a:lnTo>
                    <a:pt x="118298" y="81796"/>
                  </a:lnTo>
                  <a:lnTo>
                    <a:pt x="119718" y="79591"/>
                  </a:lnTo>
                  <a:lnTo>
                    <a:pt x="123169" y="70363"/>
                  </a:lnTo>
                  <a:lnTo>
                    <a:pt x="124301" y="65546"/>
                  </a:lnTo>
                  <a:lnTo>
                    <a:pt x="124755" y="62151"/>
                  </a:lnTo>
                  <a:lnTo>
                    <a:pt x="124642" y="58696"/>
                  </a:lnTo>
                  <a:lnTo>
                    <a:pt x="124212" y="55593"/>
                  </a:lnTo>
                  <a:lnTo>
                    <a:pt x="123248" y="52339"/>
                  </a:lnTo>
                  <a:lnTo>
                    <a:pt x="122572" y="48044"/>
                  </a:lnTo>
                  <a:lnTo>
                    <a:pt x="122170" y="40316"/>
                  </a:lnTo>
                  <a:lnTo>
                    <a:pt x="122712" y="34952"/>
                  </a:lnTo>
                  <a:lnTo>
                    <a:pt x="123374" y="31737"/>
                  </a:lnTo>
                  <a:lnTo>
                    <a:pt x="124416" y="28461"/>
                  </a:lnTo>
                  <a:lnTo>
                    <a:pt x="127283" y="22196"/>
                  </a:lnTo>
                  <a:lnTo>
                    <a:pt x="130165" y="17781"/>
                  </a:lnTo>
                  <a:lnTo>
                    <a:pt x="135243" y="12008"/>
                  </a:lnTo>
                  <a:lnTo>
                    <a:pt x="138194" y="11945"/>
                  </a:lnTo>
                  <a:lnTo>
                    <a:pt x="139413" y="11310"/>
                  </a:lnTo>
                  <a:lnTo>
                    <a:pt x="141844" y="7228"/>
                  </a:lnTo>
                  <a:lnTo>
                    <a:pt x="142828" y="7075"/>
                  </a:lnTo>
                  <a:lnTo>
                    <a:pt x="144186" y="8075"/>
                  </a:lnTo>
                  <a:lnTo>
                    <a:pt x="148191" y="7791"/>
                  </a:lnTo>
                  <a:lnTo>
                    <a:pt x="149954" y="8925"/>
                  </a:lnTo>
                  <a:lnTo>
                    <a:pt x="152058" y="11464"/>
                  </a:lnTo>
                  <a:lnTo>
                    <a:pt x="154712" y="13043"/>
                  </a:lnTo>
                  <a:lnTo>
                    <a:pt x="156586" y="14620"/>
                  </a:lnTo>
                  <a:lnTo>
                    <a:pt x="158585" y="16641"/>
                  </a:lnTo>
                  <a:lnTo>
                    <a:pt x="159034" y="21682"/>
                  </a:lnTo>
                  <a:lnTo>
                    <a:pt x="158813" y="23181"/>
                  </a:lnTo>
                  <a:lnTo>
                    <a:pt x="158765" y="25131"/>
                  </a:lnTo>
                  <a:lnTo>
                    <a:pt x="160837" y="28606"/>
                  </a:lnTo>
                  <a:lnTo>
                    <a:pt x="166721" y="30235"/>
                  </a:lnTo>
                  <a:lnTo>
                    <a:pt x="167881" y="31166"/>
                  </a:lnTo>
                  <a:lnTo>
                    <a:pt x="169498" y="33831"/>
                  </a:lnTo>
                  <a:lnTo>
                    <a:pt x="170542" y="34652"/>
                  </a:lnTo>
                  <a:lnTo>
                    <a:pt x="174571" y="35027"/>
                  </a:lnTo>
                  <a:lnTo>
                    <a:pt x="176920" y="34453"/>
                  </a:lnTo>
                  <a:lnTo>
                    <a:pt x="179160" y="35389"/>
                  </a:lnTo>
                  <a:lnTo>
                    <a:pt x="179991" y="36292"/>
                  </a:lnTo>
                  <a:lnTo>
                    <a:pt x="180846" y="38371"/>
                  </a:lnTo>
                  <a:lnTo>
                    <a:pt x="181882" y="434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496072" y="3217625"/>
              <a:ext cx="2144" cy="11103"/>
            </a:xfrm>
            <a:custGeom>
              <a:avLst/>
              <a:pathLst>
                <a:path w="2144" h="11103">
                  <a:moveTo>
                    <a:pt x="2047" y="8019"/>
                  </a:moveTo>
                  <a:lnTo>
                    <a:pt x="1400" y="11103"/>
                  </a:lnTo>
                  <a:lnTo>
                    <a:pt x="143" y="9167"/>
                  </a:lnTo>
                  <a:lnTo>
                    <a:pt x="0" y="6730"/>
                  </a:lnTo>
                  <a:lnTo>
                    <a:pt x="110" y="5253"/>
                  </a:lnTo>
                  <a:lnTo>
                    <a:pt x="880" y="2435"/>
                  </a:lnTo>
                  <a:lnTo>
                    <a:pt x="1479" y="605"/>
                  </a:lnTo>
                  <a:lnTo>
                    <a:pt x="1899" y="0"/>
                  </a:lnTo>
                  <a:lnTo>
                    <a:pt x="2144" y="24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3307996" y="2237264"/>
              <a:ext cx="1508" cy="6305"/>
            </a:xfrm>
            <a:custGeom>
              <a:avLst/>
              <a:pathLst>
                <a:path w="1508" h="6305">
                  <a:moveTo>
                    <a:pt x="1159" y="6305"/>
                  </a:moveTo>
                  <a:lnTo>
                    <a:pt x="262" y="6146"/>
                  </a:lnTo>
                  <a:lnTo>
                    <a:pt x="94" y="6160"/>
                  </a:lnTo>
                  <a:lnTo>
                    <a:pt x="0" y="5119"/>
                  </a:lnTo>
                  <a:lnTo>
                    <a:pt x="55" y="2898"/>
                  </a:lnTo>
                  <a:lnTo>
                    <a:pt x="552" y="0"/>
                  </a:lnTo>
                  <a:lnTo>
                    <a:pt x="659" y="476"/>
                  </a:lnTo>
                  <a:lnTo>
                    <a:pt x="721" y="1082"/>
                  </a:lnTo>
                  <a:lnTo>
                    <a:pt x="823" y="1728"/>
                  </a:lnTo>
                  <a:lnTo>
                    <a:pt x="877" y="2519"/>
                  </a:lnTo>
                  <a:lnTo>
                    <a:pt x="1063" y="3334"/>
                  </a:lnTo>
                  <a:lnTo>
                    <a:pt x="1400" y="4097"/>
                  </a:lnTo>
                  <a:lnTo>
                    <a:pt x="1508" y="4834"/>
                  </a:lnTo>
                  <a:lnTo>
                    <a:pt x="1337" y="57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4116647" y="3365038"/>
              <a:ext cx="1795" cy="3829"/>
            </a:xfrm>
            <a:custGeom>
              <a:avLst/>
              <a:pathLst>
                <a:path w="1795" h="3829">
                  <a:moveTo>
                    <a:pt x="1463" y="1591"/>
                  </a:moveTo>
                  <a:lnTo>
                    <a:pt x="1795" y="3829"/>
                  </a:lnTo>
                  <a:lnTo>
                    <a:pt x="845" y="2296"/>
                  </a:lnTo>
                  <a:lnTo>
                    <a:pt x="220" y="1028"/>
                  </a:lnTo>
                  <a:lnTo>
                    <a:pt x="0" y="0"/>
                  </a:lnTo>
                  <a:lnTo>
                    <a:pt x="1292" y="11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4117775" y="3346134"/>
              <a:ext cx="1424" cy="3679"/>
            </a:xfrm>
            <a:custGeom>
              <a:avLst/>
              <a:pathLst>
                <a:path w="1424" h="3679">
                  <a:moveTo>
                    <a:pt x="1424" y="3358"/>
                  </a:moveTo>
                  <a:lnTo>
                    <a:pt x="703" y="3679"/>
                  </a:lnTo>
                  <a:lnTo>
                    <a:pt x="134" y="1712"/>
                  </a:lnTo>
                  <a:lnTo>
                    <a:pt x="0" y="877"/>
                  </a:lnTo>
                  <a:lnTo>
                    <a:pt x="148" y="294"/>
                  </a:lnTo>
                  <a:lnTo>
                    <a:pt x="305" y="0"/>
                  </a:lnTo>
                  <a:lnTo>
                    <a:pt x="492" y="93"/>
                  </a:lnTo>
                  <a:lnTo>
                    <a:pt x="762" y="19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4116188" y="3344114"/>
              <a:ext cx="24962" cy="114157"/>
            </a:xfrm>
            <a:custGeom>
              <a:avLst/>
              <a:pathLst>
                <a:path w="24962" h="114157">
                  <a:moveTo>
                    <a:pt x="3159" y="0"/>
                  </a:moveTo>
                  <a:lnTo>
                    <a:pt x="4264" y="154"/>
                  </a:lnTo>
                  <a:lnTo>
                    <a:pt x="5444" y="79"/>
                  </a:lnTo>
                  <a:lnTo>
                    <a:pt x="6272" y="483"/>
                  </a:lnTo>
                  <a:lnTo>
                    <a:pt x="7689" y="5034"/>
                  </a:lnTo>
                  <a:lnTo>
                    <a:pt x="11546" y="13188"/>
                  </a:lnTo>
                  <a:lnTo>
                    <a:pt x="13644" y="21476"/>
                  </a:lnTo>
                  <a:lnTo>
                    <a:pt x="13835" y="23290"/>
                  </a:lnTo>
                  <a:lnTo>
                    <a:pt x="14127" y="24856"/>
                  </a:lnTo>
                  <a:lnTo>
                    <a:pt x="14631" y="25286"/>
                  </a:lnTo>
                  <a:lnTo>
                    <a:pt x="15054" y="26005"/>
                  </a:lnTo>
                  <a:lnTo>
                    <a:pt x="17151" y="34003"/>
                  </a:lnTo>
                  <a:lnTo>
                    <a:pt x="17393" y="35585"/>
                  </a:lnTo>
                  <a:lnTo>
                    <a:pt x="17358" y="37328"/>
                  </a:lnTo>
                  <a:lnTo>
                    <a:pt x="17482" y="38625"/>
                  </a:lnTo>
                  <a:lnTo>
                    <a:pt x="18030" y="39273"/>
                  </a:lnTo>
                  <a:lnTo>
                    <a:pt x="18714" y="39614"/>
                  </a:lnTo>
                  <a:lnTo>
                    <a:pt x="19161" y="40814"/>
                  </a:lnTo>
                  <a:lnTo>
                    <a:pt x="19728" y="47203"/>
                  </a:lnTo>
                  <a:lnTo>
                    <a:pt x="19728" y="49194"/>
                  </a:lnTo>
                  <a:lnTo>
                    <a:pt x="19887" y="50050"/>
                  </a:lnTo>
                  <a:lnTo>
                    <a:pt x="22528" y="59991"/>
                  </a:lnTo>
                  <a:lnTo>
                    <a:pt x="22681" y="61200"/>
                  </a:lnTo>
                  <a:lnTo>
                    <a:pt x="22653" y="62104"/>
                  </a:lnTo>
                  <a:lnTo>
                    <a:pt x="22729" y="62886"/>
                  </a:lnTo>
                  <a:lnTo>
                    <a:pt x="23240" y="64644"/>
                  </a:lnTo>
                  <a:lnTo>
                    <a:pt x="24038" y="69378"/>
                  </a:lnTo>
                  <a:lnTo>
                    <a:pt x="24445" y="70453"/>
                  </a:lnTo>
                  <a:lnTo>
                    <a:pt x="24929" y="74592"/>
                  </a:lnTo>
                  <a:lnTo>
                    <a:pt x="24962" y="82507"/>
                  </a:lnTo>
                  <a:lnTo>
                    <a:pt x="24783" y="86029"/>
                  </a:lnTo>
                  <a:lnTo>
                    <a:pt x="24290" y="90316"/>
                  </a:lnTo>
                  <a:lnTo>
                    <a:pt x="23706" y="94509"/>
                  </a:lnTo>
                  <a:lnTo>
                    <a:pt x="23072" y="97536"/>
                  </a:lnTo>
                  <a:lnTo>
                    <a:pt x="22205" y="100098"/>
                  </a:lnTo>
                  <a:lnTo>
                    <a:pt x="19243" y="105542"/>
                  </a:lnTo>
                  <a:lnTo>
                    <a:pt x="18394" y="106637"/>
                  </a:lnTo>
                  <a:lnTo>
                    <a:pt x="14537" y="110049"/>
                  </a:lnTo>
                  <a:lnTo>
                    <a:pt x="11695" y="113280"/>
                  </a:lnTo>
                  <a:lnTo>
                    <a:pt x="9068" y="114157"/>
                  </a:lnTo>
                  <a:lnTo>
                    <a:pt x="6439" y="112372"/>
                  </a:lnTo>
                  <a:lnTo>
                    <a:pt x="4459" y="108135"/>
                  </a:lnTo>
                  <a:lnTo>
                    <a:pt x="3445" y="101893"/>
                  </a:lnTo>
                  <a:lnTo>
                    <a:pt x="2752" y="95389"/>
                  </a:lnTo>
                  <a:lnTo>
                    <a:pt x="1744" y="88156"/>
                  </a:lnTo>
                  <a:lnTo>
                    <a:pt x="969" y="65820"/>
                  </a:lnTo>
                  <a:lnTo>
                    <a:pt x="600" y="59577"/>
                  </a:lnTo>
                  <a:lnTo>
                    <a:pt x="0" y="51622"/>
                  </a:lnTo>
                  <a:lnTo>
                    <a:pt x="59" y="48175"/>
                  </a:lnTo>
                  <a:lnTo>
                    <a:pt x="483" y="44868"/>
                  </a:lnTo>
                  <a:lnTo>
                    <a:pt x="482" y="52119"/>
                  </a:lnTo>
                  <a:lnTo>
                    <a:pt x="870" y="53018"/>
                  </a:lnTo>
                  <a:lnTo>
                    <a:pt x="1163" y="52085"/>
                  </a:lnTo>
                  <a:lnTo>
                    <a:pt x="1428" y="44578"/>
                  </a:lnTo>
                  <a:lnTo>
                    <a:pt x="1646" y="41401"/>
                  </a:lnTo>
                  <a:lnTo>
                    <a:pt x="2692" y="33130"/>
                  </a:lnTo>
                  <a:lnTo>
                    <a:pt x="2714" y="31662"/>
                  </a:lnTo>
                  <a:lnTo>
                    <a:pt x="2533" y="28552"/>
                  </a:lnTo>
                  <a:lnTo>
                    <a:pt x="2544" y="26992"/>
                  </a:lnTo>
                  <a:lnTo>
                    <a:pt x="4108" y="21187"/>
                  </a:lnTo>
                  <a:lnTo>
                    <a:pt x="4508" y="17810"/>
                  </a:lnTo>
                  <a:lnTo>
                    <a:pt x="4724" y="14356"/>
                  </a:lnTo>
                  <a:lnTo>
                    <a:pt x="4639" y="10620"/>
                  </a:lnTo>
                  <a:lnTo>
                    <a:pt x="4355" y="6940"/>
                  </a:lnTo>
                  <a:lnTo>
                    <a:pt x="5619" y="8113"/>
                  </a:lnTo>
                  <a:lnTo>
                    <a:pt x="6313" y="9394"/>
                  </a:lnTo>
                  <a:lnTo>
                    <a:pt x="7021" y="10261"/>
                  </a:lnTo>
                  <a:lnTo>
                    <a:pt x="7597" y="9817"/>
                  </a:lnTo>
                  <a:lnTo>
                    <a:pt x="8291" y="9802"/>
                  </a:lnTo>
                  <a:lnTo>
                    <a:pt x="7797" y="7798"/>
                  </a:lnTo>
                  <a:lnTo>
                    <a:pt x="6327" y="5951"/>
                  </a:lnTo>
                  <a:lnTo>
                    <a:pt x="3889" y="4810"/>
                  </a:lnTo>
                  <a:lnTo>
                    <a:pt x="3126" y="3348"/>
                  </a:lnTo>
                  <a:lnTo>
                    <a:pt x="2833" y="2079"/>
                  </a:lnTo>
                  <a:lnTo>
                    <a:pt x="2982" y="5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3510219" y="4478633"/>
              <a:ext cx="26916" cy="60887"/>
            </a:xfrm>
            <a:custGeom>
              <a:avLst/>
              <a:pathLst>
                <a:path w="26916" h="60887">
                  <a:moveTo>
                    <a:pt x="19392" y="44920"/>
                  </a:moveTo>
                  <a:lnTo>
                    <a:pt x="18356" y="45648"/>
                  </a:lnTo>
                  <a:lnTo>
                    <a:pt x="18212" y="45711"/>
                  </a:lnTo>
                  <a:lnTo>
                    <a:pt x="17548" y="45544"/>
                  </a:lnTo>
                  <a:lnTo>
                    <a:pt x="16661" y="45717"/>
                  </a:lnTo>
                  <a:lnTo>
                    <a:pt x="15965" y="46118"/>
                  </a:lnTo>
                  <a:lnTo>
                    <a:pt x="15424" y="46268"/>
                  </a:lnTo>
                  <a:lnTo>
                    <a:pt x="14542" y="48363"/>
                  </a:lnTo>
                  <a:lnTo>
                    <a:pt x="12939" y="54019"/>
                  </a:lnTo>
                  <a:lnTo>
                    <a:pt x="12512" y="55202"/>
                  </a:lnTo>
                  <a:lnTo>
                    <a:pt x="12393" y="57424"/>
                  </a:lnTo>
                  <a:lnTo>
                    <a:pt x="12021" y="59181"/>
                  </a:lnTo>
                  <a:lnTo>
                    <a:pt x="11566" y="60555"/>
                  </a:lnTo>
                  <a:lnTo>
                    <a:pt x="11121" y="60887"/>
                  </a:lnTo>
                  <a:lnTo>
                    <a:pt x="9782" y="60341"/>
                  </a:lnTo>
                  <a:lnTo>
                    <a:pt x="8071" y="59637"/>
                  </a:lnTo>
                  <a:lnTo>
                    <a:pt x="7075" y="57932"/>
                  </a:lnTo>
                  <a:lnTo>
                    <a:pt x="6190" y="55690"/>
                  </a:lnTo>
                  <a:lnTo>
                    <a:pt x="5722" y="54059"/>
                  </a:lnTo>
                  <a:lnTo>
                    <a:pt x="5233" y="53165"/>
                  </a:lnTo>
                  <a:lnTo>
                    <a:pt x="5066" y="52663"/>
                  </a:lnTo>
                  <a:lnTo>
                    <a:pt x="4369" y="51910"/>
                  </a:lnTo>
                  <a:lnTo>
                    <a:pt x="4106" y="51520"/>
                  </a:lnTo>
                  <a:lnTo>
                    <a:pt x="3874" y="51243"/>
                  </a:lnTo>
                  <a:lnTo>
                    <a:pt x="3594" y="50158"/>
                  </a:lnTo>
                  <a:lnTo>
                    <a:pt x="3428" y="49217"/>
                  </a:lnTo>
                  <a:lnTo>
                    <a:pt x="3493" y="46594"/>
                  </a:lnTo>
                  <a:lnTo>
                    <a:pt x="3002" y="45030"/>
                  </a:lnTo>
                  <a:lnTo>
                    <a:pt x="2163" y="42361"/>
                  </a:lnTo>
                  <a:lnTo>
                    <a:pt x="1631" y="40174"/>
                  </a:lnTo>
                  <a:lnTo>
                    <a:pt x="905" y="37187"/>
                  </a:lnTo>
                  <a:lnTo>
                    <a:pt x="460" y="34630"/>
                  </a:lnTo>
                  <a:lnTo>
                    <a:pt x="0" y="31981"/>
                  </a:lnTo>
                  <a:lnTo>
                    <a:pt x="59" y="30844"/>
                  </a:lnTo>
                  <a:lnTo>
                    <a:pt x="500" y="30068"/>
                  </a:lnTo>
                  <a:lnTo>
                    <a:pt x="1791" y="28735"/>
                  </a:lnTo>
                  <a:lnTo>
                    <a:pt x="2793" y="27705"/>
                  </a:lnTo>
                  <a:lnTo>
                    <a:pt x="3510" y="25812"/>
                  </a:lnTo>
                  <a:lnTo>
                    <a:pt x="4294" y="22998"/>
                  </a:lnTo>
                  <a:lnTo>
                    <a:pt x="4675" y="21304"/>
                  </a:lnTo>
                  <a:lnTo>
                    <a:pt x="5055" y="20531"/>
                  </a:lnTo>
                  <a:lnTo>
                    <a:pt x="5470" y="19336"/>
                  </a:lnTo>
                  <a:lnTo>
                    <a:pt x="6196" y="16687"/>
                  </a:lnTo>
                  <a:lnTo>
                    <a:pt x="7004" y="13747"/>
                  </a:lnTo>
                  <a:lnTo>
                    <a:pt x="7869" y="10587"/>
                  </a:lnTo>
                  <a:lnTo>
                    <a:pt x="8960" y="9672"/>
                  </a:lnTo>
                  <a:lnTo>
                    <a:pt x="10450" y="8616"/>
                  </a:lnTo>
                  <a:lnTo>
                    <a:pt x="11883" y="5857"/>
                  </a:lnTo>
                  <a:lnTo>
                    <a:pt x="13589" y="3531"/>
                  </a:lnTo>
                  <a:lnTo>
                    <a:pt x="16342" y="1007"/>
                  </a:lnTo>
                  <a:lnTo>
                    <a:pt x="17626" y="366"/>
                  </a:lnTo>
                  <a:lnTo>
                    <a:pt x="18113" y="0"/>
                  </a:lnTo>
                  <a:lnTo>
                    <a:pt x="18423" y="476"/>
                  </a:lnTo>
                  <a:lnTo>
                    <a:pt x="18751" y="1921"/>
                  </a:lnTo>
                  <a:lnTo>
                    <a:pt x="19218" y="3130"/>
                  </a:lnTo>
                  <a:lnTo>
                    <a:pt x="20305" y="5234"/>
                  </a:lnTo>
                  <a:lnTo>
                    <a:pt x="20766" y="5742"/>
                  </a:lnTo>
                  <a:lnTo>
                    <a:pt x="21887" y="8856"/>
                  </a:lnTo>
                  <a:lnTo>
                    <a:pt x="23088" y="10991"/>
                  </a:lnTo>
                  <a:lnTo>
                    <a:pt x="24469" y="13449"/>
                  </a:lnTo>
                  <a:lnTo>
                    <a:pt x="25409" y="14673"/>
                  </a:lnTo>
                  <a:lnTo>
                    <a:pt x="25888" y="15014"/>
                  </a:lnTo>
                  <a:lnTo>
                    <a:pt x="26286" y="17195"/>
                  </a:lnTo>
                  <a:lnTo>
                    <a:pt x="26688" y="18814"/>
                  </a:lnTo>
                  <a:lnTo>
                    <a:pt x="26916" y="20329"/>
                  </a:lnTo>
                  <a:lnTo>
                    <a:pt x="26870" y="21806"/>
                  </a:lnTo>
                  <a:lnTo>
                    <a:pt x="26434" y="25419"/>
                  </a:lnTo>
                  <a:lnTo>
                    <a:pt x="25798" y="29110"/>
                  </a:lnTo>
                  <a:lnTo>
                    <a:pt x="25288" y="30645"/>
                  </a:lnTo>
                  <a:lnTo>
                    <a:pt x="24665" y="31615"/>
                  </a:lnTo>
                  <a:lnTo>
                    <a:pt x="24056" y="33072"/>
                  </a:lnTo>
                  <a:lnTo>
                    <a:pt x="23824" y="36033"/>
                  </a:lnTo>
                  <a:lnTo>
                    <a:pt x="23548" y="39516"/>
                  </a:lnTo>
                  <a:lnTo>
                    <a:pt x="22754" y="40950"/>
                  </a:lnTo>
                  <a:lnTo>
                    <a:pt x="22136" y="41890"/>
                  </a:lnTo>
                  <a:lnTo>
                    <a:pt x="21282" y="4304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3439422" y="1990655"/>
              <a:ext cx="2484" cy="9975"/>
            </a:xfrm>
            <a:custGeom>
              <a:avLst/>
              <a:pathLst>
                <a:path w="2484" h="9975">
                  <a:moveTo>
                    <a:pt x="667" y="9975"/>
                  </a:moveTo>
                  <a:lnTo>
                    <a:pt x="0" y="9746"/>
                  </a:lnTo>
                  <a:lnTo>
                    <a:pt x="1314" y="6339"/>
                  </a:lnTo>
                  <a:lnTo>
                    <a:pt x="1816" y="4127"/>
                  </a:lnTo>
                  <a:lnTo>
                    <a:pt x="2164" y="986"/>
                  </a:lnTo>
                  <a:lnTo>
                    <a:pt x="2474" y="0"/>
                  </a:lnTo>
                  <a:lnTo>
                    <a:pt x="2484" y="1428"/>
                  </a:lnTo>
                  <a:lnTo>
                    <a:pt x="2348" y="3804"/>
                  </a:lnTo>
                  <a:lnTo>
                    <a:pt x="1518" y="78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3441105" y="1967173"/>
              <a:ext cx="65936" cy="74410"/>
            </a:xfrm>
            <a:custGeom>
              <a:avLst/>
              <a:pathLst>
                <a:path w="65936" h="74410">
                  <a:moveTo>
                    <a:pt x="63840" y="21974"/>
                  </a:moveTo>
                  <a:lnTo>
                    <a:pt x="63809" y="23300"/>
                  </a:lnTo>
                  <a:lnTo>
                    <a:pt x="63530" y="25551"/>
                  </a:lnTo>
                  <a:lnTo>
                    <a:pt x="62985" y="28456"/>
                  </a:lnTo>
                  <a:lnTo>
                    <a:pt x="62413" y="30709"/>
                  </a:lnTo>
                  <a:lnTo>
                    <a:pt x="62276" y="31579"/>
                  </a:lnTo>
                  <a:lnTo>
                    <a:pt x="62709" y="32302"/>
                  </a:lnTo>
                  <a:lnTo>
                    <a:pt x="64849" y="32643"/>
                  </a:lnTo>
                  <a:lnTo>
                    <a:pt x="65757" y="33030"/>
                  </a:lnTo>
                  <a:lnTo>
                    <a:pt x="65936" y="33629"/>
                  </a:lnTo>
                  <a:lnTo>
                    <a:pt x="65461" y="34407"/>
                  </a:lnTo>
                  <a:lnTo>
                    <a:pt x="64777" y="35053"/>
                  </a:lnTo>
                  <a:lnTo>
                    <a:pt x="64472" y="35665"/>
                  </a:lnTo>
                  <a:lnTo>
                    <a:pt x="63928" y="37852"/>
                  </a:lnTo>
                  <a:lnTo>
                    <a:pt x="60367" y="37574"/>
                  </a:lnTo>
                  <a:lnTo>
                    <a:pt x="59895" y="38019"/>
                  </a:lnTo>
                  <a:lnTo>
                    <a:pt x="59671" y="39035"/>
                  </a:lnTo>
                  <a:lnTo>
                    <a:pt x="59493" y="40210"/>
                  </a:lnTo>
                  <a:lnTo>
                    <a:pt x="59026" y="41602"/>
                  </a:lnTo>
                  <a:lnTo>
                    <a:pt x="58079" y="42812"/>
                  </a:lnTo>
                  <a:lnTo>
                    <a:pt x="56600" y="43260"/>
                  </a:lnTo>
                  <a:lnTo>
                    <a:pt x="55390" y="44084"/>
                  </a:lnTo>
                  <a:lnTo>
                    <a:pt x="54487" y="46626"/>
                  </a:lnTo>
                  <a:lnTo>
                    <a:pt x="53815" y="50035"/>
                  </a:lnTo>
                  <a:lnTo>
                    <a:pt x="53832" y="52453"/>
                  </a:lnTo>
                  <a:lnTo>
                    <a:pt x="53921" y="53802"/>
                  </a:lnTo>
                  <a:lnTo>
                    <a:pt x="53842" y="54574"/>
                  </a:lnTo>
                  <a:lnTo>
                    <a:pt x="53386" y="55415"/>
                  </a:lnTo>
                  <a:lnTo>
                    <a:pt x="52640" y="57643"/>
                  </a:lnTo>
                  <a:lnTo>
                    <a:pt x="52033" y="60106"/>
                  </a:lnTo>
                  <a:lnTo>
                    <a:pt x="51800" y="61442"/>
                  </a:lnTo>
                  <a:lnTo>
                    <a:pt x="51917" y="62067"/>
                  </a:lnTo>
                  <a:lnTo>
                    <a:pt x="52601" y="62084"/>
                  </a:lnTo>
                  <a:lnTo>
                    <a:pt x="53586" y="62591"/>
                  </a:lnTo>
                  <a:lnTo>
                    <a:pt x="54111" y="63575"/>
                  </a:lnTo>
                  <a:lnTo>
                    <a:pt x="54305" y="64712"/>
                  </a:lnTo>
                  <a:lnTo>
                    <a:pt x="54308" y="65935"/>
                  </a:lnTo>
                  <a:lnTo>
                    <a:pt x="54123" y="66609"/>
                  </a:lnTo>
                  <a:lnTo>
                    <a:pt x="53333" y="67097"/>
                  </a:lnTo>
                  <a:lnTo>
                    <a:pt x="52096" y="67114"/>
                  </a:lnTo>
                  <a:lnTo>
                    <a:pt x="51374" y="66531"/>
                  </a:lnTo>
                  <a:lnTo>
                    <a:pt x="51225" y="66069"/>
                  </a:lnTo>
                  <a:lnTo>
                    <a:pt x="51570" y="64891"/>
                  </a:lnTo>
                  <a:lnTo>
                    <a:pt x="51321" y="63419"/>
                  </a:lnTo>
                  <a:lnTo>
                    <a:pt x="50808" y="62596"/>
                  </a:lnTo>
                  <a:lnTo>
                    <a:pt x="49766" y="63824"/>
                  </a:lnTo>
                  <a:lnTo>
                    <a:pt x="48766" y="63823"/>
                  </a:lnTo>
                  <a:lnTo>
                    <a:pt x="47567" y="64917"/>
                  </a:lnTo>
                  <a:lnTo>
                    <a:pt x="46784" y="66670"/>
                  </a:lnTo>
                  <a:lnTo>
                    <a:pt x="46032" y="67316"/>
                  </a:lnTo>
                  <a:lnTo>
                    <a:pt x="44000" y="66958"/>
                  </a:lnTo>
                  <a:lnTo>
                    <a:pt x="43495" y="67732"/>
                  </a:lnTo>
                  <a:lnTo>
                    <a:pt x="43076" y="71300"/>
                  </a:lnTo>
                  <a:lnTo>
                    <a:pt x="42833" y="71996"/>
                  </a:lnTo>
                  <a:lnTo>
                    <a:pt x="41136" y="71843"/>
                  </a:lnTo>
                  <a:lnTo>
                    <a:pt x="39500" y="73262"/>
                  </a:lnTo>
                  <a:lnTo>
                    <a:pt x="37652" y="74410"/>
                  </a:lnTo>
                  <a:lnTo>
                    <a:pt x="36716" y="73612"/>
                  </a:lnTo>
                  <a:lnTo>
                    <a:pt x="36195" y="72712"/>
                  </a:lnTo>
                  <a:lnTo>
                    <a:pt x="35189" y="72872"/>
                  </a:lnTo>
                  <a:lnTo>
                    <a:pt x="34091" y="73268"/>
                  </a:lnTo>
                  <a:lnTo>
                    <a:pt x="33354" y="73051"/>
                  </a:lnTo>
                  <a:lnTo>
                    <a:pt x="32527" y="73148"/>
                  </a:lnTo>
                  <a:lnTo>
                    <a:pt x="30929" y="73840"/>
                  </a:lnTo>
                  <a:lnTo>
                    <a:pt x="28919" y="73617"/>
                  </a:lnTo>
                  <a:lnTo>
                    <a:pt x="28063" y="73027"/>
                  </a:lnTo>
                  <a:lnTo>
                    <a:pt x="27982" y="72461"/>
                  </a:lnTo>
                  <a:lnTo>
                    <a:pt x="28044" y="71072"/>
                  </a:lnTo>
                  <a:lnTo>
                    <a:pt x="28025" y="68913"/>
                  </a:lnTo>
                  <a:lnTo>
                    <a:pt x="27705" y="67009"/>
                  </a:lnTo>
                  <a:lnTo>
                    <a:pt x="26744" y="65323"/>
                  </a:lnTo>
                  <a:lnTo>
                    <a:pt x="25734" y="64146"/>
                  </a:lnTo>
                  <a:lnTo>
                    <a:pt x="24445" y="62931"/>
                  </a:lnTo>
                  <a:lnTo>
                    <a:pt x="23492" y="62399"/>
                  </a:lnTo>
                  <a:lnTo>
                    <a:pt x="22971" y="62259"/>
                  </a:lnTo>
                  <a:lnTo>
                    <a:pt x="22853" y="61559"/>
                  </a:lnTo>
                  <a:lnTo>
                    <a:pt x="22664" y="60954"/>
                  </a:lnTo>
                  <a:lnTo>
                    <a:pt x="22218" y="60422"/>
                  </a:lnTo>
                  <a:lnTo>
                    <a:pt x="21265" y="59708"/>
                  </a:lnTo>
                  <a:lnTo>
                    <a:pt x="20457" y="59552"/>
                  </a:lnTo>
                  <a:lnTo>
                    <a:pt x="19795" y="60705"/>
                  </a:lnTo>
                  <a:lnTo>
                    <a:pt x="19313" y="59262"/>
                  </a:lnTo>
                  <a:lnTo>
                    <a:pt x="18801" y="56679"/>
                  </a:lnTo>
                  <a:lnTo>
                    <a:pt x="18854" y="54613"/>
                  </a:lnTo>
                  <a:lnTo>
                    <a:pt x="19144" y="52554"/>
                  </a:lnTo>
                  <a:lnTo>
                    <a:pt x="20543" y="46472"/>
                  </a:lnTo>
                  <a:lnTo>
                    <a:pt x="20468" y="45502"/>
                  </a:lnTo>
                  <a:lnTo>
                    <a:pt x="19453" y="43801"/>
                  </a:lnTo>
                  <a:lnTo>
                    <a:pt x="18198" y="42564"/>
                  </a:lnTo>
                  <a:lnTo>
                    <a:pt x="17505" y="39951"/>
                  </a:lnTo>
                  <a:lnTo>
                    <a:pt x="14963" y="39800"/>
                  </a:lnTo>
                  <a:lnTo>
                    <a:pt x="12564" y="39944"/>
                  </a:lnTo>
                  <a:lnTo>
                    <a:pt x="11810" y="39817"/>
                  </a:lnTo>
                  <a:lnTo>
                    <a:pt x="9526" y="38722"/>
                  </a:lnTo>
                  <a:lnTo>
                    <a:pt x="7326" y="36960"/>
                  </a:lnTo>
                  <a:lnTo>
                    <a:pt x="5852" y="35927"/>
                  </a:lnTo>
                  <a:lnTo>
                    <a:pt x="4614" y="34772"/>
                  </a:lnTo>
                  <a:lnTo>
                    <a:pt x="3949" y="33557"/>
                  </a:lnTo>
                  <a:lnTo>
                    <a:pt x="2893" y="33884"/>
                  </a:lnTo>
                  <a:lnTo>
                    <a:pt x="2182" y="33894"/>
                  </a:lnTo>
                  <a:lnTo>
                    <a:pt x="2189" y="33685"/>
                  </a:lnTo>
                  <a:lnTo>
                    <a:pt x="1783" y="31540"/>
                  </a:lnTo>
                  <a:lnTo>
                    <a:pt x="2207" y="28253"/>
                  </a:lnTo>
                  <a:lnTo>
                    <a:pt x="1438" y="23445"/>
                  </a:lnTo>
                  <a:lnTo>
                    <a:pt x="182" y="17663"/>
                  </a:lnTo>
                  <a:lnTo>
                    <a:pt x="88" y="11471"/>
                  </a:lnTo>
                  <a:lnTo>
                    <a:pt x="0" y="10079"/>
                  </a:lnTo>
                  <a:lnTo>
                    <a:pt x="3090" y="6590"/>
                  </a:lnTo>
                  <a:lnTo>
                    <a:pt x="6990" y="2855"/>
                  </a:lnTo>
                  <a:lnTo>
                    <a:pt x="7876" y="2517"/>
                  </a:lnTo>
                  <a:lnTo>
                    <a:pt x="11470" y="307"/>
                  </a:lnTo>
                  <a:lnTo>
                    <a:pt x="11950" y="131"/>
                  </a:lnTo>
                  <a:lnTo>
                    <a:pt x="15188" y="541"/>
                  </a:lnTo>
                  <a:lnTo>
                    <a:pt x="17731" y="1066"/>
                  </a:lnTo>
                  <a:lnTo>
                    <a:pt x="19876" y="1001"/>
                  </a:lnTo>
                  <a:lnTo>
                    <a:pt x="21053" y="435"/>
                  </a:lnTo>
                  <a:lnTo>
                    <a:pt x="22120" y="908"/>
                  </a:lnTo>
                  <a:lnTo>
                    <a:pt x="22980" y="2573"/>
                  </a:lnTo>
                  <a:lnTo>
                    <a:pt x="23864" y="2379"/>
                  </a:lnTo>
                  <a:lnTo>
                    <a:pt x="24740" y="1301"/>
                  </a:lnTo>
                  <a:lnTo>
                    <a:pt x="29536" y="2285"/>
                  </a:lnTo>
                  <a:lnTo>
                    <a:pt x="30618" y="2262"/>
                  </a:lnTo>
                  <a:lnTo>
                    <a:pt x="31838" y="2421"/>
                  </a:lnTo>
                  <a:lnTo>
                    <a:pt x="34088" y="3425"/>
                  </a:lnTo>
                  <a:lnTo>
                    <a:pt x="35382" y="4341"/>
                  </a:lnTo>
                  <a:lnTo>
                    <a:pt x="38227" y="3787"/>
                  </a:lnTo>
                  <a:lnTo>
                    <a:pt x="39444" y="3755"/>
                  </a:lnTo>
                  <a:lnTo>
                    <a:pt x="40081" y="3394"/>
                  </a:lnTo>
                  <a:lnTo>
                    <a:pt x="42043" y="883"/>
                  </a:lnTo>
                  <a:lnTo>
                    <a:pt x="42892" y="451"/>
                  </a:lnTo>
                  <a:lnTo>
                    <a:pt x="43672" y="0"/>
                  </a:lnTo>
                  <a:lnTo>
                    <a:pt x="44385" y="383"/>
                  </a:lnTo>
                  <a:lnTo>
                    <a:pt x="44855" y="2529"/>
                  </a:lnTo>
                  <a:lnTo>
                    <a:pt x="46306" y="6228"/>
                  </a:lnTo>
                  <a:lnTo>
                    <a:pt x="47883" y="6877"/>
                  </a:lnTo>
                  <a:lnTo>
                    <a:pt x="52242" y="8303"/>
                  </a:lnTo>
                  <a:lnTo>
                    <a:pt x="53133" y="9052"/>
                  </a:lnTo>
                  <a:lnTo>
                    <a:pt x="55587" y="12317"/>
                  </a:lnTo>
                  <a:lnTo>
                    <a:pt x="57058" y="13918"/>
                  </a:lnTo>
                  <a:lnTo>
                    <a:pt x="57994" y="15197"/>
                  </a:lnTo>
                  <a:lnTo>
                    <a:pt x="59421" y="17702"/>
                  </a:lnTo>
                  <a:lnTo>
                    <a:pt x="60246" y="19524"/>
                  </a:lnTo>
                  <a:lnTo>
                    <a:pt x="61625" y="20902"/>
                  </a:lnTo>
                  <a:lnTo>
                    <a:pt x="63257" y="218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3264789" y="2151677"/>
              <a:ext cx="8846" cy="21326"/>
            </a:xfrm>
            <a:custGeom>
              <a:avLst/>
              <a:pathLst>
                <a:path w="8846" h="21326">
                  <a:moveTo>
                    <a:pt x="4505" y="1364"/>
                  </a:moveTo>
                  <a:lnTo>
                    <a:pt x="4411" y="2155"/>
                  </a:lnTo>
                  <a:lnTo>
                    <a:pt x="4427" y="3924"/>
                  </a:lnTo>
                  <a:lnTo>
                    <a:pt x="4754" y="5699"/>
                  </a:lnTo>
                  <a:lnTo>
                    <a:pt x="5522" y="7447"/>
                  </a:lnTo>
                  <a:lnTo>
                    <a:pt x="6111" y="8717"/>
                  </a:lnTo>
                  <a:lnTo>
                    <a:pt x="6900" y="9730"/>
                  </a:lnTo>
                  <a:lnTo>
                    <a:pt x="8238" y="10692"/>
                  </a:lnTo>
                  <a:lnTo>
                    <a:pt x="8772" y="10894"/>
                  </a:lnTo>
                  <a:lnTo>
                    <a:pt x="8846" y="12197"/>
                  </a:lnTo>
                  <a:lnTo>
                    <a:pt x="8743" y="13574"/>
                  </a:lnTo>
                  <a:lnTo>
                    <a:pt x="8281" y="14335"/>
                  </a:lnTo>
                  <a:lnTo>
                    <a:pt x="7845" y="15431"/>
                  </a:lnTo>
                  <a:lnTo>
                    <a:pt x="7518" y="16771"/>
                  </a:lnTo>
                  <a:lnTo>
                    <a:pt x="7174" y="19339"/>
                  </a:lnTo>
                  <a:lnTo>
                    <a:pt x="7127" y="21111"/>
                  </a:lnTo>
                  <a:lnTo>
                    <a:pt x="6356" y="20378"/>
                  </a:lnTo>
                  <a:lnTo>
                    <a:pt x="5951" y="19882"/>
                  </a:lnTo>
                  <a:lnTo>
                    <a:pt x="5248" y="19746"/>
                  </a:lnTo>
                  <a:lnTo>
                    <a:pt x="4544" y="20151"/>
                  </a:lnTo>
                  <a:lnTo>
                    <a:pt x="4017" y="21055"/>
                  </a:lnTo>
                  <a:lnTo>
                    <a:pt x="3296" y="21326"/>
                  </a:lnTo>
                  <a:lnTo>
                    <a:pt x="2698" y="21055"/>
                  </a:lnTo>
                  <a:lnTo>
                    <a:pt x="2346" y="20378"/>
                  </a:lnTo>
                  <a:lnTo>
                    <a:pt x="2029" y="20017"/>
                  </a:lnTo>
                  <a:lnTo>
                    <a:pt x="1132" y="19564"/>
                  </a:lnTo>
                  <a:lnTo>
                    <a:pt x="745" y="18583"/>
                  </a:lnTo>
                  <a:lnTo>
                    <a:pt x="1040" y="18124"/>
                  </a:lnTo>
                  <a:lnTo>
                    <a:pt x="1295" y="17400"/>
                  </a:lnTo>
                  <a:lnTo>
                    <a:pt x="1513" y="16380"/>
                  </a:lnTo>
                  <a:lnTo>
                    <a:pt x="1788" y="15436"/>
                  </a:lnTo>
                  <a:lnTo>
                    <a:pt x="905" y="12854"/>
                  </a:lnTo>
                  <a:lnTo>
                    <a:pt x="724" y="12064"/>
                  </a:lnTo>
                  <a:lnTo>
                    <a:pt x="0" y="10604"/>
                  </a:lnTo>
                  <a:lnTo>
                    <a:pt x="8" y="9864"/>
                  </a:lnTo>
                  <a:lnTo>
                    <a:pt x="182" y="9160"/>
                  </a:lnTo>
                  <a:lnTo>
                    <a:pt x="117" y="8615"/>
                  </a:lnTo>
                  <a:lnTo>
                    <a:pt x="219" y="7315"/>
                  </a:lnTo>
                  <a:lnTo>
                    <a:pt x="726" y="6085"/>
                  </a:lnTo>
                  <a:lnTo>
                    <a:pt x="1063" y="4565"/>
                  </a:lnTo>
                  <a:lnTo>
                    <a:pt x="1632" y="2493"/>
                  </a:lnTo>
                  <a:lnTo>
                    <a:pt x="2891" y="0"/>
                  </a:lnTo>
                  <a:lnTo>
                    <a:pt x="3795" y="380"/>
                  </a:lnTo>
                  <a:lnTo>
                    <a:pt x="4189" y="3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3440747" y="1918351"/>
              <a:ext cx="82709" cy="70796"/>
            </a:xfrm>
            <a:custGeom>
              <a:avLst/>
              <a:pathLst>
                <a:path w="82709" h="70796">
                  <a:moveTo>
                    <a:pt x="72926" y="15817"/>
                  </a:moveTo>
                  <a:lnTo>
                    <a:pt x="74282" y="15938"/>
                  </a:lnTo>
                  <a:lnTo>
                    <a:pt x="74758" y="16407"/>
                  </a:lnTo>
                  <a:lnTo>
                    <a:pt x="75075" y="18723"/>
                  </a:lnTo>
                  <a:lnTo>
                    <a:pt x="76618" y="20545"/>
                  </a:lnTo>
                  <a:lnTo>
                    <a:pt x="78046" y="22057"/>
                  </a:lnTo>
                  <a:lnTo>
                    <a:pt x="78412" y="22756"/>
                  </a:lnTo>
                  <a:lnTo>
                    <a:pt x="78523" y="24103"/>
                  </a:lnTo>
                  <a:lnTo>
                    <a:pt x="78431" y="25676"/>
                  </a:lnTo>
                  <a:lnTo>
                    <a:pt x="78250" y="26491"/>
                  </a:lnTo>
                  <a:lnTo>
                    <a:pt x="77654" y="27430"/>
                  </a:lnTo>
                  <a:lnTo>
                    <a:pt x="77132" y="29808"/>
                  </a:lnTo>
                  <a:lnTo>
                    <a:pt x="77060" y="32070"/>
                  </a:lnTo>
                  <a:lnTo>
                    <a:pt x="76235" y="35983"/>
                  </a:lnTo>
                  <a:lnTo>
                    <a:pt x="76421" y="36056"/>
                  </a:lnTo>
                  <a:lnTo>
                    <a:pt x="78152" y="35350"/>
                  </a:lnTo>
                  <a:lnTo>
                    <a:pt x="78642" y="35754"/>
                  </a:lnTo>
                  <a:lnTo>
                    <a:pt x="79021" y="36618"/>
                  </a:lnTo>
                  <a:lnTo>
                    <a:pt x="79142" y="39074"/>
                  </a:lnTo>
                  <a:lnTo>
                    <a:pt x="79710" y="40178"/>
                  </a:lnTo>
                  <a:lnTo>
                    <a:pt x="80287" y="41903"/>
                  </a:lnTo>
                  <a:lnTo>
                    <a:pt x="80471" y="43247"/>
                  </a:lnTo>
                  <a:lnTo>
                    <a:pt x="81571" y="44847"/>
                  </a:lnTo>
                  <a:lnTo>
                    <a:pt x="81660" y="45881"/>
                  </a:lnTo>
                  <a:lnTo>
                    <a:pt x="82332" y="49540"/>
                  </a:lnTo>
                  <a:lnTo>
                    <a:pt x="82590" y="51647"/>
                  </a:lnTo>
                  <a:lnTo>
                    <a:pt x="82709" y="53277"/>
                  </a:lnTo>
                  <a:lnTo>
                    <a:pt x="82379" y="55348"/>
                  </a:lnTo>
                  <a:lnTo>
                    <a:pt x="82087" y="56749"/>
                  </a:lnTo>
                  <a:lnTo>
                    <a:pt x="81740" y="56663"/>
                  </a:lnTo>
                  <a:lnTo>
                    <a:pt x="80753" y="57033"/>
                  </a:lnTo>
                  <a:lnTo>
                    <a:pt x="79190" y="58721"/>
                  </a:lnTo>
                  <a:lnTo>
                    <a:pt x="76865" y="62699"/>
                  </a:lnTo>
                  <a:lnTo>
                    <a:pt x="76267" y="63580"/>
                  </a:lnTo>
                  <a:lnTo>
                    <a:pt x="75659" y="66610"/>
                  </a:lnTo>
                  <a:lnTo>
                    <a:pt x="75513" y="66918"/>
                  </a:lnTo>
                  <a:lnTo>
                    <a:pt x="74160" y="66778"/>
                  </a:lnTo>
                  <a:lnTo>
                    <a:pt x="73792" y="66705"/>
                  </a:lnTo>
                  <a:lnTo>
                    <a:pt x="72434" y="66766"/>
                  </a:lnTo>
                  <a:lnTo>
                    <a:pt x="69481" y="65978"/>
                  </a:lnTo>
                  <a:lnTo>
                    <a:pt x="68335" y="66499"/>
                  </a:lnTo>
                  <a:lnTo>
                    <a:pt x="66833" y="69564"/>
                  </a:lnTo>
                  <a:lnTo>
                    <a:pt x="66251" y="70014"/>
                  </a:lnTo>
                  <a:lnTo>
                    <a:pt x="64505" y="70438"/>
                  </a:lnTo>
                  <a:lnTo>
                    <a:pt x="64199" y="70796"/>
                  </a:lnTo>
                  <a:lnTo>
                    <a:pt x="63615" y="70652"/>
                  </a:lnTo>
                  <a:lnTo>
                    <a:pt x="61983" y="69724"/>
                  </a:lnTo>
                  <a:lnTo>
                    <a:pt x="60604" y="68346"/>
                  </a:lnTo>
                  <a:lnTo>
                    <a:pt x="59780" y="66524"/>
                  </a:lnTo>
                  <a:lnTo>
                    <a:pt x="58352" y="64019"/>
                  </a:lnTo>
                  <a:lnTo>
                    <a:pt x="57416" y="62741"/>
                  </a:lnTo>
                  <a:lnTo>
                    <a:pt x="55945" y="61139"/>
                  </a:lnTo>
                  <a:lnTo>
                    <a:pt x="53492" y="57874"/>
                  </a:lnTo>
                  <a:lnTo>
                    <a:pt x="52601" y="57125"/>
                  </a:lnTo>
                  <a:lnTo>
                    <a:pt x="48241" y="55700"/>
                  </a:lnTo>
                  <a:lnTo>
                    <a:pt x="46664" y="55050"/>
                  </a:lnTo>
                  <a:lnTo>
                    <a:pt x="45214" y="51351"/>
                  </a:lnTo>
                  <a:lnTo>
                    <a:pt x="44744" y="49205"/>
                  </a:lnTo>
                  <a:lnTo>
                    <a:pt x="44030" y="48822"/>
                  </a:lnTo>
                  <a:lnTo>
                    <a:pt x="43250" y="49273"/>
                  </a:lnTo>
                  <a:lnTo>
                    <a:pt x="42402" y="49705"/>
                  </a:lnTo>
                  <a:lnTo>
                    <a:pt x="40440" y="52217"/>
                  </a:lnTo>
                  <a:lnTo>
                    <a:pt x="39802" y="52577"/>
                  </a:lnTo>
                  <a:lnTo>
                    <a:pt x="38585" y="52609"/>
                  </a:lnTo>
                  <a:lnTo>
                    <a:pt x="35741" y="53163"/>
                  </a:lnTo>
                  <a:lnTo>
                    <a:pt x="34446" y="52247"/>
                  </a:lnTo>
                  <a:lnTo>
                    <a:pt x="32196" y="51243"/>
                  </a:lnTo>
                  <a:lnTo>
                    <a:pt x="30977" y="51084"/>
                  </a:lnTo>
                  <a:lnTo>
                    <a:pt x="29895" y="51107"/>
                  </a:lnTo>
                  <a:lnTo>
                    <a:pt x="25098" y="50123"/>
                  </a:lnTo>
                  <a:lnTo>
                    <a:pt x="24223" y="51201"/>
                  </a:lnTo>
                  <a:lnTo>
                    <a:pt x="23338" y="51396"/>
                  </a:lnTo>
                  <a:lnTo>
                    <a:pt x="22478" y="49731"/>
                  </a:lnTo>
                  <a:lnTo>
                    <a:pt x="21412" y="49257"/>
                  </a:lnTo>
                  <a:lnTo>
                    <a:pt x="20234" y="49823"/>
                  </a:lnTo>
                  <a:lnTo>
                    <a:pt x="18090" y="49888"/>
                  </a:lnTo>
                  <a:lnTo>
                    <a:pt x="15547" y="49363"/>
                  </a:lnTo>
                  <a:lnTo>
                    <a:pt x="12309" y="48953"/>
                  </a:lnTo>
                  <a:lnTo>
                    <a:pt x="11829" y="49129"/>
                  </a:lnTo>
                  <a:lnTo>
                    <a:pt x="8235" y="51339"/>
                  </a:lnTo>
                  <a:lnTo>
                    <a:pt x="7348" y="51677"/>
                  </a:lnTo>
                  <a:lnTo>
                    <a:pt x="3449" y="55413"/>
                  </a:lnTo>
                  <a:lnTo>
                    <a:pt x="358" y="58901"/>
                  </a:lnTo>
                  <a:lnTo>
                    <a:pt x="0" y="53320"/>
                  </a:lnTo>
                  <a:lnTo>
                    <a:pt x="189" y="42162"/>
                  </a:lnTo>
                  <a:lnTo>
                    <a:pt x="648" y="36631"/>
                  </a:lnTo>
                  <a:lnTo>
                    <a:pt x="2790" y="33409"/>
                  </a:lnTo>
                  <a:lnTo>
                    <a:pt x="3864" y="30900"/>
                  </a:lnTo>
                  <a:lnTo>
                    <a:pt x="4489" y="27552"/>
                  </a:lnTo>
                  <a:lnTo>
                    <a:pt x="4678" y="24454"/>
                  </a:lnTo>
                  <a:lnTo>
                    <a:pt x="5112" y="21894"/>
                  </a:lnTo>
                  <a:lnTo>
                    <a:pt x="8214" y="14550"/>
                  </a:lnTo>
                  <a:lnTo>
                    <a:pt x="10673" y="13757"/>
                  </a:lnTo>
                  <a:lnTo>
                    <a:pt x="13999" y="11720"/>
                  </a:lnTo>
                  <a:lnTo>
                    <a:pt x="17718" y="10021"/>
                  </a:lnTo>
                  <a:lnTo>
                    <a:pt x="18436" y="12181"/>
                  </a:lnTo>
                  <a:lnTo>
                    <a:pt x="18800" y="13830"/>
                  </a:lnTo>
                  <a:lnTo>
                    <a:pt x="23279" y="19837"/>
                  </a:lnTo>
                  <a:lnTo>
                    <a:pt x="24418" y="21854"/>
                  </a:lnTo>
                  <a:lnTo>
                    <a:pt x="26150" y="28771"/>
                  </a:lnTo>
                  <a:lnTo>
                    <a:pt x="30298" y="32278"/>
                  </a:lnTo>
                  <a:lnTo>
                    <a:pt x="33559" y="31172"/>
                  </a:lnTo>
                  <a:lnTo>
                    <a:pt x="34977" y="29469"/>
                  </a:lnTo>
                  <a:lnTo>
                    <a:pt x="37588" y="26331"/>
                  </a:lnTo>
                  <a:lnTo>
                    <a:pt x="38755" y="24034"/>
                  </a:lnTo>
                  <a:lnTo>
                    <a:pt x="38992" y="21819"/>
                  </a:lnTo>
                  <a:lnTo>
                    <a:pt x="38529" y="12354"/>
                  </a:lnTo>
                  <a:lnTo>
                    <a:pt x="37822" y="8252"/>
                  </a:lnTo>
                  <a:lnTo>
                    <a:pt x="38064" y="5697"/>
                  </a:lnTo>
                  <a:lnTo>
                    <a:pt x="38523" y="5828"/>
                  </a:lnTo>
                  <a:lnTo>
                    <a:pt x="39633" y="4596"/>
                  </a:lnTo>
                  <a:lnTo>
                    <a:pt x="43279" y="2309"/>
                  </a:lnTo>
                  <a:lnTo>
                    <a:pt x="44008" y="2207"/>
                  </a:lnTo>
                  <a:lnTo>
                    <a:pt x="44839" y="1738"/>
                  </a:lnTo>
                  <a:lnTo>
                    <a:pt x="47138" y="0"/>
                  </a:lnTo>
                  <a:lnTo>
                    <a:pt x="47876" y="924"/>
                  </a:lnTo>
                  <a:lnTo>
                    <a:pt x="48492" y="1974"/>
                  </a:lnTo>
                  <a:lnTo>
                    <a:pt x="48832" y="1988"/>
                  </a:lnTo>
                  <a:lnTo>
                    <a:pt x="48998" y="1597"/>
                  </a:lnTo>
                  <a:lnTo>
                    <a:pt x="48951" y="921"/>
                  </a:lnTo>
                  <a:lnTo>
                    <a:pt x="49112" y="441"/>
                  </a:lnTo>
                  <a:lnTo>
                    <a:pt x="49773" y="708"/>
                  </a:lnTo>
                  <a:lnTo>
                    <a:pt x="52434" y="3565"/>
                  </a:lnTo>
                  <a:lnTo>
                    <a:pt x="53457" y="4232"/>
                  </a:lnTo>
                  <a:lnTo>
                    <a:pt x="54156" y="4420"/>
                  </a:lnTo>
                  <a:lnTo>
                    <a:pt x="54994" y="5758"/>
                  </a:lnTo>
                  <a:lnTo>
                    <a:pt x="57266" y="6655"/>
                  </a:lnTo>
                  <a:lnTo>
                    <a:pt x="57543" y="7348"/>
                  </a:lnTo>
                  <a:lnTo>
                    <a:pt x="57717" y="8211"/>
                  </a:lnTo>
                  <a:lnTo>
                    <a:pt x="59843" y="11839"/>
                  </a:lnTo>
                  <a:lnTo>
                    <a:pt x="60798" y="13661"/>
                  </a:lnTo>
                  <a:lnTo>
                    <a:pt x="62686" y="15334"/>
                  </a:lnTo>
                  <a:lnTo>
                    <a:pt x="63497" y="15732"/>
                  </a:lnTo>
                  <a:lnTo>
                    <a:pt x="66801" y="14027"/>
                  </a:lnTo>
                  <a:lnTo>
                    <a:pt x="67723" y="13434"/>
                  </a:lnTo>
                  <a:lnTo>
                    <a:pt x="68485" y="13424"/>
                  </a:lnTo>
                  <a:lnTo>
                    <a:pt x="69260" y="14321"/>
                  </a:lnTo>
                  <a:lnTo>
                    <a:pt x="71029" y="15515"/>
                  </a:lnTo>
                  <a:lnTo>
                    <a:pt x="72634" y="158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4504828" y="2976723"/>
              <a:ext cx="766" cy="1489"/>
            </a:xfrm>
            <a:custGeom>
              <a:avLst/>
              <a:pathLst>
                <a:path w="766" h="1489">
                  <a:moveTo>
                    <a:pt x="0" y="1489"/>
                  </a:moveTo>
                  <a:lnTo>
                    <a:pt x="24" y="841"/>
                  </a:lnTo>
                  <a:lnTo>
                    <a:pt x="175" y="129"/>
                  </a:lnTo>
                  <a:lnTo>
                    <a:pt x="554" y="0"/>
                  </a:lnTo>
                  <a:lnTo>
                    <a:pt x="766" y="722"/>
                  </a:lnTo>
                  <a:lnTo>
                    <a:pt x="229" y="13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472482" y="3098779"/>
              <a:ext cx="1307" cy="1370"/>
            </a:xfrm>
            <a:custGeom>
              <a:avLst/>
              <a:pathLst>
                <a:path w="1307" h="1370">
                  <a:moveTo>
                    <a:pt x="1287" y="1370"/>
                  </a:moveTo>
                  <a:lnTo>
                    <a:pt x="0" y="1370"/>
                  </a:lnTo>
                  <a:lnTo>
                    <a:pt x="92" y="727"/>
                  </a:lnTo>
                  <a:lnTo>
                    <a:pt x="689" y="0"/>
                  </a:lnTo>
                  <a:lnTo>
                    <a:pt x="1130" y="66"/>
                  </a:lnTo>
                  <a:lnTo>
                    <a:pt x="1307" y="32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3003233" y="2572376"/>
              <a:ext cx="183410" cy="428732"/>
            </a:xfrm>
            <a:custGeom>
              <a:avLst/>
              <a:pathLst>
                <a:path w="183410" h="428732">
                  <a:moveTo>
                    <a:pt x="170128" y="24398"/>
                  </a:moveTo>
                  <a:lnTo>
                    <a:pt x="170460" y="26597"/>
                  </a:lnTo>
                  <a:lnTo>
                    <a:pt x="171139" y="28338"/>
                  </a:lnTo>
                  <a:lnTo>
                    <a:pt x="173566" y="32336"/>
                  </a:lnTo>
                  <a:lnTo>
                    <a:pt x="175008" y="34808"/>
                  </a:lnTo>
                  <a:lnTo>
                    <a:pt x="175047" y="35656"/>
                  </a:lnTo>
                  <a:lnTo>
                    <a:pt x="174584" y="37682"/>
                  </a:lnTo>
                  <a:lnTo>
                    <a:pt x="174386" y="39080"/>
                  </a:lnTo>
                  <a:lnTo>
                    <a:pt x="174766" y="40565"/>
                  </a:lnTo>
                  <a:lnTo>
                    <a:pt x="175654" y="42367"/>
                  </a:lnTo>
                  <a:lnTo>
                    <a:pt x="175725" y="43225"/>
                  </a:lnTo>
                  <a:lnTo>
                    <a:pt x="175511" y="44224"/>
                  </a:lnTo>
                  <a:lnTo>
                    <a:pt x="175052" y="46154"/>
                  </a:lnTo>
                  <a:lnTo>
                    <a:pt x="176028" y="51823"/>
                  </a:lnTo>
                  <a:lnTo>
                    <a:pt x="176193" y="57313"/>
                  </a:lnTo>
                  <a:lnTo>
                    <a:pt x="175939" y="61216"/>
                  </a:lnTo>
                  <a:lnTo>
                    <a:pt x="175946" y="63472"/>
                  </a:lnTo>
                  <a:lnTo>
                    <a:pt x="176074" y="65393"/>
                  </a:lnTo>
                  <a:lnTo>
                    <a:pt x="176899" y="69828"/>
                  </a:lnTo>
                  <a:lnTo>
                    <a:pt x="176348" y="77159"/>
                  </a:lnTo>
                  <a:lnTo>
                    <a:pt x="176970" y="81157"/>
                  </a:lnTo>
                  <a:lnTo>
                    <a:pt x="177826" y="84400"/>
                  </a:lnTo>
                  <a:lnTo>
                    <a:pt x="178295" y="90190"/>
                  </a:lnTo>
                  <a:lnTo>
                    <a:pt x="178985" y="92933"/>
                  </a:lnTo>
                  <a:lnTo>
                    <a:pt x="180111" y="95340"/>
                  </a:lnTo>
                  <a:lnTo>
                    <a:pt x="180753" y="96158"/>
                  </a:lnTo>
                  <a:lnTo>
                    <a:pt x="181998" y="98143"/>
                  </a:lnTo>
                  <a:lnTo>
                    <a:pt x="182886" y="99804"/>
                  </a:lnTo>
                  <a:lnTo>
                    <a:pt x="183410" y="102286"/>
                  </a:lnTo>
                  <a:lnTo>
                    <a:pt x="182293" y="104329"/>
                  </a:lnTo>
                  <a:lnTo>
                    <a:pt x="181398" y="106148"/>
                  </a:lnTo>
                  <a:lnTo>
                    <a:pt x="181148" y="108112"/>
                  </a:lnTo>
                  <a:lnTo>
                    <a:pt x="181564" y="111261"/>
                  </a:lnTo>
                  <a:lnTo>
                    <a:pt x="181564" y="112955"/>
                  </a:lnTo>
                  <a:lnTo>
                    <a:pt x="180995" y="113493"/>
                  </a:lnTo>
                  <a:lnTo>
                    <a:pt x="178674" y="113320"/>
                  </a:lnTo>
                  <a:lnTo>
                    <a:pt x="176854" y="113182"/>
                  </a:lnTo>
                  <a:lnTo>
                    <a:pt x="174762" y="113027"/>
                  </a:lnTo>
                  <a:lnTo>
                    <a:pt x="171818" y="112724"/>
                  </a:lnTo>
                  <a:lnTo>
                    <a:pt x="169995" y="112538"/>
                  </a:lnTo>
                  <a:lnTo>
                    <a:pt x="167496" y="112283"/>
                  </a:lnTo>
                  <a:lnTo>
                    <a:pt x="166634" y="112410"/>
                  </a:lnTo>
                  <a:lnTo>
                    <a:pt x="164340" y="113294"/>
                  </a:lnTo>
                  <a:lnTo>
                    <a:pt x="162719" y="113916"/>
                  </a:lnTo>
                  <a:lnTo>
                    <a:pt x="162446" y="114089"/>
                  </a:lnTo>
                  <a:lnTo>
                    <a:pt x="161943" y="114867"/>
                  </a:lnTo>
                  <a:lnTo>
                    <a:pt x="161595" y="117189"/>
                  </a:lnTo>
                  <a:lnTo>
                    <a:pt x="161283" y="119841"/>
                  </a:lnTo>
                  <a:lnTo>
                    <a:pt x="160948" y="121021"/>
                  </a:lnTo>
                  <a:lnTo>
                    <a:pt x="156087" y="124854"/>
                  </a:lnTo>
                  <a:lnTo>
                    <a:pt x="154190" y="125379"/>
                  </a:lnTo>
                  <a:lnTo>
                    <a:pt x="153089" y="124986"/>
                  </a:lnTo>
                  <a:lnTo>
                    <a:pt x="152308" y="125297"/>
                  </a:lnTo>
                  <a:lnTo>
                    <a:pt x="151633" y="126114"/>
                  </a:lnTo>
                  <a:lnTo>
                    <a:pt x="151404" y="127356"/>
                  </a:lnTo>
                  <a:lnTo>
                    <a:pt x="151371" y="128936"/>
                  </a:lnTo>
                  <a:lnTo>
                    <a:pt x="151514" y="130533"/>
                  </a:lnTo>
                  <a:lnTo>
                    <a:pt x="151982" y="132757"/>
                  </a:lnTo>
                  <a:lnTo>
                    <a:pt x="152066" y="134981"/>
                  </a:lnTo>
                  <a:lnTo>
                    <a:pt x="151767" y="136547"/>
                  </a:lnTo>
                  <a:lnTo>
                    <a:pt x="151695" y="138124"/>
                  </a:lnTo>
                  <a:lnTo>
                    <a:pt x="151557" y="139828"/>
                  </a:lnTo>
                  <a:lnTo>
                    <a:pt x="151805" y="140750"/>
                  </a:lnTo>
                  <a:lnTo>
                    <a:pt x="152275" y="140891"/>
                  </a:lnTo>
                  <a:lnTo>
                    <a:pt x="152745" y="141672"/>
                  </a:lnTo>
                  <a:lnTo>
                    <a:pt x="153408" y="142382"/>
                  </a:lnTo>
                  <a:lnTo>
                    <a:pt x="153961" y="143729"/>
                  </a:lnTo>
                  <a:lnTo>
                    <a:pt x="153933" y="145645"/>
                  </a:lnTo>
                  <a:lnTo>
                    <a:pt x="153474" y="146736"/>
                  </a:lnTo>
                  <a:lnTo>
                    <a:pt x="153069" y="147313"/>
                  </a:lnTo>
                  <a:lnTo>
                    <a:pt x="151250" y="147823"/>
                  </a:lnTo>
                  <a:lnTo>
                    <a:pt x="149808" y="148228"/>
                  </a:lnTo>
                  <a:lnTo>
                    <a:pt x="147928" y="151300"/>
                  </a:lnTo>
                  <a:lnTo>
                    <a:pt x="145924" y="154571"/>
                  </a:lnTo>
                  <a:lnTo>
                    <a:pt x="143550" y="156738"/>
                  </a:lnTo>
                  <a:lnTo>
                    <a:pt x="142509" y="157351"/>
                  </a:lnTo>
                  <a:lnTo>
                    <a:pt x="140681" y="158899"/>
                  </a:lnTo>
                  <a:lnTo>
                    <a:pt x="138497" y="161470"/>
                  </a:lnTo>
                  <a:lnTo>
                    <a:pt x="137419" y="165577"/>
                  </a:lnTo>
                  <a:lnTo>
                    <a:pt x="136059" y="170312"/>
                  </a:lnTo>
                  <a:lnTo>
                    <a:pt x="134752" y="173489"/>
                  </a:lnTo>
                  <a:lnTo>
                    <a:pt x="132967" y="176494"/>
                  </a:lnTo>
                  <a:lnTo>
                    <a:pt x="131304" y="177646"/>
                  </a:lnTo>
                  <a:lnTo>
                    <a:pt x="129213" y="179092"/>
                  </a:lnTo>
                  <a:lnTo>
                    <a:pt x="126574" y="180208"/>
                  </a:lnTo>
                  <a:lnTo>
                    <a:pt x="124707" y="180572"/>
                  </a:lnTo>
                  <a:lnTo>
                    <a:pt x="124152" y="180816"/>
                  </a:lnTo>
                  <a:lnTo>
                    <a:pt x="122508" y="180886"/>
                  </a:lnTo>
                  <a:lnTo>
                    <a:pt x="121702" y="180655"/>
                  </a:lnTo>
                  <a:lnTo>
                    <a:pt x="121103" y="180530"/>
                  </a:lnTo>
                  <a:lnTo>
                    <a:pt x="120859" y="180862"/>
                  </a:lnTo>
                  <a:lnTo>
                    <a:pt x="120779" y="181611"/>
                  </a:lnTo>
                  <a:lnTo>
                    <a:pt x="120746" y="183318"/>
                  </a:lnTo>
                  <a:lnTo>
                    <a:pt x="120633" y="185273"/>
                  </a:lnTo>
                  <a:lnTo>
                    <a:pt x="120114" y="186927"/>
                  </a:lnTo>
                  <a:lnTo>
                    <a:pt x="119745" y="187663"/>
                  </a:lnTo>
                  <a:lnTo>
                    <a:pt x="119312" y="187963"/>
                  </a:lnTo>
                  <a:lnTo>
                    <a:pt x="117934" y="187519"/>
                  </a:lnTo>
                  <a:lnTo>
                    <a:pt x="116778" y="186994"/>
                  </a:lnTo>
                  <a:lnTo>
                    <a:pt x="114023" y="186297"/>
                  </a:lnTo>
                  <a:lnTo>
                    <a:pt x="113476" y="186463"/>
                  </a:lnTo>
                  <a:lnTo>
                    <a:pt x="113272" y="186668"/>
                  </a:lnTo>
                  <a:lnTo>
                    <a:pt x="112412" y="187783"/>
                  </a:lnTo>
                  <a:lnTo>
                    <a:pt x="111091" y="190152"/>
                  </a:lnTo>
                  <a:lnTo>
                    <a:pt x="110194" y="192213"/>
                  </a:lnTo>
                  <a:lnTo>
                    <a:pt x="109526" y="193181"/>
                  </a:lnTo>
                  <a:lnTo>
                    <a:pt x="107927" y="193684"/>
                  </a:lnTo>
                  <a:lnTo>
                    <a:pt x="107231" y="194443"/>
                  </a:lnTo>
                  <a:lnTo>
                    <a:pt x="104254" y="199607"/>
                  </a:lnTo>
                  <a:lnTo>
                    <a:pt x="103620" y="200858"/>
                  </a:lnTo>
                  <a:lnTo>
                    <a:pt x="100556" y="205347"/>
                  </a:lnTo>
                  <a:lnTo>
                    <a:pt x="99689" y="206834"/>
                  </a:lnTo>
                  <a:lnTo>
                    <a:pt x="99012" y="208312"/>
                  </a:lnTo>
                  <a:lnTo>
                    <a:pt x="97182" y="211630"/>
                  </a:lnTo>
                  <a:lnTo>
                    <a:pt x="96013" y="213086"/>
                  </a:lnTo>
                  <a:lnTo>
                    <a:pt x="95800" y="213949"/>
                  </a:lnTo>
                  <a:lnTo>
                    <a:pt x="95743" y="215977"/>
                  </a:lnTo>
                  <a:lnTo>
                    <a:pt x="95743" y="220454"/>
                  </a:lnTo>
                  <a:lnTo>
                    <a:pt x="95743" y="224755"/>
                  </a:lnTo>
                  <a:lnTo>
                    <a:pt x="95743" y="231010"/>
                  </a:lnTo>
                  <a:lnTo>
                    <a:pt x="95743" y="237263"/>
                  </a:lnTo>
                  <a:lnTo>
                    <a:pt x="95743" y="244472"/>
                  </a:lnTo>
                  <a:lnTo>
                    <a:pt x="94196" y="244488"/>
                  </a:lnTo>
                  <a:lnTo>
                    <a:pt x="94241" y="245730"/>
                  </a:lnTo>
                  <a:lnTo>
                    <a:pt x="94579" y="248183"/>
                  </a:lnTo>
                  <a:lnTo>
                    <a:pt x="94696" y="250260"/>
                  </a:lnTo>
                  <a:lnTo>
                    <a:pt x="94528" y="251560"/>
                  </a:lnTo>
                  <a:lnTo>
                    <a:pt x="94370" y="253204"/>
                  </a:lnTo>
                  <a:lnTo>
                    <a:pt x="94438" y="254762"/>
                  </a:lnTo>
                  <a:lnTo>
                    <a:pt x="94696" y="256464"/>
                  </a:lnTo>
                  <a:lnTo>
                    <a:pt x="94932" y="258225"/>
                  </a:lnTo>
                  <a:lnTo>
                    <a:pt x="94932" y="259408"/>
                  </a:lnTo>
                  <a:lnTo>
                    <a:pt x="94460" y="260302"/>
                  </a:lnTo>
                  <a:lnTo>
                    <a:pt x="93376" y="260793"/>
                  </a:lnTo>
                  <a:lnTo>
                    <a:pt x="92077" y="261197"/>
                  </a:lnTo>
                  <a:lnTo>
                    <a:pt x="91128" y="261197"/>
                  </a:lnTo>
                  <a:lnTo>
                    <a:pt x="89701" y="260908"/>
                  </a:lnTo>
                  <a:lnTo>
                    <a:pt x="88813" y="260966"/>
                  </a:lnTo>
                  <a:lnTo>
                    <a:pt x="88037" y="260966"/>
                  </a:lnTo>
                  <a:lnTo>
                    <a:pt x="87346" y="261255"/>
                  </a:lnTo>
                  <a:lnTo>
                    <a:pt x="86491" y="262380"/>
                  </a:lnTo>
                  <a:lnTo>
                    <a:pt x="85542" y="264140"/>
                  </a:lnTo>
                  <a:lnTo>
                    <a:pt x="84351" y="266506"/>
                  </a:lnTo>
                  <a:lnTo>
                    <a:pt x="83637" y="267978"/>
                  </a:lnTo>
                  <a:lnTo>
                    <a:pt x="82687" y="268296"/>
                  </a:lnTo>
                  <a:lnTo>
                    <a:pt x="81738" y="268296"/>
                  </a:lnTo>
                  <a:lnTo>
                    <a:pt x="80811" y="267112"/>
                  </a:lnTo>
                  <a:lnTo>
                    <a:pt x="80215" y="266506"/>
                  </a:lnTo>
                  <a:lnTo>
                    <a:pt x="79822" y="266564"/>
                  </a:lnTo>
                  <a:lnTo>
                    <a:pt x="79175" y="267401"/>
                  </a:lnTo>
                  <a:lnTo>
                    <a:pt x="78411" y="267978"/>
                  </a:lnTo>
                  <a:lnTo>
                    <a:pt x="77697" y="267978"/>
                  </a:lnTo>
                  <a:lnTo>
                    <a:pt x="76507" y="266795"/>
                  </a:lnTo>
                  <a:lnTo>
                    <a:pt x="75080" y="265035"/>
                  </a:lnTo>
                  <a:lnTo>
                    <a:pt x="74247" y="264140"/>
                  </a:lnTo>
                  <a:lnTo>
                    <a:pt x="73062" y="263852"/>
                  </a:lnTo>
                  <a:lnTo>
                    <a:pt x="71871" y="263275"/>
                  </a:lnTo>
                  <a:lnTo>
                    <a:pt x="71039" y="263563"/>
                  </a:lnTo>
                  <a:lnTo>
                    <a:pt x="69972" y="263563"/>
                  </a:lnTo>
                  <a:lnTo>
                    <a:pt x="68544" y="264746"/>
                  </a:lnTo>
                  <a:lnTo>
                    <a:pt x="67353" y="265612"/>
                  </a:lnTo>
                  <a:lnTo>
                    <a:pt x="66049" y="266506"/>
                  </a:lnTo>
                  <a:lnTo>
                    <a:pt x="64565" y="267314"/>
                  </a:lnTo>
                  <a:lnTo>
                    <a:pt x="64926" y="269969"/>
                  </a:lnTo>
                  <a:lnTo>
                    <a:pt x="65437" y="271412"/>
                  </a:lnTo>
                  <a:lnTo>
                    <a:pt x="65437" y="273201"/>
                  </a:lnTo>
                  <a:lnTo>
                    <a:pt x="65195" y="274702"/>
                  </a:lnTo>
                  <a:lnTo>
                    <a:pt x="64481" y="276173"/>
                  </a:lnTo>
                  <a:lnTo>
                    <a:pt x="63666" y="278049"/>
                  </a:lnTo>
                  <a:lnTo>
                    <a:pt x="63195" y="279521"/>
                  </a:lnTo>
                  <a:lnTo>
                    <a:pt x="62717" y="281570"/>
                  </a:lnTo>
                  <a:lnTo>
                    <a:pt x="62363" y="282753"/>
                  </a:lnTo>
                  <a:lnTo>
                    <a:pt x="61750" y="284686"/>
                  </a:lnTo>
                  <a:lnTo>
                    <a:pt x="61206" y="287110"/>
                  </a:lnTo>
                  <a:lnTo>
                    <a:pt x="61037" y="288611"/>
                  </a:lnTo>
                  <a:lnTo>
                    <a:pt x="60818" y="290342"/>
                  </a:lnTo>
                  <a:lnTo>
                    <a:pt x="60396" y="290861"/>
                  </a:lnTo>
                  <a:lnTo>
                    <a:pt x="58946" y="291323"/>
                  </a:lnTo>
                  <a:lnTo>
                    <a:pt x="58025" y="291929"/>
                  </a:lnTo>
                  <a:lnTo>
                    <a:pt x="57221" y="292506"/>
                  </a:lnTo>
                  <a:lnTo>
                    <a:pt x="56922" y="293526"/>
                  </a:lnTo>
                  <a:lnTo>
                    <a:pt x="56873" y="293689"/>
                  </a:lnTo>
                  <a:lnTo>
                    <a:pt x="56642" y="295767"/>
                  </a:lnTo>
                  <a:lnTo>
                    <a:pt x="56642" y="297239"/>
                  </a:lnTo>
                  <a:lnTo>
                    <a:pt x="56413" y="298422"/>
                  </a:lnTo>
                  <a:lnTo>
                    <a:pt x="56069" y="301365"/>
                  </a:lnTo>
                  <a:lnTo>
                    <a:pt x="55609" y="304049"/>
                  </a:lnTo>
                  <a:lnTo>
                    <a:pt x="55261" y="307598"/>
                  </a:lnTo>
                  <a:lnTo>
                    <a:pt x="54917" y="310541"/>
                  </a:lnTo>
                  <a:lnTo>
                    <a:pt x="54457" y="315275"/>
                  </a:lnTo>
                  <a:lnTo>
                    <a:pt x="53996" y="319689"/>
                  </a:lnTo>
                  <a:lnTo>
                    <a:pt x="53423" y="323844"/>
                  </a:lnTo>
                  <a:lnTo>
                    <a:pt x="52962" y="326499"/>
                  </a:lnTo>
                  <a:lnTo>
                    <a:pt x="52613" y="327971"/>
                  </a:lnTo>
                  <a:lnTo>
                    <a:pt x="51810" y="329760"/>
                  </a:lnTo>
                  <a:lnTo>
                    <a:pt x="51119" y="330914"/>
                  </a:lnTo>
                  <a:lnTo>
                    <a:pt x="50316" y="332415"/>
                  </a:lnTo>
                  <a:lnTo>
                    <a:pt x="49394" y="333886"/>
                  </a:lnTo>
                  <a:lnTo>
                    <a:pt x="48130" y="335647"/>
                  </a:lnTo>
                  <a:lnTo>
                    <a:pt x="47090" y="337147"/>
                  </a:lnTo>
                  <a:lnTo>
                    <a:pt x="46667" y="337822"/>
                  </a:lnTo>
                  <a:lnTo>
                    <a:pt x="46169" y="338619"/>
                  </a:lnTo>
                  <a:lnTo>
                    <a:pt x="45365" y="340668"/>
                  </a:lnTo>
                  <a:lnTo>
                    <a:pt x="44674" y="343640"/>
                  </a:lnTo>
                  <a:lnTo>
                    <a:pt x="44213" y="346006"/>
                  </a:lnTo>
                  <a:lnTo>
                    <a:pt x="43409" y="349844"/>
                  </a:lnTo>
                  <a:lnTo>
                    <a:pt x="42836" y="351922"/>
                  </a:lnTo>
                  <a:lnTo>
                    <a:pt x="42488" y="353076"/>
                  </a:lnTo>
                  <a:lnTo>
                    <a:pt x="41566" y="354259"/>
                  </a:lnTo>
                  <a:lnTo>
                    <a:pt x="40532" y="355154"/>
                  </a:lnTo>
                  <a:lnTo>
                    <a:pt x="39380" y="356337"/>
                  </a:lnTo>
                  <a:lnTo>
                    <a:pt x="38459" y="357520"/>
                  </a:lnTo>
                  <a:lnTo>
                    <a:pt x="37195" y="358703"/>
                  </a:lnTo>
                  <a:lnTo>
                    <a:pt x="36392" y="359886"/>
                  </a:lnTo>
                  <a:lnTo>
                    <a:pt x="35812" y="361646"/>
                  </a:lnTo>
                  <a:lnTo>
                    <a:pt x="35352" y="363724"/>
                  </a:lnTo>
                  <a:lnTo>
                    <a:pt x="34779" y="366696"/>
                  </a:lnTo>
                  <a:lnTo>
                    <a:pt x="34317" y="369928"/>
                  </a:lnTo>
                  <a:lnTo>
                    <a:pt x="34088" y="372006"/>
                  </a:lnTo>
                  <a:lnTo>
                    <a:pt x="33396" y="379105"/>
                  </a:lnTo>
                  <a:lnTo>
                    <a:pt x="33166" y="383231"/>
                  </a:lnTo>
                  <a:lnTo>
                    <a:pt x="32936" y="385886"/>
                  </a:lnTo>
                  <a:lnTo>
                    <a:pt x="32592" y="389147"/>
                  </a:lnTo>
                  <a:lnTo>
                    <a:pt x="32363" y="394168"/>
                  </a:lnTo>
                  <a:lnTo>
                    <a:pt x="32363" y="398294"/>
                  </a:lnTo>
                  <a:lnTo>
                    <a:pt x="32132" y="400660"/>
                  </a:lnTo>
                  <a:lnTo>
                    <a:pt x="32014" y="402449"/>
                  </a:lnTo>
                  <a:lnTo>
                    <a:pt x="31440" y="404498"/>
                  </a:lnTo>
                  <a:lnTo>
                    <a:pt x="30980" y="405970"/>
                  </a:lnTo>
                  <a:lnTo>
                    <a:pt x="30177" y="408048"/>
                  </a:lnTo>
                  <a:lnTo>
                    <a:pt x="29485" y="409231"/>
                  </a:lnTo>
                  <a:lnTo>
                    <a:pt x="29255" y="410414"/>
                  </a:lnTo>
                  <a:lnTo>
                    <a:pt x="28563" y="411884"/>
                  </a:lnTo>
                  <a:lnTo>
                    <a:pt x="27873" y="414252"/>
                  </a:lnTo>
                  <a:lnTo>
                    <a:pt x="27299" y="415723"/>
                  </a:lnTo>
                  <a:lnTo>
                    <a:pt x="27412" y="416907"/>
                  </a:lnTo>
                  <a:lnTo>
                    <a:pt x="27530" y="418984"/>
                  </a:lnTo>
                  <a:lnTo>
                    <a:pt x="27181" y="421062"/>
                  </a:lnTo>
                  <a:lnTo>
                    <a:pt x="26839" y="423428"/>
                  </a:lnTo>
                  <a:lnTo>
                    <a:pt x="25917" y="426371"/>
                  </a:lnTo>
                  <a:lnTo>
                    <a:pt x="24883" y="427843"/>
                  </a:lnTo>
                  <a:lnTo>
                    <a:pt x="23383" y="428132"/>
                  </a:lnTo>
                  <a:lnTo>
                    <a:pt x="21315" y="428132"/>
                  </a:lnTo>
                  <a:lnTo>
                    <a:pt x="19703" y="427843"/>
                  </a:lnTo>
                  <a:lnTo>
                    <a:pt x="17747" y="427843"/>
                  </a:lnTo>
                  <a:lnTo>
                    <a:pt x="16022" y="427266"/>
                  </a:lnTo>
                  <a:lnTo>
                    <a:pt x="14409" y="426660"/>
                  </a:lnTo>
                  <a:lnTo>
                    <a:pt x="12454" y="426371"/>
                  </a:lnTo>
                  <a:lnTo>
                    <a:pt x="11071" y="426371"/>
                  </a:lnTo>
                  <a:lnTo>
                    <a:pt x="9346" y="426949"/>
                  </a:lnTo>
                  <a:lnTo>
                    <a:pt x="4857" y="426949"/>
                  </a:lnTo>
                  <a:lnTo>
                    <a:pt x="3131" y="427266"/>
                  </a:lnTo>
                  <a:lnTo>
                    <a:pt x="597" y="428449"/>
                  </a:lnTo>
                  <a:lnTo>
                    <a:pt x="0" y="428732"/>
                  </a:lnTo>
                  <a:lnTo>
                    <a:pt x="831" y="414569"/>
                  </a:lnTo>
                  <a:lnTo>
                    <a:pt x="2414" y="406895"/>
                  </a:lnTo>
                  <a:lnTo>
                    <a:pt x="3672" y="403507"/>
                  </a:lnTo>
                  <a:lnTo>
                    <a:pt x="5623" y="401760"/>
                  </a:lnTo>
                  <a:lnTo>
                    <a:pt x="7415" y="394046"/>
                  </a:lnTo>
                  <a:lnTo>
                    <a:pt x="8041" y="386946"/>
                  </a:lnTo>
                  <a:lnTo>
                    <a:pt x="9220" y="383680"/>
                  </a:lnTo>
                  <a:lnTo>
                    <a:pt x="9590" y="381122"/>
                  </a:lnTo>
                  <a:lnTo>
                    <a:pt x="9123" y="379172"/>
                  </a:lnTo>
                  <a:lnTo>
                    <a:pt x="10235" y="375342"/>
                  </a:lnTo>
                  <a:lnTo>
                    <a:pt x="11581" y="369492"/>
                  </a:lnTo>
                  <a:lnTo>
                    <a:pt x="12203" y="365735"/>
                  </a:lnTo>
                  <a:lnTo>
                    <a:pt x="13776" y="359918"/>
                  </a:lnTo>
                  <a:lnTo>
                    <a:pt x="13968" y="358637"/>
                  </a:lnTo>
                  <a:lnTo>
                    <a:pt x="13825" y="357178"/>
                  </a:lnTo>
                  <a:lnTo>
                    <a:pt x="13210" y="358416"/>
                  </a:lnTo>
                  <a:lnTo>
                    <a:pt x="12549" y="360566"/>
                  </a:lnTo>
                  <a:lnTo>
                    <a:pt x="11765" y="362258"/>
                  </a:lnTo>
                  <a:lnTo>
                    <a:pt x="12086" y="360175"/>
                  </a:lnTo>
                  <a:lnTo>
                    <a:pt x="12702" y="357113"/>
                  </a:lnTo>
                  <a:lnTo>
                    <a:pt x="14100" y="353907"/>
                  </a:lnTo>
                  <a:lnTo>
                    <a:pt x="16304" y="350366"/>
                  </a:lnTo>
                  <a:lnTo>
                    <a:pt x="20880" y="338368"/>
                  </a:lnTo>
                  <a:lnTo>
                    <a:pt x="22604" y="336299"/>
                  </a:lnTo>
                  <a:lnTo>
                    <a:pt x="24152" y="331247"/>
                  </a:lnTo>
                  <a:lnTo>
                    <a:pt x="24708" y="326762"/>
                  </a:lnTo>
                  <a:lnTo>
                    <a:pt x="24859" y="316463"/>
                  </a:lnTo>
                  <a:lnTo>
                    <a:pt x="25411" y="311025"/>
                  </a:lnTo>
                  <a:lnTo>
                    <a:pt x="26423" y="306783"/>
                  </a:lnTo>
                  <a:lnTo>
                    <a:pt x="27628" y="299075"/>
                  </a:lnTo>
                  <a:lnTo>
                    <a:pt x="28543" y="295627"/>
                  </a:lnTo>
                  <a:lnTo>
                    <a:pt x="29144" y="288600"/>
                  </a:lnTo>
                  <a:lnTo>
                    <a:pt x="29796" y="285921"/>
                  </a:lnTo>
                  <a:lnTo>
                    <a:pt x="30963" y="284650"/>
                  </a:lnTo>
                  <a:lnTo>
                    <a:pt x="32622" y="281143"/>
                  </a:lnTo>
                  <a:lnTo>
                    <a:pt x="35110" y="278975"/>
                  </a:lnTo>
                  <a:lnTo>
                    <a:pt x="38059" y="274420"/>
                  </a:lnTo>
                  <a:lnTo>
                    <a:pt x="39441" y="271696"/>
                  </a:lnTo>
                  <a:lnTo>
                    <a:pt x="40362" y="267632"/>
                  </a:lnTo>
                  <a:lnTo>
                    <a:pt x="41351" y="259536"/>
                  </a:lnTo>
                  <a:lnTo>
                    <a:pt x="43119" y="251026"/>
                  </a:lnTo>
                  <a:lnTo>
                    <a:pt x="44042" y="244493"/>
                  </a:lnTo>
                  <a:lnTo>
                    <a:pt x="45599" y="241121"/>
                  </a:lnTo>
                  <a:lnTo>
                    <a:pt x="46655" y="236856"/>
                  </a:lnTo>
                  <a:lnTo>
                    <a:pt x="48442" y="234958"/>
                  </a:lnTo>
                  <a:lnTo>
                    <a:pt x="52179" y="234041"/>
                  </a:lnTo>
                  <a:lnTo>
                    <a:pt x="57735" y="230499"/>
                  </a:lnTo>
                  <a:lnTo>
                    <a:pt x="62723" y="225157"/>
                  </a:lnTo>
                  <a:lnTo>
                    <a:pt x="64133" y="223031"/>
                  </a:lnTo>
                  <a:lnTo>
                    <a:pt x="65642" y="218775"/>
                  </a:lnTo>
                  <a:lnTo>
                    <a:pt x="68152" y="213229"/>
                  </a:lnTo>
                  <a:lnTo>
                    <a:pt x="72837" y="206567"/>
                  </a:lnTo>
                  <a:lnTo>
                    <a:pt x="74993" y="202852"/>
                  </a:lnTo>
                  <a:lnTo>
                    <a:pt x="78283" y="193531"/>
                  </a:lnTo>
                  <a:lnTo>
                    <a:pt x="80471" y="185818"/>
                  </a:lnTo>
                  <a:lnTo>
                    <a:pt x="82287" y="180859"/>
                  </a:lnTo>
                  <a:lnTo>
                    <a:pt x="83544" y="176457"/>
                  </a:lnTo>
                  <a:lnTo>
                    <a:pt x="84422" y="171993"/>
                  </a:lnTo>
                  <a:lnTo>
                    <a:pt x="84920" y="164802"/>
                  </a:lnTo>
                  <a:lnTo>
                    <a:pt x="84585" y="161997"/>
                  </a:lnTo>
                  <a:lnTo>
                    <a:pt x="83202" y="157400"/>
                  </a:lnTo>
                  <a:lnTo>
                    <a:pt x="82273" y="156175"/>
                  </a:lnTo>
                  <a:lnTo>
                    <a:pt x="82024" y="154008"/>
                  </a:lnTo>
                  <a:lnTo>
                    <a:pt x="82520" y="150186"/>
                  </a:lnTo>
                  <a:lnTo>
                    <a:pt x="82509" y="143615"/>
                  </a:lnTo>
                  <a:lnTo>
                    <a:pt x="82793" y="133126"/>
                  </a:lnTo>
                  <a:lnTo>
                    <a:pt x="84332" y="124664"/>
                  </a:lnTo>
                  <a:lnTo>
                    <a:pt x="88101" y="113571"/>
                  </a:lnTo>
                  <a:lnTo>
                    <a:pt x="88802" y="109015"/>
                  </a:lnTo>
                  <a:lnTo>
                    <a:pt x="89233" y="101768"/>
                  </a:lnTo>
                  <a:lnTo>
                    <a:pt x="89270" y="99208"/>
                  </a:lnTo>
                  <a:lnTo>
                    <a:pt x="93984" y="88925"/>
                  </a:lnTo>
                  <a:lnTo>
                    <a:pt x="96745" y="81044"/>
                  </a:lnTo>
                  <a:lnTo>
                    <a:pt x="97706" y="79115"/>
                  </a:lnTo>
                  <a:lnTo>
                    <a:pt x="100142" y="75513"/>
                  </a:lnTo>
                  <a:lnTo>
                    <a:pt x="108644" y="67655"/>
                  </a:lnTo>
                  <a:lnTo>
                    <a:pt x="113451" y="62039"/>
                  </a:lnTo>
                  <a:lnTo>
                    <a:pt x="116255" y="57940"/>
                  </a:lnTo>
                  <a:lnTo>
                    <a:pt x="117926" y="53098"/>
                  </a:lnTo>
                  <a:lnTo>
                    <a:pt x="122560" y="34093"/>
                  </a:lnTo>
                  <a:lnTo>
                    <a:pt x="127112" y="7349"/>
                  </a:lnTo>
                  <a:lnTo>
                    <a:pt x="127489" y="4257"/>
                  </a:lnTo>
                  <a:lnTo>
                    <a:pt x="129524" y="3366"/>
                  </a:lnTo>
                  <a:lnTo>
                    <a:pt x="130964" y="2983"/>
                  </a:lnTo>
                  <a:lnTo>
                    <a:pt x="132121" y="2005"/>
                  </a:lnTo>
                  <a:lnTo>
                    <a:pt x="133559" y="0"/>
                  </a:lnTo>
                  <a:lnTo>
                    <a:pt x="134934" y="802"/>
                  </a:lnTo>
                  <a:lnTo>
                    <a:pt x="134246" y="2167"/>
                  </a:lnTo>
                  <a:lnTo>
                    <a:pt x="134246" y="5456"/>
                  </a:lnTo>
                  <a:lnTo>
                    <a:pt x="135224" y="9311"/>
                  </a:lnTo>
                  <a:lnTo>
                    <a:pt x="136919" y="13654"/>
                  </a:lnTo>
                  <a:lnTo>
                    <a:pt x="140005" y="19164"/>
                  </a:lnTo>
                  <a:lnTo>
                    <a:pt x="142409" y="21378"/>
                  </a:lnTo>
                  <a:lnTo>
                    <a:pt x="145842" y="22705"/>
                  </a:lnTo>
                  <a:lnTo>
                    <a:pt x="149842" y="20284"/>
                  </a:lnTo>
                  <a:lnTo>
                    <a:pt x="152080" y="20240"/>
                  </a:lnTo>
                  <a:lnTo>
                    <a:pt x="153170" y="19203"/>
                  </a:lnTo>
                  <a:lnTo>
                    <a:pt x="154351" y="20730"/>
                  </a:lnTo>
                  <a:lnTo>
                    <a:pt x="156605" y="21218"/>
                  </a:lnTo>
                  <a:lnTo>
                    <a:pt x="158777" y="20411"/>
                  </a:lnTo>
                  <a:lnTo>
                    <a:pt x="160422" y="18103"/>
                  </a:lnTo>
                  <a:lnTo>
                    <a:pt x="161468" y="15442"/>
                  </a:lnTo>
                  <a:lnTo>
                    <a:pt x="161632" y="16748"/>
                  </a:lnTo>
                  <a:lnTo>
                    <a:pt x="161682" y="18165"/>
                  </a:lnTo>
                  <a:lnTo>
                    <a:pt x="162000" y="18993"/>
                  </a:lnTo>
                  <a:lnTo>
                    <a:pt x="162649" y="22375"/>
                  </a:lnTo>
                  <a:lnTo>
                    <a:pt x="162990" y="23699"/>
                  </a:lnTo>
                  <a:lnTo>
                    <a:pt x="164239" y="23481"/>
                  </a:lnTo>
                  <a:lnTo>
                    <a:pt x="165327" y="24147"/>
                  </a:lnTo>
                  <a:lnTo>
                    <a:pt x="167780" y="2382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3283809" y="2340682"/>
              <a:ext cx="701" cy="1157"/>
            </a:xfrm>
            <a:custGeom>
              <a:avLst/>
              <a:pathLst>
                <a:path w="701" h="1157">
                  <a:moveTo>
                    <a:pt x="701" y="604"/>
                  </a:moveTo>
                  <a:lnTo>
                    <a:pt x="0" y="1157"/>
                  </a:lnTo>
                  <a:lnTo>
                    <a:pt x="26" y="522"/>
                  </a:lnTo>
                  <a:lnTo>
                    <a:pt x="198" y="164"/>
                  </a:lnTo>
                  <a:lnTo>
                    <a:pt x="422" y="0"/>
                  </a:lnTo>
                  <a:lnTo>
                    <a:pt x="681" y="2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3505238" y="2201599"/>
              <a:ext cx="40417" cy="89453"/>
            </a:xfrm>
            <a:custGeom>
              <a:avLst/>
              <a:pathLst>
                <a:path w="40417" h="89453">
                  <a:moveTo>
                    <a:pt x="18338" y="89453"/>
                  </a:moveTo>
                  <a:lnTo>
                    <a:pt x="17763" y="87582"/>
                  </a:lnTo>
                  <a:lnTo>
                    <a:pt x="17181" y="85946"/>
                  </a:lnTo>
                  <a:lnTo>
                    <a:pt x="16752" y="85064"/>
                  </a:lnTo>
                  <a:lnTo>
                    <a:pt x="16932" y="84657"/>
                  </a:lnTo>
                  <a:lnTo>
                    <a:pt x="17399" y="84198"/>
                  </a:lnTo>
                  <a:lnTo>
                    <a:pt x="17731" y="83642"/>
                  </a:lnTo>
                  <a:lnTo>
                    <a:pt x="17691" y="81692"/>
                  </a:lnTo>
                  <a:lnTo>
                    <a:pt x="17446" y="79453"/>
                  </a:lnTo>
                  <a:lnTo>
                    <a:pt x="17222" y="78369"/>
                  </a:lnTo>
                  <a:lnTo>
                    <a:pt x="17200" y="76670"/>
                  </a:lnTo>
                  <a:lnTo>
                    <a:pt x="17040" y="74024"/>
                  </a:lnTo>
                  <a:lnTo>
                    <a:pt x="17264" y="69117"/>
                  </a:lnTo>
                  <a:lnTo>
                    <a:pt x="18190" y="62944"/>
                  </a:lnTo>
                  <a:lnTo>
                    <a:pt x="18705" y="59880"/>
                  </a:lnTo>
                  <a:lnTo>
                    <a:pt x="18455" y="58202"/>
                  </a:lnTo>
                  <a:lnTo>
                    <a:pt x="18648" y="54279"/>
                  </a:lnTo>
                  <a:lnTo>
                    <a:pt x="18248" y="52341"/>
                  </a:lnTo>
                  <a:lnTo>
                    <a:pt x="17619" y="49809"/>
                  </a:lnTo>
                  <a:lnTo>
                    <a:pt x="16719" y="44303"/>
                  </a:lnTo>
                  <a:lnTo>
                    <a:pt x="15596" y="42388"/>
                  </a:lnTo>
                  <a:lnTo>
                    <a:pt x="14210" y="40282"/>
                  </a:lnTo>
                  <a:lnTo>
                    <a:pt x="13618" y="38692"/>
                  </a:lnTo>
                  <a:lnTo>
                    <a:pt x="13223" y="36940"/>
                  </a:lnTo>
                  <a:lnTo>
                    <a:pt x="12397" y="35202"/>
                  </a:lnTo>
                  <a:lnTo>
                    <a:pt x="11451" y="33603"/>
                  </a:lnTo>
                  <a:lnTo>
                    <a:pt x="10321" y="29611"/>
                  </a:lnTo>
                  <a:lnTo>
                    <a:pt x="9734" y="27807"/>
                  </a:lnTo>
                  <a:lnTo>
                    <a:pt x="9554" y="27321"/>
                  </a:lnTo>
                  <a:lnTo>
                    <a:pt x="8262" y="24761"/>
                  </a:lnTo>
                  <a:lnTo>
                    <a:pt x="7583" y="22450"/>
                  </a:lnTo>
                  <a:lnTo>
                    <a:pt x="7240" y="20551"/>
                  </a:lnTo>
                  <a:lnTo>
                    <a:pt x="7041" y="18792"/>
                  </a:lnTo>
                  <a:lnTo>
                    <a:pt x="6135" y="15319"/>
                  </a:lnTo>
                  <a:lnTo>
                    <a:pt x="5310" y="12708"/>
                  </a:lnTo>
                  <a:lnTo>
                    <a:pt x="4525" y="10851"/>
                  </a:lnTo>
                  <a:lnTo>
                    <a:pt x="4163" y="9535"/>
                  </a:lnTo>
                  <a:lnTo>
                    <a:pt x="3245" y="7877"/>
                  </a:lnTo>
                  <a:lnTo>
                    <a:pt x="1937" y="6557"/>
                  </a:lnTo>
                  <a:lnTo>
                    <a:pt x="1091" y="6331"/>
                  </a:lnTo>
                  <a:lnTo>
                    <a:pt x="0" y="6437"/>
                  </a:lnTo>
                  <a:lnTo>
                    <a:pt x="247" y="5425"/>
                  </a:lnTo>
                  <a:lnTo>
                    <a:pt x="2625" y="2676"/>
                  </a:lnTo>
                  <a:lnTo>
                    <a:pt x="3241" y="3126"/>
                  </a:lnTo>
                  <a:lnTo>
                    <a:pt x="4482" y="3234"/>
                  </a:lnTo>
                  <a:lnTo>
                    <a:pt x="7014" y="3141"/>
                  </a:lnTo>
                  <a:lnTo>
                    <a:pt x="8262" y="1330"/>
                  </a:lnTo>
                  <a:lnTo>
                    <a:pt x="9032" y="1835"/>
                  </a:lnTo>
                  <a:lnTo>
                    <a:pt x="9660" y="1024"/>
                  </a:lnTo>
                  <a:lnTo>
                    <a:pt x="10705" y="0"/>
                  </a:lnTo>
                  <a:lnTo>
                    <a:pt x="10855" y="216"/>
                  </a:lnTo>
                  <a:lnTo>
                    <a:pt x="10987" y="379"/>
                  </a:lnTo>
                  <a:lnTo>
                    <a:pt x="12607" y="833"/>
                  </a:lnTo>
                  <a:lnTo>
                    <a:pt x="13822" y="1816"/>
                  </a:lnTo>
                  <a:lnTo>
                    <a:pt x="14634" y="3324"/>
                  </a:lnTo>
                  <a:lnTo>
                    <a:pt x="15471" y="4260"/>
                  </a:lnTo>
                  <a:lnTo>
                    <a:pt x="16336" y="4622"/>
                  </a:lnTo>
                  <a:lnTo>
                    <a:pt x="16814" y="5375"/>
                  </a:lnTo>
                  <a:lnTo>
                    <a:pt x="16911" y="6521"/>
                  </a:lnTo>
                  <a:lnTo>
                    <a:pt x="17720" y="7084"/>
                  </a:lnTo>
                  <a:lnTo>
                    <a:pt x="19242" y="7067"/>
                  </a:lnTo>
                  <a:lnTo>
                    <a:pt x="19888" y="7821"/>
                  </a:lnTo>
                  <a:lnTo>
                    <a:pt x="19655" y="9346"/>
                  </a:lnTo>
                  <a:lnTo>
                    <a:pt x="19812" y="9848"/>
                  </a:lnTo>
                  <a:lnTo>
                    <a:pt x="20352" y="9326"/>
                  </a:lnTo>
                  <a:lnTo>
                    <a:pt x="20761" y="9776"/>
                  </a:lnTo>
                  <a:lnTo>
                    <a:pt x="20979" y="10904"/>
                  </a:lnTo>
                  <a:lnTo>
                    <a:pt x="21222" y="11441"/>
                  </a:lnTo>
                  <a:lnTo>
                    <a:pt x="21997" y="9675"/>
                  </a:lnTo>
                  <a:lnTo>
                    <a:pt x="22817" y="9850"/>
                  </a:lnTo>
                  <a:lnTo>
                    <a:pt x="24798" y="10583"/>
                  </a:lnTo>
                  <a:lnTo>
                    <a:pt x="25857" y="14244"/>
                  </a:lnTo>
                  <a:lnTo>
                    <a:pt x="26516" y="15560"/>
                  </a:lnTo>
                  <a:lnTo>
                    <a:pt x="27094" y="16096"/>
                  </a:lnTo>
                  <a:lnTo>
                    <a:pt x="27826" y="15524"/>
                  </a:lnTo>
                  <a:lnTo>
                    <a:pt x="28471" y="14842"/>
                  </a:lnTo>
                  <a:lnTo>
                    <a:pt x="28844" y="15163"/>
                  </a:lnTo>
                  <a:lnTo>
                    <a:pt x="29643" y="17590"/>
                  </a:lnTo>
                  <a:lnTo>
                    <a:pt x="29831" y="20765"/>
                  </a:lnTo>
                  <a:lnTo>
                    <a:pt x="29826" y="22049"/>
                  </a:lnTo>
                  <a:lnTo>
                    <a:pt x="29542" y="24204"/>
                  </a:lnTo>
                  <a:lnTo>
                    <a:pt x="29137" y="26501"/>
                  </a:lnTo>
                  <a:lnTo>
                    <a:pt x="28816" y="27993"/>
                  </a:lnTo>
                  <a:lnTo>
                    <a:pt x="28953" y="29195"/>
                  </a:lnTo>
                  <a:lnTo>
                    <a:pt x="29239" y="30201"/>
                  </a:lnTo>
                  <a:lnTo>
                    <a:pt x="29709" y="30531"/>
                  </a:lnTo>
                  <a:lnTo>
                    <a:pt x="31242" y="32563"/>
                  </a:lnTo>
                  <a:lnTo>
                    <a:pt x="31813" y="33972"/>
                  </a:lnTo>
                  <a:lnTo>
                    <a:pt x="32645" y="35018"/>
                  </a:lnTo>
                  <a:lnTo>
                    <a:pt x="33277" y="35075"/>
                  </a:lnTo>
                  <a:lnTo>
                    <a:pt x="33606" y="35657"/>
                  </a:lnTo>
                  <a:lnTo>
                    <a:pt x="33722" y="36372"/>
                  </a:lnTo>
                  <a:lnTo>
                    <a:pt x="33636" y="38182"/>
                  </a:lnTo>
                  <a:lnTo>
                    <a:pt x="33281" y="39882"/>
                  </a:lnTo>
                  <a:lnTo>
                    <a:pt x="33328" y="40973"/>
                  </a:lnTo>
                  <a:lnTo>
                    <a:pt x="33885" y="42261"/>
                  </a:lnTo>
                  <a:lnTo>
                    <a:pt x="33945" y="43762"/>
                  </a:lnTo>
                  <a:lnTo>
                    <a:pt x="33983" y="44728"/>
                  </a:lnTo>
                  <a:lnTo>
                    <a:pt x="34280" y="45473"/>
                  </a:lnTo>
                  <a:lnTo>
                    <a:pt x="35683" y="47125"/>
                  </a:lnTo>
                  <a:lnTo>
                    <a:pt x="37503" y="48721"/>
                  </a:lnTo>
                  <a:lnTo>
                    <a:pt x="37966" y="50094"/>
                  </a:lnTo>
                  <a:lnTo>
                    <a:pt x="38247" y="51827"/>
                  </a:lnTo>
                  <a:lnTo>
                    <a:pt x="38158" y="54746"/>
                  </a:lnTo>
                  <a:lnTo>
                    <a:pt x="38038" y="57291"/>
                  </a:lnTo>
                  <a:lnTo>
                    <a:pt x="40417" y="60712"/>
                  </a:lnTo>
                  <a:lnTo>
                    <a:pt x="40146" y="61348"/>
                  </a:lnTo>
                  <a:lnTo>
                    <a:pt x="39780" y="62050"/>
                  </a:lnTo>
                  <a:lnTo>
                    <a:pt x="37505" y="62570"/>
                  </a:lnTo>
                  <a:lnTo>
                    <a:pt x="37043" y="62856"/>
                  </a:lnTo>
                  <a:lnTo>
                    <a:pt x="36054" y="60278"/>
                  </a:lnTo>
                  <a:lnTo>
                    <a:pt x="35535" y="59955"/>
                  </a:lnTo>
                  <a:lnTo>
                    <a:pt x="35048" y="60900"/>
                  </a:lnTo>
                  <a:lnTo>
                    <a:pt x="34478" y="61429"/>
                  </a:lnTo>
                  <a:lnTo>
                    <a:pt x="33789" y="61165"/>
                  </a:lnTo>
                  <a:lnTo>
                    <a:pt x="33051" y="60370"/>
                  </a:lnTo>
                  <a:lnTo>
                    <a:pt x="32681" y="59806"/>
                  </a:lnTo>
                  <a:lnTo>
                    <a:pt x="32382" y="59741"/>
                  </a:lnTo>
                  <a:lnTo>
                    <a:pt x="31922" y="60304"/>
                  </a:lnTo>
                  <a:lnTo>
                    <a:pt x="31308" y="60063"/>
                  </a:lnTo>
                  <a:lnTo>
                    <a:pt x="30909" y="59427"/>
                  </a:lnTo>
                  <a:lnTo>
                    <a:pt x="30331" y="61613"/>
                  </a:lnTo>
                  <a:lnTo>
                    <a:pt x="29977" y="62076"/>
                  </a:lnTo>
                  <a:lnTo>
                    <a:pt x="29755" y="62005"/>
                  </a:lnTo>
                  <a:lnTo>
                    <a:pt x="29711" y="58292"/>
                  </a:lnTo>
                  <a:lnTo>
                    <a:pt x="29544" y="57731"/>
                  </a:lnTo>
                  <a:lnTo>
                    <a:pt x="29084" y="57645"/>
                  </a:lnTo>
                  <a:lnTo>
                    <a:pt x="27975" y="58528"/>
                  </a:lnTo>
                  <a:lnTo>
                    <a:pt x="26922" y="59666"/>
                  </a:lnTo>
                  <a:lnTo>
                    <a:pt x="26566" y="60682"/>
                  </a:lnTo>
                  <a:lnTo>
                    <a:pt x="26602" y="62510"/>
                  </a:lnTo>
                  <a:lnTo>
                    <a:pt x="26753" y="64691"/>
                  </a:lnTo>
                  <a:lnTo>
                    <a:pt x="27473" y="68000"/>
                  </a:lnTo>
                  <a:lnTo>
                    <a:pt x="27077" y="69443"/>
                  </a:lnTo>
                  <a:lnTo>
                    <a:pt x="26800" y="71738"/>
                  </a:lnTo>
                  <a:lnTo>
                    <a:pt x="25669" y="73845"/>
                  </a:lnTo>
                  <a:lnTo>
                    <a:pt x="24395" y="75071"/>
                  </a:lnTo>
                  <a:lnTo>
                    <a:pt x="24286" y="77587"/>
                  </a:lnTo>
                  <a:lnTo>
                    <a:pt x="23575" y="79306"/>
                  </a:lnTo>
                  <a:lnTo>
                    <a:pt x="22364" y="81021"/>
                  </a:lnTo>
                  <a:lnTo>
                    <a:pt x="21550" y="83090"/>
                  </a:lnTo>
                  <a:lnTo>
                    <a:pt x="21756" y="84507"/>
                  </a:lnTo>
                  <a:lnTo>
                    <a:pt x="21805" y="85849"/>
                  </a:lnTo>
                  <a:lnTo>
                    <a:pt x="21667" y="86761"/>
                  </a:lnTo>
                  <a:lnTo>
                    <a:pt x="21636" y="87465"/>
                  </a:lnTo>
                  <a:lnTo>
                    <a:pt x="21318" y="87777"/>
                  </a:lnTo>
                  <a:lnTo>
                    <a:pt x="19464" y="88031"/>
                  </a:lnTo>
                  <a:lnTo>
                    <a:pt x="18941" y="884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3772284" y="4127401"/>
              <a:ext cx="2290" cy="11559"/>
            </a:xfrm>
            <a:custGeom>
              <a:avLst/>
              <a:pathLst>
                <a:path w="2290" h="11559">
                  <a:moveTo>
                    <a:pt x="1293" y="6134"/>
                  </a:moveTo>
                  <a:lnTo>
                    <a:pt x="0" y="11559"/>
                  </a:lnTo>
                  <a:lnTo>
                    <a:pt x="364" y="7029"/>
                  </a:lnTo>
                  <a:lnTo>
                    <a:pt x="1863" y="50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3753493" y="4024065"/>
              <a:ext cx="1839" cy="5973"/>
            </a:xfrm>
            <a:custGeom>
              <a:avLst/>
              <a:pathLst>
                <a:path w="1839" h="5973">
                  <a:moveTo>
                    <a:pt x="1737" y="4894"/>
                  </a:moveTo>
                  <a:lnTo>
                    <a:pt x="1753" y="5973"/>
                  </a:lnTo>
                  <a:lnTo>
                    <a:pt x="238" y="5526"/>
                  </a:lnTo>
                  <a:lnTo>
                    <a:pt x="0" y="1823"/>
                  </a:lnTo>
                  <a:lnTo>
                    <a:pt x="741" y="1708"/>
                  </a:lnTo>
                  <a:lnTo>
                    <a:pt x="903" y="187"/>
                  </a:lnTo>
                  <a:lnTo>
                    <a:pt x="1354" y="0"/>
                  </a:lnTo>
                  <a:lnTo>
                    <a:pt x="1839" y="32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3696711" y="3991010"/>
              <a:ext cx="83152" cy="398643"/>
            </a:xfrm>
            <a:custGeom>
              <a:avLst/>
              <a:pathLst>
                <a:path w="83152" h="398643">
                  <a:moveTo>
                    <a:pt x="72283" y="10417"/>
                  </a:moveTo>
                  <a:lnTo>
                    <a:pt x="72812" y="13507"/>
                  </a:lnTo>
                  <a:lnTo>
                    <a:pt x="73429" y="16474"/>
                  </a:lnTo>
                  <a:lnTo>
                    <a:pt x="75353" y="23642"/>
                  </a:lnTo>
                  <a:lnTo>
                    <a:pt x="76175" y="26400"/>
                  </a:lnTo>
                  <a:lnTo>
                    <a:pt x="76878" y="29332"/>
                  </a:lnTo>
                  <a:lnTo>
                    <a:pt x="77219" y="35181"/>
                  </a:lnTo>
                  <a:lnTo>
                    <a:pt x="78442" y="44274"/>
                  </a:lnTo>
                  <a:lnTo>
                    <a:pt x="79597" y="57935"/>
                  </a:lnTo>
                  <a:lnTo>
                    <a:pt x="79951" y="71947"/>
                  </a:lnTo>
                  <a:lnTo>
                    <a:pt x="80305" y="78377"/>
                  </a:lnTo>
                  <a:lnTo>
                    <a:pt x="81204" y="84428"/>
                  </a:lnTo>
                  <a:lnTo>
                    <a:pt x="82676" y="90707"/>
                  </a:lnTo>
                  <a:lnTo>
                    <a:pt x="83152" y="97690"/>
                  </a:lnTo>
                  <a:lnTo>
                    <a:pt x="82253" y="104884"/>
                  </a:lnTo>
                  <a:lnTo>
                    <a:pt x="80952" y="111663"/>
                  </a:lnTo>
                  <a:lnTo>
                    <a:pt x="80615" y="112935"/>
                  </a:lnTo>
                  <a:lnTo>
                    <a:pt x="80002" y="114675"/>
                  </a:lnTo>
                  <a:lnTo>
                    <a:pt x="79725" y="114597"/>
                  </a:lnTo>
                  <a:lnTo>
                    <a:pt x="78684" y="112849"/>
                  </a:lnTo>
                  <a:lnTo>
                    <a:pt x="77832" y="109986"/>
                  </a:lnTo>
                  <a:lnTo>
                    <a:pt x="76752" y="103242"/>
                  </a:lnTo>
                  <a:lnTo>
                    <a:pt x="76361" y="99820"/>
                  </a:lnTo>
                  <a:lnTo>
                    <a:pt x="75909" y="99280"/>
                  </a:lnTo>
                  <a:lnTo>
                    <a:pt x="74648" y="99577"/>
                  </a:lnTo>
                  <a:lnTo>
                    <a:pt x="73734" y="101707"/>
                  </a:lnTo>
                  <a:lnTo>
                    <a:pt x="73568" y="103049"/>
                  </a:lnTo>
                  <a:lnTo>
                    <a:pt x="73765" y="106852"/>
                  </a:lnTo>
                  <a:lnTo>
                    <a:pt x="74111" y="110272"/>
                  </a:lnTo>
                  <a:lnTo>
                    <a:pt x="74265" y="113743"/>
                  </a:lnTo>
                  <a:lnTo>
                    <a:pt x="74292" y="118112"/>
                  </a:lnTo>
                  <a:lnTo>
                    <a:pt x="74631" y="119434"/>
                  </a:lnTo>
                  <a:lnTo>
                    <a:pt x="75133" y="120545"/>
                  </a:lnTo>
                  <a:lnTo>
                    <a:pt x="75653" y="123404"/>
                  </a:lnTo>
                  <a:lnTo>
                    <a:pt x="75745" y="130220"/>
                  </a:lnTo>
                  <a:lnTo>
                    <a:pt x="75426" y="133663"/>
                  </a:lnTo>
                  <a:lnTo>
                    <a:pt x="74536" y="136618"/>
                  </a:lnTo>
                  <a:lnTo>
                    <a:pt x="74588" y="138254"/>
                  </a:lnTo>
                  <a:lnTo>
                    <a:pt x="74918" y="139930"/>
                  </a:lnTo>
                  <a:lnTo>
                    <a:pt x="74602" y="140943"/>
                  </a:lnTo>
                  <a:lnTo>
                    <a:pt x="73418" y="142227"/>
                  </a:lnTo>
                  <a:lnTo>
                    <a:pt x="72939" y="143359"/>
                  </a:lnTo>
                  <a:lnTo>
                    <a:pt x="72298" y="146365"/>
                  </a:lnTo>
                  <a:lnTo>
                    <a:pt x="71260" y="152503"/>
                  </a:lnTo>
                  <a:lnTo>
                    <a:pt x="71119" y="155637"/>
                  </a:lnTo>
                  <a:lnTo>
                    <a:pt x="71770" y="165177"/>
                  </a:lnTo>
                  <a:lnTo>
                    <a:pt x="71588" y="171944"/>
                  </a:lnTo>
                  <a:lnTo>
                    <a:pt x="70265" y="184880"/>
                  </a:lnTo>
                  <a:lnTo>
                    <a:pt x="69505" y="191018"/>
                  </a:lnTo>
                  <a:lnTo>
                    <a:pt x="68429" y="198353"/>
                  </a:lnTo>
                  <a:lnTo>
                    <a:pt x="66780" y="208026"/>
                  </a:lnTo>
                  <a:lnTo>
                    <a:pt x="65146" y="220166"/>
                  </a:lnTo>
                  <a:lnTo>
                    <a:pt x="63758" y="232658"/>
                  </a:lnTo>
                  <a:lnTo>
                    <a:pt x="62732" y="240166"/>
                  </a:lnTo>
                  <a:lnTo>
                    <a:pt x="61567" y="247559"/>
                  </a:lnTo>
                  <a:lnTo>
                    <a:pt x="59973" y="260634"/>
                  </a:lnTo>
                  <a:lnTo>
                    <a:pt x="58618" y="273902"/>
                  </a:lnTo>
                  <a:lnTo>
                    <a:pt x="56605" y="288501"/>
                  </a:lnTo>
                  <a:lnTo>
                    <a:pt x="53827" y="304779"/>
                  </a:lnTo>
                  <a:lnTo>
                    <a:pt x="53527" y="306903"/>
                  </a:lnTo>
                  <a:lnTo>
                    <a:pt x="52950" y="315219"/>
                  </a:lnTo>
                  <a:lnTo>
                    <a:pt x="52326" y="322436"/>
                  </a:lnTo>
                  <a:lnTo>
                    <a:pt x="51582" y="329584"/>
                  </a:lnTo>
                  <a:lnTo>
                    <a:pt x="50025" y="341395"/>
                  </a:lnTo>
                  <a:lnTo>
                    <a:pt x="49847" y="345037"/>
                  </a:lnTo>
                  <a:lnTo>
                    <a:pt x="49494" y="348531"/>
                  </a:lnTo>
                  <a:lnTo>
                    <a:pt x="47994" y="355936"/>
                  </a:lnTo>
                  <a:lnTo>
                    <a:pt x="47360" y="358691"/>
                  </a:lnTo>
                  <a:lnTo>
                    <a:pt x="46912" y="361620"/>
                  </a:lnTo>
                  <a:lnTo>
                    <a:pt x="46660" y="365331"/>
                  </a:lnTo>
                  <a:lnTo>
                    <a:pt x="46213" y="368912"/>
                  </a:lnTo>
                  <a:lnTo>
                    <a:pt x="45114" y="375497"/>
                  </a:lnTo>
                  <a:lnTo>
                    <a:pt x="43475" y="381165"/>
                  </a:lnTo>
                  <a:lnTo>
                    <a:pt x="42361" y="383225"/>
                  </a:lnTo>
                  <a:lnTo>
                    <a:pt x="39948" y="386215"/>
                  </a:lnTo>
                  <a:lnTo>
                    <a:pt x="38726" y="386821"/>
                  </a:lnTo>
                  <a:lnTo>
                    <a:pt x="36015" y="386890"/>
                  </a:lnTo>
                  <a:lnTo>
                    <a:pt x="33391" y="388592"/>
                  </a:lnTo>
                  <a:lnTo>
                    <a:pt x="30654" y="391871"/>
                  </a:lnTo>
                  <a:lnTo>
                    <a:pt x="28022" y="395628"/>
                  </a:lnTo>
                  <a:lnTo>
                    <a:pt x="27014" y="397408"/>
                  </a:lnTo>
                  <a:lnTo>
                    <a:pt x="25903" y="398427"/>
                  </a:lnTo>
                  <a:lnTo>
                    <a:pt x="22424" y="398643"/>
                  </a:lnTo>
                  <a:lnTo>
                    <a:pt x="21383" y="397832"/>
                  </a:lnTo>
                  <a:lnTo>
                    <a:pt x="17903" y="391660"/>
                  </a:lnTo>
                  <a:lnTo>
                    <a:pt x="16556" y="390641"/>
                  </a:lnTo>
                  <a:lnTo>
                    <a:pt x="14001" y="389796"/>
                  </a:lnTo>
                  <a:lnTo>
                    <a:pt x="13229" y="389271"/>
                  </a:lnTo>
                  <a:lnTo>
                    <a:pt x="12529" y="388466"/>
                  </a:lnTo>
                  <a:lnTo>
                    <a:pt x="11496" y="385239"/>
                  </a:lnTo>
                  <a:lnTo>
                    <a:pt x="9448" y="382512"/>
                  </a:lnTo>
                  <a:lnTo>
                    <a:pt x="8955" y="381658"/>
                  </a:lnTo>
                  <a:lnTo>
                    <a:pt x="8644" y="379777"/>
                  </a:lnTo>
                  <a:lnTo>
                    <a:pt x="8432" y="377751"/>
                  </a:lnTo>
                  <a:lnTo>
                    <a:pt x="7901" y="375483"/>
                  </a:lnTo>
                  <a:lnTo>
                    <a:pt x="7508" y="371166"/>
                  </a:lnTo>
                  <a:lnTo>
                    <a:pt x="6840" y="368145"/>
                  </a:lnTo>
                  <a:lnTo>
                    <a:pt x="4952" y="362812"/>
                  </a:lnTo>
                  <a:lnTo>
                    <a:pt x="4751" y="361110"/>
                  </a:lnTo>
                  <a:lnTo>
                    <a:pt x="4599" y="355451"/>
                  </a:lnTo>
                  <a:lnTo>
                    <a:pt x="4660" y="351622"/>
                  </a:lnTo>
                  <a:lnTo>
                    <a:pt x="4476" y="344609"/>
                  </a:lnTo>
                  <a:lnTo>
                    <a:pt x="4690" y="341311"/>
                  </a:lnTo>
                  <a:lnTo>
                    <a:pt x="5352" y="338339"/>
                  </a:lnTo>
                  <a:lnTo>
                    <a:pt x="5081" y="335124"/>
                  </a:lnTo>
                  <a:lnTo>
                    <a:pt x="4378" y="331745"/>
                  </a:lnTo>
                  <a:lnTo>
                    <a:pt x="4114" y="328248"/>
                  </a:lnTo>
                  <a:lnTo>
                    <a:pt x="3595" y="325065"/>
                  </a:lnTo>
                  <a:lnTo>
                    <a:pt x="1619" y="319328"/>
                  </a:lnTo>
                  <a:lnTo>
                    <a:pt x="1155" y="316506"/>
                  </a:lnTo>
                  <a:lnTo>
                    <a:pt x="833" y="313583"/>
                  </a:lnTo>
                  <a:lnTo>
                    <a:pt x="88" y="304473"/>
                  </a:lnTo>
                  <a:lnTo>
                    <a:pt x="0" y="301305"/>
                  </a:lnTo>
                  <a:lnTo>
                    <a:pt x="109" y="294595"/>
                  </a:lnTo>
                  <a:lnTo>
                    <a:pt x="384" y="291144"/>
                  </a:lnTo>
                  <a:lnTo>
                    <a:pt x="864" y="288740"/>
                  </a:lnTo>
                  <a:lnTo>
                    <a:pt x="984" y="286946"/>
                  </a:lnTo>
                  <a:lnTo>
                    <a:pt x="1295" y="285405"/>
                  </a:lnTo>
                  <a:lnTo>
                    <a:pt x="1765" y="284170"/>
                  </a:lnTo>
                  <a:lnTo>
                    <a:pt x="2079" y="282698"/>
                  </a:lnTo>
                  <a:lnTo>
                    <a:pt x="2816" y="274122"/>
                  </a:lnTo>
                  <a:lnTo>
                    <a:pt x="3751" y="272217"/>
                  </a:lnTo>
                  <a:lnTo>
                    <a:pt x="5138" y="271124"/>
                  </a:lnTo>
                  <a:lnTo>
                    <a:pt x="6249" y="268884"/>
                  </a:lnTo>
                  <a:lnTo>
                    <a:pt x="6887" y="265860"/>
                  </a:lnTo>
                  <a:lnTo>
                    <a:pt x="7526" y="259624"/>
                  </a:lnTo>
                  <a:lnTo>
                    <a:pt x="9275" y="253432"/>
                  </a:lnTo>
                  <a:lnTo>
                    <a:pt x="9897" y="250177"/>
                  </a:lnTo>
                  <a:lnTo>
                    <a:pt x="11306" y="245259"/>
                  </a:lnTo>
                  <a:lnTo>
                    <a:pt x="12555" y="238340"/>
                  </a:lnTo>
                  <a:lnTo>
                    <a:pt x="12934" y="235079"/>
                  </a:lnTo>
                  <a:lnTo>
                    <a:pt x="13206" y="231737"/>
                  </a:lnTo>
                  <a:lnTo>
                    <a:pt x="13523" y="224414"/>
                  </a:lnTo>
                  <a:lnTo>
                    <a:pt x="13761" y="220769"/>
                  </a:lnTo>
                  <a:lnTo>
                    <a:pt x="13714" y="217159"/>
                  </a:lnTo>
                  <a:lnTo>
                    <a:pt x="12997" y="213448"/>
                  </a:lnTo>
                  <a:lnTo>
                    <a:pt x="11296" y="206713"/>
                  </a:lnTo>
                  <a:lnTo>
                    <a:pt x="11241" y="205455"/>
                  </a:lnTo>
                  <a:lnTo>
                    <a:pt x="11376" y="200448"/>
                  </a:lnTo>
                  <a:lnTo>
                    <a:pt x="11231" y="196827"/>
                  </a:lnTo>
                  <a:lnTo>
                    <a:pt x="10605" y="193220"/>
                  </a:lnTo>
                  <a:lnTo>
                    <a:pt x="9800" y="189820"/>
                  </a:lnTo>
                  <a:lnTo>
                    <a:pt x="9009" y="183466"/>
                  </a:lnTo>
                  <a:lnTo>
                    <a:pt x="8625" y="172962"/>
                  </a:lnTo>
                  <a:lnTo>
                    <a:pt x="8706" y="169165"/>
                  </a:lnTo>
                  <a:lnTo>
                    <a:pt x="8474" y="165792"/>
                  </a:lnTo>
                  <a:lnTo>
                    <a:pt x="7899" y="162574"/>
                  </a:lnTo>
                  <a:lnTo>
                    <a:pt x="8311" y="156964"/>
                  </a:lnTo>
                  <a:lnTo>
                    <a:pt x="13398" y="136606"/>
                  </a:lnTo>
                  <a:lnTo>
                    <a:pt x="13563" y="134208"/>
                  </a:lnTo>
                  <a:lnTo>
                    <a:pt x="13359" y="127998"/>
                  </a:lnTo>
                  <a:lnTo>
                    <a:pt x="13463" y="124385"/>
                  </a:lnTo>
                  <a:lnTo>
                    <a:pt x="13641" y="123046"/>
                  </a:lnTo>
                  <a:lnTo>
                    <a:pt x="14028" y="122264"/>
                  </a:lnTo>
                  <a:lnTo>
                    <a:pt x="14899" y="121886"/>
                  </a:lnTo>
                  <a:lnTo>
                    <a:pt x="19011" y="121001"/>
                  </a:lnTo>
                  <a:lnTo>
                    <a:pt x="19540" y="120374"/>
                  </a:lnTo>
                  <a:lnTo>
                    <a:pt x="20566" y="118655"/>
                  </a:lnTo>
                  <a:lnTo>
                    <a:pt x="21976" y="115336"/>
                  </a:lnTo>
                  <a:lnTo>
                    <a:pt x="22621" y="114381"/>
                  </a:lnTo>
                  <a:lnTo>
                    <a:pt x="23179" y="114730"/>
                  </a:lnTo>
                  <a:lnTo>
                    <a:pt x="23536" y="116153"/>
                  </a:lnTo>
                  <a:lnTo>
                    <a:pt x="23994" y="116929"/>
                  </a:lnTo>
                  <a:lnTo>
                    <a:pt x="25653" y="115425"/>
                  </a:lnTo>
                  <a:lnTo>
                    <a:pt x="26292" y="115379"/>
                  </a:lnTo>
                  <a:lnTo>
                    <a:pt x="26941" y="115625"/>
                  </a:lnTo>
                  <a:lnTo>
                    <a:pt x="27246" y="114242"/>
                  </a:lnTo>
                  <a:lnTo>
                    <a:pt x="27428" y="112390"/>
                  </a:lnTo>
                  <a:lnTo>
                    <a:pt x="27669" y="111083"/>
                  </a:lnTo>
                  <a:lnTo>
                    <a:pt x="28114" y="110341"/>
                  </a:lnTo>
                  <a:lnTo>
                    <a:pt x="30252" y="109937"/>
                  </a:lnTo>
                  <a:lnTo>
                    <a:pt x="31614" y="109406"/>
                  </a:lnTo>
                  <a:lnTo>
                    <a:pt x="33377" y="108110"/>
                  </a:lnTo>
                  <a:lnTo>
                    <a:pt x="33757" y="108364"/>
                  </a:lnTo>
                  <a:lnTo>
                    <a:pt x="35179" y="113025"/>
                  </a:lnTo>
                  <a:lnTo>
                    <a:pt x="35610" y="113426"/>
                  </a:lnTo>
                  <a:lnTo>
                    <a:pt x="36163" y="113616"/>
                  </a:lnTo>
                  <a:lnTo>
                    <a:pt x="36647" y="112768"/>
                  </a:lnTo>
                  <a:lnTo>
                    <a:pt x="35492" y="110329"/>
                  </a:lnTo>
                  <a:lnTo>
                    <a:pt x="35318" y="108950"/>
                  </a:lnTo>
                  <a:lnTo>
                    <a:pt x="35379" y="107383"/>
                  </a:lnTo>
                  <a:lnTo>
                    <a:pt x="35997" y="104027"/>
                  </a:lnTo>
                  <a:lnTo>
                    <a:pt x="37032" y="101468"/>
                  </a:lnTo>
                  <a:lnTo>
                    <a:pt x="39329" y="97578"/>
                  </a:lnTo>
                  <a:lnTo>
                    <a:pt x="41715" y="93079"/>
                  </a:lnTo>
                  <a:lnTo>
                    <a:pt x="42408" y="92767"/>
                  </a:lnTo>
                  <a:lnTo>
                    <a:pt x="42995" y="93480"/>
                  </a:lnTo>
                  <a:lnTo>
                    <a:pt x="43445" y="98784"/>
                  </a:lnTo>
                  <a:lnTo>
                    <a:pt x="43388" y="99658"/>
                  </a:lnTo>
                  <a:lnTo>
                    <a:pt x="43769" y="99779"/>
                  </a:lnTo>
                  <a:lnTo>
                    <a:pt x="44215" y="99124"/>
                  </a:lnTo>
                  <a:lnTo>
                    <a:pt x="44608" y="96983"/>
                  </a:lnTo>
                  <a:lnTo>
                    <a:pt x="44628" y="95206"/>
                  </a:lnTo>
                  <a:lnTo>
                    <a:pt x="44308" y="93500"/>
                  </a:lnTo>
                  <a:lnTo>
                    <a:pt x="44152" y="92057"/>
                  </a:lnTo>
                  <a:lnTo>
                    <a:pt x="44138" y="90730"/>
                  </a:lnTo>
                  <a:lnTo>
                    <a:pt x="45347" y="87596"/>
                  </a:lnTo>
                  <a:lnTo>
                    <a:pt x="46300" y="84601"/>
                  </a:lnTo>
                  <a:lnTo>
                    <a:pt x="46741" y="81029"/>
                  </a:lnTo>
                  <a:lnTo>
                    <a:pt x="47123" y="79384"/>
                  </a:lnTo>
                  <a:lnTo>
                    <a:pt x="48125" y="77528"/>
                  </a:lnTo>
                  <a:lnTo>
                    <a:pt x="48421" y="77823"/>
                  </a:lnTo>
                  <a:lnTo>
                    <a:pt x="48655" y="79332"/>
                  </a:lnTo>
                  <a:lnTo>
                    <a:pt x="48785" y="80928"/>
                  </a:lnTo>
                  <a:lnTo>
                    <a:pt x="48528" y="82512"/>
                  </a:lnTo>
                  <a:lnTo>
                    <a:pt x="48160" y="84079"/>
                  </a:lnTo>
                  <a:lnTo>
                    <a:pt x="48012" y="86168"/>
                  </a:lnTo>
                  <a:lnTo>
                    <a:pt x="48577" y="86572"/>
                  </a:lnTo>
                  <a:lnTo>
                    <a:pt x="49111" y="86064"/>
                  </a:lnTo>
                  <a:lnTo>
                    <a:pt x="49892" y="82284"/>
                  </a:lnTo>
                  <a:lnTo>
                    <a:pt x="50783" y="78708"/>
                  </a:lnTo>
                  <a:lnTo>
                    <a:pt x="51313" y="76850"/>
                  </a:lnTo>
                  <a:lnTo>
                    <a:pt x="51980" y="75560"/>
                  </a:lnTo>
                  <a:lnTo>
                    <a:pt x="53089" y="75820"/>
                  </a:lnTo>
                  <a:lnTo>
                    <a:pt x="54168" y="76619"/>
                  </a:lnTo>
                  <a:lnTo>
                    <a:pt x="52412" y="72845"/>
                  </a:lnTo>
                  <a:lnTo>
                    <a:pt x="51972" y="67677"/>
                  </a:lnTo>
                  <a:lnTo>
                    <a:pt x="54065" y="58734"/>
                  </a:lnTo>
                  <a:lnTo>
                    <a:pt x="54085" y="56873"/>
                  </a:lnTo>
                  <a:lnTo>
                    <a:pt x="54387" y="56299"/>
                  </a:lnTo>
                  <a:lnTo>
                    <a:pt x="54529" y="55577"/>
                  </a:lnTo>
                  <a:lnTo>
                    <a:pt x="53446" y="52556"/>
                  </a:lnTo>
                  <a:lnTo>
                    <a:pt x="53241" y="51058"/>
                  </a:lnTo>
                  <a:lnTo>
                    <a:pt x="53384" y="48787"/>
                  </a:lnTo>
                  <a:lnTo>
                    <a:pt x="53902" y="46770"/>
                  </a:lnTo>
                  <a:lnTo>
                    <a:pt x="54372" y="45359"/>
                  </a:lnTo>
                  <a:lnTo>
                    <a:pt x="55039" y="44817"/>
                  </a:lnTo>
                  <a:lnTo>
                    <a:pt x="55570" y="45593"/>
                  </a:lnTo>
                  <a:lnTo>
                    <a:pt x="56734" y="48074"/>
                  </a:lnTo>
                  <a:lnTo>
                    <a:pt x="57518" y="48452"/>
                  </a:lnTo>
                  <a:lnTo>
                    <a:pt x="58467" y="46069"/>
                  </a:lnTo>
                  <a:lnTo>
                    <a:pt x="59242" y="43094"/>
                  </a:lnTo>
                  <a:lnTo>
                    <a:pt x="60409" y="41048"/>
                  </a:lnTo>
                  <a:lnTo>
                    <a:pt x="61732" y="39784"/>
                  </a:lnTo>
                  <a:lnTo>
                    <a:pt x="63747" y="35101"/>
                  </a:lnTo>
                  <a:lnTo>
                    <a:pt x="65057" y="25301"/>
                  </a:lnTo>
                  <a:lnTo>
                    <a:pt x="65162" y="22441"/>
                  </a:lnTo>
                  <a:lnTo>
                    <a:pt x="64872" y="18973"/>
                  </a:lnTo>
                  <a:lnTo>
                    <a:pt x="64406" y="15677"/>
                  </a:lnTo>
                  <a:lnTo>
                    <a:pt x="63630" y="11562"/>
                  </a:lnTo>
                  <a:lnTo>
                    <a:pt x="63832" y="10650"/>
                  </a:lnTo>
                  <a:lnTo>
                    <a:pt x="64933" y="11196"/>
                  </a:lnTo>
                  <a:lnTo>
                    <a:pt x="65303" y="10622"/>
                  </a:lnTo>
                  <a:lnTo>
                    <a:pt x="66500" y="6980"/>
                  </a:lnTo>
                  <a:lnTo>
                    <a:pt x="68471" y="0"/>
                  </a:lnTo>
                  <a:lnTo>
                    <a:pt x="69121" y="17"/>
                  </a:lnTo>
                  <a:lnTo>
                    <a:pt x="69681" y="1310"/>
                  </a:lnTo>
                  <a:lnTo>
                    <a:pt x="69889" y="3223"/>
                  </a:lnTo>
                  <a:lnTo>
                    <a:pt x="70277" y="4631"/>
                  </a:lnTo>
                  <a:lnTo>
                    <a:pt x="71610" y="79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4043391" y="3536858"/>
              <a:ext cx="699" cy="1786"/>
            </a:xfrm>
            <a:custGeom>
              <a:avLst/>
              <a:pathLst>
                <a:path w="699" h="1786">
                  <a:moveTo>
                    <a:pt x="397" y="1731"/>
                  </a:moveTo>
                  <a:lnTo>
                    <a:pt x="152" y="1786"/>
                  </a:lnTo>
                  <a:lnTo>
                    <a:pt x="0" y="1281"/>
                  </a:lnTo>
                  <a:lnTo>
                    <a:pt x="33" y="545"/>
                  </a:lnTo>
                  <a:lnTo>
                    <a:pt x="224" y="31"/>
                  </a:lnTo>
                  <a:lnTo>
                    <a:pt x="526" y="0"/>
                  </a:lnTo>
                  <a:lnTo>
                    <a:pt x="699" y="458"/>
                  </a:lnTo>
                  <a:lnTo>
                    <a:pt x="609" y="117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4044438" y="3508556"/>
              <a:ext cx="636" cy="2732"/>
            </a:xfrm>
            <a:custGeom>
              <a:avLst/>
              <a:pathLst>
                <a:path w="636" h="2732">
                  <a:moveTo>
                    <a:pt x="450" y="2455"/>
                  </a:moveTo>
                  <a:lnTo>
                    <a:pt x="250" y="2732"/>
                  </a:lnTo>
                  <a:lnTo>
                    <a:pt x="64" y="2621"/>
                  </a:lnTo>
                  <a:lnTo>
                    <a:pt x="0" y="2273"/>
                  </a:lnTo>
                  <a:lnTo>
                    <a:pt x="93" y="1758"/>
                  </a:lnTo>
                  <a:lnTo>
                    <a:pt x="249" y="1099"/>
                  </a:lnTo>
                  <a:lnTo>
                    <a:pt x="357" y="385"/>
                  </a:lnTo>
                  <a:lnTo>
                    <a:pt x="514" y="0"/>
                  </a:lnTo>
                  <a:lnTo>
                    <a:pt x="636" y="128"/>
                  </a:lnTo>
                  <a:lnTo>
                    <a:pt x="622" y="530"/>
                  </a:lnTo>
                  <a:lnTo>
                    <a:pt x="565" y="1082"/>
                  </a:lnTo>
                  <a:lnTo>
                    <a:pt x="529" y="179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2142280" y="3079197"/>
              <a:ext cx="3215" cy="3658"/>
            </a:xfrm>
            <a:custGeom>
              <a:avLst/>
              <a:pathLst>
                <a:path w="3215" h="3658">
                  <a:moveTo>
                    <a:pt x="1523" y="2975"/>
                  </a:moveTo>
                  <a:lnTo>
                    <a:pt x="229" y="3658"/>
                  </a:lnTo>
                  <a:lnTo>
                    <a:pt x="0" y="3018"/>
                  </a:lnTo>
                  <a:lnTo>
                    <a:pt x="2612" y="0"/>
                  </a:lnTo>
                  <a:lnTo>
                    <a:pt x="3059" y="128"/>
                  </a:lnTo>
                  <a:lnTo>
                    <a:pt x="3215" y="532"/>
                  </a:lnTo>
                  <a:lnTo>
                    <a:pt x="1862" y="19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1920778" y="3076682"/>
              <a:ext cx="1717" cy="4218"/>
            </a:xfrm>
            <a:custGeom>
              <a:avLst/>
              <a:pathLst>
                <a:path w="1717" h="4218">
                  <a:moveTo>
                    <a:pt x="1717" y="3595"/>
                  </a:moveTo>
                  <a:lnTo>
                    <a:pt x="1022" y="4218"/>
                  </a:lnTo>
                  <a:lnTo>
                    <a:pt x="0" y="2408"/>
                  </a:lnTo>
                  <a:lnTo>
                    <a:pt x="273" y="975"/>
                  </a:lnTo>
                  <a:lnTo>
                    <a:pt x="854" y="0"/>
                  </a:lnTo>
                  <a:lnTo>
                    <a:pt x="1399" y="18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2197481" y="3025979"/>
              <a:ext cx="3042" cy="9068"/>
            </a:xfrm>
            <a:custGeom>
              <a:avLst/>
              <a:pathLst>
                <a:path w="3042" h="9068">
                  <a:moveTo>
                    <a:pt x="918" y="8147"/>
                  </a:moveTo>
                  <a:lnTo>
                    <a:pt x="322" y="9068"/>
                  </a:lnTo>
                  <a:lnTo>
                    <a:pt x="0" y="5813"/>
                  </a:lnTo>
                  <a:lnTo>
                    <a:pt x="477" y="2637"/>
                  </a:lnTo>
                  <a:lnTo>
                    <a:pt x="1054" y="813"/>
                  </a:lnTo>
                  <a:lnTo>
                    <a:pt x="2196" y="598"/>
                  </a:lnTo>
                  <a:lnTo>
                    <a:pt x="2947" y="0"/>
                  </a:lnTo>
                  <a:lnTo>
                    <a:pt x="3042" y="806"/>
                  </a:lnTo>
                  <a:lnTo>
                    <a:pt x="2424" y="326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2200548" y="3005267"/>
              <a:ext cx="651" cy="2628"/>
            </a:xfrm>
            <a:custGeom>
              <a:avLst/>
              <a:pathLst>
                <a:path w="651" h="2628">
                  <a:moveTo>
                    <a:pt x="447" y="1201"/>
                  </a:moveTo>
                  <a:lnTo>
                    <a:pt x="651" y="2628"/>
                  </a:lnTo>
                  <a:lnTo>
                    <a:pt x="451" y="2458"/>
                  </a:lnTo>
                  <a:lnTo>
                    <a:pt x="189" y="1379"/>
                  </a:lnTo>
                  <a:lnTo>
                    <a:pt x="0" y="34"/>
                  </a:lnTo>
                  <a:lnTo>
                    <a:pt x="159" y="0"/>
                  </a:lnTo>
                  <a:lnTo>
                    <a:pt x="298" y="4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1971693" y="2992496"/>
              <a:ext cx="1577" cy="5426"/>
            </a:xfrm>
            <a:custGeom>
              <a:avLst/>
              <a:pathLst>
                <a:path w="1577" h="5426">
                  <a:moveTo>
                    <a:pt x="1577" y="2993"/>
                  </a:moveTo>
                  <a:lnTo>
                    <a:pt x="1242" y="5426"/>
                  </a:lnTo>
                  <a:lnTo>
                    <a:pt x="371" y="4452"/>
                  </a:lnTo>
                  <a:lnTo>
                    <a:pt x="59" y="2926"/>
                  </a:lnTo>
                  <a:lnTo>
                    <a:pt x="0" y="422"/>
                  </a:lnTo>
                  <a:lnTo>
                    <a:pt x="483" y="0"/>
                  </a:lnTo>
                  <a:lnTo>
                    <a:pt x="1184" y="1057"/>
                  </a:lnTo>
                  <a:lnTo>
                    <a:pt x="1329" y="176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1934164" y="2914704"/>
              <a:ext cx="1227" cy="5829"/>
            </a:xfrm>
            <a:custGeom>
              <a:avLst/>
              <a:pathLst>
                <a:path w="1227" h="5829">
                  <a:moveTo>
                    <a:pt x="1098" y="5725"/>
                  </a:moveTo>
                  <a:lnTo>
                    <a:pt x="848" y="5829"/>
                  </a:lnTo>
                  <a:lnTo>
                    <a:pt x="259" y="4260"/>
                  </a:lnTo>
                  <a:lnTo>
                    <a:pt x="0" y="411"/>
                  </a:lnTo>
                  <a:lnTo>
                    <a:pt x="116" y="0"/>
                  </a:lnTo>
                  <a:lnTo>
                    <a:pt x="1227" y="4770"/>
                  </a:lnTo>
                  <a:lnTo>
                    <a:pt x="1206" y="53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1909850" y="2908608"/>
              <a:ext cx="3618" cy="6049"/>
            </a:xfrm>
            <a:custGeom>
              <a:avLst/>
              <a:pathLst>
                <a:path w="3618" h="6049">
                  <a:moveTo>
                    <a:pt x="3618" y="4654"/>
                  </a:moveTo>
                  <a:lnTo>
                    <a:pt x="3463" y="6049"/>
                  </a:lnTo>
                  <a:lnTo>
                    <a:pt x="0" y="523"/>
                  </a:lnTo>
                  <a:lnTo>
                    <a:pt x="833" y="0"/>
                  </a:lnTo>
                  <a:lnTo>
                    <a:pt x="1800" y="3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1924924" y="2892748"/>
              <a:ext cx="1893" cy="5800"/>
            </a:xfrm>
            <a:custGeom>
              <a:avLst/>
              <a:pathLst>
                <a:path w="1893" h="5800">
                  <a:moveTo>
                    <a:pt x="1565" y="2493"/>
                  </a:moveTo>
                  <a:lnTo>
                    <a:pt x="1893" y="5800"/>
                  </a:lnTo>
                  <a:lnTo>
                    <a:pt x="1303" y="5312"/>
                  </a:lnTo>
                  <a:lnTo>
                    <a:pt x="529" y="3516"/>
                  </a:lnTo>
                  <a:lnTo>
                    <a:pt x="0" y="1217"/>
                  </a:lnTo>
                  <a:lnTo>
                    <a:pt x="47" y="188"/>
                  </a:lnTo>
                  <a:lnTo>
                    <a:pt x="151" y="0"/>
                  </a:lnTo>
                  <a:lnTo>
                    <a:pt x="1245" y="13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1906587" y="2886903"/>
              <a:ext cx="2756" cy="22193"/>
            </a:xfrm>
            <a:custGeom>
              <a:avLst/>
              <a:pathLst>
                <a:path w="2756" h="22193">
                  <a:moveTo>
                    <a:pt x="2756" y="21864"/>
                  </a:moveTo>
                  <a:lnTo>
                    <a:pt x="2525" y="22193"/>
                  </a:lnTo>
                  <a:lnTo>
                    <a:pt x="1540" y="18774"/>
                  </a:lnTo>
                  <a:lnTo>
                    <a:pt x="1395" y="16430"/>
                  </a:lnTo>
                  <a:lnTo>
                    <a:pt x="992" y="15439"/>
                  </a:lnTo>
                  <a:lnTo>
                    <a:pt x="0" y="14656"/>
                  </a:lnTo>
                  <a:lnTo>
                    <a:pt x="856" y="9884"/>
                  </a:lnTo>
                  <a:lnTo>
                    <a:pt x="1580" y="0"/>
                  </a:lnTo>
                  <a:lnTo>
                    <a:pt x="1899" y="1810"/>
                  </a:lnTo>
                  <a:lnTo>
                    <a:pt x="1132" y="11825"/>
                  </a:lnTo>
                  <a:lnTo>
                    <a:pt x="1171" y="13136"/>
                  </a:lnTo>
                  <a:lnTo>
                    <a:pt x="1530" y="14360"/>
                  </a:lnTo>
                  <a:lnTo>
                    <a:pt x="1916" y="16430"/>
                  </a:lnTo>
                  <a:lnTo>
                    <a:pt x="1962" y="18664"/>
                  </a:lnTo>
                  <a:lnTo>
                    <a:pt x="2638" y="207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1918925" y="2863558"/>
              <a:ext cx="1575" cy="7085"/>
            </a:xfrm>
            <a:custGeom>
              <a:avLst/>
              <a:pathLst>
                <a:path w="1575" h="7085">
                  <a:moveTo>
                    <a:pt x="1431" y="1627"/>
                  </a:moveTo>
                  <a:lnTo>
                    <a:pt x="1575" y="2693"/>
                  </a:lnTo>
                  <a:lnTo>
                    <a:pt x="1498" y="3002"/>
                  </a:lnTo>
                  <a:lnTo>
                    <a:pt x="1028" y="2260"/>
                  </a:lnTo>
                  <a:lnTo>
                    <a:pt x="232" y="6677"/>
                  </a:lnTo>
                  <a:lnTo>
                    <a:pt x="0" y="7085"/>
                  </a:lnTo>
                  <a:lnTo>
                    <a:pt x="480" y="1035"/>
                  </a:lnTo>
                  <a:lnTo>
                    <a:pt x="982" y="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1871417" y="2795812"/>
              <a:ext cx="2352" cy="9783"/>
            </a:xfrm>
            <a:custGeom>
              <a:avLst/>
              <a:pathLst>
                <a:path w="2352" h="9783">
                  <a:moveTo>
                    <a:pt x="2098" y="8834"/>
                  </a:moveTo>
                  <a:lnTo>
                    <a:pt x="1940" y="9783"/>
                  </a:lnTo>
                  <a:lnTo>
                    <a:pt x="0" y="7812"/>
                  </a:lnTo>
                  <a:lnTo>
                    <a:pt x="1064" y="4367"/>
                  </a:lnTo>
                  <a:lnTo>
                    <a:pt x="908" y="756"/>
                  </a:lnTo>
                  <a:lnTo>
                    <a:pt x="1373" y="0"/>
                  </a:lnTo>
                  <a:lnTo>
                    <a:pt x="1794" y="1196"/>
                  </a:lnTo>
                  <a:lnTo>
                    <a:pt x="2352" y="57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1836335" y="2771604"/>
              <a:ext cx="1825" cy="8387"/>
            </a:xfrm>
            <a:custGeom>
              <a:avLst/>
              <a:pathLst>
                <a:path w="1825" h="8387">
                  <a:moveTo>
                    <a:pt x="1825" y="7258"/>
                  </a:moveTo>
                  <a:lnTo>
                    <a:pt x="1333" y="8387"/>
                  </a:lnTo>
                  <a:lnTo>
                    <a:pt x="14" y="2224"/>
                  </a:lnTo>
                  <a:lnTo>
                    <a:pt x="0" y="734"/>
                  </a:lnTo>
                  <a:lnTo>
                    <a:pt x="386" y="0"/>
                  </a:lnTo>
                  <a:lnTo>
                    <a:pt x="1024" y="139"/>
                  </a:lnTo>
                  <a:lnTo>
                    <a:pt x="1027" y="1686"/>
                  </a:lnTo>
                  <a:lnTo>
                    <a:pt x="1563" y="2989"/>
                  </a:lnTo>
                  <a:lnTo>
                    <a:pt x="1772" y="42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1903892" y="2770043"/>
              <a:ext cx="3773" cy="13920"/>
            </a:xfrm>
            <a:custGeom>
              <a:avLst/>
              <a:pathLst>
                <a:path w="3773" h="13920">
                  <a:moveTo>
                    <a:pt x="3773" y="6947"/>
                  </a:moveTo>
                  <a:lnTo>
                    <a:pt x="2906" y="13920"/>
                  </a:lnTo>
                  <a:lnTo>
                    <a:pt x="2022" y="13807"/>
                  </a:lnTo>
                  <a:lnTo>
                    <a:pt x="195" y="11607"/>
                  </a:lnTo>
                  <a:lnTo>
                    <a:pt x="0" y="10236"/>
                  </a:lnTo>
                  <a:lnTo>
                    <a:pt x="704" y="2148"/>
                  </a:lnTo>
                  <a:lnTo>
                    <a:pt x="1236" y="1086"/>
                  </a:lnTo>
                  <a:lnTo>
                    <a:pt x="2830" y="0"/>
                  </a:lnTo>
                  <a:lnTo>
                    <a:pt x="3079" y="994"/>
                  </a:lnTo>
                  <a:lnTo>
                    <a:pt x="3248" y="33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1891654" y="2760215"/>
              <a:ext cx="5049" cy="15905"/>
            </a:xfrm>
            <a:custGeom>
              <a:avLst/>
              <a:pathLst>
                <a:path w="5049" h="15905">
                  <a:moveTo>
                    <a:pt x="5049" y="15389"/>
                  </a:moveTo>
                  <a:lnTo>
                    <a:pt x="4966" y="15905"/>
                  </a:lnTo>
                  <a:lnTo>
                    <a:pt x="3793" y="14074"/>
                  </a:lnTo>
                  <a:lnTo>
                    <a:pt x="1128" y="7843"/>
                  </a:lnTo>
                  <a:lnTo>
                    <a:pt x="158" y="4722"/>
                  </a:lnTo>
                  <a:lnTo>
                    <a:pt x="0" y="3260"/>
                  </a:lnTo>
                  <a:lnTo>
                    <a:pt x="82" y="0"/>
                  </a:lnTo>
                  <a:lnTo>
                    <a:pt x="994" y="388"/>
                  </a:lnTo>
                  <a:lnTo>
                    <a:pt x="2053" y="2573"/>
                  </a:lnTo>
                  <a:lnTo>
                    <a:pt x="2515" y="4596"/>
                  </a:lnTo>
                  <a:lnTo>
                    <a:pt x="2538" y="6918"/>
                  </a:lnTo>
                  <a:lnTo>
                    <a:pt x="4513" y="8013"/>
                  </a:lnTo>
                  <a:lnTo>
                    <a:pt x="4792" y="130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1877904" y="2694585"/>
              <a:ext cx="1165" cy="2739"/>
            </a:xfrm>
            <a:custGeom>
              <a:avLst/>
              <a:pathLst>
                <a:path w="1165" h="2739">
                  <a:moveTo>
                    <a:pt x="1094" y="2614"/>
                  </a:moveTo>
                  <a:lnTo>
                    <a:pt x="713" y="2739"/>
                  </a:lnTo>
                  <a:lnTo>
                    <a:pt x="0" y="1379"/>
                  </a:lnTo>
                  <a:lnTo>
                    <a:pt x="53" y="126"/>
                  </a:lnTo>
                  <a:lnTo>
                    <a:pt x="208" y="0"/>
                  </a:lnTo>
                  <a:lnTo>
                    <a:pt x="922" y="1099"/>
                  </a:lnTo>
                  <a:lnTo>
                    <a:pt x="1165" y="20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1850986" y="2667363"/>
              <a:ext cx="349344" cy="536903"/>
            </a:xfrm>
            <a:custGeom>
              <a:avLst/>
              <a:pathLst>
                <a:path w="349344" h="536903">
                  <a:moveTo>
                    <a:pt x="229954" y="199570"/>
                  </a:moveTo>
                  <a:lnTo>
                    <a:pt x="229744" y="205673"/>
                  </a:lnTo>
                  <a:lnTo>
                    <a:pt x="229049" y="210681"/>
                  </a:lnTo>
                  <a:lnTo>
                    <a:pt x="226757" y="221092"/>
                  </a:lnTo>
                  <a:lnTo>
                    <a:pt x="225801" y="227550"/>
                  </a:lnTo>
                  <a:lnTo>
                    <a:pt x="223953" y="246005"/>
                  </a:lnTo>
                  <a:lnTo>
                    <a:pt x="223385" y="258102"/>
                  </a:lnTo>
                  <a:lnTo>
                    <a:pt x="223252" y="263795"/>
                  </a:lnTo>
                  <a:lnTo>
                    <a:pt x="223090" y="264602"/>
                  </a:lnTo>
                  <a:lnTo>
                    <a:pt x="223266" y="265442"/>
                  </a:lnTo>
                  <a:lnTo>
                    <a:pt x="222823" y="278032"/>
                  </a:lnTo>
                  <a:lnTo>
                    <a:pt x="223061" y="288781"/>
                  </a:lnTo>
                  <a:lnTo>
                    <a:pt x="222910" y="290446"/>
                  </a:lnTo>
                  <a:lnTo>
                    <a:pt x="222238" y="293688"/>
                  </a:lnTo>
                  <a:lnTo>
                    <a:pt x="221765" y="298174"/>
                  </a:lnTo>
                  <a:lnTo>
                    <a:pt x="221952" y="300166"/>
                  </a:lnTo>
                  <a:lnTo>
                    <a:pt x="221942" y="301548"/>
                  </a:lnTo>
                  <a:lnTo>
                    <a:pt x="222633" y="308374"/>
                  </a:lnTo>
                  <a:lnTo>
                    <a:pt x="222853" y="313499"/>
                  </a:lnTo>
                  <a:lnTo>
                    <a:pt x="224908" y="322285"/>
                  </a:lnTo>
                  <a:lnTo>
                    <a:pt x="226061" y="325349"/>
                  </a:lnTo>
                  <a:lnTo>
                    <a:pt x="227492" y="328005"/>
                  </a:lnTo>
                  <a:lnTo>
                    <a:pt x="228018" y="329505"/>
                  </a:lnTo>
                  <a:lnTo>
                    <a:pt x="227760" y="333237"/>
                  </a:lnTo>
                  <a:lnTo>
                    <a:pt x="227177" y="335127"/>
                  </a:lnTo>
                  <a:lnTo>
                    <a:pt x="226928" y="338122"/>
                  </a:lnTo>
                  <a:lnTo>
                    <a:pt x="226641" y="335642"/>
                  </a:lnTo>
                  <a:lnTo>
                    <a:pt x="226753" y="332426"/>
                  </a:lnTo>
                  <a:lnTo>
                    <a:pt x="227208" y="330698"/>
                  </a:lnTo>
                  <a:lnTo>
                    <a:pt x="227224" y="329431"/>
                  </a:lnTo>
                  <a:lnTo>
                    <a:pt x="226383" y="328080"/>
                  </a:lnTo>
                  <a:lnTo>
                    <a:pt x="224843" y="323660"/>
                  </a:lnTo>
                  <a:lnTo>
                    <a:pt x="222962" y="315840"/>
                  </a:lnTo>
                  <a:lnTo>
                    <a:pt x="224300" y="328339"/>
                  </a:lnTo>
                  <a:lnTo>
                    <a:pt x="224760" y="330341"/>
                  </a:lnTo>
                  <a:lnTo>
                    <a:pt x="225117" y="331174"/>
                  </a:lnTo>
                  <a:lnTo>
                    <a:pt x="225716" y="332053"/>
                  </a:lnTo>
                  <a:lnTo>
                    <a:pt x="225871" y="333410"/>
                  </a:lnTo>
                  <a:lnTo>
                    <a:pt x="225876" y="334414"/>
                  </a:lnTo>
                  <a:lnTo>
                    <a:pt x="227527" y="343103"/>
                  </a:lnTo>
                  <a:lnTo>
                    <a:pt x="229393" y="352083"/>
                  </a:lnTo>
                  <a:lnTo>
                    <a:pt x="229493" y="354538"/>
                  </a:lnTo>
                  <a:lnTo>
                    <a:pt x="230240" y="357553"/>
                  </a:lnTo>
                  <a:lnTo>
                    <a:pt x="234989" y="370162"/>
                  </a:lnTo>
                  <a:lnTo>
                    <a:pt x="237897" y="379573"/>
                  </a:lnTo>
                  <a:lnTo>
                    <a:pt x="238906" y="388513"/>
                  </a:lnTo>
                  <a:lnTo>
                    <a:pt x="239516" y="391302"/>
                  </a:lnTo>
                  <a:lnTo>
                    <a:pt x="239813" y="395117"/>
                  </a:lnTo>
                  <a:lnTo>
                    <a:pt x="241718" y="399392"/>
                  </a:lnTo>
                  <a:lnTo>
                    <a:pt x="242301" y="402152"/>
                  </a:lnTo>
                  <a:lnTo>
                    <a:pt x="243321" y="403686"/>
                  </a:lnTo>
                  <a:lnTo>
                    <a:pt x="244146" y="408313"/>
                  </a:lnTo>
                  <a:lnTo>
                    <a:pt x="245698" y="411021"/>
                  </a:lnTo>
                  <a:lnTo>
                    <a:pt x="245328" y="411070"/>
                  </a:lnTo>
                  <a:lnTo>
                    <a:pt x="243971" y="409704"/>
                  </a:lnTo>
                  <a:lnTo>
                    <a:pt x="244062" y="410606"/>
                  </a:lnTo>
                  <a:lnTo>
                    <a:pt x="245204" y="412525"/>
                  </a:lnTo>
                  <a:lnTo>
                    <a:pt x="247440" y="414418"/>
                  </a:lnTo>
                  <a:lnTo>
                    <a:pt x="247998" y="414422"/>
                  </a:lnTo>
                  <a:lnTo>
                    <a:pt x="247116" y="413439"/>
                  </a:lnTo>
                  <a:lnTo>
                    <a:pt x="246369" y="412119"/>
                  </a:lnTo>
                  <a:lnTo>
                    <a:pt x="246631" y="411926"/>
                  </a:lnTo>
                  <a:lnTo>
                    <a:pt x="248192" y="413574"/>
                  </a:lnTo>
                  <a:lnTo>
                    <a:pt x="252561" y="414118"/>
                  </a:lnTo>
                  <a:lnTo>
                    <a:pt x="254484" y="417963"/>
                  </a:lnTo>
                  <a:lnTo>
                    <a:pt x="256976" y="419618"/>
                  </a:lnTo>
                  <a:lnTo>
                    <a:pt x="258317" y="424526"/>
                  </a:lnTo>
                  <a:lnTo>
                    <a:pt x="259876" y="429657"/>
                  </a:lnTo>
                  <a:lnTo>
                    <a:pt x="260870" y="429899"/>
                  </a:lnTo>
                  <a:lnTo>
                    <a:pt x="261647" y="429919"/>
                  </a:lnTo>
                  <a:lnTo>
                    <a:pt x="263986" y="429054"/>
                  </a:lnTo>
                  <a:lnTo>
                    <a:pt x="267621" y="425828"/>
                  </a:lnTo>
                  <a:lnTo>
                    <a:pt x="268872" y="424248"/>
                  </a:lnTo>
                  <a:lnTo>
                    <a:pt x="271313" y="422104"/>
                  </a:lnTo>
                  <a:lnTo>
                    <a:pt x="275046" y="421710"/>
                  </a:lnTo>
                  <a:lnTo>
                    <a:pt x="276204" y="422311"/>
                  </a:lnTo>
                  <a:lnTo>
                    <a:pt x="278995" y="420975"/>
                  </a:lnTo>
                  <a:lnTo>
                    <a:pt x="280327" y="419336"/>
                  </a:lnTo>
                  <a:lnTo>
                    <a:pt x="280788" y="417847"/>
                  </a:lnTo>
                  <a:lnTo>
                    <a:pt x="281005" y="416749"/>
                  </a:lnTo>
                  <a:lnTo>
                    <a:pt x="283592" y="415179"/>
                  </a:lnTo>
                  <a:lnTo>
                    <a:pt x="284102" y="414869"/>
                  </a:lnTo>
                  <a:lnTo>
                    <a:pt x="286724" y="414586"/>
                  </a:lnTo>
                  <a:lnTo>
                    <a:pt x="287989" y="414009"/>
                  </a:lnTo>
                  <a:lnTo>
                    <a:pt x="289479" y="413670"/>
                  </a:lnTo>
                  <a:lnTo>
                    <a:pt x="290554" y="415977"/>
                  </a:lnTo>
                  <a:lnTo>
                    <a:pt x="290553" y="417104"/>
                  </a:lnTo>
                  <a:lnTo>
                    <a:pt x="289837" y="418175"/>
                  </a:lnTo>
                  <a:lnTo>
                    <a:pt x="290172" y="419206"/>
                  </a:lnTo>
                  <a:lnTo>
                    <a:pt x="291445" y="420918"/>
                  </a:lnTo>
                  <a:lnTo>
                    <a:pt x="293784" y="421610"/>
                  </a:lnTo>
                  <a:lnTo>
                    <a:pt x="294540" y="421333"/>
                  </a:lnTo>
                  <a:lnTo>
                    <a:pt x="295616" y="418813"/>
                  </a:lnTo>
                  <a:lnTo>
                    <a:pt x="297518" y="416371"/>
                  </a:lnTo>
                  <a:lnTo>
                    <a:pt x="297477" y="413529"/>
                  </a:lnTo>
                  <a:lnTo>
                    <a:pt x="297137" y="411974"/>
                  </a:lnTo>
                  <a:lnTo>
                    <a:pt x="296585" y="411877"/>
                  </a:lnTo>
                  <a:lnTo>
                    <a:pt x="296453" y="411004"/>
                  </a:lnTo>
                  <a:lnTo>
                    <a:pt x="296839" y="408915"/>
                  </a:lnTo>
                  <a:lnTo>
                    <a:pt x="296737" y="408212"/>
                  </a:lnTo>
                  <a:lnTo>
                    <a:pt x="295558" y="410215"/>
                  </a:lnTo>
                  <a:lnTo>
                    <a:pt x="295286" y="410209"/>
                  </a:lnTo>
                  <a:lnTo>
                    <a:pt x="295416" y="409274"/>
                  </a:lnTo>
                  <a:lnTo>
                    <a:pt x="295660" y="408531"/>
                  </a:lnTo>
                  <a:lnTo>
                    <a:pt x="299121" y="404166"/>
                  </a:lnTo>
                  <a:lnTo>
                    <a:pt x="300007" y="402373"/>
                  </a:lnTo>
                  <a:lnTo>
                    <a:pt x="301203" y="400793"/>
                  </a:lnTo>
                  <a:lnTo>
                    <a:pt x="303686" y="394866"/>
                  </a:lnTo>
                  <a:lnTo>
                    <a:pt x="304217" y="383707"/>
                  </a:lnTo>
                  <a:lnTo>
                    <a:pt x="304712" y="381755"/>
                  </a:lnTo>
                  <a:lnTo>
                    <a:pt x="306358" y="378330"/>
                  </a:lnTo>
                  <a:lnTo>
                    <a:pt x="306535" y="377298"/>
                  </a:lnTo>
                  <a:lnTo>
                    <a:pt x="306642" y="374965"/>
                  </a:lnTo>
                  <a:lnTo>
                    <a:pt x="306596" y="369106"/>
                  </a:lnTo>
                  <a:lnTo>
                    <a:pt x="306689" y="364497"/>
                  </a:lnTo>
                  <a:lnTo>
                    <a:pt x="306622" y="359286"/>
                  </a:lnTo>
                  <a:lnTo>
                    <a:pt x="306918" y="354636"/>
                  </a:lnTo>
                  <a:lnTo>
                    <a:pt x="307186" y="353341"/>
                  </a:lnTo>
                  <a:lnTo>
                    <a:pt x="308130" y="345898"/>
                  </a:lnTo>
                  <a:lnTo>
                    <a:pt x="310089" y="342604"/>
                  </a:lnTo>
                  <a:lnTo>
                    <a:pt x="313486" y="338711"/>
                  </a:lnTo>
                  <a:lnTo>
                    <a:pt x="314268" y="338062"/>
                  </a:lnTo>
                  <a:lnTo>
                    <a:pt x="325097" y="333940"/>
                  </a:lnTo>
                  <a:lnTo>
                    <a:pt x="326617" y="332934"/>
                  </a:lnTo>
                  <a:lnTo>
                    <a:pt x="328478" y="330259"/>
                  </a:lnTo>
                  <a:lnTo>
                    <a:pt x="329839" y="329352"/>
                  </a:lnTo>
                  <a:lnTo>
                    <a:pt x="332321" y="329425"/>
                  </a:lnTo>
                  <a:lnTo>
                    <a:pt x="333083" y="329069"/>
                  </a:lnTo>
                  <a:lnTo>
                    <a:pt x="333233" y="328699"/>
                  </a:lnTo>
                  <a:lnTo>
                    <a:pt x="333237" y="328343"/>
                  </a:lnTo>
                  <a:lnTo>
                    <a:pt x="333695" y="327978"/>
                  </a:lnTo>
                  <a:lnTo>
                    <a:pt x="335131" y="328327"/>
                  </a:lnTo>
                  <a:lnTo>
                    <a:pt x="337814" y="329939"/>
                  </a:lnTo>
                  <a:lnTo>
                    <a:pt x="338791" y="330343"/>
                  </a:lnTo>
                  <a:lnTo>
                    <a:pt x="341188" y="332216"/>
                  </a:lnTo>
                  <a:lnTo>
                    <a:pt x="343831" y="332969"/>
                  </a:lnTo>
                  <a:lnTo>
                    <a:pt x="344210" y="332643"/>
                  </a:lnTo>
                  <a:lnTo>
                    <a:pt x="344559" y="332073"/>
                  </a:lnTo>
                  <a:lnTo>
                    <a:pt x="344827" y="330982"/>
                  </a:lnTo>
                  <a:lnTo>
                    <a:pt x="344551" y="330030"/>
                  </a:lnTo>
                  <a:lnTo>
                    <a:pt x="344294" y="330103"/>
                  </a:lnTo>
                  <a:lnTo>
                    <a:pt x="343847" y="330616"/>
                  </a:lnTo>
                  <a:lnTo>
                    <a:pt x="343314" y="330665"/>
                  </a:lnTo>
                  <a:lnTo>
                    <a:pt x="342268" y="329881"/>
                  </a:lnTo>
                  <a:lnTo>
                    <a:pt x="342477" y="329223"/>
                  </a:lnTo>
                  <a:lnTo>
                    <a:pt x="343544" y="329285"/>
                  </a:lnTo>
                  <a:lnTo>
                    <a:pt x="344227" y="328966"/>
                  </a:lnTo>
                  <a:lnTo>
                    <a:pt x="345239" y="327812"/>
                  </a:lnTo>
                  <a:lnTo>
                    <a:pt x="346318" y="328676"/>
                  </a:lnTo>
                  <a:lnTo>
                    <a:pt x="347734" y="332500"/>
                  </a:lnTo>
                  <a:lnTo>
                    <a:pt x="348742" y="333716"/>
                  </a:lnTo>
                  <a:lnTo>
                    <a:pt x="348823" y="339255"/>
                  </a:lnTo>
                  <a:lnTo>
                    <a:pt x="348975" y="340265"/>
                  </a:lnTo>
                  <a:lnTo>
                    <a:pt x="349344" y="341728"/>
                  </a:lnTo>
                  <a:lnTo>
                    <a:pt x="348841" y="346022"/>
                  </a:lnTo>
                  <a:lnTo>
                    <a:pt x="348275" y="349573"/>
                  </a:lnTo>
                  <a:lnTo>
                    <a:pt x="347567" y="352486"/>
                  </a:lnTo>
                  <a:lnTo>
                    <a:pt x="346032" y="357073"/>
                  </a:lnTo>
                  <a:lnTo>
                    <a:pt x="344172" y="360736"/>
                  </a:lnTo>
                  <a:lnTo>
                    <a:pt x="341868" y="368888"/>
                  </a:lnTo>
                  <a:lnTo>
                    <a:pt x="341341" y="372707"/>
                  </a:lnTo>
                  <a:lnTo>
                    <a:pt x="341357" y="375769"/>
                  </a:lnTo>
                  <a:lnTo>
                    <a:pt x="341747" y="378725"/>
                  </a:lnTo>
                  <a:lnTo>
                    <a:pt x="341634" y="379817"/>
                  </a:lnTo>
                  <a:lnTo>
                    <a:pt x="341352" y="380921"/>
                  </a:lnTo>
                  <a:lnTo>
                    <a:pt x="340884" y="380823"/>
                  </a:lnTo>
                  <a:lnTo>
                    <a:pt x="339976" y="382241"/>
                  </a:lnTo>
                  <a:lnTo>
                    <a:pt x="338804" y="386448"/>
                  </a:lnTo>
                  <a:lnTo>
                    <a:pt x="338776" y="387731"/>
                  </a:lnTo>
                  <a:lnTo>
                    <a:pt x="339291" y="388907"/>
                  </a:lnTo>
                  <a:lnTo>
                    <a:pt x="339959" y="388343"/>
                  </a:lnTo>
                  <a:lnTo>
                    <a:pt x="340829" y="388292"/>
                  </a:lnTo>
                  <a:lnTo>
                    <a:pt x="341316" y="387945"/>
                  </a:lnTo>
                  <a:lnTo>
                    <a:pt x="341830" y="388037"/>
                  </a:lnTo>
                  <a:lnTo>
                    <a:pt x="341715" y="390449"/>
                  </a:lnTo>
                  <a:lnTo>
                    <a:pt x="341163" y="392162"/>
                  </a:lnTo>
                  <a:lnTo>
                    <a:pt x="340815" y="392699"/>
                  </a:lnTo>
                  <a:lnTo>
                    <a:pt x="340193" y="392990"/>
                  </a:lnTo>
                  <a:lnTo>
                    <a:pt x="339496" y="393966"/>
                  </a:lnTo>
                  <a:lnTo>
                    <a:pt x="339137" y="394863"/>
                  </a:lnTo>
                  <a:lnTo>
                    <a:pt x="339171" y="397655"/>
                  </a:lnTo>
                  <a:lnTo>
                    <a:pt x="339559" y="397873"/>
                  </a:lnTo>
                  <a:lnTo>
                    <a:pt x="340379" y="395791"/>
                  </a:lnTo>
                  <a:lnTo>
                    <a:pt x="340855" y="395893"/>
                  </a:lnTo>
                  <a:lnTo>
                    <a:pt x="340951" y="396770"/>
                  </a:lnTo>
                  <a:lnTo>
                    <a:pt x="339887" y="403904"/>
                  </a:lnTo>
                  <a:lnTo>
                    <a:pt x="339203" y="411228"/>
                  </a:lnTo>
                  <a:lnTo>
                    <a:pt x="338276" y="415468"/>
                  </a:lnTo>
                  <a:lnTo>
                    <a:pt x="337951" y="421640"/>
                  </a:lnTo>
                  <a:lnTo>
                    <a:pt x="337464" y="424272"/>
                  </a:lnTo>
                  <a:lnTo>
                    <a:pt x="336899" y="426875"/>
                  </a:lnTo>
                  <a:lnTo>
                    <a:pt x="336568" y="426731"/>
                  </a:lnTo>
                  <a:lnTo>
                    <a:pt x="335674" y="421796"/>
                  </a:lnTo>
                  <a:lnTo>
                    <a:pt x="334760" y="420525"/>
                  </a:lnTo>
                  <a:lnTo>
                    <a:pt x="334560" y="419326"/>
                  </a:lnTo>
                  <a:lnTo>
                    <a:pt x="335081" y="413346"/>
                  </a:lnTo>
                  <a:lnTo>
                    <a:pt x="334844" y="410034"/>
                  </a:lnTo>
                  <a:lnTo>
                    <a:pt x="334361" y="410166"/>
                  </a:lnTo>
                  <a:lnTo>
                    <a:pt x="333751" y="411981"/>
                  </a:lnTo>
                  <a:lnTo>
                    <a:pt x="332945" y="413558"/>
                  </a:lnTo>
                  <a:lnTo>
                    <a:pt x="332962" y="415834"/>
                  </a:lnTo>
                  <a:lnTo>
                    <a:pt x="332036" y="419619"/>
                  </a:lnTo>
                  <a:lnTo>
                    <a:pt x="331807" y="420864"/>
                  </a:lnTo>
                  <a:lnTo>
                    <a:pt x="330924" y="420571"/>
                  </a:lnTo>
                  <a:lnTo>
                    <a:pt x="329901" y="420736"/>
                  </a:lnTo>
                  <a:lnTo>
                    <a:pt x="329191" y="421648"/>
                  </a:lnTo>
                  <a:lnTo>
                    <a:pt x="328464" y="426239"/>
                  </a:lnTo>
                  <a:lnTo>
                    <a:pt x="326652" y="432707"/>
                  </a:lnTo>
                  <a:lnTo>
                    <a:pt x="325930" y="435842"/>
                  </a:lnTo>
                  <a:lnTo>
                    <a:pt x="325343" y="436927"/>
                  </a:lnTo>
                  <a:lnTo>
                    <a:pt x="324878" y="437348"/>
                  </a:lnTo>
                  <a:lnTo>
                    <a:pt x="324362" y="436607"/>
                  </a:lnTo>
                  <a:lnTo>
                    <a:pt x="323121" y="434832"/>
                  </a:lnTo>
                  <a:lnTo>
                    <a:pt x="322165" y="435686"/>
                  </a:lnTo>
                  <a:lnTo>
                    <a:pt x="321833" y="437721"/>
                  </a:lnTo>
                  <a:lnTo>
                    <a:pt x="321843" y="440295"/>
                  </a:lnTo>
                  <a:lnTo>
                    <a:pt x="319426" y="440290"/>
                  </a:lnTo>
                  <a:lnTo>
                    <a:pt x="315314" y="440280"/>
                  </a:lnTo>
                  <a:lnTo>
                    <a:pt x="310081" y="440269"/>
                  </a:lnTo>
                  <a:lnTo>
                    <a:pt x="305035" y="440257"/>
                  </a:lnTo>
                  <a:lnTo>
                    <a:pt x="300810" y="440249"/>
                  </a:lnTo>
                  <a:lnTo>
                    <a:pt x="300796" y="446030"/>
                  </a:lnTo>
                  <a:lnTo>
                    <a:pt x="300782" y="451151"/>
                  </a:lnTo>
                  <a:lnTo>
                    <a:pt x="300766" y="456913"/>
                  </a:lnTo>
                  <a:lnTo>
                    <a:pt x="298436" y="456864"/>
                  </a:lnTo>
                  <a:lnTo>
                    <a:pt x="295972" y="456812"/>
                  </a:lnTo>
                  <a:lnTo>
                    <a:pt x="296170" y="457386"/>
                  </a:lnTo>
                  <a:lnTo>
                    <a:pt x="297012" y="458469"/>
                  </a:lnTo>
                  <a:lnTo>
                    <a:pt x="298106" y="461056"/>
                  </a:lnTo>
                  <a:lnTo>
                    <a:pt x="299398" y="465077"/>
                  </a:lnTo>
                  <a:lnTo>
                    <a:pt x="300964" y="468278"/>
                  </a:lnTo>
                  <a:lnTo>
                    <a:pt x="302803" y="470663"/>
                  </a:lnTo>
                  <a:lnTo>
                    <a:pt x="304015" y="472998"/>
                  </a:lnTo>
                  <a:lnTo>
                    <a:pt x="304599" y="475279"/>
                  </a:lnTo>
                  <a:lnTo>
                    <a:pt x="304893" y="477222"/>
                  </a:lnTo>
                  <a:lnTo>
                    <a:pt x="304896" y="478830"/>
                  </a:lnTo>
                  <a:lnTo>
                    <a:pt x="305567" y="480098"/>
                  </a:lnTo>
                  <a:lnTo>
                    <a:pt x="306772" y="480933"/>
                  </a:lnTo>
                  <a:lnTo>
                    <a:pt x="307395" y="482367"/>
                  </a:lnTo>
                  <a:lnTo>
                    <a:pt x="307395" y="483540"/>
                  </a:lnTo>
                  <a:lnTo>
                    <a:pt x="307013" y="486198"/>
                  </a:lnTo>
                  <a:lnTo>
                    <a:pt x="306901" y="489124"/>
                  </a:lnTo>
                  <a:lnTo>
                    <a:pt x="307047" y="491773"/>
                  </a:lnTo>
                  <a:lnTo>
                    <a:pt x="306187" y="491818"/>
                  </a:lnTo>
                  <a:lnTo>
                    <a:pt x="304101" y="491822"/>
                  </a:lnTo>
                  <a:lnTo>
                    <a:pt x="300920" y="491830"/>
                  </a:lnTo>
                  <a:lnTo>
                    <a:pt x="297995" y="491834"/>
                  </a:lnTo>
                  <a:lnTo>
                    <a:pt x="295691" y="491840"/>
                  </a:lnTo>
                  <a:lnTo>
                    <a:pt x="292209" y="491848"/>
                  </a:lnTo>
                  <a:lnTo>
                    <a:pt x="291255" y="495920"/>
                  </a:lnTo>
                  <a:lnTo>
                    <a:pt x="289670" y="502691"/>
                  </a:lnTo>
                  <a:lnTo>
                    <a:pt x="288232" y="508827"/>
                  </a:lnTo>
                  <a:lnTo>
                    <a:pt x="287024" y="513988"/>
                  </a:lnTo>
                  <a:lnTo>
                    <a:pt x="286827" y="515345"/>
                  </a:lnTo>
                  <a:lnTo>
                    <a:pt x="286826" y="516447"/>
                  </a:lnTo>
                  <a:lnTo>
                    <a:pt x="288317" y="521278"/>
                  </a:lnTo>
                  <a:lnTo>
                    <a:pt x="288041" y="522680"/>
                  </a:lnTo>
                  <a:lnTo>
                    <a:pt x="287517" y="523413"/>
                  </a:lnTo>
                  <a:lnTo>
                    <a:pt x="287353" y="524547"/>
                  </a:lnTo>
                  <a:lnTo>
                    <a:pt x="287386" y="526387"/>
                  </a:lnTo>
                  <a:lnTo>
                    <a:pt x="287033" y="528838"/>
                  </a:lnTo>
                  <a:lnTo>
                    <a:pt x="287147" y="530523"/>
                  </a:lnTo>
                  <a:lnTo>
                    <a:pt x="287337" y="532601"/>
                  </a:lnTo>
                  <a:lnTo>
                    <a:pt x="287025" y="534402"/>
                  </a:lnTo>
                  <a:lnTo>
                    <a:pt x="286772" y="536147"/>
                  </a:lnTo>
                  <a:lnTo>
                    <a:pt x="286471" y="536903"/>
                  </a:lnTo>
                  <a:lnTo>
                    <a:pt x="286133" y="536243"/>
                  </a:lnTo>
                  <a:lnTo>
                    <a:pt x="283067" y="528209"/>
                  </a:lnTo>
                  <a:lnTo>
                    <a:pt x="279868" y="519376"/>
                  </a:lnTo>
                  <a:lnTo>
                    <a:pt x="278608" y="516493"/>
                  </a:lnTo>
                  <a:lnTo>
                    <a:pt x="277388" y="514303"/>
                  </a:lnTo>
                  <a:lnTo>
                    <a:pt x="275749" y="510231"/>
                  </a:lnTo>
                  <a:lnTo>
                    <a:pt x="271442" y="501297"/>
                  </a:lnTo>
                  <a:lnTo>
                    <a:pt x="269218" y="497217"/>
                  </a:lnTo>
                  <a:lnTo>
                    <a:pt x="267127" y="492339"/>
                  </a:lnTo>
                  <a:lnTo>
                    <a:pt x="265253" y="489629"/>
                  </a:lnTo>
                  <a:lnTo>
                    <a:pt x="263401" y="487862"/>
                  </a:lnTo>
                  <a:lnTo>
                    <a:pt x="262579" y="486849"/>
                  </a:lnTo>
                  <a:lnTo>
                    <a:pt x="261855" y="485507"/>
                  </a:lnTo>
                  <a:lnTo>
                    <a:pt x="261454" y="485431"/>
                  </a:lnTo>
                  <a:lnTo>
                    <a:pt x="261254" y="487236"/>
                  </a:lnTo>
                  <a:lnTo>
                    <a:pt x="261901" y="488147"/>
                  </a:lnTo>
                  <a:lnTo>
                    <a:pt x="262676" y="488918"/>
                  </a:lnTo>
                  <a:lnTo>
                    <a:pt x="263290" y="488971"/>
                  </a:lnTo>
                  <a:lnTo>
                    <a:pt x="263935" y="489619"/>
                  </a:lnTo>
                  <a:lnTo>
                    <a:pt x="265835" y="492088"/>
                  </a:lnTo>
                  <a:lnTo>
                    <a:pt x="266147" y="493362"/>
                  </a:lnTo>
                  <a:lnTo>
                    <a:pt x="260744" y="488409"/>
                  </a:lnTo>
                  <a:lnTo>
                    <a:pt x="258548" y="487955"/>
                  </a:lnTo>
                  <a:lnTo>
                    <a:pt x="258310" y="487178"/>
                  </a:lnTo>
                  <a:lnTo>
                    <a:pt x="259405" y="484589"/>
                  </a:lnTo>
                  <a:lnTo>
                    <a:pt x="259062" y="483652"/>
                  </a:lnTo>
                  <a:lnTo>
                    <a:pt x="258672" y="483526"/>
                  </a:lnTo>
                  <a:lnTo>
                    <a:pt x="257498" y="485317"/>
                  </a:lnTo>
                  <a:lnTo>
                    <a:pt x="257060" y="485436"/>
                  </a:lnTo>
                  <a:lnTo>
                    <a:pt x="256984" y="484258"/>
                  </a:lnTo>
                  <a:lnTo>
                    <a:pt x="257036" y="483148"/>
                  </a:lnTo>
                  <a:lnTo>
                    <a:pt x="256279" y="481519"/>
                  </a:lnTo>
                  <a:lnTo>
                    <a:pt x="255799" y="481585"/>
                  </a:lnTo>
                  <a:lnTo>
                    <a:pt x="255404" y="482720"/>
                  </a:lnTo>
                  <a:lnTo>
                    <a:pt x="254382" y="484872"/>
                  </a:lnTo>
                  <a:lnTo>
                    <a:pt x="254413" y="485718"/>
                  </a:lnTo>
                  <a:lnTo>
                    <a:pt x="256425" y="486635"/>
                  </a:lnTo>
                  <a:lnTo>
                    <a:pt x="257118" y="487152"/>
                  </a:lnTo>
                  <a:lnTo>
                    <a:pt x="256961" y="487726"/>
                  </a:lnTo>
                  <a:lnTo>
                    <a:pt x="255236" y="487716"/>
                  </a:lnTo>
                  <a:lnTo>
                    <a:pt x="253107" y="488693"/>
                  </a:lnTo>
                  <a:lnTo>
                    <a:pt x="249309" y="494669"/>
                  </a:lnTo>
                  <a:lnTo>
                    <a:pt x="245771" y="497237"/>
                  </a:lnTo>
                  <a:lnTo>
                    <a:pt x="240687" y="502991"/>
                  </a:lnTo>
                  <a:lnTo>
                    <a:pt x="238442" y="503286"/>
                  </a:lnTo>
                  <a:lnTo>
                    <a:pt x="237266" y="504208"/>
                  </a:lnTo>
                  <a:lnTo>
                    <a:pt x="233847" y="502006"/>
                  </a:lnTo>
                  <a:lnTo>
                    <a:pt x="229512" y="496602"/>
                  </a:lnTo>
                  <a:lnTo>
                    <a:pt x="222951" y="494901"/>
                  </a:lnTo>
                  <a:lnTo>
                    <a:pt x="218530" y="487826"/>
                  </a:lnTo>
                  <a:lnTo>
                    <a:pt x="214141" y="484914"/>
                  </a:lnTo>
                  <a:lnTo>
                    <a:pt x="211357" y="478120"/>
                  </a:lnTo>
                  <a:lnTo>
                    <a:pt x="209680" y="477830"/>
                  </a:lnTo>
                  <a:lnTo>
                    <a:pt x="208602" y="476740"/>
                  </a:lnTo>
                  <a:lnTo>
                    <a:pt x="204616" y="474279"/>
                  </a:lnTo>
                  <a:lnTo>
                    <a:pt x="200673" y="472657"/>
                  </a:lnTo>
                  <a:lnTo>
                    <a:pt x="196831" y="466721"/>
                  </a:lnTo>
                  <a:lnTo>
                    <a:pt x="194316" y="464840"/>
                  </a:lnTo>
                  <a:lnTo>
                    <a:pt x="192143" y="462480"/>
                  </a:lnTo>
                  <a:lnTo>
                    <a:pt x="187356" y="458448"/>
                  </a:lnTo>
                  <a:lnTo>
                    <a:pt x="185582" y="456213"/>
                  </a:lnTo>
                  <a:lnTo>
                    <a:pt x="183903" y="452756"/>
                  </a:lnTo>
                  <a:lnTo>
                    <a:pt x="181168" y="449178"/>
                  </a:lnTo>
                  <a:lnTo>
                    <a:pt x="180000" y="446190"/>
                  </a:lnTo>
                  <a:lnTo>
                    <a:pt x="178697" y="445120"/>
                  </a:lnTo>
                  <a:lnTo>
                    <a:pt x="176831" y="439492"/>
                  </a:lnTo>
                  <a:lnTo>
                    <a:pt x="175857" y="437120"/>
                  </a:lnTo>
                  <a:lnTo>
                    <a:pt x="175032" y="436012"/>
                  </a:lnTo>
                  <a:lnTo>
                    <a:pt x="174148" y="435630"/>
                  </a:lnTo>
                  <a:lnTo>
                    <a:pt x="171604" y="436082"/>
                  </a:lnTo>
                  <a:lnTo>
                    <a:pt x="167802" y="433600"/>
                  </a:lnTo>
                  <a:lnTo>
                    <a:pt x="166046" y="432967"/>
                  </a:lnTo>
                  <a:lnTo>
                    <a:pt x="162376" y="429302"/>
                  </a:lnTo>
                  <a:lnTo>
                    <a:pt x="157507" y="425209"/>
                  </a:lnTo>
                  <a:lnTo>
                    <a:pt x="155911" y="420511"/>
                  </a:lnTo>
                  <a:lnTo>
                    <a:pt x="154545" y="416120"/>
                  </a:lnTo>
                  <a:lnTo>
                    <a:pt x="152088" y="410343"/>
                  </a:lnTo>
                  <a:lnTo>
                    <a:pt x="150555" y="407880"/>
                  </a:lnTo>
                  <a:lnTo>
                    <a:pt x="147893" y="404950"/>
                  </a:lnTo>
                  <a:lnTo>
                    <a:pt x="146418" y="402579"/>
                  </a:lnTo>
                  <a:lnTo>
                    <a:pt x="144141" y="400757"/>
                  </a:lnTo>
                  <a:lnTo>
                    <a:pt x="140281" y="396133"/>
                  </a:lnTo>
                  <a:lnTo>
                    <a:pt x="139052" y="392176"/>
                  </a:lnTo>
                  <a:lnTo>
                    <a:pt x="138333" y="388662"/>
                  </a:lnTo>
                  <a:lnTo>
                    <a:pt x="136277" y="384398"/>
                  </a:lnTo>
                  <a:lnTo>
                    <a:pt x="134025" y="376432"/>
                  </a:lnTo>
                  <a:lnTo>
                    <a:pt x="133445" y="373498"/>
                  </a:lnTo>
                  <a:lnTo>
                    <a:pt x="133008" y="368993"/>
                  </a:lnTo>
                  <a:lnTo>
                    <a:pt x="132484" y="366379"/>
                  </a:lnTo>
                  <a:lnTo>
                    <a:pt x="131869" y="364331"/>
                  </a:lnTo>
                  <a:lnTo>
                    <a:pt x="132183" y="362842"/>
                  </a:lnTo>
                  <a:lnTo>
                    <a:pt x="133328" y="361011"/>
                  </a:lnTo>
                  <a:lnTo>
                    <a:pt x="135233" y="360600"/>
                  </a:lnTo>
                  <a:lnTo>
                    <a:pt x="136579" y="358615"/>
                  </a:lnTo>
                  <a:lnTo>
                    <a:pt x="136757" y="356986"/>
                  </a:lnTo>
                  <a:lnTo>
                    <a:pt x="136669" y="355972"/>
                  </a:lnTo>
                  <a:lnTo>
                    <a:pt x="135809" y="353476"/>
                  </a:lnTo>
                  <a:lnTo>
                    <a:pt x="134738" y="352813"/>
                  </a:lnTo>
                  <a:lnTo>
                    <a:pt x="133906" y="352777"/>
                  </a:lnTo>
                  <a:lnTo>
                    <a:pt x="133694" y="351828"/>
                  </a:lnTo>
                  <a:lnTo>
                    <a:pt x="134321" y="350792"/>
                  </a:lnTo>
                  <a:lnTo>
                    <a:pt x="135038" y="348359"/>
                  </a:lnTo>
                  <a:lnTo>
                    <a:pt x="136098" y="345391"/>
                  </a:lnTo>
                  <a:lnTo>
                    <a:pt x="136844" y="342654"/>
                  </a:lnTo>
                  <a:lnTo>
                    <a:pt x="136983" y="338798"/>
                  </a:lnTo>
                  <a:lnTo>
                    <a:pt x="136888" y="334935"/>
                  </a:lnTo>
                  <a:lnTo>
                    <a:pt x="137171" y="331673"/>
                  </a:lnTo>
                  <a:lnTo>
                    <a:pt x="134607" y="327907"/>
                  </a:lnTo>
                  <a:lnTo>
                    <a:pt x="134308" y="326306"/>
                  </a:lnTo>
                  <a:lnTo>
                    <a:pt x="133503" y="321992"/>
                  </a:lnTo>
                  <a:lnTo>
                    <a:pt x="132102" y="316979"/>
                  </a:lnTo>
                  <a:lnTo>
                    <a:pt x="132144" y="306968"/>
                  </a:lnTo>
                  <a:lnTo>
                    <a:pt x="130460" y="298086"/>
                  </a:lnTo>
                  <a:lnTo>
                    <a:pt x="128716" y="293668"/>
                  </a:lnTo>
                  <a:lnTo>
                    <a:pt x="127814" y="292130"/>
                  </a:lnTo>
                  <a:lnTo>
                    <a:pt x="125365" y="285278"/>
                  </a:lnTo>
                  <a:lnTo>
                    <a:pt x="123435" y="281298"/>
                  </a:lnTo>
                  <a:lnTo>
                    <a:pt x="121545" y="273797"/>
                  </a:lnTo>
                  <a:lnTo>
                    <a:pt x="119678" y="269033"/>
                  </a:lnTo>
                  <a:lnTo>
                    <a:pt x="117299" y="261038"/>
                  </a:lnTo>
                  <a:lnTo>
                    <a:pt x="115580" y="257053"/>
                  </a:lnTo>
                  <a:lnTo>
                    <a:pt x="107753" y="243584"/>
                  </a:lnTo>
                  <a:lnTo>
                    <a:pt x="108195" y="243584"/>
                  </a:lnTo>
                  <a:lnTo>
                    <a:pt x="110489" y="246890"/>
                  </a:lnTo>
                  <a:lnTo>
                    <a:pt x="110875" y="246614"/>
                  </a:lnTo>
                  <a:lnTo>
                    <a:pt x="110930" y="245001"/>
                  </a:lnTo>
                  <a:lnTo>
                    <a:pt x="110665" y="243075"/>
                  </a:lnTo>
                  <a:lnTo>
                    <a:pt x="110240" y="242613"/>
                  </a:lnTo>
                  <a:lnTo>
                    <a:pt x="109629" y="243046"/>
                  </a:lnTo>
                  <a:lnTo>
                    <a:pt x="108804" y="242649"/>
                  </a:lnTo>
                  <a:lnTo>
                    <a:pt x="108391" y="242015"/>
                  </a:lnTo>
                  <a:lnTo>
                    <a:pt x="107158" y="241602"/>
                  </a:lnTo>
                  <a:lnTo>
                    <a:pt x="105610" y="239360"/>
                  </a:lnTo>
                  <a:lnTo>
                    <a:pt x="104947" y="237035"/>
                  </a:lnTo>
                  <a:lnTo>
                    <a:pt x="104875" y="234381"/>
                  </a:lnTo>
                  <a:lnTo>
                    <a:pt x="102659" y="228725"/>
                  </a:lnTo>
                  <a:lnTo>
                    <a:pt x="101817" y="225571"/>
                  </a:lnTo>
                  <a:lnTo>
                    <a:pt x="102248" y="225803"/>
                  </a:lnTo>
                  <a:lnTo>
                    <a:pt x="102838" y="227074"/>
                  </a:lnTo>
                  <a:lnTo>
                    <a:pt x="103436" y="227436"/>
                  </a:lnTo>
                  <a:lnTo>
                    <a:pt x="104132" y="227446"/>
                  </a:lnTo>
                  <a:lnTo>
                    <a:pt x="104638" y="226936"/>
                  </a:lnTo>
                  <a:lnTo>
                    <a:pt x="104456" y="225999"/>
                  </a:lnTo>
                  <a:lnTo>
                    <a:pt x="103980" y="225217"/>
                  </a:lnTo>
                  <a:lnTo>
                    <a:pt x="100748" y="222238"/>
                  </a:lnTo>
                  <a:lnTo>
                    <a:pt x="99683" y="220146"/>
                  </a:lnTo>
                  <a:lnTo>
                    <a:pt x="97034" y="216666"/>
                  </a:lnTo>
                  <a:lnTo>
                    <a:pt x="96406" y="215445"/>
                  </a:lnTo>
                  <a:lnTo>
                    <a:pt x="95989" y="212082"/>
                  </a:lnTo>
                  <a:lnTo>
                    <a:pt x="95340" y="211926"/>
                  </a:lnTo>
                  <a:lnTo>
                    <a:pt x="94770" y="212864"/>
                  </a:lnTo>
                  <a:lnTo>
                    <a:pt x="93209" y="213783"/>
                  </a:lnTo>
                  <a:lnTo>
                    <a:pt x="92810" y="212712"/>
                  </a:lnTo>
                  <a:lnTo>
                    <a:pt x="92752" y="211682"/>
                  </a:lnTo>
                  <a:lnTo>
                    <a:pt x="93854" y="210591"/>
                  </a:lnTo>
                  <a:lnTo>
                    <a:pt x="94865" y="207413"/>
                  </a:lnTo>
                  <a:lnTo>
                    <a:pt x="94846" y="206308"/>
                  </a:lnTo>
                  <a:lnTo>
                    <a:pt x="94286" y="207583"/>
                  </a:lnTo>
                  <a:lnTo>
                    <a:pt x="93444" y="209010"/>
                  </a:lnTo>
                  <a:lnTo>
                    <a:pt x="92573" y="209806"/>
                  </a:lnTo>
                  <a:lnTo>
                    <a:pt x="91279" y="210472"/>
                  </a:lnTo>
                  <a:lnTo>
                    <a:pt x="90618" y="209991"/>
                  </a:lnTo>
                  <a:lnTo>
                    <a:pt x="90038" y="209271"/>
                  </a:lnTo>
                  <a:lnTo>
                    <a:pt x="89110" y="206494"/>
                  </a:lnTo>
                  <a:lnTo>
                    <a:pt x="88642" y="197469"/>
                  </a:lnTo>
                  <a:lnTo>
                    <a:pt x="89465" y="194339"/>
                  </a:lnTo>
                  <a:lnTo>
                    <a:pt x="90425" y="191247"/>
                  </a:lnTo>
                  <a:lnTo>
                    <a:pt x="91242" y="189412"/>
                  </a:lnTo>
                  <a:lnTo>
                    <a:pt x="91713" y="190797"/>
                  </a:lnTo>
                  <a:lnTo>
                    <a:pt x="92197" y="190963"/>
                  </a:lnTo>
                  <a:lnTo>
                    <a:pt x="91856" y="189398"/>
                  </a:lnTo>
                  <a:lnTo>
                    <a:pt x="91054" y="187933"/>
                  </a:lnTo>
                  <a:lnTo>
                    <a:pt x="90771" y="186473"/>
                  </a:lnTo>
                  <a:lnTo>
                    <a:pt x="90741" y="185136"/>
                  </a:lnTo>
                  <a:lnTo>
                    <a:pt x="90361" y="182655"/>
                  </a:lnTo>
                  <a:lnTo>
                    <a:pt x="87983" y="177441"/>
                  </a:lnTo>
                  <a:lnTo>
                    <a:pt x="85760" y="177841"/>
                  </a:lnTo>
                  <a:lnTo>
                    <a:pt x="84854" y="177660"/>
                  </a:lnTo>
                  <a:lnTo>
                    <a:pt x="84007" y="175675"/>
                  </a:lnTo>
                  <a:lnTo>
                    <a:pt x="83287" y="172328"/>
                  </a:lnTo>
                  <a:lnTo>
                    <a:pt x="82933" y="169527"/>
                  </a:lnTo>
                  <a:lnTo>
                    <a:pt x="82888" y="168035"/>
                  </a:lnTo>
                  <a:lnTo>
                    <a:pt x="82677" y="166538"/>
                  </a:lnTo>
                  <a:lnTo>
                    <a:pt x="78843" y="164089"/>
                  </a:lnTo>
                  <a:lnTo>
                    <a:pt x="77690" y="161988"/>
                  </a:lnTo>
                  <a:lnTo>
                    <a:pt x="76534" y="159348"/>
                  </a:lnTo>
                  <a:lnTo>
                    <a:pt x="76055" y="157192"/>
                  </a:lnTo>
                  <a:lnTo>
                    <a:pt x="75580" y="155581"/>
                  </a:lnTo>
                  <a:lnTo>
                    <a:pt x="75212" y="152797"/>
                  </a:lnTo>
                  <a:lnTo>
                    <a:pt x="74949" y="149560"/>
                  </a:lnTo>
                  <a:lnTo>
                    <a:pt x="75377" y="145371"/>
                  </a:lnTo>
                  <a:lnTo>
                    <a:pt x="75934" y="143346"/>
                  </a:lnTo>
                  <a:lnTo>
                    <a:pt x="73297" y="141839"/>
                  </a:lnTo>
                  <a:lnTo>
                    <a:pt x="72266" y="141769"/>
                  </a:lnTo>
                  <a:lnTo>
                    <a:pt x="71435" y="142617"/>
                  </a:lnTo>
                  <a:lnTo>
                    <a:pt x="70684" y="141520"/>
                  </a:lnTo>
                  <a:lnTo>
                    <a:pt x="69127" y="140308"/>
                  </a:lnTo>
                  <a:lnTo>
                    <a:pt x="67274" y="135928"/>
                  </a:lnTo>
                  <a:lnTo>
                    <a:pt x="65096" y="127987"/>
                  </a:lnTo>
                  <a:lnTo>
                    <a:pt x="62698" y="125429"/>
                  </a:lnTo>
                  <a:lnTo>
                    <a:pt x="61925" y="122668"/>
                  </a:lnTo>
                  <a:lnTo>
                    <a:pt x="60945" y="120181"/>
                  </a:lnTo>
                  <a:lnTo>
                    <a:pt x="60086" y="117098"/>
                  </a:lnTo>
                  <a:lnTo>
                    <a:pt x="59953" y="115756"/>
                  </a:lnTo>
                  <a:lnTo>
                    <a:pt x="59697" y="115009"/>
                  </a:lnTo>
                  <a:lnTo>
                    <a:pt x="58500" y="112860"/>
                  </a:lnTo>
                  <a:lnTo>
                    <a:pt x="57154" y="109226"/>
                  </a:lnTo>
                  <a:lnTo>
                    <a:pt x="56806" y="106298"/>
                  </a:lnTo>
                  <a:lnTo>
                    <a:pt x="56444" y="101821"/>
                  </a:lnTo>
                  <a:lnTo>
                    <a:pt x="55547" y="100243"/>
                  </a:lnTo>
                  <a:lnTo>
                    <a:pt x="54663" y="99510"/>
                  </a:lnTo>
                  <a:lnTo>
                    <a:pt x="54491" y="97382"/>
                  </a:lnTo>
                  <a:lnTo>
                    <a:pt x="54543" y="96188"/>
                  </a:lnTo>
                  <a:lnTo>
                    <a:pt x="54245" y="93933"/>
                  </a:lnTo>
                  <a:lnTo>
                    <a:pt x="52423" y="88523"/>
                  </a:lnTo>
                  <a:lnTo>
                    <a:pt x="51500" y="84074"/>
                  </a:lnTo>
                  <a:lnTo>
                    <a:pt x="50993" y="82692"/>
                  </a:lnTo>
                  <a:lnTo>
                    <a:pt x="50519" y="80665"/>
                  </a:lnTo>
                  <a:lnTo>
                    <a:pt x="50279" y="76521"/>
                  </a:lnTo>
                  <a:lnTo>
                    <a:pt x="49524" y="71366"/>
                  </a:lnTo>
                  <a:lnTo>
                    <a:pt x="48063" y="65165"/>
                  </a:lnTo>
                  <a:lnTo>
                    <a:pt x="46844" y="60998"/>
                  </a:lnTo>
                  <a:lnTo>
                    <a:pt x="46237" y="56793"/>
                  </a:lnTo>
                  <a:lnTo>
                    <a:pt x="46507" y="52515"/>
                  </a:lnTo>
                  <a:lnTo>
                    <a:pt x="46300" y="49882"/>
                  </a:lnTo>
                  <a:lnTo>
                    <a:pt x="46143" y="49265"/>
                  </a:lnTo>
                  <a:lnTo>
                    <a:pt x="46266" y="48402"/>
                  </a:lnTo>
                  <a:lnTo>
                    <a:pt x="46670" y="48887"/>
                  </a:lnTo>
                  <a:lnTo>
                    <a:pt x="47014" y="48115"/>
                  </a:lnTo>
                  <a:lnTo>
                    <a:pt x="46970" y="45389"/>
                  </a:lnTo>
                  <a:lnTo>
                    <a:pt x="46545" y="44564"/>
                  </a:lnTo>
                  <a:lnTo>
                    <a:pt x="45365" y="43711"/>
                  </a:lnTo>
                  <a:lnTo>
                    <a:pt x="44845" y="43123"/>
                  </a:lnTo>
                  <a:lnTo>
                    <a:pt x="41975" y="42010"/>
                  </a:lnTo>
                  <a:lnTo>
                    <a:pt x="40333" y="40465"/>
                  </a:lnTo>
                  <a:lnTo>
                    <a:pt x="40223" y="36868"/>
                  </a:lnTo>
                  <a:lnTo>
                    <a:pt x="39453" y="35222"/>
                  </a:lnTo>
                  <a:lnTo>
                    <a:pt x="38769" y="34205"/>
                  </a:lnTo>
                  <a:lnTo>
                    <a:pt x="36601" y="32089"/>
                  </a:lnTo>
                  <a:lnTo>
                    <a:pt x="36259" y="33171"/>
                  </a:lnTo>
                  <a:lnTo>
                    <a:pt x="35969" y="35168"/>
                  </a:lnTo>
                  <a:lnTo>
                    <a:pt x="35069" y="35606"/>
                  </a:lnTo>
                  <a:lnTo>
                    <a:pt x="34282" y="35694"/>
                  </a:lnTo>
                  <a:lnTo>
                    <a:pt x="32961" y="34303"/>
                  </a:lnTo>
                  <a:lnTo>
                    <a:pt x="29686" y="29010"/>
                  </a:lnTo>
                  <a:lnTo>
                    <a:pt x="28994" y="28162"/>
                  </a:lnTo>
                  <a:lnTo>
                    <a:pt x="27972" y="27713"/>
                  </a:lnTo>
                  <a:lnTo>
                    <a:pt x="27469" y="26855"/>
                  </a:lnTo>
                  <a:lnTo>
                    <a:pt x="25256" y="24070"/>
                  </a:lnTo>
                  <a:lnTo>
                    <a:pt x="25699" y="25551"/>
                  </a:lnTo>
                  <a:lnTo>
                    <a:pt x="26339" y="27090"/>
                  </a:lnTo>
                  <a:lnTo>
                    <a:pt x="26910" y="31564"/>
                  </a:lnTo>
                  <a:lnTo>
                    <a:pt x="26239" y="34790"/>
                  </a:lnTo>
                  <a:lnTo>
                    <a:pt x="25851" y="46065"/>
                  </a:lnTo>
                  <a:lnTo>
                    <a:pt x="26279" y="48308"/>
                  </a:lnTo>
                  <a:lnTo>
                    <a:pt x="27242" y="51905"/>
                  </a:lnTo>
                  <a:lnTo>
                    <a:pt x="27906" y="57624"/>
                  </a:lnTo>
                  <a:lnTo>
                    <a:pt x="28112" y="61879"/>
                  </a:lnTo>
                  <a:lnTo>
                    <a:pt x="28712" y="65257"/>
                  </a:lnTo>
                  <a:lnTo>
                    <a:pt x="28523" y="73198"/>
                  </a:lnTo>
                  <a:lnTo>
                    <a:pt x="28751" y="75616"/>
                  </a:lnTo>
                  <a:lnTo>
                    <a:pt x="29665" y="79577"/>
                  </a:lnTo>
                  <a:lnTo>
                    <a:pt x="31357" y="83294"/>
                  </a:lnTo>
                  <a:lnTo>
                    <a:pt x="31712" y="85252"/>
                  </a:lnTo>
                  <a:lnTo>
                    <a:pt x="33938" y="88085"/>
                  </a:lnTo>
                  <a:lnTo>
                    <a:pt x="35287" y="91773"/>
                  </a:lnTo>
                  <a:lnTo>
                    <a:pt x="37968" y="96799"/>
                  </a:lnTo>
                  <a:lnTo>
                    <a:pt x="38814" y="98925"/>
                  </a:lnTo>
                  <a:lnTo>
                    <a:pt x="41233" y="106763"/>
                  </a:lnTo>
                  <a:lnTo>
                    <a:pt x="41311" y="109093"/>
                  </a:lnTo>
                  <a:lnTo>
                    <a:pt x="41757" y="111950"/>
                  </a:lnTo>
                  <a:lnTo>
                    <a:pt x="43114" y="111360"/>
                  </a:lnTo>
                  <a:lnTo>
                    <a:pt x="43723" y="113535"/>
                  </a:lnTo>
                  <a:lnTo>
                    <a:pt x="43653" y="114540"/>
                  </a:lnTo>
                  <a:lnTo>
                    <a:pt x="43817" y="115306"/>
                  </a:lnTo>
                  <a:lnTo>
                    <a:pt x="44529" y="115137"/>
                  </a:lnTo>
                  <a:lnTo>
                    <a:pt x="45142" y="115730"/>
                  </a:lnTo>
                  <a:lnTo>
                    <a:pt x="46430" y="124211"/>
                  </a:lnTo>
                  <a:lnTo>
                    <a:pt x="47121" y="125368"/>
                  </a:lnTo>
                  <a:lnTo>
                    <a:pt x="48007" y="125863"/>
                  </a:lnTo>
                  <a:lnTo>
                    <a:pt x="48994" y="126798"/>
                  </a:lnTo>
                  <a:lnTo>
                    <a:pt x="49059" y="128972"/>
                  </a:lnTo>
                  <a:lnTo>
                    <a:pt x="49022" y="130705"/>
                  </a:lnTo>
                  <a:lnTo>
                    <a:pt x="49859" y="133213"/>
                  </a:lnTo>
                  <a:lnTo>
                    <a:pt x="49717" y="136609"/>
                  </a:lnTo>
                  <a:lnTo>
                    <a:pt x="50393" y="139485"/>
                  </a:lnTo>
                  <a:lnTo>
                    <a:pt x="50291" y="142269"/>
                  </a:lnTo>
                  <a:lnTo>
                    <a:pt x="50569" y="144475"/>
                  </a:lnTo>
                  <a:lnTo>
                    <a:pt x="52656" y="149454"/>
                  </a:lnTo>
                  <a:lnTo>
                    <a:pt x="55228" y="153415"/>
                  </a:lnTo>
                  <a:lnTo>
                    <a:pt x="55764" y="158615"/>
                  </a:lnTo>
                  <a:lnTo>
                    <a:pt x="56813" y="163366"/>
                  </a:lnTo>
                  <a:lnTo>
                    <a:pt x="57887" y="164570"/>
                  </a:lnTo>
                  <a:lnTo>
                    <a:pt x="58971" y="166545"/>
                  </a:lnTo>
                  <a:lnTo>
                    <a:pt x="58837" y="168595"/>
                  </a:lnTo>
                  <a:lnTo>
                    <a:pt x="58912" y="169855"/>
                  </a:lnTo>
                  <a:lnTo>
                    <a:pt x="60361" y="173604"/>
                  </a:lnTo>
                  <a:lnTo>
                    <a:pt x="60597" y="178382"/>
                  </a:lnTo>
                  <a:lnTo>
                    <a:pt x="61847" y="181508"/>
                  </a:lnTo>
                  <a:lnTo>
                    <a:pt x="62199" y="181754"/>
                  </a:lnTo>
                  <a:lnTo>
                    <a:pt x="62475" y="181264"/>
                  </a:lnTo>
                  <a:lnTo>
                    <a:pt x="61565" y="178123"/>
                  </a:lnTo>
                  <a:lnTo>
                    <a:pt x="61124" y="176085"/>
                  </a:lnTo>
                  <a:lnTo>
                    <a:pt x="61067" y="172869"/>
                  </a:lnTo>
                  <a:lnTo>
                    <a:pt x="61372" y="172437"/>
                  </a:lnTo>
                  <a:lnTo>
                    <a:pt x="63968" y="177522"/>
                  </a:lnTo>
                  <a:lnTo>
                    <a:pt x="64242" y="181316"/>
                  </a:lnTo>
                  <a:lnTo>
                    <a:pt x="65113" y="183460"/>
                  </a:lnTo>
                  <a:lnTo>
                    <a:pt x="65179" y="186362"/>
                  </a:lnTo>
                  <a:lnTo>
                    <a:pt x="65708" y="188090"/>
                  </a:lnTo>
                  <a:lnTo>
                    <a:pt x="65868" y="190600"/>
                  </a:lnTo>
                  <a:lnTo>
                    <a:pt x="66702" y="194725"/>
                  </a:lnTo>
                  <a:lnTo>
                    <a:pt x="66722" y="200460"/>
                  </a:lnTo>
                  <a:lnTo>
                    <a:pt x="67168" y="204643"/>
                  </a:lnTo>
                  <a:lnTo>
                    <a:pt x="68803" y="211060"/>
                  </a:lnTo>
                  <a:lnTo>
                    <a:pt x="70128" y="212409"/>
                  </a:lnTo>
                  <a:lnTo>
                    <a:pt x="70367" y="215560"/>
                  </a:lnTo>
                  <a:lnTo>
                    <a:pt x="71745" y="223718"/>
                  </a:lnTo>
                  <a:lnTo>
                    <a:pt x="73336" y="228140"/>
                  </a:lnTo>
                  <a:lnTo>
                    <a:pt x="74129" y="231890"/>
                  </a:lnTo>
                  <a:lnTo>
                    <a:pt x="74238" y="234229"/>
                  </a:lnTo>
                  <a:lnTo>
                    <a:pt x="73643" y="237686"/>
                  </a:lnTo>
                  <a:lnTo>
                    <a:pt x="73579" y="240100"/>
                  </a:lnTo>
                  <a:lnTo>
                    <a:pt x="74445" y="247440"/>
                  </a:lnTo>
                  <a:lnTo>
                    <a:pt x="75738" y="251201"/>
                  </a:lnTo>
                  <a:lnTo>
                    <a:pt x="77182" y="252110"/>
                  </a:lnTo>
                  <a:lnTo>
                    <a:pt x="77433" y="252650"/>
                  </a:lnTo>
                  <a:lnTo>
                    <a:pt x="77318" y="253660"/>
                  </a:lnTo>
                  <a:lnTo>
                    <a:pt x="77804" y="254560"/>
                  </a:lnTo>
                  <a:lnTo>
                    <a:pt x="78350" y="253409"/>
                  </a:lnTo>
                  <a:lnTo>
                    <a:pt x="78616" y="251771"/>
                  </a:lnTo>
                  <a:lnTo>
                    <a:pt x="78339" y="249871"/>
                  </a:lnTo>
                  <a:lnTo>
                    <a:pt x="78291" y="248488"/>
                  </a:lnTo>
                  <a:lnTo>
                    <a:pt x="78537" y="247499"/>
                  </a:lnTo>
                  <a:lnTo>
                    <a:pt x="79007" y="247349"/>
                  </a:lnTo>
                  <a:lnTo>
                    <a:pt x="81770" y="252370"/>
                  </a:lnTo>
                  <a:lnTo>
                    <a:pt x="82233" y="254297"/>
                  </a:lnTo>
                  <a:lnTo>
                    <a:pt x="83262" y="256554"/>
                  </a:lnTo>
                  <a:lnTo>
                    <a:pt x="84203" y="259331"/>
                  </a:lnTo>
                  <a:lnTo>
                    <a:pt x="84610" y="261522"/>
                  </a:lnTo>
                  <a:lnTo>
                    <a:pt x="85363" y="263327"/>
                  </a:lnTo>
                  <a:lnTo>
                    <a:pt x="85754" y="267529"/>
                  </a:lnTo>
                  <a:lnTo>
                    <a:pt x="87676" y="269411"/>
                  </a:lnTo>
                  <a:lnTo>
                    <a:pt x="88697" y="272891"/>
                  </a:lnTo>
                  <a:lnTo>
                    <a:pt x="88764" y="275094"/>
                  </a:lnTo>
                  <a:lnTo>
                    <a:pt x="88269" y="280733"/>
                  </a:lnTo>
                  <a:lnTo>
                    <a:pt x="87836" y="282356"/>
                  </a:lnTo>
                  <a:lnTo>
                    <a:pt x="86285" y="284754"/>
                  </a:lnTo>
                  <a:lnTo>
                    <a:pt x="85158" y="287615"/>
                  </a:lnTo>
                  <a:lnTo>
                    <a:pt x="84069" y="289378"/>
                  </a:lnTo>
                  <a:lnTo>
                    <a:pt x="82913" y="290450"/>
                  </a:lnTo>
                  <a:lnTo>
                    <a:pt x="81960" y="290209"/>
                  </a:lnTo>
                  <a:lnTo>
                    <a:pt x="81042" y="286917"/>
                  </a:lnTo>
                  <a:lnTo>
                    <a:pt x="79954" y="276987"/>
                  </a:lnTo>
                  <a:lnTo>
                    <a:pt x="79223" y="274897"/>
                  </a:lnTo>
                  <a:lnTo>
                    <a:pt x="78709" y="271781"/>
                  </a:lnTo>
                  <a:lnTo>
                    <a:pt x="77858" y="269203"/>
                  </a:lnTo>
                  <a:lnTo>
                    <a:pt x="74782" y="265292"/>
                  </a:lnTo>
                  <a:lnTo>
                    <a:pt x="73230" y="261164"/>
                  </a:lnTo>
                  <a:lnTo>
                    <a:pt x="71726" y="258408"/>
                  </a:lnTo>
                  <a:lnTo>
                    <a:pt x="70108" y="254419"/>
                  </a:lnTo>
                  <a:lnTo>
                    <a:pt x="65698" y="247807"/>
                  </a:lnTo>
                  <a:lnTo>
                    <a:pt x="63870" y="244439"/>
                  </a:lnTo>
                  <a:lnTo>
                    <a:pt x="62665" y="241106"/>
                  </a:lnTo>
                  <a:lnTo>
                    <a:pt x="61889" y="241155"/>
                  </a:lnTo>
                  <a:lnTo>
                    <a:pt x="61289" y="241498"/>
                  </a:lnTo>
                  <a:lnTo>
                    <a:pt x="61061" y="240586"/>
                  </a:lnTo>
                  <a:lnTo>
                    <a:pt x="61028" y="238861"/>
                  </a:lnTo>
                  <a:lnTo>
                    <a:pt x="60762" y="237729"/>
                  </a:lnTo>
                  <a:lnTo>
                    <a:pt x="58181" y="232707"/>
                  </a:lnTo>
                  <a:lnTo>
                    <a:pt x="57646" y="229929"/>
                  </a:lnTo>
                  <a:lnTo>
                    <a:pt x="57537" y="226706"/>
                  </a:lnTo>
                  <a:lnTo>
                    <a:pt x="58119" y="218407"/>
                  </a:lnTo>
                  <a:lnTo>
                    <a:pt x="58374" y="213553"/>
                  </a:lnTo>
                  <a:lnTo>
                    <a:pt x="58212" y="211053"/>
                  </a:lnTo>
                  <a:lnTo>
                    <a:pt x="57942" y="210712"/>
                  </a:lnTo>
                  <a:lnTo>
                    <a:pt x="57697" y="209353"/>
                  </a:lnTo>
                  <a:lnTo>
                    <a:pt x="57638" y="205360"/>
                  </a:lnTo>
                  <a:lnTo>
                    <a:pt x="57016" y="201014"/>
                  </a:lnTo>
                  <a:lnTo>
                    <a:pt x="54675" y="192110"/>
                  </a:lnTo>
                  <a:lnTo>
                    <a:pt x="52962" y="190350"/>
                  </a:lnTo>
                  <a:lnTo>
                    <a:pt x="51439" y="189072"/>
                  </a:lnTo>
                  <a:lnTo>
                    <a:pt x="47269" y="181197"/>
                  </a:lnTo>
                  <a:lnTo>
                    <a:pt x="46136" y="177259"/>
                  </a:lnTo>
                  <a:lnTo>
                    <a:pt x="45860" y="175023"/>
                  </a:lnTo>
                  <a:lnTo>
                    <a:pt x="45715" y="170471"/>
                  </a:lnTo>
                  <a:lnTo>
                    <a:pt x="45140" y="173108"/>
                  </a:lnTo>
                  <a:lnTo>
                    <a:pt x="44375" y="175059"/>
                  </a:lnTo>
                  <a:lnTo>
                    <a:pt x="42607" y="174916"/>
                  </a:lnTo>
                  <a:lnTo>
                    <a:pt x="40620" y="177118"/>
                  </a:lnTo>
                  <a:lnTo>
                    <a:pt x="39438" y="175047"/>
                  </a:lnTo>
                  <a:lnTo>
                    <a:pt x="38800" y="172698"/>
                  </a:lnTo>
                  <a:lnTo>
                    <a:pt x="37830" y="169872"/>
                  </a:lnTo>
                  <a:lnTo>
                    <a:pt x="36737" y="169318"/>
                  </a:lnTo>
                  <a:lnTo>
                    <a:pt x="36040" y="169246"/>
                  </a:lnTo>
                  <a:lnTo>
                    <a:pt x="34733" y="165751"/>
                  </a:lnTo>
                  <a:lnTo>
                    <a:pt x="33677" y="164642"/>
                  </a:lnTo>
                  <a:lnTo>
                    <a:pt x="32163" y="164213"/>
                  </a:lnTo>
                  <a:lnTo>
                    <a:pt x="30876" y="162436"/>
                  </a:lnTo>
                  <a:lnTo>
                    <a:pt x="30480" y="160502"/>
                  </a:lnTo>
                  <a:lnTo>
                    <a:pt x="30266" y="157765"/>
                  </a:lnTo>
                  <a:lnTo>
                    <a:pt x="29787" y="156143"/>
                  </a:lnTo>
                  <a:lnTo>
                    <a:pt x="27765" y="152939"/>
                  </a:lnTo>
                  <a:lnTo>
                    <a:pt x="26117" y="149404"/>
                  </a:lnTo>
                  <a:lnTo>
                    <a:pt x="24567" y="147133"/>
                  </a:lnTo>
                  <a:lnTo>
                    <a:pt x="24110" y="145276"/>
                  </a:lnTo>
                  <a:lnTo>
                    <a:pt x="24072" y="144006"/>
                  </a:lnTo>
                  <a:lnTo>
                    <a:pt x="26523" y="144358"/>
                  </a:lnTo>
                  <a:lnTo>
                    <a:pt x="29440" y="145718"/>
                  </a:lnTo>
                  <a:lnTo>
                    <a:pt x="30839" y="145335"/>
                  </a:lnTo>
                  <a:lnTo>
                    <a:pt x="31711" y="144025"/>
                  </a:lnTo>
                  <a:lnTo>
                    <a:pt x="32541" y="143086"/>
                  </a:lnTo>
                  <a:lnTo>
                    <a:pt x="32673" y="144103"/>
                  </a:lnTo>
                  <a:lnTo>
                    <a:pt x="32522" y="145960"/>
                  </a:lnTo>
                  <a:lnTo>
                    <a:pt x="33322" y="147662"/>
                  </a:lnTo>
                  <a:lnTo>
                    <a:pt x="34421" y="149042"/>
                  </a:lnTo>
                  <a:lnTo>
                    <a:pt x="35202" y="148916"/>
                  </a:lnTo>
                  <a:lnTo>
                    <a:pt x="34446" y="147411"/>
                  </a:lnTo>
                  <a:lnTo>
                    <a:pt x="33982" y="144340"/>
                  </a:lnTo>
                  <a:lnTo>
                    <a:pt x="34189" y="143234"/>
                  </a:lnTo>
                  <a:lnTo>
                    <a:pt x="34177" y="141707"/>
                  </a:lnTo>
                  <a:lnTo>
                    <a:pt x="33093" y="142051"/>
                  </a:lnTo>
                  <a:lnTo>
                    <a:pt x="32940" y="141269"/>
                  </a:lnTo>
                  <a:lnTo>
                    <a:pt x="33868" y="138941"/>
                  </a:lnTo>
                  <a:lnTo>
                    <a:pt x="34933" y="132793"/>
                  </a:lnTo>
                  <a:lnTo>
                    <a:pt x="35442" y="126740"/>
                  </a:lnTo>
                  <a:lnTo>
                    <a:pt x="34325" y="121444"/>
                  </a:lnTo>
                  <a:lnTo>
                    <a:pt x="32441" y="117764"/>
                  </a:lnTo>
                  <a:lnTo>
                    <a:pt x="28358" y="106989"/>
                  </a:lnTo>
                  <a:lnTo>
                    <a:pt x="25920" y="101455"/>
                  </a:lnTo>
                  <a:lnTo>
                    <a:pt x="25213" y="99394"/>
                  </a:lnTo>
                  <a:lnTo>
                    <a:pt x="24567" y="98425"/>
                  </a:lnTo>
                  <a:lnTo>
                    <a:pt x="22577" y="97159"/>
                  </a:lnTo>
                  <a:lnTo>
                    <a:pt x="20911" y="94066"/>
                  </a:lnTo>
                  <a:lnTo>
                    <a:pt x="17987" y="89690"/>
                  </a:lnTo>
                  <a:lnTo>
                    <a:pt x="16737" y="87433"/>
                  </a:lnTo>
                  <a:lnTo>
                    <a:pt x="15876" y="82134"/>
                  </a:lnTo>
                  <a:lnTo>
                    <a:pt x="15190" y="81411"/>
                  </a:lnTo>
                  <a:lnTo>
                    <a:pt x="15406" y="77748"/>
                  </a:lnTo>
                  <a:lnTo>
                    <a:pt x="15106" y="71263"/>
                  </a:lnTo>
                  <a:lnTo>
                    <a:pt x="14616" y="69603"/>
                  </a:lnTo>
                  <a:lnTo>
                    <a:pt x="13032" y="67988"/>
                  </a:lnTo>
                  <a:lnTo>
                    <a:pt x="12655" y="63582"/>
                  </a:lnTo>
                  <a:lnTo>
                    <a:pt x="12577" y="59389"/>
                  </a:lnTo>
                  <a:lnTo>
                    <a:pt x="12269" y="56473"/>
                  </a:lnTo>
                  <a:lnTo>
                    <a:pt x="9574" y="51557"/>
                  </a:lnTo>
                  <a:lnTo>
                    <a:pt x="9421" y="49180"/>
                  </a:lnTo>
                  <a:lnTo>
                    <a:pt x="9420" y="46923"/>
                  </a:lnTo>
                  <a:lnTo>
                    <a:pt x="9146" y="44694"/>
                  </a:lnTo>
                  <a:lnTo>
                    <a:pt x="7707" y="40019"/>
                  </a:lnTo>
                  <a:lnTo>
                    <a:pt x="5969" y="35939"/>
                  </a:lnTo>
                  <a:lnTo>
                    <a:pt x="5364" y="33994"/>
                  </a:lnTo>
                  <a:lnTo>
                    <a:pt x="5291" y="30042"/>
                  </a:lnTo>
                  <a:lnTo>
                    <a:pt x="4674" y="28980"/>
                  </a:lnTo>
                  <a:lnTo>
                    <a:pt x="4909" y="28712"/>
                  </a:lnTo>
                  <a:lnTo>
                    <a:pt x="5479" y="28810"/>
                  </a:lnTo>
                  <a:lnTo>
                    <a:pt x="5804" y="28288"/>
                  </a:lnTo>
                  <a:lnTo>
                    <a:pt x="5840" y="25537"/>
                  </a:lnTo>
                  <a:lnTo>
                    <a:pt x="3225" y="21215"/>
                  </a:lnTo>
                  <a:lnTo>
                    <a:pt x="2469" y="15270"/>
                  </a:lnTo>
                  <a:lnTo>
                    <a:pt x="1076" y="12124"/>
                  </a:lnTo>
                  <a:lnTo>
                    <a:pt x="749" y="10984"/>
                  </a:lnTo>
                  <a:lnTo>
                    <a:pt x="0" y="5377"/>
                  </a:lnTo>
                  <a:lnTo>
                    <a:pt x="3293" y="4743"/>
                  </a:lnTo>
                  <a:lnTo>
                    <a:pt x="6586" y="4110"/>
                  </a:lnTo>
                  <a:lnTo>
                    <a:pt x="9879" y="3478"/>
                  </a:lnTo>
                  <a:lnTo>
                    <a:pt x="13172" y="2845"/>
                  </a:lnTo>
                  <a:lnTo>
                    <a:pt x="16465" y="2211"/>
                  </a:lnTo>
                  <a:lnTo>
                    <a:pt x="19758" y="1579"/>
                  </a:lnTo>
                  <a:lnTo>
                    <a:pt x="23051" y="946"/>
                  </a:lnTo>
                  <a:lnTo>
                    <a:pt x="26344" y="313"/>
                  </a:lnTo>
                  <a:lnTo>
                    <a:pt x="27659" y="0"/>
                  </a:lnTo>
                  <a:lnTo>
                    <a:pt x="26932" y="4448"/>
                  </a:lnTo>
                  <a:lnTo>
                    <a:pt x="26380" y="6117"/>
                  </a:lnTo>
                  <a:lnTo>
                    <a:pt x="31837" y="10490"/>
                  </a:lnTo>
                  <a:lnTo>
                    <a:pt x="37295" y="14863"/>
                  </a:lnTo>
                  <a:lnTo>
                    <a:pt x="42753" y="19237"/>
                  </a:lnTo>
                  <a:lnTo>
                    <a:pt x="48210" y="23611"/>
                  </a:lnTo>
                  <a:lnTo>
                    <a:pt x="53668" y="27985"/>
                  </a:lnTo>
                  <a:lnTo>
                    <a:pt x="59126" y="32359"/>
                  </a:lnTo>
                  <a:lnTo>
                    <a:pt x="64584" y="36731"/>
                  </a:lnTo>
                  <a:lnTo>
                    <a:pt x="70041" y="41106"/>
                  </a:lnTo>
                  <a:lnTo>
                    <a:pt x="74109" y="41087"/>
                  </a:lnTo>
                  <a:lnTo>
                    <a:pt x="78176" y="41067"/>
                  </a:lnTo>
                  <a:lnTo>
                    <a:pt x="82244" y="41048"/>
                  </a:lnTo>
                  <a:lnTo>
                    <a:pt x="86311" y="41029"/>
                  </a:lnTo>
                  <a:lnTo>
                    <a:pt x="90378" y="41010"/>
                  </a:lnTo>
                  <a:lnTo>
                    <a:pt x="94445" y="40990"/>
                  </a:lnTo>
                  <a:lnTo>
                    <a:pt x="98513" y="40970"/>
                  </a:lnTo>
                  <a:lnTo>
                    <a:pt x="102580" y="40951"/>
                  </a:lnTo>
                  <a:lnTo>
                    <a:pt x="102588" y="37628"/>
                  </a:lnTo>
                  <a:lnTo>
                    <a:pt x="102595" y="34304"/>
                  </a:lnTo>
                  <a:lnTo>
                    <a:pt x="102603" y="30981"/>
                  </a:lnTo>
                  <a:lnTo>
                    <a:pt x="102611" y="27657"/>
                  </a:lnTo>
                  <a:lnTo>
                    <a:pt x="105140" y="27692"/>
                  </a:lnTo>
                  <a:lnTo>
                    <a:pt x="107670" y="27725"/>
                  </a:lnTo>
                  <a:lnTo>
                    <a:pt x="110200" y="27759"/>
                  </a:lnTo>
                  <a:lnTo>
                    <a:pt x="112730" y="27793"/>
                  </a:lnTo>
                  <a:lnTo>
                    <a:pt x="115259" y="27826"/>
                  </a:lnTo>
                  <a:lnTo>
                    <a:pt x="117789" y="27860"/>
                  </a:lnTo>
                  <a:lnTo>
                    <a:pt x="120319" y="27894"/>
                  </a:lnTo>
                  <a:lnTo>
                    <a:pt x="123047" y="28097"/>
                  </a:lnTo>
                  <a:lnTo>
                    <a:pt x="124071" y="30622"/>
                  </a:lnTo>
                  <a:lnTo>
                    <a:pt x="125122" y="34591"/>
                  </a:lnTo>
                  <a:lnTo>
                    <a:pt x="126361" y="37361"/>
                  </a:lnTo>
                  <a:lnTo>
                    <a:pt x="127787" y="38933"/>
                  </a:lnTo>
                  <a:lnTo>
                    <a:pt x="130220" y="43564"/>
                  </a:lnTo>
                  <a:lnTo>
                    <a:pt x="133657" y="51254"/>
                  </a:lnTo>
                  <a:lnTo>
                    <a:pt x="136398" y="56381"/>
                  </a:lnTo>
                  <a:lnTo>
                    <a:pt x="138443" y="58943"/>
                  </a:lnTo>
                  <a:lnTo>
                    <a:pt x="139816" y="61148"/>
                  </a:lnTo>
                  <a:lnTo>
                    <a:pt x="140518" y="62998"/>
                  </a:lnTo>
                  <a:lnTo>
                    <a:pt x="141461" y="67007"/>
                  </a:lnTo>
                  <a:lnTo>
                    <a:pt x="143240" y="76264"/>
                  </a:lnTo>
                  <a:lnTo>
                    <a:pt x="143240" y="80515"/>
                  </a:lnTo>
                  <a:lnTo>
                    <a:pt x="143920" y="84540"/>
                  </a:lnTo>
                  <a:lnTo>
                    <a:pt x="145280" y="89759"/>
                  </a:lnTo>
                  <a:lnTo>
                    <a:pt x="146470" y="92831"/>
                  </a:lnTo>
                  <a:lnTo>
                    <a:pt x="147488" y="93756"/>
                  </a:lnTo>
                  <a:lnTo>
                    <a:pt x="148600" y="95604"/>
                  </a:lnTo>
                  <a:lnTo>
                    <a:pt x="149808" y="98374"/>
                  </a:lnTo>
                  <a:lnTo>
                    <a:pt x="151199" y="100235"/>
                  </a:lnTo>
                  <a:lnTo>
                    <a:pt x="152773" y="101183"/>
                  </a:lnTo>
                  <a:lnTo>
                    <a:pt x="154948" y="103671"/>
                  </a:lnTo>
                  <a:lnTo>
                    <a:pt x="157721" y="107695"/>
                  </a:lnTo>
                  <a:lnTo>
                    <a:pt x="159623" y="109751"/>
                  </a:lnTo>
                  <a:lnTo>
                    <a:pt x="160652" y="109837"/>
                  </a:lnTo>
                  <a:lnTo>
                    <a:pt x="161553" y="108546"/>
                  </a:lnTo>
                  <a:lnTo>
                    <a:pt x="162326" y="105877"/>
                  </a:lnTo>
                  <a:lnTo>
                    <a:pt x="163085" y="104158"/>
                  </a:lnTo>
                  <a:lnTo>
                    <a:pt x="163832" y="103389"/>
                  </a:lnTo>
                  <a:lnTo>
                    <a:pt x="164134" y="102160"/>
                  </a:lnTo>
                  <a:lnTo>
                    <a:pt x="163995" y="100466"/>
                  </a:lnTo>
                  <a:lnTo>
                    <a:pt x="164499" y="96666"/>
                  </a:lnTo>
                  <a:lnTo>
                    <a:pt x="165648" y="90756"/>
                  </a:lnTo>
                  <a:lnTo>
                    <a:pt x="167020" y="87553"/>
                  </a:lnTo>
                  <a:lnTo>
                    <a:pt x="168616" y="87058"/>
                  </a:lnTo>
                  <a:lnTo>
                    <a:pt x="169659" y="85948"/>
                  </a:lnTo>
                  <a:lnTo>
                    <a:pt x="170149" y="84224"/>
                  </a:lnTo>
                  <a:lnTo>
                    <a:pt x="171002" y="84041"/>
                  </a:lnTo>
                  <a:lnTo>
                    <a:pt x="172220" y="85399"/>
                  </a:lnTo>
                  <a:lnTo>
                    <a:pt x="174201" y="86272"/>
                  </a:lnTo>
                  <a:lnTo>
                    <a:pt x="176947" y="86663"/>
                  </a:lnTo>
                  <a:lnTo>
                    <a:pt x="178566" y="86530"/>
                  </a:lnTo>
                  <a:lnTo>
                    <a:pt x="179060" y="85872"/>
                  </a:lnTo>
                  <a:lnTo>
                    <a:pt x="179317" y="85907"/>
                  </a:lnTo>
                  <a:lnTo>
                    <a:pt x="179337" y="86631"/>
                  </a:lnTo>
                  <a:lnTo>
                    <a:pt x="179744" y="86938"/>
                  </a:lnTo>
                  <a:lnTo>
                    <a:pt x="180537" y="86829"/>
                  </a:lnTo>
                  <a:lnTo>
                    <a:pt x="181227" y="87842"/>
                  </a:lnTo>
                  <a:lnTo>
                    <a:pt x="182112" y="91048"/>
                  </a:lnTo>
                  <a:lnTo>
                    <a:pt x="185160" y="96183"/>
                  </a:lnTo>
                  <a:lnTo>
                    <a:pt x="185417" y="97944"/>
                  </a:lnTo>
                  <a:lnTo>
                    <a:pt x="186478" y="100485"/>
                  </a:lnTo>
                  <a:lnTo>
                    <a:pt x="188429" y="104391"/>
                  </a:lnTo>
                  <a:lnTo>
                    <a:pt x="189533" y="107758"/>
                  </a:lnTo>
                  <a:lnTo>
                    <a:pt x="189790" y="110588"/>
                  </a:lnTo>
                  <a:lnTo>
                    <a:pt x="190787" y="115063"/>
                  </a:lnTo>
                  <a:lnTo>
                    <a:pt x="192522" y="121184"/>
                  </a:lnTo>
                  <a:lnTo>
                    <a:pt x="193295" y="124484"/>
                  </a:lnTo>
                  <a:lnTo>
                    <a:pt x="193106" y="124960"/>
                  </a:lnTo>
                  <a:lnTo>
                    <a:pt x="193243" y="126682"/>
                  </a:lnTo>
                  <a:lnTo>
                    <a:pt x="193706" y="129650"/>
                  </a:lnTo>
                  <a:lnTo>
                    <a:pt x="194566" y="132164"/>
                  </a:lnTo>
                  <a:lnTo>
                    <a:pt x="195824" y="134223"/>
                  </a:lnTo>
                  <a:lnTo>
                    <a:pt x="197097" y="137919"/>
                  </a:lnTo>
                  <a:lnTo>
                    <a:pt x="198383" y="143255"/>
                  </a:lnTo>
                  <a:lnTo>
                    <a:pt x="199941" y="147313"/>
                  </a:lnTo>
                  <a:lnTo>
                    <a:pt x="201770" y="150092"/>
                  </a:lnTo>
                  <a:lnTo>
                    <a:pt x="202806" y="152679"/>
                  </a:lnTo>
                  <a:lnTo>
                    <a:pt x="203048" y="155071"/>
                  </a:lnTo>
                  <a:lnTo>
                    <a:pt x="203030" y="157120"/>
                  </a:lnTo>
                  <a:lnTo>
                    <a:pt x="202751" y="158826"/>
                  </a:lnTo>
                  <a:lnTo>
                    <a:pt x="202869" y="160446"/>
                  </a:lnTo>
                  <a:lnTo>
                    <a:pt x="203383" y="161977"/>
                  </a:lnTo>
                  <a:lnTo>
                    <a:pt x="203555" y="163855"/>
                  </a:lnTo>
                  <a:lnTo>
                    <a:pt x="203353" y="166468"/>
                  </a:lnTo>
                  <a:lnTo>
                    <a:pt x="203367" y="167208"/>
                  </a:lnTo>
                  <a:lnTo>
                    <a:pt x="203516" y="167799"/>
                  </a:lnTo>
                  <a:lnTo>
                    <a:pt x="205140" y="172289"/>
                  </a:lnTo>
                  <a:lnTo>
                    <a:pt x="205975" y="175917"/>
                  </a:lnTo>
                  <a:lnTo>
                    <a:pt x="206641" y="181761"/>
                  </a:lnTo>
                  <a:lnTo>
                    <a:pt x="207381" y="185225"/>
                  </a:lnTo>
                  <a:lnTo>
                    <a:pt x="208445" y="186642"/>
                  </a:lnTo>
                  <a:lnTo>
                    <a:pt x="210080" y="187166"/>
                  </a:lnTo>
                  <a:lnTo>
                    <a:pt x="211323" y="188372"/>
                  </a:lnTo>
                  <a:lnTo>
                    <a:pt x="212172" y="190262"/>
                  </a:lnTo>
                  <a:lnTo>
                    <a:pt x="213244" y="191403"/>
                  </a:lnTo>
                  <a:lnTo>
                    <a:pt x="214537" y="191796"/>
                  </a:lnTo>
                  <a:lnTo>
                    <a:pt x="215777" y="193042"/>
                  </a:lnTo>
                  <a:lnTo>
                    <a:pt x="216964" y="195146"/>
                  </a:lnTo>
                  <a:lnTo>
                    <a:pt x="219176" y="196527"/>
                  </a:lnTo>
                  <a:lnTo>
                    <a:pt x="222414" y="197189"/>
                  </a:lnTo>
                  <a:lnTo>
                    <a:pt x="224879" y="198899"/>
                  </a:lnTo>
                  <a:lnTo>
                    <a:pt x="226570" y="201657"/>
                  </a:lnTo>
                  <a:lnTo>
                    <a:pt x="227314" y="202219"/>
                  </a:lnTo>
                  <a:lnTo>
                    <a:pt x="227515" y="202258"/>
                  </a:lnTo>
                  <a:lnTo>
                    <a:pt x="227612" y="201836"/>
                  </a:lnTo>
                  <a:lnTo>
                    <a:pt x="227740" y="201056"/>
                  </a:lnTo>
                  <a:lnTo>
                    <a:pt x="228394" y="2001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5150564" y="3456357"/>
              <a:ext cx="1657" cy="6334"/>
            </a:xfrm>
            <a:custGeom>
              <a:avLst/>
              <a:pathLst>
                <a:path w="1657" h="6334">
                  <a:moveTo>
                    <a:pt x="512" y="5439"/>
                  </a:moveTo>
                  <a:lnTo>
                    <a:pt x="286" y="6334"/>
                  </a:lnTo>
                  <a:lnTo>
                    <a:pt x="0" y="6271"/>
                  </a:lnTo>
                  <a:lnTo>
                    <a:pt x="249" y="5606"/>
                  </a:lnTo>
                  <a:lnTo>
                    <a:pt x="421" y="4679"/>
                  </a:lnTo>
                  <a:lnTo>
                    <a:pt x="696" y="2040"/>
                  </a:lnTo>
                  <a:lnTo>
                    <a:pt x="1264" y="1096"/>
                  </a:lnTo>
                  <a:lnTo>
                    <a:pt x="1657" y="0"/>
                  </a:lnTo>
                  <a:lnTo>
                    <a:pt x="1563" y="1136"/>
                  </a:lnTo>
                  <a:lnTo>
                    <a:pt x="944" y="23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5173428" y="3425801"/>
              <a:ext cx="2065" cy="2219"/>
            </a:xfrm>
            <a:custGeom>
              <a:avLst/>
              <a:pathLst>
                <a:path w="2065" h="2219">
                  <a:moveTo>
                    <a:pt x="0" y="0"/>
                  </a:moveTo>
                  <a:lnTo>
                    <a:pt x="430" y="639"/>
                  </a:lnTo>
                  <a:lnTo>
                    <a:pt x="1277" y="590"/>
                  </a:lnTo>
                  <a:lnTo>
                    <a:pt x="2065" y="2219"/>
                  </a:lnTo>
                  <a:lnTo>
                    <a:pt x="1762" y="2116"/>
                  </a:lnTo>
                  <a:lnTo>
                    <a:pt x="1335" y="1421"/>
                  </a:lnTo>
                  <a:lnTo>
                    <a:pt x="944" y="1128"/>
                  </a:lnTo>
                  <a:lnTo>
                    <a:pt x="423" y="1213"/>
                  </a:lnTo>
                  <a:lnTo>
                    <a:pt x="177" y="9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5167196" y="3422151"/>
              <a:ext cx="4120" cy="3044"/>
            </a:xfrm>
            <a:custGeom>
              <a:avLst/>
              <a:pathLst>
                <a:path w="4120" h="3044">
                  <a:moveTo>
                    <a:pt x="761" y="991"/>
                  </a:moveTo>
                  <a:lnTo>
                    <a:pt x="2200" y="2506"/>
                  </a:lnTo>
                  <a:lnTo>
                    <a:pt x="4120" y="1797"/>
                  </a:lnTo>
                  <a:lnTo>
                    <a:pt x="3812" y="2252"/>
                  </a:lnTo>
                  <a:lnTo>
                    <a:pt x="3095" y="2677"/>
                  </a:lnTo>
                  <a:lnTo>
                    <a:pt x="2618" y="3044"/>
                  </a:lnTo>
                  <a:lnTo>
                    <a:pt x="2297" y="3044"/>
                  </a:lnTo>
                  <a:lnTo>
                    <a:pt x="1917" y="2902"/>
                  </a:lnTo>
                  <a:lnTo>
                    <a:pt x="687" y="1846"/>
                  </a:lnTo>
                  <a:lnTo>
                    <a:pt x="0" y="463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5140029" y="3417291"/>
              <a:ext cx="1785" cy="1261"/>
            </a:xfrm>
            <a:custGeom>
              <a:avLst/>
              <a:pathLst>
                <a:path w="1785" h="1261">
                  <a:moveTo>
                    <a:pt x="1785" y="805"/>
                  </a:moveTo>
                  <a:lnTo>
                    <a:pt x="1614" y="1261"/>
                  </a:lnTo>
                  <a:lnTo>
                    <a:pt x="508" y="989"/>
                  </a:lnTo>
                  <a:lnTo>
                    <a:pt x="0" y="422"/>
                  </a:lnTo>
                  <a:lnTo>
                    <a:pt x="48" y="0"/>
                  </a:lnTo>
                  <a:lnTo>
                    <a:pt x="924" y="4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5118965" y="3304047"/>
              <a:ext cx="629" cy="662"/>
            </a:xfrm>
            <a:custGeom>
              <a:avLst/>
              <a:pathLst>
                <a:path w="629" h="662">
                  <a:moveTo>
                    <a:pt x="524" y="460"/>
                  </a:moveTo>
                  <a:lnTo>
                    <a:pt x="227" y="662"/>
                  </a:lnTo>
                  <a:lnTo>
                    <a:pt x="0" y="451"/>
                  </a:lnTo>
                  <a:lnTo>
                    <a:pt x="162" y="69"/>
                  </a:lnTo>
                  <a:lnTo>
                    <a:pt x="499" y="0"/>
                  </a:lnTo>
                  <a:lnTo>
                    <a:pt x="629" y="1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3434230" y="2382427"/>
              <a:ext cx="29426" cy="44567"/>
            </a:xfrm>
            <a:custGeom>
              <a:avLst/>
              <a:pathLst>
                <a:path w="29426" h="44567">
                  <a:moveTo>
                    <a:pt x="21812" y="1305"/>
                  </a:moveTo>
                  <a:lnTo>
                    <a:pt x="23587" y="5704"/>
                  </a:lnTo>
                  <a:lnTo>
                    <a:pt x="24559" y="7485"/>
                  </a:lnTo>
                  <a:lnTo>
                    <a:pt x="25705" y="8835"/>
                  </a:lnTo>
                  <a:lnTo>
                    <a:pt x="27014" y="9824"/>
                  </a:lnTo>
                  <a:lnTo>
                    <a:pt x="27483" y="10772"/>
                  </a:lnTo>
                  <a:lnTo>
                    <a:pt x="28316" y="15452"/>
                  </a:lnTo>
                  <a:lnTo>
                    <a:pt x="28716" y="17228"/>
                  </a:lnTo>
                  <a:lnTo>
                    <a:pt x="29269" y="17758"/>
                  </a:lnTo>
                  <a:lnTo>
                    <a:pt x="29402" y="18270"/>
                  </a:lnTo>
                  <a:lnTo>
                    <a:pt x="29426" y="18947"/>
                  </a:lnTo>
                  <a:lnTo>
                    <a:pt x="28802" y="22236"/>
                  </a:lnTo>
                  <a:lnTo>
                    <a:pt x="28552" y="29609"/>
                  </a:lnTo>
                  <a:lnTo>
                    <a:pt x="28394" y="30195"/>
                  </a:lnTo>
                  <a:lnTo>
                    <a:pt x="27741" y="30163"/>
                  </a:lnTo>
                  <a:lnTo>
                    <a:pt x="26874" y="30322"/>
                  </a:lnTo>
                  <a:lnTo>
                    <a:pt x="26542" y="30890"/>
                  </a:lnTo>
                  <a:lnTo>
                    <a:pt x="26194" y="34857"/>
                  </a:lnTo>
                  <a:lnTo>
                    <a:pt x="24799" y="35989"/>
                  </a:lnTo>
                  <a:lnTo>
                    <a:pt x="23533" y="36630"/>
                  </a:lnTo>
                  <a:lnTo>
                    <a:pt x="22465" y="36486"/>
                  </a:lnTo>
                  <a:lnTo>
                    <a:pt x="20588" y="35546"/>
                  </a:lnTo>
                  <a:lnTo>
                    <a:pt x="19976" y="35444"/>
                  </a:lnTo>
                  <a:lnTo>
                    <a:pt x="19451" y="35979"/>
                  </a:lnTo>
                  <a:lnTo>
                    <a:pt x="17776" y="36262"/>
                  </a:lnTo>
                  <a:lnTo>
                    <a:pt x="17041" y="36957"/>
                  </a:lnTo>
                  <a:lnTo>
                    <a:pt x="15315" y="41596"/>
                  </a:lnTo>
                  <a:lnTo>
                    <a:pt x="13566" y="43195"/>
                  </a:lnTo>
                  <a:lnTo>
                    <a:pt x="12971" y="44004"/>
                  </a:lnTo>
                  <a:lnTo>
                    <a:pt x="11635" y="42980"/>
                  </a:lnTo>
                  <a:lnTo>
                    <a:pt x="10995" y="42874"/>
                  </a:lnTo>
                  <a:lnTo>
                    <a:pt x="10070" y="44058"/>
                  </a:lnTo>
                  <a:lnTo>
                    <a:pt x="8043" y="44176"/>
                  </a:lnTo>
                  <a:lnTo>
                    <a:pt x="7495" y="44382"/>
                  </a:lnTo>
                  <a:lnTo>
                    <a:pt x="5933" y="44567"/>
                  </a:lnTo>
                  <a:lnTo>
                    <a:pt x="5868" y="43928"/>
                  </a:lnTo>
                  <a:lnTo>
                    <a:pt x="5579" y="42994"/>
                  </a:lnTo>
                  <a:lnTo>
                    <a:pt x="4851" y="42557"/>
                  </a:lnTo>
                  <a:lnTo>
                    <a:pt x="3362" y="42931"/>
                  </a:lnTo>
                  <a:lnTo>
                    <a:pt x="2999" y="42248"/>
                  </a:lnTo>
                  <a:lnTo>
                    <a:pt x="2387" y="38309"/>
                  </a:lnTo>
                  <a:lnTo>
                    <a:pt x="1908" y="37677"/>
                  </a:lnTo>
                  <a:lnTo>
                    <a:pt x="1372" y="36354"/>
                  </a:lnTo>
                  <a:lnTo>
                    <a:pt x="464" y="32076"/>
                  </a:lnTo>
                  <a:lnTo>
                    <a:pt x="441" y="30201"/>
                  </a:lnTo>
                  <a:lnTo>
                    <a:pt x="503" y="28566"/>
                  </a:lnTo>
                  <a:lnTo>
                    <a:pt x="0" y="24728"/>
                  </a:lnTo>
                  <a:lnTo>
                    <a:pt x="310" y="23758"/>
                  </a:lnTo>
                  <a:lnTo>
                    <a:pt x="777" y="23148"/>
                  </a:lnTo>
                  <a:lnTo>
                    <a:pt x="782" y="21603"/>
                  </a:lnTo>
                  <a:lnTo>
                    <a:pt x="650" y="19255"/>
                  </a:lnTo>
                  <a:lnTo>
                    <a:pt x="1202" y="14650"/>
                  </a:lnTo>
                  <a:lnTo>
                    <a:pt x="1353" y="14315"/>
                  </a:lnTo>
                  <a:lnTo>
                    <a:pt x="1494" y="14536"/>
                  </a:lnTo>
                  <a:lnTo>
                    <a:pt x="2834" y="14902"/>
                  </a:lnTo>
                  <a:lnTo>
                    <a:pt x="3180" y="14320"/>
                  </a:lnTo>
                  <a:lnTo>
                    <a:pt x="3400" y="13411"/>
                  </a:lnTo>
                  <a:lnTo>
                    <a:pt x="3472" y="10040"/>
                  </a:lnTo>
                  <a:lnTo>
                    <a:pt x="3791" y="8483"/>
                  </a:lnTo>
                  <a:lnTo>
                    <a:pt x="7032" y="5521"/>
                  </a:lnTo>
                  <a:lnTo>
                    <a:pt x="7984" y="5412"/>
                  </a:lnTo>
                  <a:lnTo>
                    <a:pt x="8716" y="6772"/>
                  </a:lnTo>
                  <a:lnTo>
                    <a:pt x="9295" y="7642"/>
                  </a:lnTo>
                  <a:lnTo>
                    <a:pt x="9643" y="7616"/>
                  </a:lnTo>
                  <a:lnTo>
                    <a:pt x="9769" y="6739"/>
                  </a:lnTo>
                  <a:lnTo>
                    <a:pt x="10162" y="5052"/>
                  </a:lnTo>
                  <a:lnTo>
                    <a:pt x="10828" y="4087"/>
                  </a:lnTo>
                  <a:lnTo>
                    <a:pt x="12818" y="3269"/>
                  </a:lnTo>
                  <a:lnTo>
                    <a:pt x="13460" y="3428"/>
                  </a:lnTo>
                  <a:lnTo>
                    <a:pt x="14852" y="2672"/>
                  </a:lnTo>
                  <a:lnTo>
                    <a:pt x="15720" y="1626"/>
                  </a:lnTo>
                  <a:lnTo>
                    <a:pt x="16161" y="1470"/>
                  </a:lnTo>
                  <a:lnTo>
                    <a:pt x="16749" y="1066"/>
                  </a:lnTo>
                  <a:lnTo>
                    <a:pt x="17594" y="1125"/>
                  </a:lnTo>
                  <a:lnTo>
                    <a:pt x="18452" y="1581"/>
                  </a:lnTo>
                  <a:lnTo>
                    <a:pt x="19541" y="979"/>
                  </a:lnTo>
                  <a:lnTo>
                    <a:pt x="20612" y="0"/>
                  </a:lnTo>
                  <a:lnTo>
                    <a:pt x="21041" y="245"/>
                  </a:lnTo>
                  <a:lnTo>
                    <a:pt x="21505" y="10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3057580" y="2895474"/>
              <a:ext cx="190058" cy="438872"/>
            </a:xfrm>
            <a:custGeom>
              <a:avLst/>
              <a:pathLst>
                <a:path w="190058" h="438872">
                  <a:moveTo>
                    <a:pt x="189977" y="172945"/>
                  </a:moveTo>
                  <a:lnTo>
                    <a:pt x="189984" y="178108"/>
                  </a:lnTo>
                  <a:lnTo>
                    <a:pt x="189993" y="185900"/>
                  </a:lnTo>
                  <a:lnTo>
                    <a:pt x="190004" y="194580"/>
                  </a:lnTo>
                  <a:lnTo>
                    <a:pt x="190015" y="202592"/>
                  </a:lnTo>
                  <a:lnTo>
                    <a:pt x="190027" y="211721"/>
                  </a:lnTo>
                  <a:lnTo>
                    <a:pt x="190036" y="219059"/>
                  </a:lnTo>
                  <a:lnTo>
                    <a:pt x="190047" y="227739"/>
                  </a:lnTo>
                  <a:lnTo>
                    <a:pt x="190058" y="236369"/>
                  </a:lnTo>
                  <a:lnTo>
                    <a:pt x="189693" y="237364"/>
                  </a:lnTo>
                  <a:lnTo>
                    <a:pt x="189558" y="242225"/>
                  </a:lnTo>
                  <a:lnTo>
                    <a:pt x="189454" y="248620"/>
                  </a:lnTo>
                  <a:lnTo>
                    <a:pt x="188754" y="255241"/>
                  </a:lnTo>
                  <a:lnTo>
                    <a:pt x="187529" y="260116"/>
                  </a:lnTo>
                  <a:lnTo>
                    <a:pt x="187084" y="264761"/>
                  </a:lnTo>
                  <a:lnTo>
                    <a:pt x="186749" y="267417"/>
                  </a:lnTo>
                  <a:lnTo>
                    <a:pt x="186290" y="268860"/>
                  </a:lnTo>
                  <a:lnTo>
                    <a:pt x="186183" y="270598"/>
                  </a:lnTo>
                  <a:lnTo>
                    <a:pt x="185942" y="273042"/>
                  </a:lnTo>
                  <a:lnTo>
                    <a:pt x="185551" y="274625"/>
                  </a:lnTo>
                  <a:lnTo>
                    <a:pt x="185246" y="275443"/>
                  </a:lnTo>
                  <a:lnTo>
                    <a:pt x="184016" y="276399"/>
                  </a:lnTo>
                  <a:lnTo>
                    <a:pt x="181840" y="281085"/>
                  </a:lnTo>
                  <a:lnTo>
                    <a:pt x="181653" y="284830"/>
                  </a:lnTo>
                  <a:lnTo>
                    <a:pt x="179176" y="283803"/>
                  </a:lnTo>
                  <a:lnTo>
                    <a:pt x="176542" y="282737"/>
                  </a:lnTo>
                  <a:lnTo>
                    <a:pt x="176188" y="282806"/>
                  </a:lnTo>
                  <a:lnTo>
                    <a:pt x="175971" y="283295"/>
                  </a:lnTo>
                  <a:lnTo>
                    <a:pt x="175862" y="285285"/>
                  </a:lnTo>
                  <a:lnTo>
                    <a:pt x="172278" y="285612"/>
                  </a:lnTo>
                  <a:lnTo>
                    <a:pt x="169184" y="285892"/>
                  </a:lnTo>
                  <a:lnTo>
                    <a:pt x="165357" y="286218"/>
                  </a:lnTo>
                  <a:lnTo>
                    <a:pt x="162723" y="286445"/>
                  </a:lnTo>
                  <a:lnTo>
                    <a:pt x="159383" y="286895"/>
                  </a:lnTo>
                  <a:lnTo>
                    <a:pt x="156288" y="287315"/>
                  </a:lnTo>
                  <a:lnTo>
                    <a:pt x="154229" y="291633"/>
                  </a:lnTo>
                  <a:lnTo>
                    <a:pt x="152374" y="295747"/>
                  </a:lnTo>
                  <a:lnTo>
                    <a:pt x="152229" y="295888"/>
                  </a:lnTo>
                  <a:lnTo>
                    <a:pt x="149596" y="296693"/>
                  </a:lnTo>
                  <a:lnTo>
                    <a:pt x="146309" y="295980"/>
                  </a:lnTo>
                  <a:lnTo>
                    <a:pt x="144620" y="295946"/>
                  </a:lnTo>
                  <a:lnTo>
                    <a:pt x="143958" y="296434"/>
                  </a:lnTo>
                  <a:lnTo>
                    <a:pt x="143828" y="297976"/>
                  </a:lnTo>
                  <a:lnTo>
                    <a:pt x="141326" y="295742"/>
                  </a:lnTo>
                  <a:lnTo>
                    <a:pt x="138611" y="293604"/>
                  </a:lnTo>
                  <a:lnTo>
                    <a:pt x="136660" y="294991"/>
                  </a:lnTo>
                  <a:lnTo>
                    <a:pt x="136351" y="294517"/>
                  </a:lnTo>
                  <a:lnTo>
                    <a:pt x="136095" y="293597"/>
                  </a:lnTo>
                  <a:lnTo>
                    <a:pt x="135151" y="293059"/>
                  </a:lnTo>
                  <a:lnTo>
                    <a:pt x="133656" y="293298"/>
                  </a:lnTo>
                  <a:lnTo>
                    <a:pt x="132574" y="293949"/>
                  </a:lnTo>
                  <a:lnTo>
                    <a:pt x="130877" y="297210"/>
                  </a:lnTo>
                  <a:lnTo>
                    <a:pt x="129597" y="300048"/>
                  </a:lnTo>
                  <a:lnTo>
                    <a:pt x="129247" y="300693"/>
                  </a:lnTo>
                  <a:lnTo>
                    <a:pt x="127459" y="302407"/>
                  </a:lnTo>
                  <a:lnTo>
                    <a:pt x="124137" y="306409"/>
                  </a:lnTo>
                  <a:lnTo>
                    <a:pt x="122253" y="309343"/>
                  </a:lnTo>
                  <a:lnTo>
                    <a:pt x="121819" y="309884"/>
                  </a:lnTo>
                  <a:lnTo>
                    <a:pt x="120982" y="310547"/>
                  </a:lnTo>
                  <a:lnTo>
                    <a:pt x="119693" y="310681"/>
                  </a:lnTo>
                  <a:lnTo>
                    <a:pt x="118620" y="311419"/>
                  </a:lnTo>
                  <a:lnTo>
                    <a:pt x="117652" y="319158"/>
                  </a:lnTo>
                  <a:lnTo>
                    <a:pt x="117006" y="319931"/>
                  </a:lnTo>
                  <a:lnTo>
                    <a:pt x="113048" y="316809"/>
                  </a:lnTo>
                  <a:lnTo>
                    <a:pt x="112246" y="317277"/>
                  </a:lnTo>
                  <a:lnTo>
                    <a:pt x="111557" y="318184"/>
                  </a:lnTo>
                  <a:lnTo>
                    <a:pt x="109346" y="322730"/>
                  </a:lnTo>
                  <a:lnTo>
                    <a:pt x="108252" y="326365"/>
                  </a:lnTo>
                  <a:lnTo>
                    <a:pt x="107654" y="331210"/>
                  </a:lnTo>
                  <a:lnTo>
                    <a:pt x="107739" y="332699"/>
                  </a:lnTo>
                  <a:lnTo>
                    <a:pt x="107756" y="334380"/>
                  </a:lnTo>
                  <a:lnTo>
                    <a:pt x="107367" y="335297"/>
                  </a:lnTo>
                  <a:lnTo>
                    <a:pt x="106833" y="335632"/>
                  </a:lnTo>
                  <a:lnTo>
                    <a:pt x="106356" y="335573"/>
                  </a:lnTo>
                  <a:lnTo>
                    <a:pt x="104518" y="334576"/>
                  </a:lnTo>
                  <a:lnTo>
                    <a:pt x="103940" y="335005"/>
                  </a:lnTo>
                  <a:lnTo>
                    <a:pt x="103692" y="337395"/>
                  </a:lnTo>
                  <a:lnTo>
                    <a:pt x="103732" y="342615"/>
                  </a:lnTo>
                  <a:lnTo>
                    <a:pt x="103329" y="346162"/>
                  </a:lnTo>
                  <a:lnTo>
                    <a:pt x="102236" y="347257"/>
                  </a:lnTo>
                  <a:lnTo>
                    <a:pt x="101394" y="348655"/>
                  </a:lnTo>
                  <a:lnTo>
                    <a:pt x="100729" y="349059"/>
                  </a:lnTo>
                  <a:lnTo>
                    <a:pt x="100175" y="348720"/>
                  </a:lnTo>
                  <a:lnTo>
                    <a:pt x="96980" y="343421"/>
                  </a:lnTo>
                  <a:lnTo>
                    <a:pt x="95900" y="342574"/>
                  </a:lnTo>
                  <a:lnTo>
                    <a:pt x="94704" y="343158"/>
                  </a:lnTo>
                  <a:lnTo>
                    <a:pt x="93555" y="345410"/>
                  </a:lnTo>
                  <a:lnTo>
                    <a:pt x="93036" y="346889"/>
                  </a:lnTo>
                  <a:lnTo>
                    <a:pt x="92316" y="348628"/>
                  </a:lnTo>
                  <a:lnTo>
                    <a:pt x="91511" y="350941"/>
                  </a:lnTo>
                  <a:lnTo>
                    <a:pt x="91723" y="352907"/>
                  </a:lnTo>
                  <a:lnTo>
                    <a:pt x="92294" y="355187"/>
                  </a:lnTo>
                  <a:lnTo>
                    <a:pt x="92701" y="358019"/>
                  </a:lnTo>
                  <a:lnTo>
                    <a:pt x="92680" y="360554"/>
                  </a:lnTo>
                  <a:lnTo>
                    <a:pt x="89762" y="364144"/>
                  </a:lnTo>
                  <a:lnTo>
                    <a:pt x="90001" y="365380"/>
                  </a:lnTo>
                  <a:lnTo>
                    <a:pt x="90438" y="366822"/>
                  </a:lnTo>
                  <a:lnTo>
                    <a:pt x="90442" y="369438"/>
                  </a:lnTo>
                  <a:lnTo>
                    <a:pt x="90360" y="374032"/>
                  </a:lnTo>
                  <a:lnTo>
                    <a:pt x="89771" y="375681"/>
                  </a:lnTo>
                  <a:lnTo>
                    <a:pt x="89009" y="377315"/>
                  </a:lnTo>
                  <a:lnTo>
                    <a:pt x="88539" y="379426"/>
                  </a:lnTo>
                  <a:lnTo>
                    <a:pt x="88075" y="380455"/>
                  </a:lnTo>
                  <a:lnTo>
                    <a:pt x="87246" y="381756"/>
                  </a:lnTo>
                  <a:lnTo>
                    <a:pt x="86110" y="383058"/>
                  </a:lnTo>
                  <a:lnTo>
                    <a:pt x="84142" y="384205"/>
                  </a:lnTo>
                  <a:lnTo>
                    <a:pt x="82566" y="384967"/>
                  </a:lnTo>
                  <a:lnTo>
                    <a:pt x="81973" y="385710"/>
                  </a:lnTo>
                  <a:lnTo>
                    <a:pt x="81136" y="387249"/>
                  </a:lnTo>
                  <a:lnTo>
                    <a:pt x="80469" y="389092"/>
                  </a:lnTo>
                  <a:lnTo>
                    <a:pt x="80310" y="391086"/>
                  </a:lnTo>
                  <a:lnTo>
                    <a:pt x="80442" y="393365"/>
                  </a:lnTo>
                  <a:lnTo>
                    <a:pt x="80674" y="395240"/>
                  </a:lnTo>
                  <a:lnTo>
                    <a:pt x="80968" y="396514"/>
                  </a:lnTo>
                  <a:lnTo>
                    <a:pt x="81145" y="398118"/>
                  </a:lnTo>
                  <a:lnTo>
                    <a:pt x="80905" y="402452"/>
                  </a:lnTo>
                  <a:lnTo>
                    <a:pt x="80335" y="407470"/>
                  </a:lnTo>
                  <a:lnTo>
                    <a:pt x="79787" y="409707"/>
                  </a:lnTo>
                  <a:lnTo>
                    <a:pt x="78903" y="410935"/>
                  </a:lnTo>
                  <a:lnTo>
                    <a:pt x="78141" y="412304"/>
                  </a:lnTo>
                  <a:lnTo>
                    <a:pt x="78393" y="415594"/>
                  </a:lnTo>
                  <a:lnTo>
                    <a:pt x="78525" y="420312"/>
                  </a:lnTo>
                  <a:lnTo>
                    <a:pt x="78311" y="424077"/>
                  </a:lnTo>
                  <a:lnTo>
                    <a:pt x="78273" y="426408"/>
                  </a:lnTo>
                  <a:lnTo>
                    <a:pt x="77950" y="428820"/>
                  </a:lnTo>
                  <a:lnTo>
                    <a:pt x="77760" y="430517"/>
                  </a:lnTo>
                  <a:lnTo>
                    <a:pt x="77380" y="430105"/>
                  </a:lnTo>
                  <a:lnTo>
                    <a:pt x="75795" y="430305"/>
                  </a:lnTo>
                  <a:lnTo>
                    <a:pt x="74074" y="431594"/>
                  </a:lnTo>
                  <a:lnTo>
                    <a:pt x="73472" y="432623"/>
                  </a:lnTo>
                  <a:lnTo>
                    <a:pt x="73341" y="434027"/>
                  </a:lnTo>
                  <a:lnTo>
                    <a:pt x="72960" y="434976"/>
                  </a:lnTo>
                  <a:lnTo>
                    <a:pt x="72408" y="436040"/>
                  </a:lnTo>
                  <a:lnTo>
                    <a:pt x="71879" y="437348"/>
                  </a:lnTo>
                  <a:lnTo>
                    <a:pt x="70929" y="437139"/>
                  </a:lnTo>
                  <a:lnTo>
                    <a:pt x="70012" y="436246"/>
                  </a:lnTo>
                  <a:lnTo>
                    <a:pt x="69534" y="435375"/>
                  </a:lnTo>
                  <a:lnTo>
                    <a:pt x="69500" y="434855"/>
                  </a:lnTo>
                  <a:lnTo>
                    <a:pt x="69803" y="433580"/>
                  </a:lnTo>
                  <a:lnTo>
                    <a:pt x="70060" y="432189"/>
                  </a:lnTo>
                  <a:lnTo>
                    <a:pt x="70083" y="431277"/>
                  </a:lnTo>
                  <a:lnTo>
                    <a:pt x="69771" y="429032"/>
                  </a:lnTo>
                  <a:lnTo>
                    <a:pt x="69518" y="426614"/>
                  </a:lnTo>
                  <a:lnTo>
                    <a:pt x="69623" y="425449"/>
                  </a:lnTo>
                  <a:lnTo>
                    <a:pt x="69397" y="421891"/>
                  </a:lnTo>
                  <a:lnTo>
                    <a:pt x="69272" y="421710"/>
                  </a:lnTo>
                  <a:lnTo>
                    <a:pt x="68070" y="422633"/>
                  </a:lnTo>
                  <a:lnTo>
                    <a:pt x="67626" y="422861"/>
                  </a:lnTo>
                  <a:lnTo>
                    <a:pt x="67376" y="423255"/>
                  </a:lnTo>
                  <a:lnTo>
                    <a:pt x="67299" y="423936"/>
                  </a:lnTo>
                  <a:lnTo>
                    <a:pt x="67587" y="426193"/>
                  </a:lnTo>
                  <a:lnTo>
                    <a:pt x="67399" y="426584"/>
                  </a:lnTo>
                  <a:lnTo>
                    <a:pt x="66723" y="426521"/>
                  </a:lnTo>
                  <a:lnTo>
                    <a:pt x="65780" y="425777"/>
                  </a:lnTo>
                  <a:lnTo>
                    <a:pt x="64749" y="423708"/>
                  </a:lnTo>
                  <a:lnTo>
                    <a:pt x="64494" y="424377"/>
                  </a:lnTo>
                  <a:lnTo>
                    <a:pt x="64381" y="426025"/>
                  </a:lnTo>
                  <a:lnTo>
                    <a:pt x="64314" y="427976"/>
                  </a:lnTo>
                  <a:lnTo>
                    <a:pt x="64574" y="431517"/>
                  </a:lnTo>
                  <a:lnTo>
                    <a:pt x="64299" y="432779"/>
                  </a:lnTo>
                  <a:lnTo>
                    <a:pt x="63609" y="432553"/>
                  </a:lnTo>
                  <a:lnTo>
                    <a:pt x="62684" y="432557"/>
                  </a:lnTo>
                  <a:lnTo>
                    <a:pt x="61876" y="432909"/>
                  </a:lnTo>
                  <a:lnTo>
                    <a:pt x="61341" y="432990"/>
                  </a:lnTo>
                  <a:lnTo>
                    <a:pt x="61005" y="434254"/>
                  </a:lnTo>
                  <a:lnTo>
                    <a:pt x="60864" y="435663"/>
                  </a:lnTo>
                  <a:lnTo>
                    <a:pt x="61186" y="437233"/>
                  </a:lnTo>
                  <a:lnTo>
                    <a:pt x="61136" y="437898"/>
                  </a:lnTo>
                  <a:lnTo>
                    <a:pt x="60891" y="438506"/>
                  </a:lnTo>
                  <a:lnTo>
                    <a:pt x="60572" y="438872"/>
                  </a:lnTo>
                  <a:lnTo>
                    <a:pt x="60312" y="438827"/>
                  </a:lnTo>
                  <a:lnTo>
                    <a:pt x="59562" y="437092"/>
                  </a:lnTo>
                  <a:lnTo>
                    <a:pt x="58671" y="436437"/>
                  </a:lnTo>
                  <a:lnTo>
                    <a:pt x="56590" y="435441"/>
                  </a:lnTo>
                  <a:lnTo>
                    <a:pt x="56338" y="433055"/>
                  </a:lnTo>
                  <a:lnTo>
                    <a:pt x="55996" y="433020"/>
                  </a:lnTo>
                  <a:lnTo>
                    <a:pt x="55515" y="431760"/>
                  </a:lnTo>
                  <a:lnTo>
                    <a:pt x="55039" y="430110"/>
                  </a:lnTo>
                  <a:lnTo>
                    <a:pt x="54638" y="430198"/>
                  </a:lnTo>
                  <a:lnTo>
                    <a:pt x="54300" y="430658"/>
                  </a:lnTo>
                  <a:lnTo>
                    <a:pt x="53161" y="430475"/>
                  </a:lnTo>
                  <a:lnTo>
                    <a:pt x="52149" y="432991"/>
                  </a:lnTo>
                  <a:lnTo>
                    <a:pt x="51399" y="436115"/>
                  </a:lnTo>
                  <a:lnTo>
                    <a:pt x="50595" y="437617"/>
                  </a:lnTo>
                  <a:lnTo>
                    <a:pt x="49711" y="438275"/>
                  </a:lnTo>
                  <a:lnTo>
                    <a:pt x="49369" y="438304"/>
                  </a:lnTo>
                  <a:lnTo>
                    <a:pt x="49555" y="436323"/>
                  </a:lnTo>
                  <a:lnTo>
                    <a:pt x="49426" y="434878"/>
                  </a:lnTo>
                  <a:lnTo>
                    <a:pt x="49177" y="433594"/>
                  </a:lnTo>
                  <a:lnTo>
                    <a:pt x="46597" y="430163"/>
                  </a:lnTo>
                  <a:lnTo>
                    <a:pt x="46192" y="428745"/>
                  </a:lnTo>
                  <a:lnTo>
                    <a:pt x="45791" y="424856"/>
                  </a:lnTo>
                  <a:lnTo>
                    <a:pt x="45531" y="420958"/>
                  </a:lnTo>
                  <a:lnTo>
                    <a:pt x="45559" y="418670"/>
                  </a:lnTo>
                  <a:lnTo>
                    <a:pt x="45736" y="416627"/>
                  </a:lnTo>
                  <a:lnTo>
                    <a:pt x="45662" y="415041"/>
                  </a:lnTo>
                  <a:lnTo>
                    <a:pt x="45378" y="413833"/>
                  </a:lnTo>
                  <a:lnTo>
                    <a:pt x="44606" y="412672"/>
                  </a:lnTo>
                  <a:lnTo>
                    <a:pt x="43798" y="412126"/>
                  </a:lnTo>
                  <a:lnTo>
                    <a:pt x="42776" y="413654"/>
                  </a:lnTo>
                  <a:lnTo>
                    <a:pt x="42285" y="413942"/>
                  </a:lnTo>
                  <a:lnTo>
                    <a:pt x="41825" y="413838"/>
                  </a:lnTo>
                  <a:lnTo>
                    <a:pt x="41589" y="413276"/>
                  </a:lnTo>
                  <a:lnTo>
                    <a:pt x="41621" y="412497"/>
                  </a:lnTo>
                  <a:lnTo>
                    <a:pt x="42733" y="408326"/>
                  </a:lnTo>
                  <a:lnTo>
                    <a:pt x="43273" y="406585"/>
                  </a:lnTo>
                  <a:lnTo>
                    <a:pt x="43927" y="405261"/>
                  </a:lnTo>
                  <a:lnTo>
                    <a:pt x="44367" y="404552"/>
                  </a:lnTo>
                  <a:lnTo>
                    <a:pt x="44650" y="403527"/>
                  </a:lnTo>
                  <a:lnTo>
                    <a:pt x="44675" y="402725"/>
                  </a:lnTo>
                  <a:lnTo>
                    <a:pt x="44572" y="402142"/>
                  </a:lnTo>
                  <a:lnTo>
                    <a:pt x="43844" y="401376"/>
                  </a:lnTo>
                  <a:lnTo>
                    <a:pt x="42716" y="399430"/>
                  </a:lnTo>
                  <a:lnTo>
                    <a:pt x="42113" y="399222"/>
                  </a:lnTo>
                  <a:lnTo>
                    <a:pt x="41609" y="398339"/>
                  </a:lnTo>
                  <a:lnTo>
                    <a:pt x="41074" y="395302"/>
                  </a:lnTo>
                  <a:lnTo>
                    <a:pt x="40824" y="394719"/>
                  </a:lnTo>
                  <a:lnTo>
                    <a:pt x="40288" y="394401"/>
                  </a:lnTo>
                  <a:lnTo>
                    <a:pt x="39801" y="393663"/>
                  </a:lnTo>
                  <a:lnTo>
                    <a:pt x="39824" y="389706"/>
                  </a:lnTo>
                  <a:lnTo>
                    <a:pt x="39844" y="386297"/>
                  </a:lnTo>
                  <a:lnTo>
                    <a:pt x="38744" y="380800"/>
                  </a:lnTo>
                  <a:lnTo>
                    <a:pt x="38319" y="377341"/>
                  </a:lnTo>
                  <a:lnTo>
                    <a:pt x="37765" y="373786"/>
                  </a:lnTo>
                  <a:lnTo>
                    <a:pt x="37257" y="372118"/>
                  </a:lnTo>
                  <a:lnTo>
                    <a:pt x="36367" y="370712"/>
                  </a:lnTo>
                  <a:lnTo>
                    <a:pt x="35273" y="369739"/>
                  </a:lnTo>
                  <a:lnTo>
                    <a:pt x="34301" y="369520"/>
                  </a:lnTo>
                  <a:lnTo>
                    <a:pt x="33550" y="369844"/>
                  </a:lnTo>
                  <a:lnTo>
                    <a:pt x="33203" y="370277"/>
                  </a:lnTo>
                  <a:lnTo>
                    <a:pt x="33223" y="370940"/>
                  </a:lnTo>
                  <a:lnTo>
                    <a:pt x="33831" y="373192"/>
                  </a:lnTo>
                  <a:lnTo>
                    <a:pt x="33938" y="374441"/>
                  </a:lnTo>
                  <a:lnTo>
                    <a:pt x="33838" y="375652"/>
                  </a:lnTo>
                  <a:lnTo>
                    <a:pt x="33632" y="376460"/>
                  </a:lnTo>
                  <a:lnTo>
                    <a:pt x="33092" y="376548"/>
                  </a:lnTo>
                  <a:lnTo>
                    <a:pt x="32151" y="377250"/>
                  </a:lnTo>
                  <a:lnTo>
                    <a:pt x="30989" y="378615"/>
                  </a:lnTo>
                  <a:lnTo>
                    <a:pt x="30177" y="379778"/>
                  </a:lnTo>
                  <a:lnTo>
                    <a:pt x="29528" y="382752"/>
                  </a:lnTo>
                  <a:lnTo>
                    <a:pt x="29076" y="383123"/>
                  </a:lnTo>
                  <a:lnTo>
                    <a:pt x="28308" y="382752"/>
                  </a:lnTo>
                  <a:lnTo>
                    <a:pt x="26122" y="380566"/>
                  </a:lnTo>
                  <a:lnTo>
                    <a:pt x="24322" y="378764"/>
                  </a:lnTo>
                  <a:lnTo>
                    <a:pt x="23082" y="377724"/>
                  </a:lnTo>
                  <a:lnTo>
                    <a:pt x="22333" y="378385"/>
                  </a:lnTo>
                  <a:lnTo>
                    <a:pt x="21955" y="378702"/>
                  </a:lnTo>
                  <a:lnTo>
                    <a:pt x="20884" y="379910"/>
                  </a:lnTo>
                  <a:lnTo>
                    <a:pt x="19461" y="384294"/>
                  </a:lnTo>
                  <a:lnTo>
                    <a:pt x="19122" y="385744"/>
                  </a:lnTo>
                  <a:lnTo>
                    <a:pt x="18837" y="386208"/>
                  </a:lnTo>
                  <a:lnTo>
                    <a:pt x="18450" y="386979"/>
                  </a:lnTo>
                  <a:lnTo>
                    <a:pt x="18083" y="387000"/>
                  </a:lnTo>
                  <a:lnTo>
                    <a:pt x="17788" y="386476"/>
                  </a:lnTo>
                  <a:lnTo>
                    <a:pt x="17694" y="386157"/>
                  </a:lnTo>
                  <a:lnTo>
                    <a:pt x="16964" y="382994"/>
                  </a:lnTo>
                  <a:lnTo>
                    <a:pt x="16162" y="379520"/>
                  </a:lnTo>
                  <a:lnTo>
                    <a:pt x="15506" y="377944"/>
                  </a:lnTo>
                  <a:lnTo>
                    <a:pt x="14685" y="377875"/>
                  </a:lnTo>
                  <a:lnTo>
                    <a:pt x="13979" y="378960"/>
                  </a:lnTo>
                  <a:lnTo>
                    <a:pt x="13250" y="381200"/>
                  </a:lnTo>
                  <a:lnTo>
                    <a:pt x="12324" y="383273"/>
                  </a:lnTo>
                  <a:lnTo>
                    <a:pt x="11737" y="383887"/>
                  </a:lnTo>
                  <a:lnTo>
                    <a:pt x="11225" y="383551"/>
                  </a:lnTo>
                  <a:lnTo>
                    <a:pt x="9965" y="380934"/>
                  </a:lnTo>
                  <a:lnTo>
                    <a:pt x="9070" y="379074"/>
                  </a:lnTo>
                  <a:lnTo>
                    <a:pt x="8958" y="378138"/>
                  </a:lnTo>
                  <a:lnTo>
                    <a:pt x="9276" y="376704"/>
                  </a:lnTo>
                  <a:lnTo>
                    <a:pt x="9586" y="374574"/>
                  </a:lnTo>
                  <a:lnTo>
                    <a:pt x="9926" y="372847"/>
                  </a:lnTo>
                  <a:lnTo>
                    <a:pt x="10256" y="372058"/>
                  </a:lnTo>
                  <a:lnTo>
                    <a:pt x="10336" y="369846"/>
                  </a:lnTo>
                  <a:lnTo>
                    <a:pt x="9572" y="368289"/>
                  </a:lnTo>
                  <a:lnTo>
                    <a:pt x="9552" y="367527"/>
                  </a:lnTo>
                  <a:lnTo>
                    <a:pt x="9626" y="365463"/>
                  </a:lnTo>
                  <a:lnTo>
                    <a:pt x="9968" y="361092"/>
                  </a:lnTo>
                  <a:lnTo>
                    <a:pt x="9933" y="359426"/>
                  </a:lnTo>
                  <a:lnTo>
                    <a:pt x="10244" y="356172"/>
                  </a:lnTo>
                  <a:lnTo>
                    <a:pt x="9743" y="354706"/>
                  </a:lnTo>
                  <a:lnTo>
                    <a:pt x="9626" y="353624"/>
                  </a:lnTo>
                  <a:lnTo>
                    <a:pt x="9065" y="351889"/>
                  </a:lnTo>
                  <a:lnTo>
                    <a:pt x="8422" y="349427"/>
                  </a:lnTo>
                  <a:lnTo>
                    <a:pt x="8273" y="347456"/>
                  </a:lnTo>
                  <a:lnTo>
                    <a:pt x="8047" y="345888"/>
                  </a:lnTo>
                  <a:lnTo>
                    <a:pt x="7430" y="343529"/>
                  </a:lnTo>
                  <a:lnTo>
                    <a:pt x="6975" y="343159"/>
                  </a:lnTo>
                  <a:lnTo>
                    <a:pt x="6011" y="342800"/>
                  </a:lnTo>
                  <a:lnTo>
                    <a:pt x="5850" y="343611"/>
                  </a:lnTo>
                  <a:lnTo>
                    <a:pt x="5492" y="344787"/>
                  </a:lnTo>
                  <a:lnTo>
                    <a:pt x="5166" y="345126"/>
                  </a:lnTo>
                  <a:lnTo>
                    <a:pt x="4635" y="343686"/>
                  </a:lnTo>
                  <a:lnTo>
                    <a:pt x="4435" y="342452"/>
                  </a:lnTo>
                  <a:lnTo>
                    <a:pt x="4442" y="341326"/>
                  </a:lnTo>
                  <a:lnTo>
                    <a:pt x="3723" y="339362"/>
                  </a:lnTo>
                  <a:lnTo>
                    <a:pt x="2605" y="335752"/>
                  </a:lnTo>
                  <a:lnTo>
                    <a:pt x="2721" y="332773"/>
                  </a:lnTo>
                  <a:lnTo>
                    <a:pt x="3411" y="331171"/>
                  </a:lnTo>
                  <a:lnTo>
                    <a:pt x="3616" y="329963"/>
                  </a:lnTo>
                  <a:lnTo>
                    <a:pt x="3679" y="328594"/>
                  </a:lnTo>
                  <a:lnTo>
                    <a:pt x="3366" y="326955"/>
                  </a:lnTo>
                  <a:lnTo>
                    <a:pt x="2997" y="325658"/>
                  </a:lnTo>
                  <a:lnTo>
                    <a:pt x="3100" y="322787"/>
                  </a:lnTo>
                  <a:lnTo>
                    <a:pt x="3008" y="318807"/>
                  </a:lnTo>
                  <a:lnTo>
                    <a:pt x="2442" y="316806"/>
                  </a:lnTo>
                  <a:lnTo>
                    <a:pt x="1930" y="315356"/>
                  </a:lnTo>
                  <a:lnTo>
                    <a:pt x="1212" y="313779"/>
                  </a:lnTo>
                  <a:lnTo>
                    <a:pt x="600" y="311358"/>
                  </a:lnTo>
                  <a:lnTo>
                    <a:pt x="849" y="308032"/>
                  </a:lnTo>
                  <a:lnTo>
                    <a:pt x="1082" y="305757"/>
                  </a:lnTo>
                  <a:lnTo>
                    <a:pt x="0" y="301003"/>
                  </a:lnTo>
                  <a:lnTo>
                    <a:pt x="2024" y="302884"/>
                  </a:lnTo>
                  <a:lnTo>
                    <a:pt x="2290" y="302264"/>
                  </a:lnTo>
                  <a:lnTo>
                    <a:pt x="2980" y="301124"/>
                  </a:lnTo>
                  <a:lnTo>
                    <a:pt x="3909" y="298702"/>
                  </a:lnTo>
                  <a:lnTo>
                    <a:pt x="4692" y="295503"/>
                  </a:lnTo>
                  <a:lnTo>
                    <a:pt x="5044" y="291537"/>
                  </a:lnTo>
                  <a:lnTo>
                    <a:pt x="5199" y="288124"/>
                  </a:lnTo>
                  <a:lnTo>
                    <a:pt x="5548" y="285233"/>
                  </a:lnTo>
                  <a:lnTo>
                    <a:pt x="5989" y="282786"/>
                  </a:lnTo>
                  <a:lnTo>
                    <a:pt x="6959" y="280229"/>
                  </a:lnTo>
                  <a:lnTo>
                    <a:pt x="7870" y="278421"/>
                  </a:lnTo>
                  <a:lnTo>
                    <a:pt x="8952" y="276543"/>
                  </a:lnTo>
                  <a:lnTo>
                    <a:pt x="9498" y="276880"/>
                  </a:lnTo>
                  <a:lnTo>
                    <a:pt x="10529" y="279499"/>
                  </a:lnTo>
                  <a:lnTo>
                    <a:pt x="12788" y="284763"/>
                  </a:lnTo>
                  <a:lnTo>
                    <a:pt x="14651" y="288774"/>
                  </a:lnTo>
                  <a:lnTo>
                    <a:pt x="15333" y="290895"/>
                  </a:lnTo>
                  <a:lnTo>
                    <a:pt x="15938" y="290913"/>
                  </a:lnTo>
                  <a:lnTo>
                    <a:pt x="16865" y="287035"/>
                  </a:lnTo>
                  <a:lnTo>
                    <a:pt x="17821" y="283691"/>
                  </a:lnTo>
                  <a:lnTo>
                    <a:pt x="18229" y="282871"/>
                  </a:lnTo>
                  <a:lnTo>
                    <a:pt x="19495" y="282510"/>
                  </a:lnTo>
                  <a:lnTo>
                    <a:pt x="20570" y="282365"/>
                  </a:lnTo>
                  <a:lnTo>
                    <a:pt x="21506" y="282419"/>
                  </a:lnTo>
                  <a:lnTo>
                    <a:pt x="23229" y="283067"/>
                  </a:lnTo>
                  <a:lnTo>
                    <a:pt x="24015" y="283657"/>
                  </a:lnTo>
                  <a:lnTo>
                    <a:pt x="24754" y="284022"/>
                  </a:lnTo>
                  <a:lnTo>
                    <a:pt x="26919" y="284315"/>
                  </a:lnTo>
                  <a:lnTo>
                    <a:pt x="29064" y="283497"/>
                  </a:lnTo>
                  <a:lnTo>
                    <a:pt x="31103" y="282440"/>
                  </a:lnTo>
                  <a:lnTo>
                    <a:pt x="32610" y="281821"/>
                  </a:lnTo>
                  <a:lnTo>
                    <a:pt x="32686" y="280241"/>
                  </a:lnTo>
                  <a:lnTo>
                    <a:pt x="32601" y="278374"/>
                  </a:lnTo>
                  <a:lnTo>
                    <a:pt x="32844" y="276950"/>
                  </a:lnTo>
                  <a:lnTo>
                    <a:pt x="33318" y="275632"/>
                  </a:lnTo>
                  <a:lnTo>
                    <a:pt x="33718" y="275344"/>
                  </a:lnTo>
                  <a:lnTo>
                    <a:pt x="33893" y="279827"/>
                  </a:lnTo>
                  <a:lnTo>
                    <a:pt x="34373" y="280502"/>
                  </a:lnTo>
                  <a:lnTo>
                    <a:pt x="35718" y="280701"/>
                  </a:lnTo>
                  <a:lnTo>
                    <a:pt x="37902" y="280701"/>
                  </a:lnTo>
                  <a:lnTo>
                    <a:pt x="40249" y="280701"/>
                  </a:lnTo>
                  <a:lnTo>
                    <a:pt x="42596" y="280700"/>
                  </a:lnTo>
                  <a:lnTo>
                    <a:pt x="44943" y="280700"/>
                  </a:lnTo>
                  <a:lnTo>
                    <a:pt x="47290" y="280700"/>
                  </a:lnTo>
                  <a:lnTo>
                    <a:pt x="49638" y="280700"/>
                  </a:lnTo>
                  <a:lnTo>
                    <a:pt x="51984" y="280700"/>
                  </a:lnTo>
                  <a:lnTo>
                    <a:pt x="54332" y="280700"/>
                  </a:lnTo>
                  <a:lnTo>
                    <a:pt x="56678" y="280698"/>
                  </a:lnTo>
                  <a:lnTo>
                    <a:pt x="59026" y="280698"/>
                  </a:lnTo>
                  <a:lnTo>
                    <a:pt x="61373" y="280698"/>
                  </a:lnTo>
                  <a:lnTo>
                    <a:pt x="63720" y="280698"/>
                  </a:lnTo>
                  <a:lnTo>
                    <a:pt x="66067" y="280698"/>
                  </a:lnTo>
                  <a:lnTo>
                    <a:pt x="68413" y="280698"/>
                  </a:lnTo>
                  <a:lnTo>
                    <a:pt x="70761" y="280697"/>
                  </a:lnTo>
                  <a:lnTo>
                    <a:pt x="73108" y="280695"/>
                  </a:lnTo>
                  <a:lnTo>
                    <a:pt x="75455" y="280695"/>
                  </a:lnTo>
                  <a:lnTo>
                    <a:pt x="77887" y="280695"/>
                  </a:lnTo>
                  <a:lnTo>
                    <a:pt x="78542" y="272034"/>
                  </a:lnTo>
                  <a:lnTo>
                    <a:pt x="79141" y="264100"/>
                  </a:lnTo>
                  <a:lnTo>
                    <a:pt x="79643" y="257453"/>
                  </a:lnTo>
                  <a:lnTo>
                    <a:pt x="77921" y="252749"/>
                  </a:lnTo>
                  <a:lnTo>
                    <a:pt x="76551" y="249008"/>
                  </a:lnTo>
                  <a:lnTo>
                    <a:pt x="76233" y="241889"/>
                  </a:lnTo>
                  <a:lnTo>
                    <a:pt x="75905" y="234541"/>
                  </a:lnTo>
                  <a:lnTo>
                    <a:pt x="75578" y="227194"/>
                  </a:lnTo>
                  <a:lnTo>
                    <a:pt x="75250" y="219846"/>
                  </a:lnTo>
                  <a:lnTo>
                    <a:pt x="74922" y="212497"/>
                  </a:lnTo>
                  <a:lnTo>
                    <a:pt x="74595" y="205149"/>
                  </a:lnTo>
                  <a:lnTo>
                    <a:pt x="74267" y="197802"/>
                  </a:lnTo>
                  <a:lnTo>
                    <a:pt x="73939" y="190454"/>
                  </a:lnTo>
                  <a:lnTo>
                    <a:pt x="73611" y="183107"/>
                  </a:lnTo>
                  <a:lnTo>
                    <a:pt x="73284" y="175760"/>
                  </a:lnTo>
                  <a:lnTo>
                    <a:pt x="72956" y="168412"/>
                  </a:lnTo>
                  <a:lnTo>
                    <a:pt x="72628" y="161063"/>
                  </a:lnTo>
                  <a:lnTo>
                    <a:pt x="72301" y="153717"/>
                  </a:lnTo>
                  <a:lnTo>
                    <a:pt x="71973" y="146368"/>
                  </a:lnTo>
                  <a:lnTo>
                    <a:pt x="71646" y="139020"/>
                  </a:lnTo>
                  <a:lnTo>
                    <a:pt x="71317" y="131673"/>
                  </a:lnTo>
                  <a:lnTo>
                    <a:pt x="70990" y="124325"/>
                  </a:lnTo>
                  <a:lnTo>
                    <a:pt x="70662" y="116976"/>
                  </a:lnTo>
                  <a:lnTo>
                    <a:pt x="70335" y="109628"/>
                  </a:lnTo>
                  <a:lnTo>
                    <a:pt x="70007" y="102281"/>
                  </a:lnTo>
                  <a:lnTo>
                    <a:pt x="69679" y="94933"/>
                  </a:lnTo>
                  <a:lnTo>
                    <a:pt x="69352" y="87585"/>
                  </a:lnTo>
                  <a:lnTo>
                    <a:pt x="69024" y="80238"/>
                  </a:lnTo>
                  <a:lnTo>
                    <a:pt x="68697" y="72890"/>
                  </a:lnTo>
                  <a:lnTo>
                    <a:pt x="68369" y="65543"/>
                  </a:lnTo>
                  <a:lnTo>
                    <a:pt x="68041" y="58196"/>
                  </a:lnTo>
                  <a:lnTo>
                    <a:pt x="67713" y="50848"/>
                  </a:lnTo>
                  <a:lnTo>
                    <a:pt x="67386" y="43499"/>
                  </a:lnTo>
                  <a:lnTo>
                    <a:pt x="67058" y="36151"/>
                  </a:lnTo>
                  <a:lnTo>
                    <a:pt x="66730" y="28804"/>
                  </a:lnTo>
                  <a:lnTo>
                    <a:pt x="66403" y="21456"/>
                  </a:lnTo>
                  <a:lnTo>
                    <a:pt x="66075" y="14107"/>
                  </a:lnTo>
                  <a:lnTo>
                    <a:pt x="65748" y="6761"/>
                  </a:lnTo>
                  <a:lnTo>
                    <a:pt x="65440" y="28"/>
                  </a:lnTo>
                  <a:lnTo>
                    <a:pt x="68972" y="23"/>
                  </a:lnTo>
                  <a:lnTo>
                    <a:pt x="72740" y="18"/>
                  </a:lnTo>
                  <a:lnTo>
                    <a:pt x="76411" y="12"/>
                  </a:lnTo>
                  <a:lnTo>
                    <a:pt x="81796" y="5"/>
                  </a:lnTo>
                  <a:lnTo>
                    <a:pt x="85827" y="0"/>
                  </a:lnTo>
                  <a:lnTo>
                    <a:pt x="89344" y="5647"/>
                  </a:lnTo>
                  <a:lnTo>
                    <a:pt x="92528" y="10994"/>
                  </a:lnTo>
                  <a:lnTo>
                    <a:pt x="96297" y="17319"/>
                  </a:lnTo>
                  <a:lnTo>
                    <a:pt x="100065" y="23646"/>
                  </a:lnTo>
                  <a:lnTo>
                    <a:pt x="103834" y="29973"/>
                  </a:lnTo>
                  <a:lnTo>
                    <a:pt x="107603" y="36299"/>
                  </a:lnTo>
                  <a:lnTo>
                    <a:pt x="111371" y="42626"/>
                  </a:lnTo>
                  <a:lnTo>
                    <a:pt x="115140" y="48955"/>
                  </a:lnTo>
                  <a:lnTo>
                    <a:pt x="118909" y="55280"/>
                  </a:lnTo>
                  <a:lnTo>
                    <a:pt x="122678" y="61608"/>
                  </a:lnTo>
                  <a:lnTo>
                    <a:pt x="126446" y="67935"/>
                  </a:lnTo>
                  <a:lnTo>
                    <a:pt x="130215" y="74260"/>
                  </a:lnTo>
                  <a:lnTo>
                    <a:pt x="133984" y="80588"/>
                  </a:lnTo>
                  <a:lnTo>
                    <a:pt x="137752" y="86915"/>
                  </a:lnTo>
                  <a:lnTo>
                    <a:pt x="141326" y="92912"/>
                  </a:lnTo>
                  <a:lnTo>
                    <a:pt x="141521" y="93241"/>
                  </a:lnTo>
                  <a:lnTo>
                    <a:pt x="145289" y="99569"/>
                  </a:lnTo>
                  <a:lnTo>
                    <a:pt x="149058" y="105896"/>
                  </a:lnTo>
                  <a:lnTo>
                    <a:pt x="152827" y="112222"/>
                  </a:lnTo>
                  <a:lnTo>
                    <a:pt x="154508" y="115045"/>
                  </a:lnTo>
                  <a:lnTo>
                    <a:pt x="154665" y="116219"/>
                  </a:lnTo>
                  <a:lnTo>
                    <a:pt x="154822" y="118598"/>
                  </a:lnTo>
                  <a:lnTo>
                    <a:pt x="154722" y="121278"/>
                  </a:lnTo>
                  <a:lnTo>
                    <a:pt x="154741" y="123461"/>
                  </a:lnTo>
                  <a:lnTo>
                    <a:pt x="155238" y="124942"/>
                  </a:lnTo>
                  <a:lnTo>
                    <a:pt x="156174" y="126529"/>
                  </a:lnTo>
                  <a:lnTo>
                    <a:pt x="159861" y="131198"/>
                  </a:lnTo>
                  <a:lnTo>
                    <a:pt x="160153" y="132120"/>
                  </a:lnTo>
                  <a:lnTo>
                    <a:pt x="160284" y="134057"/>
                  </a:lnTo>
                  <a:lnTo>
                    <a:pt x="160722" y="136434"/>
                  </a:lnTo>
                  <a:lnTo>
                    <a:pt x="161502" y="137817"/>
                  </a:lnTo>
                  <a:lnTo>
                    <a:pt x="162413" y="138842"/>
                  </a:lnTo>
                  <a:lnTo>
                    <a:pt x="163522" y="139557"/>
                  </a:lnTo>
                  <a:lnTo>
                    <a:pt x="166866" y="140293"/>
                  </a:lnTo>
                  <a:lnTo>
                    <a:pt x="167574" y="141401"/>
                  </a:lnTo>
                  <a:lnTo>
                    <a:pt x="169016" y="145728"/>
                  </a:lnTo>
                  <a:lnTo>
                    <a:pt x="169799" y="146580"/>
                  </a:lnTo>
                  <a:lnTo>
                    <a:pt x="172026" y="147824"/>
                  </a:lnTo>
                  <a:lnTo>
                    <a:pt x="173639" y="148518"/>
                  </a:lnTo>
                  <a:lnTo>
                    <a:pt x="174304" y="148916"/>
                  </a:lnTo>
                  <a:lnTo>
                    <a:pt x="175763" y="150079"/>
                  </a:lnTo>
                  <a:lnTo>
                    <a:pt x="177349" y="152041"/>
                  </a:lnTo>
                  <a:lnTo>
                    <a:pt x="178194" y="153829"/>
                  </a:lnTo>
                  <a:lnTo>
                    <a:pt x="178191" y="154389"/>
                  </a:lnTo>
                  <a:lnTo>
                    <a:pt x="178183" y="155939"/>
                  </a:lnTo>
                  <a:lnTo>
                    <a:pt x="178170" y="160605"/>
                  </a:lnTo>
                  <a:lnTo>
                    <a:pt x="178463" y="163170"/>
                  </a:lnTo>
                  <a:lnTo>
                    <a:pt x="178794" y="165021"/>
                  </a:lnTo>
                  <a:lnTo>
                    <a:pt x="178777" y="166154"/>
                  </a:lnTo>
                  <a:lnTo>
                    <a:pt x="178377" y="166957"/>
                  </a:lnTo>
                  <a:lnTo>
                    <a:pt x="178064" y="167943"/>
                  </a:lnTo>
                  <a:lnTo>
                    <a:pt x="177890" y="169240"/>
                  </a:lnTo>
                  <a:lnTo>
                    <a:pt x="177437" y="170895"/>
                  </a:lnTo>
                  <a:lnTo>
                    <a:pt x="177070" y="172729"/>
                  </a:lnTo>
                  <a:lnTo>
                    <a:pt x="177228" y="174115"/>
                  </a:lnTo>
                  <a:lnTo>
                    <a:pt x="177855" y="175010"/>
                  </a:lnTo>
                  <a:lnTo>
                    <a:pt x="178795" y="176771"/>
                  </a:lnTo>
                  <a:lnTo>
                    <a:pt x="179572" y="177507"/>
                  </a:lnTo>
                  <a:lnTo>
                    <a:pt x="179952" y="177559"/>
                  </a:lnTo>
                  <a:lnTo>
                    <a:pt x="180463" y="177506"/>
                  </a:lnTo>
                  <a:lnTo>
                    <a:pt x="180899" y="177278"/>
                  </a:lnTo>
                  <a:lnTo>
                    <a:pt x="183715" y="175935"/>
                  </a:lnTo>
                  <a:lnTo>
                    <a:pt x="186324" y="174689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3364061" y="2570942"/>
              <a:ext cx="2473" cy="4674"/>
            </a:xfrm>
            <a:custGeom>
              <a:avLst/>
              <a:pathLst>
                <a:path w="2473" h="4674">
                  <a:moveTo>
                    <a:pt x="2473" y="3713"/>
                  </a:moveTo>
                  <a:lnTo>
                    <a:pt x="2088" y="4674"/>
                  </a:lnTo>
                  <a:lnTo>
                    <a:pt x="979" y="4631"/>
                  </a:lnTo>
                  <a:lnTo>
                    <a:pt x="12" y="3136"/>
                  </a:lnTo>
                  <a:lnTo>
                    <a:pt x="0" y="0"/>
                  </a:lnTo>
                  <a:lnTo>
                    <a:pt x="1117" y="620"/>
                  </a:lnTo>
                  <a:lnTo>
                    <a:pt x="2137" y="27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3362094" y="2568065"/>
              <a:ext cx="1617" cy="1880"/>
            </a:xfrm>
            <a:custGeom>
              <a:avLst/>
              <a:pathLst>
                <a:path w="1617" h="1880">
                  <a:moveTo>
                    <a:pt x="1531" y="1424"/>
                  </a:moveTo>
                  <a:lnTo>
                    <a:pt x="842" y="1880"/>
                  </a:lnTo>
                  <a:lnTo>
                    <a:pt x="159" y="991"/>
                  </a:lnTo>
                  <a:lnTo>
                    <a:pt x="0" y="454"/>
                  </a:lnTo>
                  <a:lnTo>
                    <a:pt x="954" y="0"/>
                  </a:lnTo>
                  <a:lnTo>
                    <a:pt x="1419" y="398"/>
                  </a:lnTo>
                  <a:lnTo>
                    <a:pt x="1617" y="11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4328055" y="3337063"/>
              <a:ext cx="1998" cy="5198"/>
            </a:xfrm>
            <a:custGeom>
              <a:avLst/>
              <a:pathLst>
                <a:path w="1998" h="5198">
                  <a:moveTo>
                    <a:pt x="742" y="3482"/>
                  </a:moveTo>
                  <a:lnTo>
                    <a:pt x="187" y="5198"/>
                  </a:lnTo>
                  <a:lnTo>
                    <a:pt x="0" y="5124"/>
                  </a:lnTo>
                  <a:lnTo>
                    <a:pt x="255" y="2265"/>
                  </a:lnTo>
                  <a:lnTo>
                    <a:pt x="1181" y="180"/>
                  </a:lnTo>
                  <a:lnTo>
                    <a:pt x="1998" y="0"/>
                  </a:lnTo>
                  <a:lnTo>
                    <a:pt x="1902" y="1291"/>
                  </a:lnTo>
                  <a:lnTo>
                    <a:pt x="1302" y="287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4327622" y="3309612"/>
              <a:ext cx="2451" cy="7104"/>
            </a:xfrm>
            <a:custGeom>
              <a:avLst/>
              <a:pathLst>
                <a:path w="2451" h="7104">
                  <a:moveTo>
                    <a:pt x="1487" y="815"/>
                  </a:moveTo>
                  <a:lnTo>
                    <a:pt x="2451" y="5928"/>
                  </a:lnTo>
                  <a:lnTo>
                    <a:pt x="2346" y="6713"/>
                  </a:lnTo>
                  <a:lnTo>
                    <a:pt x="2198" y="7104"/>
                  </a:lnTo>
                  <a:lnTo>
                    <a:pt x="1971" y="6970"/>
                  </a:lnTo>
                  <a:lnTo>
                    <a:pt x="1584" y="4213"/>
                  </a:lnTo>
                  <a:lnTo>
                    <a:pt x="861" y="2434"/>
                  </a:lnTo>
                  <a:lnTo>
                    <a:pt x="0" y="2768"/>
                  </a:lnTo>
                  <a:lnTo>
                    <a:pt x="714" y="507"/>
                  </a:lnTo>
                  <a:lnTo>
                    <a:pt x="998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4332190" y="3306461"/>
              <a:ext cx="739" cy="3770"/>
            </a:xfrm>
            <a:custGeom>
              <a:avLst/>
              <a:pathLst>
                <a:path w="739" h="3770">
                  <a:moveTo>
                    <a:pt x="739" y="3706"/>
                  </a:moveTo>
                  <a:lnTo>
                    <a:pt x="477" y="3770"/>
                  </a:lnTo>
                  <a:lnTo>
                    <a:pt x="237" y="3625"/>
                  </a:lnTo>
                  <a:lnTo>
                    <a:pt x="0" y="316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4328851" y="3285893"/>
              <a:ext cx="1383" cy="9646"/>
            </a:xfrm>
            <a:custGeom>
              <a:avLst/>
              <a:pathLst>
                <a:path w="1383" h="9646">
                  <a:moveTo>
                    <a:pt x="395" y="9006"/>
                  </a:moveTo>
                  <a:lnTo>
                    <a:pt x="254" y="9646"/>
                  </a:lnTo>
                  <a:lnTo>
                    <a:pt x="0" y="9177"/>
                  </a:lnTo>
                  <a:lnTo>
                    <a:pt x="158" y="6377"/>
                  </a:lnTo>
                  <a:lnTo>
                    <a:pt x="595" y="4086"/>
                  </a:lnTo>
                  <a:lnTo>
                    <a:pt x="1045" y="727"/>
                  </a:lnTo>
                  <a:lnTo>
                    <a:pt x="1292" y="0"/>
                  </a:lnTo>
                  <a:lnTo>
                    <a:pt x="1383" y="1776"/>
                  </a:lnTo>
                  <a:lnTo>
                    <a:pt x="1110" y="5582"/>
                  </a:lnTo>
                  <a:lnTo>
                    <a:pt x="874" y="766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4331028" y="3285246"/>
              <a:ext cx="2040" cy="7867"/>
            </a:xfrm>
            <a:custGeom>
              <a:avLst/>
              <a:pathLst>
                <a:path w="2040" h="7867">
                  <a:moveTo>
                    <a:pt x="2040" y="1774"/>
                  </a:moveTo>
                  <a:lnTo>
                    <a:pt x="1748" y="7867"/>
                  </a:lnTo>
                  <a:lnTo>
                    <a:pt x="1017" y="7025"/>
                  </a:lnTo>
                  <a:lnTo>
                    <a:pt x="670" y="7028"/>
                  </a:lnTo>
                  <a:lnTo>
                    <a:pt x="234" y="3586"/>
                  </a:lnTo>
                  <a:lnTo>
                    <a:pt x="265" y="2662"/>
                  </a:lnTo>
                  <a:lnTo>
                    <a:pt x="0" y="396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4326815" y="3283611"/>
              <a:ext cx="842" cy="6602"/>
            </a:xfrm>
            <a:custGeom>
              <a:avLst/>
              <a:pathLst>
                <a:path w="842" h="6602">
                  <a:moveTo>
                    <a:pt x="749" y="4960"/>
                  </a:moveTo>
                  <a:lnTo>
                    <a:pt x="842" y="6602"/>
                  </a:lnTo>
                  <a:lnTo>
                    <a:pt x="123" y="4856"/>
                  </a:lnTo>
                  <a:lnTo>
                    <a:pt x="0" y="0"/>
                  </a:lnTo>
                  <a:lnTo>
                    <a:pt x="566" y="3060"/>
                  </a:lnTo>
                  <a:lnTo>
                    <a:pt x="810" y="375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4331926" y="3276991"/>
              <a:ext cx="1784" cy="5462"/>
            </a:xfrm>
            <a:custGeom>
              <a:avLst/>
              <a:pathLst>
                <a:path w="1784" h="5462">
                  <a:moveTo>
                    <a:pt x="708" y="5296"/>
                  </a:moveTo>
                  <a:lnTo>
                    <a:pt x="228" y="5462"/>
                  </a:lnTo>
                  <a:lnTo>
                    <a:pt x="0" y="679"/>
                  </a:lnTo>
                  <a:lnTo>
                    <a:pt x="134" y="0"/>
                  </a:lnTo>
                  <a:lnTo>
                    <a:pt x="814" y="2337"/>
                  </a:lnTo>
                  <a:lnTo>
                    <a:pt x="1784" y="3771"/>
                  </a:lnTo>
                  <a:lnTo>
                    <a:pt x="1403" y="470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4327125" y="3270859"/>
              <a:ext cx="1144" cy="4341"/>
            </a:xfrm>
            <a:custGeom>
              <a:avLst/>
              <a:pathLst>
                <a:path w="1144" h="4341">
                  <a:moveTo>
                    <a:pt x="1144" y="4176"/>
                  </a:moveTo>
                  <a:lnTo>
                    <a:pt x="1010" y="4341"/>
                  </a:lnTo>
                  <a:lnTo>
                    <a:pt x="819" y="4246"/>
                  </a:lnTo>
                  <a:lnTo>
                    <a:pt x="438" y="3762"/>
                  </a:lnTo>
                  <a:lnTo>
                    <a:pt x="0" y="1753"/>
                  </a:lnTo>
                  <a:lnTo>
                    <a:pt x="230" y="346"/>
                  </a:lnTo>
                  <a:lnTo>
                    <a:pt x="392" y="0"/>
                  </a:lnTo>
                  <a:lnTo>
                    <a:pt x="777" y="118"/>
                  </a:lnTo>
                  <a:lnTo>
                    <a:pt x="980" y="386"/>
                  </a:lnTo>
                  <a:lnTo>
                    <a:pt x="1048" y="903"/>
                  </a:lnTo>
                  <a:lnTo>
                    <a:pt x="933" y="2021"/>
                  </a:lnTo>
                  <a:lnTo>
                    <a:pt x="952" y="296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4325990" y="3267725"/>
              <a:ext cx="1466" cy="3511"/>
            </a:xfrm>
            <a:custGeom>
              <a:avLst/>
              <a:pathLst>
                <a:path w="1466" h="3511">
                  <a:moveTo>
                    <a:pt x="1466" y="238"/>
                  </a:moveTo>
                  <a:lnTo>
                    <a:pt x="1400" y="1310"/>
                  </a:lnTo>
                  <a:lnTo>
                    <a:pt x="732" y="3511"/>
                  </a:lnTo>
                  <a:lnTo>
                    <a:pt x="150" y="2232"/>
                  </a:lnTo>
                  <a:lnTo>
                    <a:pt x="0" y="1529"/>
                  </a:lnTo>
                  <a:lnTo>
                    <a:pt x="593" y="119"/>
                  </a:lnTo>
                  <a:lnTo>
                    <a:pt x="1225" y="320"/>
                  </a:lnTo>
                  <a:lnTo>
                    <a:pt x="139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4330178" y="3259442"/>
              <a:ext cx="1907" cy="10111"/>
            </a:xfrm>
            <a:custGeom>
              <a:avLst/>
              <a:pathLst>
                <a:path w="1907" h="10111">
                  <a:moveTo>
                    <a:pt x="1282" y="2370"/>
                  </a:moveTo>
                  <a:lnTo>
                    <a:pt x="1540" y="3181"/>
                  </a:lnTo>
                  <a:lnTo>
                    <a:pt x="1907" y="3156"/>
                  </a:lnTo>
                  <a:lnTo>
                    <a:pt x="1805" y="6041"/>
                  </a:lnTo>
                  <a:lnTo>
                    <a:pt x="901" y="9589"/>
                  </a:lnTo>
                  <a:lnTo>
                    <a:pt x="367" y="10105"/>
                  </a:lnTo>
                  <a:lnTo>
                    <a:pt x="130" y="10111"/>
                  </a:lnTo>
                  <a:lnTo>
                    <a:pt x="332" y="4927"/>
                  </a:lnTo>
                  <a:lnTo>
                    <a:pt x="0" y="1968"/>
                  </a:lnTo>
                  <a:lnTo>
                    <a:pt x="110" y="0"/>
                  </a:lnTo>
                  <a:lnTo>
                    <a:pt x="1081" y="91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4329582" y="3243956"/>
              <a:ext cx="743" cy="7905"/>
            </a:xfrm>
            <a:custGeom>
              <a:avLst/>
              <a:pathLst>
                <a:path w="743" h="7905">
                  <a:moveTo>
                    <a:pt x="743" y="3048"/>
                  </a:moveTo>
                  <a:lnTo>
                    <a:pt x="672" y="7905"/>
                  </a:lnTo>
                  <a:lnTo>
                    <a:pt x="97" y="5562"/>
                  </a:lnTo>
                  <a:lnTo>
                    <a:pt x="0" y="2891"/>
                  </a:lnTo>
                  <a:lnTo>
                    <a:pt x="43" y="403"/>
                  </a:lnTo>
                  <a:lnTo>
                    <a:pt x="167" y="0"/>
                  </a:lnTo>
                  <a:lnTo>
                    <a:pt x="204" y="380"/>
                  </a:lnTo>
                  <a:lnTo>
                    <a:pt x="550" y="14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4289105" y="3163265"/>
              <a:ext cx="1204" cy="4112"/>
            </a:xfrm>
            <a:custGeom>
              <a:avLst/>
              <a:pathLst>
                <a:path w="1204" h="4112">
                  <a:moveTo>
                    <a:pt x="821" y="3358"/>
                  </a:moveTo>
                  <a:lnTo>
                    <a:pt x="585" y="4112"/>
                  </a:lnTo>
                  <a:lnTo>
                    <a:pt x="113" y="3572"/>
                  </a:lnTo>
                  <a:lnTo>
                    <a:pt x="0" y="3249"/>
                  </a:lnTo>
                  <a:lnTo>
                    <a:pt x="1087" y="0"/>
                  </a:lnTo>
                  <a:lnTo>
                    <a:pt x="1204" y="12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4285127" y="3155212"/>
              <a:ext cx="2655" cy="10552"/>
            </a:xfrm>
            <a:custGeom>
              <a:avLst/>
              <a:pathLst>
                <a:path w="2655" h="10552">
                  <a:moveTo>
                    <a:pt x="1022" y="7670"/>
                  </a:moveTo>
                  <a:lnTo>
                    <a:pt x="276" y="10552"/>
                  </a:lnTo>
                  <a:lnTo>
                    <a:pt x="0" y="6245"/>
                  </a:lnTo>
                  <a:lnTo>
                    <a:pt x="1218" y="3846"/>
                  </a:lnTo>
                  <a:lnTo>
                    <a:pt x="1819" y="1556"/>
                  </a:lnTo>
                  <a:lnTo>
                    <a:pt x="2455" y="0"/>
                  </a:lnTo>
                  <a:lnTo>
                    <a:pt x="2655" y="1897"/>
                  </a:lnTo>
                  <a:lnTo>
                    <a:pt x="2050" y="550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4320587" y="3146361"/>
              <a:ext cx="1501" cy="7828"/>
            </a:xfrm>
            <a:custGeom>
              <a:avLst/>
              <a:pathLst>
                <a:path w="1501" h="7828">
                  <a:moveTo>
                    <a:pt x="1218" y="7442"/>
                  </a:moveTo>
                  <a:lnTo>
                    <a:pt x="783" y="7828"/>
                  </a:lnTo>
                  <a:lnTo>
                    <a:pt x="129" y="5891"/>
                  </a:lnTo>
                  <a:lnTo>
                    <a:pt x="0" y="1301"/>
                  </a:lnTo>
                  <a:lnTo>
                    <a:pt x="544" y="242"/>
                  </a:lnTo>
                  <a:lnTo>
                    <a:pt x="838" y="0"/>
                  </a:lnTo>
                  <a:lnTo>
                    <a:pt x="1264" y="562"/>
                  </a:lnTo>
                  <a:lnTo>
                    <a:pt x="1428" y="1308"/>
                  </a:lnTo>
                  <a:lnTo>
                    <a:pt x="1501" y="2232"/>
                  </a:lnTo>
                  <a:lnTo>
                    <a:pt x="1383" y="318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4274766" y="3075923"/>
              <a:ext cx="2969" cy="6297"/>
            </a:xfrm>
            <a:custGeom>
              <a:avLst/>
              <a:pathLst>
                <a:path w="2969" h="6297">
                  <a:moveTo>
                    <a:pt x="2339" y="6043"/>
                  </a:moveTo>
                  <a:lnTo>
                    <a:pt x="2146" y="6297"/>
                  </a:lnTo>
                  <a:lnTo>
                    <a:pt x="948" y="3819"/>
                  </a:lnTo>
                  <a:lnTo>
                    <a:pt x="0" y="629"/>
                  </a:lnTo>
                  <a:lnTo>
                    <a:pt x="1504" y="0"/>
                  </a:lnTo>
                  <a:lnTo>
                    <a:pt x="2960" y="688"/>
                  </a:lnTo>
                  <a:lnTo>
                    <a:pt x="2969" y="2386"/>
                  </a:lnTo>
                  <a:lnTo>
                    <a:pt x="2656" y="511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4276567" y="3056142"/>
              <a:ext cx="3491" cy="7670"/>
            </a:xfrm>
            <a:custGeom>
              <a:avLst/>
              <a:pathLst>
                <a:path w="3491" h="7670">
                  <a:moveTo>
                    <a:pt x="814" y="0"/>
                  </a:moveTo>
                  <a:lnTo>
                    <a:pt x="2134" y="2451"/>
                  </a:lnTo>
                  <a:lnTo>
                    <a:pt x="2654" y="2281"/>
                  </a:lnTo>
                  <a:lnTo>
                    <a:pt x="3471" y="3830"/>
                  </a:lnTo>
                  <a:lnTo>
                    <a:pt x="3491" y="4435"/>
                  </a:lnTo>
                  <a:lnTo>
                    <a:pt x="3336" y="5697"/>
                  </a:lnTo>
                  <a:lnTo>
                    <a:pt x="2968" y="6684"/>
                  </a:lnTo>
                  <a:lnTo>
                    <a:pt x="1970" y="7670"/>
                  </a:lnTo>
                  <a:lnTo>
                    <a:pt x="1286" y="6872"/>
                  </a:lnTo>
                  <a:lnTo>
                    <a:pt x="1015" y="4194"/>
                  </a:lnTo>
                  <a:lnTo>
                    <a:pt x="209" y="2934"/>
                  </a:lnTo>
                  <a:lnTo>
                    <a:pt x="0" y="1866"/>
                  </a:lnTo>
                  <a:lnTo>
                    <a:pt x="510" y="40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4273907" y="3044556"/>
              <a:ext cx="1155" cy="5778"/>
            </a:xfrm>
            <a:custGeom>
              <a:avLst/>
              <a:pathLst>
                <a:path w="1155" h="5778">
                  <a:moveTo>
                    <a:pt x="908" y="1706"/>
                  </a:moveTo>
                  <a:lnTo>
                    <a:pt x="1155" y="5778"/>
                  </a:lnTo>
                  <a:lnTo>
                    <a:pt x="365" y="4251"/>
                  </a:lnTo>
                  <a:lnTo>
                    <a:pt x="76" y="2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4268151" y="3040534"/>
              <a:ext cx="1272" cy="7612"/>
            </a:xfrm>
            <a:custGeom>
              <a:avLst/>
              <a:pathLst>
                <a:path w="1272" h="7612">
                  <a:moveTo>
                    <a:pt x="1121" y="4803"/>
                  </a:moveTo>
                  <a:lnTo>
                    <a:pt x="1272" y="7612"/>
                  </a:lnTo>
                  <a:lnTo>
                    <a:pt x="719" y="6455"/>
                  </a:lnTo>
                  <a:lnTo>
                    <a:pt x="0" y="2561"/>
                  </a:lnTo>
                  <a:lnTo>
                    <a:pt x="22" y="0"/>
                  </a:lnTo>
                  <a:lnTo>
                    <a:pt x="539" y="119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4259714" y="2791419"/>
              <a:ext cx="103200" cy="546127"/>
            </a:xfrm>
            <a:custGeom>
              <a:avLst/>
              <a:pathLst>
                <a:path w="103200" h="546127">
                  <a:moveTo>
                    <a:pt x="103103" y="205352"/>
                  </a:moveTo>
                  <a:lnTo>
                    <a:pt x="102430" y="208273"/>
                  </a:lnTo>
                  <a:lnTo>
                    <a:pt x="100672" y="211300"/>
                  </a:lnTo>
                  <a:lnTo>
                    <a:pt x="99429" y="212836"/>
                  </a:lnTo>
                  <a:lnTo>
                    <a:pt x="98705" y="212883"/>
                  </a:lnTo>
                  <a:lnTo>
                    <a:pt x="98089" y="214693"/>
                  </a:lnTo>
                  <a:lnTo>
                    <a:pt x="97583" y="218269"/>
                  </a:lnTo>
                  <a:lnTo>
                    <a:pt x="97059" y="220368"/>
                  </a:lnTo>
                  <a:lnTo>
                    <a:pt x="96518" y="220993"/>
                  </a:lnTo>
                  <a:lnTo>
                    <a:pt x="96167" y="222346"/>
                  </a:lnTo>
                  <a:lnTo>
                    <a:pt x="96008" y="224428"/>
                  </a:lnTo>
                  <a:lnTo>
                    <a:pt x="96319" y="225542"/>
                  </a:lnTo>
                  <a:lnTo>
                    <a:pt x="97106" y="225689"/>
                  </a:lnTo>
                  <a:lnTo>
                    <a:pt x="97166" y="226270"/>
                  </a:lnTo>
                  <a:lnTo>
                    <a:pt x="96501" y="227289"/>
                  </a:lnTo>
                  <a:lnTo>
                    <a:pt x="95675" y="227647"/>
                  </a:lnTo>
                  <a:lnTo>
                    <a:pt x="94686" y="227344"/>
                  </a:lnTo>
                  <a:lnTo>
                    <a:pt x="93750" y="228158"/>
                  </a:lnTo>
                  <a:lnTo>
                    <a:pt x="92866" y="230091"/>
                  </a:lnTo>
                  <a:lnTo>
                    <a:pt x="92114" y="234262"/>
                  </a:lnTo>
                  <a:lnTo>
                    <a:pt x="91490" y="240671"/>
                  </a:lnTo>
                  <a:lnTo>
                    <a:pt x="91407" y="242313"/>
                  </a:lnTo>
                  <a:lnTo>
                    <a:pt x="90039" y="240453"/>
                  </a:lnTo>
                  <a:lnTo>
                    <a:pt x="89471" y="239394"/>
                  </a:lnTo>
                  <a:lnTo>
                    <a:pt x="88735" y="239129"/>
                  </a:lnTo>
                  <a:lnTo>
                    <a:pt x="87986" y="240309"/>
                  </a:lnTo>
                  <a:lnTo>
                    <a:pt x="87389" y="241585"/>
                  </a:lnTo>
                  <a:lnTo>
                    <a:pt x="86776" y="242053"/>
                  </a:lnTo>
                  <a:lnTo>
                    <a:pt x="85839" y="242201"/>
                  </a:lnTo>
                  <a:lnTo>
                    <a:pt x="84607" y="241540"/>
                  </a:lnTo>
                  <a:lnTo>
                    <a:pt x="83770" y="240943"/>
                  </a:lnTo>
                  <a:lnTo>
                    <a:pt x="83644" y="241267"/>
                  </a:lnTo>
                  <a:lnTo>
                    <a:pt x="84099" y="243968"/>
                  </a:lnTo>
                  <a:lnTo>
                    <a:pt x="84262" y="246122"/>
                  </a:lnTo>
                  <a:lnTo>
                    <a:pt x="84081" y="247242"/>
                  </a:lnTo>
                  <a:lnTo>
                    <a:pt x="83686" y="248174"/>
                  </a:lnTo>
                  <a:lnTo>
                    <a:pt x="83083" y="248908"/>
                  </a:lnTo>
                  <a:lnTo>
                    <a:pt x="82378" y="249338"/>
                  </a:lnTo>
                  <a:lnTo>
                    <a:pt x="81754" y="249294"/>
                  </a:lnTo>
                  <a:lnTo>
                    <a:pt x="80755" y="248268"/>
                  </a:lnTo>
                  <a:lnTo>
                    <a:pt x="79994" y="248224"/>
                  </a:lnTo>
                  <a:lnTo>
                    <a:pt x="79343" y="248734"/>
                  </a:lnTo>
                  <a:lnTo>
                    <a:pt x="78947" y="249494"/>
                  </a:lnTo>
                  <a:lnTo>
                    <a:pt x="78727" y="250435"/>
                  </a:lnTo>
                  <a:lnTo>
                    <a:pt x="78344" y="255766"/>
                  </a:lnTo>
                  <a:lnTo>
                    <a:pt x="78006" y="257434"/>
                  </a:lnTo>
                  <a:lnTo>
                    <a:pt x="77531" y="258380"/>
                  </a:lnTo>
                  <a:lnTo>
                    <a:pt x="77060" y="258479"/>
                  </a:lnTo>
                  <a:lnTo>
                    <a:pt x="76412" y="258216"/>
                  </a:lnTo>
                  <a:lnTo>
                    <a:pt x="75735" y="258434"/>
                  </a:lnTo>
                  <a:lnTo>
                    <a:pt x="72664" y="260496"/>
                  </a:lnTo>
                  <a:lnTo>
                    <a:pt x="72217" y="260699"/>
                  </a:lnTo>
                  <a:lnTo>
                    <a:pt x="71254" y="260855"/>
                  </a:lnTo>
                  <a:lnTo>
                    <a:pt x="70361" y="260911"/>
                  </a:lnTo>
                  <a:lnTo>
                    <a:pt x="69732" y="260810"/>
                  </a:lnTo>
                  <a:lnTo>
                    <a:pt x="68259" y="258698"/>
                  </a:lnTo>
                  <a:lnTo>
                    <a:pt x="67545" y="258474"/>
                  </a:lnTo>
                  <a:lnTo>
                    <a:pt x="67154" y="259072"/>
                  </a:lnTo>
                  <a:lnTo>
                    <a:pt x="66880" y="261902"/>
                  </a:lnTo>
                  <a:lnTo>
                    <a:pt x="66019" y="263700"/>
                  </a:lnTo>
                  <a:lnTo>
                    <a:pt x="64873" y="267628"/>
                  </a:lnTo>
                  <a:lnTo>
                    <a:pt x="64605" y="273363"/>
                  </a:lnTo>
                  <a:lnTo>
                    <a:pt x="64724" y="277364"/>
                  </a:lnTo>
                  <a:lnTo>
                    <a:pt x="63692" y="281323"/>
                  </a:lnTo>
                  <a:lnTo>
                    <a:pt x="63598" y="283235"/>
                  </a:lnTo>
                  <a:lnTo>
                    <a:pt x="64150" y="292424"/>
                  </a:lnTo>
                  <a:lnTo>
                    <a:pt x="64057" y="293388"/>
                  </a:lnTo>
                  <a:lnTo>
                    <a:pt x="63848" y="293865"/>
                  </a:lnTo>
                  <a:lnTo>
                    <a:pt x="63202" y="294184"/>
                  </a:lnTo>
                  <a:lnTo>
                    <a:pt x="62117" y="295145"/>
                  </a:lnTo>
                  <a:lnTo>
                    <a:pt x="61401" y="296060"/>
                  </a:lnTo>
                  <a:lnTo>
                    <a:pt x="61054" y="296164"/>
                  </a:lnTo>
                  <a:lnTo>
                    <a:pt x="60043" y="295476"/>
                  </a:lnTo>
                  <a:lnTo>
                    <a:pt x="59776" y="295463"/>
                  </a:lnTo>
                  <a:lnTo>
                    <a:pt x="59854" y="296162"/>
                  </a:lnTo>
                  <a:lnTo>
                    <a:pt x="60661" y="300140"/>
                  </a:lnTo>
                  <a:lnTo>
                    <a:pt x="61501" y="302024"/>
                  </a:lnTo>
                  <a:lnTo>
                    <a:pt x="62370" y="301815"/>
                  </a:lnTo>
                  <a:lnTo>
                    <a:pt x="62749" y="302189"/>
                  </a:lnTo>
                  <a:lnTo>
                    <a:pt x="62636" y="303144"/>
                  </a:lnTo>
                  <a:lnTo>
                    <a:pt x="62971" y="305634"/>
                  </a:lnTo>
                  <a:lnTo>
                    <a:pt x="63756" y="309663"/>
                  </a:lnTo>
                  <a:lnTo>
                    <a:pt x="63988" y="312680"/>
                  </a:lnTo>
                  <a:lnTo>
                    <a:pt x="63512" y="315687"/>
                  </a:lnTo>
                  <a:lnTo>
                    <a:pt x="63603" y="316763"/>
                  </a:lnTo>
                  <a:lnTo>
                    <a:pt x="63864" y="317392"/>
                  </a:lnTo>
                  <a:lnTo>
                    <a:pt x="64599" y="320187"/>
                  </a:lnTo>
                  <a:lnTo>
                    <a:pt x="66168" y="324559"/>
                  </a:lnTo>
                  <a:lnTo>
                    <a:pt x="67707" y="329287"/>
                  </a:lnTo>
                  <a:lnTo>
                    <a:pt x="68991" y="333228"/>
                  </a:lnTo>
                  <a:lnTo>
                    <a:pt x="69933" y="335954"/>
                  </a:lnTo>
                  <a:lnTo>
                    <a:pt x="72032" y="341036"/>
                  </a:lnTo>
                  <a:lnTo>
                    <a:pt x="72404" y="343419"/>
                  </a:lnTo>
                  <a:lnTo>
                    <a:pt x="72483" y="348229"/>
                  </a:lnTo>
                  <a:lnTo>
                    <a:pt x="73001" y="351008"/>
                  </a:lnTo>
                  <a:lnTo>
                    <a:pt x="73480" y="352995"/>
                  </a:lnTo>
                  <a:lnTo>
                    <a:pt x="73813" y="354654"/>
                  </a:lnTo>
                  <a:lnTo>
                    <a:pt x="74585" y="360102"/>
                  </a:lnTo>
                  <a:lnTo>
                    <a:pt x="74913" y="360841"/>
                  </a:lnTo>
                  <a:lnTo>
                    <a:pt x="76596" y="357527"/>
                  </a:lnTo>
                  <a:lnTo>
                    <a:pt x="76986" y="358218"/>
                  </a:lnTo>
                  <a:lnTo>
                    <a:pt x="77203" y="359468"/>
                  </a:lnTo>
                  <a:lnTo>
                    <a:pt x="77206" y="361058"/>
                  </a:lnTo>
                  <a:lnTo>
                    <a:pt x="76942" y="362861"/>
                  </a:lnTo>
                  <a:lnTo>
                    <a:pt x="76394" y="364523"/>
                  </a:lnTo>
                  <a:lnTo>
                    <a:pt x="73798" y="368368"/>
                  </a:lnTo>
                  <a:lnTo>
                    <a:pt x="73587" y="371680"/>
                  </a:lnTo>
                  <a:lnTo>
                    <a:pt x="73405" y="376704"/>
                  </a:lnTo>
                  <a:lnTo>
                    <a:pt x="73362" y="382875"/>
                  </a:lnTo>
                  <a:lnTo>
                    <a:pt x="73486" y="387490"/>
                  </a:lnTo>
                  <a:lnTo>
                    <a:pt x="73390" y="388551"/>
                  </a:lnTo>
                  <a:lnTo>
                    <a:pt x="73164" y="389053"/>
                  </a:lnTo>
                  <a:lnTo>
                    <a:pt x="72185" y="388855"/>
                  </a:lnTo>
                  <a:lnTo>
                    <a:pt x="70772" y="391184"/>
                  </a:lnTo>
                  <a:lnTo>
                    <a:pt x="70274" y="391390"/>
                  </a:lnTo>
                  <a:lnTo>
                    <a:pt x="69654" y="392283"/>
                  </a:lnTo>
                  <a:lnTo>
                    <a:pt x="69179" y="393384"/>
                  </a:lnTo>
                  <a:lnTo>
                    <a:pt x="69029" y="395059"/>
                  </a:lnTo>
                  <a:lnTo>
                    <a:pt x="69307" y="400126"/>
                  </a:lnTo>
                  <a:lnTo>
                    <a:pt x="69812" y="404889"/>
                  </a:lnTo>
                  <a:lnTo>
                    <a:pt x="70803" y="408384"/>
                  </a:lnTo>
                  <a:lnTo>
                    <a:pt x="71587" y="411147"/>
                  </a:lnTo>
                  <a:lnTo>
                    <a:pt x="72678" y="414990"/>
                  </a:lnTo>
                  <a:lnTo>
                    <a:pt x="73541" y="418329"/>
                  </a:lnTo>
                  <a:lnTo>
                    <a:pt x="75281" y="421998"/>
                  </a:lnTo>
                  <a:lnTo>
                    <a:pt x="77725" y="427491"/>
                  </a:lnTo>
                  <a:lnTo>
                    <a:pt x="78658" y="430525"/>
                  </a:lnTo>
                  <a:lnTo>
                    <a:pt x="79482" y="434202"/>
                  </a:lnTo>
                  <a:lnTo>
                    <a:pt x="80064" y="437335"/>
                  </a:lnTo>
                  <a:lnTo>
                    <a:pt x="80285" y="441499"/>
                  </a:lnTo>
                  <a:lnTo>
                    <a:pt x="80465" y="443830"/>
                  </a:lnTo>
                  <a:lnTo>
                    <a:pt x="80517" y="451627"/>
                  </a:lnTo>
                  <a:lnTo>
                    <a:pt x="80067" y="453401"/>
                  </a:lnTo>
                  <a:lnTo>
                    <a:pt x="79725" y="455454"/>
                  </a:lnTo>
                  <a:lnTo>
                    <a:pt x="79915" y="457604"/>
                  </a:lnTo>
                  <a:lnTo>
                    <a:pt x="80486" y="459656"/>
                  </a:lnTo>
                  <a:lnTo>
                    <a:pt x="80486" y="462002"/>
                  </a:lnTo>
                  <a:lnTo>
                    <a:pt x="81019" y="466203"/>
                  </a:lnTo>
                  <a:lnTo>
                    <a:pt x="81911" y="468770"/>
                  </a:lnTo>
                  <a:lnTo>
                    <a:pt x="82770" y="470503"/>
                  </a:lnTo>
                  <a:lnTo>
                    <a:pt x="83151" y="471872"/>
                  </a:lnTo>
                  <a:lnTo>
                    <a:pt x="83026" y="474067"/>
                  </a:lnTo>
                  <a:lnTo>
                    <a:pt x="83280" y="476396"/>
                  </a:lnTo>
                  <a:lnTo>
                    <a:pt x="83466" y="478931"/>
                  </a:lnTo>
                  <a:lnTo>
                    <a:pt x="83816" y="482441"/>
                  </a:lnTo>
                  <a:lnTo>
                    <a:pt x="84507" y="485413"/>
                  </a:lnTo>
                  <a:lnTo>
                    <a:pt x="85564" y="494528"/>
                  </a:lnTo>
                  <a:lnTo>
                    <a:pt x="85538" y="495460"/>
                  </a:lnTo>
                  <a:lnTo>
                    <a:pt x="85082" y="497306"/>
                  </a:lnTo>
                  <a:lnTo>
                    <a:pt x="84419" y="498976"/>
                  </a:lnTo>
                  <a:lnTo>
                    <a:pt x="83989" y="499513"/>
                  </a:lnTo>
                  <a:lnTo>
                    <a:pt x="83584" y="501229"/>
                  </a:lnTo>
                  <a:lnTo>
                    <a:pt x="82618" y="506103"/>
                  </a:lnTo>
                  <a:lnTo>
                    <a:pt x="80677" y="514501"/>
                  </a:lnTo>
                  <a:lnTo>
                    <a:pt x="78781" y="519976"/>
                  </a:lnTo>
                  <a:lnTo>
                    <a:pt x="77190" y="523866"/>
                  </a:lnTo>
                  <a:lnTo>
                    <a:pt x="76037" y="526226"/>
                  </a:lnTo>
                  <a:lnTo>
                    <a:pt x="75695" y="527630"/>
                  </a:lnTo>
                  <a:lnTo>
                    <a:pt x="75695" y="528734"/>
                  </a:lnTo>
                  <a:lnTo>
                    <a:pt x="75904" y="530701"/>
                  </a:lnTo>
                  <a:lnTo>
                    <a:pt x="75824" y="534429"/>
                  </a:lnTo>
                  <a:lnTo>
                    <a:pt x="75576" y="536794"/>
                  </a:lnTo>
                  <a:lnTo>
                    <a:pt x="75249" y="539300"/>
                  </a:lnTo>
                  <a:lnTo>
                    <a:pt x="75066" y="541535"/>
                  </a:lnTo>
                  <a:lnTo>
                    <a:pt x="74554" y="541870"/>
                  </a:lnTo>
                  <a:lnTo>
                    <a:pt x="73456" y="546127"/>
                  </a:lnTo>
                  <a:lnTo>
                    <a:pt x="72980" y="543992"/>
                  </a:lnTo>
                  <a:lnTo>
                    <a:pt x="72699" y="541767"/>
                  </a:lnTo>
                  <a:lnTo>
                    <a:pt x="73000" y="536726"/>
                  </a:lnTo>
                  <a:lnTo>
                    <a:pt x="72332" y="527190"/>
                  </a:lnTo>
                  <a:lnTo>
                    <a:pt x="72746" y="525916"/>
                  </a:lnTo>
                  <a:lnTo>
                    <a:pt x="73145" y="525274"/>
                  </a:lnTo>
                  <a:lnTo>
                    <a:pt x="73873" y="521618"/>
                  </a:lnTo>
                  <a:lnTo>
                    <a:pt x="74756" y="517998"/>
                  </a:lnTo>
                  <a:lnTo>
                    <a:pt x="74837" y="513678"/>
                  </a:lnTo>
                  <a:lnTo>
                    <a:pt x="75552" y="510508"/>
                  </a:lnTo>
                  <a:lnTo>
                    <a:pt x="75383" y="507861"/>
                  </a:lnTo>
                  <a:lnTo>
                    <a:pt x="75420" y="504750"/>
                  </a:lnTo>
                  <a:lnTo>
                    <a:pt x="75571" y="502208"/>
                  </a:lnTo>
                  <a:lnTo>
                    <a:pt x="75513" y="500127"/>
                  </a:lnTo>
                  <a:lnTo>
                    <a:pt x="76081" y="497959"/>
                  </a:lnTo>
                  <a:lnTo>
                    <a:pt x="77062" y="496344"/>
                  </a:lnTo>
                  <a:lnTo>
                    <a:pt x="76651" y="495767"/>
                  </a:lnTo>
                  <a:lnTo>
                    <a:pt x="76243" y="494585"/>
                  </a:lnTo>
                  <a:lnTo>
                    <a:pt x="74964" y="496384"/>
                  </a:lnTo>
                  <a:lnTo>
                    <a:pt x="74304" y="495793"/>
                  </a:lnTo>
                  <a:lnTo>
                    <a:pt x="74173" y="493929"/>
                  </a:lnTo>
                  <a:lnTo>
                    <a:pt x="74336" y="491929"/>
                  </a:lnTo>
                  <a:lnTo>
                    <a:pt x="74403" y="490713"/>
                  </a:lnTo>
                  <a:lnTo>
                    <a:pt x="74915" y="489341"/>
                  </a:lnTo>
                  <a:lnTo>
                    <a:pt x="74880" y="486670"/>
                  </a:lnTo>
                  <a:lnTo>
                    <a:pt x="74621" y="484318"/>
                  </a:lnTo>
                  <a:lnTo>
                    <a:pt x="74994" y="481407"/>
                  </a:lnTo>
                  <a:lnTo>
                    <a:pt x="74238" y="481399"/>
                  </a:lnTo>
                  <a:lnTo>
                    <a:pt x="73889" y="480814"/>
                  </a:lnTo>
                  <a:lnTo>
                    <a:pt x="74106" y="479198"/>
                  </a:lnTo>
                  <a:lnTo>
                    <a:pt x="74792" y="477765"/>
                  </a:lnTo>
                  <a:lnTo>
                    <a:pt x="74167" y="475039"/>
                  </a:lnTo>
                  <a:lnTo>
                    <a:pt x="74630" y="472108"/>
                  </a:lnTo>
                  <a:lnTo>
                    <a:pt x="74613" y="468489"/>
                  </a:lnTo>
                  <a:lnTo>
                    <a:pt x="74296" y="465295"/>
                  </a:lnTo>
                  <a:lnTo>
                    <a:pt x="74313" y="462998"/>
                  </a:lnTo>
                  <a:lnTo>
                    <a:pt x="73830" y="458926"/>
                  </a:lnTo>
                  <a:lnTo>
                    <a:pt x="73609" y="453729"/>
                  </a:lnTo>
                  <a:lnTo>
                    <a:pt x="72587" y="449853"/>
                  </a:lnTo>
                  <a:lnTo>
                    <a:pt x="71829" y="444218"/>
                  </a:lnTo>
                  <a:lnTo>
                    <a:pt x="69805" y="436839"/>
                  </a:lnTo>
                  <a:lnTo>
                    <a:pt x="69840" y="433681"/>
                  </a:lnTo>
                  <a:lnTo>
                    <a:pt x="69731" y="430900"/>
                  </a:lnTo>
                  <a:lnTo>
                    <a:pt x="69287" y="429550"/>
                  </a:lnTo>
                  <a:lnTo>
                    <a:pt x="68702" y="439377"/>
                  </a:lnTo>
                  <a:lnTo>
                    <a:pt x="68255" y="437448"/>
                  </a:lnTo>
                  <a:lnTo>
                    <a:pt x="68112" y="431968"/>
                  </a:lnTo>
                  <a:lnTo>
                    <a:pt x="67817" y="429364"/>
                  </a:lnTo>
                  <a:lnTo>
                    <a:pt x="68134" y="424191"/>
                  </a:lnTo>
                  <a:lnTo>
                    <a:pt x="66963" y="419056"/>
                  </a:lnTo>
                  <a:lnTo>
                    <a:pt x="66711" y="415328"/>
                  </a:lnTo>
                  <a:lnTo>
                    <a:pt x="65943" y="409678"/>
                  </a:lnTo>
                  <a:lnTo>
                    <a:pt x="66168" y="408411"/>
                  </a:lnTo>
                  <a:lnTo>
                    <a:pt x="67197" y="409681"/>
                  </a:lnTo>
                  <a:lnTo>
                    <a:pt x="66251" y="406391"/>
                  </a:lnTo>
                  <a:lnTo>
                    <a:pt x="65475" y="407136"/>
                  </a:lnTo>
                  <a:lnTo>
                    <a:pt x="64821" y="403583"/>
                  </a:lnTo>
                  <a:lnTo>
                    <a:pt x="64677" y="393951"/>
                  </a:lnTo>
                  <a:lnTo>
                    <a:pt x="64032" y="390350"/>
                  </a:lnTo>
                  <a:lnTo>
                    <a:pt x="64383" y="386681"/>
                  </a:lnTo>
                  <a:lnTo>
                    <a:pt x="63648" y="373544"/>
                  </a:lnTo>
                  <a:lnTo>
                    <a:pt x="62197" y="369287"/>
                  </a:lnTo>
                  <a:lnTo>
                    <a:pt x="62485" y="365616"/>
                  </a:lnTo>
                  <a:lnTo>
                    <a:pt x="62845" y="362365"/>
                  </a:lnTo>
                  <a:lnTo>
                    <a:pt x="62766" y="356343"/>
                  </a:lnTo>
                  <a:lnTo>
                    <a:pt x="63122" y="354487"/>
                  </a:lnTo>
                  <a:lnTo>
                    <a:pt x="63828" y="353066"/>
                  </a:lnTo>
                  <a:lnTo>
                    <a:pt x="63166" y="353567"/>
                  </a:lnTo>
                  <a:lnTo>
                    <a:pt x="62604" y="353992"/>
                  </a:lnTo>
                  <a:lnTo>
                    <a:pt x="61286" y="354344"/>
                  </a:lnTo>
                  <a:lnTo>
                    <a:pt x="59799" y="354413"/>
                  </a:lnTo>
                  <a:lnTo>
                    <a:pt x="59283" y="350016"/>
                  </a:lnTo>
                  <a:lnTo>
                    <a:pt x="58551" y="347908"/>
                  </a:lnTo>
                  <a:lnTo>
                    <a:pt x="57910" y="343491"/>
                  </a:lnTo>
                  <a:lnTo>
                    <a:pt x="57525" y="338485"/>
                  </a:lnTo>
                  <a:lnTo>
                    <a:pt x="57777" y="337498"/>
                  </a:lnTo>
                  <a:lnTo>
                    <a:pt x="56626" y="335455"/>
                  </a:lnTo>
                  <a:lnTo>
                    <a:pt x="56331" y="334202"/>
                  </a:lnTo>
                  <a:lnTo>
                    <a:pt x="55129" y="330940"/>
                  </a:lnTo>
                  <a:lnTo>
                    <a:pt x="53764" y="328467"/>
                  </a:lnTo>
                  <a:lnTo>
                    <a:pt x="54066" y="330206"/>
                  </a:lnTo>
                  <a:lnTo>
                    <a:pt x="54435" y="331309"/>
                  </a:lnTo>
                  <a:lnTo>
                    <a:pt x="53757" y="334321"/>
                  </a:lnTo>
                  <a:lnTo>
                    <a:pt x="54421" y="339402"/>
                  </a:lnTo>
                  <a:lnTo>
                    <a:pt x="53839" y="342646"/>
                  </a:lnTo>
                  <a:lnTo>
                    <a:pt x="53294" y="346866"/>
                  </a:lnTo>
                  <a:lnTo>
                    <a:pt x="52774" y="348876"/>
                  </a:lnTo>
                  <a:lnTo>
                    <a:pt x="51128" y="353203"/>
                  </a:lnTo>
                  <a:lnTo>
                    <a:pt x="49795" y="354667"/>
                  </a:lnTo>
                  <a:lnTo>
                    <a:pt x="48927" y="354946"/>
                  </a:lnTo>
                  <a:lnTo>
                    <a:pt x="48158" y="354486"/>
                  </a:lnTo>
                  <a:lnTo>
                    <a:pt x="47213" y="352255"/>
                  </a:lnTo>
                  <a:lnTo>
                    <a:pt x="46981" y="350389"/>
                  </a:lnTo>
                  <a:lnTo>
                    <a:pt x="46830" y="347251"/>
                  </a:lnTo>
                  <a:lnTo>
                    <a:pt x="46500" y="346801"/>
                  </a:lnTo>
                  <a:lnTo>
                    <a:pt x="46141" y="347163"/>
                  </a:lnTo>
                  <a:lnTo>
                    <a:pt x="46700" y="351213"/>
                  </a:lnTo>
                  <a:lnTo>
                    <a:pt x="46689" y="353099"/>
                  </a:lnTo>
                  <a:lnTo>
                    <a:pt x="47697" y="356734"/>
                  </a:lnTo>
                  <a:lnTo>
                    <a:pt x="47338" y="357749"/>
                  </a:lnTo>
                  <a:lnTo>
                    <a:pt x="45519" y="359745"/>
                  </a:lnTo>
                  <a:lnTo>
                    <a:pt x="44897" y="359424"/>
                  </a:lnTo>
                  <a:lnTo>
                    <a:pt x="44458" y="359821"/>
                  </a:lnTo>
                  <a:lnTo>
                    <a:pt x="44335" y="361456"/>
                  </a:lnTo>
                  <a:lnTo>
                    <a:pt x="44107" y="362369"/>
                  </a:lnTo>
                  <a:lnTo>
                    <a:pt x="41241" y="364871"/>
                  </a:lnTo>
                  <a:lnTo>
                    <a:pt x="40644" y="367698"/>
                  </a:lnTo>
                  <a:lnTo>
                    <a:pt x="40277" y="370553"/>
                  </a:lnTo>
                  <a:lnTo>
                    <a:pt x="38852" y="374658"/>
                  </a:lnTo>
                  <a:lnTo>
                    <a:pt x="36940" y="378058"/>
                  </a:lnTo>
                  <a:lnTo>
                    <a:pt x="36467" y="377865"/>
                  </a:lnTo>
                  <a:lnTo>
                    <a:pt x="35926" y="377072"/>
                  </a:lnTo>
                  <a:lnTo>
                    <a:pt x="35999" y="373400"/>
                  </a:lnTo>
                  <a:lnTo>
                    <a:pt x="36654" y="370296"/>
                  </a:lnTo>
                  <a:lnTo>
                    <a:pt x="36448" y="366982"/>
                  </a:lnTo>
                  <a:lnTo>
                    <a:pt x="36289" y="368884"/>
                  </a:lnTo>
                  <a:lnTo>
                    <a:pt x="35056" y="373506"/>
                  </a:lnTo>
                  <a:lnTo>
                    <a:pt x="34493" y="375017"/>
                  </a:lnTo>
                  <a:lnTo>
                    <a:pt x="33358" y="374619"/>
                  </a:lnTo>
                  <a:lnTo>
                    <a:pt x="31796" y="375236"/>
                  </a:lnTo>
                  <a:lnTo>
                    <a:pt x="31205" y="370484"/>
                  </a:lnTo>
                  <a:lnTo>
                    <a:pt x="31216" y="368738"/>
                  </a:lnTo>
                  <a:lnTo>
                    <a:pt x="31102" y="367268"/>
                  </a:lnTo>
                  <a:lnTo>
                    <a:pt x="31281" y="365705"/>
                  </a:lnTo>
                  <a:lnTo>
                    <a:pt x="31228" y="364464"/>
                  </a:lnTo>
                  <a:lnTo>
                    <a:pt x="30848" y="366839"/>
                  </a:lnTo>
                  <a:lnTo>
                    <a:pt x="30705" y="368895"/>
                  </a:lnTo>
                  <a:lnTo>
                    <a:pt x="30134" y="370720"/>
                  </a:lnTo>
                  <a:lnTo>
                    <a:pt x="28562" y="372691"/>
                  </a:lnTo>
                  <a:lnTo>
                    <a:pt x="28501" y="370198"/>
                  </a:lnTo>
                  <a:lnTo>
                    <a:pt x="28445" y="367950"/>
                  </a:lnTo>
                  <a:lnTo>
                    <a:pt x="28783" y="365927"/>
                  </a:lnTo>
                  <a:lnTo>
                    <a:pt x="28735" y="362714"/>
                  </a:lnTo>
                  <a:lnTo>
                    <a:pt x="29234" y="358084"/>
                  </a:lnTo>
                  <a:lnTo>
                    <a:pt x="29196" y="356495"/>
                  </a:lnTo>
                  <a:lnTo>
                    <a:pt x="29043" y="354740"/>
                  </a:lnTo>
                  <a:lnTo>
                    <a:pt x="28763" y="357290"/>
                  </a:lnTo>
                  <a:lnTo>
                    <a:pt x="28604" y="359934"/>
                  </a:lnTo>
                  <a:lnTo>
                    <a:pt x="28288" y="360733"/>
                  </a:lnTo>
                  <a:lnTo>
                    <a:pt x="27710" y="361332"/>
                  </a:lnTo>
                  <a:lnTo>
                    <a:pt x="26654" y="364366"/>
                  </a:lnTo>
                  <a:lnTo>
                    <a:pt x="26031" y="367077"/>
                  </a:lnTo>
                  <a:lnTo>
                    <a:pt x="24390" y="369641"/>
                  </a:lnTo>
                  <a:lnTo>
                    <a:pt x="23525" y="369380"/>
                  </a:lnTo>
                  <a:lnTo>
                    <a:pt x="23415" y="366125"/>
                  </a:lnTo>
                  <a:lnTo>
                    <a:pt x="24071" y="354581"/>
                  </a:lnTo>
                  <a:lnTo>
                    <a:pt x="24716" y="352959"/>
                  </a:lnTo>
                  <a:lnTo>
                    <a:pt x="25016" y="350956"/>
                  </a:lnTo>
                  <a:lnTo>
                    <a:pt x="25552" y="344213"/>
                  </a:lnTo>
                  <a:lnTo>
                    <a:pt x="26156" y="341662"/>
                  </a:lnTo>
                  <a:lnTo>
                    <a:pt x="26394" y="336315"/>
                  </a:lnTo>
                  <a:lnTo>
                    <a:pt x="26638" y="335396"/>
                  </a:lnTo>
                  <a:lnTo>
                    <a:pt x="27445" y="331200"/>
                  </a:lnTo>
                  <a:lnTo>
                    <a:pt x="27727" y="323494"/>
                  </a:lnTo>
                  <a:lnTo>
                    <a:pt x="27394" y="319663"/>
                  </a:lnTo>
                  <a:lnTo>
                    <a:pt x="26638" y="315951"/>
                  </a:lnTo>
                  <a:lnTo>
                    <a:pt x="25906" y="304809"/>
                  </a:lnTo>
                  <a:lnTo>
                    <a:pt x="24008" y="295780"/>
                  </a:lnTo>
                  <a:lnTo>
                    <a:pt x="23851" y="292767"/>
                  </a:lnTo>
                  <a:lnTo>
                    <a:pt x="22913" y="289126"/>
                  </a:lnTo>
                  <a:lnTo>
                    <a:pt x="23776" y="288867"/>
                  </a:lnTo>
                  <a:lnTo>
                    <a:pt x="22000" y="285674"/>
                  </a:lnTo>
                  <a:lnTo>
                    <a:pt x="21755" y="284369"/>
                  </a:lnTo>
                  <a:lnTo>
                    <a:pt x="21397" y="276899"/>
                  </a:lnTo>
                  <a:lnTo>
                    <a:pt x="21466" y="272726"/>
                  </a:lnTo>
                  <a:lnTo>
                    <a:pt x="21207" y="273276"/>
                  </a:lnTo>
                  <a:lnTo>
                    <a:pt x="20967" y="275847"/>
                  </a:lnTo>
                  <a:lnTo>
                    <a:pt x="20270" y="276902"/>
                  </a:lnTo>
                  <a:lnTo>
                    <a:pt x="20581" y="281365"/>
                  </a:lnTo>
                  <a:lnTo>
                    <a:pt x="20504" y="282448"/>
                  </a:lnTo>
                  <a:lnTo>
                    <a:pt x="20134" y="284184"/>
                  </a:lnTo>
                  <a:lnTo>
                    <a:pt x="18648" y="282383"/>
                  </a:lnTo>
                  <a:lnTo>
                    <a:pt x="17559" y="280424"/>
                  </a:lnTo>
                  <a:lnTo>
                    <a:pt x="16324" y="275650"/>
                  </a:lnTo>
                  <a:lnTo>
                    <a:pt x="15115" y="270301"/>
                  </a:lnTo>
                  <a:lnTo>
                    <a:pt x="15547" y="269471"/>
                  </a:lnTo>
                  <a:lnTo>
                    <a:pt x="16100" y="269365"/>
                  </a:lnTo>
                  <a:lnTo>
                    <a:pt x="17819" y="273344"/>
                  </a:lnTo>
                  <a:lnTo>
                    <a:pt x="18934" y="274172"/>
                  </a:lnTo>
                  <a:lnTo>
                    <a:pt x="19639" y="273184"/>
                  </a:lnTo>
                  <a:lnTo>
                    <a:pt x="20512" y="271487"/>
                  </a:lnTo>
                  <a:lnTo>
                    <a:pt x="20928" y="268192"/>
                  </a:lnTo>
                  <a:lnTo>
                    <a:pt x="20497" y="266985"/>
                  </a:lnTo>
                  <a:lnTo>
                    <a:pt x="19659" y="266329"/>
                  </a:lnTo>
                  <a:lnTo>
                    <a:pt x="19102" y="265436"/>
                  </a:lnTo>
                  <a:lnTo>
                    <a:pt x="18301" y="263207"/>
                  </a:lnTo>
                  <a:lnTo>
                    <a:pt x="18199" y="262070"/>
                  </a:lnTo>
                  <a:lnTo>
                    <a:pt x="17952" y="260615"/>
                  </a:lnTo>
                  <a:lnTo>
                    <a:pt x="17137" y="259590"/>
                  </a:lnTo>
                  <a:lnTo>
                    <a:pt x="16481" y="258287"/>
                  </a:lnTo>
                  <a:lnTo>
                    <a:pt x="17035" y="255980"/>
                  </a:lnTo>
                  <a:lnTo>
                    <a:pt x="17577" y="254266"/>
                  </a:lnTo>
                  <a:lnTo>
                    <a:pt x="16137" y="254342"/>
                  </a:lnTo>
                  <a:lnTo>
                    <a:pt x="14494" y="251391"/>
                  </a:lnTo>
                  <a:lnTo>
                    <a:pt x="14154" y="250537"/>
                  </a:lnTo>
                  <a:lnTo>
                    <a:pt x="13610" y="249947"/>
                  </a:lnTo>
                  <a:lnTo>
                    <a:pt x="12318" y="249598"/>
                  </a:lnTo>
                  <a:lnTo>
                    <a:pt x="11243" y="250465"/>
                  </a:lnTo>
                  <a:lnTo>
                    <a:pt x="11731" y="254674"/>
                  </a:lnTo>
                  <a:lnTo>
                    <a:pt x="11635" y="256066"/>
                  </a:lnTo>
                  <a:lnTo>
                    <a:pt x="10931" y="255866"/>
                  </a:lnTo>
                  <a:lnTo>
                    <a:pt x="9463" y="249458"/>
                  </a:lnTo>
                  <a:lnTo>
                    <a:pt x="9905" y="247835"/>
                  </a:lnTo>
                  <a:lnTo>
                    <a:pt x="10540" y="246311"/>
                  </a:lnTo>
                  <a:lnTo>
                    <a:pt x="10228" y="246095"/>
                  </a:lnTo>
                  <a:lnTo>
                    <a:pt x="9615" y="246196"/>
                  </a:lnTo>
                  <a:lnTo>
                    <a:pt x="10210" y="240511"/>
                  </a:lnTo>
                  <a:lnTo>
                    <a:pt x="9848" y="239668"/>
                  </a:lnTo>
                  <a:lnTo>
                    <a:pt x="9657" y="241445"/>
                  </a:lnTo>
                  <a:lnTo>
                    <a:pt x="9334" y="243160"/>
                  </a:lnTo>
                  <a:lnTo>
                    <a:pt x="8084" y="247174"/>
                  </a:lnTo>
                  <a:lnTo>
                    <a:pt x="7465" y="246422"/>
                  </a:lnTo>
                  <a:lnTo>
                    <a:pt x="7038" y="245422"/>
                  </a:lnTo>
                  <a:lnTo>
                    <a:pt x="7640" y="243319"/>
                  </a:lnTo>
                  <a:lnTo>
                    <a:pt x="7964" y="242753"/>
                  </a:lnTo>
                  <a:lnTo>
                    <a:pt x="8188" y="241613"/>
                  </a:lnTo>
                  <a:lnTo>
                    <a:pt x="7723" y="239412"/>
                  </a:lnTo>
                  <a:lnTo>
                    <a:pt x="6989" y="237810"/>
                  </a:lnTo>
                  <a:lnTo>
                    <a:pt x="6399" y="235043"/>
                  </a:lnTo>
                  <a:lnTo>
                    <a:pt x="6092" y="235005"/>
                  </a:lnTo>
                  <a:lnTo>
                    <a:pt x="6364" y="238273"/>
                  </a:lnTo>
                  <a:lnTo>
                    <a:pt x="6251" y="242935"/>
                  </a:lnTo>
                  <a:lnTo>
                    <a:pt x="4930" y="237786"/>
                  </a:lnTo>
                  <a:lnTo>
                    <a:pt x="2287" y="230466"/>
                  </a:lnTo>
                  <a:lnTo>
                    <a:pt x="1663" y="228272"/>
                  </a:lnTo>
                  <a:lnTo>
                    <a:pt x="1522" y="226126"/>
                  </a:lnTo>
                  <a:lnTo>
                    <a:pt x="1227" y="224142"/>
                  </a:lnTo>
                  <a:lnTo>
                    <a:pt x="1022" y="221982"/>
                  </a:lnTo>
                  <a:lnTo>
                    <a:pt x="976" y="220304"/>
                  </a:lnTo>
                  <a:lnTo>
                    <a:pt x="404" y="218791"/>
                  </a:lnTo>
                  <a:lnTo>
                    <a:pt x="142" y="216145"/>
                  </a:lnTo>
                  <a:lnTo>
                    <a:pt x="0" y="213460"/>
                  </a:lnTo>
                  <a:lnTo>
                    <a:pt x="329" y="211546"/>
                  </a:lnTo>
                  <a:lnTo>
                    <a:pt x="1151" y="209486"/>
                  </a:lnTo>
                  <a:lnTo>
                    <a:pt x="1737" y="209125"/>
                  </a:lnTo>
                  <a:lnTo>
                    <a:pt x="2221" y="210034"/>
                  </a:lnTo>
                  <a:lnTo>
                    <a:pt x="3363" y="211395"/>
                  </a:lnTo>
                  <a:lnTo>
                    <a:pt x="4137" y="212670"/>
                  </a:lnTo>
                  <a:lnTo>
                    <a:pt x="4476" y="214340"/>
                  </a:lnTo>
                  <a:lnTo>
                    <a:pt x="4835" y="214138"/>
                  </a:lnTo>
                  <a:lnTo>
                    <a:pt x="5202" y="213073"/>
                  </a:lnTo>
                  <a:lnTo>
                    <a:pt x="5129" y="211757"/>
                  </a:lnTo>
                  <a:lnTo>
                    <a:pt x="4762" y="208312"/>
                  </a:lnTo>
                  <a:lnTo>
                    <a:pt x="4657" y="204125"/>
                  </a:lnTo>
                  <a:lnTo>
                    <a:pt x="4640" y="194335"/>
                  </a:lnTo>
                  <a:lnTo>
                    <a:pt x="4549" y="193220"/>
                  </a:lnTo>
                  <a:lnTo>
                    <a:pt x="5187" y="192237"/>
                  </a:lnTo>
                  <a:lnTo>
                    <a:pt x="5443" y="191115"/>
                  </a:lnTo>
                  <a:lnTo>
                    <a:pt x="5697" y="189439"/>
                  </a:lnTo>
                  <a:lnTo>
                    <a:pt x="5861" y="188702"/>
                  </a:lnTo>
                  <a:lnTo>
                    <a:pt x="6230" y="188659"/>
                  </a:lnTo>
                  <a:lnTo>
                    <a:pt x="6810" y="189475"/>
                  </a:lnTo>
                  <a:lnTo>
                    <a:pt x="7764" y="192272"/>
                  </a:lnTo>
                  <a:lnTo>
                    <a:pt x="8399" y="192899"/>
                  </a:lnTo>
                  <a:lnTo>
                    <a:pt x="9033" y="192461"/>
                  </a:lnTo>
                  <a:lnTo>
                    <a:pt x="9694" y="188266"/>
                  </a:lnTo>
                  <a:lnTo>
                    <a:pt x="9935" y="187135"/>
                  </a:lnTo>
                  <a:lnTo>
                    <a:pt x="10253" y="186384"/>
                  </a:lnTo>
                  <a:lnTo>
                    <a:pt x="10839" y="186509"/>
                  </a:lnTo>
                  <a:lnTo>
                    <a:pt x="11181" y="185757"/>
                  </a:lnTo>
                  <a:lnTo>
                    <a:pt x="11310" y="183947"/>
                  </a:lnTo>
                  <a:lnTo>
                    <a:pt x="11305" y="181928"/>
                  </a:lnTo>
                  <a:lnTo>
                    <a:pt x="10650" y="176405"/>
                  </a:lnTo>
                  <a:lnTo>
                    <a:pt x="10456" y="173860"/>
                  </a:lnTo>
                  <a:lnTo>
                    <a:pt x="10347" y="171349"/>
                  </a:lnTo>
                  <a:lnTo>
                    <a:pt x="10756" y="168764"/>
                  </a:lnTo>
                  <a:lnTo>
                    <a:pt x="11311" y="165742"/>
                  </a:lnTo>
                  <a:lnTo>
                    <a:pt x="11178" y="163102"/>
                  </a:lnTo>
                  <a:lnTo>
                    <a:pt x="11330" y="162076"/>
                  </a:lnTo>
                  <a:lnTo>
                    <a:pt x="11787" y="161929"/>
                  </a:lnTo>
                  <a:lnTo>
                    <a:pt x="12358" y="162565"/>
                  </a:lnTo>
                  <a:lnTo>
                    <a:pt x="12985" y="162125"/>
                  </a:lnTo>
                  <a:lnTo>
                    <a:pt x="13462" y="160512"/>
                  </a:lnTo>
                  <a:lnTo>
                    <a:pt x="13653" y="159107"/>
                  </a:lnTo>
                  <a:lnTo>
                    <a:pt x="13944" y="153001"/>
                  </a:lnTo>
                  <a:lnTo>
                    <a:pt x="14137" y="147420"/>
                  </a:lnTo>
                  <a:lnTo>
                    <a:pt x="14216" y="142868"/>
                  </a:lnTo>
                  <a:lnTo>
                    <a:pt x="13728" y="140147"/>
                  </a:lnTo>
                  <a:lnTo>
                    <a:pt x="12978" y="132827"/>
                  </a:lnTo>
                  <a:lnTo>
                    <a:pt x="13196" y="131576"/>
                  </a:lnTo>
                  <a:lnTo>
                    <a:pt x="13533" y="131284"/>
                  </a:lnTo>
                  <a:lnTo>
                    <a:pt x="14644" y="133846"/>
                  </a:lnTo>
                  <a:lnTo>
                    <a:pt x="15123" y="134276"/>
                  </a:lnTo>
                  <a:lnTo>
                    <a:pt x="15932" y="133885"/>
                  </a:lnTo>
                  <a:lnTo>
                    <a:pt x="16729" y="133315"/>
                  </a:lnTo>
                  <a:lnTo>
                    <a:pt x="17305" y="133280"/>
                  </a:lnTo>
                  <a:lnTo>
                    <a:pt x="18139" y="134156"/>
                  </a:lnTo>
                  <a:lnTo>
                    <a:pt x="19286" y="135132"/>
                  </a:lnTo>
                  <a:lnTo>
                    <a:pt x="21074" y="136342"/>
                  </a:lnTo>
                  <a:lnTo>
                    <a:pt x="21810" y="137254"/>
                  </a:lnTo>
                  <a:lnTo>
                    <a:pt x="22418" y="137124"/>
                  </a:lnTo>
                  <a:lnTo>
                    <a:pt x="22909" y="134282"/>
                  </a:lnTo>
                  <a:lnTo>
                    <a:pt x="23478" y="130129"/>
                  </a:lnTo>
                  <a:lnTo>
                    <a:pt x="24321" y="123963"/>
                  </a:lnTo>
                  <a:lnTo>
                    <a:pt x="25290" y="119475"/>
                  </a:lnTo>
                  <a:lnTo>
                    <a:pt x="25545" y="118284"/>
                  </a:lnTo>
                  <a:lnTo>
                    <a:pt x="26624" y="114632"/>
                  </a:lnTo>
                  <a:lnTo>
                    <a:pt x="27671" y="110803"/>
                  </a:lnTo>
                  <a:lnTo>
                    <a:pt x="28582" y="105963"/>
                  </a:lnTo>
                  <a:lnTo>
                    <a:pt x="29092" y="102485"/>
                  </a:lnTo>
                  <a:lnTo>
                    <a:pt x="29047" y="101033"/>
                  </a:lnTo>
                  <a:lnTo>
                    <a:pt x="28720" y="99830"/>
                  </a:lnTo>
                  <a:lnTo>
                    <a:pt x="28034" y="99061"/>
                  </a:lnTo>
                  <a:lnTo>
                    <a:pt x="27468" y="98266"/>
                  </a:lnTo>
                  <a:lnTo>
                    <a:pt x="27313" y="97550"/>
                  </a:lnTo>
                  <a:lnTo>
                    <a:pt x="27329" y="96731"/>
                  </a:lnTo>
                  <a:lnTo>
                    <a:pt x="27622" y="94474"/>
                  </a:lnTo>
                  <a:lnTo>
                    <a:pt x="28117" y="91809"/>
                  </a:lnTo>
                  <a:lnTo>
                    <a:pt x="28634" y="90365"/>
                  </a:lnTo>
                  <a:lnTo>
                    <a:pt x="29992" y="88579"/>
                  </a:lnTo>
                  <a:lnTo>
                    <a:pt x="30859" y="86278"/>
                  </a:lnTo>
                  <a:lnTo>
                    <a:pt x="31832" y="83233"/>
                  </a:lnTo>
                  <a:lnTo>
                    <a:pt x="32365" y="81158"/>
                  </a:lnTo>
                  <a:lnTo>
                    <a:pt x="32632" y="76948"/>
                  </a:lnTo>
                  <a:lnTo>
                    <a:pt x="32926" y="76110"/>
                  </a:lnTo>
                  <a:lnTo>
                    <a:pt x="33527" y="74751"/>
                  </a:lnTo>
                  <a:lnTo>
                    <a:pt x="33981" y="73156"/>
                  </a:lnTo>
                  <a:lnTo>
                    <a:pt x="33945" y="72295"/>
                  </a:lnTo>
                  <a:lnTo>
                    <a:pt x="33704" y="71675"/>
                  </a:lnTo>
                  <a:lnTo>
                    <a:pt x="33250" y="68728"/>
                  </a:lnTo>
                  <a:lnTo>
                    <a:pt x="33043" y="64114"/>
                  </a:lnTo>
                  <a:lnTo>
                    <a:pt x="33145" y="60370"/>
                  </a:lnTo>
                  <a:lnTo>
                    <a:pt x="33486" y="58848"/>
                  </a:lnTo>
                  <a:lnTo>
                    <a:pt x="33938" y="56727"/>
                  </a:lnTo>
                  <a:lnTo>
                    <a:pt x="34775" y="55423"/>
                  </a:lnTo>
                  <a:lnTo>
                    <a:pt x="35968" y="54511"/>
                  </a:lnTo>
                  <a:lnTo>
                    <a:pt x="37795" y="52035"/>
                  </a:lnTo>
                  <a:lnTo>
                    <a:pt x="40954" y="46291"/>
                  </a:lnTo>
                  <a:lnTo>
                    <a:pt x="42093" y="44418"/>
                  </a:lnTo>
                  <a:lnTo>
                    <a:pt x="42875" y="43449"/>
                  </a:lnTo>
                  <a:lnTo>
                    <a:pt x="43630" y="41042"/>
                  </a:lnTo>
                  <a:lnTo>
                    <a:pt x="44672" y="38412"/>
                  </a:lnTo>
                  <a:lnTo>
                    <a:pt x="46161" y="37106"/>
                  </a:lnTo>
                  <a:lnTo>
                    <a:pt x="47121" y="36601"/>
                  </a:lnTo>
                  <a:lnTo>
                    <a:pt x="51626" y="34802"/>
                  </a:lnTo>
                  <a:lnTo>
                    <a:pt x="52385" y="35031"/>
                  </a:lnTo>
                  <a:lnTo>
                    <a:pt x="53147" y="36074"/>
                  </a:lnTo>
                  <a:lnTo>
                    <a:pt x="54095" y="39572"/>
                  </a:lnTo>
                  <a:lnTo>
                    <a:pt x="54937" y="40888"/>
                  </a:lnTo>
                  <a:lnTo>
                    <a:pt x="55911" y="41811"/>
                  </a:lnTo>
                  <a:lnTo>
                    <a:pt x="56648" y="41416"/>
                  </a:lnTo>
                  <a:lnTo>
                    <a:pt x="56667" y="40000"/>
                  </a:lnTo>
                  <a:lnTo>
                    <a:pt x="54345" y="31837"/>
                  </a:lnTo>
                  <a:lnTo>
                    <a:pt x="54134" y="29613"/>
                  </a:lnTo>
                  <a:lnTo>
                    <a:pt x="54056" y="27490"/>
                  </a:lnTo>
                  <a:lnTo>
                    <a:pt x="54319" y="25801"/>
                  </a:lnTo>
                  <a:lnTo>
                    <a:pt x="55045" y="24193"/>
                  </a:lnTo>
                  <a:lnTo>
                    <a:pt x="56045" y="22369"/>
                  </a:lnTo>
                  <a:lnTo>
                    <a:pt x="57289" y="20098"/>
                  </a:lnTo>
                  <a:lnTo>
                    <a:pt x="58075" y="18527"/>
                  </a:lnTo>
                  <a:lnTo>
                    <a:pt x="58996" y="18023"/>
                  </a:lnTo>
                  <a:lnTo>
                    <a:pt x="59330" y="17117"/>
                  </a:lnTo>
                  <a:lnTo>
                    <a:pt x="59427" y="15800"/>
                  </a:lnTo>
                  <a:lnTo>
                    <a:pt x="59376" y="14366"/>
                  </a:lnTo>
                  <a:lnTo>
                    <a:pt x="58957" y="12737"/>
                  </a:lnTo>
                  <a:lnTo>
                    <a:pt x="59043" y="10691"/>
                  </a:lnTo>
                  <a:lnTo>
                    <a:pt x="59184" y="8837"/>
                  </a:lnTo>
                  <a:lnTo>
                    <a:pt x="59575" y="7757"/>
                  </a:lnTo>
                  <a:lnTo>
                    <a:pt x="60438" y="4820"/>
                  </a:lnTo>
                  <a:lnTo>
                    <a:pt x="60971" y="2700"/>
                  </a:lnTo>
                  <a:lnTo>
                    <a:pt x="61252" y="1793"/>
                  </a:lnTo>
                  <a:lnTo>
                    <a:pt x="61663" y="201"/>
                  </a:lnTo>
                  <a:lnTo>
                    <a:pt x="62369" y="0"/>
                  </a:lnTo>
                  <a:lnTo>
                    <a:pt x="63056" y="503"/>
                  </a:lnTo>
                  <a:lnTo>
                    <a:pt x="63467" y="1409"/>
                  </a:lnTo>
                  <a:lnTo>
                    <a:pt x="63875" y="3247"/>
                  </a:lnTo>
                  <a:lnTo>
                    <a:pt x="64323" y="4754"/>
                  </a:lnTo>
                  <a:lnTo>
                    <a:pt x="64869" y="4748"/>
                  </a:lnTo>
                  <a:lnTo>
                    <a:pt x="65427" y="4534"/>
                  </a:lnTo>
                  <a:lnTo>
                    <a:pt x="65688" y="4743"/>
                  </a:lnTo>
                  <a:lnTo>
                    <a:pt x="66223" y="6005"/>
                  </a:lnTo>
                  <a:lnTo>
                    <a:pt x="67237" y="9027"/>
                  </a:lnTo>
                  <a:lnTo>
                    <a:pt x="67690" y="9785"/>
                  </a:lnTo>
                  <a:lnTo>
                    <a:pt x="68120" y="11073"/>
                  </a:lnTo>
                  <a:lnTo>
                    <a:pt x="68343" y="13646"/>
                  </a:lnTo>
                  <a:lnTo>
                    <a:pt x="68483" y="16236"/>
                  </a:lnTo>
                  <a:lnTo>
                    <a:pt x="69755" y="25230"/>
                  </a:lnTo>
                  <a:lnTo>
                    <a:pt x="70137" y="27125"/>
                  </a:lnTo>
                  <a:lnTo>
                    <a:pt x="70420" y="28572"/>
                  </a:lnTo>
                  <a:lnTo>
                    <a:pt x="71015" y="28927"/>
                  </a:lnTo>
                  <a:lnTo>
                    <a:pt x="71497" y="27480"/>
                  </a:lnTo>
                  <a:lnTo>
                    <a:pt x="71687" y="25931"/>
                  </a:lnTo>
                  <a:lnTo>
                    <a:pt x="72189" y="25406"/>
                  </a:lnTo>
                  <a:lnTo>
                    <a:pt x="72787" y="25689"/>
                  </a:lnTo>
                  <a:lnTo>
                    <a:pt x="73884" y="27132"/>
                  </a:lnTo>
                  <a:lnTo>
                    <a:pt x="74475" y="27911"/>
                  </a:lnTo>
                  <a:lnTo>
                    <a:pt x="74769" y="32359"/>
                  </a:lnTo>
                  <a:lnTo>
                    <a:pt x="74835" y="37578"/>
                  </a:lnTo>
                  <a:lnTo>
                    <a:pt x="74747" y="39194"/>
                  </a:lnTo>
                  <a:lnTo>
                    <a:pt x="75227" y="43499"/>
                  </a:lnTo>
                  <a:lnTo>
                    <a:pt x="75376" y="48450"/>
                  </a:lnTo>
                  <a:lnTo>
                    <a:pt x="75480" y="51158"/>
                  </a:lnTo>
                  <a:lnTo>
                    <a:pt x="75490" y="53746"/>
                  </a:lnTo>
                  <a:lnTo>
                    <a:pt x="75403" y="57137"/>
                  </a:lnTo>
                  <a:lnTo>
                    <a:pt x="75146" y="61679"/>
                  </a:lnTo>
                  <a:lnTo>
                    <a:pt x="74713" y="65554"/>
                  </a:lnTo>
                  <a:lnTo>
                    <a:pt x="74870" y="68780"/>
                  </a:lnTo>
                  <a:lnTo>
                    <a:pt x="74613" y="70255"/>
                  </a:lnTo>
                  <a:lnTo>
                    <a:pt x="73563" y="71005"/>
                  </a:lnTo>
                  <a:lnTo>
                    <a:pt x="73472" y="72236"/>
                  </a:lnTo>
                  <a:lnTo>
                    <a:pt x="73783" y="74266"/>
                  </a:lnTo>
                  <a:lnTo>
                    <a:pt x="74515" y="76805"/>
                  </a:lnTo>
                  <a:lnTo>
                    <a:pt x="74533" y="78407"/>
                  </a:lnTo>
                  <a:lnTo>
                    <a:pt x="74178" y="79496"/>
                  </a:lnTo>
                  <a:lnTo>
                    <a:pt x="73407" y="79599"/>
                  </a:lnTo>
                  <a:lnTo>
                    <a:pt x="72339" y="80614"/>
                  </a:lnTo>
                  <a:lnTo>
                    <a:pt x="71604" y="83891"/>
                  </a:lnTo>
                  <a:lnTo>
                    <a:pt x="70822" y="86586"/>
                  </a:lnTo>
                  <a:lnTo>
                    <a:pt x="70394" y="87116"/>
                  </a:lnTo>
                  <a:lnTo>
                    <a:pt x="68967" y="86357"/>
                  </a:lnTo>
                  <a:lnTo>
                    <a:pt x="68625" y="87049"/>
                  </a:lnTo>
                  <a:lnTo>
                    <a:pt x="68127" y="91640"/>
                  </a:lnTo>
                  <a:lnTo>
                    <a:pt x="67718" y="93613"/>
                  </a:lnTo>
                  <a:lnTo>
                    <a:pt x="67105" y="95281"/>
                  </a:lnTo>
                  <a:lnTo>
                    <a:pt x="66544" y="96262"/>
                  </a:lnTo>
                  <a:lnTo>
                    <a:pt x="66037" y="96947"/>
                  </a:lnTo>
                  <a:lnTo>
                    <a:pt x="64904" y="96483"/>
                  </a:lnTo>
                  <a:lnTo>
                    <a:pt x="64304" y="99254"/>
                  </a:lnTo>
                  <a:lnTo>
                    <a:pt x="63701" y="102910"/>
                  </a:lnTo>
                  <a:lnTo>
                    <a:pt x="63652" y="104801"/>
                  </a:lnTo>
                  <a:lnTo>
                    <a:pt x="63965" y="107770"/>
                  </a:lnTo>
                  <a:lnTo>
                    <a:pt x="63803" y="108594"/>
                  </a:lnTo>
                  <a:lnTo>
                    <a:pt x="63192" y="109240"/>
                  </a:lnTo>
                  <a:lnTo>
                    <a:pt x="62186" y="110579"/>
                  </a:lnTo>
                  <a:lnTo>
                    <a:pt x="61565" y="114822"/>
                  </a:lnTo>
                  <a:lnTo>
                    <a:pt x="61589" y="118944"/>
                  </a:lnTo>
                  <a:lnTo>
                    <a:pt x="61955" y="120358"/>
                  </a:lnTo>
                  <a:lnTo>
                    <a:pt x="62650" y="120976"/>
                  </a:lnTo>
                  <a:lnTo>
                    <a:pt x="63144" y="122246"/>
                  </a:lnTo>
                  <a:lnTo>
                    <a:pt x="63192" y="124232"/>
                  </a:lnTo>
                  <a:lnTo>
                    <a:pt x="63623" y="126714"/>
                  </a:lnTo>
                  <a:lnTo>
                    <a:pt x="63421" y="129608"/>
                  </a:lnTo>
                  <a:lnTo>
                    <a:pt x="62013" y="133814"/>
                  </a:lnTo>
                  <a:lnTo>
                    <a:pt x="61970" y="136103"/>
                  </a:lnTo>
                  <a:lnTo>
                    <a:pt x="62720" y="136808"/>
                  </a:lnTo>
                  <a:lnTo>
                    <a:pt x="63368" y="136485"/>
                  </a:lnTo>
                  <a:lnTo>
                    <a:pt x="64169" y="135486"/>
                  </a:lnTo>
                  <a:lnTo>
                    <a:pt x="65113" y="133879"/>
                  </a:lnTo>
                  <a:lnTo>
                    <a:pt x="67176" y="131540"/>
                  </a:lnTo>
                  <a:lnTo>
                    <a:pt x="69427" y="130204"/>
                  </a:lnTo>
                  <a:lnTo>
                    <a:pt x="71208" y="129956"/>
                  </a:lnTo>
                  <a:lnTo>
                    <a:pt x="72728" y="130056"/>
                  </a:lnTo>
                  <a:lnTo>
                    <a:pt x="73473" y="130553"/>
                  </a:lnTo>
                  <a:lnTo>
                    <a:pt x="73695" y="131410"/>
                  </a:lnTo>
                  <a:lnTo>
                    <a:pt x="75777" y="130044"/>
                  </a:lnTo>
                  <a:lnTo>
                    <a:pt x="76215" y="129966"/>
                  </a:lnTo>
                  <a:lnTo>
                    <a:pt x="76591" y="129893"/>
                  </a:lnTo>
                  <a:lnTo>
                    <a:pt x="76579" y="130797"/>
                  </a:lnTo>
                  <a:lnTo>
                    <a:pt x="75055" y="134536"/>
                  </a:lnTo>
                  <a:lnTo>
                    <a:pt x="74769" y="136279"/>
                  </a:lnTo>
                  <a:lnTo>
                    <a:pt x="74817" y="138148"/>
                  </a:lnTo>
                  <a:lnTo>
                    <a:pt x="75440" y="139883"/>
                  </a:lnTo>
                  <a:lnTo>
                    <a:pt x="76046" y="141220"/>
                  </a:lnTo>
                  <a:lnTo>
                    <a:pt x="76559" y="144573"/>
                  </a:lnTo>
                  <a:lnTo>
                    <a:pt x="76163" y="147645"/>
                  </a:lnTo>
                  <a:lnTo>
                    <a:pt x="76415" y="148765"/>
                  </a:lnTo>
                  <a:lnTo>
                    <a:pt x="76865" y="150019"/>
                  </a:lnTo>
                  <a:lnTo>
                    <a:pt x="77138" y="151785"/>
                  </a:lnTo>
                  <a:lnTo>
                    <a:pt x="77172" y="153937"/>
                  </a:lnTo>
                  <a:lnTo>
                    <a:pt x="76921" y="157371"/>
                  </a:lnTo>
                  <a:lnTo>
                    <a:pt x="79123" y="159165"/>
                  </a:lnTo>
                  <a:lnTo>
                    <a:pt x="81025" y="159970"/>
                  </a:lnTo>
                  <a:lnTo>
                    <a:pt x="82411" y="160189"/>
                  </a:lnTo>
                  <a:lnTo>
                    <a:pt x="83300" y="160977"/>
                  </a:lnTo>
                  <a:lnTo>
                    <a:pt x="83835" y="161656"/>
                  </a:lnTo>
                  <a:lnTo>
                    <a:pt x="84212" y="162887"/>
                  </a:lnTo>
                  <a:lnTo>
                    <a:pt x="84325" y="164230"/>
                  </a:lnTo>
                  <a:lnTo>
                    <a:pt x="83861" y="165171"/>
                  </a:lnTo>
                  <a:lnTo>
                    <a:pt x="82922" y="168191"/>
                  </a:lnTo>
                  <a:lnTo>
                    <a:pt x="82382" y="172222"/>
                  </a:lnTo>
                  <a:lnTo>
                    <a:pt x="82438" y="175241"/>
                  </a:lnTo>
                  <a:lnTo>
                    <a:pt x="82375" y="177855"/>
                  </a:lnTo>
                  <a:lnTo>
                    <a:pt x="81286" y="181628"/>
                  </a:lnTo>
                  <a:lnTo>
                    <a:pt x="80853" y="184222"/>
                  </a:lnTo>
                  <a:lnTo>
                    <a:pt x="80473" y="186884"/>
                  </a:lnTo>
                  <a:lnTo>
                    <a:pt x="80485" y="188041"/>
                  </a:lnTo>
                  <a:lnTo>
                    <a:pt x="80710" y="188849"/>
                  </a:lnTo>
                  <a:lnTo>
                    <a:pt x="81175" y="189317"/>
                  </a:lnTo>
                  <a:lnTo>
                    <a:pt x="81978" y="189598"/>
                  </a:lnTo>
                  <a:lnTo>
                    <a:pt x="82962" y="189298"/>
                  </a:lnTo>
                  <a:lnTo>
                    <a:pt x="85310" y="189937"/>
                  </a:lnTo>
                  <a:lnTo>
                    <a:pt x="87988" y="191103"/>
                  </a:lnTo>
                  <a:lnTo>
                    <a:pt x="89050" y="191744"/>
                  </a:lnTo>
                  <a:lnTo>
                    <a:pt x="89397" y="192917"/>
                  </a:lnTo>
                  <a:lnTo>
                    <a:pt x="89312" y="195479"/>
                  </a:lnTo>
                  <a:lnTo>
                    <a:pt x="89141" y="197867"/>
                  </a:lnTo>
                  <a:lnTo>
                    <a:pt x="89315" y="199701"/>
                  </a:lnTo>
                  <a:lnTo>
                    <a:pt x="89747" y="201389"/>
                  </a:lnTo>
                  <a:lnTo>
                    <a:pt x="90472" y="201946"/>
                  </a:lnTo>
                  <a:lnTo>
                    <a:pt x="91096" y="202599"/>
                  </a:lnTo>
                  <a:lnTo>
                    <a:pt x="91214" y="203888"/>
                  </a:lnTo>
                  <a:lnTo>
                    <a:pt x="91024" y="205635"/>
                  </a:lnTo>
                  <a:lnTo>
                    <a:pt x="91341" y="207016"/>
                  </a:lnTo>
                  <a:lnTo>
                    <a:pt x="91697" y="207922"/>
                  </a:lnTo>
                  <a:lnTo>
                    <a:pt x="92469" y="208440"/>
                  </a:lnTo>
                  <a:lnTo>
                    <a:pt x="94032" y="207316"/>
                  </a:lnTo>
                  <a:lnTo>
                    <a:pt x="95126" y="207817"/>
                  </a:lnTo>
                  <a:lnTo>
                    <a:pt x="96112" y="208584"/>
                  </a:lnTo>
                  <a:lnTo>
                    <a:pt x="96955" y="208180"/>
                  </a:lnTo>
                  <a:lnTo>
                    <a:pt x="97790" y="207201"/>
                  </a:lnTo>
                  <a:lnTo>
                    <a:pt x="99608" y="202761"/>
                  </a:lnTo>
                  <a:lnTo>
                    <a:pt x="101728" y="200362"/>
                  </a:lnTo>
                  <a:lnTo>
                    <a:pt x="102424" y="199786"/>
                  </a:lnTo>
                  <a:lnTo>
                    <a:pt x="102894" y="200075"/>
                  </a:lnTo>
                  <a:lnTo>
                    <a:pt x="103011" y="200386"/>
                  </a:lnTo>
                  <a:lnTo>
                    <a:pt x="102980" y="201285"/>
                  </a:lnTo>
                  <a:lnTo>
                    <a:pt x="103200" y="20493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3411072" y="2347436"/>
              <a:ext cx="21995" cy="49442"/>
            </a:xfrm>
            <a:custGeom>
              <a:avLst/>
              <a:pathLst>
                <a:path w="21995" h="49442">
                  <a:moveTo>
                    <a:pt x="8723" y="266"/>
                  </a:moveTo>
                  <a:lnTo>
                    <a:pt x="8691" y="628"/>
                  </a:lnTo>
                  <a:lnTo>
                    <a:pt x="8747" y="1693"/>
                  </a:lnTo>
                  <a:lnTo>
                    <a:pt x="9004" y="2729"/>
                  </a:lnTo>
                  <a:lnTo>
                    <a:pt x="9918" y="3793"/>
                  </a:lnTo>
                  <a:lnTo>
                    <a:pt x="11258" y="5895"/>
                  </a:lnTo>
                  <a:lnTo>
                    <a:pt x="12834" y="9753"/>
                  </a:lnTo>
                  <a:lnTo>
                    <a:pt x="13557" y="10900"/>
                  </a:lnTo>
                  <a:lnTo>
                    <a:pt x="14208" y="11180"/>
                  </a:lnTo>
                  <a:lnTo>
                    <a:pt x="15476" y="12781"/>
                  </a:lnTo>
                  <a:lnTo>
                    <a:pt x="16360" y="13172"/>
                  </a:lnTo>
                  <a:lnTo>
                    <a:pt x="17350" y="13613"/>
                  </a:lnTo>
                  <a:lnTo>
                    <a:pt x="19926" y="16956"/>
                  </a:lnTo>
                  <a:lnTo>
                    <a:pt x="21084" y="17932"/>
                  </a:lnTo>
                  <a:lnTo>
                    <a:pt x="21906" y="19190"/>
                  </a:lnTo>
                  <a:lnTo>
                    <a:pt x="21995" y="20375"/>
                  </a:lnTo>
                  <a:lnTo>
                    <a:pt x="21957" y="21109"/>
                  </a:lnTo>
                  <a:lnTo>
                    <a:pt x="20470" y="21969"/>
                  </a:lnTo>
                  <a:lnTo>
                    <a:pt x="20211" y="23275"/>
                  </a:lnTo>
                  <a:lnTo>
                    <a:pt x="19490" y="23124"/>
                  </a:lnTo>
                  <a:lnTo>
                    <a:pt x="18619" y="23115"/>
                  </a:lnTo>
                  <a:lnTo>
                    <a:pt x="18334" y="23943"/>
                  </a:lnTo>
                  <a:lnTo>
                    <a:pt x="18751" y="25308"/>
                  </a:lnTo>
                  <a:lnTo>
                    <a:pt x="19022" y="26912"/>
                  </a:lnTo>
                  <a:lnTo>
                    <a:pt x="18803" y="29113"/>
                  </a:lnTo>
                  <a:lnTo>
                    <a:pt x="18730" y="29403"/>
                  </a:lnTo>
                  <a:lnTo>
                    <a:pt x="18520" y="29325"/>
                  </a:lnTo>
                  <a:lnTo>
                    <a:pt x="17293" y="30602"/>
                  </a:lnTo>
                  <a:lnTo>
                    <a:pt x="16381" y="31203"/>
                  </a:lnTo>
                  <a:lnTo>
                    <a:pt x="15558" y="31504"/>
                  </a:lnTo>
                  <a:lnTo>
                    <a:pt x="15169" y="30890"/>
                  </a:lnTo>
                  <a:lnTo>
                    <a:pt x="14977" y="30056"/>
                  </a:lnTo>
                  <a:lnTo>
                    <a:pt x="15011" y="27640"/>
                  </a:lnTo>
                  <a:lnTo>
                    <a:pt x="14862" y="26824"/>
                  </a:lnTo>
                  <a:lnTo>
                    <a:pt x="14581" y="26428"/>
                  </a:lnTo>
                  <a:lnTo>
                    <a:pt x="14018" y="27000"/>
                  </a:lnTo>
                  <a:lnTo>
                    <a:pt x="13362" y="28866"/>
                  </a:lnTo>
                  <a:lnTo>
                    <a:pt x="12753" y="31037"/>
                  </a:lnTo>
                  <a:lnTo>
                    <a:pt x="11839" y="33300"/>
                  </a:lnTo>
                  <a:lnTo>
                    <a:pt x="11085" y="35471"/>
                  </a:lnTo>
                  <a:lnTo>
                    <a:pt x="10272" y="38208"/>
                  </a:lnTo>
                  <a:lnTo>
                    <a:pt x="9716" y="40475"/>
                  </a:lnTo>
                  <a:lnTo>
                    <a:pt x="10294" y="41753"/>
                  </a:lnTo>
                  <a:lnTo>
                    <a:pt x="10646" y="43532"/>
                  </a:lnTo>
                  <a:lnTo>
                    <a:pt x="10539" y="44864"/>
                  </a:lnTo>
                  <a:lnTo>
                    <a:pt x="10642" y="45640"/>
                  </a:lnTo>
                  <a:lnTo>
                    <a:pt x="10462" y="47972"/>
                  </a:lnTo>
                  <a:lnTo>
                    <a:pt x="10426" y="49442"/>
                  </a:lnTo>
                  <a:lnTo>
                    <a:pt x="8632" y="47092"/>
                  </a:lnTo>
                  <a:lnTo>
                    <a:pt x="7893" y="43786"/>
                  </a:lnTo>
                  <a:lnTo>
                    <a:pt x="5269" y="38203"/>
                  </a:lnTo>
                  <a:lnTo>
                    <a:pt x="2262" y="34402"/>
                  </a:lnTo>
                  <a:lnTo>
                    <a:pt x="2102" y="33802"/>
                  </a:lnTo>
                  <a:lnTo>
                    <a:pt x="2267" y="33070"/>
                  </a:lnTo>
                  <a:lnTo>
                    <a:pt x="2411" y="32492"/>
                  </a:lnTo>
                  <a:lnTo>
                    <a:pt x="1786" y="32449"/>
                  </a:lnTo>
                  <a:lnTo>
                    <a:pt x="1348" y="32912"/>
                  </a:lnTo>
                  <a:lnTo>
                    <a:pt x="933" y="32782"/>
                  </a:lnTo>
                  <a:lnTo>
                    <a:pt x="464" y="31358"/>
                  </a:lnTo>
                  <a:lnTo>
                    <a:pt x="20" y="30121"/>
                  </a:lnTo>
                  <a:lnTo>
                    <a:pt x="0" y="29035"/>
                  </a:lnTo>
                  <a:lnTo>
                    <a:pt x="202" y="28893"/>
                  </a:lnTo>
                  <a:lnTo>
                    <a:pt x="503" y="28459"/>
                  </a:lnTo>
                  <a:lnTo>
                    <a:pt x="1135" y="27250"/>
                  </a:lnTo>
                  <a:lnTo>
                    <a:pt x="1260" y="26615"/>
                  </a:lnTo>
                  <a:lnTo>
                    <a:pt x="1230" y="25653"/>
                  </a:lnTo>
                  <a:lnTo>
                    <a:pt x="341" y="22607"/>
                  </a:lnTo>
                  <a:lnTo>
                    <a:pt x="215" y="20632"/>
                  </a:lnTo>
                  <a:lnTo>
                    <a:pt x="86" y="16957"/>
                  </a:lnTo>
                  <a:lnTo>
                    <a:pt x="274" y="16087"/>
                  </a:lnTo>
                  <a:lnTo>
                    <a:pt x="600" y="15666"/>
                  </a:lnTo>
                  <a:lnTo>
                    <a:pt x="2155" y="15207"/>
                  </a:lnTo>
                  <a:lnTo>
                    <a:pt x="2135" y="12343"/>
                  </a:lnTo>
                  <a:lnTo>
                    <a:pt x="2228" y="11484"/>
                  </a:lnTo>
                  <a:lnTo>
                    <a:pt x="2537" y="10294"/>
                  </a:lnTo>
                  <a:lnTo>
                    <a:pt x="2737" y="9205"/>
                  </a:lnTo>
                  <a:lnTo>
                    <a:pt x="3600" y="7646"/>
                  </a:lnTo>
                  <a:lnTo>
                    <a:pt x="4772" y="5791"/>
                  </a:lnTo>
                  <a:lnTo>
                    <a:pt x="5285" y="5736"/>
                  </a:lnTo>
                  <a:lnTo>
                    <a:pt x="5734" y="5994"/>
                  </a:lnTo>
                  <a:lnTo>
                    <a:pt x="6241" y="7592"/>
                  </a:lnTo>
                  <a:lnTo>
                    <a:pt x="6793" y="7384"/>
                  </a:lnTo>
                  <a:lnTo>
                    <a:pt x="6909" y="5466"/>
                  </a:lnTo>
                  <a:lnTo>
                    <a:pt x="6185" y="2953"/>
                  </a:lnTo>
                  <a:lnTo>
                    <a:pt x="5798" y="1347"/>
                  </a:lnTo>
                  <a:lnTo>
                    <a:pt x="5919" y="463"/>
                  </a:lnTo>
                  <a:lnTo>
                    <a:pt x="6190" y="0"/>
                  </a:lnTo>
                  <a:lnTo>
                    <a:pt x="6812" y="290"/>
                  </a:lnTo>
                  <a:lnTo>
                    <a:pt x="7408" y="727"/>
                  </a:lnTo>
                  <a:lnTo>
                    <a:pt x="7784" y="431"/>
                  </a:lnTo>
                  <a:lnTo>
                    <a:pt x="8378" y="2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4208660" y="2094054"/>
              <a:ext cx="370038" cy="310908"/>
            </a:xfrm>
            <a:custGeom>
              <a:avLst/>
              <a:pathLst>
                <a:path w="370038" h="310908">
                  <a:moveTo>
                    <a:pt x="333044" y="67770"/>
                  </a:moveTo>
                  <a:lnTo>
                    <a:pt x="331968" y="71877"/>
                  </a:lnTo>
                  <a:lnTo>
                    <a:pt x="329809" y="80109"/>
                  </a:lnTo>
                  <a:lnTo>
                    <a:pt x="327981" y="87078"/>
                  </a:lnTo>
                  <a:lnTo>
                    <a:pt x="327018" y="91006"/>
                  </a:lnTo>
                  <a:lnTo>
                    <a:pt x="326312" y="93999"/>
                  </a:lnTo>
                  <a:lnTo>
                    <a:pt x="325577" y="96839"/>
                  </a:lnTo>
                  <a:lnTo>
                    <a:pt x="325474" y="98546"/>
                  </a:lnTo>
                  <a:lnTo>
                    <a:pt x="324649" y="101292"/>
                  </a:lnTo>
                  <a:lnTo>
                    <a:pt x="323115" y="104604"/>
                  </a:lnTo>
                  <a:lnTo>
                    <a:pt x="322784" y="108195"/>
                  </a:lnTo>
                  <a:lnTo>
                    <a:pt x="322840" y="111427"/>
                  </a:lnTo>
                  <a:lnTo>
                    <a:pt x="322713" y="114326"/>
                  </a:lnTo>
                  <a:lnTo>
                    <a:pt x="321032" y="116158"/>
                  </a:lnTo>
                  <a:lnTo>
                    <a:pt x="319716" y="117795"/>
                  </a:lnTo>
                  <a:lnTo>
                    <a:pt x="320090" y="123286"/>
                  </a:lnTo>
                  <a:lnTo>
                    <a:pt x="320766" y="125361"/>
                  </a:lnTo>
                  <a:lnTo>
                    <a:pt x="321863" y="127603"/>
                  </a:lnTo>
                  <a:lnTo>
                    <a:pt x="323014" y="129396"/>
                  </a:lnTo>
                  <a:lnTo>
                    <a:pt x="324010" y="130913"/>
                  </a:lnTo>
                  <a:lnTo>
                    <a:pt x="325110" y="130191"/>
                  </a:lnTo>
                  <a:lnTo>
                    <a:pt x="326042" y="127880"/>
                  </a:lnTo>
                  <a:lnTo>
                    <a:pt x="327841" y="125851"/>
                  </a:lnTo>
                  <a:lnTo>
                    <a:pt x="328831" y="125802"/>
                  </a:lnTo>
                  <a:lnTo>
                    <a:pt x="329534" y="126270"/>
                  </a:lnTo>
                  <a:lnTo>
                    <a:pt x="331090" y="126402"/>
                  </a:lnTo>
                  <a:lnTo>
                    <a:pt x="332684" y="125665"/>
                  </a:lnTo>
                  <a:lnTo>
                    <a:pt x="333933" y="125509"/>
                  </a:lnTo>
                  <a:lnTo>
                    <a:pt x="335552" y="126003"/>
                  </a:lnTo>
                  <a:lnTo>
                    <a:pt x="336133" y="126490"/>
                  </a:lnTo>
                  <a:lnTo>
                    <a:pt x="337491" y="127382"/>
                  </a:lnTo>
                  <a:lnTo>
                    <a:pt x="338957" y="129336"/>
                  </a:lnTo>
                  <a:lnTo>
                    <a:pt x="339980" y="131520"/>
                  </a:lnTo>
                  <a:lnTo>
                    <a:pt x="340726" y="131938"/>
                  </a:lnTo>
                  <a:lnTo>
                    <a:pt x="341108" y="131243"/>
                  </a:lnTo>
                  <a:lnTo>
                    <a:pt x="341926" y="129304"/>
                  </a:lnTo>
                  <a:lnTo>
                    <a:pt x="343080" y="127433"/>
                  </a:lnTo>
                  <a:lnTo>
                    <a:pt x="344476" y="124371"/>
                  </a:lnTo>
                  <a:lnTo>
                    <a:pt x="345531" y="122019"/>
                  </a:lnTo>
                  <a:lnTo>
                    <a:pt x="346361" y="121666"/>
                  </a:lnTo>
                  <a:lnTo>
                    <a:pt x="347958" y="121673"/>
                  </a:lnTo>
                  <a:lnTo>
                    <a:pt x="348679" y="121102"/>
                  </a:lnTo>
                  <a:lnTo>
                    <a:pt x="349890" y="120807"/>
                  </a:lnTo>
                  <a:lnTo>
                    <a:pt x="350955" y="121676"/>
                  </a:lnTo>
                  <a:lnTo>
                    <a:pt x="353933" y="122134"/>
                  </a:lnTo>
                  <a:lnTo>
                    <a:pt x="354731" y="123338"/>
                  </a:lnTo>
                  <a:lnTo>
                    <a:pt x="356144" y="126913"/>
                  </a:lnTo>
                  <a:lnTo>
                    <a:pt x="356943" y="128823"/>
                  </a:lnTo>
                  <a:lnTo>
                    <a:pt x="358327" y="129784"/>
                  </a:lnTo>
                  <a:lnTo>
                    <a:pt x="359166" y="130439"/>
                  </a:lnTo>
                  <a:lnTo>
                    <a:pt x="359907" y="130959"/>
                  </a:lnTo>
                  <a:lnTo>
                    <a:pt x="360648" y="131881"/>
                  </a:lnTo>
                  <a:lnTo>
                    <a:pt x="360824" y="133000"/>
                  </a:lnTo>
                  <a:lnTo>
                    <a:pt x="361120" y="134707"/>
                  </a:lnTo>
                  <a:lnTo>
                    <a:pt x="361574" y="135691"/>
                  </a:lnTo>
                  <a:lnTo>
                    <a:pt x="362412" y="136655"/>
                  </a:lnTo>
                  <a:lnTo>
                    <a:pt x="363052" y="137244"/>
                  </a:lnTo>
                  <a:lnTo>
                    <a:pt x="363256" y="138483"/>
                  </a:lnTo>
                  <a:lnTo>
                    <a:pt x="363456" y="139091"/>
                  </a:lnTo>
                  <a:lnTo>
                    <a:pt x="364040" y="139956"/>
                  </a:lnTo>
                  <a:lnTo>
                    <a:pt x="365769" y="143649"/>
                  </a:lnTo>
                  <a:lnTo>
                    <a:pt x="366612" y="144637"/>
                  </a:lnTo>
                  <a:lnTo>
                    <a:pt x="367889" y="146778"/>
                  </a:lnTo>
                  <a:lnTo>
                    <a:pt x="368419" y="148550"/>
                  </a:lnTo>
                  <a:lnTo>
                    <a:pt x="368450" y="150412"/>
                  </a:lnTo>
                  <a:lnTo>
                    <a:pt x="368779" y="151836"/>
                  </a:lnTo>
                  <a:lnTo>
                    <a:pt x="369633" y="153971"/>
                  </a:lnTo>
                  <a:lnTo>
                    <a:pt x="370038" y="155412"/>
                  </a:lnTo>
                  <a:lnTo>
                    <a:pt x="369880" y="157373"/>
                  </a:lnTo>
                  <a:lnTo>
                    <a:pt x="370015" y="159104"/>
                  </a:lnTo>
                  <a:lnTo>
                    <a:pt x="369685" y="160897"/>
                  </a:lnTo>
                  <a:lnTo>
                    <a:pt x="368307" y="162226"/>
                  </a:lnTo>
                  <a:lnTo>
                    <a:pt x="367837" y="162853"/>
                  </a:lnTo>
                  <a:lnTo>
                    <a:pt x="366843" y="162913"/>
                  </a:lnTo>
                  <a:lnTo>
                    <a:pt x="365160" y="162242"/>
                  </a:lnTo>
                  <a:lnTo>
                    <a:pt x="363524" y="162622"/>
                  </a:lnTo>
                  <a:lnTo>
                    <a:pt x="361571" y="161887"/>
                  </a:lnTo>
                  <a:lnTo>
                    <a:pt x="360033" y="160306"/>
                  </a:lnTo>
                  <a:lnTo>
                    <a:pt x="359212" y="159045"/>
                  </a:lnTo>
                  <a:lnTo>
                    <a:pt x="357909" y="158296"/>
                  </a:lnTo>
                  <a:lnTo>
                    <a:pt x="357292" y="158684"/>
                  </a:lnTo>
                  <a:lnTo>
                    <a:pt x="356517" y="160315"/>
                  </a:lnTo>
                  <a:lnTo>
                    <a:pt x="355663" y="160026"/>
                  </a:lnTo>
                  <a:lnTo>
                    <a:pt x="354877" y="160315"/>
                  </a:lnTo>
                  <a:lnTo>
                    <a:pt x="352851" y="159981"/>
                  </a:lnTo>
                  <a:lnTo>
                    <a:pt x="351750" y="159571"/>
                  </a:lnTo>
                  <a:lnTo>
                    <a:pt x="350002" y="160708"/>
                  </a:lnTo>
                  <a:lnTo>
                    <a:pt x="349018" y="161062"/>
                  </a:lnTo>
                  <a:lnTo>
                    <a:pt x="347166" y="162459"/>
                  </a:lnTo>
                  <a:lnTo>
                    <a:pt x="346051" y="164871"/>
                  </a:lnTo>
                  <a:lnTo>
                    <a:pt x="345219" y="165448"/>
                  </a:lnTo>
                  <a:lnTo>
                    <a:pt x="344412" y="165333"/>
                  </a:lnTo>
                  <a:lnTo>
                    <a:pt x="343830" y="164448"/>
                  </a:lnTo>
                  <a:lnTo>
                    <a:pt x="342982" y="163376"/>
                  </a:lnTo>
                  <a:lnTo>
                    <a:pt x="341730" y="163437"/>
                  </a:lnTo>
                  <a:lnTo>
                    <a:pt x="341356" y="163890"/>
                  </a:lnTo>
                  <a:lnTo>
                    <a:pt x="341202" y="164874"/>
                  </a:lnTo>
                  <a:lnTo>
                    <a:pt x="340790" y="167856"/>
                  </a:lnTo>
                  <a:lnTo>
                    <a:pt x="340797" y="169197"/>
                  </a:lnTo>
                  <a:lnTo>
                    <a:pt x="340526" y="170062"/>
                  </a:lnTo>
                  <a:lnTo>
                    <a:pt x="339785" y="170351"/>
                  </a:lnTo>
                  <a:lnTo>
                    <a:pt x="338484" y="170267"/>
                  </a:lnTo>
                  <a:lnTo>
                    <a:pt x="336445" y="170070"/>
                  </a:lnTo>
                  <a:lnTo>
                    <a:pt x="335067" y="169296"/>
                  </a:lnTo>
                  <a:lnTo>
                    <a:pt x="334238" y="169629"/>
                  </a:lnTo>
                  <a:lnTo>
                    <a:pt x="333108" y="171245"/>
                  </a:lnTo>
                  <a:lnTo>
                    <a:pt x="332308" y="171508"/>
                  </a:lnTo>
                  <a:lnTo>
                    <a:pt x="331655" y="172196"/>
                  </a:lnTo>
                  <a:lnTo>
                    <a:pt x="331127" y="174581"/>
                  </a:lnTo>
                  <a:lnTo>
                    <a:pt x="330300" y="176067"/>
                  </a:lnTo>
                  <a:lnTo>
                    <a:pt x="329296" y="177906"/>
                  </a:lnTo>
                  <a:lnTo>
                    <a:pt x="328225" y="181852"/>
                  </a:lnTo>
                  <a:lnTo>
                    <a:pt x="327632" y="184101"/>
                  </a:lnTo>
                  <a:lnTo>
                    <a:pt x="327817" y="185317"/>
                  </a:lnTo>
                  <a:lnTo>
                    <a:pt x="327950" y="186788"/>
                  </a:lnTo>
                  <a:lnTo>
                    <a:pt x="327455" y="188461"/>
                  </a:lnTo>
                  <a:lnTo>
                    <a:pt x="326445" y="190017"/>
                  </a:lnTo>
                  <a:lnTo>
                    <a:pt x="325636" y="190305"/>
                  </a:lnTo>
                  <a:lnTo>
                    <a:pt x="324423" y="191806"/>
                  </a:lnTo>
                  <a:lnTo>
                    <a:pt x="322755" y="194505"/>
                  </a:lnTo>
                  <a:lnTo>
                    <a:pt x="321510" y="196768"/>
                  </a:lnTo>
                  <a:lnTo>
                    <a:pt x="319881" y="197322"/>
                  </a:lnTo>
                  <a:lnTo>
                    <a:pt x="318730" y="197899"/>
                  </a:lnTo>
                  <a:lnTo>
                    <a:pt x="316176" y="198601"/>
                  </a:lnTo>
                  <a:lnTo>
                    <a:pt x="315544" y="198777"/>
                  </a:lnTo>
                  <a:lnTo>
                    <a:pt x="312744" y="199131"/>
                  </a:lnTo>
                  <a:lnTo>
                    <a:pt x="310667" y="197909"/>
                  </a:lnTo>
                  <a:lnTo>
                    <a:pt x="309580" y="198096"/>
                  </a:lnTo>
                  <a:lnTo>
                    <a:pt x="308611" y="198785"/>
                  </a:lnTo>
                  <a:lnTo>
                    <a:pt x="308117" y="199535"/>
                  </a:lnTo>
                  <a:lnTo>
                    <a:pt x="307945" y="200962"/>
                  </a:lnTo>
                  <a:lnTo>
                    <a:pt x="307773" y="202279"/>
                  </a:lnTo>
                  <a:lnTo>
                    <a:pt x="306988" y="204322"/>
                  </a:lnTo>
                  <a:lnTo>
                    <a:pt x="305399" y="207032"/>
                  </a:lnTo>
                  <a:lnTo>
                    <a:pt x="304091" y="208835"/>
                  </a:lnTo>
                  <a:lnTo>
                    <a:pt x="303089" y="211161"/>
                  </a:lnTo>
                  <a:lnTo>
                    <a:pt x="302513" y="212005"/>
                  </a:lnTo>
                  <a:lnTo>
                    <a:pt x="301369" y="212900"/>
                  </a:lnTo>
                  <a:lnTo>
                    <a:pt x="300750" y="213376"/>
                  </a:lnTo>
                  <a:lnTo>
                    <a:pt x="299313" y="215452"/>
                  </a:lnTo>
                  <a:lnTo>
                    <a:pt x="298167" y="217298"/>
                  </a:lnTo>
                  <a:lnTo>
                    <a:pt x="297412" y="217823"/>
                  </a:lnTo>
                  <a:lnTo>
                    <a:pt x="296502" y="217331"/>
                  </a:lnTo>
                  <a:lnTo>
                    <a:pt x="295901" y="217181"/>
                  </a:lnTo>
                  <a:lnTo>
                    <a:pt x="294120" y="216465"/>
                  </a:lnTo>
                  <a:lnTo>
                    <a:pt x="292913" y="216371"/>
                  </a:lnTo>
                  <a:lnTo>
                    <a:pt x="291225" y="215912"/>
                  </a:lnTo>
                  <a:lnTo>
                    <a:pt x="287282" y="213752"/>
                  </a:lnTo>
                  <a:lnTo>
                    <a:pt x="286016" y="212741"/>
                  </a:lnTo>
                  <a:lnTo>
                    <a:pt x="284895" y="209985"/>
                  </a:lnTo>
                  <a:lnTo>
                    <a:pt x="283882" y="208589"/>
                  </a:lnTo>
                  <a:lnTo>
                    <a:pt x="282510" y="208446"/>
                  </a:lnTo>
                  <a:lnTo>
                    <a:pt x="280448" y="208449"/>
                  </a:lnTo>
                  <a:lnTo>
                    <a:pt x="279524" y="207896"/>
                  </a:lnTo>
                  <a:lnTo>
                    <a:pt x="277975" y="208415"/>
                  </a:lnTo>
                  <a:lnTo>
                    <a:pt x="276284" y="211209"/>
                  </a:lnTo>
                  <a:lnTo>
                    <a:pt x="275483" y="213288"/>
                  </a:lnTo>
                  <a:lnTo>
                    <a:pt x="274790" y="215416"/>
                  </a:lnTo>
                  <a:lnTo>
                    <a:pt x="273941" y="219974"/>
                  </a:lnTo>
                  <a:lnTo>
                    <a:pt x="273564" y="223020"/>
                  </a:lnTo>
                  <a:lnTo>
                    <a:pt x="273273" y="224741"/>
                  </a:lnTo>
                  <a:lnTo>
                    <a:pt x="272370" y="227471"/>
                  </a:lnTo>
                  <a:lnTo>
                    <a:pt x="272270" y="229004"/>
                  </a:lnTo>
                  <a:lnTo>
                    <a:pt x="272584" y="230332"/>
                  </a:lnTo>
                  <a:lnTo>
                    <a:pt x="273236" y="231831"/>
                  </a:lnTo>
                  <a:lnTo>
                    <a:pt x="273622" y="234187"/>
                  </a:lnTo>
                  <a:lnTo>
                    <a:pt x="274576" y="236692"/>
                  </a:lnTo>
                  <a:lnTo>
                    <a:pt x="275510" y="238643"/>
                  </a:lnTo>
                  <a:lnTo>
                    <a:pt x="277272" y="241788"/>
                  </a:lnTo>
                  <a:lnTo>
                    <a:pt x="277771" y="243436"/>
                  </a:lnTo>
                  <a:lnTo>
                    <a:pt x="278363" y="245326"/>
                  </a:lnTo>
                  <a:lnTo>
                    <a:pt x="278491" y="247173"/>
                  </a:lnTo>
                  <a:lnTo>
                    <a:pt x="278380" y="248385"/>
                  </a:lnTo>
                  <a:lnTo>
                    <a:pt x="277746" y="249308"/>
                  </a:lnTo>
                  <a:lnTo>
                    <a:pt x="276514" y="249768"/>
                  </a:lnTo>
                  <a:lnTo>
                    <a:pt x="275923" y="251052"/>
                  </a:lnTo>
                  <a:lnTo>
                    <a:pt x="275015" y="252765"/>
                  </a:lnTo>
                  <a:lnTo>
                    <a:pt x="273940" y="254742"/>
                  </a:lnTo>
                  <a:lnTo>
                    <a:pt x="273435" y="254845"/>
                  </a:lnTo>
                  <a:lnTo>
                    <a:pt x="272832" y="255374"/>
                  </a:lnTo>
                  <a:lnTo>
                    <a:pt x="269791" y="257823"/>
                  </a:lnTo>
                  <a:lnTo>
                    <a:pt x="268636" y="258510"/>
                  </a:lnTo>
                  <a:lnTo>
                    <a:pt x="267724" y="259318"/>
                  </a:lnTo>
                  <a:lnTo>
                    <a:pt x="266643" y="261816"/>
                  </a:lnTo>
                  <a:lnTo>
                    <a:pt x="265794" y="263671"/>
                  </a:lnTo>
                  <a:lnTo>
                    <a:pt x="264747" y="266133"/>
                  </a:lnTo>
                  <a:lnTo>
                    <a:pt x="264287" y="267223"/>
                  </a:lnTo>
                  <a:lnTo>
                    <a:pt x="263354" y="269686"/>
                  </a:lnTo>
                  <a:lnTo>
                    <a:pt x="262127" y="272501"/>
                  </a:lnTo>
                  <a:lnTo>
                    <a:pt x="261446" y="274012"/>
                  </a:lnTo>
                  <a:lnTo>
                    <a:pt x="261076" y="274915"/>
                  </a:lnTo>
                  <a:lnTo>
                    <a:pt x="260740" y="276094"/>
                  </a:lnTo>
                  <a:lnTo>
                    <a:pt x="259457" y="277009"/>
                  </a:lnTo>
                  <a:lnTo>
                    <a:pt x="258398" y="277975"/>
                  </a:lnTo>
                  <a:lnTo>
                    <a:pt x="256800" y="279436"/>
                  </a:lnTo>
                  <a:lnTo>
                    <a:pt x="254507" y="281042"/>
                  </a:lnTo>
                  <a:lnTo>
                    <a:pt x="252658" y="282591"/>
                  </a:lnTo>
                  <a:lnTo>
                    <a:pt x="251478" y="283869"/>
                  </a:lnTo>
                  <a:lnTo>
                    <a:pt x="249725" y="285482"/>
                  </a:lnTo>
                  <a:lnTo>
                    <a:pt x="248535" y="286002"/>
                  </a:lnTo>
                  <a:lnTo>
                    <a:pt x="246139" y="285937"/>
                  </a:lnTo>
                  <a:lnTo>
                    <a:pt x="243180" y="286354"/>
                  </a:lnTo>
                  <a:lnTo>
                    <a:pt x="241026" y="286660"/>
                  </a:lnTo>
                  <a:lnTo>
                    <a:pt x="239405" y="286270"/>
                  </a:lnTo>
                  <a:lnTo>
                    <a:pt x="236960" y="286049"/>
                  </a:lnTo>
                  <a:lnTo>
                    <a:pt x="235087" y="285738"/>
                  </a:lnTo>
                  <a:lnTo>
                    <a:pt x="233833" y="286332"/>
                  </a:lnTo>
                  <a:lnTo>
                    <a:pt x="230883" y="286963"/>
                  </a:lnTo>
                  <a:lnTo>
                    <a:pt x="230225" y="287107"/>
                  </a:lnTo>
                  <a:lnTo>
                    <a:pt x="224973" y="288635"/>
                  </a:lnTo>
                  <a:lnTo>
                    <a:pt x="222652" y="289455"/>
                  </a:lnTo>
                  <a:lnTo>
                    <a:pt x="220527" y="289828"/>
                  </a:lnTo>
                  <a:lnTo>
                    <a:pt x="218962" y="290424"/>
                  </a:lnTo>
                  <a:lnTo>
                    <a:pt x="218077" y="291167"/>
                  </a:lnTo>
                  <a:lnTo>
                    <a:pt x="216765" y="292238"/>
                  </a:lnTo>
                  <a:lnTo>
                    <a:pt x="216070" y="292704"/>
                  </a:lnTo>
                  <a:lnTo>
                    <a:pt x="213750" y="294802"/>
                  </a:lnTo>
                  <a:lnTo>
                    <a:pt x="208576" y="299133"/>
                  </a:lnTo>
                  <a:lnTo>
                    <a:pt x="205110" y="302646"/>
                  </a:lnTo>
                  <a:lnTo>
                    <a:pt x="204543" y="303248"/>
                  </a:lnTo>
                  <a:lnTo>
                    <a:pt x="202210" y="305725"/>
                  </a:lnTo>
                  <a:lnTo>
                    <a:pt x="200860" y="306696"/>
                  </a:lnTo>
                  <a:lnTo>
                    <a:pt x="199921" y="308905"/>
                  </a:lnTo>
                  <a:lnTo>
                    <a:pt x="199174" y="310305"/>
                  </a:lnTo>
                  <a:lnTo>
                    <a:pt x="198385" y="310908"/>
                  </a:lnTo>
                  <a:lnTo>
                    <a:pt x="196985" y="309482"/>
                  </a:lnTo>
                  <a:lnTo>
                    <a:pt x="195987" y="309559"/>
                  </a:lnTo>
                  <a:lnTo>
                    <a:pt x="192818" y="309041"/>
                  </a:lnTo>
                  <a:lnTo>
                    <a:pt x="192818" y="302590"/>
                  </a:lnTo>
                  <a:lnTo>
                    <a:pt x="190596" y="303502"/>
                  </a:lnTo>
                  <a:lnTo>
                    <a:pt x="187053" y="304955"/>
                  </a:lnTo>
                  <a:lnTo>
                    <a:pt x="183760" y="306304"/>
                  </a:lnTo>
                  <a:lnTo>
                    <a:pt x="180751" y="303215"/>
                  </a:lnTo>
                  <a:lnTo>
                    <a:pt x="178428" y="300830"/>
                  </a:lnTo>
                  <a:lnTo>
                    <a:pt x="176415" y="298779"/>
                  </a:lnTo>
                  <a:lnTo>
                    <a:pt x="173353" y="297419"/>
                  </a:lnTo>
                  <a:lnTo>
                    <a:pt x="170687" y="296234"/>
                  </a:lnTo>
                  <a:lnTo>
                    <a:pt x="165871" y="294284"/>
                  </a:lnTo>
                  <a:lnTo>
                    <a:pt x="163757" y="292577"/>
                  </a:lnTo>
                  <a:lnTo>
                    <a:pt x="162686" y="290317"/>
                  </a:lnTo>
                  <a:lnTo>
                    <a:pt x="160775" y="285191"/>
                  </a:lnTo>
                  <a:lnTo>
                    <a:pt x="160155" y="284180"/>
                  </a:lnTo>
                  <a:lnTo>
                    <a:pt x="159224" y="283486"/>
                  </a:lnTo>
                  <a:lnTo>
                    <a:pt x="158260" y="283035"/>
                  </a:lnTo>
                  <a:lnTo>
                    <a:pt x="156171" y="283061"/>
                  </a:lnTo>
                  <a:lnTo>
                    <a:pt x="153619" y="282665"/>
                  </a:lnTo>
                  <a:lnTo>
                    <a:pt x="149943" y="281587"/>
                  </a:lnTo>
                  <a:lnTo>
                    <a:pt x="147025" y="280730"/>
                  </a:lnTo>
                  <a:lnTo>
                    <a:pt x="142045" y="279135"/>
                  </a:lnTo>
                  <a:lnTo>
                    <a:pt x="140865" y="278941"/>
                  </a:lnTo>
                  <a:lnTo>
                    <a:pt x="138260" y="280356"/>
                  </a:lnTo>
                  <a:lnTo>
                    <a:pt x="134928" y="282165"/>
                  </a:lnTo>
                  <a:lnTo>
                    <a:pt x="128933" y="280747"/>
                  </a:lnTo>
                  <a:lnTo>
                    <a:pt x="126279" y="280082"/>
                  </a:lnTo>
                  <a:lnTo>
                    <a:pt x="120893" y="278729"/>
                  </a:lnTo>
                  <a:lnTo>
                    <a:pt x="114801" y="277199"/>
                  </a:lnTo>
                  <a:lnTo>
                    <a:pt x="108894" y="275618"/>
                  </a:lnTo>
                  <a:lnTo>
                    <a:pt x="104606" y="276491"/>
                  </a:lnTo>
                  <a:lnTo>
                    <a:pt x="102216" y="276976"/>
                  </a:lnTo>
                  <a:lnTo>
                    <a:pt x="99455" y="277670"/>
                  </a:lnTo>
                  <a:lnTo>
                    <a:pt x="99075" y="276889"/>
                  </a:lnTo>
                  <a:lnTo>
                    <a:pt x="98961" y="273859"/>
                  </a:lnTo>
                  <a:lnTo>
                    <a:pt x="98467" y="271513"/>
                  </a:lnTo>
                  <a:lnTo>
                    <a:pt x="96958" y="268978"/>
                  </a:lnTo>
                  <a:lnTo>
                    <a:pt x="95943" y="266565"/>
                  </a:lnTo>
                  <a:lnTo>
                    <a:pt x="94013" y="263305"/>
                  </a:lnTo>
                  <a:lnTo>
                    <a:pt x="93404" y="261252"/>
                  </a:lnTo>
                  <a:lnTo>
                    <a:pt x="93201" y="258069"/>
                  </a:lnTo>
                  <a:lnTo>
                    <a:pt x="91421" y="249784"/>
                  </a:lnTo>
                  <a:lnTo>
                    <a:pt x="90315" y="244183"/>
                  </a:lnTo>
                  <a:lnTo>
                    <a:pt x="90039" y="243042"/>
                  </a:lnTo>
                  <a:lnTo>
                    <a:pt x="89560" y="241218"/>
                  </a:lnTo>
                  <a:lnTo>
                    <a:pt x="88935" y="240266"/>
                  </a:lnTo>
                  <a:lnTo>
                    <a:pt x="87614" y="239682"/>
                  </a:lnTo>
                  <a:lnTo>
                    <a:pt x="87258" y="238695"/>
                  </a:lnTo>
                  <a:lnTo>
                    <a:pt x="87258" y="236758"/>
                  </a:lnTo>
                  <a:lnTo>
                    <a:pt x="87466" y="234083"/>
                  </a:lnTo>
                  <a:lnTo>
                    <a:pt x="87733" y="232130"/>
                  </a:lnTo>
                  <a:lnTo>
                    <a:pt x="87543" y="231641"/>
                  </a:lnTo>
                  <a:lnTo>
                    <a:pt x="84085" y="232192"/>
                  </a:lnTo>
                  <a:lnTo>
                    <a:pt x="81970" y="230895"/>
                  </a:lnTo>
                  <a:lnTo>
                    <a:pt x="80197" y="229491"/>
                  </a:lnTo>
                  <a:lnTo>
                    <a:pt x="77692" y="225895"/>
                  </a:lnTo>
                  <a:lnTo>
                    <a:pt x="76201" y="224507"/>
                  </a:lnTo>
                  <a:lnTo>
                    <a:pt x="74297" y="220793"/>
                  </a:lnTo>
                  <a:lnTo>
                    <a:pt x="71519" y="219913"/>
                  </a:lnTo>
                  <a:lnTo>
                    <a:pt x="70486" y="218457"/>
                  </a:lnTo>
                  <a:lnTo>
                    <a:pt x="69187" y="215275"/>
                  </a:lnTo>
                  <a:lnTo>
                    <a:pt x="68050" y="213234"/>
                  </a:lnTo>
                  <a:lnTo>
                    <a:pt x="66436" y="211949"/>
                  </a:lnTo>
                  <a:lnTo>
                    <a:pt x="63883" y="210806"/>
                  </a:lnTo>
                  <a:lnTo>
                    <a:pt x="59529" y="209712"/>
                  </a:lnTo>
                  <a:lnTo>
                    <a:pt x="58054" y="209252"/>
                  </a:lnTo>
                  <a:lnTo>
                    <a:pt x="55649" y="209984"/>
                  </a:lnTo>
                  <a:lnTo>
                    <a:pt x="53865" y="210044"/>
                  </a:lnTo>
                  <a:lnTo>
                    <a:pt x="50974" y="209267"/>
                  </a:lnTo>
                  <a:lnTo>
                    <a:pt x="49330" y="208284"/>
                  </a:lnTo>
                  <a:lnTo>
                    <a:pt x="47294" y="208260"/>
                  </a:lnTo>
                  <a:lnTo>
                    <a:pt x="45970" y="208271"/>
                  </a:lnTo>
                  <a:lnTo>
                    <a:pt x="44204" y="208048"/>
                  </a:lnTo>
                  <a:lnTo>
                    <a:pt x="43349" y="207405"/>
                  </a:lnTo>
                  <a:lnTo>
                    <a:pt x="42555" y="206622"/>
                  </a:lnTo>
                  <a:lnTo>
                    <a:pt x="41071" y="206818"/>
                  </a:lnTo>
                  <a:lnTo>
                    <a:pt x="40032" y="206038"/>
                  </a:lnTo>
                  <a:lnTo>
                    <a:pt x="39064" y="204578"/>
                  </a:lnTo>
                  <a:lnTo>
                    <a:pt x="38055" y="203884"/>
                  </a:lnTo>
                  <a:lnTo>
                    <a:pt x="36946" y="203928"/>
                  </a:lnTo>
                  <a:lnTo>
                    <a:pt x="36489" y="204578"/>
                  </a:lnTo>
                  <a:lnTo>
                    <a:pt x="36067" y="204514"/>
                  </a:lnTo>
                  <a:lnTo>
                    <a:pt x="35790" y="202540"/>
                  </a:lnTo>
                  <a:lnTo>
                    <a:pt x="34754" y="199356"/>
                  </a:lnTo>
                  <a:lnTo>
                    <a:pt x="34598" y="197929"/>
                  </a:lnTo>
                  <a:lnTo>
                    <a:pt x="33963" y="196283"/>
                  </a:lnTo>
                  <a:lnTo>
                    <a:pt x="33587" y="194788"/>
                  </a:lnTo>
                  <a:lnTo>
                    <a:pt x="33690" y="192722"/>
                  </a:lnTo>
                  <a:lnTo>
                    <a:pt x="34138" y="188714"/>
                  </a:lnTo>
                  <a:lnTo>
                    <a:pt x="35131" y="185088"/>
                  </a:lnTo>
                  <a:lnTo>
                    <a:pt x="35781" y="184146"/>
                  </a:lnTo>
                  <a:lnTo>
                    <a:pt x="36180" y="183075"/>
                  </a:lnTo>
                  <a:lnTo>
                    <a:pt x="37016" y="181201"/>
                  </a:lnTo>
                  <a:lnTo>
                    <a:pt x="37500" y="179702"/>
                  </a:lnTo>
                  <a:lnTo>
                    <a:pt x="37442" y="177657"/>
                  </a:lnTo>
                  <a:lnTo>
                    <a:pt x="36876" y="175521"/>
                  </a:lnTo>
                  <a:lnTo>
                    <a:pt x="36461" y="172762"/>
                  </a:lnTo>
                  <a:lnTo>
                    <a:pt x="36539" y="171178"/>
                  </a:lnTo>
                  <a:lnTo>
                    <a:pt x="37151" y="169295"/>
                  </a:lnTo>
                  <a:lnTo>
                    <a:pt x="37869" y="165128"/>
                  </a:lnTo>
                  <a:lnTo>
                    <a:pt x="37812" y="164033"/>
                  </a:lnTo>
                  <a:lnTo>
                    <a:pt x="37529" y="163155"/>
                  </a:lnTo>
                  <a:lnTo>
                    <a:pt x="37455" y="161225"/>
                  </a:lnTo>
                  <a:lnTo>
                    <a:pt x="37315" y="158626"/>
                  </a:lnTo>
                  <a:lnTo>
                    <a:pt x="36450" y="154660"/>
                  </a:lnTo>
                  <a:lnTo>
                    <a:pt x="35982" y="152555"/>
                  </a:lnTo>
                  <a:lnTo>
                    <a:pt x="35167" y="151649"/>
                  </a:lnTo>
                  <a:lnTo>
                    <a:pt x="34206" y="151096"/>
                  </a:lnTo>
                  <a:lnTo>
                    <a:pt x="33375" y="148247"/>
                  </a:lnTo>
                  <a:lnTo>
                    <a:pt x="32334" y="144886"/>
                  </a:lnTo>
                  <a:lnTo>
                    <a:pt x="31681" y="142784"/>
                  </a:lnTo>
                  <a:lnTo>
                    <a:pt x="31454" y="141494"/>
                  </a:lnTo>
                  <a:lnTo>
                    <a:pt x="31351" y="139150"/>
                  </a:lnTo>
                  <a:lnTo>
                    <a:pt x="30864" y="136315"/>
                  </a:lnTo>
                  <a:lnTo>
                    <a:pt x="30352" y="134762"/>
                  </a:lnTo>
                  <a:lnTo>
                    <a:pt x="29970" y="133570"/>
                  </a:lnTo>
                  <a:lnTo>
                    <a:pt x="29777" y="131851"/>
                  </a:lnTo>
                  <a:lnTo>
                    <a:pt x="29577" y="131230"/>
                  </a:lnTo>
                  <a:lnTo>
                    <a:pt x="28170" y="130464"/>
                  </a:lnTo>
                  <a:lnTo>
                    <a:pt x="27159" y="129184"/>
                  </a:lnTo>
                  <a:lnTo>
                    <a:pt x="26738" y="127466"/>
                  </a:lnTo>
                  <a:lnTo>
                    <a:pt x="26592" y="126079"/>
                  </a:lnTo>
                  <a:lnTo>
                    <a:pt x="26293" y="125276"/>
                  </a:lnTo>
                  <a:lnTo>
                    <a:pt x="25496" y="125020"/>
                  </a:lnTo>
                  <a:lnTo>
                    <a:pt x="24941" y="126261"/>
                  </a:lnTo>
                  <a:lnTo>
                    <a:pt x="24030" y="126883"/>
                  </a:lnTo>
                  <a:lnTo>
                    <a:pt x="23418" y="126773"/>
                  </a:lnTo>
                  <a:lnTo>
                    <a:pt x="22813" y="126020"/>
                  </a:lnTo>
                  <a:lnTo>
                    <a:pt x="22440" y="125232"/>
                  </a:lnTo>
                  <a:lnTo>
                    <a:pt x="21811" y="124348"/>
                  </a:lnTo>
                  <a:lnTo>
                    <a:pt x="20919" y="121544"/>
                  </a:lnTo>
                  <a:lnTo>
                    <a:pt x="19978" y="120803"/>
                  </a:lnTo>
                  <a:lnTo>
                    <a:pt x="18260" y="120927"/>
                  </a:lnTo>
                  <a:lnTo>
                    <a:pt x="16722" y="122225"/>
                  </a:lnTo>
                  <a:lnTo>
                    <a:pt x="15794" y="122025"/>
                  </a:lnTo>
                  <a:lnTo>
                    <a:pt x="15012" y="121586"/>
                  </a:lnTo>
                  <a:lnTo>
                    <a:pt x="14131" y="120185"/>
                  </a:lnTo>
                  <a:lnTo>
                    <a:pt x="13517" y="119031"/>
                  </a:lnTo>
                  <a:lnTo>
                    <a:pt x="12602" y="118656"/>
                  </a:lnTo>
                  <a:lnTo>
                    <a:pt x="10802" y="116621"/>
                  </a:lnTo>
                  <a:lnTo>
                    <a:pt x="9584" y="115156"/>
                  </a:lnTo>
                  <a:lnTo>
                    <a:pt x="9478" y="112281"/>
                  </a:lnTo>
                  <a:lnTo>
                    <a:pt x="8906" y="110301"/>
                  </a:lnTo>
                  <a:lnTo>
                    <a:pt x="7719" y="109741"/>
                  </a:lnTo>
                  <a:lnTo>
                    <a:pt x="6522" y="107712"/>
                  </a:lnTo>
                  <a:lnTo>
                    <a:pt x="4776" y="106618"/>
                  </a:lnTo>
                  <a:lnTo>
                    <a:pt x="3676" y="105769"/>
                  </a:lnTo>
                  <a:lnTo>
                    <a:pt x="2721" y="105258"/>
                  </a:lnTo>
                  <a:lnTo>
                    <a:pt x="2580" y="104492"/>
                  </a:lnTo>
                  <a:lnTo>
                    <a:pt x="2636" y="103834"/>
                  </a:lnTo>
                  <a:lnTo>
                    <a:pt x="3078" y="102737"/>
                  </a:lnTo>
                  <a:lnTo>
                    <a:pt x="3533" y="101714"/>
                  </a:lnTo>
                  <a:lnTo>
                    <a:pt x="3646" y="100765"/>
                  </a:lnTo>
                  <a:lnTo>
                    <a:pt x="3277" y="99925"/>
                  </a:lnTo>
                  <a:lnTo>
                    <a:pt x="2290" y="99048"/>
                  </a:lnTo>
                  <a:lnTo>
                    <a:pt x="1020" y="98269"/>
                  </a:lnTo>
                  <a:lnTo>
                    <a:pt x="759" y="96966"/>
                  </a:lnTo>
                  <a:lnTo>
                    <a:pt x="0" y="95610"/>
                  </a:lnTo>
                  <a:lnTo>
                    <a:pt x="132" y="94519"/>
                  </a:lnTo>
                  <a:lnTo>
                    <a:pt x="732" y="93722"/>
                  </a:lnTo>
                  <a:lnTo>
                    <a:pt x="1342" y="93131"/>
                  </a:lnTo>
                  <a:lnTo>
                    <a:pt x="1484" y="92108"/>
                  </a:lnTo>
                  <a:lnTo>
                    <a:pt x="1053" y="91169"/>
                  </a:lnTo>
                  <a:lnTo>
                    <a:pt x="841" y="89740"/>
                  </a:lnTo>
                  <a:lnTo>
                    <a:pt x="944" y="88675"/>
                  </a:lnTo>
                  <a:lnTo>
                    <a:pt x="864" y="87322"/>
                  </a:lnTo>
                  <a:lnTo>
                    <a:pt x="2204" y="87250"/>
                  </a:lnTo>
                  <a:lnTo>
                    <a:pt x="2818" y="86589"/>
                  </a:lnTo>
                  <a:lnTo>
                    <a:pt x="3283" y="85618"/>
                  </a:lnTo>
                  <a:lnTo>
                    <a:pt x="4287" y="84539"/>
                  </a:lnTo>
                  <a:lnTo>
                    <a:pt x="4500" y="83294"/>
                  </a:lnTo>
                  <a:lnTo>
                    <a:pt x="4515" y="80839"/>
                  </a:lnTo>
                  <a:lnTo>
                    <a:pt x="5171" y="78765"/>
                  </a:lnTo>
                  <a:lnTo>
                    <a:pt x="6843" y="78149"/>
                  </a:lnTo>
                  <a:lnTo>
                    <a:pt x="7482" y="77844"/>
                  </a:lnTo>
                  <a:lnTo>
                    <a:pt x="8162" y="78144"/>
                  </a:lnTo>
                  <a:lnTo>
                    <a:pt x="9220" y="77853"/>
                  </a:lnTo>
                  <a:lnTo>
                    <a:pt x="10242" y="77747"/>
                  </a:lnTo>
                  <a:lnTo>
                    <a:pt x="10812" y="78385"/>
                  </a:lnTo>
                  <a:lnTo>
                    <a:pt x="11561" y="78926"/>
                  </a:lnTo>
                  <a:lnTo>
                    <a:pt x="12526" y="78861"/>
                  </a:lnTo>
                  <a:lnTo>
                    <a:pt x="12856" y="77883"/>
                  </a:lnTo>
                  <a:lnTo>
                    <a:pt x="12897" y="76521"/>
                  </a:lnTo>
                  <a:lnTo>
                    <a:pt x="13315" y="76165"/>
                  </a:lnTo>
                  <a:lnTo>
                    <a:pt x="13835" y="77111"/>
                  </a:lnTo>
                  <a:lnTo>
                    <a:pt x="14125" y="77818"/>
                  </a:lnTo>
                  <a:lnTo>
                    <a:pt x="14560" y="78141"/>
                  </a:lnTo>
                  <a:lnTo>
                    <a:pt x="15723" y="77297"/>
                  </a:lnTo>
                  <a:lnTo>
                    <a:pt x="16535" y="76385"/>
                  </a:lnTo>
                  <a:lnTo>
                    <a:pt x="16799" y="74510"/>
                  </a:lnTo>
                  <a:lnTo>
                    <a:pt x="17271" y="73583"/>
                  </a:lnTo>
                  <a:lnTo>
                    <a:pt x="17907" y="74054"/>
                  </a:lnTo>
                  <a:lnTo>
                    <a:pt x="19016" y="74042"/>
                  </a:lnTo>
                  <a:lnTo>
                    <a:pt x="19930" y="72594"/>
                  </a:lnTo>
                  <a:lnTo>
                    <a:pt x="21129" y="71437"/>
                  </a:lnTo>
                  <a:lnTo>
                    <a:pt x="21991" y="70911"/>
                  </a:lnTo>
                  <a:lnTo>
                    <a:pt x="22168" y="69936"/>
                  </a:lnTo>
                  <a:lnTo>
                    <a:pt x="21763" y="67785"/>
                  </a:lnTo>
                  <a:lnTo>
                    <a:pt x="21873" y="65429"/>
                  </a:lnTo>
                  <a:lnTo>
                    <a:pt x="23028" y="64097"/>
                  </a:lnTo>
                  <a:lnTo>
                    <a:pt x="24568" y="63937"/>
                  </a:lnTo>
                  <a:lnTo>
                    <a:pt x="25711" y="63026"/>
                  </a:lnTo>
                  <a:lnTo>
                    <a:pt x="26029" y="60516"/>
                  </a:lnTo>
                  <a:lnTo>
                    <a:pt x="26589" y="59793"/>
                  </a:lnTo>
                  <a:lnTo>
                    <a:pt x="27165" y="59510"/>
                  </a:lnTo>
                  <a:lnTo>
                    <a:pt x="28555" y="59115"/>
                  </a:lnTo>
                  <a:lnTo>
                    <a:pt x="29554" y="58096"/>
                  </a:lnTo>
                  <a:lnTo>
                    <a:pt x="30170" y="57632"/>
                  </a:lnTo>
                  <a:lnTo>
                    <a:pt x="31920" y="56260"/>
                  </a:lnTo>
                  <a:lnTo>
                    <a:pt x="33510" y="55993"/>
                  </a:lnTo>
                  <a:lnTo>
                    <a:pt x="34192" y="54897"/>
                  </a:lnTo>
                  <a:lnTo>
                    <a:pt x="34726" y="53523"/>
                  </a:lnTo>
                  <a:lnTo>
                    <a:pt x="35616" y="52997"/>
                  </a:lnTo>
                  <a:lnTo>
                    <a:pt x="36526" y="51803"/>
                  </a:lnTo>
                  <a:lnTo>
                    <a:pt x="37728" y="50286"/>
                  </a:lnTo>
                  <a:lnTo>
                    <a:pt x="38202" y="50076"/>
                  </a:lnTo>
                  <a:lnTo>
                    <a:pt x="40170" y="49195"/>
                  </a:lnTo>
                  <a:lnTo>
                    <a:pt x="40938" y="48871"/>
                  </a:lnTo>
                  <a:lnTo>
                    <a:pt x="41402" y="48673"/>
                  </a:lnTo>
                  <a:lnTo>
                    <a:pt x="42256" y="48734"/>
                  </a:lnTo>
                  <a:lnTo>
                    <a:pt x="42618" y="47134"/>
                  </a:lnTo>
                  <a:lnTo>
                    <a:pt x="43483" y="45956"/>
                  </a:lnTo>
                  <a:lnTo>
                    <a:pt x="44348" y="45557"/>
                  </a:lnTo>
                  <a:lnTo>
                    <a:pt x="44778" y="44386"/>
                  </a:lnTo>
                  <a:lnTo>
                    <a:pt x="45608" y="42897"/>
                  </a:lnTo>
                  <a:lnTo>
                    <a:pt x="46735" y="42068"/>
                  </a:lnTo>
                  <a:lnTo>
                    <a:pt x="48487" y="41950"/>
                  </a:lnTo>
                  <a:lnTo>
                    <a:pt x="50184" y="42116"/>
                  </a:lnTo>
                  <a:lnTo>
                    <a:pt x="51201" y="41861"/>
                  </a:lnTo>
                  <a:lnTo>
                    <a:pt x="52041" y="39657"/>
                  </a:lnTo>
                  <a:lnTo>
                    <a:pt x="52198" y="38563"/>
                  </a:lnTo>
                  <a:lnTo>
                    <a:pt x="52392" y="37452"/>
                  </a:lnTo>
                  <a:lnTo>
                    <a:pt x="53070" y="37028"/>
                  </a:lnTo>
                  <a:lnTo>
                    <a:pt x="53894" y="38833"/>
                  </a:lnTo>
                  <a:lnTo>
                    <a:pt x="54585" y="39956"/>
                  </a:lnTo>
                  <a:lnTo>
                    <a:pt x="55649" y="41127"/>
                  </a:lnTo>
                  <a:lnTo>
                    <a:pt x="56199" y="42225"/>
                  </a:lnTo>
                  <a:lnTo>
                    <a:pt x="56828" y="42375"/>
                  </a:lnTo>
                  <a:lnTo>
                    <a:pt x="57488" y="41556"/>
                  </a:lnTo>
                  <a:lnTo>
                    <a:pt x="57956" y="39554"/>
                  </a:lnTo>
                  <a:lnTo>
                    <a:pt x="58843" y="39246"/>
                  </a:lnTo>
                  <a:lnTo>
                    <a:pt x="59820" y="39567"/>
                  </a:lnTo>
                  <a:lnTo>
                    <a:pt x="60076" y="40551"/>
                  </a:lnTo>
                  <a:lnTo>
                    <a:pt x="60158" y="41509"/>
                  </a:lnTo>
                  <a:lnTo>
                    <a:pt x="60609" y="43222"/>
                  </a:lnTo>
                  <a:lnTo>
                    <a:pt x="61682" y="44718"/>
                  </a:lnTo>
                  <a:lnTo>
                    <a:pt x="63057" y="44640"/>
                  </a:lnTo>
                  <a:lnTo>
                    <a:pt x="63609" y="44373"/>
                  </a:lnTo>
                  <a:lnTo>
                    <a:pt x="64947" y="44583"/>
                  </a:lnTo>
                  <a:lnTo>
                    <a:pt x="66262" y="44909"/>
                  </a:lnTo>
                  <a:lnTo>
                    <a:pt x="67695" y="45261"/>
                  </a:lnTo>
                  <a:lnTo>
                    <a:pt x="68114" y="45316"/>
                  </a:lnTo>
                  <a:lnTo>
                    <a:pt x="69649" y="45495"/>
                  </a:lnTo>
                  <a:lnTo>
                    <a:pt x="71887" y="45754"/>
                  </a:lnTo>
                  <a:lnTo>
                    <a:pt x="72876" y="45636"/>
                  </a:lnTo>
                  <a:lnTo>
                    <a:pt x="74893" y="46122"/>
                  </a:lnTo>
                  <a:lnTo>
                    <a:pt x="75306" y="47453"/>
                  </a:lnTo>
                  <a:lnTo>
                    <a:pt x="75678" y="50599"/>
                  </a:lnTo>
                  <a:lnTo>
                    <a:pt x="75995" y="53597"/>
                  </a:lnTo>
                  <a:lnTo>
                    <a:pt x="76085" y="56008"/>
                  </a:lnTo>
                  <a:lnTo>
                    <a:pt x="76609" y="57255"/>
                  </a:lnTo>
                  <a:lnTo>
                    <a:pt x="77280" y="57666"/>
                  </a:lnTo>
                  <a:lnTo>
                    <a:pt x="77722" y="58639"/>
                  </a:lnTo>
                  <a:lnTo>
                    <a:pt x="78502" y="59965"/>
                  </a:lnTo>
                  <a:lnTo>
                    <a:pt x="79078" y="61862"/>
                  </a:lnTo>
                  <a:lnTo>
                    <a:pt x="79777" y="61734"/>
                  </a:lnTo>
                  <a:lnTo>
                    <a:pt x="80267" y="61285"/>
                  </a:lnTo>
                  <a:lnTo>
                    <a:pt x="81339" y="61139"/>
                  </a:lnTo>
                  <a:lnTo>
                    <a:pt x="82709" y="61270"/>
                  </a:lnTo>
                  <a:lnTo>
                    <a:pt x="83660" y="62319"/>
                  </a:lnTo>
                  <a:lnTo>
                    <a:pt x="84022" y="63699"/>
                  </a:lnTo>
                  <a:lnTo>
                    <a:pt x="84794" y="64471"/>
                  </a:lnTo>
                  <a:lnTo>
                    <a:pt x="85424" y="64222"/>
                  </a:lnTo>
                  <a:lnTo>
                    <a:pt x="87303" y="64214"/>
                  </a:lnTo>
                  <a:lnTo>
                    <a:pt x="87950" y="64300"/>
                  </a:lnTo>
                  <a:lnTo>
                    <a:pt x="88596" y="65059"/>
                  </a:lnTo>
                  <a:lnTo>
                    <a:pt x="89526" y="65186"/>
                  </a:lnTo>
                  <a:lnTo>
                    <a:pt x="90039" y="64222"/>
                  </a:lnTo>
                  <a:lnTo>
                    <a:pt x="91657" y="63567"/>
                  </a:lnTo>
                  <a:lnTo>
                    <a:pt x="92596" y="62194"/>
                  </a:lnTo>
                  <a:lnTo>
                    <a:pt x="93316" y="62181"/>
                  </a:lnTo>
                  <a:lnTo>
                    <a:pt x="93862" y="62842"/>
                  </a:lnTo>
                  <a:lnTo>
                    <a:pt x="94280" y="63745"/>
                  </a:lnTo>
                  <a:lnTo>
                    <a:pt x="94899" y="63344"/>
                  </a:lnTo>
                  <a:lnTo>
                    <a:pt x="95233" y="62599"/>
                  </a:lnTo>
                  <a:lnTo>
                    <a:pt x="95774" y="62601"/>
                  </a:lnTo>
                  <a:lnTo>
                    <a:pt x="96305" y="63081"/>
                  </a:lnTo>
                  <a:lnTo>
                    <a:pt x="97663" y="63919"/>
                  </a:lnTo>
                  <a:lnTo>
                    <a:pt x="98645" y="65485"/>
                  </a:lnTo>
                  <a:lnTo>
                    <a:pt x="99406" y="65635"/>
                  </a:lnTo>
                  <a:lnTo>
                    <a:pt x="100387" y="65178"/>
                  </a:lnTo>
                  <a:lnTo>
                    <a:pt x="100840" y="64965"/>
                  </a:lnTo>
                  <a:lnTo>
                    <a:pt x="101272" y="65739"/>
                  </a:lnTo>
                  <a:lnTo>
                    <a:pt x="101907" y="66156"/>
                  </a:lnTo>
                  <a:lnTo>
                    <a:pt x="102388" y="65582"/>
                  </a:lnTo>
                  <a:lnTo>
                    <a:pt x="103210" y="65176"/>
                  </a:lnTo>
                  <a:lnTo>
                    <a:pt x="106364" y="66026"/>
                  </a:lnTo>
                  <a:lnTo>
                    <a:pt x="107093" y="67590"/>
                  </a:lnTo>
                  <a:lnTo>
                    <a:pt x="107652" y="68324"/>
                  </a:lnTo>
                  <a:lnTo>
                    <a:pt x="108103" y="69604"/>
                  </a:lnTo>
                  <a:lnTo>
                    <a:pt x="108928" y="70518"/>
                  </a:lnTo>
                  <a:lnTo>
                    <a:pt x="110668" y="70203"/>
                  </a:lnTo>
                  <a:lnTo>
                    <a:pt x="111342" y="69269"/>
                  </a:lnTo>
                  <a:lnTo>
                    <a:pt x="112752" y="67199"/>
                  </a:lnTo>
                  <a:lnTo>
                    <a:pt x="113310" y="65179"/>
                  </a:lnTo>
                  <a:lnTo>
                    <a:pt x="114019" y="64525"/>
                  </a:lnTo>
                  <a:lnTo>
                    <a:pt x="114822" y="64199"/>
                  </a:lnTo>
                  <a:lnTo>
                    <a:pt x="115568" y="64202"/>
                  </a:lnTo>
                  <a:lnTo>
                    <a:pt x="116355" y="64136"/>
                  </a:lnTo>
                  <a:lnTo>
                    <a:pt x="117306" y="62658"/>
                  </a:lnTo>
                  <a:lnTo>
                    <a:pt x="118081" y="62142"/>
                  </a:lnTo>
                  <a:lnTo>
                    <a:pt x="119226" y="60263"/>
                  </a:lnTo>
                  <a:lnTo>
                    <a:pt x="119439" y="59413"/>
                  </a:lnTo>
                  <a:lnTo>
                    <a:pt x="119994" y="57228"/>
                  </a:lnTo>
                  <a:lnTo>
                    <a:pt x="120337" y="55835"/>
                  </a:lnTo>
                  <a:lnTo>
                    <a:pt x="120916" y="53626"/>
                  </a:lnTo>
                  <a:lnTo>
                    <a:pt x="121227" y="50064"/>
                  </a:lnTo>
                  <a:lnTo>
                    <a:pt x="121404" y="48174"/>
                  </a:lnTo>
                  <a:lnTo>
                    <a:pt x="121252" y="46806"/>
                  </a:lnTo>
                  <a:lnTo>
                    <a:pt x="120573" y="46099"/>
                  </a:lnTo>
                  <a:lnTo>
                    <a:pt x="119705" y="45763"/>
                  </a:lnTo>
                  <a:lnTo>
                    <a:pt x="118944" y="44721"/>
                  </a:lnTo>
                  <a:lnTo>
                    <a:pt x="118379" y="43515"/>
                  </a:lnTo>
                  <a:lnTo>
                    <a:pt x="118049" y="41818"/>
                  </a:lnTo>
                  <a:lnTo>
                    <a:pt x="117598" y="39836"/>
                  </a:lnTo>
                  <a:lnTo>
                    <a:pt x="117623" y="38402"/>
                  </a:lnTo>
                  <a:lnTo>
                    <a:pt x="117496" y="37293"/>
                  </a:lnTo>
                  <a:lnTo>
                    <a:pt x="117113" y="36348"/>
                  </a:lnTo>
                  <a:lnTo>
                    <a:pt x="116380" y="34688"/>
                  </a:lnTo>
                  <a:lnTo>
                    <a:pt x="116025" y="33450"/>
                  </a:lnTo>
                  <a:lnTo>
                    <a:pt x="116145" y="31488"/>
                  </a:lnTo>
                  <a:lnTo>
                    <a:pt x="117010" y="28133"/>
                  </a:lnTo>
                  <a:lnTo>
                    <a:pt x="117091" y="26576"/>
                  </a:lnTo>
                  <a:lnTo>
                    <a:pt x="117200" y="25605"/>
                  </a:lnTo>
                  <a:lnTo>
                    <a:pt x="117152" y="24727"/>
                  </a:lnTo>
                  <a:lnTo>
                    <a:pt x="117424" y="22718"/>
                  </a:lnTo>
                  <a:lnTo>
                    <a:pt x="117911" y="21873"/>
                  </a:lnTo>
                  <a:lnTo>
                    <a:pt x="118468" y="19719"/>
                  </a:lnTo>
                  <a:lnTo>
                    <a:pt x="119223" y="18726"/>
                  </a:lnTo>
                  <a:lnTo>
                    <a:pt x="120161" y="18661"/>
                  </a:lnTo>
                  <a:lnTo>
                    <a:pt x="120567" y="18074"/>
                  </a:lnTo>
                  <a:lnTo>
                    <a:pt x="120769" y="15922"/>
                  </a:lnTo>
                  <a:lnTo>
                    <a:pt x="121222" y="14263"/>
                  </a:lnTo>
                  <a:lnTo>
                    <a:pt x="121524" y="13090"/>
                  </a:lnTo>
                  <a:lnTo>
                    <a:pt x="122095" y="11809"/>
                  </a:lnTo>
                  <a:lnTo>
                    <a:pt x="125407" y="9340"/>
                  </a:lnTo>
                  <a:lnTo>
                    <a:pt x="126784" y="6270"/>
                  </a:lnTo>
                  <a:lnTo>
                    <a:pt x="127271" y="4722"/>
                  </a:lnTo>
                  <a:lnTo>
                    <a:pt x="127802" y="1395"/>
                  </a:lnTo>
                  <a:lnTo>
                    <a:pt x="128314" y="0"/>
                  </a:lnTo>
                  <a:lnTo>
                    <a:pt x="129062" y="460"/>
                  </a:lnTo>
                  <a:lnTo>
                    <a:pt x="129938" y="2419"/>
                  </a:lnTo>
                  <a:lnTo>
                    <a:pt x="130596" y="2435"/>
                  </a:lnTo>
                  <a:lnTo>
                    <a:pt x="131571" y="3498"/>
                  </a:lnTo>
                  <a:lnTo>
                    <a:pt x="134228" y="5725"/>
                  </a:lnTo>
                  <a:lnTo>
                    <a:pt x="135670" y="6423"/>
                  </a:lnTo>
                  <a:lnTo>
                    <a:pt x="136597" y="6641"/>
                  </a:lnTo>
                  <a:lnTo>
                    <a:pt x="137821" y="7258"/>
                  </a:lnTo>
                  <a:lnTo>
                    <a:pt x="138611" y="8561"/>
                  </a:lnTo>
                  <a:lnTo>
                    <a:pt x="140151" y="10689"/>
                  </a:lnTo>
                  <a:lnTo>
                    <a:pt x="141450" y="11233"/>
                  </a:lnTo>
                  <a:lnTo>
                    <a:pt x="143703" y="11448"/>
                  </a:lnTo>
                  <a:lnTo>
                    <a:pt x="146449" y="11559"/>
                  </a:lnTo>
                  <a:lnTo>
                    <a:pt x="147223" y="11932"/>
                  </a:lnTo>
                  <a:lnTo>
                    <a:pt x="149231" y="13465"/>
                  </a:lnTo>
                  <a:lnTo>
                    <a:pt x="151451" y="15159"/>
                  </a:lnTo>
                  <a:lnTo>
                    <a:pt x="153542" y="16673"/>
                  </a:lnTo>
                  <a:lnTo>
                    <a:pt x="155129" y="17847"/>
                  </a:lnTo>
                  <a:lnTo>
                    <a:pt x="156064" y="18986"/>
                  </a:lnTo>
                  <a:lnTo>
                    <a:pt x="156947" y="19639"/>
                  </a:lnTo>
                  <a:lnTo>
                    <a:pt x="157904" y="19082"/>
                  </a:lnTo>
                  <a:lnTo>
                    <a:pt x="159130" y="19209"/>
                  </a:lnTo>
                  <a:lnTo>
                    <a:pt x="162010" y="20573"/>
                  </a:lnTo>
                  <a:lnTo>
                    <a:pt x="163829" y="21720"/>
                  </a:lnTo>
                  <a:lnTo>
                    <a:pt x="165352" y="22570"/>
                  </a:lnTo>
                  <a:lnTo>
                    <a:pt x="165859" y="23743"/>
                  </a:lnTo>
                  <a:lnTo>
                    <a:pt x="165910" y="25307"/>
                  </a:lnTo>
                  <a:lnTo>
                    <a:pt x="165707" y="26630"/>
                  </a:lnTo>
                  <a:lnTo>
                    <a:pt x="165817" y="29837"/>
                  </a:lnTo>
                  <a:lnTo>
                    <a:pt x="166307" y="31516"/>
                  </a:lnTo>
                  <a:lnTo>
                    <a:pt x="166488" y="33773"/>
                  </a:lnTo>
                  <a:lnTo>
                    <a:pt x="166671" y="35926"/>
                  </a:lnTo>
                  <a:lnTo>
                    <a:pt x="166543" y="38054"/>
                  </a:lnTo>
                  <a:lnTo>
                    <a:pt x="166773" y="39184"/>
                  </a:lnTo>
                  <a:lnTo>
                    <a:pt x="167251" y="39849"/>
                  </a:lnTo>
                  <a:lnTo>
                    <a:pt x="167712" y="41333"/>
                  </a:lnTo>
                  <a:lnTo>
                    <a:pt x="167559" y="42897"/>
                  </a:lnTo>
                  <a:lnTo>
                    <a:pt x="167356" y="43809"/>
                  </a:lnTo>
                  <a:lnTo>
                    <a:pt x="167387" y="45274"/>
                  </a:lnTo>
                  <a:lnTo>
                    <a:pt x="167940" y="46481"/>
                  </a:lnTo>
                  <a:lnTo>
                    <a:pt x="168750" y="46720"/>
                  </a:lnTo>
                  <a:lnTo>
                    <a:pt x="169470" y="47030"/>
                  </a:lnTo>
                  <a:lnTo>
                    <a:pt x="170355" y="48931"/>
                  </a:lnTo>
                  <a:lnTo>
                    <a:pt x="171932" y="51123"/>
                  </a:lnTo>
                  <a:lnTo>
                    <a:pt x="172877" y="51732"/>
                  </a:lnTo>
                  <a:lnTo>
                    <a:pt x="173961" y="52716"/>
                  </a:lnTo>
                  <a:lnTo>
                    <a:pt x="176030" y="53680"/>
                  </a:lnTo>
                  <a:lnTo>
                    <a:pt x="177437" y="53973"/>
                  </a:lnTo>
                  <a:lnTo>
                    <a:pt x="178267" y="54755"/>
                  </a:lnTo>
                  <a:lnTo>
                    <a:pt x="179079" y="56645"/>
                  </a:lnTo>
                  <a:lnTo>
                    <a:pt x="180423" y="57036"/>
                  </a:lnTo>
                  <a:lnTo>
                    <a:pt x="181287" y="57689"/>
                  </a:lnTo>
                  <a:lnTo>
                    <a:pt x="182860" y="58468"/>
                  </a:lnTo>
                  <a:lnTo>
                    <a:pt x="183899" y="58017"/>
                  </a:lnTo>
                  <a:lnTo>
                    <a:pt x="184813" y="57360"/>
                  </a:lnTo>
                  <a:lnTo>
                    <a:pt x="185429" y="57486"/>
                  </a:lnTo>
                  <a:lnTo>
                    <a:pt x="186607" y="57916"/>
                  </a:lnTo>
                  <a:lnTo>
                    <a:pt x="187990" y="58005"/>
                  </a:lnTo>
                  <a:lnTo>
                    <a:pt x="189152" y="57557"/>
                  </a:lnTo>
                  <a:lnTo>
                    <a:pt x="190076" y="56226"/>
                  </a:lnTo>
                  <a:lnTo>
                    <a:pt x="191157" y="54429"/>
                  </a:lnTo>
                  <a:lnTo>
                    <a:pt x="192450" y="53517"/>
                  </a:lnTo>
                  <a:lnTo>
                    <a:pt x="193947" y="53191"/>
                  </a:lnTo>
                  <a:lnTo>
                    <a:pt x="194971" y="52462"/>
                  </a:lnTo>
                  <a:lnTo>
                    <a:pt x="198327" y="51249"/>
                  </a:lnTo>
                  <a:lnTo>
                    <a:pt x="199682" y="51041"/>
                  </a:lnTo>
                  <a:lnTo>
                    <a:pt x="200732" y="49869"/>
                  </a:lnTo>
                  <a:lnTo>
                    <a:pt x="201661" y="48956"/>
                  </a:lnTo>
                  <a:lnTo>
                    <a:pt x="203007" y="48565"/>
                  </a:lnTo>
                  <a:lnTo>
                    <a:pt x="204825" y="49524"/>
                  </a:lnTo>
                  <a:lnTo>
                    <a:pt x="206563" y="50325"/>
                  </a:lnTo>
                  <a:lnTo>
                    <a:pt x="208664" y="50585"/>
                  </a:lnTo>
                  <a:lnTo>
                    <a:pt x="210060" y="51692"/>
                  </a:lnTo>
                  <a:lnTo>
                    <a:pt x="211050" y="52736"/>
                  </a:lnTo>
                  <a:lnTo>
                    <a:pt x="212608" y="53563"/>
                  </a:lnTo>
                  <a:lnTo>
                    <a:pt x="214340" y="53179"/>
                  </a:lnTo>
                  <a:lnTo>
                    <a:pt x="216711" y="52847"/>
                  </a:lnTo>
                  <a:lnTo>
                    <a:pt x="218284" y="53326"/>
                  </a:lnTo>
                  <a:lnTo>
                    <a:pt x="219925" y="55226"/>
                  </a:lnTo>
                  <a:lnTo>
                    <a:pt x="220933" y="56752"/>
                  </a:lnTo>
                  <a:lnTo>
                    <a:pt x="222071" y="60008"/>
                  </a:lnTo>
                  <a:lnTo>
                    <a:pt x="223255" y="61588"/>
                  </a:lnTo>
                  <a:lnTo>
                    <a:pt x="224293" y="62876"/>
                  </a:lnTo>
                  <a:lnTo>
                    <a:pt x="225602" y="62957"/>
                  </a:lnTo>
                  <a:lnTo>
                    <a:pt x="228869" y="63062"/>
                  </a:lnTo>
                  <a:lnTo>
                    <a:pt x="230663" y="63745"/>
                  </a:lnTo>
                  <a:lnTo>
                    <a:pt x="232157" y="64106"/>
                  </a:lnTo>
                  <a:lnTo>
                    <a:pt x="232516" y="64788"/>
                  </a:lnTo>
                  <a:lnTo>
                    <a:pt x="232367" y="67024"/>
                  </a:lnTo>
                  <a:lnTo>
                    <a:pt x="232412" y="70225"/>
                  </a:lnTo>
                  <a:lnTo>
                    <a:pt x="232388" y="71693"/>
                  </a:lnTo>
                  <a:lnTo>
                    <a:pt x="232719" y="72801"/>
                  </a:lnTo>
                  <a:lnTo>
                    <a:pt x="233227" y="72998"/>
                  </a:lnTo>
                  <a:lnTo>
                    <a:pt x="233505" y="74560"/>
                  </a:lnTo>
                  <a:lnTo>
                    <a:pt x="234245" y="75487"/>
                  </a:lnTo>
                  <a:lnTo>
                    <a:pt x="235569" y="76605"/>
                  </a:lnTo>
                  <a:lnTo>
                    <a:pt x="237799" y="80399"/>
                  </a:lnTo>
                  <a:lnTo>
                    <a:pt x="239129" y="82021"/>
                  </a:lnTo>
                  <a:lnTo>
                    <a:pt x="240179" y="82574"/>
                  </a:lnTo>
                  <a:lnTo>
                    <a:pt x="241552" y="82194"/>
                  </a:lnTo>
                  <a:lnTo>
                    <a:pt x="243703" y="82203"/>
                  </a:lnTo>
                  <a:lnTo>
                    <a:pt x="247349" y="82216"/>
                  </a:lnTo>
                  <a:lnTo>
                    <a:pt x="249846" y="83356"/>
                  </a:lnTo>
                  <a:lnTo>
                    <a:pt x="250709" y="84138"/>
                  </a:lnTo>
                  <a:lnTo>
                    <a:pt x="253260" y="85041"/>
                  </a:lnTo>
                  <a:lnTo>
                    <a:pt x="256070" y="86036"/>
                  </a:lnTo>
                  <a:lnTo>
                    <a:pt x="258433" y="87077"/>
                  </a:lnTo>
                  <a:lnTo>
                    <a:pt x="259831" y="85733"/>
                  </a:lnTo>
                  <a:lnTo>
                    <a:pt x="261056" y="85612"/>
                  </a:lnTo>
                  <a:lnTo>
                    <a:pt x="262227" y="86585"/>
                  </a:lnTo>
                  <a:lnTo>
                    <a:pt x="263395" y="88046"/>
                  </a:lnTo>
                  <a:lnTo>
                    <a:pt x="264301" y="87888"/>
                  </a:lnTo>
                  <a:lnTo>
                    <a:pt x="265660" y="87202"/>
                  </a:lnTo>
                  <a:lnTo>
                    <a:pt x="269991" y="83121"/>
                  </a:lnTo>
                  <a:lnTo>
                    <a:pt x="271514" y="81597"/>
                  </a:lnTo>
                  <a:lnTo>
                    <a:pt x="272581" y="81988"/>
                  </a:lnTo>
                  <a:lnTo>
                    <a:pt x="273532" y="81447"/>
                  </a:lnTo>
                  <a:lnTo>
                    <a:pt x="274255" y="80990"/>
                  </a:lnTo>
                  <a:lnTo>
                    <a:pt x="276105" y="80359"/>
                  </a:lnTo>
                  <a:lnTo>
                    <a:pt x="277231" y="80186"/>
                  </a:lnTo>
                  <a:lnTo>
                    <a:pt x="278395" y="79819"/>
                  </a:lnTo>
                  <a:lnTo>
                    <a:pt x="280066" y="79577"/>
                  </a:lnTo>
                  <a:lnTo>
                    <a:pt x="283466" y="76906"/>
                  </a:lnTo>
                  <a:lnTo>
                    <a:pt x="284844" y="76383"/>
                  </a:lnTo>
                  <a:lnTo>
                    <a:pt x="287174" y="77123"/>
                  </a:lnTo>
                  <a:lnTo>
                    <a:pt x="288429" y="76641"/>
                  </a:lnTo>
                  <a:lnTo>
                    <a:pt x="289677" y="75292"/>
                  </a:lnTo>
                  <a:lnTo>
                    <a:pt x="291296" y="73902"/>
                  </a:lnTo>
                  <a:lnTo>
                    <a:pt x="291717" y="71649"/>
                  </a:lnTo>
                  <a:lnTo>
                    <a:pt x="292546" y="68557"/>
                  </a:lnTo>
                  <a:lnTo>
                    <a:pt x="294328" y="66277"/>
                  </a:lnTo>
                  <a:lnTo>
                    <a:pt x="295784" y="64289"/>
                  </a:lnTo>
                  <a:lnTo>
                    <a:pt x="297265" y="62355"/>
                  </a:lnTo>
                  <a:lnTo>
                    <a:pt x="299085" y="60745"/>
                  </a:lnTo>
                  <a:lnTo>
                    <a:pt x="300797" y="59575"/>
                  </a:lnTo>
                  <a:lnTo>
                    <a:pt x="302978" y="56513"/>
                  </a:lnTo>
                  <a:lnTo>
                    <a:pt x="304717" y="54961"/>
                  </a:lnTo>
                  <a:lnTo>
                    <a:pt x="305583" y="54455"/>
                  </a:lnTo>
                  <a:lnTo>
                    <a:pt x="306611" y="55014"/>
                  </a:lnTo>
                  <a:lnTo>
                    <a:pt x="308540" y="55428"/>
                  </a:lnTo>
                  <a:lnTo>
                    <a:pt x="309932" y="55303"/>
                  </a:lnTo>
                  <a:lnTo>
                    <a:pt x="310717" y="55658"/>
                  </a:lnTo>
                  <a:lnTo>
                    <a:pt x="312287" y="57154"/>
                  </a:lnTo>
                  <a:lnTo>
                    <a:pt x="313711" y="58468"/>
                  </a:lnTo>
                  <a:lnTo>
                    <a:pt x="314801" y="60807"/>
                  </a:lnTo>
                  <a:lnTo>
                    <a:pt x="316832" y="64074"/>
                  </a:lnTo>
                  <a:lnTo>
                    <a:pt x="317874" y="65170"/>
                  </a:lnTo>
                  <a:lnTo>
                    <a:pt x="318612" y="65622"/>
                  </a:lnTo>
                  <a:lnTo>
                    <a:pt x="320439" y="65931"/>
                  </a:lnTo>
                  <a:lnTo>
                    <a:pt x="321933" y="66091"/>
                  </a:lnTo>
                  <a:lnTo>
                    <a:pt x="322824" y="65344"/>
                  </a:lnTo>
                  <a:lnTo>
                    <a:pt x="324329" y="63977"/>
                  </a:lnTo>
                  <a:lnTo>
                    <a:pt x="326730" y="62244"/>
                  </a:lnTo>
                  <a:lnTo>
                    <a:pt x="327676" y="62289"/>
                  </a:lnTo>
                  <a:lnTo>
                    <a:pt x="329222" y="63211"/>
                  </a:lnTo>
                  <a:lnTo>
                    <a:pt x="331524" y="64918"/>
                  </a:lnTo>
                  <a:lnTo>
                    <a:pt x="332449" y="661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4869326" y="3214785"/>
              <a:ext cx="1303" cy="2308"/>
            </a:xfrm>
            <a:custGeom>
              <a:avLst/>
              <a:pathLst>
                <a:path w="1303" h="2308">
                  <a:moveTo>
                    <a:pt x="1296" y="926"/>
                  </a:moveTo>
                  <a:lnTo>
                    <a:pt x="727" y="2308"/>
                  </a:lnTo>
                  <a:lnTo>
                    <a:pt x="315" y="2022"/>
                  </a:lnTo>
                  <a:lnTo>
                    <a:pt x="60" y="1552"/>
                  </a:lnTo>
                  <a:lnTo>
                    <a:pt x="0" y="763"/>
                  </a:lnTo>
                  <a:lnTo>
                    <a:pt x="923" y="0"/>
                  </a:lnTo>
                  <a:lnTo>
                    <a:pt x="1303" y="2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4874327" y="3189057"/>
              <a:ext cx="869" cy="4155"/>
            </a:xfrm>
            <a:custGeom>
              <a:avLst/>
              <a:pathLst>
                <a:path w="869" h="4155">
                  <a:moveTo>
                    <a:pt x="869" y="2649"/>
                  </a:moveTo>
                  <a:lnTo>
                    <a:pt x="394" y="4155"/>
                  </a:lnTo>
                  <a:lnTo>
                    <a:pt x="56" y="1812"/>
                  </a:lnTo>
                  <a:lnTo>
                    <a:pt x="0" y="867"/>
                  </a:lnTo>
                  <a:lnTo>
                    <a:pt x="438" y="0"/>
                  </a:lnTo>
                  <a:lnTo>
                    <a:pt x="697" y="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4875449" y="3182993"/>
              <a:ext cx="1583" cy="4673"/>
            </a:xfrm>
            <a:custGeom>
              <a:avLst/>
              <a:pathLst>
                <a:path w="1583" h="4673">
                  <a:moveTo>
                    <a:pt x="778" y="3907"/>
                  </a:moveTo>
                  <a:lnTo>
                    <a:pt x="747" y="4673"/>
                  </a:lnTo>
                  <a:lnTo>
                    <a:pt x="160" y="4487"/>
                  </a:lnTo>
                  <a:lnTo>
                    <a:pt x="0" y="4145"/>
                  </a:lnTo>
                  <a:lnTo>
                    <a:pt x="332" y="1480"/>
                  </a:lnTo>
                  <a:lnTo>
                    <a:pt x="1174" y="251"/>
                  </a:lnTo>
                  <a:lnTo>
                    <a:pt x="1583" y="0"/>
                  </a:lnTo>
                  <a:lnTo>
                    <a:pt x="1200" y="1262"/>
                  </a:lnTo>
                  <a:lnTo>
                    <a:pt x="1128" y="26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4874837" y="3150067"/>
              <a:ext cx="1018" cy="1403"/>
            </a:xfrm>
            <a:custGeom>
              <a:avLst/>
              <a:pathLst>
                <a:path w="1018" h="1403">
                  <a:moveTo>
                    <a:pt x="932" y="1197"/>
                  </a:moveTo>
                  <a:lnTo>
                    <a:pt x="680" y="1403"/>
                  </a:lnTo>
                  <a:lnTo>
                    <a:pt x="313" y="1295"/>
                  </a:lnTo>
                  <a:lnTo>
                    <a:pt x="57" y="831"/>
                  </a:lnTo>
                  <a:lnTo>
                    <a:pt x="0" y="49"/>
                  </a:lnTo>
                  <a:lnTo>
                    <a:pt x="741" y="0"/>
                  </a:lnTo>
                  <a:lnTo>
                    <a:pt x="1018" y="5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4875965" y="3097085"/>
              <a:ext cx="1223" cy="3419"/>
            </a:xfrm>
            <a:custGeom>
              <a:avLst/>
              <a:pathLst>
                <a:path w="1223" h="3419">
                  <a:moveTo>
                    <a:pt x="557" y="2768"/>
                  </a:moveTo>
                  <a:lnTo>
                    <a:pt x="0" y="3419"/>
                  </a:lnTo>
                  <a:lnTo>
                    <a:pt x="692" y="509"/>
                  </a:lnTo>
                  <a:lnTo>
                    <a:pt x="901" y="0"/>
                  </a:lnTo>
                  <a:lnTo>
                    <a:pt x="1223" y="10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4875003" y="3078347"/>
              <a:ext cx="723" cy="2409"/>
            </a:xfrm>
            <a:custGeom>
              <a:avLst/>
              <a:pathLst>
                <a:path w="723" h="2409">
                  <a:moveTo>
                    <a:pt x="723" y="1308"/>
                  </a:moveTo>
                  <a:lnTo>
                    <a:pt x="375" y="2409"/>
                  </a:lnTo>
                  <a:lnTo>
                    <a:pt x="80" y="1600"/>
                  </a:lnTo>
                  <a:lnTo>
                    <a:pt x="0" y="0"/>
                  </a:lnTo>
                  <a:lnTo>
                    <a:pt x="513" y="152"/>
                  </a:lnTo>
                  <a:lnTo>
                    <a:pt x="703" y="4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3546700" y="3943282"/>
              <a:ext cx="122247" cy="484523"/>
            </a:xfrm>
            <a:custGeom>
              <a:avLst/>
              <a:pathLst>
                <a:path w="122247" h="484523">
                  <a:moveTo>
                    <a:pt x="30661" y="484159"/>
                  </a:moveTo>
                  <a:lnTo>
                    <a:pt x="29400" y="484209"/>
                  </a:lnTo>
                  <a:lnTo>
                    <a:pt x="27239" y="484350"/>
                  </a:lnTo>
                  <a:lnTo>
                    <a:pt x="25961" y="484431"/>
                  </a:lnTo>
                  <a:lnTo>
                    <a:pt x="24532" y="484523"/>
                  </a:lnTo>
                  <a:lnTo>
                    <a:pt x="22761" y="483692"/>
                  </a:lnTo>
                  <a:lnTo>
                    <a:pt x="21763" y="483868"/>
                  </a:lnTo>
                  <a:lnTo>
                    <a:pt x="21683" y="474429"/>
                  </a:lnTo>
                  <a:lnTo>
                    <a:pt x="21360" y="472354"/>
                  </a:lnTo>
                  <a:lnTo>
                    <a:pt x="21020" y="469321"/>
                  </a:lnTo>
                  <a:lnTo>
                    <a:pt x="20940" y="467374"/>
                  </a:lnTo>
                  <a:lnTo>
                    <a:pt x="21153" y="465417"/>
                  </a:lnTo>
                  <a:lnTo>
                    <a:pt x="21256" y="462318"/>
                  </a:lnTo>
                  <a:lnTo>
                    <a:pt x="21160" y="459605"/>
                  </a:lnTo>
                  <a:lnTo>
                    <a:pt x="20100" y="458243"/>
                  </a:lnTo>
                  <a:lnTo>
                    <a:pt x="19868" y="457811"/>
                  </a:lnTo>
                  <a:lnTo>
                    <a:pt x="19639" y="455675"/>
                  </a:lnTo>
                  <a:lnTo>
                    <a:pt x="19546" y="452383"/>
                  </a:lnTo>
                  <a:lnTo>
                    <a:pt x="20286" y="448187"/>
                  </a:lnTo>
                  <a:lnTo>
                    <a:pt x="20226" y="440136"/>
                  </a:lnTo>
                  <a:lnTo>
                    <a:pt x="20314" y="437299"/>
                  </a:lnTo>
                  <a:lnTo>
                    <a:pt x="20299" y="431695"/>
                  </a:lnTo>
                  <a:lnTo>
                    <a:pt x="20284" y="424906"/>
                  </a:lnTo>
                  <a:lnTo>
                    <a:pt x="20270" y="418826"/>
                  </a:lnTo>
                  <a:lnTo>
                    <a:pt x="20300" y="413576"/>
                  </a:lnTo>
                  <a:lnTo>
                    <a:pt x="20079" y="411089"/>
                  </a:lnTo>
                  <a:lnTo>
                    <a:pt x="19895" y="409724"/>
                  </a:lnTo>
                  <a:lnTo>
                    <a:pt x="19405" y="406945"/>
                  </a:lnTo>
                  <a:lnTo>
                    <a:pt x="18833" y="401154"/>
                  </a:lnTo>
                  <a:lnTo>
                    <a:pt x="18157" y="396779"/>
                  </a:lnTo>
                  <a:lnTo>
                    <a:pt x="17287" y="393893"/>
                  </a:lnTo>
                  <a:lnTo>
                    <a:pt x="17011" y="392373"/>
                  </a:lnTo>
                  <a:lnTo>
                    <a:pt x="16730" y="390338"/>
                  </a:lnTo>
                  <a:lnTo>
                    <a:pt x="15907" y="386754"/>
                  </a:lnTo>
                  <a:lnTo>
                    <a:pt x="15234" y="384668"/>
                  </a:lnTo>
                  <a:lnTo>
                    <a:pt x="15051" y="382997"/>
                  </a:lnTo>
                  <a:lnTo>
                    <a:pt x="15075" y="378675"/>
                  </a:lnTo>
                  <a:lnTo>
                    <a:pt x="14326" y="370909"/>
                  </a:lnTo>
                  <a:lnTo>
                    <a:pt x="13781" y="365248"/>
                  </a:lnTo>
                  <a:lnTo>
                    <a:pt x="12961" y="359116"/>
                  </a:lnTo>
                  <a:lnTo>
                    <a:pt x="12410" y="355009"/>
                  </a:lnTo>
                  <a:lnTo>
                    <a:pt x="12329" y="354302"/>
                  </a:lnTo>
                  <a:lnTo>
                    <a:pt x="12268" y="352747"/>
                  </a:lnTo>
                  <a:lnTo>
                    <a:pt x="13898" y="349697"/>
                  </a:lnTo>
                  <a:lnTo>
                    <a:pt x="15532" y="345403"/>
                  </a:lnTo>
                  <a:lnTo>
                    <a:pt x="17445" y="340376"/>
                  </a:lnTo>
                  <a:lnTo>
                    <a:pt x="19151" y="335889"/>
                  </a:lnTo>
                  <a:lnTo>
                    <a:pt x="20651" y="331944"/>
                  </a:lnTo>
                  <a:lnTo>
                    <a:pt x="22704" y="326548"/>
                  </a:lnTo>
                  <a:lnTo>
                    <a:pt x="24734" y="321213"/>
                  </a:lnTo>
                  <a:lnTo>
                    <a:pt x="25209" y="320532"/>
                  </a:lnTo>
                  <a:lnTo>
                    <a:pt x="25409" y="320096"/>
                  </a:lnTo>
                  <a:lnTo>
                    <a:pt x="24533" y="315352"/>
                  </a:lnTo>
                  <a:lnTo>
                    <a:pt x="25943" y="309843"/>
                  </a:lnTo>
                  <a:lnTo>
                    <a:pt x="26020" y="306262"/>
                  </a:lnTo>
                  <a:lnTo>
                    <a:pt x="25960" y="302837"/>
                  </a:lnTo>
                  <a:lnTo>
                    <a:pt x="26130" y="301264"/>
                  </a:lnTo>
                  <a:lnTo>
                    <a:pt x="26555" y="299885"/>
                  </a:lnTo>
                  <a:lnTo>
                    <a:pt x="28203" y="297019"/>
                  </a:lnTo>
                  <a:lnTo>
                    <a:pt x="29450" y="292451"/>
                  </a:lnTo>
                  <a:lnTo>
                    <a:pt x="30471" y="288186"/>
                  </a:lnTo>
                  <a:lnTo>
                    <a:pt x="31888" y="281321"/>
                  </a:lnTo>
                  <a:lnTo>
                    <a:pt x="32028" y="279705"/>
                  </a:lnTo>
                  <a:lnTo>
                    <a:pt x="32049" y="278040"/>
                  </a:lnTo>
                  <a:lnTo>
                    <a:pt x="31657" y="275723"/>
                  </a:lnTo>
                  <a:lnTo>
                    <a:pt x="30711" y="271960"/>
                  </a:lnTo>
                  <a:lnTo>
                    <a:pt x="30024" y="268714"/>
                  </a:lnTo>
                  <a:lnTo>
                    <a:pt x="29413" y="263707"/>
                  </a:lnTo>
                  <a:lnTo>
                    <a:pt x="30026" y="259353"/>
                  </a:lnTo>
                  <a:lnTo>
                    <a:pt x="30245" y="256724"/>
                  </a:lnTo>
                  <a:lnTo>
                    <a:pt x="30243" y="255304"/>
                  </a:lnTo>
                  <a:lnTo>
                    <a:pt x="29971" y="253957"/>
                  </a:lnTo>
                  <a:lnTo>
                    <a:pt x="29281" y="252938"/>
                  </a:lnTo>
                  <a:lnTo>
                    <a:pt x="28709" y="252274"/>
                  </a:lnTo>
                  <a:lnTo>
                    <a:pt x="28516" y="250474"/>
                  </a:lnTo>
                  <a:lnTo>
                    <a:pt x="28510" y="248333"/>
                  </a:lnTo>
                  <a:lnTo>
                    <a:pt x="28772" y="247150"/>
                  </a:lnTo>
                  <a:lnTo>
                    <a:pt x="30297" y="245236"/>
                  </a:lnTo>
                  <a:lnTo>
                    <a:pt x="30643" y="244198"/>
                  </a:lnTo>
                  <a:lnTo>
                    <a:pt x="30824" y="243032"/>
                  </a:lnTo>
                  <a:lnTo>
                    <a:pt x="30840" y="241372"/>
                  </a:lnTo>
                  <a:lnTo>
                    <a:pt x="31310" y="237229"/>
                  </a:lnTo>
                  <a:lnTo>
                    <a:pt x="31892" y="233296"/>
                  </a:lnTo>
                  <a:lnTo>
                    <a:pt x="31930" y="231908"/>
                  </a:lnTo>
                  <a:lnTo>
                    <a:pt x="31724" y="230693"/>
                  </a:lnTo>
                  <a:lnTo>
                    <a:pt x="31565" y="228471"/>
                  </a:lnTo>
                  <a:lnTo>
                    <a:pt x="31460" y="225121"/>
                  </a:lnTo>
                  <a:lnTo>
                    <a:pt x="31450" y="215739"/>
                  </a:lnTo>
                  <a:lnTo>
                    <a:pt x="31750" y="206049"/>
                  </a:lnTo>
                  <a:lnTo>
                    <a:pt x="31619" y="200555"/>
                  </a:lnTo>
                  <a:lnTo>
                    <a:pt x="30641" y="194238"/>
                  </a:lnTo>
                  <a:lnTo>
                    <a:pt x="30548" y="189682"/>
                  </a:lnTo>
                  <a:lnTo>
                    <a:pt x="31257" y="186502"/>
                  </a:lnTo>
                  <a:lnTo>
                    <a:pt x="31374" y="184620"/>
                  </a:lnTo>
                  <a:lnTo>
                    <a:pt x="30854" y="184381"/>
                  </a:lnTo>
                  <a:lnTo>
                    <a:pt x="29788" y="184188"/>
                  </a:lnTo>
                  <a:lnTo>
                    <a:pt x="29000" y="183596"/>
                  </a:lnTo>
                  <a:lnTo>
                    <a:pt x="27781" y="180990"/>
                  </a:lnTo>
                  <a:lnTo>
                    <a:pt x="25665" y="178812"/>
                  </a:lnTo>
                  <a:lnTo>
                    <a:pt x="23263" y="176832"/>
                  </a:lnTo>
                  <a:lnTo>
                    <a:pt x="19771" y="176243"/>
                  </a:lnTo>
                  <a:lnTo>
                    <a:pt x="16868" y="169901"/>
                  </a:lnTo>
                  <a:lnTo>
                    <a:pt x="14592" y="168882"/>
                  </a:lnTo>
                  <a:lnTo>
                    <a:pt x="13860" y="168074"/>
                  </a:lnTo>
                  <a:lnTo>
                    <a:pt x="11674" y="164271"/>
                  </a:lnTo>
                  <a:lnTo>
                    <a:pt x="8251" y="163919"/>
                  </a:lnTo>
                  <a:lnTo>
                    <a:pt x="4699" y="163549"/>
                  </a:lnTo>
                  <a:lnTo>
                    <a:pt x="2485" y="163434"/>
                  </a:lnTo>
                  <a:lnTo>
                    <a:pt x="2158" y="162929"/>
                  </a:lnTo>
                  <a:lnTo>
                    <a:pt x="2029" y="157686"/>
                  </a:lnTo>
                  <a:lnTo>
                    <a:pt x="2006" y="153025"/>
                  </a:lnTo>
                  <a:lnTo>
                    <a:pt x="1819" y="148971"/>
                  </a:lnTo>
                  <a:lnTo>
                    <a:pt x="1482" y="144357"/>
                  </a:lnTo>
                  <a:lnTo>
                    <a:pt x="965" y="142559"/>
                  </a:lnTo>
                  <a:lnTo>
                    <a:pt x="349" y="139437"/>
                  </a:lnTo>
                  <a:lnTo>
                    <a:pt x="37" y="136000"/>
                  </a:lnTo>
                  <a:lnTo>
                    <a:pt x="0" y="134335"/>
                  </a:lnTo>
                  <a:lnTo>
                    <a:pt x="115" y="133738"/>
                  </a:lnTo>
                  <a:lnTo>
                    <a:pt x="2581" y="131291"/>
                  </a:lnTo>
                  <a:lnTo>
                    <a:pt x="3635" y="130079"/>
                  </a:lnTo>
                  <a:lnTo>
                    <a:pt x="5196" y="128679"/>
                  </a:lnTo>
                  <a:lnTo>
                    <a:pt x="7979" y="126734"/>
                  </a:lnTo>
                  <a:lnTo>
                    <a:pt x="10461" y="125000"/>
                  </a:lnTo>
                  <a:lnTo>
                    <a:pt x="12736" y="123318"/>
                  </a:lnTo>
                  <a:lnTo>
                    <a:pt x="15145" y="121529"/>
                  </a:lnTo>
                  <a:lnTo>
                    <a:pt x="16125" y="120334"/>
                  </a:lnTo>
                  <a:lnTo>
                    <a:pt x="17344" y="119133"/>
                  </a:lnTo>
                  <a:lnTo>
                    <a:pt x="20258" y="116721"/>
                  </a:lnTo>
                  <a:lnTo>
                    <a:pt x="21090" y="115896"/>
                  </a:lnTo>
                  <a:lnTo>
                    <a:pt x="22764" y="114545"/>
                  </a:lnTo>
                  <a:lnTo>
                    <a:pt x="23603" y="114020"/>
                  </a:lnTo>
                  <a:lnTo>
                    <a:pt x="26830" y="111259"/>
                  </a:lnTo>
                  <a:lnTo>
                    <a:pt x="30527" y="108093"/>
                  </a:lnTo>
                  <a:lnTo>
                    <a:pt x="31823" y="106985"/>
                  </a:lnTo>
                  <a:lnTo>
                    <a:pt x="34293" y="104870"/>
                  </a:lnTo>
                  <a:lnTo>
                    <a:pt x="34774" y="105747"/>
                  </a:lnTo>
                  <a:lnTo>
                    <a:pt x="36459" y="113027"/>
                  </a:lnTo>
                  <a:lnTo>
                    <a:pt x="37786" y="117301"/>
                  </a:lnTo>
                  <a:lnTo>
                    <a:pt x="39295" y="121263"/>
                  </a:lnTo>
                  <a:lnTo>
                    <a:pt x="39547" y="121070"/>
                  </a:lnTo>
                  <a:lnTo>
                    <a:pt x="39982" y="120143"/>
                  </a:lnTo>
                  <a:lnTo>
                    <a:pt x="40734" y="119760"/>
                  </a:lnTo>
                  <a:lnTo>
                    <a:pt x="43132" y="118868"/>
                  </a:lnTo>
                  <a:lnTo>
                    <a:pt x="44048" y="118813"/>
                  </a:lnTo>
                  <a:lnTo>
                    <a:pt x="44652" y="117751"/>
                  </a:lnTo>
                  <a:lnTo>
                    <a:pt x="45882" y="116995"/>
                  </a:lnTo>
                  <a:lnTo>
                    <a:pt x="47306" y="116548"/>
                  </a:lnTo>
                  <a:lnTo>
                    <a:pt x="47795" y="117027"/>
                  </a:lnTo>
                  <a:lnTo>
                    <a:pt x="49294" y="122149"/>
                  </a:lnTo>
                  <a:lnTo>
                    <a:pt x="49511" y="126068"/>
                  </a:lnTo>
                  <a:lnTo>
                    <a:pt x="49822" y="131729"/>
                  </a:lnTo>
                  <a:lnTo>
                    <a:pt x="49897" y="134494"/>
                  </a:lnTo>
                  <a:lnTo>
                    <a:pt x="49872" y="138187"/>
                  </a:lnTo>
                  <a:lnTo>
                    <a:pt x="49703" y="142807"/>
                  </a:lnTo>
                  <a:lnTo>
                    <a:pt x="48485" y="148123"/>
                  </a:lnTo>
                  <a:lnTo>
                    <a:pt x="48252" y="150772"/>
                  </a:lnTo>
                  <a:lnTo>
                    <a:pt x="47599" y="154864"/>
                  </a:lnTo>
                  <a:lnTo>
                    <a:pt x="46736" y="156878"/>
                  </a:lnTo>
                  <a:lnTo>
                    <a:pt x="46312" y="158531"/>
                  </a:lnTo>
                  <a:lnTo>
                    <a:pt x="46336" y="160248"/>
                  </a:lnTo>
                  <a:lnTo>
                    <a:pt x="46797" y="161685"/>
                  </a:lnTo>
                  <a:lnTo>
                    <a:pt x="47806" y="164274"/>
                  </a:lnTo>
                  <a:lnTo>
                    <a:pt x="48118" y="165944"/>
                  </a:lnTo>
                  <a:lnTo>
                    <a:pt x="48027" y="167439"/>
                  </a:lnTo>
                  <a:lnTo>
                    <a:pt x="48031" y="169459"/>
                  </a:lnTo>
                  <a:lnTo>
                    <a:pt x="48272" y="170865"/>
                  </a:lnTo>
                  <a:lnTo>
                    <a:pt x="48558" y="171681"/>
                  </a:lnTo>
                  <a:lnTo>
                    <a:pt x="49557" y="173003"/>
                  </a:lnTo>
                  <a:lnTo>
                    <a:pt x="50530" y="176324"/>
                  </a:lnTo>
                  <a:lnTo>
                    <a:pt x="52212" y="180329"/>
                  </a:lnTo>
                  <a:lnTo>
                    <a:pt x="54221" y="186040"/>
                  </a:lnTo>
                  <a:lnTo>
                    <a:pt x="55164" y="187789"/>
                  </a:lnTo>
                  <a:lnTo>
                    <a:pt x="55907" y="188213"/>
                  </a:lnTo>
                  <a:lnTo>
                    <a:pt x="56278" y="190123"/>
                  </a:lnTo>
                  <a:lnTo>
                    <a:pt x="56072" y="192348"/>
                  </a:lnTo>
                  <a:lnTo>
                    <a:pt x="55493" y="193621"/>
                  </a:lnTo>
                  <a:lnTo>
                    <a:pt x="55732" y="195445"/>
                  </a:lnTo>
                  <a:lnTo>
                    <a:pt x="56059" y="196400"/>
                  </a:lnTo>
                  <a:lnTo>
                    <a:pt x="56422" y="196882"/>
                  </a:lnTo>
                  <a:lnTo>
                    <a:pt x="57305" y="196994"/>
                  </a:lnTo>
                  <a:lnTo>
                    <a:pt x="58124" y="196622"/>
                  </a:lnTo>
                  <a:lnTo>
                    <a:pt x="58330" y="195987"/>
                  </a:lnTo>
                  <a:lnTo>
                    <a:pt x="58223" y="187443"/>
                  </a:lnTo>
                  <a:lnTo>
                    <a:pt x="57632" y="182462"/>
                  </a:lnTo>
                  <a:lnTo>
                    <a:pt x="57040" y="180514"/>
                  </a:lnTo>
                  <a:lnTo>
                    <a:pt x="56912" y="180128"/>
                  </a:lnTo>
                  <a:lnTo>
                    <a:pt x="57120" y="178491"/>
                  </a:lnTo>
                  <a:lnTo>
                    <a:pt x="57781" y="174665"/>
                  </a:lnTo>
                  <a:lnTo>
                    <a:pt x="58342" y="170876"/>
                  </a:lnTo>
                  <a:lnTo>
                    <a:pt x="58698" y="169280"/>
                  </a:lnTo>
                  <a:lnTo>
                    <a:pt x="59113" y="168317"/>
                  </a:lnTo>
                  <a:lnTo>
                    <a:pt x="61885" y="167292"/>
                  </a:lnTo>
                  <a:lnTo>
                    <a:pt x="63146" y="166403"/>
                  </a:lnTo>
                  <a:lnTo>
                    <a:pt x="63679" y="165295"/>
                  </a:lnTo>
                  <a:lnTo>
                    <a:pt x="64093" y="162352"/>
                  </a:lnTo>
                  <a:lnTo>
                    <a:pt x="64423" y="154128"/>
                  </a:lnTo>
                  <a:lnTo>
                    <a:pt x="64542" y="146403"/>
                  </a:lnTo>
                  <a:lnTo>
                    <a:pt x="64256" y="141872"/>
                  </a:lnTo>
                  <a:lnTo>
                    <a:pt x="64654" y="135048"/>
                  </a:lnTo>
                  <a:lnTo>
                    <a:pt x="65262" y="130826"/>
                  </a:lnTo>
                  <a:lnTo>
                    <a:pt x="64962" y="129998"/>
                  </a:lnTo>
                  <a:lnTo>
                    <a:pt x="64737" y="124299"/>
                  </a:lnTo>
                  <a:lnTo>
                    <a:pt x="62933" y="118230"/>
                  </a:lnTo>
                  <a:lnTo>
                    <a:pt x="60609" y="110416"/>
                  </a:lnTo>
                  <a:lnTo>
                    <a:pt x="59312" y="106209"/>
                  </a:lnTo>
                  <a:lnTo>
                    <a:pt x="57835" y="101427"/>
                  </a:lnTo>
                  <a:lnTo>
                    <a:pt x="55147" y="93939"/>
                  </a:lnTo>
                  <a:lnTo>
                    <a:pt x="53915" y="91226"/>
                  </a:lnTo>
                  <a:lnTo>
                    <a:pt x="53267" y="90173"/>
                  </a:lnTo>
                  <a:lnTo>
                    <a:pt x="51094" y="89307"/>
                  </a:lnTo>
                  <a:lnTo>
                    <a:pt x="50517" y="87865"/>
                  </a:lnTo>
                  <a:lnTo>
                    <a:pt x="49966" y="85568"/>
                  </a:lnTo>
                  <a:lnTo>
                    <a:pt x="49760" y="81317"/>
                  </a:lnTo>
                  <a:lnTo>
                    <a:pt x="49724" y="78137"/>
                  </a:lnTo>
                  <a:lnTo>
                    <a:pt x="49479" y="72732"/>
                  </a:lnTo>
                  <a:lnTo>
                    <a:pt x="49037" y="65080"/>
                  </a:lnTo>
                  <a:lnTo>
                    <a:pt x="48840" y="62832"/>
                  </a:lnTo>
                  <a:lnTo>
                    <a:pt x="48222" y="57075"/>
                  </a:lnTo>
                  <a:lnTo>
                    <a:pt x="47632" y="51598"/>
                  </a:lnTo>
                  <a:lnTo>
                    <a:pt x="47597" y="50244"/>
                  </a:lnTo>
                  <a:lnTo>
                    <a:pt x="47806" y="48929"/>
                  </a:lnTo>
                  <a:lnTo>
                    <a:pt x="48807" y="44897"/>
                  </a:lnTo>
                  <a:lnTo>
                    <a:pt x="49519" y="42038"/>
                  </a:lnTo>
                  <a:lnTo>
                    <a:pt x="49854" y="40474"/>
                  </a:lnTo>
                  <a:lnTo>
                    <a:pt x="50456" y="36217"/>
                  </a:lnTo>
                  <a:lnTo>
                    <a:pt x="50598" y="34154"/>
                  </a:lnTo>
                  <a:lnTo>
                    <a:pt x="51070" y="33222"/>
                  </a:lnTo>
                  <a:lnTo>
                    <a:pt x="52992" y="32838"/>
                  </a:lnTo>
                  <a:lnTo>
                    <a:pt x="54521" y="32910"/>
                  </a:lnTo>
                  <a:lnTo>
                    <a:pt x="57089" y="32812"/>
                  </a:lnTo>
                  <a:lnTo>
                    <a:pt x="59801" y="33060"/>
                  </a:lnTo>
                  <a:lnTo>
                    <a:pt x="60182" y="33248"/>
                  </a:lnTo>
                  <a:lnTo>
                    <a:pt x="60792" y="33698"/>
                  </a:lnTo>
                  <a:lnTo>
                    <a:pt x="61482" y="33626"/>
                  </a:lnTo>
                  <a:lnTo>
                    <a:pt x="62249" y="33026"/>
                  </a:lnTo>
                  <a:lnTo>
                    <a:pt x="63097" y="31551"/>
                  </a:lnTo>
                  <a:lnTo>
                    <a:pt x="64027" y="29211"/>
                  </a:lnTo>
                  <a:lnTo>
                    <a:pt x="65475" y="29263"/>
                  </a:lnTo>
                  <a:lnTo>
                    <a:pt x="67442" y="31704"/>
                  </a:lnTo>
                  <a:lnTo>
                    <a:pt x="68515" y="33831"/>
                  </a:lnTo>
                  <a:lnTo>
                    <a:pt x="68697" y="35646"/>
                  </a:lnTo>
                  <a:lnTo>
                    <a:pt x="70013" y="36699"/>
                  </a:lnTo>
                  <a:lnTo>
                    <a:pt x="72464" y="36991"/>
                  </a:lnTo>
                  <a:lnTo>
                    <a:pt x="74250" y="36047"/>
                  </a:lnTo>
                  <a:lnTo>
                    <a:pt x="75369" y="33863"/>
                  </a:lnTo>
                  <a:lnTo>
                    <a:pt x="76538" y="32708"/>
                  </a:lnTo>
                  <a:lnTo>
                    <a:pt x="77761" y="32581"/>
                  </a:lnTo>
                  <a:lnTo>
                    <a:pt x="78685" y="33326"/>
                  </a:lnTo>
                  <a:lnTo>
                    <a:pt x="79314" y="34950"/>
                  </a:lnTo>
                  <a:lnTo>
                    <a:pt x="80517" y="36113"/>
                  </a:lnTo>
                  <a:lnTo>
                    <a:pt x="82295" y="36820"/>
                  </a:lnTo>
                  <a:lnTo>
                    <a:pt x="84238" y="35776"/>
                  </a:lnTo>
                  <a:lnTo>
                    <a:pt x="86345" y="32985"/>
                  </a:lnTo>
                  <a:lnTo>
                    <a:pt x="87547" y="30068"/>
                  </a:lnTo>
                  <a:lnTo>
                    <a:pt x="87844" y="27029"/>
                  </a:lnTo>
                  <a:lnTo>
                    <a:pt x="88192" y="25185"/>
                  </a:lnTo>
                  <a:lnTo>
                    <a:pt x="88594" y="24536"/>
                  </a:lnTo>
                  <a:lnTo>
                    <a:pt x="89711" y="24164"/>
                  </a:lnTo>
                  <a:lnTo>
                    <a:pt x="91544" y="24063"/>
                  </a:lnTo>
                  <a:lnTo>
                    <a:pt x="93138" y="25021"/>
                  </a:lnTo>
                  <a:lnTo>
                    <a:pt x="95171" y="28039"/>
                  </a:lnTo>
                  <a:lnTo>
                    <a:pt x="96455" y="26031"/>
                  </a:lnTo>
                  <a:lnTo>
                    <a:pt x="98658" y="22591"/>
                  </a:lnTo>
                  <a:lnTo>
                    <a:pt x="100876" y="20770"/>
                  </a:lnTo>
                  <a:lnTo>
                    <a:pt x="102988" y="20759"/>
                  </a:lnTo>
                  <a:lnTo>
                    <a:pt x="104721" y="19449"/>
                  </a:lnTo>
                  <a:lnTo>
                    <a:pt x="106074" y="16849"/>
                  </a:lnTo>
                  <a:lnTo>
                    <a:pt x="107504" y="15192"/>
                  </a:lnTo>
                  <a:lnTo>
                    <a:pt x="109011" y="14491"/>
                  </a:lnTo>
                  <a:lnTo>
                    <a:pt x="110423" y="13239"/>
                  </a:lnTo>
                  <a:lnTo>
                    <a:pt x="112398" y="10532"/>
                  </a:lnTo>
                  <a:lnTo>
                    <a:pt x="114441" y="6593"/>
                  </a:lnTo>
                  <a:lnTo>
                    <a:pt x="116527" y="2576"/>
                  </a:lnTo>
                  <a:lnTo>
                    <a:pt x="117863" y="0"/>
                  </a:lnTo>
                  <a:lnTo>
                    <a:pt x="118474" y="3044"/>
                  </a:lnTo>
                  <a:lnTo>
                    <a:pt x="119568" y="5826"/>
                  </a:lnTo>
                  <a:lnTo>
                    <a:pt x="118916" y="7442"/>
                  </a:lnTo>
                  <a:lnTo>
                    <a:pt x="118128" y="8887"/>
                  </a:lnTo>
                  <a:lnTo>
                    <a:pt x="119400" y="10824"/>
                  </a:lnTo>
                  <a:lnTo>
                    <a:pt x="118467" y="13747"/>
                  </a:lnTo>
                  <a:lnTo>
                    <a:pt x="118354" y="15781"/>
                  </a:lnTo>
                  <a:lnTo>
                    <a:pt x="118591" y="16578"/>
                  </a:lnTo>
                  <a:lnTo>
                    <a:pt x="118794" y="17766"/>
                  </a:lnTo>
                  <a:lnTo>
                    <a:pt x="118183" y="21114"/>
                  </a:lnTo>
                  <a:lnTo>
                    <a:pt x="117373" y="23676"/>
                  </a:lnTo>
                  <a:lnTo>
                    <a:pt x="117164" y="25639"/>
                  </a:lnTo>
                  <a:lnTo>
                    <a:pt x="117881" y="29107"/>
                  </a:lnTo>
                  <a:lnTo>
                    <a:pt x="117512" y="35251"/>
                  </a:lnTo>
                  <a:lnTo>
                    <a:pt x="118208" y="40779"/>
                  </a:lnTo>
                  <a:lnTo>
                    <a:pt x="118402" y="43616"/>
                  </a:lnTo>
                  <a:lnTo>
                    <a:pt x="118645" y="45512"/>
                  </a:lnTo>
                  <a:lnTo>
                    <a:pt x="118299" y="48905"/>
                  </a:lnTo>
                  <a:lnTo>
                    <a:pt x="118388" y="54622"/>
                  </a:lnTo>
                  <a:lnTo>
                    <a:pt x="118548" y="56982"/>
                  </a:lnTo>
                  <a:lnTo>
                    <a:pt x="118134" y="59920"/>
                  </a:lnTo>
                  <a:lnTo>
                    <a:pt x="118838" y="60936"/>
                  </a:lnTo>
                  <a:lnTo>
                    <a:pt x="119212" y="64156"/>
                  </a:lnTo>
                  <a:lnTo>
                    <a:pt x="119111" y="67786"/>
                  </a:lnTo>
                  <a:lnTo>
                    <a:pt x="118896" y="69743"/>
                  </a:lnTo>
                  <a:lnTo>
                    <a:pt x="117680" y="72112"/>
                  </a:lnTo>
                  <a:lnTo>
                    <a:pt x="117536" y="73032"/>
                  </a:lnTo>
                  <a:lnTo>
                    <a:pt x="117555" y="74426"/>
                  </a:lnTo>
                  <a:lnTo>
                    <a:pt x="119073" y="74472"/>
                  </a:lnTo>
                  <a:lnTo>
                    <a:pt x="119125" y="76631"/>
                  </a:lnTo>
                  <a:lnTo>
                    <a:pt x="119024" y="78330"/>
                  </a:lnTo>
                  <a:lnTo>
                    <a:pt x="119082" y="81528"/>
                  </a:lnTo>
                  <a:lnTo>
                    <a:pt x="118880" y="83605"/>
                  </a:lnTo>
                  <a:lnTo>
                    <a:pt x="119236" y="85977"/>
                  </a:lnTo>
                  <a:lnTo>
                    <a:pt x="118801" y="88603"/>
                  </a:lnTo>
                  <a:lnTo>
                    <a:pt x="118952" y="90629"/>
                  </a:lnTo>
                  <a:lnTo>
                    <a:pt x="118971" y="93255"/>
                  </a:lnTo>
                  <a:lnTo>
                    <a:pt x="119324" y="99895"/>
                  </a:lnTo>
                  <a:lnTo>
                    <a:pt x="119383" y="108105"/>
                  </a:lnTo>
                  <a:lnTo>
                    <a:pt x="119462" y="109420"/>
                  </a:lnTo>
                  <a:lnTo>
                    <a:pt x="120003" y="110350"/>
                  </a:lnTo>
                  <a:lnTo>
                    <a:pt x="120763" y="110811"/>
                  </a:lnTo>
                  <a:lnTo>
                    <a:pt x="120734" y="113062"/>
                  </a:lnTo>
                  <a:lnTo>
                    <a:pt x="119892" y="116000"/>
                  </a:lnTo>
                  <a:lnTo>
                    <a:pt x="119842" y="117826"/>
                  </a:lnTo>
                  <a:lnTo>
                    <a:pt x="119963" y="120392"/>
                  </a:lnTo>
                  <a:lnTo>
                    <a:pt x="120890" y="116906"/>
                  </a:lnTo>
                  <a:lnTo>
                    <a:pt x="121447" y="116923"/>
                  </a:lnTo>
                  <a:lnTo>
                    <a:pt x="121943" y="118291"/>
                  </a:lnTo>
                  <a:lnTo>
                    <a:pt x="121874" y="120299"/>
                  </a:lnTo>
                  <a:lnTo>
                    <a:pt x="122045" y="121289"/>
                  </a:lnTo>
                  <a:lnTo>
                    <a:pt x="121971" y="123237"/>
                  </a:lnTo>
                  <a:lnTo>
                    <a:pt x="122247" y="125710"/>
                  </a:lnTo>
                  <a:lnTo>
                    <a:pt x="122139" y="127863"/>
                  </a:lnTo>
                  <a:lnTo>
                    <a:pt x="121458" y="129369"/>
                  </a:lnTo>
                  <a:lnTo>
                    <a:pt x="120591" y="131949"/>
                  </a:lnTo>
                  <a:lnTo>
                    <a:pt x="120439" y="134367"/>
                  </a:lnTo>
                  <a:lnTo>
                    <a:pt x="120518" y="135951"/>
                  </a:lnTo>
                  <a:lnTo>
                    <a:pt x="119918" y="136459"/>
                  </a:lnTo>
                  <a:lnTo>
                    <a:pt x="119637" y="137437"/>
                  </a:lnTo>
                  <a:lnTo>
                    <a:pt x="120044" y="139717"/>
                  </a:lnTo>
                  <a:lnTo>
                    <a:pt x="120019" y="141734"/>
                  </a:lnTo>
                  <a:lnTo>
                    <a:pt x="118961" y="148013"/>
                  </a:lnTo>
                  <a:lnTo>
                    <a:pt x="116140" y="156598"/>
                  </a:lnTo>
                  <a:lnTo>
                    <a:pt x="114922" y="159645"/>
                  </a:lnTo>
                  <a:lnTo>
                    <a:pt x="113780" y="162961"/>
                  </a:lnTo>
                  <a:lnTo>
                    <a:pt x="113781" y="164320"/>
                  </a:lnTo>
                  <a:lnTo>
                    <a:pt x="113670" y="165503"/>
                  </a:lnTo>
                  <a:lnTo>
                    <a:pt x="112339" y="170235"/>
                  </a:lnTo>
                  <a:lnTo>
                    <a:pt x="110914" y="171012"/>
                  </a:lnTo>
                  <a:lnTo>
                    <a:pt x="110122" y="172276"/>
                  </a:lnTo>
                  <a:lnTo>
                    <a:pt x="110740" y="176445"/>
                  </a:lnTo>
                  <a:lnTo>
                    <a:pt x="109818" y="177406"/>
                  </a:lnTo>
                  <a:lnTo>
                    <a:pt x="108217" y="180693"/>
                  </a:lnTo>
                  <a:lnTo>
                    <a:pt x="103808" y="186992"/>
                  </a:lnTo>
                  <a:lnTo>
                    <a:pt x="103111" y="188453"/>
                  </a:lnTo>
                  <a:lnTo>
                    <a:pt x="101991" y="192319"/>
                  </a:lnTo>
                  <a:lnTo>
                    <a:pt x="100514" y="193257"/>
                  </a:lnTo>
                  <a:lnTo>
                    <a:pt x="99694" y="194351"/>
                  </a:lnTo>
                  <a:lnTo>
                    <a:pt x="98230" y="194752"/>
                  </a:lnTo>
                  <a:lnTo>
                    <a:pt x="97720" y="194472"/>
                  </a:lnTo>
                  <a:lnTo>
                    <a:pt x="97221" y="194608"/>
                  </a:lnTo>
                  <a:lnTo>
                    <a:pt x="96800" y="195436"/>
                  </a:lnTo>
                  <a:lnTo>
                    <a:pt x="93894" y="198148"/>
                  </a:lnTo>
                  <a:lnTo>
                    <a:pt x="91180" y="200295"/>
                  </a:lnTo>
                  <a:lnTo>
                    <a:pt x="90512" y="201276"/>
                  </a:lnTo>
                  <a:lnTo>
                    <a:pt x="90067" y="202618"/>
                  </a:lnTo>
                  <a:lnTo>
                    <a:pt x="87664" y="204739"/>
                  </a:lnTo>
                  <a:lnTo>
                    <a:pt x="83899" y="209985"/>
                  </a:lnTo>
                  <a:lnTo>
                    <a:pt x="80818" y="214986"/>
                  </a:lnTo>
                  <a:lnTo>
                    <a:pt x="78586" y="219990"/>
                  </a:lnTo>
                  <a:lnTo>
                    <a:pt x="77998" y="220749"/>
                  </a:lnTo>
                  <a:lnTo>
                    <a:pt x="77306" y="222477"/>
                  </a:lnTo>
                  <a:lnTo>
                    <a:pt x="77074" y="225037"/>
                  </a:lnTo>
                  <a:lnTo>
                    <a:pt x="76848" y="226483"/>
                  </a:lnTo>
                  <a:lnTo>
                    <a:pt x="75197" y="231752"/>
                  </a:lnTo>
                  <a:lnTo>
                    <a:pt x="72712" y="237982"/>
                  </a:lnTo>
                  <a:lnTo>
                    <a:pt x="72227" y="239684"/>
                  </a:lnTo>
                  <a:lnTo>
                    <a:pt x="71239" y="243147"/>
                  </a:lnTo>
                  <a:lnTo>
                    <a:pt x="71142" y="245415"/>
                  </a:lnTo>
                  <a:lnTo>
                    <a:pt x="70262" y="246108"/>
                  </a:lnTo>
                  <a:lnTo>
                    <a:pt x="69521" y="243935"/>
                  </a:lnTo>
                  <a:lnTo>
                    <a:pt x="69207" y="248122"/>
                  </a:lnTo>
                  <a:lnTo>
                    <a:pt x="68604" y="248419"/>
                  </a:lnTo>
                  <a:lnTo>
                    <a:pt x="67934" y="247562"/>
                  </a:lnTo>
                  <a:lnTo>
                    <a:pt x="66266" y="249634"/>
                  </a:lnTo>
                  <a:lnTo>
                    <a:pt x="64812" y="252023"/>
                  </a:lnTo>
                  <a:lnTo>
                    <a:pt x="62482" y="257062"/>
                  </a:lnTo>
                  <a:lnTo>
                    <a:pt x="59192" y="266815"/>
                  </a:lnTo>
                  <a:lnTo>
                    <a:pt x="54387" y="276234"/>
                  </a:lnTo>
                  <a:lnTo>
                    <a:pt x="53731" y="276502"/>
                  </a:lnTo>
                  <a:lnTo>
                    <a:pt x="53288" y="276465"/>
                  </a:lnTo>
                  <a:lnTo>
                    <a:pt x="51777" y="273187"/>
                  </a:lnTo>
                  <a:lnTo>
                    <a:pt x="50953" y="272944"/>
                  </a:lnTo>
                  <a:lnTo>
                    <a:pt x="51690" y="274889"/>
                  </a:lnTo>
                  <a:lnTo>
                    <a:pt x="52177" y="276508"/>
                  </a:lnTo>
                  <a:lnTo>
                    <a:pt x="52053" y="279685"/>
                  </a:lnTo>
                  <a:lnTo>
                    <a:pt x="52111" y="284452"/>
                  </a:lnTo>
                  <a:lnTo>
                    <a:pt x="51514" y="293718"/>
                  </a:lnTo>
                  <a:lnTo>
                    <a:pt x="51594" y="295747"/>
                  </a:lnTo>
                  <a:lnTo>
                    <a:pt x="52280" y="298373"/>
                  </a:lnTo>
                  <a:lnTo>
                    <a:pt x="53573" y="301590"/>
                  </a:lnTo>
                  <a:lnTo>
                    <a:pt x="54784" y="305593"/>
                  </a:lnTo>
                  <a:lnTo>
                    <a:pt x="56341" y="317086"/>
                  </a:lnTo>
                  <a:lnTo>
                    <a:pt x="56461" y="322999"/>
                  </a:lnTo>
                  <a:lnTo>
                    <a:pt x="58068" y="330554"/>
                  </a:lnTo>
                  <a:lnTo>
                    <a:pt x="58129" y="333826"/>
                  </a:lnTo>
                  <a:lnTo>
                    <a:pt x="58777" y="341972"/>
                  </a:lnTo>
                  <a:lnTo>
                    <a:pt x="58734" y="348560"/>
                  </a:lnTo>
                  <a:lnTo>
                    <a:pt x="58621" y="352594"/>
                  </a:lnTo>
                  <a:lnTo>
                    <a:pt x="59395" y="354299"/>
                  </a:lnTo>
                  <a:lnTo>
                    <a:pt x="59681" y="352761"/>
                  </a:lnTo>
                  <a:lnTo>
                    <a:pt x="59601" y="350210"/>
                  </a:lnTo>
                  <a:lnTo>
                    <a:pt x="59808" y="346116"/>
                  </a:lnTo>
                  <a:lnTo>
                    <a:pt x="60239" y="344292"/>
                  </a:lnTo>
                  <a:lnTo>
                    <a:pt x="60670" y="344552"/>
                  </a:lnTo>
                  <a:lnTo>
                    <a:pt x="60798" y="346485"/>
                  </a:lnTo>
                  <a:lnTo>
                    <a:pt x="61088" y="348199"/>
                  </a:lnTo>
                  <a:lnTo>
                    <a:pt x="61205" y="349809"/>
                  </a:lnTo>
                  <a:lnTo>
                    <a:pt x="61225" y="351994"/>
                  </a:lnTo>
                  <a:lnTo>
                    <a:pt x="60629" y="360302"/>
                  </a:lnTo>
                  <a:lnTo>
                    <a:pt x="60808" y="363681"/>
                  </a:lnTo>
                  <a:lnTo>
                    <a:pt x="61609" y="369325"/>
                  </a:lnTo>
                  <a:lnTo>
                    <a:pt x="60678" y="375887"/>
                  </a:lnTo>
                  <a:lnTo>
                    <a:pt x="59326" y="391331"/>
                  </a:lnTo>
                  <a:lnTo>
                    <a:pt x="59250" y="394003"/>
                  </a:lnTo>
                  <a:lnTo>
                    <a:pt x="59577" y="395169"/>
                  </a:lnTo>
                  <a:lnTo>
                    <a:pt x="60306" y="395564"/>
                  </a:lnTo>
                  <a:lnTo>
                    <a:pt x="60573" y="393596"/>
                  </a:lnTo>
                  <a:lnTo>
                    <a:pt x="61000" y="393611"/>
                  </a:lnTo>
                  <a:lnTo>
                    <a:pt x="61225" y="394776"/>
                  </a:lnTo>
                  <a:lnTo>
                    <a:pt x="60623" y="401901"/>
                  </a:lnTo>
                  <a:lnTo>
                    <a:pt x="60029" y="405023"/>
                  </a:lnTo>
                  <a:lnTo>
                    <a:pt x="57921" y="412679"/>
                  </a:lnTo>
                  <a:lnTo>
                    <a:pt x="56782" y="415963"/>
                  </a:lnTo>
                  <a:lnTo>
                    <a:pt x="54897" y="419189"/>
                  </a:lnTo>
                  <a:lnTo>
                    <a:pt x="50469" y="424233"/>
                  </a:lnTo>
                  <a:lnTo>
                    <a:pt x="41593" y="431522"/>
                  </a:lnTo>
                  <a:lnTo>
                    <a:pt x="38072" y="435095"/>
                  </a:lnTo>
                  <a:lnTo>
                    <a:pt x="35970" y="437224"/>
                  </a:lnTo>
                  <a:lnTo>
                    <a:pt x="31524" y="444006"/>
                  </a:lnTo>
                  <a:lnTo>
                    <a:pt x="29580" y="448553"/>
                  </a:lnTo>
                  <a:lnTo>
                    <a:pt x="28779" y="453771"/>
                  </a:lnTo>
                  <a:lnTo>
                    <a:pt x="28011" y="456160"/>
                  </a:lnTo>
                  <a:lnTo>
                    <a:pt x="27258" y="459184"/>
                  </a:lnTo>
                  <a:lnTo>
                    <a:pt x="27914" y="461781"/>
                  </a:lnTo>
                  <a:lnTo>
                    <a:pt x="28560" y="463746"/>
                  </a:lnTo>
                  <a:lnTo>
                    <a:pt x="29320" y="465062"/>
                  </a:lnTo>
                  <a:lnTo>
                    <a:pt x="29715" y="466196"/>
                  </a:lnTo>
                  <a:lnTo>
                    <a:pt x="30232" y="466984"/>
                  </a:lnTo>
                  <a:lnTo>
                    <a:pt x="30752" y="462901"/>
                  </a:lnTo>
                  <a:lnTo>
                    <a:pt x="31009" y="461631"/>
                  </a:lnTo>
                  <a:lnTo>
                    <a:pt x="31452" y="461533"/>
                  </a:lnTo>
                  <a:lnTo>
                    <a:pt x="31207" y="466519"/>
                  </a:lnTo>
                  <a:lnTo>
                    <a:pt x="30696" y="483603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3596413" y="3987804"/>
              <a:ext cx="1150" cy="2822"/>
            </a:xfrm>
            <a:custGeom>
              <a:avLst/>
              <a:pathLst>
                <a:path w="1150" h="2822">
                  <a:moveTo>
                    <a:pt x="1150" y="1258"/>
                  </a:moveTo>
                  <a:lnTo>
                    <a:pt x="950" y="404"/>
                  </a:lnTo>
                  <a:lnTo>
                    <a:pt x="573" y="0"/>
                  </a:lnTo>
                  <a:lnTo>
                    <a:pt x="142" y="328"/>
                  </a:lnTo>
                  <a:lnTo>
                    <a:pt x="0" y="1405"/>
                  </a:lnTo>
                  <a:lnTo>
                    <a:pt x="447" y="2799"/>
                  </a:lnTo>
                  <a:lnTo>
                    <a:pt x="922" y="2822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3597799" y="3988739"/>
              <a:ext cx="1083" cy="3425"/>
            </a:xfrm>
            <a:custGeom>
              <a:avLst/>
              <a:pathLst>
                <a:path w="1083" h="3425">
                  <a:moveTo>
                    <a:pt x="658" y="3188"/>
                  </a:moveTo>
                  <a:lnTo>
                    <a:pt x="965" y="2530"/>
                  </a:lnTo>
                  <a:lnTo>
                    <a:pt x="1083" y="1665"/>
                  </a:lnTo>
                  <a:lnTo>
                    <a:pt x="1080" y="828"/>
                  </a:lnTo>
                  <a:lnTo>
                    <a:pt x="884" y="305"/>
                  </a:lnTo>
                  <a:lnTo>
                    <a:pt x="608" y="0"/>
                  </a:lnTo>
                  <a:lnTo>
                    <a:pt x="204" y="181"/>
                  </a:lnTo>
                  <a:lnTo>
                    <a:pt x="61" y="1324"/>
                  </a:lnTo>
                  <a:lnTo>
                    <a:pt x="0" y="2897"/>
                  </a:lnTo>
                  <a:lnTo>
                    <a:pt x="253" y="342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3009287" y="3047042"/>
              <a:ext cx="1534" cy="7592"/>
            </a:xfrm>
            <a:custGeom>
              <a:avLst/>
              <a:pathLst>
                <a:path w="1534" h="7592">
                  <a:moveTo>
                    <a:pt x="1192" y="4720"/>
                  </a:moveTo>
                  <a:lnTo>
                    <a:pt x="454" y="7592"/>
                  </a:lnTo>
                  <a:lnTo>
                    <a:pt x="126" y="6495"/>
                  </a:lnTo>
                  <a:lnTo>
                    <a:pt x="0" y="4605"/>
                  </a:lnTo>
                  <a:lnTo>
                    <a:pt x="654" y="1898"/>
                  </a:lnTo>
                  <a:lnTo>
                    <a:pt x="963" y="500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3002533" y="2827797"/>
              <a:ext cx="140874" cy="370562"/>
            </a:xfrm>
            <a:custGeom>
              <a:avLst/>
              <a:pathLst>
                <a:path w="140874" h="370562">
                  <a:moveTo>
                    <a:pt x="55047" y="368680"/>
                  </a:moveTo>
                  <a:lnTo>
                    <a:pt x="54794" y="368445"/>
                  </a:lnTo>
                  <a:lnTo>
                    <a:pt x="53573" y="366317"/>
                  </a:lnTo>
                  <a:lnTo>
                    <a:pt x="52984" y="363786"/>
                  </a:lnTo>
                  <a:lnTo>
                    <a:pt x="52021" y="361884"/>
                  </a:lnTo>
                  <a:lnTo>
                    <a:pt x="50685" y="360612"/>
                  </a:lnTo>
                  <a:lnTo>
                    <a:pt x="49815" y="359159"/>
                  </a:lnTo>
                  <a:lnTo>
                    <a:pt x="49411" y="357521"/>
                  </a:lnTo>
                  <a:lnTo>
                    <a:pt x="48918" y="356432"/>
                  </a:lnTo>
                  <a:lnTo>
                    <a:pt x="48396" y="355871"/>
                  </a:lnTo>
                  <a:lnTo>
                    <a:pt x="48349" y="355284"/>
                  </a:lnTo>
                  <a:lnTo>
                    <a:pt x="48472" y="354478"/>
                  </a:lnTo>
                  <a:lnTo>
                    <a:pt x="48348" y="352978"/>
                  </a:lnTo>
                  <a:lnTo>
                    <a:pt x="47564" y="349651"/>
                  </a:lnTo>
                  <a:lnTo>
                    <a:pt x="46833" y="348118"/>
                  </a:lnTo>
                  <a:lnTo>
                    <a:pt x="46209" y="348362"/>
                  </a:lnTo>
                  <a:lnTo>
                    <a:pt x="45855" y="347954"/>
                  </a:lnTo>
                  <a:lnTo>
                    <a:pt x="45641" y="347221"/>
                  </a:lnTo>
                  <a:lnTo>
                    <a:pt x="45556" y="346142"/>
                  </a:lnTo>
                  <a:lnTo>
                    <a:pt x="45129" y="345210"/>
                  </a:lnTo>
                  <a:lnTo>
                    <a:pt x="44392" y="344809"/>
                  </a:lnTo>
                  <a:lnTo>
                    <a:pt x="43799" y="342341"/>
                  </a:lnTo>
                  <a:lnTo>
                    <a:pt x="43350" y="337807"/>
                  </a:lnTo>
                  <a:lnTo>
                    <a:pt x="42768" y="334272"/>
                  </a:lnTo>
                  <a:lnTo>
                    <a:pt x="42053" y="331740"/>
                  </a:lnTo>
                  <a:lnTo>
                    <a:pt x="41542" y="330796"/>
                  </a:lnTo>
                  <a:lnTo>
                    <a:pt x="41164" y="330621"/>
                  </a:lnTo>
                  <a:lnTo>
                    <a:pt x="41035" y="330229"/>
                  </a:lnTo>
                  <a:lnTo>
                    <a:pt x="40933" y="329493"/>
                  </a:lnTo>
                  <a:lnTo>
                    <a:pt x="40375" y="329232"/>
                  </a:lnTo>
                  <a:lnTo>
                    <a:pt x="39592" y="329992"/>
                  </a:lnTo>
                  <a:lnTo>
                    <a:pt x="38889" y="329738"/>
                  </a:lnTo>
                  <a:lnTo>
                    <a:pt x="38540" y="328500"/>
                  </a:lnTo>
                  <a:lnTo>
                    <a:pt x="38060" y="328391"/>
                  </a:lnTo>
                  <a:lnTo>
                    <a:pt x="37448" y="329409"/>
                  </a:lnTo>
                  <a:lnTo>
                    <a:pt x="36774" y="329111"/>
                  </a:lnTo>
                  <a:lnTo>
                    <a:pt x="36035" y="327493"/>
                  </a:lnTo>
                  <a:lnTo>
                    <a:pt x="35626" y="325887"/>
                  </a:lnTo>
                  <a:lnTo>
                    <a:pt x="35547" y="324295"/>
                  </a:lnTo>
                  <a:lnTo>
                    <a:pt x="34274" y="321112"/>
                  </a:lnTo>
                  <a:lnTo>
                    <a:pt x="31806" y="316342"/>
                  </a:lnTo>
                  <a:lnTo>
                    <a:pt x="29117" y="314105"/>
                  </a:lnTo>
                  <a:lnTo>
                    <a:pt x="26206" y="314403"/>
                  </a:lnTo>
                  <a:lnTo>
                    <a:pt x="24573" y="314177"/>
                  </a:lnTo>
                  <a:lnTo>
                    <a:pt x="24218" y="313427"/>
                  </a:lnTo>
                  <a:lnTo>
                    <a:pt x="23860" y="313486"/>
                  </a:lnTo>
                  <a:lnTo>
                    <a:pt x="23499" y="314356"/>
                  </a:lnTo>
                  <a:lnTo>
                    <a:pt x="23116" y="314548"/>
                  </a:lnTo>
                  <a:lnTo>
                    <a:pt x="22709" y="314063"/>
                  </a:lnTo>
                  <a:lnTo>
                    <a:pt x="22455" y="314431"/>
                  </a:lnTo>
                  <a:lnTo>
                    <a:pt x="22354" y="315652"/>
                  </a:lnTo>
                  <a:lnTo>
                    <a:pt x="21329" y="316272"/>
                  </a:lnTo>
                  <a:lnTo>
                    <a:pt x="19379" y="316291"/>
                  </a:lnTo>
                  <a:lnTo>
                    <a:pt x="17806" y="317041"/>
                  </a:lnTo>
                  <a:lnTo>
                    <a:pt x="16608" y="318519"/>
                  </a:lnTo>
                  <a:lnTo>
                    <a:pt x="14911" y="319154"/>
                  </a:lnTo>
                  <a:lnTo>
                    <a:pt x="12716" y="318946"/>
                  </a:lnTo>
                  <a:lnTo>
                    <a:pt x="11392" y="318405"/>
                  </a:lnTo>
                  <a:lnTo>
                    <a:pt x="10940" y="317528"/>
                  </a:lnTo>
                  <a:lnTo>
                    <a:pt x="10306" y="317323"/>
                  </a:lnTo>
                  <a:lnTo>
                    <a:pt x="9493" y="317789"/>
                  </a:lnTo>
                  <a:lnTo>
                    <a:pt x="8765" y="320152"/>
                  </a:lnTo>
                  <a:lnTo>
                    <a:pt x="8123" y="324411"/>
                  </a:lnTo>
                  <a:lnTo>
                    <a:pt x="7590" y="326843"/>
                  </a:lnTo>
                  <a:lnTo>
                    <a:pt x="7168" y="327444"/>
                  </a:lnTo>
                  <a:lnTo>
                    <a:pt x="6719" y="330616"/>
                  </a:lnTo>
                  <a:lnTo>
                    <a:pt x="6466" y="335931"/>
                  </a:lnTo>
                  <a:lnTo>
                    <a:pt x="6084" y="338264"/>
                  </a:lnTo>
                  <a:lnTo>
                    <a:pt x="6078" y="325013"/>
                  </a:lnTo>
                  <a:lnTo>
                    <a:pt x="6705" y="320066"/>
                  </a:lnTo>
                  <a:lnTo>
                    <a:pt x="6908" y="315714"/>
                  </a:lnTo>
                  <a:lnTo>
                    <a:pt x="8254" y="306113"/>
                  </a:lnTo>
                  <a:lnTo>
                    <a:pt x="9856" y="298249"/>
                  </a:lnTo>
                  <a:lnTo>
                    <a:pt x="11336" y="287810"/>
                  </a:lnTo>
                  <a:lnTo>
                    <a:pt x="11895" y="277701"/>
                  </a:lnTo>
                  <a:lnTo>
                    <a:pt x="11706" y="267796"/>
                  </a:lnTo>
                  <a:lnTo>
                    <a:pt x="11266" y="258989"/>
                  </a:lnTo>
                  <a:lnTo>
                    <a:pt x="10516" y="253169"/>
                  </a:lnTo>
                  <a:lnTo>
                    <a:pt x="9791" y="244743"/>
                  </a:lnTo>
                  <a:lnTo>
                    <a:pt x="8723" y="240296"/>
                  </a:lnTo>
                  <a:lnTo>
                    <a:pt x="6764" y="236418"/>
                  </a:lnTo>
                  <a:lnTo>
                    <a:pt x="6323" y="234145"/>
                  </a:lnTo>
                  <a:lnTo>
                    <a:pt x="6780" y="233298"/>
                  </a:lnTo>
                  <a:lnTo>
                    <a:pt x="7971" y="232718"/>
                  </a:lnTo>
                  <a:lnTo>
                    <a:pt x="8731" y="229693"/>
                  </a:lnTo>
                  <a:lnTo>
                    <a:pt x="7124" y="230860"/>
                  </a:lnTo>
                  <a:lnTo>
                    <a:pt x="8982" y="221581"/>
                  </a:lnTo>
                  <a:lnTo>
                    <a:pt x="9560" y="215263"/>
                  </a:lnTo>
                  <a:lnTo>
                    <a:pt x="9468" y="211118"/>
                  </a:lnTo>
                  <a:lnTo>
                    <a:pt x="9822" y="208557"/>
                  </a:lnTo>
                  <a:lnTo>
                    <a:pt x="8403" y="203003"/>
                  </a:lnTo>
                  <a:lnTo>
                    <a:pt x="7298" y="196016"/>
                  </a:lnTo>
                  <a:lnTo>
                    <a:pt x="6729" y="194909"/>
                  </a:lnTo>
                  <a:lnTo>
                    <a:pt x="6140" y="194326"/>
                  </a:lnTo>
                  <a:lnTo>
                    <a:pt x="6088" y="195967"/>
                  </a:lnTo>
                  <a:lnTo>
                    <a:pt x="5768" y="197440"/>
                  </a:lnTo>
                  <a:lnTo>
                    <a:pt x="5080" y="196553"/>
                  </a:lnTo>
                  <a:lnTo>
                    <a:pt x="3862" y="191471"/>
                  </a:lnTo>
                  <a:lnTo>
                    <a:pt x="2162" y="183198"/>
                  </a:lnTo>
                  <a:lnTo>
                    <a:pt x="1565" y="182351"/>
                  </a:lnTo>
                  <a:lnTo>
                    <a:pt x="1068" y="183484"/>
                  </a:lnTo>
                  <a:lnTo>
                    <a:pt x="756" y="184570"/>
                  </a:lnTo>
                  <a:lnTo>
                    <a:pt x="183" y="191471"/>
                  </a:lnTo>
                  <a:lnTo>
                    <a:pt x="0" y="188732"/>
                  </a:lnTo>
                  <a:lnTo>
                    <a:pt x="248" y="185506"/>
                  </a:lnTo>
                  <a:lnTo>
                    <a:pt x="668" y="181534"/>
                  </a:lnTo>
                  <a:lnTo>
                    <a:pt x="1144" y="176014"/>
                  </a:lnTo>
                  <a:lnTo>
                    <a:pt x="2619" y="176010"/>
                  </a:lnTo>
                  <a:lnTo>
                    <a:pt x="5258" y="176002"/>
                  </a:lnTo>
                  <a:lnTo>
                    <a:pt x="7897" y="175994"/>
                  </a:lnTo>
                  <a:lnTo>
                    <a:pt x="10535" y="175985"/>
                  </a:lnTo>
                  <a:lnTo>
                    <a:pt x="13174" y="175978"/>
                  </a:lnTo>
                  <a:lnTo>
                    <a:pt x="15814" y="175969"/>
                  </a:lnTo>
                  <a:lnTo>
                    <a:pt x="18452" y="175961"/>
                  </a:lnTo>
                  <a:lnTo>
                    <a:pt x="21091" y="175953"/>
                  </a:lnTo>
                  <a:lnTo>
                    <a:pt x="23730" y="175945"/>
                  </a:lnTo>
                  <a:lnTo>
                    <a:pt x="26369" y="175936"/>
                  </a:lnTo>
                  <a:lnTo>
                    <a:pt x="29008" y="175929"/>
                  </a:lnTo>
                  <a:lnTo>
                    <a:pt x="31647" y="175920"/>
                  </a:lnTo>
                  <a:lnTo>
                    <a:pt x="34285" y="175912"/>
                  </a:lnTo>
                  <a:lnTo>
                    <a:pt x="36924" y="175904"/>
                  </a:lnTo>
                  <a:lnTo>
                    <a:pt x="39564" y="175896"/>
                  </a:lnTo>
                  <a:lnTo>
                    <a:pt x="42202" y="175887"/>
                  </a:lnTo>
                  <a:lnTo>
                    <a:pt x="44841" y="175880"/>
                  </a:lnTo>
                  <a:lnTo>
                    <a:pt x="46581" y="175876"/>
                  </a:lnTo>
                  <a:lnTo>
                    <a:pt x="46479" y="171950"/>
                  </a:lnTo>
                  <a:lnTo>
                    <a:pt x="46397" y="168839"/>
                  </a:lnTo>
                  <a:lnTo>
                    <a:pt x="46287" y="164650"/>
                  </a:lnTo>
                  <a:lnTo>
                    <a:pt x="46178" y="160485"/>
                  </a:lnTo>
                  <a:lnTo>
                    <a:pt x="46070" y="156319"/>
                  </a:lnTo>
                  <a:lnTo>
                    <a:pt x="45967" y="152407"/>
                  </a:lnTo>
                  <a:lnTo>
                    <a:pt x="45865" y="148498"/>
                  </a:lnTo>
                  <a:lnTo>
                    <a:pt x="45769" y="144869"/>
                  </a:lnTo>
                  <a:lnTo>
                    <a:pt x="45682" y="141538"/>
                  </a:lnTo>
                  <a:lnTo>
                    <a:pt x="45533" y="139625"/>
                  </a:lnTo>
                  <a:lnTo>
                    <a:pt x="44973" y="135826"/>
                  </a:lnTo>
                  <a:lnTo>
                    <a:pt x="44852" y="133937"/>
                  </a:lnTo>
                  <a:lnTo>
                    <a:pt x="45004" y="131949"/>
                  </a:lnTo>
                  <a:lnTo>
                    <a:pt x="45377" y="130070"/>
                  </a:lnTo>
                  <a:lnTo>
                    <a:pt x="46405" y="126638"/>
                  </a:lnTo>
                  <a:lnTo>
                    <a:pt x="47965" y="123999"/>
                  </a:lnTo>
                  <a:lnTo>
                    <a:pt x="49765" y="120950"/>
                  </a:lnTo>
                  <a:lnTo>
                    <a:pt x="51136" y="118627"/>
                  </a:lnTo>
                  <a:lnTo>
                    <a:pt x="51839" y="118051"/>
                  </a:lnTo>
                  <a:lnTo>
                    <a:pt x="53985" y="117248"/>
                  </a:lnTo>
                  <a:lnTo>
                    <a:pt x="55673" y="115490"/>
                  </a:lnTo>
                  <a:lnTo>
                    <a:pt x="57317" y="113778"/>
                  </a:lnTo>
                  <a:lnTo>
                    <a:pt x="58006" y="112828"/>
                  </a:lnTo>
                  <a:lnTo>
                    <a:pt x="58088" y="109611"/>
                  </a:lnTo>
                  <a:lnTo>
                    <a:pt x="58088" y="106023"/>
                  </a:lnTo>
                  <a:lnTo>
                    <a:pt x="58088" y="102000"/>
                  </a:lnTo>
                  <a:lnTo>
                    <a:pt x="58088" y="97976"/>
                  </a:lnTo>
                  <a:lnTo>
                    <a:pt x="58088" y="93953"/>
                  </a:lnTo>
                  <a:lnTo>
                    <a:pt x="58088" y="89931"/>
                  </a:lnTo>
                  <a:lnTo>
                    <a:pt x="58088" y="85907"/>
                  </a:lnTo>
                  <a:lnTo>
                    <a:pt x="58088" y="81884"/>
                  </a:lnTo>
                  <a:lnTo>
                    <a:pt x="58088" y="77860"/>
                  </a:lnTo>
                  <a:lnTo>
                    <a:pt x="58088" y="73838"/>
                  </a:lnTo>
                  <a:lnTo>
                    <a:pt x="58088" y="69815"/>
                  </a:lnTo>
                  <a:lnTo>
                    <a:pt x="58088" y="65792"/>
                  </a:lnTo>
                  <a:lnTo>
                    <a:pt x="58088" y="61768"/>
                  </a:lnTo>
                  <a:lnTo>
                    <a:pt x="58088" y="57746"/>
                  </a:lnTo>
                  <a:lnTo>
                    <a:pt x="58088" y="53722"/>
                  </a:lnTo>
                  <a:lnTo>
                    <a:pt x="58088" y="49699"/>
                  </a:lnTo>
                  <a:lnTo>
                    <a:pt x="58088" y="45676"/>
                  </a:lnTo>
                  <a:lnTo>
                    <a:pt x="58088" y="41652"/>
                  </a:lnTo>
                  <a:lnTo>
                    <a:pt x="58088" y="38133"/>
                  </a:lnTo>
                  <a:lnTo>
                    <a:pt x="59811" y="38133"/>
                  </a:lnTo>
                  <a:lnTo>
                    <a:pt x="61954" y="38133"/>
                  </a:lnTo>
                  <a:lnTo>
                    <a:pt x="64099" y="38133"/>
                  </a:lnTo>
                  <a:lnTo>
                    <a:pt x="66243" y="38133"/>
                  </a:lnTo>
                  <a:lnTo>
                    <a:pt x="68387" y="38132"/>
                  </a:lnTo>
                  <a:lnTo>
                    <a:pt x="70531" y="38132"/>
                  </a:lnTo>
                  <a:lnTo>
                    <a:pt x="72675" y="38132"/>
                  </a:lnTo>
                  <a:lnTo>
                    <a:pt x="74819" y="38132"/>
                  </a:lnTo>
                  <a:lnTo>
                    <a:pt x="76964" y="38132"/>
                  </a:lnTo>
                  <a:lnTo>
                    <a:pt x="79108" y="38132"/>
                  </a:lnTo>
                  <a:lnTo>
                    <a:pt x="81252" y="38132"/>
                  </a:lnTo>
                  <a:lnTo>
                    <a:pt x="83396" y="38132"/>
                  </a:lnTo>
                  <a:lnTo>
                    <a:pt x="85540" y="38131"/>
                  </a:lnTo>
                  <a:lnTo>
                    <a:pt x="87684" y="38131"/>
                  </a:lnTo>
                  <a:lnTo>
                    <a:pt x="89829" y="38131"/>
                  </a:lnTo>
                  <a:lnTo>
                    <a:pt x="91972" y="38131"/>
                  </a:lnTo>
                  <a:lnTo>
                    <a:pt x="94116" y="38131"/>
                  </a:lnTo>
                  <a:lnTo>
                    <a:pt x="96457" y="38131"/>
                  </a:lnTo>
                  <a:lnTo>
                    <a:pt x="96458" y="34763"/>
                  </a:lnTo>
                  <a:lnTo>
                    <a:pt x="96458" y="29925"/>
                  </a:lnTo>
                  <a:lnTo>
                    <a:pt x="96456" y="23291"/>
                  </a:lnTo>
                  <a:lnTo>
                    <a:pt x="96453" y="16630"/>
                  </a:lnTo>
                  <a:lnTo>
                    <a:pt x="96450" y="10773"/>
                  </a:lnTo>
                  <a:lnTo>
                    <a:pt x="96447" y="4924"/>
                  </a:lnTo>
                  <a:lnTo>
                    <a:pt x="96444" y="0"/>
                  </a:lnTo>
                  <a:lnTo>
                    <a:pt x="98608" y="3267"/>
                  </a:lnTo>
                  <a:lnTo>
                    <a:pt x="100772" y="6536"/>
                  </a:lnTo>
                  <a:lnTo>
                    <a:pt x="102936" y="9804"/>
                  </a:lnTo>
                  <a:lnTo>
                    <a:pt x="105100" y="13071"/>
                  </a:lnTo>
                  <a:lnTo>
                    <a:pt x="107264" y="16339"/>
                  </a:lnTo>
                  <a:lnTo>
                    <a:pt x="109428" y="19608"/>
                  </a:lnTo>
                  <a:lnTo>
                    <a:pt x="111593" y="22876"/>
                  </a:lnTo>
                  <a:lnTo>
                    <a:pt x="113757" y="26143"/>
                  </a:lnTo>
                  <a:lnTo>
                    <a:pt x="115921" y="29411"/>
                  </a:lnTo>
                  <a:lnTo>
                    <a:pt x="118085" y="32680"/>
                  </a:lnTo>
                  <a:lnTo>
                    <a:pt x="120250" y="35946"/>
                  </a:lnTo>
                  <a:lnTo>
                    <a:pt x="122414" y="39215"/>
                  </a:lnTo>
                  <a:lnTo>
                    <a:pt x="124578" y="42483"/>
                  </a:lnTo>
                  <a:lnTo>
                    <a:pt x="126742" y="45752"/>
                  </a:lnTo>
                  <a:lnTo>
                    <a:pt x="128906" y="49020"/>
                  </a:lnTo>
                  <a:lnTo>
                    <a:pt x="131070" y="52287"/>
                  </a:lnTo>
                  <a:lnTo>
                    <a:pt x="132883" y="55025"/>
                  </a:lnTo>
                  <a:lnTo>
                    <a:pt x="135668" y="59435"/>
                  </a:lnTo>
                  <a:lnTo>
                    <a:pt x="138263" y="63544"/>
                  </a:lnTo>
                  <a:lnTo>
                    <a:pt x="140874" y="67677"/>
                  </a:lnTo>
                  <a:lnTo>
                    <a:pt x="136843" y="67682"/>
                  </a:lnTo>
                  <a:lnTo>
                    <a:pt x="131458" y="67690"/>
                  </a:lnTo>
                  <a:lnTo>
                    <a:pt x="127787" y="67695"/>
                  </a:lnTo>
                  <a:lnTo>
                    <a:pt x="124019" y="67700"/>
                  </a:lnTo>
                  <a:lnTo>
                    <a:pt x="120487" y="67706"/>
                  </a:lnTo>
                  <a:lnTo>
                    <a:pt x="120795" y="74438"/>
                  </a:lnTo>
                  <a:lnTo>
                    <a:pt x="121122" y="81785"/>
                  </a:lnTo>
                  <a:lnTo>
                    <a:pt x="121450" y="89133"/>
                  </a:lnTo>
                  <a:lnTo>
                    <a:pt x="121777" y="96481"/>
                  </a:lnTo>
                  <a:lnTo>
                    <a:pt x="122105" y="103828"/>
                  </a:lnTo>
                  <a:lnTo>
                    <a:pt x="122433" y="111176"/>
                  </a:lnTo>
                  <a:lnTo>
                    <a:pt x="122760" y="118525"/>
                  </a:lnTo>
                  <a:lnTo>
                    <a:pt x="123088" y="125873"/>
                  </a:lnTo>
                  <a:lnTo>
                    <a:pt x="123416" y="133220"/>
                  </a:lnTo>
                  <a:lnTo>
                    <a:pt x="123744" y="140567"/>
                  </a:lnTo>
                  <a:lnTo>
                    <a:pt x="124071" y="147915"/>
                  </a:lnTo>
                  <a:lnTo>
                    <a:pt x="124399" y="155262"/>
                  </a:lnTo>
                  <a:lnTo>
                    <a:pt x="124727" y="162610"/>
                  </a:lnTo>
                  <a:lnTo>
                    <a:pt x="125054" y="169958"/>
                  </a:lnTo>
                  <a:lnTo>
                    <a:pt x="125382" y="177305"/>
                  </a:lnTo>
                  <a:lnTo>
                    <a:pt x="125709" y="184654"/>
                  </a:lnTo>
                  <a:lnTo>
                    <a:pt x="126038" y="192002"/>
                  </a:lnTo>
                  <a:lnTo>
                    <a:pt x="126365" y="199350"/>
                  </a:lnTo>
                  <a:lnTo>
                    <a:pt x="126693" y="206697"/>
                  </a:lnTo>
                  <a:lnTo>
                    <a:pt x="127020" y="214045"/>
                  </a:lnTo>
                  <a:lnTo>
                    <a:pt x="127348" y="221394"/>
                  </a:lnTo>
                  <a:lnTo>
                    <a:pt x="127675" y="228741"/>
                  </a:lnTo>
                  <a:lnTo>
                    <a:pt x="128003" y="236089"/>
                  </a:lnTo>
                  <a:lnTo>
                    <a:pt x="128331" y="243437"/>
                  </a:lnTo>
                  <a:lnTo>
                    <a:pt x="128658" y="250784"/>
                  </a:lnTo>
                  <a:lnTo>
                    <a:pt x="128986" y="258131"/>
                  </a:lnTo>
                  <a:lnTo>
                    <a:pt x="129314" y="265479"/>
                  </a:lnTo>
                  <a:lnTo>
                    <a:pt x="129642" y="272826"/>
                  </a:lnTo>
                  <a:lnTo>
                    <a:pt x="129969" y="280174"/>
                  </a:lnTo>
                  <a:lnTo>
                    <a:pt x="130297" y="287523"/>
                  </a:lnTo>
                  <a:lnTo>
                    <a:pt x="130625" y="294871"/>
                  </a:lnTo>
                  <a:lnTo>
                    <a:pt x="130952" y="302218"/>
                  </a:lnTo>
                  <a:lnTo>
                    <a:pt x="131280" y="309566"/>
                  </a:lnTo>
                  <a:lnTo>
                    <a:pt x="131598" y="316685"/>
                  </a:lnTo>
                  <a:lnTo>
                    <a:pt x="132968" y="320426"/>
                  </a:lnTo>
                  <a:lnTo>
                    <a:pt x="134690" y="325130"/>
                  </a:lnTo>
                  <a:lnTo>
                    <a:pt x="134188" y="331777"/>
                  </a:lnTo>
                  <a:lnTo>
                    <a:pt x="133589" y="339711"/>
                  </a:lnTo>
                  <a:lnTo>
                    <a:pt x="132934" y="348372"/>
                  </a:lnTo>
                  <a:lnTo>
                    <a:pt x="130502" y="348372"/>
                  </a:lnTo>
                  <a:lnTo>
                    <a:pt x="128155" y="348372"/>
                  </a:lnTo>
                  <a:lnTo>
                    <a:pt x="125808" y="348374"/>
                  </a:lnTo>
                  <a:lnTo>
                    <a:pt x="123461" y="348375"/>
                  </a:lnTo>
                  <a:lnTo>
                    <a:pt x="121114" y="348375"/>
                  </a:lnTo>
                  <a:lnTo>
                    <a:pt x="118767" y="348375"/>
                  </a:lnTo>
                  <a:lnTo>
                    <a:pt x="116420" y="348375"/>
                  </a:lnTo>
                  <a:lnTo>
                    <a:pt x="114073" y="348375"/>
                  </a:lnTo>
                  <a:lnTo>
                    <a:pt x="111725" y="348375"/>
                  </a:lnTo>
                  <a:lnTo>
                    <a:pt x="109379" y="348377"/>
                  </a:lnTo>
                  <a:lnTo>
                    <a:pt x="107031" y="348377"/>
                  </a:lnTo>
                  <a:lnTo>
                    <a:pt x="104685" y="348377"/>
                  </a:lnTo>
                  <a:lnTo>
                    <a:pt x="102338" y="348377"/>
                  </a:lnTo>
                  <a:lnTo>
                    <a:pt x="99990" y="348377"/>
                  </a:lnTo>
                  <a:lnTo>
                    <a:pt x="97643" y="348377"/>
                  </a:lnTo>
                  <a:lnTo>
                    <a:pt x="95296" y="348378"/>
                  </a:lnTo>
                  <a:lnTo>
                    <a:pt x="92949" y="348378"/>
                  </a:lnTo>
                  <a:lnTo>
                    <a:pt x="90765" y="348378"/>
                  </a:lnTo>
                  <a:lnTo>
                    <a:pt x="89420" y="348179"/>
                  </a:lnTo>
                  <a:lnTo>
                    <a:pt x="88940" y="347504"/>
                  </a:lnTo>
                  <a:lnTo>
                    <a:pt x="88766" y="343021"/>
                  </a:lnTo>
                  <a:lnTo>
                    <a:pt x="88365" y="343309"/>
                  </a:lnTo>
                  <a:lnTo>
                    <a:pt x="87891" y="344627"/>
                  </a:lnTo>
                  <a:lnTo>
                    <a:pt x="87648" y="346051"/>
                  </a:lnTo>
                  <a:lnTo>
                    <a:pt x="87733" y="347918"/>
                  </a:lnTo>
                  <a:lnTo>
                    <a:pt x="87657" y="349498"/>
                  </a:lnTo>
                  <a:lnTo>
                    <a:pt x="86150" y="350117"/>
                  </a:lnTo>
                  <a:lnTo>
                    <a:pt x="84111" y="351174"/>
                  </a:lnTo>
                  <a:lnTo>
                    <a:pt x="81966" y="351992"/>
                  </a:lnTo>
                  <a:lnTo>
                    <a:pt x="79801" y="351700"/>
                  </a:lnTo>
                  <a:lnTo>
                    <a:pt x="79062" y="351334"/>
                  </a:lnTo>
                  <a:lnTo>
                    <a:pt x="78276" y="350744"/>
                  </a:lnTo>
                  <a:lnTo>
                    <a:pt x="76553" y="350097"/>
                  </a:lnTo>
                  <a:lnTo>
                    <a:pt x="75617" y="350042"/>
                  </a:lnTo>
                  <a:lnTo>
                    <a:pt x="74542" y="350187"/>
                  </a:lnTo>
                  <a:lnTo>
                    <a:pt x="73276" y="350548"/>
                  </a:lnTo>
                  <a:lnTo>
                    <a:pt x="72868" y="351368"/>
                  </a:lnTo>
                  <a:lnTo>
                    <a:pt x="71912" y="354712"/>
                  </a:lnTo>
                  <a:lnTo>
                    <a:pt x="70985" y="358590"/>
                  </a:lnTo>
                  <a:lnTo>
                    <a:pt x="70380" y="358572"/>
                  </a:lnTo>
                  <a:lnTo>
                    <a:pt x="69699" y="356451"/>
                  </a:lnTo>
                  <a:lnTo>
                    <a:pt x="67835" y="352440"/>
                  </a:lnTo>
                  <a:lnTo>
                    <a:pt x="65576" y="347176"/>
                  </a:lnTo>
                  <a:lnTo>
                    <a:pt x="64545" y="344558"/>
                  </a:lnTo>
                  <a:lnTo>
                    <a:pt x="63999" y="344220"/>
                  </a:lnTo>
                  <a:lnTo>
                    <a:pt x="62917" y="346098"/>
                  </a:lnTo>
                  <a:lnTo>
                    <a:pt x="62006" y="347906"/>
                  </a:lnTo>
                  <a:lnTo>
                    <a:pt x="61036" y="350463"/>
                  </a:lnTo>
                  <a:lnTo>
                    <a:pt x="60596" y="352910"/>
                  </a:lnTo>
                  <a:lnTo>
                    <a:pt x="60247" y="355801"/>
                  </a:lnTo>
                  <a:lnTo>
                    <a:pt x="60091" y="359214"/>
                  </a:lnTo>
                  <a:lnTo>
                    <a:pt x="59739" y="363180"/>
                  </a:lnTo>
                  <a:lnTo>
                    <a:pt x="58956" y="366379"/>
                  </a:lnTo>
                  <a:lnTo>
                    <a:pt x="58028" y="368801"/>
                  </a:lnTo>
                  <a:lnTo>
                    <a:pt x="57338" y="369941"/>
                  </a:lnTo>
                  <a:lnTo>
                    <a:pt x="57071" y="370562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2482839" y="3137363"/>
              <a:ext cx="858" cy="3793"/>
            </a:xfrm>
            <a:custGeom>
              <a:avLst/>
              <a:pathLst>
                <a:path w="858" h="3793">
                  <a:moveTo>
                    <a:pt x="858" y="2045"/>
                  </a:moveTo>
                  <a:lnTo>
                    <a:pt x="791" y="3793"/>
                  </a:lnTo>
                  <a:lnTo>
                    <a:pt x="16" y="3252"/>
                  </a:lnTo>
                  <a:lnTo>
                    <a:pt x="0" y="1714"/>
                  </a:lnTo>
                  <a:lnTo>
                    <a:pt x="364" y="152"/>
                  </a:lnTo>
                  <a:lnTo>
                    <a:pt x="543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3858521" y="4224754"/>
              <a:ext cx="5458" cy="15461"/>
            </a:xfrm>
            <a:custGeom>
              <a:avLst/>
              <a:pathLst>
                <a:path w="5458" h="15461">
                  <a:moveTo>
                    <a:pt x="3839" y="14624"/>
                  </a:moveTo>
                  <a:lnTo>
                    <a:pt x="2383" y="15461"/>
                  </a:lnTo>
                  <a:lnTo>
                    <a:pt x="755" y="15181"/>
                  </a:lnTo>
                  <a:lnTo>
                    <a:pt x="122" y="13594"/>
                  </a:lnTo>
                  <a:lnTo>
                    <a:pt x="0" y="12933"/>
                  </a:lnTo>
                  <a:lnTo>
                    <a:pt x="546" y="12307"/>
                  </a:lnTo>
                  <a:lnTo>
                    <a:pt x="511" y="10272"/>
                  </a:lnTo>
                  <a:lnTo>
                    <a:pt x="783" y="7052"/>
                  </a:lnTo>
                  <a:lnTo>
                    <a:pt x="1131" y="5728"/>
                  </a:lnTo>
                  <a:lnTo>
                    <a:pt x="1941" y="4550"/>
                  </a:lnTo>
                  <a:lnTo>
                    <a:pt x="2271" y="1950"/>
                  </a:lnTo>
                  <a:lnTo>
                    <a:pt x="2970" y="213"/>
                  </a:lnTo>
                  <a:lnTo>
                    <a:pt x="3899" y="0"/>
                  </a:lnTo>
                  <a:lnTo>
                    <a:pt x="4828" y="3205"/>
                  </a:lnTo>
                  <a:lnTo>
                    <a:pt x="5458" y="6579"/>
                  </a:lnTo>
                  <a:lnTo>
                    <a:pt x="5328" y="9958"/>
                  </a:lnTo>
                  <a:lnTo>
                    <a:pt x="4687" y="11196"/>
                  </a:lnTo>
                  <a:lnTo>
                    <a:pt x="4476" y="131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3597799" y="3988739"/>
              <a:ext cx="1083" cy="3425"/>
            </a:xfrm>
            <a:custGeom>
              <a:avLst/>
              <a:pathLst>
                <a:path w="1083" h="3425">
                  <a:moveTo>
                    <a:pt x="658" y="3188"/>
                  </a:moveTo>
                  <a:lnTo>
                    <a:pt x="253" y="3425"/>
                  </a:lnTo>
                  <a:lnTo>
                    <a:pt x="0" y="2897"/>
                  </a:lnTo>
                  <a:lnTo>
                    <a:pt x="61" y="1324"/>
                  </a:lnTo>
                  <a:lnTo>
                    <a:pt x="204" y="181"/>
                  </a:lnTo>
                  <a:lnTo>
                    <a:pt x="608" y="0"/>
                  </a:lnTo>
                  <a:lnTo>
                    <a:pt x="884" y="305"/>
                  </a:lnTo>
                  <a:lnTo>
                    <a:pt x="1080" y="828"/>
                  </a:lnTo>
                  <a:lnTo>
                    <a:pt x="1083" y="1665"/>
                  </a:lnTo>
                  <a:lnTo>
                    <a:pt x="965" y="2530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3596413" y="3987804"/>
              <a:ext cx="1150" cy="2822"/>
            </a:xfrm>
            <a:custGeom>
              <a:avLst/>
              <a:pathLst>
                <a:path w="1150" h="2822">
                  <a:moveTo>
                    <a:pt x="1150" y="1258"/>
                  </a:moveTo>
                  <a:lnTo>
                    <a:pt x="922" y="2822"/>
                  </a:lnTo>
                  <a:lnTo>
                    <a:pt x="447" y="2799"/>
                  </a:lnTo>
                  <a:lnTo>
                    <a:pt x="0" y="1405"/>
                  </a:lnTo>
                  <a:lnTo>
                    <a:pt x="142" y="328"/>
                  </a:lnTo>
                  <a:lnTo>
                    <a:pt x="573" y="0"/>
                  </a:lnTo>
                  <a:lnTo>
                    <a:pt x="950" y="404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3574879" y="3911684"/>
              <a:ext cx="37083" cy="228592"/>
            </a:xfrm>
            <a:custGeom>
              <a:avLst/>
              <a:pathLst>
                <a:path w="37083" h="228592">
                  <a:moveTo>
                    <a:pt x="26342" y="64508"/>
                  </a:moveTo>
                  <a:lnTo>
                    <a:pt x="24813" y="64436"/>
                  </a:lnTo>
                  <a:lnTo>
                    <a:pt x="22891" y="64820"/>
                  </a:lnTo>
                  <a:lnTo>
                    <a:pt x="22419" y="65752"/>
                  </a:lnTo>
                  <a:lnTo>
                    <a:pt x="22277" y="67815"/>
                  </a:lnTo>
                  <a:lnTo>
                    <a:pt x="21675" y="72071"/>
                  </a:lnTo>
                  <a:lnTo>
                    <a:pt x="21340" y="73635"/>
                  </a:lnTo>
                  <a:lnTo>
                    <a:pt x="20627" y="76495"/>
                  </a:lnTo>
                  <a:lnTo>
                    <a:pt x="19627" y="80526"/>
                  </a:lnTo>
                  <a:lnTo>
                    <a:pt x="19418" y="81842"/>
                  </a:lnTo>
                  <a:lnTo>
                    <a:pt x="19453" y="83196"/>
                  </a:lnTo>
                  <a:lnTo>
                    <a:pt x="20043" y="88673"/>
                  </a:lnTo>
                  <a:lnTo>
                    <a:pt x="20661" y="94429"/>
                  </a:lnTo>
                  <a:lnTo>
                    <a:pt x="20858" y="96677"/>
                  </a:lnTo>
                  <a:lnTo>
                    <a:pt x="21300" y="104330"/>
                  </a:lnTo>
                  <a:lnTo>
                    <a:pt x="21545" y="109735"/>
                  </a:lnTo>
                  <a:lnTo>
                    <a:pt x="21580" y="112915"/>
                  </a:lnTo>
                  <a:lnTo>
                    <a:pt x="21787" y="117165"/>
                  </a:lnTo>
                  <a:lnTo>
                    <a:pt x="22338" y="119462"/>
                  </a:lnTo>
                  <a:lnTo>
                    <a:pt x="22914" y="120905"/>
                  </a:lnTo>
                  <a:lnTo>
                    <a:pt x="25088" y="121771"/>
                  </a:lnTo>
                  <a:lnTo>
                    <a:pt x="25736" y="122824"/>
                  </a:lnTo>
                  <a:lnTo>
                    <a:pt x="26968" y="125537"/>
                  </a:lnTo>
                  <a:lnTo>
                    <a:pt x="29656" y="133025"/>
                  </a:lnTo>
                  <a:lnTo>
                    <a:pt x="31133" y="137807"/>
                  </a:lnTo>
                  <a:lnTo>
                    <a:pt x="32430" y="142014"/>
                  </a:lnTo>
                  <a:lnTo>
                    <a:pt x="34754" y="149828"/>
                  </a:lnTo>
                  <a:lnTo>
                    <a:pt x="36558" y="155897"/>
                  </a:lnTo>
                  <a:lnTo>
                    <a:pt x="36783" y="161596"/>
                  </a:lnTo>
                  <a:lnTo>
                    <a:pt x="37083" y="162424"/>
                  </a:lnTo>
                  <a:lnTo>
                    <a:pt x="36475" y="166646"/>
                  </a:lnTo>
                  <a:lnTo>
                    <a:pt x="36077" y="173470"/>
                  </a:lnTo>
                  <a:lnTo>
                    <a:pt x="36363" y="178001"/>
                  </a:lnTo>
                  <a:lnTo>
                    <a:pt x="36244" y="185726"/>
                  </a:lnTo>
                  <a:lnTo>
                    <a:pt x="35914" y="193950"/>
                  </a:lnTo>
                  <a:lnTo>
                    <a:pt x="35500" y="196893"/>
                  </a:lnTo>
                  <a:lnTo>
                    <a:pt x="34967" y="198001"/>
                  </a:lnTo>
                  <a:lnTo>
                    <a:pt x="33706" y="198890"/>
                  </a:lnTo>
                  <a:lnTo>
                    <a:pt x="30934" y="199914"/>
                  </a:lnTo>
                  <a:lnTo>
                    <a:pt x="30519" y="200878"/>
                  </a:lnTo>
                  <a:lnTo>
                    <a:pt x="30163" y="202474"/>
                  </a:lnTo>
                  <a:lnTo>
                    <a:pt x="29602" y="206263"/>
                  </a:lnTo>
                  <a:lnTo>
                    <a:pt x="28941" y="210089"/>
                  </a:lnTo>
                  <a:lnTo>
                    <a:pt x="28733" y="211725"/>
                  </a:lnTo>
                  <a:lnTo>
                    <a:pt x="28861" y="212112"/>
                  </a:lnTo>
                  <a:lnTo>
                    <a:pt x="29453" y="214060"/>
                  </a:lnTo>
                  <a:lnTo>
                    <a:pt x="30044" y="219040"/>
                  </a:lnTo>
                  <a:lnTo>
                    <a:pt x="30151" y="227585"/>
                  </a:lnTo>
                  <a:lnTo>
                    <a:pt x="29945" y="228220"/>
                  </a:lnTo>
                  <a:lnTo>
                    <a:pt x="29126" y="228592"/>
                  </a:lnTo>
                  <a:lnTo>
                    <a:pt x="28243" y="228479"/>
                  </a:lnTo>
                  <a:lnTo>
                    <a:pt x="27880" y="227997"/>
                  </a:lnTo>
                  <a:lnTo>
                    <a:pt x="27553" y="227042"/>
                  </a:lnTo>
                  <a:lnTo>
                    <a:pt x="27314" y="225219"/>
                  </a:lnTo>
                  <a:lnTo>
                    <a:pt x="27893" y="223946"/>
                  </a:lnTo>
                  <a:lnTo>
                    <a:pt x="28099" y="221721"/>
                  </a:lnTo>
                  <a:lnTo>
                    <a:pt x="27728" y="219811"/>
                  </a:lnTo>
                  <a:lnTo>
                    <a:pt x="26985" y="219387"/>
                  </a:lnTo>
                  <a:lnTo>
                    <a:pt x="26042" y="217638"/>
                  </a:lnTo>
                  <a:lnTo>
                    <a:pt x="24033" y="211927"/>
                  </a:lnTo>
                  <a:lnTo>
                    <a:pt x="22351" y="207922"/>
                  </a:lnTo>
                  <a:lnTo>
                    <a:pt x="21378" y="204601"/>
                  </a:lnTo>
                  <a:lnTo>
                    <a:pt x="20379" y="203279"/>
                  </a:lnTo>
                  <a:lnTo>
                    <a:pt x="20093" y="202462"/>
                  </a:lnTo>
                  <a:lnTo>
                    <a:pt x="19852" y="201057"/>
                  </a:lnTo>
                  <a:lnTo>
                    <a:pt x="19848" y="199037"/>
                  </a:lnTo>
                  <a:lnTo>
                    <a:pt x="19939" y="197542"/>
                  </a:lnTo>
                  <a:lnTo>
                    <a:pt x="19627" y="195872"/>
                  </a:lnTo>
                  <a:lnTo>
                    <a:pt x="18618" y="193283"/>
                  </a:lnTo>
                  <a:lnTo>
                    <a:pt x="18157" y="191846"/>
                  </a:lnTo>
                  <a:lnTo>
                    <a:pt x="18133" y="190129"/>
                  </a:lnTo>
                  <a:lnTo>
                    <a:pt x="18557" y="188476"/>
                  </a:lnTo>
                  <a:lnTo>
                    <a:pt x="19420" y="186461"/>
                  </a:lnTo>
                  <a:lnTo>
                    <a:pt x="20073" y="182370"/>
                  </a:lnTo>
                  <a:lnTo>
                    <a:pt x="20306" y="179721"/>
                  </a:lnTo>
                  <a:lnTo>
                    <a:pt x="21524" y="174405"/>
                  </a:lnTo>
                  <a:lnTo>
                    <a:pt x="21693" y="169785"/>
                  </a:lnTo>
                  <a:lnTo>
                    <a:pt x="21718" y="166092"/>
                  </a:lnTo>
                  <a:lnTo>
                    <a:pt x="21643" y="163327"/>
                  </a:lnTo>
                  <a:lnTo>
                    <a:pt x="21332" y="157666"/>
                  </a:lnTo>
                  <a:lnTo>
                    <a:pt x="21115" y="153747"/>
                  </a:lnTo>
                  <a:lnTo>
                    <a:pt x="19616" y="148625"/>
                  </a:lnTo>
                  <a:lnTo>
                    <a:pt x="19127" y="148146"/>
                  </a:lnTo>
                  <a:lnTo>
                    <a:pt x="17703" y="148593"/>
                  </a:lnTo>
                  <a:lnTo>
                    <a:pt x="16473" y="149349"/>
                  </a:lnTo>
                  <a:lnTo>
                    <a:pt x="15869" y="150411"/>
                  </a:lnTo>
                  <a:lnTo>
                    <a:pt x="14953" y="150466"/>
                  </a:lnTo>
                  <a:lnTo>
                    <a:pt x="12555" y="151358"/>
                  </a:lnTo>
                  <a:lnTo>
                    <a:pt x="11803" y="151741"/>
                  </a:lnTo>
                  <a:lnTo>
                    <a:pt x="11368" y="152668"/>
                  </a:lnTo>
                  <a:lnTo>
                    <a:pt x="11116" y="152861"/>
                  </a:lnTo>
                  <a:lnTo>
                    <a:pt x="9607" y="148899"/>
                  </a:lnTo>
                  <a:lnTo>
                    <a:pt x="8280" y="144625"/>
                  </a:lnTo>
                  <a:lnTo>
                    <a:pt x="6595" y="137345"/>
                  </a:lnTo>
                  <a:lnTo>
                    <a:pt x="6114" y="136468"/>
                  </a:lnTo>
                  <a:lnTo>
                    <a:pt x="5496" y="134326"/>
                  </a:lnTo>
                  <a:lnTo>
                    <a:pt x="4985" y="134866"/>
                  </a:lnTo>
                  <a:lnTo>
                    <a:pt x="4280" y="136369"/>
                  </a:lnTo>
                  <a:lnTo>
                    <a:pt x="3899" y="136773"/>
                  </a:lnTo>
                  <a:lnTo>
                    <a:pt x="3701" y="136727"/>
                  </a:lnTo>
                  <a:lnTo>
                    <a:pt x="3577" y="136349"/>
                  </a:lnTo>
                  <a:lnTo>
                    <a:pt x="3419" y="135388"/>
                  </a:lnTo>
                  <a:lnTo>
                    <a:pt x="2875" y="132641"/>
                  </a:lnTo>
                  <a:lnTo>
                    <a:pt x="2264" y="130676"/>
                  </a:lnTo>
                  <a:lnTo>
                    <a:pt x="1618" y="129914"/>
                  </a:lnTo>
                  <a:lnTo>
                    <a:pt x="1090" y="129011"/>
                  </a:lnTo>
                  <a:lnTo>
                    <a:pt x="1322" y="128137"/>
                  </a:lnTo>
                  <a:lnTo>
                    <a:pt x="1568" y="127511"/>
                  </a:lnTo>
                  <a:lnTo>
                    <a:pt x="1462" y="126867"/>
                  </a:lnTo>
                  <a:lnTo>
                    <a:pt x="1166" y="125923"/>
                  </a:lnTo>
                  <a:lnTo>
                    <a:pt x="19" y="124559"/>
                  </a:lnTo>
                  <a:lnTo>
                    <a:pt x="0" y="123970"/>
                  </a:lnTo>
                  <a:lnTo>
                    <a:pt x="1012" y="122784"/>
                  </a:lnTo>
                  <a:lnTo>
                    <a:pt x="1653" y="121379"/>
                  </a:lnTo>
                  <a:lnTo>
                    <a:pt x="2088" y="120028"/>
                  </a:lnTo>
                  <a:lnTo>
                    <a:pt x="2638" y="117073"/>
                  </a:lnTo>
                  <a:lnTo>
                    <a:pt x="3086" y="114130"/>
                  </a:lnTo>
                  <a:lnTo>
                    <a:pt x="3419" y="113172"/>
                  </a:lnTo>
                  <a:lnTo>
                    <a:pt x="3535" y="111218"/>
                  </a:lnTo>
                  <a:lnTo>
                    <a:pt x="3460" y="109014"/>
                  </a:lnTo>
                  <a:lnTo>
                    <a:pt x="3682" y="106212"/>
                  </a:lnTo>
                  <a:lnTo>
                    <a:pt x="3792" y="103557"/>
                  </a:lnTo>
                  <a:lnTo>
                    <a:pt x="3453" y="102527"/>
                  </a:lnTo>
                  <a:lnTo>
                    <a:pt x="3166" y="100743"/>
                  </a:lnTo>
                  <a:lnTo>
                    <a:pt x="3507" y="97699"/>
                  </a:lnTo>
                  <a:lnTo>
                    <a:pt x="4041" y="95604"/>
                  </a:lnTo>
                  <a:lnTo>
                    <a:pt x="6594" y="93420"/>
                  </a:lnTo>
                  <a:lnTo>
                    <a:pt x="8372" y="91449"/>
                  </a:lnTo>
                  <a:lnTo>
                    <a:pt x="8749" y="90580"/>
                  </a:lnTo>
                  <a:lnTo>
                    <a:pt x="9353" y="88895"/>
                  </a:lnTo>
                  <a:lnTo>
                    <a:pt x="9688" y="87250"/>
                  </a:lnTo>
                  <a:lnTo>
                    <a:pt x="9448" y="86757"/>
                  </a:lnTo>
                  <a:lnTo>
                    <a:pt x="8051" y="86716"/>
                  </a:lnTo>
                  <a:lnTo>
                    <a:pt x="7707" y="86084"/>
                  </a:lnTo>
                  <a:lnTo>
                    <a:pt x="6696" y="80301"/>
                  </a:lnTo>
                  <a:lnTo>
                    <a:pt x="7256" y="73670"/>
                  </a:lnTo>
                  <a:lnTo>
                    <a:pt x="7303" y="71064"/>
                  </a:lnTo>
                  <a:lnTo>
                    <a:pt x="7290" y="67838"/>
                  </a:lnTo>
                  <a:lnTo>
                    <a:pt x="7110" y="65484"/>
                  </a:lnTo>
                  <a:lnTo>
                    <a:pt x="6669" y="64494"/>
                  </a:lnTo>
                  <a:lnTo>
                    <a:pt x="6397" y="63230"/>
                  </a:lnTo>
                  <a:lnTo>
                    <a:pt x="6471" y="59767"/>
                  </a:lnTo>
                  <a:lnTo>
                    <a:pt x="6881" y="59360"/>
                  </a:lnTo>
                  <a:lnTo>
                    <a:pt x="7769" y="54786"/>
                  </a:lnTo>
                  <a:lnTo>
                    <a:pt x="8163" y="52091"/>
                  </a:lnTo>
                  <a:lnTo>
                    <a:pt x="7690" y="49941"/>
                  </a:lnTo>
                  <a:lnTo>
                    <a:pt x="7167" y="46868"/>
                  </a:lnTo>
                  <a:lnTo>
                    <a:pt x="6931" y="44915"/>
                  </a:lnTo>
                  <a:lnTo>
                    <a:pt x="6800" y="44274"/>
                  </a:lnTo>
                  <a:lnTo>
                    <a:pt x="7162" y="43062"/>
                  </a:lnTo>
                  <a:lnTo>
                    <a:pt x="7762" y="41890"/>
                  </a:lnTo>
                  <a:lnTo>
                    <a:pt x="8432" y="41567"/>
                  </a:lnTo>
                  <a:lnTo>
                    <a:pt x="9141" y="41016"/>
                  </a:lnTo>
                  <a:lnTo>
                    <a:pt x="11377" y="35326"/>
                  </a:lnTo>
                  <a:lnTo>
                    <a:pt x="11405" y="34220"/>
                  </a:lnTo>
                  <a:lnTo>
                    <a:pt x="10998" y="32313"/>
                  </a:lnTo>
                  <a:lnTo>
                    <a:pt x="10165" y="29439"/>
                  </a:lnTo>
                  <a:lnTo>
                    <a:pt x="9979" y="28264"/>
                  </a:lnTo>
                  <a:lnTo>
                    <a:pt x="9879" y="24810"/>
                  </a:lnTo>
                  <a:lnTo>
                    <a:pt x="9548" y="23777"/>
                  </a:lnTo>
                  <a:lnTo>
                    <a:pt x="8321" y="21449"/>
                  </a:lnTo>
                  <a:lnTo>
                    <a:pt x="7377" y="18999"/>
                  </a:lnTo>
                  <a:lnTo>
                    <a:pt x="7672" y="16517"/>
                  </a:lnTo>
                  <a:lnTo>
                    <a:pt x="7832" y="13804"/>
                  </a:lnTo>
                  <a:lnTo>
                    <a:pt x="7365" y="12315"/>
                  </a:lnTo>
                  <a:lnTo>
                    <a:pt x="6669" y="10772"/>
                  </a:lnTo>
                  <a:lnTo>
                    <a:pt x="6240" y="8509"/>
                  </a:lnTo>
                  <a:lnTo>
                    <a:pt x="6045" y="6830"/>
                  </a:lnTo>
                  <a:lnTo>
                    <a:pt x="5496" y="6160"/>
                  </a:lnTo>
                  <a:lnTo>
                    <a:pt x="4995" y="6134"/>
                  </a:lnTo>
                  <a:lnTo>
                    <a:pt x="4626" y="7185"/>
                  </a:lnTo>
                  <a:lnTo>
                    <a:pt x="4227" y="7092"/>
                  </a:lnTo>
                  <a:lnTo>
                    <a:pt x="3746" y="6732"/>
                  </a:lnTo>
                  <a:lnTo>
                    <a:pt x="3587" y="5277"/>
                  </a:lnTo>
                  <a:lnTo>
                    <a:pt x="3561" y="3702"/>
                  </a:lnTo>
                  <a:lnTo>
                    <a:pt x="3229" y="2634"/>
                  </a:lnTo>
                  <a:lnTo>
                    <a:pt x="2910" y="1151"/>
                  </a:lnTo>
                  <a:lnTo>
                    <a:pt x="2871" y="366"/>
                  </a:lnTo>
                  <a:lnTo>
                    <a:pt x="3071" y="138"/>
                  </a:lnTo>
                  <a:lnTo>
                    <a:pt x="3493" y="0"/>
                  </a:lnTo>
                  <a:lnTo>
                    <a:pt x="5294" y="2980"/>
                  </a:lnTo>
                  <a:lnTo>
                    <a:pt x="6385" y="3116"/>
                  </a:lnTo>
                  <a:lnTo>
                    <a:pt x="7600" y="3667"/>
                  </a:lnTo>
                  <a:lnTo>
                    <a:pt x="8636" y="6293"/>
                  </a:lnTo>
                  <a:lnTo>
                    <a:pt x="9176" y="6639"/>
                  </a:lnTo>
                  <a:lnTo>
                    <a:pt x="9863" y="6279"/>
                  </a:lnTo>
                  <a:lnTo>
                    <a:pt x="11821" y="6002"/>
                  </a:lnTo>
                  <a:lnTo>
                    <a:pt x="12610" y="6380"/>
                  </a:lnTo>
                  <a:lnTo>
                    <a:pt x="13623" y="7918"/>
                  </a:lnTo>
                  <a:lnTo>
                    <a:pt x="14022" y="8128"/>
                  </a:lnTo>
                  <a:lnTo>
                    <a:pt x="14655" y="8189"/>
                  </a:lnTo>
                  <a:lnTo>
                    <a:pt x="14768" y="7776"/>
                  </a:lnTo>
                  <a:lnTo>
                    <a:pt x="14833" y="6864"/>
                  </a:lnTo>
                  <a:lnTo>
                    <a:pt x="14721" y="5032"/>
                  </a:lnTo>
                  <a:lnTo>
                    <a:pt x="14864" y="4039"/>
                  </a:lnTo>
                  <a:lnTo>
                    <a:pt x="15250" y="2966"/>
                  </a:lnTo>
                  <a:lnTo>
                    <a:pt x="16320" y="4218"/>
                  </a:lnTo>
                  <a:lnTo>
                    <a:pt x="18993" y="9943"/>
                  </a:lnTo>
                  <a:lnTo>
                    <a:pt x="19073" y="10682"/>
                  </a:lnTo>
                  <a:lnTo>
                    <a:pt x="20778" y="16364"/>
                  </a:lnTo>
                  <a:lnTo>
                    <a:pt x="21333" y="18768"/>
                  </a:lnTo>
                  <a:lnTo>
                    <a:pt x="21333" y="20037"/>
                  </a:lnTo>
                  <a:lnTo>
                    <a:pt x="21859" y="25001"/>
                  </a:lnTo>
                  <a:lnTo>
                    <a:pt x="21975" y="27327"/>
                  </a:lnTo>
                  <a:lnTo>
                    <a:pt x="21857" y="29095"/>
                  </a:lnTo>
                  <a:lnTo>
                    <a:pt x="21878" y="30512"/>
                  </a:lnTo>
                  <a:lnTo>
                    <a:pt x="22085" y="32538"/>
                  </a:lnTo>
                  <a:lnTo>
                    <a:pt x="22017" y="33392"/>
                  </a:lnTo>
                  <a:lnTo>
                    <a:pt x="22626" y="36362"/>
                  </a:lnTo>
                  <a:lnTo>
                    <a:pt x="22917" y="38858"/>
                  </a:lnTo>
                  <a:lnTo>
                    <a:pt x="22977" y="41293"/>
                  </a:lnTo>
                  <a:lnTo>
                    <a:pt x="22808" y="43668"/>
                  </a:lnTo>
                  <a:lnTo>
                    <a:pt x="22271" y="47137"/>
                  </a:lnTo>
                  <a:lnTo>
                    <a:pt x="22178" y="48533"/>
                  </a:lnTo>
                  <a:lnTo>
                    <a:pt x="22296" y="49803"/>
                  </a:lnTo>
                  <a:lnTo>
                    <a:pt x="22644" y="51182"/>
                  </a:lnTo>
                  <a:lnTo>
                    <a:pt x="23224" y="52668"/>
                  </a:lnTo>
                  <a:lnTo>
                    <a:pt x="23661" y="54463"/>
                  </a:lnTo>
                  <a:lnTo>
                    <a:pt x="23956" y="56570"/>
                  </a:lnTo>
                  <a:lnTo>
                    <a:pt x="24206" y="57522"/>
                  </a:lnTo>
                  <a:lnTo>
                    <a:pt x="24517" y="57499"/>
                  </a:lnTo>
                  <a:lnTo>
                    <a:pt x="25089" y="57825"/>
                  </a:lnTo>
                  <a:lnTo>
                    <a:pt x="25550" y="59054"/>
                  </a:lnTo>
                  <a:lnTo>
                    <a:pt x="26084" y="61120"/>
                  </a:lnTo>
                  <a:lnTo>
                    <a:pt x="26264" y="63492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4479758" y="3552269"/>
              <a:ext cx="1022" cy="10818"/>
            </a:xfrm>
            <a:custGeom>
              <a:avLst/>
              <a:pathLst>
                <a:path w="1022" h="10818">
                  <a:moveTo>
                    <a:pt x="1022" y="10430"/>
                  </a:moveTo>
                  <a:lnTo>
                    <a:pt x="670" y="10818"/>
                  </a:lnTo>
                  <a:lnTo>
                    <a:pt x="128" y="9772"/>
                  </a:lnTo>
                  <a:lnTo>
                    <a:pt x="0" y="802"/>
                  </a:lnTo>
                  <a:lnTo>
                    <a:pt x="380" y="0"/>
                  </a:lnTo>
                  <a:lnTo>
                    <a:pt x="629" y="113"/>
                  </a:lnTo>
                  <a:lnTo>
                    <a:pt x="896" y="1742"/>
                  </a:lnTo>
                  <a:lnTo>
                    <a:pt x="873" y="5673"/>
                  </a:lnTo>
                  <a:lnTo>
                    <a:pt x="921" y="91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4397230" y="3549213"/>
              <a:ext cx="1083" cy="4443"/>
            </a:xfrm>
            <a:custGeom>
              <a:avLst/>
              <a:pathLst>
                <a:path w="1083" h="4443">
                  <a:moveTo>
                    <a:pt x="1064" y="4136"/>
                  </a:moveTo>
                  <a:lnTo>
                    <a:pt x="509" y="4443"/>
                  </a:lnTo>
                  <a:lnTo>
                    <a:pt x="204" y="4240"/>
                  </a:lnTo>
                  <a:lnTo>
                    <a:pt x="0" y="3087"/>
                  </a:lnTo>
                  <a:lnTo>
                    <a:pt x="468" y="440"/>
                  </a:lnTo>
                  <a:lnTo>
                    <a:pt x="640" y="0"/>
                  </a:lnTo>
                  <a:lnTo>
                    <a:pt x="1083" y="28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4364275" y="3543432"/>
              <a:ext cx="724" cy="2865"/>
            </a:xfrm>
            <a:custGeom>
              <a:avLst/>
              <a:pathLst>
                <a:path w="724" h="2865">
                  <a:moveTo>
                    <a:pt x="611" y="2331"/>
                  </a:moveTo>
                  <a:lnTo>
                    <a:pt x="30" y="2865"/>
                  </a:lnTo>
                  <a:lnTo>
                    <a:pt x="0" y="2094"/>
                  </a:lnTo>
                  <a:lnTo>
                    <a:pt x="101" y="1021"/>
                  </a:lnTo>
                  <a:lnTo>
                    <a:pt x="527" y="0"/>
                  </a:lnTo>
                  <a:lnTo>
                    <a:pt x="724" y="5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4552818" y="3508120"/>
              <a:ext cx="2712" cy="2820"/>
            </a:xfrm>
            <a:custGeom>
              <a:avLst/>
              <a:pathLst>
                <a:path w="2712" h="2820">
                  <a:moveTo>
                    <a:pt x="2712" y="2253"/>
                  </a:moveTo>
                  <a:lnTo>
                    <a:pt x="1109" y="2820"/>
                  </a:lnTo>
                  <a:lnTo>
                    <a:pt x="0" y="2760"/>
                  </a:lnTo>
                  <a:lnTo>
                    <a:pt x="204" y="1725"/>
                  </a:lnTo>
                  <a:lnTo>
                    <a:pt x="150" y="360"/>
                  </a:lnTo>
                  <a:lnTo>
                    <a:pt x="678" y="0"/>
                  </a:lnTo>
                  <a:lnTo>
                    <a:pt x="1293" y="2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4351910" y="3472502"/>
              <a:ext cx="1701" cy="5932"/>
            </a:xfrm>
            <a:custGeom>
              <a:avLst/>
              <a:pathLst>
                <a:path w="1701" h="5932">
                  <a:moveTo>
                    <a:pt x="1127" y="5113"/>
                  </a:moveTo>
                  <a:lnTo>
                    <a:pt x="837" y="5932"/>
                  </a:lnTo>
                  <a:lnTo>
                    <a:pt x="0" y="5463"/>
                  </a:lnTo>
                  <a:lnTo>
                    <a:pt x="148" y="617"/>
                  </a:lnTo>
                  <a:lnTo>
                    <a:pt x="627" y="0"/>
                  </a:lnTo>
                  <a:lnTo>
                    <a:pt x="1371" y="881"/>
                  </a:lnTo>
                  <a:lnTo>
                    <a:pt x="1701" y="17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4345641" y="3443014"/>
              <a:ext cx="3134" cy="5981"/>
            </a:xfrm>
            <a:custGeom>
              <a:avLst/>
              <a:pathLst>
                <a:path w="3134" h="5981">
                  <a:moveTo>
                    <a:pt x="2321" y="0"/>
                  </a:moveTo>
                  <a:lnTo>
                    <a:pt x="3134" y="3165"/>
                  </a:lnTo>
                  <a:lnTo>
                    <a:pt x="2728" y="4576"/>
                  </a:lnTo>
                  <a:lnTo>
                    <a:pt x="2526" y="4983"/>
                  </a:lnTo>
                  <a:lnTo>
                    <a:pt x="2036" y="4520"/>
                  </a:lnTo>
                  <a:lnTo>
                    <a:pt x="1568" y="5736"/>
                  </a:lnTo>
                  <a:lnTo>
                    <a:pt x="1121" y="5981"/>
                  </a:lnTo>
                  <a:lnTo>
                    <a:pt x="672" y="3787"/>
                  </a:lnTo>
                  <a:lnTo>
                    <a:pt x="119" y="2913"/>
                  </a:lnTo>
                  <a:lnTo>
                    <a:pt x="0" y="1399"/>
                  </a:lnTo>
                  <a:lnTo>
                    <a:pt x="739" y="1134"/>
                  </a:lnTo>
                  <a:lnTo>
                    <a:pt x="1184" y="1657"/>
                  </a:lnTo>
                  <a:lnTo>
                    <a:pt x="2018" y="6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4351083" y="3436487"/>
              <a:ext cx="47980" cy="158298"/>
            </a:xfrm>
            <a:custGeom>
              <a:avLst/>
              <a:pathLst>
                <a:path w="47980" h="158298">
                  <a:moveTo>
                    <a:pt x="22808" y="13131"/>
                  </a:moveTo>
                  <a:lnTo>
                    <a:pt x="24798" y="14278"/>
                  </a:lnTo>
                  <a:lnTo>
                    <a:pt x="25559" y="15205"/>
                  </a:lnTo>
                  <a:lnTo>
                    <a:pt x="27794" y="24350"/>
                  </a:lnTo>
                  <a:lnTo>
                    <a:pt x="30739" y="30781"/>
                  </a:lnTo>
                  <a:lnTo>
                    <a:pt x="31985" y="33179"/>
                  </a:lnTo>
                  <a:lnTo>
                    <a:pt x="32950" y="34326"/>
                  </a:lnTo>
                  <a:lnTo>
                    <a:pt x="34270" y="37768"/>
                  </a:lnTo>
                  <a:lnTo>
                    <a:pt x="35419" y="42091"/>
                  </a:lnTo>
                  <a:lnTo>
                    <a:pt x="37938" y="54261"/>
                  </a:lnTo>
                  <a:lnTo>
                    <a:pt x="38376" y="59604"/>
                  </a:lnTo>
                  <a:lnTo>
                    <a:pt x="38547" y="67766"/>
                  </a:lnTo>
                  <a:lnTo>
                    <a:pt x="37992" y="80070"/>
                  </a:lnTo>
                  <a:lnTo>
                    <a:pt x="37319" y="86208"/>
                  </a:lnTo>
                  <a:lnTo>
                    <a:pt x="37449" y="89105"/>
                  </a:lnTo>
                  <a:lnTo>
                    <a:pt x="38372" y="93552"/>
                  </a:lnTo>
                  <a:lnTo>
                    <a:pt x="38095" y="97749"/>
                  </a:lnTo>
                  <a:lnTo>
                    <a:pt x="38274" y="101235"/>
                  </a:lnTo>
                  <a:lnTo>
                    <a:pt x="38210" y="110912"/>
                  </a:lnTo>
                  <a:lnTo>
                    <a:pt x="38736" y="113765"/>
                  </a:lnTo>
                  <a:lnTo>
                    <a:pt x="39336" y="115591"/>
                  </a:lnTo>
                  <a:lnTo>
                    <a:pt x="42500" y="121332"/>
                  </a:lnTo>
                  <a:lnTo>
                    <a:pt x="42731" y="123459"/>
                  </a:lnTo>
                  <a:lnTo>
                    <a:pt x="44290" y="130766"/>
                  </a:lnTo>
                  <a:lnTo>
                    <a:pt x="47176" y="146674"/>
                  </a:lnTo>
                  <a:lnTo>
                    <a:pt x="47980" y="153831"/>
                  </a:lnTo>
                  <a:lnTo>
                    <a:pt x="47887" y="155754"/>
                  </a:lnTo>
                  <a:lnTo>
                    <a:pt x="47539" y="156552"/>
                  </a:lnTo>
                  <a:lnTo>
                    <a:pt x="46690" y="157251"/>
                  </a:lnTo>
                  <a:lnTo>
                    <a:pt x="45983" y="155852"/>
                  </a:lnTo>
                  <a:lnTo>
                    <a:pt x="45745" y="154849"/>
                  </a:lnTo>
                  <a:lnTo>
                    <a:pt x="45818" y="153604"/>
                  </a:lnTo>
                  <a:lnTo>
                    <a:pt x="45537" y="152379"/>
                  </a:lnTo>
                  <a:lnTo>
                    <a:pt x="44845" y="150916"/>
                  </a:lnTo>
                  <a:lnTo>
                    <a:pt x="44447" y="149606"/>
                  </a:lnTo>
                  <a:lnTo>
                    <a:pt x="44560" y="151780"/>
                  </a:lnTo>
                  <a:lnTo>
                    <a:pt x="44563" y="154595"/>
                  </a:lnTo>
                  <a:lnTo>
                    <a:pt x="43684" y="154835"/>
                  </a:lnTo>
                  <a:lnTo>
                    <a:pt x="42552" y="153952"/>
                  </a:lnTo>
                  <a:lnTo>
                    <a:pt x="41145" y="154747"/>
                  </a:lnTo>
                  <a:lnTo>
                    <a:pt x="39480" y="158199"/>
                  </a:lnTo>
                  <a:lnTo>
                    <a:pt x="38680" y="158298"/>
                  </a:lnTo>
                  <a:lnTo>
                    <a:pt x="38071" y="155333"/>
                  </a:lnTo>
                  <a:lnTo>
                    <a:pt x="37756" y="153323"/>
                  </a:lnTo>
                  <a:lnTo>
                    <a:pt x="37259" y="151896"/>
                  </a:lnTo>
                  <a:lnTo>
                    <a:pt x="31966" y="144621"/>
                  </a:lnTo>
                  <a:lnTo>
                    <a:pt x="30013" y="142753"/>
                  </a:lnTo>
                  <a:lnTo>
                    <a:pt x="27954" y="137232"/>
                  </a:lnTo>
                  <a:lnTo>
                    <a:pt x="23320" y="131142"/>
                  </a:lnTo>
                  <a:lnTo>
                    <a:pt x="20378" y="125205"/>
                  </a:lnTo>
                  <a:lnTo>
                    <a:pt x="19127" y="121536"/>
                  </a:lnTo>
                  <a:lnTo>
                    <a:pt x="16117" y="118284"/>
                  </a:lnTo>
                  <a:lnTo>
                    <a:pt x="14818" y="114447"/>
                  </a:lnTo>
                  <a:lnTo>
                    <a:pt x="14180" y="113694"/>
                  </a:lnTo>
                  <a:lnTo>
                    <a:pt x="13537" y="112328"/>
                  </a:lnTo>
                  <a:lnTo>
                    <a:pt x="14214" y="108607"/>
                  </a:lnTo>
                  <a:lnTo>
                    <a:pt x="13936" y="104725"/>
                  </a:lnTo>
                  <a:lnTo>
                    <a:pt x="13588" y="101452"/>
                  </a:lnTo>
                  <a:lnTo>
                    <a:pt x="11465" y="94988"/>
                  </a:lnTo>
                  <a:lnTo>
                    <a:pt x="10422" y="90476"/>
                  </a:lnTo>
                  <a:lnTo>
                    <a:pt x="8425" y="85985"/>
                  </a:lnTo>
                  <a:lnTo>
                    <a:pt x="7626" y="83392"/>
                  </a:lnTo>
                  <a:lnTo>
                    <a:pt x="6862" y="80385"/>
                  </a:lnTo>
                  <a:lnTo>
                    <a:pt x="7340" y="79333"/>
                  </a:lnTo>
                  <a:lnTo>
                    <a:pt x="7783" y="78695"/>
                  </a:lnTo>
                  <a:lnTo>
                    <a:pt x="7377" y="76514"/>
                  </a:lnTo>
                  <a:lnTo>
                    <a:pt x="6236" y="72716"/>
                  </a:lnTo>
                  <a:lnTo>
                    <a:pt x="5701" y="68352"/>
                  </a:lnTo>
                  <a:lnTo>
                    <a:pt x="5701" y="60113"/>
                  </a:lnTo>
                  <a:lnTo>
                    <a:pt x="4077" y="48529"/>
                  </a:lnTo>
                  <a:lnTo>
                    <a:pt x="2687" y="32472"/>
                  </a:lnTo>
                  <a:lnTo>
                    <a:pt x="2933" y="26849"/>
                  </a:lnTo>
                  <a:lnTo>
                    <a:pt x="2579" y="20756"/>
                  </a:lnTo>
                  <a:lnTo>
                    <a:pt x="1658" y="14895"/>
                  </a:lnTo>
                  <a:lnTo>
                    <a:pt x="451" y="10708"/>
                  </a:lnTo>
                  <a:lnTo>
                    <a:pt x="0" y="7228"/>
                  </a:lnTo>
                  <a:lnTo>
                    <a:pt x="216" y="5849"/>
                  </a:lnTo>
                  <a:lnTo>
                    <a:pt x="484" y="1330"/>
                  </a:lnTo>
                  <a:lnTo>
                    <a:pt x="663" y="437"/>
                  </a:lnTo>
                  <a:lnTo>
                    <a:pt x="1121" y="0"/>
                  </a:lnTo>
                  <a:lnTo>
                    <a:pt x="1637" y="115"/>
                  </a:lnTo>
                  <a:lnTo>
                    <a:pt x="2603" y="4039"/>
                  </a:lnTo>
                  <a:lnTo>
                    <a:pt x="5117" y="6473"/>
                  </a:lnTo>
                  <a:lnTo>
                    <a:pt x="5873" y="7051"/>
                  </a:lnTo>
                  <a:lnTo>
                    <a:pt x="6864" y="6085"/>
                  </a:lnTo>
                  <a:lnTo>
                    <a:pt x="7311" y="6694"/>
                  </a:lnTo>
                  <a:lnTo>
                    <a:pt x="7763" y="7696"/>
                  </a:lnTo>
                  <a:lnTo>
                    <a:pt x="8025" y="10489"/>
                  </a:lnTo>
                  <a:lnTo>
                    <a:pt x="8686" y="13037"/>
                  </a:lnTo>
                  <a:lnTo>
                    <a:pt x="10007" y="12675"/>
                  </a:lnTo>
                  <a:lnTo>
                    <a:pt x="10475" y="13040"/>
                  </a:lnTo>
                  <a:lnTo>
                    <a:pt x="10752" y="13121"/>
                  </a:lnTo>
                  <a:lnTo>
                    <a:pt x="11011" y="15381"/>
                  </a:lnTo>
                  <a:lnTo>
                    <a:pt x="11132" y="19293"/>
                  </a:lnTo>
                  <a:lnTo>
                    <a:pt x="11006" y="21574"/>
                  </a:lnTo>
                  <a:lnTo>
                    <a:pt x="10053" y="24833"/>
                  </a:lnTo>
                  <a:lnTo>
                    <a:pt x="9925" y="27054"/>
                  </a:lnTo>
                  <a:lnTo>
                    <a:pt x="10426" y="28429"/>
                  </a:lnTo>
                  <a:lnTo>
                    <a:pt x="11077" y="29895"/>
                  </a:lnTo>
                  <a:lnTo>
                    <a:pt x="11448" y="31022"/>
                  </a:lnTo>
                  <a:lnTo>
                    <a:pt x="11836" y="30836"/>
                  </a:lnTo>
                  <a:lnTo>
                    <a:pt x="12330" y="30077"/>
                  </a:lnTo>
                  <a:lnTo>
                    <a:pt x="12781" y="28158"/>
                  </a:lnTo>
                  <a:lnTo>
                    <a:pt x="13094" y="26513"/>
                  </a:lnTo>
                  <a:lnTo>
                    <a:pt x="14788" y="24672"/>
                  </a:lnTo>
                  <a:lnTo>
                    <a:pt x="16536" y="23014"/>
                  </a:lnTo>
                  <a:lnTo>
                    <a:pt x="16774" y="23184"/>
                  </a:lnTo>
                  <a:lnTo>
                    <a:pt x="17057" y="23919"/>
                  </a:lnTo>
                  <a:lnTo>
                    <a:pt x="17617" y="26317"/>
                  </a:lnTo>
                  <a:lnTo>
                    <a:pt x="17944" y="26824"/>
                  </a:lnTo>
                  <a:lnTo>
                    <a:pt x="18417" y="27067"/>
                  </a:lnTo>
                  <a:lnTo>
                    <a:pt x="19236" y="26809"/>
                  </a:lnTo>
                  <a:lnTo>
                    <a:pt x="20190" y="25451"/>
                  </a:lnTo>
                  <a:lnTo>
                    <a:pt x="20692" y="22907"/>
                  </a:lnTo>
                  <a:lnTo>
                    <a:pt x="20910" y="20899"/>
                  </a:lnTo>
                  <a:lnTo>
                    <a:pt x="22280" y="17432"/>
                  </a:lnTo>
                  <a:lnTo>
                    <a:pt x="22431" y="148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4459487" y="3427515"/>
              <a:ext cx="111942" cy="181084"/>
            </a:xfrm>
            <a:custGeom>
              <a:avLst/>
              <a:pathLst>
                <a:path w="111942" h="181084">
                  <a:moveTo>
                    <a:pt x="92472" y="83317"/>
                  </a:moveTo>
                  <a:lnTo>
                    <a:pt x="92045" y="83294"/>
                  </a:lnTo>
                  <a:lnTo>
                    <a:pt x="91050" y="82659"/>
                  </a:lnTo>
                  <a:lnTo>
                    <a:pt x="89055" y="79514"/>
                  </a:lnTo>
                  <a:lnTo>
                    <a:pt x="87019" y="78398"/>
                  </a:lnTo>
                  <a:lnTo>
                    <a:pt x="84061" y="78307"/>
                  </a:lnTo>
                  <a:lnTo>
                    <a:pt x="82384" y="77869"/>
                  </a:lnTo>
                  <a:lnTo>
                    <a:pt x="81703" y="78338"/>
                  </a:lnTo>
                  <a:lnTo>
                    <a:pt x="81132" y="78358"/>
                  </a:lnTo>
                  <a:lnTo>
                    <a:pt x="80719" y="77724"/>
                  </a:lnTo>
                  <a:lnTo>
                    <a:pt x="80277" y="77401"/>
                  </a:lnTo>
                  <a:lnTo>
                    <a:pt x="79124" y="79251"/>
                  </a:lnTo>
                  <a:lnTo>
                    <a:pt x="78585" y="78685"/>
                  </a:lnTo>
                  <a:lnTo>
                    <a:pt x="78040" y="77906"/>
                  </a:lnTo>
                  <a:lnTo>
                    <a:pt x="77072" y="77645"/>
                  </a:lnTo>
                  <a:lnTo>
                    <a:pt x="75901" y="77863"/>
                  </a:lnTo>
                  <a:lnTo>
                    <a:pt x="74602" y="79769"/>
                  </a:lnTo>
                  <a:lnTo>
                    <a:pt x="73159" y="78055"/>
                  </a:lnTo>
                  <a:lnTo>
                    <a:pt x="72751" y="78074"/>
                  </a:lnTo>
                  <a:lnTo>
                    <a:pt x="72475" y="78509"/>
                  </a:lnTo>
                  <a:lnTo>
                    <a:pt x="71849" y="80860"/>
                  </a:lnTo>
                  <a:lnTo>
                    <a:pt x="70657" y="82655"/>
                  </a:lnTo>
                  <a:lnTo>
                    <a:pt x="70067" y="85936"/>
                  </a:lnTo>
                  <a:lnTo>
                    <a:pt x="69705" y="89081"/>
                  </a:lnTo>
                  <a:lnTo>
                    <a:pt x="69387" y="90167"/>
                  </a:lnTo>
                  <a:lnTo>
                    <a:pt x="69301" y="96246"/>
                  </a:lnTo>
                  <a:lnTo>
                    <a:pt x="69112" y="99182"/>
                  </a:lnTo>
                  <a:lnTo>
                    <a:pt x="69413" y="103065"/>
                  </a:lnTo>
                  <a:lnTo>
                    <a:pt x="69360" y="104736"/>
                  </a:lnTo>
                  <a:lnTo>
                    <a:pt x="68829" y="107220"/>
                  </a:lnTo>
                  <a:lnTo>
                    <a:pt x="68763" y="107790"/>
                  </a:lnTo>
                  <a:lnTo>
                    <a:pt x="68481" y="111742"/>
                  </a:lnTo>
                  <a:lnTo>
                    <a:pt x="68589" y="112791"/>
                  </a:lnTo>
                  <a:lnTo>
                    <a:pt x="68521" y="114121"/>
                  </a:lnTo>
                  <a:lnTo>
                    <a:pt x="68075" y="116893"/>
                  </a:lnTo>
                  <a:lnTo>
                    <a:pt x="67267" y="117649"/>
                  </a:lnTo>
                  <a:lnTo>
                    <a:pt x="66415" y="118086"/>
                  </a:lnTo>
                  <a:lnTo>
                    <a:pt x="65688" y="117141"/>
                  </a:lnTo>
                  <a:lnTo>
                    <a:pt x="65031" y="118662"/>
                  </a:lnTo>
                  <a:lnTo>
                    <a:pt x="64198" y="121014"/>
                  </a:lnTo>
                  <a:lnTo>
                    <a:pt x="63839" y="122602"/>
                  </a:lnTo>
                  <a:lnTo>
                    <a:pt x="63841" y="124077"/>
                  </a:lnTo>
                  <a:lnTo>
                    <a:pt x="63923" y="125064"/>
                  </a:lnTo>
                  <a:lnTo>
                    <a:pt x="63753" y="126079"/>
                  </a:lnTo>
                  <a:lnTo>
                    <a:pt x="63732" y="127156"/>
                  </a:lnTo>
                  <a:lnTo>
                    <a:pt x="63775" y="128715"/>
                  </a:lnTo>
                  <a:lnTo>
                    <a:pt x="64340" y="129360"/>
                  </a:lnTo>
                  <a:lnTo>
                    <a:pt x="64927" y="130705"/>
                  </a:lnTo>
                  <a:lnTo>
                    <a:pt x="64907" y="131996"/>
                  </a:lnTo>
                  <a:lnTo>
                    <a:pt x="64581" y="132891"/>
                  </a:lnTo>
                  <a:lnTo>
                    <a:pt x="63841" y="134273"/>
                  </a:lnTo>
                  <a:lnTo>
                    <a:pt x="62490" y="137089"/>
                  </a:lnTo>
                  <a:lnTo>
                    <a:pt x="60962" y="139496"/>
                  </a:lnTo>
                  <a:lnTo>
                    <a:pt x="60388" y="140054"/>
                  </a:lnTo>
                  <a:lnTo>
                    <a:pt x="60180" y="141164"/>
                  </a:lnTo>
                  <a:lnTo>
                    <a:pt x="60068" y="142657"/>
                  </a:lnTo>
                  <a:lnTo>
                    <a:pt x="60406" y="145931"/>
                  </a:lnTo>
                  <a:lnTo>
                    <a:pt x="60726" y="146896"/>
                  </a:lnTo>
                  <a:lnTo>
                    <a:pt x="60895" y="148046"/>
                  </a:lnTo>
                  <a:lnTo>
                    <a:pt x="60690" y="149413"/>
                  </a:lnTo>
                  <a:lnTo>
                    <a:pt x="60544" y="150590"/>
                  </a:lnTo>
                  <a:lnTo>
                    <a:pt x="59981" y="151327"/>
                  </a:lnTo>
                  <a:lnTo>
                    <a:pt x="59433" y="151865"/>
                  </a:lnTo>
                  <a:lnTo>
                    <a:pt x="59233" y="152803"/>
                  </a:lnTo>
                  <a:lnTo>
                    <a:pt x="58943" y="156726"/>
                  </a:lnTo>
                  <a:lnTo>
                    <a:pt x="58613" y="158772"/>
                  </a:lnTo>
                  <a:lnTo>
                    <a:pt x="57868" y="161812"/>
                  </a:lnTo>
                  <a:lnTo>
                    <a:pt x="57620" y="163202"/>
                  </a:lnTo>
                  <a:lnTo>
                    <a:pt x="57235" y="163649"/>
                  </a:lnTo>
                  <a:lnTo>
                    <a:pt x="55792" y="162229"/>
                  </a:lnTo>
                  <a:lnTo>
                    <a:pt x="54499" y="163091"/>
                  </a:lnTo>
                  <a:lnTo>
                    <a:pt x="52787" y="163639"/>
                  </a:lnTo>
                  <a:lnTo>
                    <a:pt x="51337" y="163552"/>
                  </a:lnTo>
                  <a:lnTo>
                    <a:pt x="50213" y="164173"/>
                  </a:lnTo>
                  <a:lnTo>
                    <a:pt x="49441" y="165780"/>
                  </a:lnTo>
                  <a:lnTo>
                    <a:pt x="48579" y="167804"/>
                  </a:lnTo>
                  <a:lnTo>
                    <a:pt x="47674" y="169305"/>
                  </a:lnTo>
                  <a:lnTo>
                    <a:pt x="46990" y="170033"/>
                  </a:lnTo>
                  <a:lnTo>
                    <a:pt x="45735" y="167892"/>
                  </a:lnTo>
                  <a:lnTo>
                    <a:pt x="45102" y="168077"/>
                  </a:lnTo>
                  <a:lnTo>
                    <a:pt x="43960" y="167338"/>
                  </a:lnTo>
                  <a:lnTo>
                    <a:pt x="41282" y="164946"/>
                  </a:lnTo>
                  <a:lnTo>
                    <a:pt x="40619" y="164246"/>
                  </a:lnTo>
                  <a:lnTo>
                    <a:pt x="39905" y="164184"/>
                  </a:lnTo>
                  <a:lnTo>
                    <a:pt x="39694" y="163497"/>
                  </a:lnTo>
                  <a:lnTo>
                    <a:pt x="39807" y="162342"/>
                  </a:lnTo>
                  <a:lnTo>
                    <a:pt x="39694" y="160825"/>
                  </a:lnTo>
                  <a:lnTo>
                    <a:pt x="39173" y="160251"/>
                  </a:lnTo>
                  <a:lnTo>
                    <a:pt x="33801" y="160485"/>
                  </a:lnTo>
                  <a:lnTo>
                    <a:pt x="32252" y="161795"/>
                  </a:lnTo>
                  <a:lnTo>
                    <a:pt x="31206" y="162832"/>
                  </a:lnTo>
                  <a:lnTo>
                    <a:pt x="30459" y="164031"/>
                  </a:lnTo>
                  <a:lnTo>
                    <a:pt x="30247" y="167012"/>
                  </a:lnTo>
                  <a:lnTo>
                    <a:pt x="29801" y="169807"/>
                  </a:lnTo>
                  <a:lnTo>
                    <a:pt x="29225" y="172769"/>
                  </a:lnTo>
                  <a:lnTo>
                    <a:pt x="27437" y="173658"/>
                  </a:lnTo>
                  <a:lnTo>
                    <a:pt x="26123" y="176660"/>
                  </a:lnTo>
                  <a:lnTo>
                    <a:pt x="25671" y="177021"/>
                  </a:lnTo>
                  <a:lnTo>
                    <a:pt x="24769" y="176585"/>
                  </a:lnTo>
                  <a:lnTo>
                    <a:pt x="23803" y="176337"/>
                  </a:lnTo>
                  <a:lnTo>
                    <a:pt x="23104" y="177173"/>
                  </a:lnTo>
                  <a:lnTo>
                    <a:pt x="22374" y="177131"/>
                  </a:lnTo>
                  <a:lnTo>
                    <a:pt x="20113" y="175728"/>
                  </a:lnTo>
                  <a:lnTo>
                    <a:pt x="17980" y="175512"/>
                  </a:lnTo>
                  <a:lnTo>
                    <a:pt x="16768" y="176226"/>
                  </a:lnTo>
                  <a:lnTo>
                    <a:pt x="16101" y="176493"/>
                  </a:lnTo>
                  <a:lnTo>
                    <a:pt x="12380" y="180607"/>
                  </a:lnTo>
                  <a:lnTo>
                    <a:pt x="11125" y="181084"/>
                  </a:lnTo>
                  <a:lnTo>
                    <a:pt x="10615" y="180490"/>
                  </a:lnTo>
                  <a:lnTo>
                    <a:pt x="9897" y="178806"/>
                  </a:lnTo>
                  <a:lnTo>
                    <a:pt x="8933" y="177124"/>
                  </a:lnTo>
                  <a:lnTo>
                    <a:pt x="6626" y="171387"/>
                  </a:lnTo>
                  <a:lnTo>
                    <a:pt x="5775" y="170039"/>
                  </a:lnTo>
                  <a:lnTo>
                    <a:pt x="5210" y="168656"/>
                  </a:lnTo>
                  <a:lnTo>
                    <a:pt x="4671" y="167017"/>
                  </a:lnTo>
                  <a:lnTo>
                    <a:pt x="3907" y="165249"/>
                  </a:lnTo>
                  <a:lnTo>
                    <a:pt x="3211" y="164034"/>
                  </a:lnTo>
                  <a:lnTo>
                    <a:pt x="2264" y="161553"/>
                  </a:lnTo>
                  <a:lnTo>
                    <a:pt x="1323" y="158836"/>
                  </a:lnTo>
                  <a:lnTo>
                    <a:pt x="1114" y="154056"/>
                  </a:lnTo>
                  <a:lnTo>
                    <a:pt x="366" y="153180"/>
                  </a:lnTo>
                  <a:lnTo>
                    <a:pt x="114" y="151938"/>
                  </a:lnTo>
                  <a:lnTo>
                    <a:pt x="0" y="150524"/>
                  </a:lnTo>
                  <a:lnTo>
                    <a:pt x="1034" y="146642"/>
                  </a:lnTo>
                  <a:lnTo>
                    <a:pt x="1787" y="150743"/>
                  </a:lnTo>
                  <a:lnTo>
                    <a:pt x="2079" y="151658"/>
                  </a:lnTo>
                  <a:lnTo>
                    <a:pt x="3750" y="154416"/>
                  </a:lnTo>
                  <a:lnTo>
                    <a:pt x="5127" y="155800"/>
                  </a:lnTo>
                  <a:lnTo>
                    <a:pt x="6618" y="156363"/>
                  </a:lnTo>
                  <a:lnTo>
                    <a:pt x="8135" y="156477"/>
                  </a:lnTo>
                  <a:lnTo>
                    <a:pt x="8738" y="156286"/>
                  </a:lnTo>
                  <a:lnTo>
                    <a:pt x="9324" y="155738"/>
                  </a:lnTo>
                  <a:lnTo>
                    <a:pt x="9903" y="156325"/>
                  </a:lnTo>
                  <a:lnTo>
                    <a:pt x="13075" y="160811"/>
                  </a:lnTo>
                  <a:lnTo>
                    <a:pt x="14305" y="161615"/>
                  </a:lnTo>
                  <a:lnTo>
                    <a:pt x="15604" y="161271"/>
                  </a:lnTo>
                  <a:lnTo>
                    <a:pt x="16122" y="161718"/>
                  </a:lnTo>
                  <a:lnTo>
                    <a:pt x="17946" y="165160"/>
                  </a:lnTo>
                  <a:lnTo>
                    <a:pt x="18484" y="165571"/>
                  </a:lnTo>
                  <a:lnTo>
                    <a:pt x="19382" y="165308"/>
                  </a:lnTo>
                  <a:lnTo>
                    <a:pt x="18234" y="163737"/>
                  </a:lnTo>
                  <a:lnTo>
                    <a:pt x="17481" y="162625"/>
                  </a:lnTo>
                  <a:lnTo>
                    <a:pt x="17144" y="160522"/>
                  </a:lnTo>
                  <a:lnTo>
                    <a:pt x="17349" y="158282"/>
                  </a:lnTo>
                  <a:lnTo>
                    <a:pt x="18081" y="156791"/>
                  </a:lnTo>
                  <a:lnTo>
                    <a:pt x="18588" y="155175"/>
                  </a:lnTo>
                  <a:lnTo>
                    <a:pt x="18770" y="150343"/>
                  </a:lnTo>
                  <a:lnTo>
                    <a:pt x="19092" y="147896"/>
                  </a:lnTo>
                  <a:lnTo>
                    <a:pt x="19700" y="145569"/>
                  </a:lnTo>
                  <a:lnTo>
                    <a:pt x="19899" y="143327"/>
                  </a:lnTo>
                  <a:lnTo>
                    <a:pt x="19217" y="141616"/>
                  </a:lnTo>
                  <a:lnTo>
                    <a:pt x="19063" y="138675"/>
                  </a:lnTo>
                  <a:lnTo>
                    <a:pt x="19214" y="136238"/>
                  </a:lnTo>
                  <a:lnTo>
                    <a:pt x="19600" y="134580"/>
                  </a:lnTo>
                  <a:lnTo>
                    <a:pt x="20218" y="135673"/>
                  </a:lnTo>
                  <a:lnTo>
                    <a:pt x="20857" y="136687"/>
                  </a:lnTo>
                  <a:lnTo>
                    <a:pt x="21487" y="136586"/>
                  </a:lnTo>
                  <a:lnTo>
                    <a:pt x="21921" y="136182"/>
                  </a:lnTo>
                  <a:lnTo>
                    <a:pt x="22001" y="134925"/>
                  </a:lnTo>
                  <a:lnTo>
                    <a:pt x="21882" y="132738"/>
                  </a:lnTo>
                  <a:lnTo>
                    <a:pt x="21914" y="128712"/>
                  </a:lnTo>
                  <a:lnTo>
                    <a:pt x="22711" y="125501"/>
                  </a:lnTo>
                  <a:lnTo>
                    <a:pt x="23985" y="123286"/>
                  </a:lnTo>
                  <a:lnTo>
                    <a:pt x="25188" y="122227"/>
                  </a:lnTo>
                  <a:lnTo>
                    <a:pt x="29689" y="120428"/>
                  </a:lnTo>
                  <a:lnTo>
                    <a:pt x="36806" y="115825"/>
                  </a:lnTo>
                  <a:lnTo>
                    <a:pt x="38914" y="114045"/>
                  </a:lnTo>
                  <a:lnTo>
                    <a:pt x="39690" y="113123"/>
                  </a:lnTo>
                  <a:lnTo>
                    <a:pt x="40344" y="111843"/>
                  </a:lnTo>
                  <a:lnTo>
                    <a:pt x="41443" y="107757"/>
                  </a:lnTo>
                  <a:lnTo>
                    <a:pt x="43513" y="101316"/>
                  </a:lnTo>
                  <a:lnTo>
                    <a:pt x="44963" y="96024"/>
                  </a:lnTo>
                  <a:lnTo>
                    <a:pt x="48024" y="88316"/>
                  </a:lnTo>
                  <a:lnTo>
                    <a:pt x="50462" y="81171"/>
                  </a:lnTo>
                  <a:lnTo>
                    <a:pt x="50791" y="79827"/>
                  </a:lnTo>
                  <a:lnTo>
                    <a:pt x="51197" y="75927"/>
                  </a:lnTo>
                  <a:lnTo>
                    <a:pt x="51227" y="74091"/>
                  </a:lnTo>
                  <a:lnTo>
                    <a:pt x="51156" y="72230"/>
                  </a:lnTo>
                  <a:lnTo>
                    <a:pt x="51481" y="71360"/>
                  </a:lnTo>
                  <a:lnTo>
                    <a:pt x="52072" y="70845"/>
                  </a:lnTo>
                  <a:lnTo>
                    <a:pt x="52432" y="71656"/>
                  </a:lnTo>
                  <a:lnTo>
                    <a:pt x="53280" y="72787"/>
                  </a:lnTo>
                  <a:lnTo>
                    <a:pt x="53916" y="74237"/>
                  </a:lnTo>
                  <a:lnTo>
                    <a:pt x="54341" y="76117"/>
                  </a:lnTo>
                  <a:lnTo>
                    <a:pt x="54647" y="77876"/>
                  </a:lnTo>
                  <a:lnTo>
                    <a:pt x="54671" y="79369"/>
                  </a:lnTo>
                  <a:lnTo>
                    <a:pt x="55054" y="80593"/>
                  </a:lnTo>
                  <a:lnTo>
                    <a:pt x="56132" y="80798"/>
                  </a:lnTo>
                  <a:lnTo>
                    <a:pt x="56482" y="82343"/>
                  </a:lnTo>
                  <a:lnTo>
                    <a:pt x="57232" y="85002"/>
                  </a:lnTo>
                  <a:lnTo>
                    <a:pt x="57917" y="86908"/>
                  </a:lnTo>
                  <a:lnTo>
                    <a:pt x="58338" y="87650"/>
                  </a:lnTo>
                  <a:lnTo>
                    <a:pt x="58865" y="87246"/>
                  </a:lnTo>
                  <a:lnTo>
                    <a:pt x="59681" y="85506"/>
                  </a:lnTo>
                  <a:lnTo>
                    <a:pt x="60269" y="83370"/>
                  </a:lnTo>
                  <a:lnTo>
                    <a:pt x="60664" y="80483"/>
                  </a:lnTo>
                  <a:lnTo>
                    <a:pt x="60354" y="80062"/>
                  </a:lnTo>
                  <a:lnTo>
                    <a:pt x="60901" y="77883"/>
                  </a:lnTo>
                  <a:lnTo>
                    <a:pt x="61007" y="76739"/>
                  </a:lnTo>
                  <a:lnTo>
                    <a:pt x="60754" y="75689"/>
                  </a:lnTo>
                  <a:lnTo>
                    <a:pt x="60430" y="74650"/>
                  </a:lnTo>
                  <a:lnTo>
                    <a:pt x="60305" y="72017"/>
                  </a:lnTo>
                  <a:lnTo>
                    <a:pt x="60083" y="68664"/>
                  </a:lnTo>
                  <a:lnTo>
                    <a:pt x="59930" y="67140"/>
                  </a:lnTo>
                  <a:lnTo>
                    <a:pt x="60362" y="66053"/>
                  </a:lnTo>
                  <a:lnTo>
                    <a:pt x="61287" y="64667"/>
                  </a:lnTo>
                  <a:lnTo>
                    <a:pt x="62209" y="63057"/>
                  </a:lnTo>
                  <a:lnTo>
                    <a:pt x="63153" y="61773"/>
                  </a:lnTo>
                  <a:lnTo>
                    <a:pt x="63177" y="64094"/>
                  </a:lnTo>
                  <a:lnTo>
                    <a:pt x="63153" y="67929"/>
                  </a:lnTo>
                  <a:lnTo>
                    <a:pt x="63439" y="71141"/>
                  </a:lnTo>
                  <a:lnTo>
                    <a:pt x="64077" y="76821"/>
                  </a:lnTo>
                  <a:lnTo>
                    <a:pt x="64809" y="77596"/>
                  </a:lnTo>
                  <a:lnTo>
                    <a:pt x="65684" y="78098"/>
                  </a:lnTo>
                  <a:lnTo>
                    <a:pt x="66190" y="77939"/>
                  </a:lnTo>
                  <a:lnTo>
                    <a:pt x="66519" y="77564"/>
                  </a:lnTo>
                  <a:lnTo>
                    <a:pt x="66606" y="77107"/>
                  </a:lnTo>
                  <a:lnTo>
                    <a:pt x="66059" y="74873"/>
                  </a:lnTo>
                  <a:lnTo>
                    <a:pt x="65914" y="69624"/>
                  </a:lnTo>
                  <a:lnTo>
                    <a:pt x="65468" y="66179"/>
                  </a:lnTo>
                  <a:lnTo>
                    <a:pt x="64784" y="62748"/>
                  </a:lnTo>
                  <a:lnTo>
                    <a:pt x="64457" y="61771"/>
                  </a:lnTo>
                  <a:lnTo>
                    <a:pt x="67160" y="60796"/>
                  </a:lnTo>
                  <a:lnTo>
                    <a:pt x="67767" y="59719"/>
                  </a:lnTo>
                  <a:lnTo>
                    <a:pt x="68827" y="57363"/>
                  </a:lnTo>
                  <a:lnTo>
                    <a:pt x="69226" y="56045"/>
                  </a:lnTo>
                  <a:lnTo>
                    <a:pt x="69543" y="53072"/>
                  </a:lnTo>
                  <a:lnTo>
                    <a:pt x="68218" y="51301"/>
                  </a:lnTo>
                  <a:lnTo>
                    <a:pt x="67698" y="49043"/>
                  </a:lnTo>
                  <a:lnTo>
                    <a:pt x="67668" y="46600"/>
                  </a:lnTo>
                  <a:lnTo>
                    <a:pt x="69249" y="42064"/>
                  </a:lnTo>
                  <a:lnTo>
                    <a:pt x="69795" y="40979"/>
                  </a:lnTo>
                  <a:lnTo>
                    <a:pt x="70032" y="42590"/>
                  </a:lnTo>
                  <a:lnTo>
                    <a:pt x="70729" y="42997"/>
                  </a:lnTo>
                  <a:lnTo>
                    <a:pt x="71371" y="43059"/>
                  </a:lnTo>
                  <a:lnTo>
                    <a:pt x="72016" y="42967"/>
                  </a:lnTo>
                  <a:lnTo>
                    <a:pt x="72940" y="40680"/>
                  </a:lnTo>
                  <a:lnTo>
                    <a:pt x="73415" y="37387"/>
                  </a:lnTo>
                  <a:lnTo>
                    <a:pt x="75041" y="32736"/>
                  </a:lnTo>
                  <a:lnTo>
                    <a:pt x="75620" y="29163"/>
                  </a:lnTo>
                  <a:lnTo>
                    <a:pt x="75946" y="25432"/>
                  </a:lnTo>
                  <a:lnTo>
                    <a:pt x="80047" y="13845"/>
                  </a:lnTo>
                  <a:lnTo>
                    <a:pt x="80548" y="12041"/>
                  </a:lnTo>
                  <a:lnTo>
                    <a:pt x="82982" y="388"/>
                  </a:lnTo>
                  <a:lnTo>
                    <a:pt x="83286" y="0"/>
                  </a:lnTo>
                  <a:lnTo>
                    <a:pt x="83940" y="1128"/>
                  </a:lnTo>
                  <a:lnTo>
                    <a:pt x="84133" y="4832"/>
                  </a:lnTo>
                  <a:lnTo>
                    <a:pt x="84043" y="6446"/>
                  </a:lnTo>
                  <a:lnTo>
                    <a:pt x="83649" y="8840"/>
                  </a:lnTo>
                  <a:lnTo>
                    <a:pt x="83423" y="11350"/>
                  </a:lnTo>
                  <a:lnTo>
                    <a:pt x="83703" y="11297"/>
                  </a:lnTo>
                  <a:lnTo>
                    <a:pt x="84863" y="9767"/>
                  </a:lnTo>
                  <a:lnTo>
                    <a:pt x="86075" y="5699"/>
                  </a:lnTo>
                  <a:lnTo>
                    <a:pt x="86758" y="2168"/>
                  </a:lnTo>
                  <a:lnTo>
                    <a:pt x="87340" y="630"/>
                  </a:lnTo>
                  <a:lnTo>
                    <a:pt x="88507" y="1484"/>
                  </a:lnTo>
                  <a:lnTo>
                    <a:pt x="88767" y="2097"/>
                  </a:lnTo>
                  <a:lnTo>
                    <a:pt x="88685" y="4634"/>
                  </a:lnTo>
                  <a:lnTo>
                    <a:pt x="88796" y="6110"/>
                  </a:lnTo>
                  <a:lnTo>
                    <a:pt x="89245" y="9258"/>
                  </a:lnTo>
                  <a:lnTo>
                    <a:pt x="90239" y="11168"/>
                  </a:lnTo>
                  <a:lnTo>
                    <a:pt x="91607" y="12373"/>
                  </a:lnTo>
                  <a:lnTo>
                    <a:pt x="92878" y="14112"/>
                  </a:lnTo>
                  <a:lnTo>
                    <a:pt x="93292" y="15263"/>
                  </a:lnTo>
                  <a:lnTo>
                    <a:pt x="93568" y="16650"/>
                  </a:lnTo>
                  <a:lnTo>
                    <a:pt x="93845" y="18918"/>
                  </a:lnTo>
                  <a:lnTo>
                    <a:pt x="93867" y="21213"/>
                  </a:lnTo>
                  <a:lnTo>
                    <a:pt x="92949" y="23453"/>
                  </a:lnTo>
                  <a:lnTo>
                    <a:pt x="93339" y="27086"/>
                  </a:lnTo>
                  <a:lnTo>
                    <a:pt x="93279" y="29205"/>
                  </a:lnTo>
                  <a:lnTo>
                    <a:pt x="92964" y="31012"/>
                  </a:lnTo>
                  <a:lnTo>
                    <a:pt x="91629" y="32668"/>
                  </a:lnTo>
                  <a:lnTo>
                    <a:pt x="95271" y="31020"/>
                  </a:lnTo>
                  <a:lnTo>
                    <a:pt x="96170" y="30080"/>
                  </a:lnTo>
                  <a:lnTo>
                    <a:pt x="97413" y="27684"/>
                  </a:lnTo>
                  <a:lnTo>
                    <a:pt x="98080" y="29749"/>
                  </a:lnTo>
                  <a:lnTo>
                    <a:pt x="98702" y="33323"/>
                  </a:lnTo>
                  <a:lnTo>
                    <a:pt x="98201" y="34222"/>
                  </a:lnTo>
                  <a:lnTo>
                    <a:pt x="96619" y="35539"/>
                  </a:lnTo>
                  <a:lnTo>
                    <a:pt x="96541" y="36080"/>
                  </a:lnTo>
                  <a:lnTo>
                    <a:pt x="97066" y="37940"/>
                  </a:lnTo>
                  <a:lnTo>
                    <a:pt x="97728" y="37767"/>
                  </a:lnTo>
                  <a:lnTo>
                    <a:pt x="99034" y="36523"/>
                  </a:lnTo>
                  <a:lnTo>
                    <a:pt x="100236" y="34562"/>
                  </a:lnTo>
                  <a:lnTo>
                    <a:pt x="100820" y="34587"/>
                  </a:lnTo>
                  <a:lnTo>
                    <a:pt x="101433" y="34991"/>
                  </a:lnTo>
                  <a:lnTo>
                    <a:pt x="102621" y="36250"/>
                  </a:lnTo>
                  <a:lnTo>
                    <a:pt x="103287" y="37271"/>
                  </a:lnTo>
                  <a:lnTo>
                    <a:pt x="103850" y="38582"/>
                  </a:lnTo>
                  <a:lnTo>
                    <a:pt x="104215" y="41313"/>
                  </a:lnTo>
                  <a:lnTo>
                    <a:pt x="105583" y="42305"/>
                  </a:lnTo>
                  <a:lnTo>
                    <a:pt x="108386" y="46132"/>
                  </a:lnTo>
                  <a:lnTo>
                    <a:pt x="108907" y="46463"/>
                  </a:lnTo>
                  <a:lnTo>
                    <a:pt x="109453" y="46539"/>
                  </a:lnTo>
                  <a:lnTo>
                    <a:pt x="110931" y="46076"/>
                  </a:lnTo>
                  <a:lnTo>
                    <a:pt x="111449" y="46616"/>
                  </a:lnTo>
                  <a:lnTo>
                    <a:pt x="111819" y="47996"/>
                  </a:lnTo>
                  <a:lnTo>
                    <a:pt x="111942" y="49705"/>
                  </a:lnTo>
                  <a:lnTo>
                    <a:pt x="111902" y="51543"/>
                  </a:lnTo>
                  <a:lnTo>
                    <a:pt x="111751" y="52937"/>
                  </a:lnTo>
                  <a:lnTo>
                    <a:pt x="111405" y="54087"/>
                  </a:lnTo>
                  <a:lnTo>
                    <a:pt x="110399" y="55840"/>
                  </a:lnTo>
                  <a:lnTo>
                    <a:pt x="107871" y="58132"/>
                  </a:lnTo>
                  <a:lnTo>
                    <a:pt x="105104" y="59871"/>
                  </a:lnTo>
                  <a:lnTo>
                    <a:pt x="103715" y="59751"/>
                  </a:lnTo>
                  <a:lnTo>
                    <a:pt x="101764" y="58262"/>
                  </a:lnTo>
                  <a:lnTo>
                    <a:pt x="101052" y="58454"/>
                  </a:lnTo>
                  <a:lnTo>
                    <a:pt x="100368" y="59138"/>
                  </a:lnTo>
                  <a:lnTo>
                    <a:pt x="99503" y="63876"/>
                  </a:lnTo>
                  <a:lnTo>
                    <a:pt x="101101" y="68599"/>
                  </a:lnTo>
                  <a:lnTo>
                    <a:pt x="103843" y="73520"/>
                  </a:lnTo>
                  <a:lnTo>
                    <a:pt x="104218" y="74746"/>
                  </a:lnTo>
                  <a:lnTo>
                    <a:pt x="104117" y="76253"/>
                  </a:lnTo>
                  <a:lnTo>
                    <a:pt x="103680" y="77152"/>
                  </a:lnTo>
                  <a:lnTo>
                    <a:pt x="103101" y="77651"/>
                  </a:lnTo>
                  <a:lnTo>
                    <a:pt x="101559" y="78437"/>
                  </a:lnTo>
                  <a:lnTo>
                    <a:pt x="100002" y="79020"/>
                  </a:lnTo>
                  <a:lnTo>
                    <a:pt x="98719" y="79860"/>
                  </a:lnTo>
                  <a:lnTo>
                    <a:pt x="97464" y="80964"/>
                  </a:lnTo>
                  <a:lnTo>
                    <a:pt x="96168" y="80588"/>
                  </a:lnTo>
                  <a:lnTo>
                    <a:pt x="94389" y="78384"/>
                  </a:lnTo>
                  <a:lnTo>
                    <a:pt x="93877" y="78228"/>
                  </a:lnTo>
                  <a:lnTo>
                    <a:pt x="93339" y="79361"/>
                  </a:lnTo>
                  <a:lnTo>
                    <a:pt x="92810" y="824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4546041" y="3416835"/>
              <a:ext cx="2538" cy="6984"/>
            </a:xfrm>
            <a:custGeom>
              <a:avLst/>
              <a:pathLst>
                <a:path w="2538" h="6984">
                  <a:moveTo>
                    <a:pt x="937" y="5420"/>
                  </a:moveTo>
                  <a:lnTo>
                    <a:pt x="236" y="6984"/>
                  </a:lnTo>
                  <a:lnTo>
                    <a:pt x="0" y="5106"/>
                  </a:lnTo>
                  <a:lnTo>
                    <a:pt x="47" y="2687"/>
                  </a:lnTo>
                  <a:lnTo>
                    <a:pt x="997" y="432"/>
                  </a:lnTo>
                  <a:lnTo>
                    <a:pt x="2346" y="0"/>
                  </a:lnTo>
                  <a:lnTo>
                    <a:pt x="2538" y="1803"/>
                  </a:lnTo>
                  <a:lnTo>
                    <a:pt x="2378" y="3866"/>
                  </a:lnTo>
                  <a:lnTo>
                    <a:pt x="2062" y="49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3333800" y="4135449"/>
              <a:ext cx="155785" cy="353734"/>
            </a:xfrm>
            <a:custGeom>
              <a:avLst/>
              <a:pathLst>
                <a:path w="155785" h="353734">
                  <a:moveTo>
                    <a:pt x="134172" y="19884"/>
                  </a:moveTo>
                  <a:lnTo>
                    <a:pt x="136638" y="18667"/>
                  </a:lnTo>
                  <a:lnTo>
                    <a:pt x="138989" y="17507"/>
                  </a:lnTo>
                  <a:lnTo>
                    <a:pt x="141724" y="16347"/>
                  </a:lnTo>
                  <a:lnTo>
                    <a:pt x="143913" y="15420"/>
                  </a:lnTo>
                  <a:lnTo>
                    <a:pt x="144463" y="15169"/>
                  </a:lnTo>
                  <a:lnTo>
                    <a:pt x="149734" y="16254"/>
                  </a:lnTo>
                  <a:lnTo>
                    <a:pt x="152030" y="17013"/>
                  </a:lnTo>
                  <a:lnTo>
                    <a:pt x="152827" y="17755"/>
                  </a:lnTo>
                  <a:lnTo>
                    <a:pt x="153868" y="19700"/>
                  </a:lnTo>
                  <a:lnTo>
                    <a:pt x="155785" y="24403"/>
                  </a:lnTo>
                  <a:lnTo>
                    <a:pt x="155293" y="24227"/>
                  </a:lnTo>
                  <a:lnTo>
                    <a:pt x="151761" y="25226"/>
                  </a:lnTo>
                  <a:lnTo>
                    <a:pt x="150416" y="26504"/>
                  </a:lnTo>
                  <a:lnTo>
                    <a:pt x="147405" y="32062"/>
                  </a:lnTo>
                  <a:lnTo>
                    <a:pt x="146764" y="31346"/>
                  </a:lnTo>
                  <a:lnTo>
                    <a:pt x="146043" y="30192"/>
                  </a:lnTo>
                  <a:lnTo>
                    <a:pt x="145430" y="29860"/>
                  </a:lnTo>
                  <a:lnTo>
                    <a:pt x="144107" y="31196"/>
                  </a:lnTo>
                  <a:lnTo>
                    <a:pt x="142787" y="32795"/>
                  </a:lnTo>
                  <a:lnTo>
                    <a:pt x="141330" y="35057"/>
                  </a:lnTo>
                  <a:lnTo>
                    <a:pt x="140129" y="37276"/>
                  </a:lnTo>
                  <a:lnTo>
                    <a:pt x="139737" y="38468"/>
                  </a:lnTo>
                  <a:lnTo>
                    <a:pt x="137852" y="43042"/>
                  </a:lnTo>
                  <a:lnTo>
                    <a:pt x="137239" y="43783"/>
                  </a:lnTo>
                  <a:lnTo>
                    <a:pt x="136693" y="44095"/>
                  </a:lnTo>
                  <a:lnTo>
                    <a:pt x="136472" y="43887"/>
                  </a:lnTo>
                  <a:lnTo>
                    <a:pt x="136237" y="41922"/>
                  </a:lnTo>
                  <a:lnTo>
                    <a:pt x="135082" y="37331"/>
                  </a:lnTo>
                  <a:lnTo>
                    <a:pt x="133228" y="31312"/>
                  </a:lnTo>
                  <a:lnTo>
                    <a:pt x="132686" y="30726"/>
                  </a:lnTo>
                  <a:lnTo>
                    <a:pt x="132315" y="30495"/>
                  </a:lnTo>
                  <a:lnTo>
                    <a:pt x="130941" y="30786"/>
                  </a:lnTo>
                  <a:lnTo>
                    <a:pt x="126946" y="32489"/>
                  </a:lnTo>
                  <a:lnTo>
                    <a:pt x="123577" y="33923"/>
                  </a:lnTo>
                  <a:lnTo>
                    <a:pt x="118415" y="36373"/>
                  </a:lnTo>
                  <a:lnTo>
                    <a:pt x="112871" y="38353"/>
                  </a:lnTo>
                  <a:lnTo>
                    <a:pt x="109451" y="39570"/>
                  </a:lnTo>
                  <a:lnTo>
                    <a:pt x="106477" y="39925"/>
                  </a:lnTo>
                  <a:lnTo>
                    <a:pt x="106479" y="45884"/>
                  </a:lnTo>
                  <a:lnTo>
                    <a:pt x="106487" y="57940"/>
                  </a:lnTo>
                  <a:lnTo>
                    <a:pt x="106494" y="69994"/>
                  </a:lnTo>
                  <a:lnTo>
                    <a:pt x="106501" y="82047"/>
                  </a:lnTo>
                  <a:lnTo>
                    <a:pt x="106509" y="94103"/>
                  </a:lnTo>
                  <a:lnTo>
                    <a:pt x="106515" y="106157"/>
                  </a:lnTo>
                  <a:lnTo>
                    <a:pt x="106523" y="118210"/>
                  </a:lnTo>
                  <a:lnTo>
                    <a:pt x="106530" y="130263"/>
                  </a:lnTo>
                  <a:lnTo>
                    <a:pt x="106537" y="142320"/>
                  </a:lnTo>
                  <a:lnTo>
                    <a:pt x="106539" y="147574"/>
                  </a:lnTo>
                  <a:lnTo>
                    <a:pt x="106441" y="148706"/>
                  </a:lnTo>
                  <a:lnTo>
                    <a:pt x="104735" y="148706"/>
                  </a:lnTo>
                  <a:lnTo>
                    <a:pt x="100877" y="148706"/>
                  </a:lnTo>
                  <a:lnTo>
                    <a:pt x="97630" y="148706"/>
                  </a:lnTo>
                  <a:lnTo>
                    <a:pt x="95006" y="148706"/>
                  </a:lnTo>
                  <a:lnTo>
                    <a:pt x="95010" y="155868"/>
                  </a:lnTo>
                  <a:lnTo>
                    <a:pt x="95013" y="164340"/>
                  </a:lnTo>
                  <a:lnTo>
                    <a:pt x="95016" y="172809"/>
                  </a:lnTo>
                  <a:lnTo>
                    <a:pt x="95020" y="181279"/>
                  </a:lnTo>
                  <a:lnTo>
                    <a:pt x="95024" y="189748"/>
                  </a:lnTo>
                  <a:lnTo>
                    <a:pt x="95029" y="198218"/>
                  </a:lnTo>
                  <a:lnTo>
                    <a:pt x="95032" y="206687"/>
                  </a:lnTo>
                  <a:lnTo>
                    <a:pt x="95035" y="215156"/>
                  </a:lnTo>
                  <a:lnTo>
                    <a:pt x="95039" y="223629"/>
                  </a:lnTo>
                  <a:lnTo>
                    <a:pt x="95042" y="230017"/>
                  </a:lnTo>
                  <a:lnTo>
                    <a:pt x="95042" y="230750"/>
                  </a:lnTo>
                  <a:lnTo>
                    <a:pt x="95042" y="243162"/>
                  </a:lnTo>
                  <a:lnTo>
                    <a:pt x="95042" y="256306"/>
                  </a:lnTo>
                  <a:lnTo>
                    <a:pt x="95042" y="269447"/>
                  </a:lnTo>
                  <a:lnTo>
                    <a:pt x="95042" y="282591"/>
                  </a:lnTo>
                  <a:lnTo>
                    <a:pt x="95042" y="295735"/>
                  </a:lnTo>
                  <a:lnTo>
                    <a:pt x="95042" y="308876"/>
                  </a:lnTo>
                  <a:lnTo>
                    <a:pt x="95042" y="322021"/>
                  </a:lnTo>
                  <a:lnTo>
                    <a:pt x="95042" y="335165"/>
                  </a:lnTo>
                  <a:lnTo>
                    <a:pt x="95042" y="339329"/>
                  </a:lnTo>
                  <a:lnTo>
                    <a:pt x="93861" y="339274"/>
                  </a:lnTo>
                  <a:lnTo>
                    <a:pt x="91486" y="340884"/>
                  </a:lnTo>
                  <a:lnTo>
                    <a:pt x="89971" y="342973"/>
                  </a:lnTo>
                  <a:lnTo>
                    <a:pt x="89316" y="345544"/>
                  </a:lnTo>
                  <a:lnTo>
                    <a:pt x="88445" y="347106"/>
                  </a:lnTo>
                  <a:lnTo>
                    <a:pt x="87357" y="347662"/>
                  </a:lnTo>
                  <a:lnTo>
                    <a:pt x="86878" y="348975"/>
                  </a:lnTo>
                  <a:lnTo>
                    <a:pt x="87007" y="351050"/>
                  </a:lnTo>
                  <a:lnTo>
                    <a:pt x="86588" y="352637"/>
                  </a:lnTo>
                  <a:lnTo>
                    <a:pt x="85620" y="353734"/>
                  </a:lnTo>
                  <a:lnTo>
                    <a:pt x="84059" y="353414"/>
                  </a:lnTo>
                  <a:lnTo>
                    <a:pt x="81903" y="351676"/>
                  </a:lnTo>
                  <a:lnTo>
                    <a:pt x="79160" y="351267"/>
                  </a:lnTo>
                  <a:lnTo>
                    <a:pt x="75828" y="352181"/>
                  </a:lnTo>
                  <a:lnTo>
                    <a:pt x="73433" y="351751"/>
                  </a:lnTo>
                  <a:lnTo>
                    <a:pt x="71975" y="349968"/>
                  </a:lnTo>
                  <a:lnTo>
                    <a:pt x="70428" y="348952"/>
                  </a:lnTo>
                  <a:lnTo>
                    <a:pt x="68791" y="348698"/>
                  </a:lnTo>
                  <a:lnTo>
                    <a:pt x="67841" y="347951"/>
                  </a:lnTo>
                  <a:lnTo>
                    <a:pt x="65898" y="346624"/>
                  </a:lnTo>
                  <a:lnTo>
                    <a:pt x="65527" y="344347"/>
                  </a:lnTo>
                  <a:lnTo>
                    <a:pt x="65299" y="342621"/>
                  </a:lnTo>
                  <a:lnTo>
                    <a:pt x="64746" y="340803"/>
                  </a:lnTo>
                  <a:lnTo>
                    <a:pt x="64685" y="339340"/>
                  </a:lnTo>
                  <a:lnTo>
                    <a:pt x="65119" y="338226"/>
                  </a:lnTo>
                  <a:lnTo>
                    <a:pt x="65182" y="336432"/>
                  </a:lnTo>
                  <a:lnTo>
                    <a:pt x="64871" y="333956"/>
                  </a:lnTo>
                  <a:lnTo>
                    <a:pt x="64333" y="332749"/>
                  </a:lnTo>
                  <a:lnTo>
                    <a:pt x="63571" y="332816"/>
                  </a:lnTo>
                  <a:lnTo>
                    <a:pt x="63097" y="331869"/>
                  </a:lnTo>
                  <a:lnTo>
                    <a:pt x="62912" y="329910"/>
                  </a:lnTo>
                  <a:lnTo>
                    <a:pt x="62462" y="328424"/>
                  </a:lnTo>
                  <a:lnTo>
                    <a:pt x="61390" y="326912"/>
                  </a:lnTo>
                  <a:lnTo>
                    <a:pt x="59975" y="328052"/>
                  </a:lnTo>
                  <a:lnTo>
                    <a:pt x="59308" y="329774"/>
                  </a:lnTo>
                  <a:lnTo>
                    <a:pt x="58915" y="332464"/>
                  </a:lnTo>
                  <a:lnTo>
                    <a:pt x="58558" y="333811"/>
                  </a:lnTo>
                  <a:lnTo>
                    <a:pt x="58378" y="336065"/>
                  </a:lnTo>
                  <a:lnTo>
                    <a:pt x="58297" y="337658"/>
                  </a:lnTo>
                  <a:lnTo>
                    <a:pt x="57932" y="339355"/>
                  </a:lnTo>
                  <a:lnTo>
                    <a:pt x="57556" y="340044"/>
                  </a:lnTo>
                  <a:lnTo>
                    <a:pt x="57169" y="339733"/>
                  </a:lnTo>
                  <a:lnTo>
                    <a:pt x="56441" y="340411"/>
                  </a:lnTo>
                  <a:lnTo>
                    <a:pt x="54840" y="342921"/>
                  </a:lnTo>
                  <a:lnTo>
                    <a:pt x="54385" y="344243"/>
                  </a:lnTo>
                  <a:lnTo>
                    <a:pt x="53091" y="341848"/>
                  </a:lnTo>
                  <a:lnTo>
                    <a:pt x="49317" y="332842"/>
                  </a:lnTo>
                  <a:lnTo>
                    <a:pt x="47979" y="330501"/>
                  </a:lnTo>
                  <a:lnTo>
                    <a:pt x="46001" y="324984"/>
                  </a:lnTo>
                  <a:lnTo>
                    <a:pt x="41657" y="307866"/>
                  </a:lnTo>
                  <a:lnTo>
                    <a:pt x="41036" y="304571"/>
                  </a:lnTo>
                  <a:lnTo>
                    <a:pt x="40209" y="296301"/>
                  </a:lnTo>
                  <a:lnTo>
                    <a:pt x="39255" y="290169"/>
                  </a:lnTo>
                  <a:lnTo>
                    <a:pt x="39151" y="286631"/>
                  </a:lnTo>
                  <a:lnTo>
                    <a:pt x="39606" y="284631"/>
                  </a:lnTo>
                  <a:lnTo>
                    <a:pt x="39327" y="281907"/>
                  </a:lnTo>
                  <a:lnTo>
                    <a:pt x="38838" y="279477"/>
                  </a:lnTo>
                  <a:lnTo>
                    <a:pt x="37356" y="276295"/>
                  </a:lnTo>
                  <a:lnTo>
                    <a:pt x="36935" y="265661"/>
                  </a:lnTo>
                  <a:lnTo>
                    <a:pt x="35945" y="258790"/>
                  </a:lnTo>
                  <a:lnTo>
                    <a:pt x="36158" y="253114"/>
                  </a:lnTo>
                  <a:lnTo>
                    <a:pt x="35685" y="247943"/>
                  </a:lnTo>
                  <a:lnTo>
                    <a:pt x="35639" y="244628"/>
                  </a:lnTo>
                  <a:lnTo>
                    <a:pt x="35852" y="238328"/>
                  </a:lnTo>
                  <a:lnTo>
                    <a:pt x="35056" y="231082"/>
                  </a:lnTo>
                  <a:lnTo>
                    <a:pt x="33445" y="223992"/>
                  </a:lnTo>
                  <a:lnTo>
                    <a:pt x="31991" y="213766"/>
                  </a:lnTo>
                  <a:lnTo>
                    <a:pt x="31782" y="209287"/>
                  </a:lnTo>
                  <a:lnTo>
                    <a:pt x="31937" y="197245"/>
                  </a:lnTo>
                  <a:lnTo>
                    <a:pt x="31656" y="192334"/>
                  </a:lnTo>
                  <a:lnTo>
                    <a:pt x="31671" y="186557"/>
                  </a:lnTo>
                  <a:lnTo>
                    <a:pt x="31096" y="180572"/>
                  </a:lnTo>
                  <a:lnTo>
                    <a:pt x="30860" y="177305"/>
                  </a:lnTo>
                  <a:lnTo>
                    <a:pt x="31265" y="174720"/>
                  </a:lnTo>
                  <a:lnTo>
                    <a:pt x="31504" y="175536"/>
                  </a:lnTo>
                  <a:lnTo>
                    <a:pt x="31923" y="175926"/>
                  </a:lnTo>
                  <a:lnTo>
                    <a:pt x="32202" y="172492"/>
                  </a:lnTo>
                  <a:lnTo>
                    <a:pt x="32272" y="169459"/>
                  </a:lnTo>
                  <a:lnTo>
                    <a:pt x="31544" y="161971"/>
                  </a:lnTo>
                  <a:lnTo>
                    <a:pt x="29923" y="154312"/>
                  </a:lnTo>
                  <a:lnTo>
                    <a:pt x="25911" y="141832"/>
                  </a:lnTo>
                  <a:lnTo>
                    <a:pt x="24931" y="137077"/>
                  </a:lnTo>
                  <a:lnTo>
                    <a:pt x="24370" y="133135"/>
                  </a:lnTo>
                  <a:lnTo>
                    <a:pt x="19896" y="116689"/>
                  </a:lnTo>
                  <a:lnTo>
                    <a:pt x="17983" y="105083"/>
                  </a:lnTo>
                  <a:lnTo>
                    <a:pt x="16648" y="95059"/>
                  </a:lnTo>
                  <a:lnTo>
                    <a:pt x="15195" y="90436"/>
                  </a:lnTo>
                  <a:lnTo>
                    <a:pt x="8475" y="57888"/>
                  </a:lnTo>
                  <a:lnTo>
                    <a:pt x="6985" y="52697"/>
                  </a:lnTo>
                  <a:lnTo>
                    <a:pt x="4304" y="46487"/>
                  </a:lnTo>
                  <a:lnTo>
                    <a:pt x="3677" y="44413"/>
                  </a:lnTo>
                  <a:lnTo>
                    <a:pt x="2643" y="38497"/>
                  </a:lnTo>
                  <a:lnTo>
                    <a:pt x="623" y="30556"/>
                  </a:lnTo>
                  <a:lnTo>
                    <a:pt x="135" y="23145"/>
                  </a:lnTo>
                  <a:lnTo>
                    <a:pt x="0" y="14748"/>
                  </a:lnTo>
                  <a:lnTo>
                    <a:pt x="246" y="8319"/>
                  </a:lnTo>
                  <a:lnTo>
                    <a:pt x="2081" y="7649"/>
                  </a:lnTo>
                  <a:lnTo>
                    <a:pt x="3363" y="5935"/>
                  </a:lnTo>
                  <a:lnTo>
                    <a:pt x="4518" y="5817"/>
                  </a:lnTo>
                  <a:lnTo>
                    <a:pt x="5658" y="7159"/>
                  </a:lnTo>
                  <a:lnTo>
                    <a:pt x="6867" y="7260"/>
                  </a:lnTo>
                  <a:lnTo>
                    <a:pt x="7337" y="7038"/>
                  </a:lnTo>
                  <a:lnTo>
                    <a:pt x="9511" y="7240"/>
                  </a:lnTo>
                  <a:lnTo>
                    <a:pt x="10758" y="5699"/>
                  </a:lnTo>
                  <a:lnTo>
                    <a:pt x="12238" y="4152"/>
                  </a:lnTo>
                  <a:lnTo>
                    <a:pt x="13091" y="2804"/>
                  </a:lnTo>
                  <a:lnTo>
                    <a:pt x="14287" y="1411"/>
                  </a:lnTo>
                  <a:lnTo>
                    <a:pt x="15875" y="0"/>
                  </a:lnTo>
                  <a:lnTo>
                    <a:pt x="16776" y="118"/>
                  </a:lnTo>
                  <a:lnTo>
                    <a:pt x="17883" y="646"/>
                  </a:lnTo>
                  <a:lnTo>
                    <a:pt x="19356" y="1185"/>
                  </a:lnTo>
                  <a:lnTo>
                    <a:pt x="20188" y="2138"/>
                  </a:lnTo>
                  <a:lnTo>
                    <a:pt x="21175" y="5127"/>
                  </a:lnTo>
                  <a:lnTo>
                    <a:pt x="22701" y="7854"/>
                  </a:lnTo>
                  <a:lnTo>
                    <a:pt x="23825" y="9476"/>
                  </a:lnTo>
                  <a:lnTo>
                    <a:pt x="25116" y="11614"/>
                  </a:lnTo>
                  <a:lnTo>
                    <a:pt x="25505" y="12442"/>
                  </a:lnTo>
                  <a:lnTo>
                    <a:pt x="26074" y="12898"/>
                  </a:lnTo>
                  <a:lnTo>
                    <a:pt x="26420" y="13037"/>
                  </a:lnTo>
                  <a:lnTo>
                    <a:pt x="28818" y="12708"/>
                  </a:lnTo>
                  <a:lnTo>
                    <a:pt x="30991" y="12411"/>
                  </a:lnTo>
                  <a:lnTo>
                    <a:pt x="33330" y="12419"/>
                  </a:lnTo>
                  <a:lnTo>
                    <a:pt x="37733" y="12437"/>
                  </a:lnTo>
                  <a:lnTo>
                    <a:pt x="42137" y="12454"/>
                  </a:lnTo>
                  <a:lnTo>
                    <a:pt x="46540" y="12468"/>
                  </a:lnTo>
                  <a:lnTo>
                    <a:pt x="50943" y="12486"/>
                  </a:lnTo>
                  <a:lnTo>
                    <a:pt x="55346" y="12503"/>
                  </a:lnTo>
                  <a:lnTo>
                    <a:pt x="59749" y="12520"/>
                  </a:lnTo>
                  <a:lnTo>
                    <a:pt x="64152" y="12538"/>
                  </a:lnTo>
                  <a:lnTo>
                    <a:pt x="68555" y="12555"/>
                  </a:lnTo>
                  <a:lnTo>
                    <a:pt x="70356" y="12561"/>
                  </a:lnTo>
                  <a:lnTo>
                    <a:pt x="73503" y="12656"/>
                  </a:lnTo>
                  <a:lnTo>
                    <a:pt x="76812" y="12757"/>
                  </a:lnTo>
                  <a:lnTo>
                    <a:pt x="77179" y="12927"/>
                  </a:lnTo>
                  <a:lnTo>
                    <a:pt x="77549" y="13501"/>
                  </a:lnTo>
                  <a:lnTo>
                    <a:pt x="77851" y="14038"/>
                  </a:lnTo>
                  <a:lnTo>
                    <a:pt x="79020" y="17798"/>
                  </a:lnTo>
                  <a:lnTo>
                    <a:pt x="80514" y="21734"/>
                  </a:lnTo>
                  <a:lnTo>
                    <a:pt x="81756" y="23598"/>
                  </a:lnTo>
                  <a:lnTo>
                    <a:pt x="83244" y="24698"/>
                  </a:lnTo>
                  <a:lnTo>
                    <a:pt x="84639" y="25116"/>
                  </a:lnTo>
                  <a:lnTo>
                    <a:pt x="85939" y="24845"/>
                  </a:lnTo>
                  <a:lnTo>
                    <a:pt x="88099" y="25347"/>
                  </a:lnTo>
                  <a:lnTo>
                    <a:pt x="91117" y="26622"/>
                  </a:lnTo>
                  <a:lnTo>
                    <a:pt x="94252" y="26998"/>
                  </a:lnTo>
                  <a:lnTo>
                    <a:pt x="97503" y="26475"/>
                  </a:lnTo>
                  <a:lnTo>
                    <a:pt x="99789" y="27177"/>
                  </a:lnTo>
                  <a:lnTo>
                    <a:pt x="101109" y="29101"/>
                  </a:lnTo>
                  <a:lnTo>
                    <a:pt x="102461" y="30406"/>
                  </a:lnTo>
                  <a:lnTo>
                    <a:pt x="103846" y="31087"/>
                  </a:lnTo>
                  <a:lnTo>
                    <a:pt x="105720" y="30683"/>
                  </a:lnTo>
                  <a:lnTo>
                    <a:pt x="108081" y="29196"/>
                  </a:lnTo>
                  <a:lnTo>
                    <a:pt x="110088" y="29410"/>
                  </a:lnTo>
                  <a:lnTo>
                    <a:pt x="111019" y="30489"/>
                  </a:lnTo>
                  <a:lnTo>
                    <a:pt x="111573" y="30524"/>
                  </a:lnTo>
                  <a:lnTo>
                    <a:pt x="115043" y="28960"/>
                  </a:lnTo>
                  <a:lnTo>
                    <a:pt x="117832" y="27702"/>
                  </a:lnTo>
                  <a:lnTo>
                    <a:pt x="122014" y="25702"/>
                  </a:lnTo>
                  <a:lnTo>
                    <a:pt x="125464" y="24051"/>
                  </a:lnTo>
                  <a:lnTo>
                    <a:pt x="130577" y="2160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5125609" y="4300147"/>
              <a:ext cx="1408" cy="3537"/>
            </a:xfrm>
            <a:custGeom>
              <a:avLst/>
              <a:pathLst>
                <a:path w="1408" h="3537">
                  <a:moveTo>
                    <a:pt x="1408" y="2418"/>
                  </a:moveTo>
                  <a:lnTo>
                    <a:pt x="1042" y="3537"/>
                  </a:lnTo>
                  <a:lnTo>
                    <a:pt x="591" y="3306"/>
                  </a:lnTo>
                  <a:lnTo>
                    <a:pt x="249" y="2888"/>
                  </a:lnTo>
                  <a:lnTo>
                    <a:pt x="0" y="2279"/>
                  </a:lnTo>
                  <a:lnTo>
                    <a:pt x="246" y="0"/>
                  </a:lnTo>
                  <a:lnTo>
                    <a:pt x="1236" y="111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5130136" y="4264584"/>
              <a:ext cx="3724" cy="9020"/>
            </a:xfrm>
            <a:custGeom>
              <a:avLst/>
              <a:pathLst>
                <a:path w="3724" h="9020">
                  <a:moveTo>
                    <a:pt x="2249" y="2721"/>
                  </a:moveTo>
                  <a:lnTo>
                    <a:pt x="2790" y="3266"/>
                  </a:lnTo>
                  <a:lnTo>
                    <a:pt x="3724" y="3171"/>
                  </a:lnTo>
                  <a:lnTo>
                    <a:pt x="3513" y="8212"/>
                  </a:lnTo>
                  <a:lnTo>
                    <a:pt x="2198" y="9020"/>
                  </a:lnTo>
                  <a:lnTo>
                    <a:pt x="1741" y="8974"/>
                  </a:lnTo>
                  <a:lnTo>
                    <a:pt x="1448" y="7915"/>
                  </a:lnTo>
                  <a:lnTo>
                    <a:pt x="695" y="7216"/>
                  </a:lnTo>
                  <a:lnTo>
                    <a:pt x="732" y="5488"/>
                  </a:lnTo>
                  <a:lnTo>
                    <a:pt x="0" y="1618"/>
                  </a:lnTo>
                  <a:lnTo>
                    <a:pt x="1272" y="1033"/>
                  </a:lnTo>
                  <a:lnTo>
                    <a:pt x="1991" y="0"/>
                  </a:lnTo>
                  <a:lnTo>
                    <a:pt x="1951" y="940"/>
                  </a:lnTo>
                  <a:lnTo>
                    <a:pt x="2062" y="204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5121129" y="4244953"/>
              <a:ext cx="4578" cy="14633"/>
            </a:xfrm>
            <a:custGeom>
              <a:avLst/>
              <a:pathLst>
                <a:path w="4578" h="14633">
                  <a:moveTo>
                    <a:pt x="4236" y="14393"/>
                  </a:moveTo>
                  <a:lnTo>
                    <a:pt x="3607" y="14633"/>
                  </a:lnTo>
                  <a:lnTo>
                    <a:pt x="2767" y="12506"/>
                  </a:lnTo>
                  <a:lnTo>
                    <a:pt x="1164" y="11438"/>
                  </a:lnTo>
                  <a:lnTo>
                    <a:pt x="459" y="9565"/>
                  </a:lnTo>
                  <a:lnTo>
                    <a:pt x="0" y="7358"/>
                  </a:lnTo>
                  <a:lnTo>
                    <a:pt x="909" y="6813"/>
                  </a:lnTo>
                  <a:lnTo>
                    <a:pt x="1803" y="3840"/>
                  </a:lnTo>
                  <a:lnTo>
                    <a:pt x="1193" y="2735"/>
                  </a:lnTo>
                  <a:lnTo>
                    <a:pt x="141" y="2539"/>
                  </a:lnTo>
                  <a:lnTo>
                    <a:pt x="265" y="1379"/>
                  </a:lnTo>
                  <a:lnTo>
                    <a:pt x="1971" y="0"/>
                  </a:lnTo>
                  <a:lnTo>
                    <a:pt x="2718" y="799"/>
                  </a:lnTo>
                  <a:lnTo>
                    <a:pt x="3052" y="1742"/>
                  </a:lnTo>
                  <a:lnTo>
                    <a:pt x="3000" y="6440"/>
                  </a:lnTo>
                  <a:lnTo>
                    <a:pt x="3776" y="7935"/>
                  </a:lnTo>
                  <a:lnTo>
                    <a:pt x="4578" y="11280"/>
                  </a:lnTo>
                  <a:lnTo>
                    <a:pt x="4575" y="1221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5114924" y="4237266"/>
              <a:ext cx="2039" cy="8723"/>
            </a:xfrm>
            <a:custGeom>
              <a:avLst/>
              <a:pathLst>
                <a:path w="2039" h="8723">
                  <a:moveTo>
                    <a:pt x="612" y="8431"/>
                  </a:moveTo>
                  <a:lnTo>
                    <a:pt x="0" y="8723"/>
                  </a:lnTo>
                  <a:lnTo>
                    <a:pt x="739" y="6019"/>
                  </a:lnTo>
                  <a:lnTo>
                    <a:pt x="760" y="4366"/>
                  </a:lnTo>
                  <a:lnTo>
                    <a:pt x="1057" y="1096"/>
                  </a:lnTo>
                  <a:lnTo>
                    <a:pt x="1023" y="0"/>
                  </a:lnTo>
                  <a:lnTo>
                    <a:pt x="1509" y="144"/>
                  </a:lnTo>
                  <a:lnTo>
                    <a:pt x="2039" y="1087"/>
                  </a:lnTo>
                  <a:lnTo>
                    <a:pt x="1430" y="1895"/>
                  </a:lnTo>
                  <a:lnTo>
                    <a:pt x="1228" y="3309"/>
                  </a:lnTo>
                  <a:lnTo>
                    <a:pt x="1249" y="5081"/>
                  </a:lnTo>
                  <a:lnTo>
                    <a:pt x="1484" y="5404"/>
                  </a:lnTo>
                  <a:lnTo>
                    <a:pt x="1096" y="734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5086657" y="4229232"/>
              <a:ext cx="34144" cy="66032"/>
            </a:xfrm>
            <a:custGeom>
              <a:avLst/>
              <a:pathLst>
                <a:path w="34144" h="66032">
                  <a:moveTo>
                    <a:pt x="1899" y="3090"/>
                  </a:moveTo>
                  <a:lnTo>
                    <a:pt x="3197" y="4945"/>
                  </a:lnTo>
                  <a:lnTo>
                    <a:pt x="4587" y="4158"/>
                  </a:lnTo>
                  <a:lnTo>
                    <a:pt x="6338" y="7081"/>
                  </a:lnTo>
                  <a:lnTo>
                    <a:pt x="10798" y="15943"/>
                  </a:lnTo>
                  <a:lnTo>
                    <a:pt x="12366" y="17818"/>
                  </a:lnTo>
                  <a:lnTo>
                    <a:pt x="13286" y="18537"/>
                  </a:lnTo>
                  <a:lnTo>
                    <a:pt x="13982" y="19988"/>
                  </a:lnTo>
                  <a:lnTo>
                    <a:pt x="14607" y="22029"/>
                  </a:lnTo>
                  <a:lnTo>
                    <a:pt x="15458" y="23471"/>
                  </a:lnTo>
                  <a:lnTo>
                    <a:pt x="15825" y="24816"/>
                  </a:lnTo>
                  <a:lnTo>
                    <a:pt x="15917" y="26631"/>
                  </a:lnTo>
                  <a:lnTo>
                    <a:pt x="16224" y="27748"/>
                  </a:lnTo>
                  <a:lnTo>
                    <a:pt x="17781" y="30685"/>
                  </a:lnTo>
                  <a:lnTo>
                    <a:pt x="18706" y="33262"/>
                  </a:lnTo>
                  <a:lnTo>
                    <a:pt x="19993" y="34578"/>
                  </a:lnTo>
                  <a:lnTo>
                    <a:pt x="20548" y="36116"/>
                  </a:lnTo>
                  <a:lnTo>
                    <a:pt x="21267" y="36867"/>
                  </a:lnTo>
                  <a:lnTo>
                    <a:pt x="22005" y="38439"/>
                  </a:lnTo>
                  <a:lnTo>
                    <a:pt x="23252" y="39666"/>
                  </a:lnTo>
                  <a:lnTo>
                    <a:pt x="26077" y="44196"/>
                  </a:lnTo>
                  <a:lnTo>
                    <a:pt x="28259" y="48499"/>
                  </a:lnTo>
                  <a:lnTo>
                    <a:pt x="29347" y="51159"/>
                  </a:lnTo>
                  <a:lnTo>
                    <a:pt x="30523" y="53528"/>
                  </a:lnTo>
                  <a:lnTo>
                    <a:pt x="32024" y="55418"/>
                  </a:lnTo>
                  <a:lnTo>
                    <a:pt x="33431" y="57580"/>
                  </a:lnTo>
                  <a:lnTo>
                    <a:pt x="34144" y="62644"/>
                  </a:lnTo>
                  <a:lnTo>
                    <a:pt x="33753" y="64456"/>
                  </a:lnTo>
                  <a:lnTo>
                    <a:pt x="32944" y="65357"/>
                  </a:lnTo>
                  <a:lnTo>
                    <a:pt x="32195" y="65420"/>
                  </a:lnTo>
                  <a:lnTo>
                    <a:pt x="31495" y="66032"/>
                  </a:lnTo>
                  <a:lnTo>
                    <a:pt x="29153" y="62762"/>
                  </a:lnTo>
                  <a:lnTo>
                    <a:pt x="28595" y="62280"/>
                  </a:lnTo>
                  <a:lnTo>
                    <a:pt x="27972" y="62482"/>
                  </a:lnTo>
                  <a:lnTo>
                    <a:pt x="27623" y="61758"/>
                  </a:lnTo>
                  <a:lnTo>
                    <a:pt x="27378" y="60714"/>
                  </a:lnTo>
                  <a:lnTo>
                    <a:pt x="25950" y="59499"/>
                  </a:lnTo>
                  <a:lnTo>
                    <a:pt x="24619" y="57551"/>
                  </a:lnTo>
                  <a:lnTo>
                    <a:pt x="24234" y="56229"/>
                  </a:lnTo>
                  <a:lnTo>
                    <a:pt x="24010" y="54584"/>
                  </a:lnTo>
                  <a:lnTo>
                    <a:pt x="23692" y="53635"/>
                  </a:lnTo>
                  <a:lnTo>
                    <a:pt x="21815" y="52198"/>
                  </a:lnTo>
                  <a:lnTo>
                    <a:pt x="20554" y="50596"/>
                  </a:lnTo>
                  <a:lnTo>
                    <a:pt x="19638" y="48337"/>
                  </a:lnTo>
                  <a:lnTo>
                    <a:pt x="18216" y="46767"/>
                  </a:lnTo>
                  <a:lnTo>
                    <a:pt x="15999" y="43541"/>
                  </a:lnTo>
                  <a:lnTo>
                    <a:pt x="14860" y="42508"/>
                  </a:lnTo>
                  <a:lnTo>
                    <a:pt x="13863" y="40895"/>
                  </a:lnTo>
                  <a:lnTo>
                    <a:pt x="11195" y="35026"/>
                  </a:lnTo>
                  <a:lnTo>
                    <a:pt x="10243" y="33932"/>
                  </a:lnTo>
                  <a:lnTo>
                    <a:pt x="9413" y="31323"/>
                  </a:lnTo>
                  <a:lnTo>
                    <a:pt x="7116" y="25134"/>
                  </a:lnTo>
                  <a:lnTo>
                    <a:pt x="6009" y="22586"/>
                  </a:lnTo>
                  <a:lnTo>
                    <a:pt x="4803" y="20317"/>
                  </a:lnTo>
                  <a:lnTo>
                    <a:pt x="3880" y="17663"/>
                  </a:lnTo>
                  <a:lnTo>
                    <a:pt x="3171" y="14514"/>
                  </a:lnTo>
                  <a:lnTo>
                    <a:pt x="1523" y="10007"/>
                  </a:lnTo>
                  <a:lnTo>
                    <a:pt x="1321" y="8079"/>
                  </a:lnTo>
                  <a:lnTo>
                    <a:pt x="1390" y="6100"/>
                  </a:lnTo>
                  <a:lnTo>
                    <a:pt x="993" y="4827"/>
                  </a:lnTo>
                  <a:lnTo>
                    <a:pt x="319" y="4051"/>
                  </a:lnTo>
                  <a:lnTo>
                    <a:pt x="0" y="2721"/>
                  </a:lnTo>
                  <a:lnTo>
                    <a:pt x="37" y="926"/>
                  </a:lnTo>
                  <a:lnTo>
                    <a:pt x="257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5039370" y="4198890"/>
              <a:ext cx="539" cy="6455"/>
            </a:xfrm>
            <a:custGeom>
              <a:avLst/>
              <a:pathLst>
                <a:path w="539" h="6455">
                  <a:moveTo>
                    <a:pt x="270" y="5823"/>
                  </a:moveTo>
                  <a:lnTo>
                    <a:pt x="94" y="6455"/>
                  </a:lnTo>
                  <a:lnTo>
                    <a:pt x="0" y="1763"/>
                  </a:lnTo>
                  <a:lnTo>
                    <a:pt x="364" y="0"/>
                  </a:lnTo>
                  <a:lnTo>
                    <a:pt x="539" y="365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3200791" y="2939139"/>
              <a:ext cx="181819" cy="349316"/>
            </a:xfrm>
            <a:custGeom>
              <a:avLst/>
              <a:pathLst>
                <a:path w="181819" h="349316">
                  <a:moveTo>
                    <a:pt x="170493" y="15415"/>
                  </a:moveTo>
                  <a:lnTo>
                    <a:pt x="171758" y="32489"/>
                  </a:lnTo>
                  <a:lnTo>
                    <a:pt x="172717" y="47154"/>
                  </a:lnTo>
                  <a:lnTo>
                    <a:pt x="172781" y="56499"/>
                  </a:lnTo>
                  <a:lnTo>
                    <a:pt x="172827" y="58935"/>
                  </a:lnTo>
                  <a:lnTo>
                    <a:pt x="173218" y="60588"/>
                  </a:lnTo>
                  <a:lnTo>
                    <a:pt x="174114" y="62240"/>
                  </a:lnTo>
                  <a:lnTo>
                    <a:pt x="177724" y="75748"/>
                  </a:lnTo>
                  <a:lnTo>
                    <a:pt x="176953" y="78097"/>
                  </a:lnTo>
                  <a:lnTo>
                    <a:pt x="177491" y="82281"/>
                  </a:lnTo>
                  <a:lnTo>
                    <a:pt x="178427" y="84082"/>
                  </a:lnTo>
                  <a:lnTo>
                    <a:pt x="181429" y="92134"/>
                  </a:lnTo>
                  <a:lnTo>
                    <a:pt x="181819" y="93720"/>
                  </a:lnTo>
                  <a:lnTo>
                    <a:pt x="181654" y="94991"/>
                  </a:lnTo>
                  <a:lnTo>
                    <a:pt x="179552" y="104464"/>
                  </a:lnTo>
                  <a:lnTo>
                    <a:pt x="179194" y="106784"/>
                  </a:lnTo>
                  <a:lnTo>
                    <a:pt x="178775" y="118865"/>
                  </a:lnTo>
                  <a:lnTo>
                    <a:pt x="178479" y="127388"/>
                  </a:lnTo>
                  <a:lnTo>
                    <a:pt x="178072" y="139088"/>
                  </a:lnTo>
                  <a:lnTo>
                    <a:pt x="177588" y="153088"/>
                  </a:lnTo>
                  <a:lnTo>
                    <a:pt x="177197" y="164901"/>
                  </a:lnTo>
                  <a:lnTo>
                    <a:pt x="176681" y="180526"/>
                  </a:lnTo>
                  <a:lnTo>
                    <a:pt x="176193" y="195303"/>
                  </a:lnTo>
                  <a:lnTo>
                    <a:pt x="173176" y="203415"/>
                  </a:lnTo>
                  <a:lnTo>
                    <a:pt x="167819" y="217813"/>
                  </a:lnTo>
                  <a:lnTo>
                    <a:pt x="163461" y="229528"/>
                  </a:lnTo>
                  <a:lnTo>
                    <a:pt x="161278" y="237370"/>
                  </a:lnTo>
                  <a:lnTo>
                    <a:pt x="157007" y="252696"/>
                  </a:lnTo>
                  <a:lnTo>
                    <a:pt x="155111" y="262605"/>
                  </a:lnTo>
                  <a:lnTo>
                    <a:pt x="153630" y="267783"/>
                  </a:lnTo>
                  <a:lnTo>
                    <a:pt x="152877" y="269995"/>
                  </a:lnTo>
                  <a:lnTo>
                    <a:pt x="153539" y="277271"/>
                  </a:lnTo>
                  <a:lnTo>
                    <a:pt x="154696" y="289973"/>
                  </a:lnTo>
                  <a:lnTo>
                    <a:pt x="152632" y="290056"/>
                  </a:lnTo>
                  <a:lnTo>
                    <a:pt x="151445" y="290970"/>
                  </a:lnTo>
                  <a:lnTo>
                    <a:pt x="149949" y="293860"/>
                  </a:lnTo>
                  <a:lnTo>
                    <a:pt x="148276" y="294998"/>
                  </a:lnTo>
                  <a:lnTo>
                    <a:pt x="146242" y="297524"/>
                  </a:lnTo>
                  <a:lnTo>
                    <a:pt x="144956" y="299553"/>
                  </a:lnTo>
                  <a:lnTo>
                    <a:pt x="143746" y="301143"/>
                  </a:lnTo>
                  <a:lnTo>
                    <a:pt x="142081" y="305050"/>
                  </a:lnTo>
                  <a:lnTo>
                    <a:pt x="141541" y="308022"/>
                  </a:lnTo>
                  <a:lnTo>
                    <a:pt x="139882" y="308615"/>
                  </a:lnTo>
                  <a:lnTo>
                    <a:pt x="137568" y="308120"/>
                  </a:lnTo>
                  <a:lnTo>
                    <a:pt x="136096" y="305125"/>
                  </a:lnTo>
                  <a:lnTo>
                    <a:pt x="132682" y="301996"/>
                  </a:lnTo>
                  <a:lnTo>
                    <a:pt x="130469" y="300730"/>
                  </a:lnTo>
                  <a:lnTo>
                    <a:pt x="129443" y="300344"/>
                  </a:lnTo>
                  <a:lnTo>
                    <a:pt x="124229" y="299814"/>
                  </a:lnTo>
                  <a:lnTo>
                    <a:pt x="118671" y="301035"/>
                  </a:lnTo>
                  <a:lnTo>
                    <a:pt x="115836" y="302489"/>
                  </a:lnTo>
                  <a:lnTo>
                    <a:pt x="115320" y="302811"/>
                  </a:lnTo>
                  <a:lnTo>
                    <a:pt x="113714" y="304701"/>
                  </a:lnTo>
                  <a:lnTo>
                    <a:pt x="112381" y="306796"/>
                  </a:lnTo>
                  <a:lnTo>
                    <a:pt x="108774" y="316388"/>
                  </a:lnTo>
                  <a:lnTo>
                    <a:pt x="104006" y="316068"/>
                  </a:lnTo>
                  <a:lnTo>
                    <a:pt x="101199" y="315004"/>
                  </a:lnTo>
                  <a:lnTo>
                    <a:pt x="98816" y="313507"/>
                  </a:lnTo>
                  <a:lnTo>
                    <a:pt x="95427" y="309029"/>
                  </a:lnTo>
                  <a:lnTo>
                    <a:pt x="91272" y="302189"/>
                  </a:lnTo>
                  <a:lnTo>
                    <a:pt x="89669" y="301256"/>
                  </a:lnTo>
                  <a:lnTo>
                    <a:pt x="88227" y="300719"/>
                  </a:lnTo>
                  <a:lnTo>
                    <a:pt x="87746" y="300808"/>
                  </a:lnTo>
                  <a:lnTo>
                    <a:pt x="82788" y="307626"/>
                  </a:lnTo>
                  <a:lnTo>
                    <a:pt x="81831" y="307476"/>
                  </a:lnTo>
                  <a:lnTo>
                    <a:pt x="80662" y="308242"/>
                  </a:lnTo>
                  <a:lnTo>
                    <a:pt x="79891" y="309933"/>
                  </a:lnTo>
                  <a:lnTo>
                    <a:pt x="79323" y="310787"/>
                  </a:lnTo>
                  <a:lnTo>
                    <a:pt x="78729" y="310924"/>
                  </a:lnTo>
                  <a:lnTo>
                    <a:pt x="77948" y="310550"/>
                  </a:lnTo>
                  <a:lnTo>
                    <a:pt x="77181" y="309514"/>
                  </a:lnTo>
                  <a:lnTo>
                    <a:pt x="76418" y="307611"/>
                  </a:lnTo>
                  <a:lnTo>
                    <a:pt x="74373" y="300029"/>
                  </a:lnTo>
                  <a:lnTo>
                    <a:pt x="73951" y="298703"/>
                  </a:lnTo>
                  <a:lnTo>
                    <a:pt x="73078" y="296449"/>
                  </a:lnTo>
                  <a:lnTo>
                    <a:pt x="71608" y="292956"/>
                  </a:lnTo>
                  <a:lnTo>
                    <a:pt x="70612" y="291326"/>
                  </a:lnTo>
                  <a:lnTo>
                    <a:pt x="70007" y="290906"/>
                  </a:lnTo>
                  <a:lnTo>
                    <a:pt x="69283" y="291182"/>
                  </a:lnTo>
                  <a:lnTo>
                    <a:pt x="65300" y="288176"/>
                  </a:lnTo>
                  <a:lnTo>
                    <a:pt x="61316" y="285001"/>
                  </a:lnTo>
                  <a:lnTo>
                    <a:pt x="60439" y="285405"/>
                  </a:lnTo>
                  <a:lnTo>
                    <a:pt x="59816" y="286064"/>
                  </a:lnTo>
                  <a:lnTo>
                    <a:pt x="58438" y="288417"/>
                  </a:lnTo>
                  <a:lnTo>
                    <a:pt x="56815" y="288846"/>
                  </a:lnTo>
                  <a:lnTo>
                    <a:pt x="54753" y="288657"/>
                  </a:lnTo>
                  <a:lnTo>
                    <a:pt x="53621" y="288342"/>
                  </a:lnTo>
                  <a:lnTo>
                    <a:pt x="51797" y="289127"/>
                  </a:lnTo>
                  <a:lnTo>
                    <a:pt x="50584" y="290055"/>
                  </a:lnTo>
                  <a:lnTo>
                    <a:pt x="48995" y="291659"/>
                  </a:lnTo>
                  <a:lnTo>
                    <a:pt x="46933" y="295986"/>
                  </a:lnTo>
                  <a:lnTo>
                    <a:pt x="46342" y="296546"/>
                  </a:lnTo>
                  <a:lnTo>
                    <a:pt x="45844" y="297268"/>
                  </a:lnTo>
                  <a:lnTo>
                    <a:pt x="45152" y="309154"/>
                  </a:lnTo>
                  <a:lnTo>
                    <a:pt x="44592" y="312723"/>
                  </a:lnTo>
                  <a:lnTo>
                    <a:pt x="43546" y="317440"/>
                  </a:lnTo>
                  <a:lnTo>
                    <a:pt x="41490" y="321957"/>
                  </a:lnTo>
                  <a:lnTo>
                    <a:pt x="40080" y="324681"/>
                  </a:lnTo>
                  <a:lnTo>
                    <a:pt x="40047" y="328366"/>
                  </a:lnTo>
                  <a:lnTo>
                    <a:pt x="39936" y="334384"/>
                  </a:lnTo>
                  <a:lnTo>
                    <a:pt x="39917" y="338522"/>
                  </a:lnTo>
                  <a:lnTo>
                    <a:pt x="40010" y="341217"/>
                  </a:lnTo>
                  <a:lnTo>
                    <a:pt x="39774" y="342500"/>
                  </a:lnTo>
                  <a:lnTo>
                    <a:pt x="39679" y="343672"/>
                  </a:lnTo>
                  <a:lnTo>
                    <a:pt x="39755" y="345432"/>
                  </a:lnTo>
                  <a:lnTo>
                    <a:pt x="40088" y="346262"/>
                  </a:lnTo>
                  <a:lnTo>
                    <a:pt x="40288" y="347361"/>
                  </a:lnTo>
                  <a:lnTo>
                    <a:pt x="40154" y="348266"/>
                  </a:lnTo>
                  <a:lnTo>
                    <a:pt x="39490" y="349316"/>
                  </a:lnTo>
                  <a:lnTo>
                    <a:pt x="38757" y="346622"/>
                  </a:lnTo>
                  <a:lnTo>
                    <a:pt x="37814" y="344716"/>
                  </a:lnTo>
                  <a:lnTo>
                    <a:pt x="36780" y="343874"/>
                  </a:lnTo>
                  <a:lnTo>
                    <a:pt x="36080" y="342494"/>
                  </a:lnTo>
                  <a:lnTo>
                    <a:pt x="35715" y="340581"/>
                  </a:lnTo>
                  <a:lnTo>
                    <a:pt x="34360" y="336853"/>
                  </a:lnTo>
                  <a:lnTo>
                    <a:pt x="31235" y="329476"/>
                  </a:lnTo>
                  <a:lnTo>
                    <a:pt x="30914" y="329300"/>
                  </a:lnTo>
                  <a:lnTo>
                    <a:pt x="30397" y="329000"/>
                  </a:lnTo>
                  <a:lnTo>
                    <a:pt x="29514" y="329893"/>
                  </a:lnTo>
                  <a:lnTo>
                    <a:pt x="28971" y="331099"/>
                  </a:lnTo>
                  <a:lnTo>
                    <a:pt x="28592" y="331572"/>
                  </a:lnTo>
                  <a:lnTo>
                    <a:pt x="28017" y="331644"/>
                  </a:lnTo>
                  <a:lnTo>
                    <a:pt x="26531" y="332576"/>
                  </a:lnTo>
                  <a:lnTo>
                    <a:pt x="25342" y="333784"/>
                  </a:lnTo>
                  <a:lnTo>
                    <a:pt x="25310" y="334774"/>
                  </a:lnTo>
                  <a:lnTo>
                    <a:pt x="25879" y="340362"/>
                  </a:lnTo>
                  <a:lnTo>
                    <a:pt x="25608" y="343383"/>
                  </a:lnTo>
                  <a:lnTo>
                    <a:pt x="25081" y="341937"/>
                  </a:lnTo>
                  <a:lnTo>
                    <a:pt x="23367" y="336309"/>
                  </a:lnTo>
                  <a:lnTo>
                    <a:pt x="22182" y="332128"/>
                  </a:lnTo>
                  <a:lnTo>
                    <a:pt x="21969" y="331200"/>
                  </a:lnTo>
                  <a:lnTo>
                    <a:pt x="21802" y="329764"/>
                  </a:lnTo>
                  <a:lnTo>
                    <a:pt x="21919" y="329138"/>
                  </a:lnTo>
                  <a:lnTo>
                    <a:pt x="22389" y="328704"/>
                  </a:lnTo>
                  <a:lnTo>
                    <a:pt x="23475" y="328150"/>
                  </a:lnTo>
                  <a:lnTo>
                    <a:pt x="23678" y="327717"/>
                  </a:lnTo>
                  <a:lnTo>
                    <a:pt x="23734" y="326570"/>
                  </a:lnTo>
                  <a:lnTo>
                    <a:pt x="23564" y="324432"/>
                  </a:lnTo>
                  <a:lnTo>
                    <a:pt x="22968" y="321536"/>
                  </a:lnTo>
                  <a:lnTo>
                    <a:pt x="22333" y="319620"/>
                  </a:lnTo>
                  <a:lnTo>
                    <a:pt x="21979" y="319245"/>
                  </a:lnTo>
                  <a:lnTo>
                    <a:pt x="21330" y="319178"/>
                  </a:lnTo>
                  <a:lnTo>
                    <a:pt x="20625" y="319438"/>
                  </a:lnTo>
                  <a:lnTo>
                    <a:pt x="19299" y="321788"/>
                  </a:lnTo>
                  <a:lnTo>
                    <a:pt x="18711" y="322220"/>
                  </a:lnTo>
                  <a:lnTo>
                    <a:pt x="17345" y="322026"/>
                  </a:lnTo>
                  <a:lnTo>
                    <a:pt x="16123" y="321566"/>
                  </a:lnTo>
                  <a:lnTo>
                    <a:pt x="15381" y="320353"/>
                  </a:lnTo>
                  <a:lnTo>
                    <a:pt x="13174" y="315690"/>
                  </a:lnTo>
                  <a:lnTo>
                    <a:pt x="10735" y="310759"/>
                  </a:lnTo>
                  <a:lnTo>
                    <a:pt x="9713" y="310060"/>
                  </a:lnTo>
                  <a:lnTo>
                    <a:pt x="9476" y="309555"/>
                  </a:lnTo>
                  <a:lnTo>
                    <a:pt x="9312" y="305759"/>
                  </a:lnTo>
                  <a:lnTo>
                    <a:pt x="9354" y="301204"/>
                  </a:lnTo>
                  <a:lnTo>
                    <a:pt x="9489" y="300012"/>
                  </a:lnTo>
                  <a:lnTo>
                    <a:pt x="10506" y="300723"/>
                  </a:lnTo>
                  <a:lnTo>
                    <a:pt x="11588" y="301054"/>
                  </a:lnTo>
                  <a:lnTo>
                    <a:pt x="11937" y="300228"/>
                  </a:lnTo>
                  <a:lnTo>
                    <a:pt x="11072" y="298608"/>
                  </a:lnTo>
                  <a:lnTo>
                    <a:pt x="9827" y="296967"/>
                  </a:lnTo>
                  <a:lnTo>
                    <a:pt x="9366" y="294483"/>
                  </a:lnTo>
                  <a:lnTo>
                    <a:pt x="9007" y="293620"/>
                  </a:lnTo>
                  <a:lnTo>
                    <a:pt x="8447" y="292740"/>
                  </a:lnTo>
                  <a:lnTo>
                    <a:pt x="7807" y="292283"/>
                  </a:lnTo>
                  <a:lnTo>
                    <a:pt x="7159" y="291584"/>
                  </a:lnTo>
                  <a:lnTo>
                    <a:pt x="6719" y="290861"/>
                  </a:lnTo>
                  <a:lnTo>
                    <a:pt x="5992" y="290540"/>
                  </a:lnTo>
                  <a:lnTo>
                    <a:pt x="5228" y="290007"/>
                  </a:lnTo>
                  <a:lnTo>
                    <a:pt x="4125" y="285979"/>
                  </a:lnTo>
                  <a:lnTo>
                    <a:pt x="3053" y="282067"/>
                  </a:lnTo>
                  <a:lnTo>
                    <a:pt x="2418" y="278987"/>
                  </a:lnTo>
                  <a:lnTo>
                    <a:pt x="2198" y="277136"/>
                  </a:lnTo>
                  <a:lnTo>
                    <a:pt x="2516" y="273980"/>
                  </a:lnTo>
                  <a:lnTo>
                    <a:pt x="2194" y="272732"/>
                  </a:lnTo>
                  <a:lnTo>
                    <a:pt x="997" y="269529"/>
                  </a:lnTo>
                  <a:lnTo>
                    <a:pt x="0" y="266551"/>
                  </a:lnTo>
                  <a:lnTo>
                    <a:pt x="243" y="261950"/>
                  </a:lnTo>
                  <a:lnTo>
                    <a:pt x="447" y="258112"/>
                  </a:lnTo>
                  <a:lnTo>
                    <a:pt x="459" y="255682"/>
                  </a:lnTo>
                  <a:lnTo>
                    <a:pt x="616" y="254310"/>
                  </a:lnTo>
                  <a:lnTo>
                    <a:pt x="746" y="252768"/>
                  </a:lnTo>
                  <a:lnTo>
                    <a:pt x="1408" y="252280"/>
                  </a:lnTo>
                  <a:lnTo>
                    <a:pt x="3097" y="252315"/>
                  </a:lnTo>
                  <a:lnTo>
                    <a:pt x="6384" y="253028"/>
                  </a:lnTo>
                  <a:lnTo>
                    <a:pt x="9017" y="252223"/>
                  </a:lnTo>
                  <a:lnTo>
                    <a:pt x="9162" y="252081"/>
                  </a:lnTo>
                  <a:lnTo>
                    <a:pt x="11018" y="247968"/>
                  </a:lnTo>
                  <a:lnTo>
                    <a:pt x="13076" y="243649"/>
                  </a:lnTo>
                  <a:lnTo>
                    <a:pt x="16171" y="243229"/>
                  </a:lnTo>
                  <a:lnTo>
                    <a:pt x="19512" y="242779"/>
                  </a:lnTo>
                  <a:lnTo>
                    <a:pt x="22145" y="242553"/>
                  </a:lnTo>
                  <a:lnTo>
                    <a:pt x="25972" y="242227"/>
                  </a:lnTo>
                  <a:lnTo>
                    <a:pt x="29066" y="241947"/>
                  </a:lnTo>
                  <a:lnTo>
                    <a:pt x="32650" y="241619"/>
                  </a:lnTo>
                  <a:lnTo>
                    <a:pt x="32759" y="239630"/>
                  </a:lnTo>
                  <a:lnTo>
                    <a:pt x="32976" y="239140"/>
                  </a:lnTo>
                  <a:lnTo>
                    <a:pt x="33330" y="239071"/>
                  </a:lnTo>
                  <a:lnTo>
                    <a:pt x="35964" y="240137"/>
                  </a:lnTo>
                  <a:lnTo>
                    <a:pt x="38441" y="241165"/>
                  </a:lnTo>
                  <a:lnTo>
                    <a:pt x="38628" y="237419"/>
                  </a:lnTo>
                  <a:lnTo>
                    <a:pt x="40804" y="232733"/>
                  </a:lnTo>
                  <a:lnTo>
                    <a:pt x="42034" y="231778"/>
                  </a:lnTo>
                  <a:lnTo>
                    <a:pt x="42339" y="230960"/>
                  </a:lnTo>
                  <a:lnTo>
                    <a:pt x="42730" y="229377"/>
                  </a:lnTo>
                  <a:lnTo>
                    <a:pt x="42972" y="226933"/>
                  </a:lnTo>
                  <a:lnTo>
                    <a:pt x="43078" y="225194"/>
                  </a:lnTo>
                  <a:lnTo>
                    <a:pt x="43537" y="223751"/>
                  </a:lnTo>
                  <a:lnTo>
                    <a:pt x="43872" y="221095"/>
                  </a:lnTo>
                  <a:lnTo>
                    <a:pt x="44317" y="216451"/>
                  </a:lnTo>
                  <a:lnTo>
                    <a:pt x="45542" y="211575"/>
                  </a:lnTo>
                  <a:lnTo>
                    <a:pt x="46242" y="204954"/>
                  </a:lnTo>
                  <a:lnTo>
                    <a:pt x="46346" y="198560"/>
                  </a:lnTo>
                  <a:lnTo>
                    <a:pt x="46481" y="193699"/>
                  </a:lnTo>
                  <a:lnTo>
                    <a:pt x="46847" y="192703"/>
                  </a:lnTo>
                  <a:lnTo>
                    <a:pt x="46835" y="184074"/>
                  </a:lnTo>
                  <a:lnTo>
                    <a:pt x="46824" y="175394"/>
                  </a:lnTo>
                  <a:lnTo>
                    <a:pt x="46815" y="168055"/>
                  </a:lnTo>
                  <a:lnTo>
                    <a:pt x="46803" y="158927"/>
                  </a:lnTo>
                  <a:lnTo>
                    <a:pt x="46793" y="150915"/>
                  </a:lnTo>
                  <a:lnTo>
                    <a:pt x="46781" y="142235"/>
                  </a:lnTo>
                  <a:lnTo>
                    <a:pt x="46772" y="134442"/>
                  </a:lnTo>
                  <a:lnTo>
                    <a:pt x="46766" y="129280"/>
                  </a:lnTo>
                  <a:lnTo>
                    <a:pt x="49275" y="128046"/>
                  </a:lnTo>
                  <a:lnTo>
                    <a:pt x="51871" y="126768"/>
                  </a:lnTo>
                  <a:lnTo>
                    <a:pt x="55670" y="124898"/>
                  </a:lnTo>
                  <a:lnTo>
                    <a:pt x="59782" y="122875"/>
                  </a:lnTo>
                  <a:lnTo>
                    <a:pt x="64266" y="120667"/>
                  </a:lnTo>
                  <a:lnTo>
                    <a:pt x="65282" y="119340"/>
                  </a:lnTo>
                  <a:lnTo>
                    <a:pt x="68666" y="111869"/>
                  </a:lnTo>
                  <a:lnTo>
                    <a:pt x="70193" y="108496"/>
                  </a:lnTo>
                  <a:lnTo>
                    <a:pt x="73227" y="101794"/>
                  </a:lnTo>
                  <a:lnTo>
                    <a:pt x="75571" y="96620"/>
                  </a:lnTo>
                  <a:lnTo>
                    <a:pt x="78548" y="90046"/>
                  </a:lnTo>
                  <a:lnTo>
                    <a:pt x="81701" y="83428"/>
                  </a:lnTo>
                  <a:lnTo>
                    <a:pt x="84214" y="78150"/>
                  </a:lnTo>
                  <a:lnTo>
                    <a:pt x="88167" y="72167"/>
                  </a:lnTo>
                  <a:lnTo>
                    <a:pt x="94126" y="63146"/>
                  </a:lnTo>
                  <a:lnTo>
                    <a:pt x="100086" y="54126"/>
                  </a:lnTo>
                  <a:lnTo>
                    <a:pt x="106044" y="45105"/>
                  </a:lnTo>
                  <a:lnTo>
                    <a:pt x="112003" y="36083"/>
                  </a:lnTo>
                  <a:lnTo>
                    <a:pt x="117963" y="27063"/>
                  </a:lnTo>
                  <a:lnTo>
                    <a:pt x="123922" y="18042"/>
                  </a:lnTo>
                  <a:lnTo>
                    <a:pt x="129881" y="9020"/>
                  </a:lnTo>
                  <a:lnTo>
                    <a:pt x="135841" y="0"/>
                  </a:lnTo>
                  <a:lnTo>
                    <a:pt x="141835" y="3433"/>
                  </a:lnTo>
                  <a:lnTo>
                    <a:pt x="147530" y="6696"/>
                  </a:lnTo>
                  <a:lnTo>
                    <a:pt x="153257" y="9978"/>
                  </a:lnTo>
                  <a:lnTo>
                    <a:pt x="154608" y="11770"/>
                  </a:lnTo>
                  <a:lnTo>
                    <a:pt x="157646" y="18195"/>
                  </a:lnTo>
                  <a:lnTo>
                    <a:pt x="161536" y="26420"/>
                  </a:lnTo>
                  <a:lnTo>
                    <a:pt x="161707" y="26540"/>
                  </a:lnTo>
                  <a:lnTo>
                    <a:pt x="161882" y="26576"/>
                  </a:lnTo>
                  <a:lnTo>
                    <a:pt x="165621" y="21728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5131180" y="4491405"/>
              <a:ext cx="969" cy="2432"/>
            </a:xfrm>
            <a:custGeom>
              <a:avLst/>
              <a:pathLst>
                <a:path w="969" h="2432">
                  <a:moveTo>
                    <a:pt x="383" y="109"/>
                  </a:moveTo>
                  <a:lnTo>
                    <a:pt x="616" y="424"/>
                  </a:lnTo>
                  <a:lnTo>
                    <a:pt x="828" y="600"/>
                  </a:lnTo>
                  <a:lnTo>
                    <a:pt x="969" y="831"/>
                  </a:lnTo>
                  <a:lnTo>
                    <a:pt x="949" y="1330"/>
                  </a:lnTo>
                  <a:lnTo>
                    <a:pt x="838" y="1823"/>
                  </a:lnTo>
                  <a:lnTo>
                    <a:pt x="628" y="2432"/>
                  </a:lnTo>
                  <a:lnTo>
                    <a:pt x="558" y="2014"/>
                  </a:lnTo>
                  <a:lnTo>
                    <a:pt x="318" y="1719"/>
                  </a:lnTo>
                  <a:lnTo>
                    <a:pt x="164" y="2034"/>
                  </a:lnTo>
                  <a:lnTo>
                    <a:pt x="139" y="1711"/>
                  </a:lnTo>
                  <a:lnTo>
                    <a:pt x="93" y="1416"/>
                  </a:lnTo>
                  <a:lnTo>
                    <a:pt x="71" y="1148"/>
                  </a:lnTo>
                  <a:lnTo>
                    <a:pt x="117" y="920"/>
                  </a:lnTo>
                  <a:lnTo>
                    <a:pt x="205" y="646"/>
                  </a:lnTo>
                  <a:lnTo>
                    <a:pt x="142" y="328"/>
                  </a:lnTo>
                  <a:lnTo>
                    <a:pt x="0" y="418"/>
                  </a:lnTo>
                  <a:lnTo>
                    <a:pt x="16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3281078" y="3500291"/>
              <a:ext cx="2157" cy="4127"/>
            </a:xfrm>
            <a:custGeom>
              <a:avLst/>
              <a:pathLst>
                <a:path w="2157" h="4127">
                  <a:moveTo>
                    <a:pt x="1845" y="3226"/>
                  </a:moveTo>
                  <a:lnTo>
                    <a:pt x="730" y="4127"/>
                  </a:lnTo>
                  <a:lnTo>
                    <a:pt x="0" y="3907"/>
                  </a:lnTo>
                  <a:lnTo>
                    <a:pt x="1000" y="0"/>
                  </a:lnTo>
                  <a:lnTo>
                    <a:pt x="1507" y="839"/>
                  </a:lnTo>
                  <a:lnTo>
                    <a:pt x="2157" y="1185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3229817" y="3224140"/>
              <a:ext cx="137419" cy="283536"/>
            </a:xfrm>
            <a:custGeom>
              <a:avLst/>
              <a:pathLst>
                <a:path w="137419" h="283536">
                  <a:moveTo>
                    <a:pt x="125671" y="4971"/>
                  </a:moveTo>
                  <a:lnTo>
                    <a:pt x="127479" y="11326"/>
                  </a:lnTo>
                  <a:lnTo>
                    <a:pt x="129422" y="18153"/>
                  </a:lnTo>
                  <a:lnTo>
                    <a:pt x="130937" y="23471"/>
                  </a:lnTo>
                  <a:lnTo>
                    <a:pt x="132043" y="37233"/>
                  </a:lnTo>
                  <a:lnTo>
                    <a:pt x="132161" y="39855"/>
                  </a:lnTo>
                  <a:lnTo>
                    <a:pt x="132246" y="41036"/>
                  </a:lnTo>
                  <a:lnTo>
                    <a:pt x="132329" y="42126"/>
                  </a:lnTo>
                  <a:lnTo>
                    <a:pt x="132474" y="44000"/>
                  </a:lnTo>
                  <a:lnTo>
                    <a:pt x="133341" y="44806"/>
                  </a:lnTo>
                  <a:lnTo>
                    <a:pt x="134982" y="45171"/>
                  </a:lnTo>
                  <a:lnTo>
                    <a:pt x="136173" y="46528"/>
                  </a:lnTo>
                  <a:lnTo>
                    <a:pt x="136887" y="48779"/>
                  </a:lnTo>
                  <a:lnTo>
                    <a:pt x="136957" y="49152"/>
                  </a:lnTo>
                  <a:lnTo>
                    <a:pt x="137333" y="50879"/>
                  </a:lnTo>
                  <a:lnTo>
                    <a:pt x="137419" y="52129"/>
                  </a:lnTo>
                  <a:lnTo>
                    <a:pt x="137315" y="55736"/>
                  </a:lnTo>
                  <a:lnTo>
                    <a:pt x="137076" y="60369"/>
                  </a:lnTo>
                  <a:lnTo>
                    <a:pt x="136667" y="63357"/>
                  </a:lnTo>
                  <a:lnTo>
                    <a:pt x="136895" y="67421"/>
                  </a:lnTo>
                  <a:lnTo>
                    <a:pt x="136823" y="69157"/>
                  </a:lnTo>
                  <a:lnTo>
                    <a:pt x="136643" y="70343"/>
                  </a:lnTo>
                  <a:lnTo>
                    <a:pt x="135910" y="71706"/>
                  </a:lnTo>
                  <a:lnTo>
                    <a:pt x="134914" y="73035"/>
                  </a:lnTo>
                  <a:lnTo>
                    <a:pt x="132530" y="76966"/>
                  </a:lnTo>
                  <a:lnTo>
                    <a:pt x="131850" y="77546"/>
                  </a:lnTo>
                  <a:lnTo>
                    <a:pt x="130854" y="77649"/>
                  </a:lnTo>
                  <a:lnTo>
                    <a:pt x="129988" y="78629"/>
                  </a:lnTo>
                  <a:lnTo>
                    <a:pt x="128959" y="80750"/>
                  </a:lnTo>
                  <a:lnTo>
                    <a:pt x="126748" y="88638"/>
                  </a:lnTo>
                  <a:lnTo>
                    <a:pt x="124854" y="96559"/>
                  </a:lnTo>
                  <a:lnTo>
                    <a:pt x="124200" y="103114"/>
                  </a:lnTo>
                  <a:lnTo>
                    <a:pt x="123464" y="109373"/>
                  </a:lnTo>
                  <a:lnTo>
                    <a:pt x="121800" y="113369"/>
                  </a:lnTo>
                  <a:lnTo>
                    <a:pt x="121568" y="115619"/>
                  </a:lnTo>
                  <a:lnTo>
                    <a:pt x="121498" y="116923"/>
                  </a:lnTo>
                  <a:lnTo>
                    <a:pt x="121441" y="119934"/>
                  </a:lnTo>
                  <a:lnTo>
                    <a:pt x="121239" y="124924"/>
                  </a:lnTo>
                  <a:lnTo>
                    <a:pt x="120980" y="127329"/>
                  </a:lnTo>
                  <a:lnTo>
                    <a:pt x="120713" y="128042"/>
                  </a:lnTo>
                  <a:lnTo>
                    <a:pt x="118917" y="129558"/>
                  </a:lnTo>
                  <a:lnTo>
                    <a:pt x="117882" y="131392"/>
                  </a:lnTo>
                  <a:lnTo>
                    <a:pt x="117263" y="135019"/>
                  </a:lnTo>
                  <a:lnTo>
                    <a:pt x="117036" y="138942"/>
                  </a:lnTo>
                  <a:lnTo>
                    <a:pt x="116673" y="143413"/>
                  </a:lnTo>
                  <a:lnTo>
                    <a:pt x="116467" y="147338"/>
                  </a:lnTo>
                  <a:lnTo>
                    <a:pt x="116187" y="149369"/>
                  </a:lnTo>
                  <a:lnTo>
                    <a:pt x="115599" y="151503"/>
                  </a:lnTo>
                  <a:lnTo>
                    <a:pt x="114683" y="153805"/>
                  </a:lnTo>
                  <a:lnTo>
                    <a:pt x="113891" y="155094"/>
                  </a:lnTo>
                  <a:lnTo>
                    <a:pt x="111829" y="155939"/>
                  </a:lnTo>
                  <a:lnTo>
                    <a:pt x="110768" y="161134"/>
                  </a:lnTo>
                  <a:lnTo>
                    <a:pt x="109871" y="165194"/>
                  </a:lnTo>
                  <a:lnTo>
                    <a:pt x="109845" y="166817"/>
                  </a:lnTo>
                  <a:lnTo>
                    <a:pt x="108980" y="175236"/>
                  </a:lnTo>
                  <a:lnTo>
                    <a:pt x="107475" y="181580"/>
                  </a:lnTo>
                  <a:lnTo>
                    <a:pt x="107376" y="183820"/>
                  </a:lnTo>
                  <a:lnTo>
                    <a:pt x="107369" y="185659"/>
                  </a:lnTo>
                  <a:lnTo>
                    <a:pt x="105487" y="191244"/>
                  </a:lnTo>
                  <a:lnTo>
                    <a:pt x="104989" y="192889"/>
                  </a:lnTo>
                  <a:lnTo>
                    <a:pt x="104508" y="195041"/>
                  </a:lnTo>
                  <a:lnTo>
                    <a:pt x="104982" y="197118"/>
                  </a:lnTo>
                  <a:lnTo>
                    <a:pt x="105514" y="199008"/>
                  </a:lnTo>
                  <a:lnTo>
                    <a:pt x="105590" y="199646"/>
                  </a:lnTo>
                  <a:lnTo>
                    <a:pt x="104734" y="201425"/>
                  </a:lnTo>
                  <a:lnTo>
                    <a:pt x="103244" y="204517"/>
                  </a:lnTo>
                  <a:lnTo>
                    <a:pt x="102353" y="206370"/>
                  </a:lnTo>
                  <a:lnTo>
                    <a:pt x="102156" y="207381"/>
                  </a:lnTo>
                  <a:lnTo>
                    <a:pt x="102026" y="212031"/>
                  </a:lnTo>
                  <a:lnTo>
                    <a:pt x="101766" y="213279"/>
                  </a:lnTo>
                  <a:lnTo>
                    <a:pt x="101173" y="214982"/>
                  </a:lnTo>
                  <a:lnTo>
                    <a:pt x="100301" y="216857"/>
                  </a:lnTo>
                  <a:lnTo>
                    <a:pt x="99413" y="218313"/>
                  </a:lnTo>
                  <a:lnTo>
                    <a:pt x="98408" y="219322"/>
                  </a:lnTo>
                  <a:lnTo>
                    <a:pt x="97442" y="219694"/>
                  </a:lnTo>
                  <a:lnTo>
                    <a:pt x="96902" y="219110"/>
                  </a:lnTo>
                  <a:lnTo>
                    <a:pt x="96594" y="217697"/>
                  </a:lnTo>
                  <a:lnTo>
                    <a:pt x="96051" y="212012"/>
                  </a:lnTo>
                  <a:lnTo>
                    <a:pt x="95777" y="210795"/>
                  </a:lnTo>
                  <a:lnTo>
                    <a:pt x="95150" y="209688"/>
                  </a:lnTo>
                  <a:lnTo>
                    <a:pt x="93910" y="206579"/>
                  </a:lnTo>
                  <a:lnTo>
                    <a:pt x="92657" y="203432"/>
                  </a:lnTo>
                  <a:lnTo>
                    <a:pt x="91146" y="201222"/>
                  </a:lnTo>
                  <a:lnTo>
                    <a:pt x="90822" y="201380"/>
                  </a:lnTo>
                  <a:lnTo>
                    <a:pt x="90572" y="201979"/>
                  </a:lnTo>
                  <a:lnTo>
                    <a:pt x="90142" y="205140"/>
                  </a:lnTo>
                  <a:lnTo>
                    <a:pt x="89720" y="206299"/>
                  </a:lnTo>
                  <a:lnTo>
                    <a:pt x="88924" y="206699"/>
                  </a:lnTo>
                  <a:lnTo>
                    <a:pt x="87542" y="206727"/>
                  </a:lnTo>
                  <a:lnTo>
                    <a:pt x="86534" y="206289"/>
                  </a:lnTo>
                  <a:lnTo>
                    <a:pt x="86304" y="205663"/>
                  </a:lnTo>
                  <a:lnTo>
                    <a:pt x="86100" y="204292"/>
                  </a:lnTo>
                  <a:lnTo>
                    <a:pt x="85821" y="203191"/>
                  </a:lnTo>
                  <a:lnTo>
                    <a:pt x="84616" y="205409"/>
                  </a:lnTo>
                  <a:lnTo>
                    <a:pt x="82722" y="208899"/>
                  </a:lnTo>
                  <a:lnTo>
                    <a:pt x="82106" y="209470"/>
                  </a:lnTo>
                  <a:lnTo>
                    <a:pt x="81636" y="210173"/>
                  </a:lnTo>
                  <a:lnTo>
                    <a:pt x="81011" y="213428"/>
                  </a:lnTo>
                  <a:lnTo>
                    <a:pt x="80256" y="216915"/>
                  </a:lnTo>
                  <a:lnTo>
                    <a:pt x="79267" y="218735"/>
                  </a:lnTo>
                  <a:lnTo>
                    <a:pt x="78303" y="220264"/>
                  </a:lnTo>
                  <a:lnTo>
                    <a:pt x="77750" y="221601"/>
                  </a:lnTo>
                  <a:lnTo>
                    <a:pt x="76957" y="223190"/>
                  </a:lnTo>
                  <a:lnTo>
                    <a:pt x="75409" y="227135"/>
                  </a:lnTo>
                  <a:lnTo>
                    <a:pt x="73353" y="232366"/>
                  </a:lnTo>
                  <a:lnTo>
                    <a:pt x="72628" y="235066"/>
                  </a:lnTo>
                  <a:lnTo>
                    <a:pt x="71914" y="239106"/>
                  </a:lnTo>
                  <a:lnTo>
                    <a:pt x="71497" y="243577"/>
                  </a:lnTo>
                  <a:lnTo>
                    <a:pt x="71040" y="248480"/>
                  </a:lnTo>
                  <a:lnTo>
                    <a:pt x="70371" y="256349"/>
                  </a:lnTo>
                  <a:lnTo>
                    <a:pt x="69388" y="260799"/>
                  </a:lnTo>
                  <a:lnTo>
                    <a:pt x="68524" y="264341"/>
                  </a:lnTo>
                  <a:lnTo>
                    <a:pt x="67887" y="267124"/>
                  </a:lnTo>
                  <a:lnTo>
                    <a:pt x="67550" y="269417"/>
                  </a:lnTo>
                  <a:lnTo>
                    <a:pt x="67410" y="269340"/>
                  </a:lnTo>
                  <a:lnTo>
                    <a:pt x="67078" y="270318"/>
                  </a:lnTo>
                  <a:lnTo>
                    <a:pt x="66117" y="269682"/>
                  </a:lnTo>
                  <a:lnTo>
                    <a:pt x="65683" y="267687"/>
                  </a:lnTo>
                  <a:lnTo>
                    <a:pt x="65090" y="267362"/>
                  </a:lnTo>
                  <a:lnTo>
                    <a:pt x="64061" y="264430"/>
                  </a:lnTo>
                  <a:lnTo>
                    <a:pt x="63843" y="264918"/>
                  </a:lnTo>
                  <a:lnTo>
                    <a:pt x="64928" y="272346"/>
                  </a:lnTo>
                  <a:lnTo>
                    <a:pt x="64526" y="275256"/>
                  </a:lnTo>
                  <a:lnTo>
                    <a:pt x="61481" y="275322"/>
                  </a:lnTo>
                  <a:lnTo>
                    <a:pt x="58860" y="276300"/>
                  </a:lnTo>
                  <a:lnTo>
                    <a:pt x="57059" y="276210"/>
                  </a:lnTo>
                  <a:lnTo>
                    <a:pt x="56154" y="275158"/>
                  </a:lnTo>
                  <a:lnTo>
                    <a:pt x="55753" y="272373"/>
                  </a:lnTo>
                  <a:lnTo>
                    <a:pt x="55599" y="272660"/>
                  </a:lnTo>
                  <a:lnTo>
                    <a:pt x="55508" y="274153"/>
                  </a:lnTo>
                  <a:lnTo>
                    <a:pt x="54937" y="275326"/>
                  </a:lnTo>
                  <a:lnTo>
                    <a:pt x="52917" y="275550"/>
                  </a:lnTo>
                  <a:lnTo>
                    <a:pt x="52024" y="273647"/>
                  </a:lnTo>
                  <a:lnTo>
                    <a:pt x="51300" y="271519"/>
                  </a:lnTo>
                  <a:lnTo>
                    <a:pt x="50526" y="270571"/>
                  </a:lnTo>
                  <a:lnTo>
                    <a:pt x="50645" y="271467"/>
                  </a:lnTo>
                  <a:lnTo>
                    <a:pt x="51534" y="273543"/>
                  </a:lnTo>
                  <a:lnTo>
                    <a:pt x="51425" y="276533"/>
                  </a:lnTo>
                  <a:lnTo>
                    <a:pt x="49799" y="279993"/>
                  </a:lnTo>
                  <a:lnTo>
                    <a:pt x="48762" y="280189"/>
                  </a:lnTo>
                  <a:lnTo>
                    <a:pt x="48124" y="278698"/>
                  </a:lnTo>
                  <a:lnTo>
                    <a:pt x="47794" y="276264"/>
                  </a:lnTo>
                  <a:lnTo>
                    <a:pt x="47628" y="272666"/>
                  </a:lnTo>
                  <a:lnTo>
                    <a:pt x="47201" y="270318"/>
                  </a:lnTo>
                  <a:lnTo>
                    <a:pt x="46971" y="270318"/>
                  </a:lnTo>
                  <a:lnTo>
                    <a:pt x="47183" y="272467"/>
                  </a:lnTo>
                  <a:lnTo>
                    <a:pt x="47253" y="274221"/>
                  </a:lnTo>
                  <a:lnTo>
                    <a:pt x="47263" y="277870"/>
                  </a:lnTo>
                  <a:lnTo>
                    <a:pt x="48038" y="280701"/>
                  </a:lnTo>
                  <a:lnTo>
                    <a:pt x="46849" y="281581"/>
                  </a:lnTo>
                  <a:lnTo>
                    <a:pt x="46367" y="281614"/>
                  </a:lnTo>
                  <a:lnTo>
                    <a:pt x="45422" y="281679"/>
                  </a:lnTo>
                  <a:lnTo>
                    <a:pt x="45241" y="280629"/>
                  </a:lnTo>
                  <a:lnTo>
                    <a:pt x="45060" y="278283"/>
                  </a:lnTo>
                  <a:lnTo>
                    <a:pt x="44811" y="277668"/>
                  </a:lnTo>
                  <a:lnTo>
                    <a:pt x="44519" y="281645"/>
                  </a:lnTo>
                  <a:lnTo>
                    <a:pt x="43891" y="281925"/>
                  </a:lnTo>
                  <a:lnTo>
                    <a:pt x="43455" y="281888"/>
                  </a:lnTo>
                  <a:lnTo>
                    <a:pt x="41587" y="282754"/>
                  </a:lnTo>
                  <a:lnTo>
                    <a:pt x="41171" y="282590"/>
                  </a:lnTo>
                  <a:lnTo>
                    <a:pt x="41082" y="281850"/>
                  </a:lnTo>
                  <a:lnTo>
                    <a:pt x="41305" y="280750"/>
                  </a:lnTo>
                  <a:lnTo>
                    <a:pt x="41255" y="278964"/>
                  </a:lnTo>
                  <a:lnTo>
                    <a:pt x="40607" y="280342"/>
                  </a:lnTo>
                  <a:lnTo>
                    <a:pt x="40502" y="283096"/>
                  </a:lnTo>
                  <a:lnTo>
                    <a:pt x="40132" y="283536"/>
                  </a:lnTo>
                  <a:lnTo>
                    <a:pt x="39018" y="283145"/>
                  </a:lnTo>
                  <a:lnTo>
                    <a:pt x="37800" y="281728"/>
                  </a:lnTo>
                  <a:lnTo>
                    <a:pt x="37060" y="280275"/>
                  </a:lnTo>
                  <a:lnTo>
                    <a:pt x="35819" y="278260"/>
                  </a:lnTo>
                  <a:lnTo>
                    <a:pt x="33393" y="272608"/>
                  </a:lnTo>
                  <a:lnTo>
                    <a:pt x="33000" y="270067"/>
                  </a:lnTo>
                  <a:lnTo>
                    <a:pt x="32305" y="266948"/>
                  </a:lnTo>
                  <a:lnTo>
                    <a:pt x="31786" y="263784"/>
                  </a:lnTo>
                  <a:lnTo>
                    <a:pt x="31040" y="258372"/>
                  </a:lnTo>
                  <a:lnTo>
                    <a:pt x="31269" y="257979"/>
                  </a:lnTo>
                  <a:lnTo>
                    <a:pt x="31832" y="258444"/>
                  </a:lnTo>
                  <a:lnTo>
                    <a:pt x="32106" y="257637"/>
                  </a:lnTo>
                  <a:lnTo>
                    <a:pt x="31097" y="257049"/>
                  </a:lnTo>
                  <a:lnTo>
                    <a:pt x="30887" y="256421"/>
                  </a:lnTo>
                  <a:lnTo>
                    <a:pt x="30820" y="254522"/>
                  </a:lnTo>
                  <a:lnTo>
                    <a:pt x="30863" y="252204"/>
                  </a:lnTo>
                  <a:lnTo>
                    <a:pt x="31684" y="251389"/>
                  </a:lnTo>
                  <a:lnTo>
                    <a:pt x="32393" y="250996"/>
                  </a:lnTo>
                  <a:lnTo>
                    <a:pt x="32749" y="249585"/>
                  </a:lnTo>
                  <a:lnTo>
                    <a:pt x="32955" y="248171"/>
                  </a:lnTo>
                  <a:lnTo>
                    <a:pt x="31069" y="250312"/>
                  </a:lnTo>
                  <a:lnTo>
                    <a:pt x="29303" y="247888"/>
                  </a:lnTo>
                  <a:lnTo>
                    <a:pt x="28921" y="246418"/>
                  </a:lnTo>
                  <a:lnTo>
                    <a:pt x="29112" y="245291"/>
                  </a:lnTo>
                  <a:lnTo>
                    <a:pt x="29955" y="245120"/>
                  </a:lnTo>
                  <a:lnTo>
                    <a:pt x="31161" y="245208"/>
                  </a:lnTo>
                  <a:lnTo>
                    <a:pt x="31884" y="244108"/>
                  </a:lnTo>
                  <a:lnTo>
                    <a:pt x="31440" y="243724"/>
                  </a:lnTo>
                  <a:lnTo>
                    <a:pt x="30660" y="243766"/>
                  </a:lnTo>
                  <a:lnTo>
                    <a:pt x="30372" y="243038"/>
                  </a:lnTo>
                  <a:lnTo>
                    <a:pt x="30396" y="241277"/>
                  </a:lnTo>
                  <a:lnTo>
                    <a:pt x="30143" y="241667"/>
                  </a:lnTo>
                  <a:lnTo>
                    <a:pt x="29808" y="243227"/>
                  </a:lnTo>
                  <a:lnTo>
                    <a:pt x="28618" y="244374"/>
                  </a:lnTo>
                  <a:lnTo>
                    <a:pt x="27922" y="243227"/>
                  </a:lnTo>
                  <a:lnTo>
                    <a:pt x="27851" y="240668"/>
                  </a:lnTo>
                  <a:lnTo>
                    <a:pt x="27700" y="239517"/>
                  </a:lnTo>
                  <a:lnTo>
                    <a:pt x="27113" y="238618"/>
                  </a:lnTo>
                  <a:lnTo>
                    <a:pt x="25030" y="231857"/>
                  </a:lnTo>
                  <a:lnTo>
                    <a:pt x="22412" y="226217"/>
                  </a:lnTo>
                  <a:lnTo>
                    <a:pt x="20085" y="222334"/>
                  </a:lnTo>
                  <a:lnTo>
                    <a:pt x="16569" y="220479"/>
                  </a:lnTo>
                  <a:lnTo>
                    <a:pt x="9213" y="220551"/>
                  </a:lnTo>
                  <a:lnTo>
                    <a:pt x="8800" y="220016"/>
                  </a:lnTo>
                  <a:lnTo>
                    <a:pt x="9251" y="219123"/>
                  </a:lnTo>
                  <a:lnTo>
                    <a:pt x="9897" y="218527"/>
                  </a:lnTo>
                  <a:lnTo>
                    <a:pt x="12263" y="215383"/>
                  </a:lnTo>
                  <a:lnTo>
                    <a:pt x="11864" y="214966"/>
                  </a:lnTo>
                  <a:lnTo>
                    <a:pt x="9405" y="216934"/>
                  </a:lnTo>
                  <a:lnTo>
                    <a:pt x="8563" y="217122"/>
                  </a:lnTo>
                  <a:lnTo>
                    <a:pt x="7474" y="220906"/>
                  </a:lnTo>
                  <a:lnTo>
                    <a:pt x="994" y="221532"/>
                  </a:lnTo>
                  <a:lnTo>
                    <a:pt x="234" y="221724"/>
                  </a:lnTo>
                  <a:lnTo>
                    <a:pt x="252" y="219997"/>
                  </a:lnTo>
                  <a:lnTo>
                    <a:pt x="570" y="215032"/>
                  </a:lnTo>
                  <a:lnTo>
                    <a:pt x="778" y="213080"/>
                  </a:lnTo>
                  <a:lnTo>
                    <a:pt x="1019" y="211604"/>
                  </a:lnTo>
                  <a:lnTo>
                    <a:pt x="769" y="209834"/>
                  </a:lnTo>
                  <a:lnTo>
                    <a:pt x="525" y="207434"/>
                  </a:lnTo>
                  <a:lnTo>
                    <a:pt x="406" y="203669"/>
                  </a:lnTo>
                  <a:lnTo>
                    <a:pt x="710" y="202500"/>
                  </a:lnTo>
                  <a:lnTo>
                    <a:pt x="813" y="201079"/>
                  </a:lnTo>
                  <a:lnTo>
                    <a:pt x="742" y="198854"/>
                  </a:lnTo>
                  <a:lnTo>
                    <a:pt x="741" y="191412"/>
                  </a:lnTo>
                  <a:lnTo>
                    <a:pt x="918" y="190601"/>
                  </a:lnTo>
                  <a:lnTo>
                    <a:pt x="1127" y="189983"/>
                  </a:lnTo>
                  <a:lnTo>
                    <a:pt x="1140" y="188995"/>
                  </a:lnTo>
                  <a:lnTo>
                    <a:pt x="747" y="187073"/>
                  </a:lnTo>
                  <a:lnTo>
                    <a:pt x="383" y="184876"/>
                  </a:lnTo>
                  <a:lnTo>
                    <a:pt x="395" y="181719"/>
                  </a:lnTo>
                  <a:lnTo>
                    <a:pt x="249" y="178660"/>
                  </a:lnTo>
                  <a:lnTo>
                    <a:pt x="0" y="177268"/>
                  </a:lnTo>
                  <a:lnTo>
                    <a:pt x="187" y="172065"/>
                  </a:lnTo>
                  <a:lnTo>
                    <a:pt x="293" y="165470"/>
                  </a:lnTo>
                  <a:lnTo>
                    <a:pt x="196" y="162550"/>
                  </a:lnTo>
                  <a:lnTo>
                    <a:pt x="432" y="160479"/>
                  </a:lnTo>
                  <a:lnTo>
                    <a:pt x="559" y="155393"/>
                  </a:lnTo>
                  <a:lnTo>
                    <a:pt x="539" y="150414"/>
                  </a:lnTo>
                  <a:lnTo>
                    <a:pt x="1021" y="142553"/>
                  </a:lnTo>
                  <a:lnTo>
                    <a:pt x="2439" y="142174"/>
                  </a:lnTo>
                  <a:lnTo>
                    <a:pt x="4130" y="141510"/>
                  </a:lnTo>
                  <a:lnTo>
                    <a:pt x="4884" y="138424"/>
                  </a:lnTo>
                  <a:lnTo>
                    <a:pt x="5316" y="134514"/>
                  </a:lnTo>
                  <a:lnTo>
                    <a:pt x="5179" y="130643"/>
                  </a:lnTo>
                  <a:lnTo>
                    <a:pt x="5507" y="129370"/>
                  </a:lnTo>
                  <a:lnTo>
                    <a:pt x="6184" y="127274"/>
                  </a:lnTo>
                  <a:lnTo>
                    <a:pt x="7404" y="124277"/>
                  </a:lnTo>
                  <a:lnTo>
                    <a:pt x="7355" y="120985"/>
                  </a:lnTo>
                  <a:lnTo>
                    <a:pt x="7692" y="119970"/>
                  </a:lnTo>
                  <a:lnTo>
                    <a:pt x="8271" y="119207"/>
                  </a:lnTo>
                  <a:lnTo>
                    <a:pt x="9099" y="118815"/>
                  </a:lnTo>
                  <a:lnTo>
                    <a:pt x="10025" y="117177"/>
                  </a:lnTo>
                  <a:lnTo>
                    <a:pt x="10541" y="114304"/>
                  </a:lnTo>
                  <a:lnTo>
                    <a:pt x="11046" y="109706"/>
                  </a:lnTo>
                  <a:lnTo>
                    <a:pt x="10248" y="106509"/>
                  </a:lnTo>
                  <a:lnTo>
                    <a:pt x="10263" y="105796"/>
                  </a:lnTo>
                  <a:lnTo>
                    <a:pt x="10565" y="104076"/>
                  </a:lnTo>
                  <a:lnTo>
                    <a:pt x="11054" y="102353"/>
                  </a:lnTo>
                  <a:lnTo>
                    <a:pt x="11441" y="101798"/>
                  </a:lnTo>
                  <a:lnTo>
                    <a:pt x="12341" y="102244"/>
                  </a:lnTo>
                  <a:lnTo>
                    <a:pt x="12494" y="102098"/>
                  </a:lnTo>
                  <a:lnTo>
                    <a:pt x="12633" y="101559"/>
                  </a:lnTo>
                  <a:lnTo>
                    <a:pt x="13216" y="96490"/>
                  </a:lnTo>
                  <a:lnTo>
                    <a:pt x="13161" y="95121"/>
                  </a:lnTo>
                  <a:lnTo>
                    <a:pt x="12322" y="91723"/>
                  </a:lnTo>
                  <a:lnTo>
                    <a:pt x="12185" y="89309"/>
                  </a:lnTo>
                  <a:lnTo>
                    <a:pt x="12062" y="85719"/>
                  </a:lnTo>
                  <a:lnTo>
                    <a:pt x="11857" y="82538"/>
                  </a:lnTo>
                  <a:lnTo>
                    <a:pt x="11614" y="81334"/>
                  </a:lnTo>
                  <a:lnTo>
                    <a:pt x="11165" y="80322"/>
                  </a:lnTo>
                  <a:lnTo>
                    <a:pt x="10965" y="79664"/>
                  </a:lnTo>
                  <a:lnTo>
                    <a:pt x="9226" y="73206"/>
                  </a:lnTo>
                  <a:lnTo>
                    <a:pt x="9258" y="70138"/>
                  </a:lnTo>
                  <a:lnTo>
                    <a:pt x="9987" y="66218"/>
                  </a:lnTo>
                  <a:lnTo>
                    <a:pt x="10465" y="64315"/>
                  </a:lnTo>
                  <a:lnTo>
                    <a:pt x="11129" y="63264"/>
                  </a:lnTo>
                  <a:lnTo>
                    <a:pt x="11263" y="62360"/>
                  </a:lnTo>
                  <a:lnTo>
                    <a:pt x="11063" y="61260"/>
                  </a:lnTo>
                  <a:lnTo>
                    <a:pt x="10730" y="60431"/>
                  </a:lnTo>
                  <a:lnTo>
                    <a:pt x="10653" y="58671"/>
                  </a:lnTo>
                  <a:lnTo>
                    <a:pt x="10749" y="57499"/>
                  </a:lnTo>
                  <a:lnTo>
                    <a:pt x="10985" y="56216"/>
                  </a:lnTo>
                  <a:lnTo>
                    <a:pt x="10892" y="53521"/>
                  </a:lnTo>
                  <a:lnTo>
                    <a:pt x="10911" y="49383"/>
                  </a:lnTo>
                  <a:lnTo>
                    <a:pt x="11022" y="43365"/>
                  </a:lnTo>
                  <a:lnTo>
                    <a:pt x="11055" y="39680"/>
                  </a:lnTo>
                  <a:lnTo>
                    <a:pt x="12465" y="36956"/>
                  </a:lnTo>
                  <a:lnTo>
                    <a:pt x="14521" y="32439"/>
                  </a:lnTo>
                  <a:lnTo>
                    <a:pt x="15567" y="27722"/>
                  </a:lnTo>
                  <a:lnTo>
                    <a:pt x="16127" y="24152"/>
                  </a:lnTo>
                  <a:lnTo>
                    <a:pt x="16819" y="12266"/>
                  </a:lnTo>
                  <a:lnTo>
                    <a:pt x="17317" y="11545"/>
                  </a:lnTo>
                  <a:lnTo>
                    <a:pt x="17908" y="10985"/>
                  </a:lnTo>
                  <a:lnTo>
                    <a:pt x="19970" y="6658"/>
                  </a:lnTo>
                  <a:lnTo>
                    <a:pt x="21559" y="5054"/>
                  </a:lnTo>
                  <a:lnTo>
                    <a:pt x="22772" y="4126"/>
                  </a:lnTo>
                  <a:lnTo>
                    <a:pt x="24596" y="3341"/>
                  </a:lnTo>
                  <a:lnTo>
                    <a:pt x="25727" y="3656"/>
                  </a:lnTo>
                  <a:lnTo>
                    <a:pt x="27790" y="3845"/>
                  </a:lnTo>
                  <a:lnTo>
                    <a:pt x="29412" y="3416"/>
                  </a:lnTo>
                  <a:lnTo>
                    <a:pt x="30790" y="1063"/>
                  </a:lnTo>
                  <a:lnTo>
                    <a:pt x="31414" y="404"/>
                  </a:lnTo>
                  <a:lnTo>
                    <a:pt x="32291" y="0"/>
                  </a:lnTo>
                  <a:lnTo>
                    <a:pt x="36275" y="3175"/>
                  </a:lnTo>
                  <a:lnTo>
                    <a:pt x="40257" y="6181"/>
                  </a:lnTo>
                  <a:lnTo>
                    <a:pt x="40981" y="5905"/>
                  </a:lnTo>
                  <a:lnTo>
                    <a:pt x="41587" y="6325"/>
                  </a:lnTo>
                  <a:lnTo>
                    <a:pt x="42583" y="7955"/>
                  </a:lnTo>
                  <a:lnTo>
                    <a:pt x="44053" y="11448"/>
                  </a:lnTo>
                  <a:lnTo>
                    <a:pt x="44926" y="13702"/>
                  </a:lnTo>
                  <a:lnTo>
                    <a:pt x="45347" y="15028"/>
                  </a:lnTo>
                  <a:lnTo>
                    <a:pt x="47393" y="22610"/>
                  </a:lnTo>
                  <a:lnTo>
                    <a:pt x="48156" y="24513"/>
                  </a:lnTo>
                  <a:lnTo>
                    <a:pt x="48922" y="25549"/>
                  </a:lnTo>
                  <a:lnTo>
                    <a:pt x="49703" y="25923"/>
                  </a:lnTo>
                  <a:lnTo>
                    <a:pt x="50298" y="25786"/>
                  </a:lnTo>
                  <a:lnTo>
                    <a:pt x="50865" y="24932"/>
                  </a:lnTo>
                  <a:lnTo>
                    <a:pt x="51636" y="23241"/>
                  </a:lnTo>
                  <a:lnTo>
                    <a:pt x="52806" y="22474"/>
                  </a:lnTo>
                  <a:lnTo>
                    <a:pt x="53763" y="22624"/>
                  </a:lnTo>
                  <a:lnTo>
                    <a:pt x="58721" y="15807"/>
                  </a:lnTo>
                  <a:lnTo>
                    <a:pt x="59202" y="15718"/>
                  </a:lnTo>
                  <a:lnTo>
                    <a:pt x="60644" y="16254"/>
                  </a:lnTo>
                  <a:lnTo>
                    <a:pt x="62246" y="17188"/>
                  </a:lnTo>
                  <a:lnTo>
                    <a:pt x="66401" y="24028"/>
                  </a:lnTo>
                  <a:lnTo>
                    <a:pt x="69791" y="28505"/>
                  </a:lnTo>
                  <a:lnTo>
                    <a:pt x="72173" y="30003"/>
                  </a:lnTo>
                  <a:lnTo>
                    <a:pt x="74981" y="31066"/>
                  </a:lnTo>
                  <a:lnTo>
                    <a:pt x="79749" y="31387"/>
                  </a:lnTo>
                  <a:lnTo>
                    <a:pt x="83355" y="21795"/>
                  </a:lnTo>
                  <a:lnTo>
                    <a:pt x="84688" y="19700"/>
                  </a:lnTo>
                  <a:lnTo>
                    <a:pt x="86294" y="17810"/>
                  </a:lnTo>
                  <a:lnTo>
                    <a:pt x="86811" y="17488"/>
                  </a:lnTo>
                  <a:lnTo>
                    <a:pt x="89646" y="16034"/>
                  </a:lnTo>
                  <a:lnTo>
                    <a:pt x="95204" y="14813"/>
                  </a:lnTo>
                  <a:lnTo>
                    <a:pt x="100417" y="15343"/>
                  </a:lnTo>
                  <a:lnTo>
                    <a:pt x="101444" y="15729"/>
                  </a:lnTo>
                  <a:lnTo>
                    <a:pt x="103656" y="16995"/>
                  </a:lnTo>
                  <a:lnTo>
                    <a:pt x="107071" y="20124"/>
                  </a:lnTo>
                  <a:lnTo>
                    <a:pt x="108543" y="23119"/>
                  </a:lnTo>
                  <a:lnTo>
                    <a:pt x="110857" y="23614"/>
                  </a:lnTo>
                  <a:lnTo>
                    <a:pt x="112516" y="23021"/>
                  </a:lnTo>
                  <a:lnTo>
                    <a:pt x="113056" y="20049"/>
                  </a:lnTo>
                  <a:lnTo>
                    <a:pt x="114720" y="16142"/>
                  </a:lnTo>
                  <a:lnTo>
                    <a:pt x="115931" y="14552"/>
                  </a:lnTo>
                  <a:lnTo>
                    <a:pt x="117217" y="12523"/>
                  </a:lnTo>
                  <a:lnTo>
                    <a:pt x="119251" y="9997"/>
                  </a:lnTo>
                  <a:lnTo>
                    <a:pt x="120924" y="8858"/>
                  </a:lnTo>
                  <a:lnTo>
                    <a:pt x="122420" y="5968"/>
                  </a:lnTo>
                  <a:lnTo>
                    <a:pt x="123607" y="5055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2189992" y="3190596"/>
              <a:ext cx="51931" cy="126254"/>
            </a:xfrm>
            <a:custGeom>
              <a:avLst/>
              <a:pathLst>
                <a:path w="51931" h="126254">
                  <a:moveTo>
                    <a:pt x="51931" y="442"/>
                  </a:moveTo>
                  <a:lnTo>
                    <a:pt x="51611" y="1526"/>
                  </a:lnTo>
                  <a:lnTo>
                    <a:pt x="51259" y="2236"/>
                  </a:lnTo>
                  <a:lnTo>
                    <a:pt x="50523" y="5769"/>
                  </a:lnTo>
                  <a:lnTo>
                    <a:pt x="50269" y="6085"/>
                  </a:lnTo>
                  <a:lnTo>
                    <a:pt x="50219" y="3472"/>
                  </a:lnTo>
                  <a:lnTo>
                    <a:pt x="49781" y="3130"/>
                  </a:lnTo>
                  <a:lnTo>
                    <a:pt x="49267" y="4060"/>
                  </a:lnTo>
                  <a:lnTo>
                    <a:pt x="48983" y="5399"/>
                  </a:lnTo>
                  <a:lnTo>
                    <a:pt x="49430" y="7149"/>
                  </a:lnTo>
                  <a:lnTo>
                    <a:pt x="49823" y="7173"/>
                  </a:lnTo>
                  <a:lnTo>
                    <a:pt x="50301" y="7654"/>
                  </a:lnTo>
                  <a:lnTo>
                    <a:pt x="51583" y="19737"/>
                  </a:lnTo>
                  <a:lnTo>
                    <a:pt x="51308" y="21893"/>
                  </a:lnTo>
                  <a:lnTo>
                    <a:pt x="50513" y="25247"/>
                  </a:lnTo>
                  <a:lnTo>
                    <a:pt x="49756" y="28103"/>
                  </a:lnTo>
                  <a:lnTo>
                    <a:pt x="48999" y="29891"/>
                  </a:lnTo>
                  <a:lnTo>
                    <a:pt x="48062" y="37504"/>
                  </a:lnTo>
                  <a:lnTo>
                    <a:pt x="47215" y="49871"/>
                  </a:lnTo>
                  <a:lnTo>
                    <a:pt x="47824" y="60992"/>
                  </a:lnTo>
                  <a:lnTo>
                    <a:pt x="47516" y="71265"/>
                  </a:lnTo>
                  <a:lnTo>
                    <a:pt x="47783" y="73693"/>
                  </a:lnTo>
                  <a:lnTo>
                    <a:pt x="47864" y="76716"/>
                  </a:lnTo>
                  <a:lnTo>
                    <a:pt x="47239" y="77260"/>
                  </a:lnTo>
                  <a:lnTo>
                    <a:pt x="46886" y="77169"/>
                  </a:lnTo>
                  <a:lnTo>
                    <a:pt x="46526" y="75312"/>
                  </a:lnTo>
                  <a:lnTo>
                    <a:pt x="46567" y="73680"/>
                  </a:lnTo>
                  <a:lnTo>
                    <a:pt x="46940" y="71766"/>
                  </a:lnTo>
                  <a:lnTo>
                    <a:pt x="47092" y="69171"/>
                  </a:lnTo>
                  <a:lnTo>
                    <a:pt x="46916" y="67814"/>
                  </a:lnTo>
                  <a:lnTo>
                    <a:pt x="46548" y="70774"/>
                  </a:lnTo>
                  <a:lnTo>
                    <a:pt x="45900" y="72097"/>
                  </a:lnTo>
                  <a:lnTo>
                    <a:pt x="45477" y="72555"/>
                  </a:lnTo>
                  <a:lnTo>
                    <a:pt x="45064" y="74052"/>
                  </a:lnTo>
                  <a:lnTo>
                    <a:pt x="45502" y="76866"/>
                  </a:lnTo>
                  <a:lnTo>
                    <a:pt x="46064" y="78925"/>
                  </a:lnTo>
                  <a:lnTo>
                    <a:pt x="46249" y="80402"/>
                  </a:lnTo>
                  <a:lnTo>
                    <a:pt x="46042" y="82161"/>
                  </a:lnTo>
                  <a:lnTo>
                    <a:pt x="45914" y="88166"/>
                  </a:lnTo>
                  <a:lnTo>
                    <a:pt x="45715" y="87999"/>
                  </a:lnTo>
                  <a:lnTo>
                    <a:pt x="45509" y="87188"/>
                  </a:lnTo>
                  <a:lnTo>
                    <a:pt x="44915" y="87133"/>
                  </a:lnTo>
                  <a:lnTo>
                    <a:pt x="44844" y="89553"/>
                  </a:lnTo>
                  <a:lnTo>
                    <a:pt x="44891" y="90905"/>
                  </a:lnTo>
                  <a:lnTo>
                    <a:pt x="44386" y="91946"/>
                  </a:lnTo>
                  <a:lnTo>
                    <a:pt x="44205" y="92991"/>
                  </a:lnTo>
                  <a:lnTo>
                    <a:pt x="44619" y="93725"/>
                  </a:lnTo>
                  <a:lnTo>
                    <a:pt x="45074" y="94165"/>
                  </a:lnTo>
                  <a:lnTo>
                    <a:pt x="45636" y="94069"/>
                  </a:lnTo>
                  <a:lnTo>
                    <a:pt x="46099" y="97044"/>
                  </a:lnTo>
                  <a:lnTo>
                    <a:pt x="46244" y="99462"/>
                  </a:lnTo>
                  <a:lnTo>
                    <a:pt x="45171" y="101694"/>
                  </a:lnTo>
                  <a:lnTo>
                    <a:pt x="44807" y="103542"/>
                  </a:lnTo>
                  <a:lnTo>
                    <a:pt x="44199" y="105782"/>
                  </a:lnTo>
                  <a:lnTo>
                    <a:pt x="43858" y="107983"/>
                  </a:lnTo>
                  <a:lnTo>
                    <a:pt x="43757" y="109568"/>
                  </a:lnTo>
                  <a:lnTo>
                    <a:pt x="44171" y="114577"/>
                  </a:lnTo>
                  <a:lnTo>
                    <a:pt x="44907" y="118131"/>
                  </a:lnTo>
                  <a:lnTo>
                    <a:pt x="45527" y="120389"/>
                  </a:lnTo>
                  <a:lnTo>
                    <a:pt x="46356" y="120879"/>
                  </a:lnTo>
                  <a:lnTo>
                    <a:pt x="46161" y="123254"/>
                  </a:lnTo>
                  <a:lnTo>
                    <a:pt x="45540" y="124761"/>
                  </a:lnTo>
                  <a:lnTo>
                    <a:pt x="44409" y="126020"/>
                  </a:lnTo>
                  <a:lnTo>
                    <a:pt x="43165" y="126254"/>
                  </a:lnTo>
                  <a:lnTo>
                    <a:pt x="41129" y="125062"/>
                  </a:lnTo>
                  <a:lnTo>
                    <a:pt x="40299" y="124924"/>
                  </a:lnTo>
                  <a:lnTo>
                    <a:pt x="39974" y="124293"/>
                  </a:lnTo>
                  <a:lnTo>
                    <a:pt x="39877" y="123123"/>
                  </a:lnTo>
                  <a:lnTo>
                    <a:pt x="39295" y="121367"/>
                  </a:lnTo>
                  <a:lnTo>
                    <a:pt x="38228" y="119028"/>
                  </a:lnTo>
                  <a:lnTo>
                    <a:pt x="37611" y="119188"/>
                  </a:lnTo>
                  <a:lnTo>
                    <a:pt x="36607" y="118680"/>
                  </a:lnTo>
                  <a:lnTo>
                    <a:pt x="34938" y="117086"/>
                  </a:lnTo>
                  <a:lnTo>
                    <a:pt x="34167" y="116891"/>
                  </a:lnTo>
                  <a:lnTo>
                    <a:pt x="33060" y="118259"/>
                  </a:lnTo>
                  <a:lnTo>
                    <a:pt x="31773" y="120050"/>
                  </a:lnTo>
                  <a:lnTo>
                    <a:pt x="28669" y="117254"/>
                  </a:lnTo>
                  <a:lnTo>
                    <a:pt x="26489" y="115288"/>
                  </a:lnTo>
                  <a:lnTo>
                    <a:pt x="24528" y="113519"/>
                  </a:lnTo>
                  <a:lnTo>
                    <a:pt x="24005" y="112836"/>
                  </a:lnTo>
                  <a:lnTo>
                    <a:pt x="23577" y="112983"/>
                  </a:lnTo>
                  <a:lnTo>
                    <a:pt x="23206" y="113910"/>
                  </a:lnTo>
                  <a:lnTo>
                    <a:pt x="22781" y="115554"/>
                  </a:lnTo>
                  <a:lnTo>
                    <a:pt x="22642" y="116024"/>
                  </a:lnTo>
                  <a:lnTo>
                    <a:pt x="22416" y="116476"/>
                  </a:lnTo>
                  <a:lnTo>
                    <a:pt x="22162" y="116598"/>
                  </a:lnTo>
                  <a:lnTo>
                    <a:pt x="22152" y="115816"/>
                  </a:lnTo>
                  <a:lnTo>
                    <a:pt x="21193" y="112561"/>
                  </a:lnTo>
                  <a:lnTo>
                    <a:pt x="19667" y="108643"/>
                  </a:lnTo>
                  <a:lnTo>
                    <a:pt x="13824" y="96618"/>
                  </a:lnTo>
                  <a:lnTo>
                    <a:pt x="11676" y="89430"/>
                  </a:lnTo>
                  <a:lnTo>
                    <a:pt x="10524" y="84256"/>
                  </a:lnTo>
                  <a:lnTo>
                    <a:pt x="9427" y="81564"/>
                  </a:lnTo>
                  <a:lnTo>
                    <a:pt x="6271" y="76057"/>
                  </a:lnTo>
                  <a:lnTo>
                    <a:pt x="5543" y="73863"/>
                  </a:lnTo>
                  <a:lnTo>
                    <a:pt x="2416" y="66499"/>
                  </a:lnTo>
                  <a:lnTo>
                    <a:pt x="30" y="62185"/>
                  </a:lnTo>
                  <a:lnTo>
                    <a:pt x="0" y="60350"/>
                  </a:lnTo>
                  <a:lnTo>
                    <a:pt x="979" y="58056"/>
                  </a:lnTo>
                  <a:lnTo>
                    <a:pt x="1459" y="58163"/>
                  </a:lnTo>
                  <a:lnTo>
                    <a:pt x="1981" y="59803"/>
                  </a:lnTo>
                  <a:lnTo>
                    <a:pt x="2828" y="61666"/>
                  </a:lnTo>
                  <a:lnTo>
                    <a:pt x="3228" y="61680"/>
                  </a:lnTo>
                  <a:lnTo>
                    <a:pt x="3816" y="60815"/>
                  </a:lnTo>
                  <a:lnTo>
                    <a:pt x="3831" y="59949"/>
                  </a:lnTo>
                  <a:lnTo>
                    <a:pt x="7031" y="59588"/>
                  </a:lnTo>
                  <a:lnTo>
                    <a:pt x="7604" y="59105"/>
                  </a:lnTo>
                  <a:lnTo>
                    <a:pt x="8185" y="57749"/>
                  </a:lnTo>
                  <a:lnTo>
                    <a:pt x="8481" y="55863"/>
                  </a:lnTo>
                  <a:lnTo>
                    <a:pt x="8531" y="54035"/>
                  </a:lnTo>
                  <a:lnTo>
                    <a:pt x="8653" y="52729"/>
                  </a:lnTo>
                  <a:lnTo>
                    <a:pt x="9167" y="51461"/>
                  </a:lnTo>
                  <a:lnTo>
                    <a:pt x="10104" y="51068"/>
                  </a:lnTo>
                  <a:lnTo>
                    <a:pt x="10827" y="50933"/>
                  </a:lnTo>
                  <a:lnTo>
                    <a:pt x="11041" y="50076"/>
                  </a:lnTo>
                  <a:lnTo>
                    <a:pt x="10824" y="47303"/>
                  </a:lnTo>
                  <a:lnTo>
                    <a:pt x="10433" y="40565"/>
                  </a:lnTo>
                  <a:lnTo>
                    <a:pt x="10352" y="38689"/>
                  </a:lnTo>
                  <a:lnTo>
                    <a:pt x="10485" y="37288"/>
                  </a:lnTo>
                  <a:lnTo>
                    <a:pt x="10777" y="36776"/>
                  </a:lnTo>
                  <a:lnTo>
                    <a:pt x="12197" y="36439"/>
                  </a:lnTo>
                  <a:lnTo>
                    <a:pt x="14882" y="37007"/>
                  </a:lnTo>
                  <a:lnTo>
                    <a:pt x="15402" y="36581"/>
                  </a:lnTo>
                  <a:lnTo>
                    <a:pt x="16478" y="32757"/>
                  </a:lnTo>
                  <a:lnTo>
                    <a:pt x="17480" y="29947"/>
                  </a:lnTo>
                  <a:lnTo>
                    <a:pt x="18193" y="28687"/>
                  </a:lnTo>
                  <a:lnTo>
                    <a:pt x="18755" y="28305"/>
                  </a:lnTo>
                  <a:lnTo>
                    <a:pt x="19406" y="30801"/>
                  </a:lnTo>
                  <a:lnTo>
                    <a:pt x="21674" y="34383"/>
                  </a:lnTo>
                  <a:lnTo>
                    <a:pt x="22058" y="34158"/>
                  </a:lnTo>
                  <a:lnTo>
                    <a:pt x="22282" y="33962"/>
                  </a:lnTo>
                  <a:lnTo>
                    <a:pt x="22353" y="33449"/>
                  </a:lnTo>
                  <a:lnTo>
                    <a:pt x="22313" y="31801"/>
                  </a:lnTo>
                  <a:lnTo>
                    <a:pt x="22880" y="30302"/>
                  </a:lnTo>
                  <a:lnTo>
                    <a:pt x="24056" y="28953"/>
                  </a:lnTo>
                  <a:lnTo>
                    <a:pt x="25238" y="26575"/>
                  </a:lnTo>
                  <a:lnTo>
                    <a:pt x="26426" y="23171"/>
                  </a:lnTo>
                  <a:lnTo>
                    <a:pt x="27458" y="21169"/>
                  </a:lnTo>
                  <a:lnTo>
                    <a:pt x="28330" y="20573"/>
                  </a:lnTo>
                  <a:lnTo>
                    <a:pt x="28662" y="19642"/>
                  </a:lnTo>
                  <a:lnTo>
                    <a:pt x="28454" y="18381"/>
                  </a:lnTo>
                  <a:lnTo>
                    <a:pt x="28524" y="16589"/>
                  </a:lnTo>
                  <a:lnTo>
                    <a:pt x="28871" y="14269"/>
                  </a:lnTo>
                  <a:lnTo>
                    <a:pt x="29378" y="12926"/>
                  </a:lnTo>
                  <a:lnTo>
                    <a:pt x="30045" y="12561"/>
                  </a:lnTo>
                  <a:lnTo>
                    <a:pt x="30308" y="11831"/>
                  </a:lnTo>
                  <a:lnTo>
                    <a:pt x="30168" y="10736"/>
                  </a:lnTo>
                  <a:lnTo>
                    <a:pt x="30298" y="9529"/>
                  </a:lnTo>
                  <a:lnTo>
                    <a:pt x="30899" y="7553"/>
                  </a:lnTo>
                  <a:lnTo>
                    <a:pt x="32334" y="5859"/>
                  </a:lnTo>
                  <a:lnTo>
                    <a:pt x="33154" y="6432"/>
                  </a:lnTo>
                  <a:lnTo>
                    <a:pt x="33838" y="8707"/>
                  </a:lnTo>
                  <a:lnTo>
                    <a:pt x="34802" y="10252"/>
                  </a:lnTo>
                  <a:lnTo>
                    <a:pt x="36049" y="11070"/>
                  </a:lnTo>
                  <a:lnTo>
                    <a:pt x="37016" y="10766"/>
                  </a:lnTo>
                  <a:lnTo>
                    <a:pt x="37706" y="9346"/>
                  </a:lnTo>
                  <a:lnTo>
                    <a:pt x="38326" y="8915"/>
                  </a:lnTo>
                  <a:lnTo>
                    <a:pt x="38876" y="9476"/>
                  </a:lnTo>
                  <a:lnTo>
                    <a:pt x="39167" y="9157"/>
                  </a:lnTo>
                  <a:lnTo>
                    <a:pt x="39198" y="7964"/>
                  </a:lnTo>
                  <a:lnTo>
                    <a:pt x="39483" y="7688"/>
                  </a:lnTo>
                  <a:lnTo>
                    <a:pt x="40022" y="8333"/>
                  </a:lnTo>
                  <a:lnTo>
                    <a:pt x="40501" y="8499"/>
                  </a:lnTo>
                  <a:lnTo>
                    <a:pt x="40919" y="8186"/>
                  </a:lnTo>
                  <a:lnTo>
                    <a:pt x="41082" y="7606"/>
                  </a:lnTo>
                  <a:lnTo>
                    <a:pt x="41166" y="7007"/>
                  </a:lnTo>
                  <a:lnTo>
                    <a:pt x="41479" y="6559"/>
                  </a:lnTo>
                  <a:lnTo>
                    <a:pt x="42555" y="7002"/>
                  </a:lnTo>
                  <a:lnTo>
                    <a:pt x="43763" y="6310"/>
                  </a:lnTo>
                  <a:lnTo>
                    <a:pt x="45102" y="4485"/>
                  </a:lnTo>
                  <a:lnTo>
                    <a:pt x="45992" y="3679"/>
                  </a:lnTo>
                  <a:lnTo>
                    <a:pt x="46431" y="3889"/>
                  </a:lnTo>
                  <a:lnTo>
                    <a:pt x="46957" y="2969"/>
                  </a:lnTo>
                  <a:lnTo>
                    <a:pt x="47570" y="917"/>
                  </a:lnTo>
                  <a:lnTo>
                    <a:pt x="4896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1243130" y="4194498"/>
              <a:ext cx="1783" cy="5078"/>
            </a:xfrm>
            <a:custGeom>
              <a:avLst/>
              <a:pathLst>
                <a:path w="1783" h="5078">
                  <a:moveTo>
                    <a:pt x="1667" y="3456"/>
                  </a:moveTo>
                  <a:lnTo>
                    <a:pt x="512" y="5078"/>
                  </a:lnTo>
                  <a:lnTo>
                    <a:pt x="0" y="3156"/>
                  </a:lnTo>
                  <a:lnTo>
                    <a:pt x="455" y="715"/>
                  </a:lnTo>
                  <a:lnTo>
                    <a:pt x="998" y="77"/>
                  </a:lnTo>
                  <a:lnTo>
                    <a:pt x="1315" y="0"/>
                  </a:lnTo>
                  <a:lnTo>
                    <a:pt x="1783" y="22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412087" y="3270559"/>
              <a:ext cx="1902" cy="7974"/>
            </a:xfrm>
            <a:custGeom>
              <a:avLst/>
              <a:pathLst>
                <a:path w="1902" h="7974">
                  <a:moveTo>
                    <a:pt x="1902" y="4650"/>
                  </a:moveTo>
                  <a:lnTo>
                    <a:pt x="1343" y="7974"/>
                  </a:lnTo>
                  <a:lnTo>
                    <a:pt x="1022" y="6491"/>
                  </a:lnTo>
                  <a:lnTo>
                    <a:pt x="964" y="3848"/>
                  </a:lnTo>
                  <a:lnTo>
                    <a:pt x="736" y="2813"/>
                  </a:lnTo>
                  <a:lnTo>
                    <a:pt x="260" y="2182"/>
                  </a:lnTo>
                  <a:lnTo>
                    <a:pt x="0" y="1312"/>
                  </a:lnTo>
                  <a:lnTo>
                    <a:pt x="21" y="0"/>
                  </a:lnTo>
                  <a:lnTo>
                    <a:pt x="1744" y="20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473902" y="3116064"/>
              <a:ext cx="714" cy="1634"/>
            </a:xfrm>
            <a:custGeom>
              <a:avLst/>
              <a:pathLst>
                <a:path w="714" h="1634">
                  <a:moveTo>
                    <a:pt x="714" y="1025"/>
                  </a:moveTo>
                  <a:lnTo>
                    <a:pt x="436" y="1634"/>
                  </a:lnTo>
                  <a:lnTo>
                    <a:pt x="189" y="1579"/>
                  </a:lnTo>
                  <a:lnTo>
                    <a:pt x="28" y="991"/>
                  </a:lnTo>
                  <a:lnTo>
                    <a:pt x="0" y="0"/>
                  </a:lnTo>
                  <a:lnTo>
                    <a:pt x="233" y="271"/>
                  </a:lnTo>
                  <a:lnTo>
                    <a:pt x="320" y="422"/>
                  </a:lnTo>
                  <a:lnTo>
                    <a:pt x="393" y="6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470969" y="3112476"/>
              <a:ext cx="317" cy="952"/>
            </a:xfrm>
            <a:custGeom>
              <a:avLst/>
              <a:pathLst>
                <a:path w="317" h="952">
                  <a:moveTo>
                    <a:pt x="148" y="952"/>
                  </a:moveTo>
                  <a:lnTo>
                    <a:pt x="0" y="683"/>
                  </a:lnTo>
                  <a:lnTo>
                    <a:pt x="26" y="193"/>
                  </a:lnTo>
                  <a:lnTo>
                    <a:pt x="147" y="0"/>
                  </a:lnTo>
                  <a:lnTo>
                    <a:pt x="241" y="135"/>
                  </a:lnTo>
                  <a:lnTo>
                    <a:pt x="317" y="52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3237459" y="2115266"/>
              <a:ext cx="10081" cy="5665"/>
            </a:xfrm>
            <a:custGeom>
              <a:avLst/>
              <a:pathLst>
                <a:path w="10081" h="5665">
                  <a:moveTo>
                    <a:pt x="10081" y="382"/>
                  </a:moveTo>
                  <a:lnTo>
                    <a:pt x="9912" y="1497"/>
                  </a:lnTo>
                  <a:lnTo>
                    <a:pt x="9464" y="2728"/>
                  </a:lnTo>
                  <a:lnTo>
                    <a:pt x="7939" y="4501"/>
                  </a:lnTo>
                  <a:lnTo>
                    <a:pt x="6351" y="5665"/>
                  </a:lnTo>
                  <a:lnTo>
                    <a:pt x="5531" y="5520"/>
                  </a:lnTo>
                  <a:lnTo>
                    <a:pt x="4969" y="4911"/>
                  </a:lnTo>
                  <a:lnTo>
                    <a:pt x="4667" y="4272"/>
                  </a:lnTo>
                  <a:lnTo>
                    <a:pt x="3817" y="3656"/>
                  </a:lnTo>
                  <a:lnTo>
                    <a:pt x="2648" y="3345"/>
                  </a:lnTo>
                  <a:lnTo>
                    <a:pt x="1921" y="4012"/>
                  </a:lnTo>
                  <a:lnTo>
                    <a:pt x="1402" y="4644"/>
                  </a:lnTo>
                  <a:lnTo>
                    <a:pt x="948" y="4540"/>
                  </a:lnTo>
                  <a:lnTo>
                    <a:pt x="606" y="4012"/>
                  </a:lnTo>
                  <a:lnTo>
                    <a:pt x="345" y="3200"/>
                  </a:lnTo>
                  <a:lnTo>
                    <a:pt x="0" y="642"/>
                  </a:lnTo>
                  <a:lnTo>
                    <a:pt x="870" y="174"/>
                  </a:lnTo>
                  <a:lnTo>
                    <a:pt x="2754" y="0"/>
                  </a:lnTo>
                  <a:lnTo>
                    <a:pt x="4216" y="894"/>
                  </a:lnTo>
                  <a:lnTo>
                    <a:pt x="6137" y="1327"/>
                  </a:lnTo>
                  <a:lnTo>
                    <a:pt x="7606" y="102"/>
                  </a:lnTo>
                  <a:lnTo>
                    <a:pt x="8762" y="11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3241469" y="2105012"/>
              <a:ext cx="4333" cy="3527"/>
            </a:xfrm>
            <a:custGeom>
              <a:avLst/>
              <a:pathLst>
                <a:path w="4333" h="3527">
                  <a:moveTo>
                    <a:pt x="2883" y="206"/>
                  </a:moveTo>
                  <a:lnTo>
                    <a:pt x="4007" y="1817"/>
                  </a:lnTo>
                  <a:lnTo>
                    <a:pt x="4246" y="2333"/>
                  </a:lnTo>
                  <a:lnTo>
                    <a:pt x="4333" y="2885"/>
                  </a:lnTo>
                  <a:lnTo>
                    <a:pt x="2905" y="3527"/>
                  </a:lnTo>
                  <a:lnTo>
                    <a:pt x="1386" y="1549"/>
                  </a:lnTo>
                  <a:lnTo>
                    <a:pt x="383" y="2015"/>
                  </a:lnTo>
                  <a:lnTo>
                    <a:pt x="5" y="1079"/>
                  </a:lnTo>
                  <a:lnTo>
                    <a:pt x="0" y="494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3253099" y="2062554"/>
              <a:ext cx="2039" cy="5422"/>
            </a:xfrm>
            <a:custGeom>
              <a:avLst/>
              <a:pathLst>
                <a:path w="2039" h="5422">
                  <a:moveTo>
                    <a:pt x="2036" y="3327"/>
                  </a:moveTo>
                  <a:lnTo>
                    <a:pt x="896" y="5422"/>
                  </a:lnTo>
                  <a:lnTo>
                    <a:pt x="202" y="4836"/>
                  </a:lnTo>
                  <a:lnTo>
                    <a:pt x="0" y="4351"/>
                  </a:lnTo>
                  <a:lnTo>
                    <a:pt x="352" y="2718"/>
                  </a:lnTo>
                  <a:lnTo>
                    <a:pt x="203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3255386" y="2058804"/>
              <a:ext cx="2309" cy="2234"/>
            </a:xfrm>
            <a:custGeom>
              <a:avLst/>
              <a:pathLst>
                <a:path w="2309" h="2234">
                  <a:moveTo>
                    <a:pt x="2309" y="64"/>
                  </a:moveTo>
                  <a:lnTo>
                    <a:pt x="182" y="2234"/>
                  </a:lnTo>
                  <a:lnTo>
                    <a:pt x="0" y="1890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3238596" y="2054935"/>
              <a:ext cx="43136" cy="79508"/>
            </a:xfrm>
            <a:custGeom>
              <a:avLst/>
              <a:pathLst>
                <a:path w="43136" h="79508">
                  <a:moveTo>
                    <a:pt x="8944" y="60714"/>
                  </a:moveTo>
                  <a:lnTo>
                    <a:pt x="7939" y="60269"/>
                  </a:lnTo>
                  <a:lnTo>
                    <a:pt x="6417" y="59037"/>
                  </a:lnTo>
                  <a:lnTo>
                    <a:pt x="4291" y="60037"/>
                  </a:lnTo>
                  <a:lnTo>
                    <a:pt x="2815" y="58839"/>
                  </a:lnTo>
                  <a:lnTo>
                    <a:pt x="1587" y="58721"/>
                  </a:lnTo>
                  <a:lnTo>
                    <a:pt x="823" y="57767"/>
                  </a:lnTo>
                  <a:lnTo>
                    <a:pt x="0" y="56154"/>
                  </a:lnTo>
                  <a:lnTo>
                    <a:pt x="583" y="55094"/>
                  </a:lnTo>
                  <a:lnTo>
                    <a:pt x="1147" y="54726"/>
                  </a:lnTo>
                  <a:lnTo>
                    <a:pt x="3395" y="54521"/>
                  </a:lnTo>
                  <a:lnTo>
                    <a:pt x="5030" y="55166"/>
                  </a:lnTo>
                  <a:lnTo>
                    <a:pt x="7967" y="58666"/>
                  </a:lnTo>
                  <a:lnTo>
                    <a:pt x="8709" y="58639"/>
                  </a:lnTo>
                  <a:lnTo>
                    <a:pt x="9496" y="58197"/>
                  </a:lnTo>
                  <a:lnTo>
                    <a:pt x="9096" y="57244"/>
                  </a:lnTo>
                  <a:lnTo>
                    <a:pt x="8361" y="56789"/>
                  </a:lnTo>
                  <a:lnTo>
                    <a:pt x="7267" y="55848"/>
                  </a:lnTo>
                  <a:lnTo>
                    <a:pt x="6396" y="54527"/>
                  </a:lnTo>
                  <a:lnTo>
                    <a:pt x="8443" y="54100"/>
                  </a:lnTo>
                  <a:lnTo>
                    <a:pt x="8160" y="53416"/>
                  </a:lnTo>
                  <a:lnTo>
                    <a:pt x="7890" y="52250"/>
                  </a:lnTo>
                  <a:lnTo>
                    <a:pt x="5730" y="48183"/>
                  </a:lnTo>
                  <a:lnTo>
                    <a:pt x="6099" y="47082"/>
                  </a:lnTo>
                  <a:lnTo>
                    <a:pt x="6641" y="44720"/>
                  </a:lnTo>
                  <a:lnTo>
                    <a:pt x="7318" y="42759"/>
                  </a:lnTo>
                  <a:lnTo>
                    <a:pt x="7857" y="42232"/>
                  </a:lnTo>
                  <a:lnTo>
                    <a:pt x="8744" y="40842"/>
                  </a:lnTo>
                  <a:lnTo>
                    <a:pt x="10671" y="36769"/>
                  </a:lnTo>
                  <a:lnTo>
                    <a:pt x="11898" y="33449"/>
                  </a:lnTo>
                  <a:lnTo>
                    <a:pt x="12810" y="29507"/>
                  </a:lnTo>
                  <a:lnTo>
                    <a:pt x="14147" y="18657"/>
                  </a:lnTo>
                  <a:lnTo>
                    <a:pt x="14543" y="16814"/>
                  </a:lnTo>
                  <a:lnTo>
                    <a:pt x="15188" y="14770"/>
                  </a:lnTo>
                  <a:lnTo>
                    <a:pt x="15997" y="15155"/>
                  </a:lnTo>
                  <a:lnTo>
                    <a:pt x="16560" y="15744"/>
                  </a:lnTo>
                  <a:lnTo>
                    <a:pt x="18554" y="14198"/>
                  </a:lnTo>
                  <a:lnTo>
                    <a:pt x="21974" y="10184"/>
                  </a:lnTo>
                  <a:lnTo>
                    <a:pt x="22982" y="6710"/>
                  </a:lnTo>
                  <a:lnTo>
                    <a:pt x="23972" y="5096"/>
                  </a:lnTo>
                  <a:lnTo>
                    <a:pt x="27902" y="1949"/>
                  </a:lnTo>
                  <a:lnTo>
                    <a:pt x="30073" y="1007"/>
                  </a:lnTo>
                  <a:lnTo>
                    <a:pt x="33422" y="764"/>
                  </a:lnTo>
                  <a:lnTo>
                    <a:pt x="35843" y="203"/>
                  </a:lnTo>
                  <a:lnTo>
                    <a:pt x="38750" y="0"/>
                  </a:lnTo>
                  <a:lnTo>
                    <a:pt x="39857" y="1943"/>
                  </a:lnTo>
                  <a:lnTo>
                    <a:pt x="40499" y="3364"/>
                  </a:lnTo>
                  <a:lnTo>
                    <a:pt x="41533" y="4153"/>
                  </a:lnTo>
                  <a:lnTo>
                    <a:pt x="43136" y="4694"/>
                  </a:lnTo>
                  <a:lnTo>
                    <a:pt x="43040" y="7504"/>
                  </a:lnTo>
                  <a:lnTo>
                    <a:pt x="43051" y="13050"/>
                  </a:lnTo>
                  <a:lnTo>
                    <a:pt x="42931" y="14034"/>
                  </a:lnTo>
                  <a:lnTo>
                    <a:pt x="42213" y="16374"/>
                  </a:lnTo>
                  <a:lnTo>
                    <a:pt x="41451" y="20577"/>
                  </a:lnTo>
                  <a:lnTo>
                    <a:pt x="41245" y="23337"/>
                  </a:lnTo>
                  <a:lnTo>
                    <a:pt x="41017" y="23864"/>
                  </a:lnTo>
                  <a:lnTo>
                    <a:pt x="37970" y="23848"/>
                  </a:lnTo>
                  <a:lnTo>
                    <a:pt x="37537" y="24327"/>
                  </a:lnTo>
                  <a:lnTo>
                    <a:pt x="37475" y="24924"/>
                  </a:lnTo>
                  <a:lnTo>
                    <a:pt x="37629" y="25636"/>
                  </a:lnTo>
                  <a:lnTo>
                    <a:pt x="37556" y="26343"/>
                  </a:lnTo>
                  <a:lnTo>
                    <a:pt x="37316" y="26918"/>
                  </a:lnTo>
                  <a:lnTo>
                    <a:pt x="37447" y="27833"/>
                  </a:lnTo>
                  <a:lnTo>
                    <a:pt x="37975" y="28873"/>
                  </a:lnTo>
                  <a:lnTo>
                    <a:pt x="38938" y="29515"/>
                  </a:lnTo>
                  <a:lnTo>
                    <a:pt x="39969" y="29574"/>
                  </a:lnTo>
                  <a:lnTo>
                    <a:pt x="40499" y="29462"/>
                  </a:lnTo>
                  <a:lnTo>
                    <a:pt x="40887" y="30204"/>
                  </a:lnTo>
                  <a:lnTo>
                    <a:pt x="41270" y="31349"/>
                  </a:lnTo>
                  <a:lnTo>
                    <a:pt x="41241" y="32789"/>
                  </a:lnTo>
                  <a:lnTo>
                    <a:pt x="41091" y="34724"/>
                  </a:lnTo>
                  <a:lnTo>
                    <a:pt x="40604" y="36512"/>
                  </a:lnTo>
                  <a:lnTo>
                    <a:pt x="39198" y="38572"/>
                  </a:lnTo>
                  <a:lnTo>
                    <a:pt x="38568" y="39298"/>
                  </a:lnTo>
                  <a:lnTo>
                    <a:pt x="37977" y="39668"/>
                  </a:lnTo>
                  <a:lnTo>
                    <a:pt x="37695" y="40214"/>
                  </a:lnTo>
                  <a:lnTo>
                    <a:pt x="37563" y="40904"/>
                  </a:lnTo>
                  <a:lnTo>
                    <a:pt x="37593" y="41515"/>
                  </a:lnTo>
                  <a:lnTo>
                    <a:pt x="38592" y="43170"/>
                  </a:lnTo>
                  <a:lnTo>
                    <a:pt x="38568" y="43548"/>
                  </a:lnTo>
                  <a:lnTo>
                    <a:pt x="38278" y="44408"/>
                  </a:lnTo>
                  <a:lnTo>
                    <a:pt x="37894" y="45218"/>
                  </a:lnTo>
                  <a:lnTo>
                    <a:pt x="35314" y="46900"/>
                  </a:lnTo>
                  <a:lnTo>
                    <a:pt x="34248" y="46769"/>
                  </a:lnTo>
                  <a:lnTo>
                    <a:pt x="33640" y="47607"/>
                  </a:lnTo>
                  <a:lnTo>
                    <a:pt x="33450" y="47766"/>
                  </a:lnTo>
                  <a:lnTo>
                    <a:pt x="32776" y="46995"/>
                  </a:lnTo>
                  <a:lnTo>
                    <a:pt x="31274" y="46108"/>
                  </a:lnTo>
                  <a:lnTo>
                    <a:pt x="30706" y="46414"/>
                  </a:lnTo>
                  <a:lnTo>
                    <a:pt x="30391" y="46900"/>
                  </a:lnTo>
                  <a:lnTo>
                    <a:pt x="29445" y="47490"/>
                  </a:lnTo>
                  <a:lnTo>
                    <a:pt x="28767" y="48415"/>
                  </a:lnTo>
                  <a:lnTo>
                    <a:pt x="28765" y="49605"/>
                  </a:lnTo>
                  <a:lnTo>
                    <a:pt x="29964" y="52683"/>
                  </a:lnTo>
                  <a:lnTo>
                    <a:pt x="30386" y="53287"/>
                  </a:lnTo>
                  <a:lnTo>
                    <a:pt x="30406" y="54436"/>
                  </a:lnTo>
                  <a:lnTo>
                    <a:pt x="30987" y="55879"/>
                  </a:lnTo>
                  <a:lnTo>
                    <a:pt x="31581" y="57686"/>
                  </a:lnTo>
                  <a:lnTo>
                    <a:pt x="31646" y="58836"/>
                  </a:lnTo>
                  <a:lnTo>
                    <a:pt x="31577" y="60001"/>
                  </a:lnTo>
                  <a:lnTo>
                    <a:pt x="31270" y="61649"/>
                  </a:lnTo>
                  <a:lnTo>
                    <a:pt x="30231" y="65511"/>
                  </a:lnTo>
                  <a:lnTo>
                    <a:pt x="30218" y="66253"/>
                  </a:lnTo>
                  <a:lnTo>
                    <a:pt x="30306" y="66815"/>
                  </a:lnTo>
                  <a:lnTo>
                    <a:pt x="30662" y="66971"/>
                  </a:lnTo>
                  <a:lnTo>
                    <a:pt x="30933" y="67263"/>
                  </a:lnTo>
                  <a:lnTo>
                    <a:pt x="30853" y="67778"/>
                  </a:lnTo>
                  <a:lnTo>
                    <a:pt x="28909" y="70458"/>
                  </a:lnTo>
                  <a:lnTo>
                    <a:pt x="28658" y="70927"/>
                  </a:lnTo>
                  <a:lnTo>
                    <a:pt x="27842" y="70795"/>
                  </a:lnTo>
                  <a:lnTo>
                    <a:pt x="27718" y="71243"/>
                  </a:lnTo>
                  <a:lnTo>
                    <a:pt x="27829" y="71966"/>
                  </a:lnTo>
                  <a:lnTo>
                    <a:pt x="28146" y="72600"/>
                  </a:lnTo>
                  <a:lnTo>
                    <a:pt x="28840" y="72933"/>
                  </a:lnTo>
                  <a:lnTo>
                    <a:pt x="29436" y="73612"/>
                  </a:lnTo>
                  <a:lnTo>
                    <a:pt x="29915" y="74944"/>
                  </a:lnTo>
                  <a:lnTo>
                    <a:pt x="29288" y="79508"/>
                  </a:lnTo>
                  <a:lnTo>
                    <a:pt x="28120" y="79445"/>
                  </a:lnTo>
                  <a:lnTo>
                    <a:pt x="27025" y="79387"/>
                  </a:lnTo>
                  <a:lnTo>
                    <a:pt x="26447" y="79238"/>
                  </a:lnTo>
                  <a:lnTo>
                    <a:pt x="25831" y="78789"/>
                  </a:lnTo>
                  <a:lnTo>
                    <a:pt x="25550" y="77867"/>
                  </a:lnTo>
                  <a:lnTo>
                    <a:pt x="25208" y="76755"/>
                  </a:lnTo>
                  <a:lnTo>
                    <a:pt x="25302" y="76074"/>
                  </a:lnTo>
                  <a:lnTo>
                    <a:pt x="26326" y="74139"/>
                  </a:lnTo>
                  <a:lnTo>
                    <a:pt x="26480" y="73604"/>
                  </a:lnTo>
                  <a:lnTo>
                    <a:pt x="26375" y="73318"/>
                  </a:lnTo>
                  <a:lnTo>
                    <a:pt x="26478" y="72465"/>
                  </a:lnTo>
                  <a:lnTo>
                    <a:pt x="27266" y="69580"/>
                  </a:lnTo>
                  <a:lnTo>
                    <a:pt x="27368" y="68421"/>
                  </a:lnTo>
                  <a:lnTo>
                    <a:pt x="27015" y="67610"/>
                  </a:lnTo>
                  <a:lnTo>
                    <a:pt x="26507" y="67125"/>
                  </a:lnTo>
                  <a:lnTo>
                    <a:pt x="24855" y="66270"/>
                  </a:lnTo>
                  <a:lnTo>
                    <a:pt x="24069" y="65062"/>
                  </a:lnTo>
                  <a:lnTo>
                    <a:pt x="23705" y="64008"/>
                  </a:lnTo>
                  <a:lnTo>
                    <a:pt x="23337" y="63710"/>
                  </a:lnTo>
                  <a:lnTo>
                    <a:pt x="22795" y="64067"/>
                  </a:lnTo>
                  <a:lnTo>
                    <a:pt x="21427" y="64459"/>
                  </a:lnTo>
                  <a:lnTo>
                    <a:pt x="20314" y="63891"/>
                  </a:lnTo>
                  <a:lnTo>
                    <a:pt x="18999" y="61895"/>
                  </a:lnTo>
                  <a:lnTo>
                    <a:pt x="18694" y="60112"/>
                  </a:lnTo>
                  <a:lnTo>
                    <a:pt x="18534" y="58744"/>
                  </a:lnTo>
                  <a:lnTo>
                    <a:pt x="18206" y="58272"/>
                  </a:lnTo>
                  <a:lnTo>
                    <a:pt x="17764" y="58973"/>
                  </a:lnTo>
                  <a:lnTo>
                    <a:pt x="17204" y="60084"/>
                  </a:lnTo>
                  <a:lnTo>
                    <a:pt x="16101" y="60217"/>
                  </a:lnTo>
                  <a:lnTo>
                    <a:pt x="15786" y="59958"/>
                  </a:lnTo>
                  <a:lnTo>
                    <a:pt x="15732" y="59344"/>
                  </a:lnTo>
                  <a:lnTo>
                    <a:pt x="15669" y="58756"/>
                  </a:lnTo>
                  <a:lnTo>
                    <a:pt x="15366" y="58027"/>
                  </a:lnTo>
                  <a:lnTo>
                    <a:pt x="15038" y="57622"/>
                  </a:lnTo>
                  <a:lnTo>
                    <a:pt x="13637" y="59672"/>
                  </a:lnTo>
                  <a:lnTo>
                    <a:pt x="13117" y="59666"/>
                  </a:lnTo>
                  <a:lnTo>
                    <a:pt x="12459" y="58878"/>
                  </a:lnTo>
                  <a:lnTo>
                    <a:pt x="12135" y="58106"/>
                  </a:lnTo>
                  <a:lnTo>
                    <a:pt x="11415" y="58546"/>
                  </a:lnTo>
                  <a:lnTo>
                    <a:pt x="10769" y="59499"/>
                  </a:lnTo>
                  <a:lnTo>
                    <a:pt x="10991" y="61286"/>
                  </a:lnTo>
                  <a:lnTo>
                    <a:pt x="10642" y="61614"/>
                  </a:lnTo>
                  <a:lnTo>
                    <a:pt x="9845" y="614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3258635" y="2054864"/>
              <a:ext cx="4515" cy="1943"/>
            </a:xfrm>
            <a:custGeom>
              <a:avLst/>
              <a:pathLst>
                <a:path w="4515" h="1943">
                  <a:moveTo>
                    <a:pt x="1559" y="1708"/>
                  </a:moveTo>
                  <a:lnTo>
                    <a:pt x="487" y="1943"/>
                  </a:lnTo>
                  <a:lnTo>
                    <a:pt x="0" y="1529"/>
                  </a:lnTo>
                  <a:lnTo>
                    <a:pt x="2588" y="357"/>
                  </a:lnTo>
                  <a:lnTo>
                    <a:pt x="4225" y="0"/>
                  </a:lnTo>
                  <a:lnTo>
                    <a:pt x="4515" y="1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3263976" y="2053932"/>
              <a:ext cx="3164" cy="959"/>
            </a:xfrm>
            <a:custGeom>
              <a:avLst/>
              <a:pathLst>
                <a:path w="3164" h="959">
                  <a:moveTo>
                    <a:pt x="3164" y="480"/>
                  </a:moveTo>
                  <a:lnTo>
                    <a:pt x="894" y="959"/>
                  </a:lnTo>
                  <a:lnTo>
                    <a:pt x="126" y="597"/>
                  </a:lnTo>
                  <a:lnTo>
                    <a:pt x="0" y="253"/>
                  </a:lnTo>
                  <a:lnTo>
                    <a:pt x="619" y="50"/>
                  </a:lnTo>
                  <a:lnTo>
                    <a:pt x="2554" y="0"/>
                  </a:lnTo>
                  <a:lnTo>
                    <a:pt x="3152" y="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3269787" y="2052753"/>
              <a:ext cx="2003" cy="1128"/>
            </a:xfrm>
            <a:custGeom>
              <a:avLst/>
              <a:pathLst>
                <a:path w="2003" h="1128">
                  <a:moveTo>
                    <a:pt x="2003" y="125"/>
                  </a:moveTo>
                  <a:lnTo>
                    <a:pt x="391" y="1128"/>
                  </a:lnTo>
                  <a:lnTo>
                    <a:pt x="0" y="917"/>
                  </a:lnTo>
                  <a:lnTo>
                    <a:pt x="96" y="627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3275343" y="2049488"/>
              <a:ext cx="1827" cy="1367"/>
            </a:xfrm>
            <a:custGeom>
              <a:avLst/>
              <a:pathLst>
                <a:path w="1827" h="1367">
                  <a:moveTo>
                    <a:pt x="1066" y="1269"/>
                  </a:moveTo>
                  <a:lnTo>
                    <a:pt x="0" y="1367"/>
                  </a:lnTo>
                  <a:lnTo>
                    <a:pt x="304" y="585"/>
                  </a:lnTo>
                  <a:lnTo>
                    <a:pt x="1294" y="0"/>
                  </a:lnTo>
                  <a:lnTo>
                    <a:pt x="18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3255641" y="1847770"/>
              <a:ext cx="1829" cy="7779"/>
            </a:xfrm>
            <a:custGeom>
              <a:avLst/>
              <a:pathLst>
                <a:path w="1829" h="7779">
                  <a:moveTo>
                    <a:pt x="1792" y="4269"/>
                  </a:moveTo>
                  <a:lnTo>
                    <a:pt x="1829" y="7779"/>
                  </a:lnTo>
                  <a:lnTo>
                    <a:pt x="769" y="7514"/>
                  </a:lnTo>
                  <a:lnTo>
                    <a:pt x="293" y="6167"/>
                  </a:lnTo>
                  <a:lnTo>
                    <a:pt x="155" y="5308"/>
                  </a:lnTo>
                  <a:lnTo>
                    <a:pt x="238" y="3276"/>
                  </a:lnTo>
                  <a:lnTo>
                    <a:pt x="0" y="1181"/>
                  </a:lnTo>
                  <a:lnTo>
                    <a:pt x="312" y="141"/>
                  </a:lnTo>
                  <a:lnTo>
                    <a:pt x="696" y="0"/>
                  </a:lnTo>
                  <a:lnTo>
                    <a:pt x="1382" y="18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3254133" y="1825687"/>
              <a:ext cx="2004" cy="3765"/>
            </a:xfrm>
            <a:custGeom>
              <a:avLst/>
              <a:pathLst>
                <a:path w="2004" h="3765">
                  <a:moveTo>
                    <a:pt x="1837" y="3392"/>
                  </a:moveTo>
                  <a:lnTo>
                    <a:pt x="818" y="3765"/>
                  </a:lnTo>
                  <a:lnTo>
                    <a:pt x="0" y="3446"/>
                  </a:lnTo>
                  <a:lnTo>
                    <a:pt x="292" y="624"/>
                  </a:lnTo>
                  <a:lnTo>
                    <a:pt x="720" y="162"/>
                  </a:lnTo>
                  <a:lnTo>
                    <a:pt x="1339" y="0"/>
                  </a:lnTo>
                  <a:lnTo>
                    <a:pt x="2004" y="15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3288715" y="1758568"/>
              <a:ext cx="3877" cy="3956"/>
            </a:xfrm>
            <a:custGeom>
              <a:avLst/>
              <a:pathLst>
                <a:path w="3877" h="3956">
                  <a:moveTo>
                    <a:pt x="3437" y="3935"/>
                  </a:moveTo>
                  <a:lnTo>
                    <a:pt x="2309" y="3956"/>
                  </a:lnTo>
                  <a:lnTo>
                    <a:pt x="969" y="3500"/>
                  </a:lnTo>
                  <a:lnTo>
                    <a:pt x="130" y="2533"/>
                  </a:lnTo>
                  <a:lnTo>
                    <a:pt x="0" y="1681"/>
                  </a:lnTo>
                  <a:lnTo>
                    <a:pt x="1546" y="620"/>
                  </a:lnTo>
                  <a:lnTo>
                    <a:pt x="3101" y="0"/>
                  </a:lnTo>
                  <a:lnTo>
                    <a:pt x="3822" y="1165"/>
                  </a:lnTo>
                  <a:lnTo>
                    <a:pt x="3877" y="30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3294274" y="1748704"/>
              <a:ext cx="6073" cy="4132"/>
            </a:xfrm>
            <a:custGeom>
              <a:avLst/>
              <a:pathLst>
                <a:path w="6073" h="4132">
                  <a:moveTo>
                    <a:pt x="2113" y="4062"/>
                  </a:moveTo>
                  <a:lnTo>
                    <a:pt x="794" y="4132"/>
                  </a:lnTo>
                  <a:lnTo>
                    <a:pt x="0" y="3471"/>
                  </a:lnTo>
                  <a:lnTo>
                    <a:pt x="1889" y="2151"/>
                  </a:lnTo>
                  <a:lnTo>
                    <a:pt x="4853" y="895"/>
                  </a:lnTo>
                  <a:lnTo>
                    <a:pt x="5135" y="98"/>
                  </a:lnTo>
                  <a:lnTo>
                    <a:pt x="5495" y="0"/>
                  </a:lnTo>
                  <a:lnTo>
                    <a:pt x="6008" y="981"/>
                  </a:lnTo>
                  <a:lnTo>
                    <a:pt x="6073" y="2324"/>
                  </a:lnTo>
                  <a:lnTo>
                    <a:pt x="5747" y="29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3322500" y="1714011"/>
              <a:ext cx="5827" cy="4156"/>
            </a:xfrm>
            <a:custGeom>
              <a:avLst/>
              <a:pathLst>
                <a:path w="5827" h="4156">
                  <a:moveTo>
                    <a:pt x="5657" y="3334"/>
                  </a:moveTo>
                  <a:lnTo>
                    <a:pt x="5053" y="4156"/>
                  </a:lnTo>
                  <a:lnTo>
                    <a:pt x="3713" y="3496"/>
                  </a:lnTo>
                  <a:lnTo>
                    <a:pt x="1066" y="4006"/>
                  </a:lnTo>
                  <a:lnTo>
                    <a:pt x="0" y="3203"/>
                  </a:lnTo>
                  <a:lnTo>
                    <a:pt x="847" y="1639"/>
                  </a:lnTo>
                  <a:lnTo>
                    <a:pt x="3235" y="0"/>
                  </a:lnTo>
                  <a:lnTo>
                    <a:pt x="4520" y="75"/>
                  </a:lnTo>
                  <a:lnTo>
                    <a:pt x="5827" y="20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3334300" y="1692523"/>
              <a:ext cx="2739" cy="3256"/>
            </a:xfrm>
            <a:custGeom>
              <a:avLst/>
              <a:pathLst>
                <a:path w="2739" h="3256">
                  <a:moveTo>
                    <a:pt x="2334" y="2346"/>
                  </a:moveTo>
                  <a:lnTo>
                    <a:pt x="1573" y="3256"/>
                  </a:lnTo>
                  <a:lnTo>
                    <a:pt x="151" y="2995"/>
                  </a:lnTo>
                  <a:lnTo>
                    <a:pt x="0" y="2214"/>
                  </a:lnTo>
                  <a:lnTo>
                    <a:pt x="405" y="650"/>
                  </a:lnTo>
                  <a:lnTo>
                    <a:pt x="1268" y="0"/>
                  </a:lnTo>
                  <a:lnTo>
                    <a:pt x="2384" y="128"/>
                  </a:lnTo>
                  <a:lnTo>
                    <a:pt x="2739" y="7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3341945" y="1683497"/>
              <a:ext cx="4019" cy="3318"/>
            </a:xfrm>
            <a:custGeom>
              <a:avLst/>
              <a:pathLst>
                <a:path w="4019" h="3318">
                  <a:moveTo>
                    <a:pt x="921" y="3233"/>
                  </a:moveTo>
                  <a:lnTo>
                    <a:pt x="0" y="3318"/>
                  </a:lnTo>
                  <a:lnTo>
                    <a:pt x="7" y="2110"/>
                  </a:lnTo>
                  <a:lnTo>
                    <a:pt x="536" y="1012"/>
                  </a:lnTo>
                  <a:lnTo>
                    <a:pt x="1373" y="279"/>
                  </a:lnTo>
                  <a:lnTo>
                    <a:pt x="2449" y="83"/>
                  </a:lnTo>
                  <a:lnTo>
                    <a:pt x="3654" y="0"/>
                  </a:lnTo>
                  <a:lnTo>
                    <a:pt x="4019" y="581"/>
                  </a:lnTo>
                  <a:lnTo>
                    <a:pt x="3327" y="14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3340770" y="1677611"/>
              <a:ext cx="3398" cy="5139"/>
            </a:xfrm>
            <a:custGeom>
              <a:avLst/>
              <a:pathLst>
                <a:path w="3398" h="5139">
                  <a:moveTo>
                    <a:pt x="1065" y="4943"/>
                  </a:moveTo>
                  <a:lnTo>
                    <a:pt x="0" y="5139"/>
                  </a:lnTo>
                  <a:lnTo>
                    <a:pt x="177" y="3834"/>
                  </a:lnTo>
                  <a:lnTo>
                    <a:pt x="1039" y="2597"/>
                  </a:lnTo>
                  <a:lnTo>
                    <a:pt x="1369" y="1750"/>
                  </a:lnTo>
                  <a:lnTo>
                    <a:pt x="1541" y="754"/>
                  </a:lnTo>
                  <a:lnTo>
                    <a:pt x="2302" y="0"/>
                  </a:lnTo>
                  <a:lnTo>
                    <a:pt x="3377" y="963"/>
                  </a:lnTo>
                  <a:lnTo>
                    <a:pt x="3398" y="2602"/>
                  </a:lnTo>
                  <a:lnTo>
                    <a:pt x="2865" y="40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3346485" y="1622627"/>
              <a:ext cx="3438" cy="7390"/>
            </a:xfrm>
            <a:custGeom>
              <a:avLst/>
              <a:pathLst>
                <a:path w="3438" h="7390">
                  <a:moveTo>
                    <a:pt x="1700" y="5827"/>
                  </a:moveTo>
                  <a:lnTo>
                    <a:pt x="0" y="7390"/>
                  </a:lnTo>
                  <a:lnTo>
                    <a:pt x="620" y="4537"/>
                  </a:lnTo>
                  <a:lnTo>
                    <a:pt x="1538" y="1650"/>
                  </a:lnTo>
                  <a:lnTo>
                    <a:pt x="2808" y="0"/>
                  </a:lnTo>
                  <a:lnTo>
                    <a:pt x="3438" y="647"/>
                  </a:lnTo>
                  <a:lnTo>
                    <a:pt x="3150" y="2028"/>
                  </a:lnTo>
                  <a:lnTo>
                    <a:pt x="3155" y="3394"/>
                  </a:lnTo>
                  <a:lnTo>
                    <a:pt x="2883" y="40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3350807" y="1616576"/>
              <a:ext cx="10579" cy="8296"/>
            </a:xfrm>
            <a:custGeom>
              <a:avLst/>
              <a:pathLst>
                <a:path w="10579" h="8296">
                  <a:moveTo>
                    <a:pt x="7748" y="318"/>
                  </a:moveTo>
                  <a:lnTo>
                    <a:pt x="8433" y="823"/>
                  </a:lnTo>
                  <a:lnTo>
                    <a:pt x="10221" y="676"/>
                  </a:lnTo>
                  <a:lnTo>
                    <a:pt x="10579" y="865"/>
                  </a:lnTo>
                  <a:lnTo>
                    <a:pt x="10325" y="1699"/>
                  </a:lnTo>
                  <a:lnTo>
                    <a:pt x="9549" y="2617"/>
                  </a:lnTo>
                  <a:lnTo>
                    <a:pt x="7919" y="3180"/>
                  </a:lnTo>
                  <a:lnTo>
                    <a:pt x="7186" y="4580"/>
                  </a:lnTo>
                  <a:lnTo>
                    <a:pt x="6662" y="5057"/>
                  </a:lnTo>
                  <a:lnTo>
                    <a:pt x="5255" y="5062"/>
                  </a:lnTo>
                  <a:lnTo>
                    <a:pt x="4424" y="5386"/>
                  </a:lnTo>
                  <a:lnTo>
                    <a:pt x="3402" y="6632"/>
                  </a:lnTo>
                  <a:lnTo>
                    <a:pt x="2585" y="5713"/>
                  </a:lnTo>
                  <a:lnTo>
                    <a:pt x="2357" y="6365"/>
                  </a:lnTo>
                  <a:lnTo>
                    <a:pt x="2209" y="7531"/>
                  </a:lnTo>
                  <a:lnTo>
                    <a:pt x="1755" y="7873"/>
                  </a:lnTo>
                  <a:lnTo>
                    <a:pt x="343" y="8296"/>
                  </a:lnTo>
                  <a:lnTo>
                    <a:pt x="0" y="5581"/>
                  </a:lnTo>
                  <a:lnTo>
                    <a:pt x="649" y="4595"/>
                  </a:lnTo>
                  <a:lnTo>
                    <a:pt x="1158" y="3417"/>
                  </a:lnTo>
                  <a:lnTo>
                    <a:pt x="1938" y="3237"/>
                  </a:lnTo>
                  <a:lnTo>
                    <a:pt x="2637" y="3335"/>
                  </a:lnTo>
                  <a:lnTo>
                    <a:pt x="3895" y="800"/>
                  </a:lnTo>
                  <a:lnTo>
                    <a:pt x="5618" y="80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3364316" y="1594949"/>
              <a:ext cx="11774" cy="11868"/>
            </a:xfrm>
            <a:custGeom>
              <a:avLst/>
              <a:pathLst>
                <a:path w="11774" h="11868">
                  <a:moveTo>
                    <a:pt x="9594" y="1917"/>
                  </a:moveTo>
                  <a:lnTo>
                    <a:pt x="11091" y="4892"/>
                  </a:lnTo>
                  <a:lnTo>
                    <a:pt x="11774" y="6631"/>
                  </a:lnTo>
                  <a:lnTo>
                    <a:pt x="11220" y="9916"/>
                  </a:lnTo>
                  <a:lnTo>
                    <a:pt x="9766" y="11574"/>
                  </a:lnTo>
                  <a:lnTo>
                    <a:pt x="7521" y="11868"/>
                  </a:lnTo>
                  <a:lnTo>
                    <a:pt x="5947" y="11731"/>
                  </a:lnTo>
                  <a:lnTo>
                    <a:pt x="4954" y="10933"/>
                  </a:lnTo>
                  <a:lnTo>
                    <a:pt x="4831" y="10039"/>
                  </a:lnTo>
                  <a:lnTo>
                    <a:pt x="4258" y="9775"/>
                  </a:lnTo>
                  <a:lnTo>
                    <a:pt x="2746" y="10923"/>
                  </a:lnTo>
                  <a:lnTo>
                    <a:pt x="1695" y="11079"/>
                  </a:lnTo>
                  <a:lnTo>
                    <a:pt x="359" y="10187"/>
                  </a:lnTo>
                  <a:lnTo>
                    <a:pt x="0" y="8763"/>
                  </a:lnTo>
                  <a:lnTo>
                    <a:pt x="1418" y="6977"/>
                  </a:lnTo>
                  <a:lnTo>
                    <a:pt x="2074" y="5589"/>
                  </a:lnTo>
                  <a:lnTo>
                    <a:pt x="3647" y="5712"/>
                  </a:lnTo>
                  <a:lnTo>
                    <a:pt x="4041" y="6143"/>
                  </a:lnTo>
                  <a:lnTo>
                    <a:pt x="4930" y="6413"/>
                  </a:lnTo>
                  <a:lnTo>
                    <a:pt x="5470" y="4741"/>
                  </a:lnTo>
                  <a:lnTo>
                    <a:pt x="5346" y="3585"/>
                  </a:lnTo>
                  <a:lnTo>
                    <a:pt x="5741" y="2781"/>
                  </a:lnTo>
                  <a:lnTo>
                    <a:pt x="7642" y="3360"/>
                  </a:lnTo>
                  <a:lnTo>
                    <a:pt x="7645" y="220"/>
                  </a:lnTo>
                  <a:lnTo>
                    <a:pt x="8382" y="0"/>
                  </a:lnTo>
                  <a:lnTo>
                    <a:pt x="8684" y="119"/>
                  </a:lnTo>
                  <a:lnTo>
                    <a:pt x="9231" y="7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3362979" y="1586261"/>
              <a:ext cx="26355" cy="33206"/>
            </a:xfrm>
            <a:custGeom>
              <a:avLst/>
              <a:pathLst>
                <a:path w="26355" h="33206">
                  <a:moveTo>
                    <a:pt x="17298" y="21890"/>
                  </a:moveTo>
                  <a:lnTo>
                    <a:pt x="17436" y="22098"/>
                  </a:lnTo>
                  <a:lnTo>
                    <a:pt x="19004" y="19252"/>
                  </a:lnTo>
                  <a:lnTo>
                    <a:pt x="20741" y="18365"/>
                  </a:lnTo>
                  <a:lnTo>
                    <a:pt x="20849" y="17375"/>
                  </a:lnTo>
                  <a:lnTo>
                    <a:pt x="21522" y="16417"/>
                  </a:lnTo>
                  <a:lnTo>
                    <a:pt x="21446" y="14853"/>
                  </a:lnTo>
                  <a:lnTo>
                    <a:pt x="21788" y="13582"/>
                  </a:lnTo>
                  <a:lnTo>
                    <a:pt x="22674" y="13246"/>
                  </a:lnTo>
                  <a:lnTo>
                    <a:pt x="23227" y="12816"/>
                  </a:lnTo>
                  <a:lnTo>
                    <a:pt x="23841" y="12579"/>
                  </a:lnTo>
                  <a:lnTo>
                    <a:pt x="24949" y="13607"/>
                  </a:lnTo>
                  <a:lnTo>
                    <a:pt x="25576" y="14748"/>
                  </a:lnTo>
                  <a:lnTo>
                    <a:pt x="26355" y="17300"/>
                  </a:lnTo>
                  <a:lnTo>
                    <a:pt x="26031" y="19769"/>
                  </a:lnTo>
                  <a:lnTo>
                    <a:pt x="23945" y="21694"/>
                  </a:lnTo>
                  <a:lnTo>
                    <a:pt x="22287" y="22562"/>
                  </a:lnTo>
                  <a:lnTo>
                    <a:pt x="20613" y="24773"/>
                  </a:lnTo>
                  <a:lnTo>
                    <a:pt x="19771" y="26580"/>
                  </a:lnTo>
                  <a:lnTo>
                    <a:pt x="19048" y="26972"/>
                  </a:lnTo>
                  <a:lnTo>
                    <a:pt x="18591" y="26825"/>
                  </a:lnTo>
                  <a:lnTo>
                    <a:pt x="18184" y="26387"/>
                  </a:lnTo>
                  <a:lnTo>
                    <a:pt x="17336" y="26386"/>
                  </a:lnTo>
                  <a:lnTo>
                    <a:pt x="16402" y="27954"/>
                  </a:lnTo>
                  <a:lnTo>
                    <a:pt x="13582" y="29230"/>
                  </a:lnTo>
                  <a:lnTo>
                    <a:pt x="12476" y="28862"/>
                  </a:lnTo>
                  <a:lnTo>
                    <a:pt x="12426" y="27298"/>
                  </a:lnTo>
                  <a:lnTo>
                    <a:pt x="11766" y="27428"/>
                  </a:lnTo>
                  <a:lnTo>
                    <a:pt x="10710" y="29302"/>
                  </a:lnTo>
                  <a:lnTo>
                    <a:pt x="9676" y="29928"/>
                  </a:lnTo>
                  <a:lnTo>
                    <a:pt x="8981" y="30120"/>
                  </a:lnTo>
                  <a:lnTo>
                    <a:pt x="7706" y="29414"/>
                  </a:lnTo>
                  <a:lnTo>
                    <a:pt x="4277" y="32609"/>
                  </a:lnTo>
                  <a:lnTo>
                    <a:pt x="1062" y="33206"/>
                  </a:lnTo>
                  <a:lnTo>
                    <a:pt x="3" y="32837"/>
                  </a:lnTo>
                  <a:lnTo>
                    <a:pt x="0" y="30882"/>
                  </a:lnTo>
                  <a:lnTo>
                    <a:pt x="2077" y="28381"/>
                  </a:lnTo>
                  <a:lnTo>
                    <a:pt x="3781" y="26644"/>
                  </a:lnTo>
                  <a:lnTo>
                    <a:pt x="9644" y="25431"/>
                  </a:lnTo>
                  <a:lnTo>
                    <a:pt x="13296" y="20277"/>
                  </a:lnTo>
                  <a:lnTo>
                    <a:pt x="14178" y="14677"/>
                  </a:lnTo>
                  <a:lnTo>
                    <a:pt x="15041" y="12656"/>
                  </a:lnTo>
                  <a:lnTo>
                    <a:pt x="14635" y="11513"/>
                  </a:lnTo>
                  <a:lnTo>
                    <a:pt x="13653" y="11313"/>
                  </a:lnTo>
                  <a:lnTo>
                    <a:pt x="13593" y="9558"/>
                  </a:lnTo>
                  <a:lnTo>
                    <a:pt x="14106" y="7641"/>
                  </a:lnTo>
                  <a:lnTo>
                    <a:pt x="16022" y="5007"/>
                  </a:lnTo>
                  <a:lnTo>
                    <a:pt x="17086" y="3886"/>
                  </a:lnTo>
                  <a:lnTo>
                    <a:pt x="18820" y="714"/>
                  </a:lnTo>
                  <a:lnTo>
                    <a:pt x="19656" y="0"/>
                  </a:lnTo>
                  <a:lnTo>
                    <a:pt x="20608" y="0"/>
                  </a:lnTo>
                  <a:lnTo>
                    <a:pt x="21546" y="830"/>
                  </a:lnTo>
                  <a:lnTo>
                    <a:pt x="21377" y="2530"/>
                  </a:lnTo>
                  <a:lnTo>
                    <a:pt x="19971" y="5596"/>
                  </a:lnTo>
                  <a:lnTo>
                    <a:pt x="17889" y="8209"/>
                  </a:lnTo>
                  <a:lnTo>
                    <a:pt x="18143" y="10085"/>
                  </a:lnTo>
                  <a:lnTo>
                    <a:pt x="18972" y="11629"/>
                  </a:lnTo>
                  <a:lnTo>
                    <a:pt x="19175" y="14267"/>
                  </a:lnTo>
                  <a:lnTo>
                    <a:pt x="19226" y="16808"/>
                  </a:lnTo>
                  <a:lnTo>
                    <a:pt x="17647" y="202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3392361" y="1577568"/>
              <a:ext cx="14572" cy="17214"/>
            </a:xfrm>
            <a:custGeom>
              <a:avLst/>
              <a:pathLst>
                <a:path w="14572" h="17214">
                  <a:moveTo>
                    <a:pt x="7970" y="0"/>
                  </a:moveTo>
                  <a:lnTo>
                    <a:pt x="9353" y="1689"/>
                  </a:lnTo>
                  <a:lnTo>
                    <a:pt x="9976" y="1172"/>
                  </a:lnTo>
                  <a:lnTo>
                    <a:pt x="11200" y="980"/>
                  </a:lnTo>
                  <a:lnTo>
                    <a:pt x="12110" y="1574"/>
                  </a:lnTo>
                  <a:lnTo>
                    <a:pt x="12854" y="2647"/>
                  </a:lnTo>
                  <a:lnTo>
                    <a:pt x="13736" y="2696"/>
                  </a:lnTo>
                  <a:lnTo>
                    <a:pt x="14290" y="4098"/>
                  </a:lnTo>
                  <a:lnTo>
                    <a:pt x="14572" y="5924"/>
                  </a:lnTo>
                  <a:lnTo>
                    <a:pt x="13932" y="7287"/>
                  </a:lnTo>
                  <a:lnTo>
                    <a:pt x="13022" y="7905"/>
                  </a:lnTo>
                  <a:lnTo>
                    <a:pt x="12776" y="9512"/>
                  </a:lnTo>
                  <a:lnTo>
                    <a:pt x="13121" y="11763"/>
                  </a:lnTo>
                  <a:lnTo>
                    <a:pt x="11083" y="12535"/>
                  </a:lnTo>
                  <a:lnTo>
                    <a:pt x="8719" y="12878"/>
                  </a:lnTo>
                  <a:lnTo>
                    <a:pt x="7796" y="11802"/>
                  </a:lnTo>
                  <a:lnTo>
                    <a:pt x="5905" y="13775"/>
                  </a:lnTo>
                  <a:lnTo>
                    <a:pt x="4033" y="16852"/>
                  </a:lnTo>
                  <a:lnTo>
                    <a:pt x="3130" y="17214"/>
                  </a:lnTo>
                  <a:lnTo>
                    <a:pt x="3068" y="16240"/>
                  </a:lnTo>
                  <a:lnTo>
                    <a:pt x="1722" y="15567"/>
                  </a:lnTo>
                  <a:lnTo>
                    <a:pt x="0" y="15529"/>
                  </a:lnTo>
                  <a:lnTo>
                    <a:pt x="57" y="14807"/>
                  </a:lnTo>
                  <a:lnTo>
                    <a:pt x="369" y="14298"/>
                  </a:lnTo>
                  <a:lnTo>
                    <a:pt x="1856" y="13543"/>
                  </a:lnTo>
                  <a:lnTo>
                    <a:pt x="2153" y="11985"/>
                  </a:lnTo>
                  <a:lnTo>
                    <a:pt x="1883" y="9205"/>
                  </a:lnTo>
                  <a:lnTo>
                    <a:pt x="2145" y="7856"/>
                  </a:lnTo>
                  <a:lnTo>
                    <a:pt x="2201" y="6923"/>
                  </a:lnTo>
                  <a:lnTo>
                    <a:pt x="3136" y="5833"/>
                  </a:lnTo>
                  <a:lnTo>
                    <a:pt x="6333" y="6345"/>
                  </a:lnTo>
                  <a:lnTo>
                    <a:pt x="6721" y="5305"/>
                  </a:lnTo>
                  <a:lnTo>
                    <a:pt x="6478" y="4650"/>
                  </a:lnTo>
                  <a:lnTo>
                    <a:pt x="4826" y="3502"/>
                  </a:lnTo>
                  <a:lnTo>
                    <a:pt x="5080" y="2731"/>
                  </a:lnTo>
                  <a:lnTo>
                    <a:pt x="6273" y="2041"/>
                  </a:lnTo>
                  <a:lnTo>
                    <a:pt x="7401" y="1951"/>
                  </a:lnTo>
                  <a:lnTo>
                    <a:pt x="7740" y="784"/>
                  </a:lnTo>
                  <a:lnTo>
                    <a:pt x="7799" y="2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541204" y="1568427"/>
              <a:ext cx="3578" cy="4078"/>
            </a:xfrm>
            <a:custGeom>
              <a:avLst/>
              <a:pathLst>
                <a:path w="3578" h="4078">
                  <a:moveTo>
                    <a:pt x="2438" y="3214"/>
                  </a:moveTo>
                  <a:lnTo>
                    <a:pt x="252" y="4078"/>
                  </a:lnTo>
                  <a:lnTo>
                    <a:pt x="0" y="3367"/>
                  </a:lnTo>
                  <a:lnTo>
                    <a:pt x="479" y="2260"/>
                  </a:lnTo>
                  <a:lnTo>
                    <a:pt x="1054" y="0"/>
                  </a:lnTo>
                  <a:lnTo>
                    <a:pt x="1953" y="92"/>
                  </a:lnTo>
                  <a:lnTo>
                    <a:pt x="2862" y="954"/>
                  </a:lnTo>
                  <a:lnTo>
                    <a:pt x="3578" y="19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433729" y="1558815"/>
              <a:ext cx="4768" cy="5136"/>
            </a:xfrm>
            <a:custGeom>
              <a:avLst/>
              <a:pathLst>
                <a:path w="4768" h="5136">
                  <a:moveTo>
                    <a:pt x="4305" y="4169"/>
                  </a:moveTo>
                  <a:lnTo>
                    <a:pt x="3685" y="4856"/>
                  </a:lnTo>
                  <a:lnTo>
                    <a:pt x="2733" y="5136"/>
                  </a:lnTo>
                  <a:lnTo>
                    <a:pt x="2220" y="4710"/>
                  </a:lnTo>
                  <a:lnTo>
                    <a:pt x="1491" y="4430"/>
                  </a:lnTo>
                  <a:lnTo>
                    <a:pt x="681" y="4559"/>
                  </a:lnTo>
                  <a:lnTo>
                    <a:pt x="0" y="3301"/>
                  </a:lnTo>
                  <a:lnTo>
                    <a:pt x="76" y="2244"/>
                  </a:lnTo>
                  <a:lnTo>
                    <a:pt x="1009" y="813"/>
                  </a:lnTo>
                  <a:lnTo>
                    <a:pt x="2874" y="0"/>
                  </a:lnTo>
                  <a:lnTo>
                    <a:pt x="4384" y="334"/>
                  </a:lnTo>
                  <a:lnTo>
                    <a:pt x="4768" y="7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3406759" y="1558325"/>
              <a:ext cx="17794" cy="21037"/>
            </a:xfrm>
            <a:custGeom>
              <a:avLst/>
              <a:pathLst>
                <a:path w="17794" h="21037">
                  <a:moveTo>
                    <a:pt x="13735" y="5349"/>
                  </a:moveTo>
                  <a:lnTo>
                    <a:pt x="14755" y="6958"/>
                  </a:lnTo>
                  <a:lnTo>
                    <a:pt x="15659" y="6804"/>
                  </a:lnTo>
                  <a:lnTo>
                    <a:pt x="15931" y="6196"/>
                  </a:lnTo>
                  <a:lnTo>
                    <a:pt x="16548" y="5896"/>
                  </a:lnTo>
                  <a:lnTo>
                    <a:pt x="17794" y="6746"/>
                  </a:lnTo>
                  <a:lnTo>
                    <a:pt x="17616" y="8193"/>
                  </a:lnTo>
                  <a:lnTo>
                    <a:pt x="15891" y="10018"/>
                  </a:lnTo>
                  <a:lnTo>
                    <a:pt x="14652" y="12623"/>
                  </a:lnTo>
                  <a:lnTo>
                    <a:pt x="13067" y="13227"/>
                  </a:lnTo>
                  <a:lnTo>
                    <a:pt x="12305" y="12913"/>
                  </a:lnTo>
                  <a:lnTo>
                    <a:pt x="10889" y="14416"/>
                  </a:lnTo>
                  <a:lnTo>
                    <a:pt x="9754" y="15979"/>
                  </a:lnTo>
                  <a:lnTo>
                    <a:pt x="8578" y="17954"/>
                  </a:lnTo>
                  <a:lnTo>
                    <a:pt x="8506" y="18973"/>
                  </a:lnTo>
                  <a:lnTo>
                    <a:pt x="8323" y="19752"/>
                  </a:lnTo>
                  <a:lnTo>
                    <a:pt x="4013" y="20525"/>
                  </a:lnTo>
                  <a:lnTo>
                    <a:pt x="2446" y="21037"/>
                  </a:lnTo>
                  <a:lnTo>
                    <a:pt x="786" y="20376"/>
                  </a:lnTo>
                  <a:lnTo>
                    <a:pt x="0" y="19069"/>
                  </a:lnTo>
                  <a:lnTo>
                    <a:pt x="252" y="18359"/>
                  </a:lnTo>
                  <a:lnTo>
                    <a:pt x="1909" y="18075"/>
                  </a:lnTo>
                  <a:lnTo>
                    <a:pt x="1962" y="16863"/>
                  </a:lnTo>
                  <a:lnTo>
                    <a:pt x="2381" y="16123"/>
                  </a:lnTo>
                  <a:lnTo>
                    <a:pt x="2917" y="15719"/>
                  </a:lnTo>
                  <a:lnTo>
                    <a:pt x="3311" y="14171"/>
                  </a:lnTo>
                  <a:lnTo>
                    <a:pt x="3967" y="13767"/>
                  </a:lnTo>
                  <a:lnTo>
                    <a:pt x="5188" y="14148"/>
                  </a:lnTo>
                  <a:lnTo>
                    <a:pt x="6012" y="13027"/>
                  </a:lnTo>
                  <a:lnTo>
                    <a:pt x="6476" y="12836"/>
                  </a:lnTo>
                  <a:lnTo>
                    <a:pt x="7048" y="13764"/>
                  </a:lnTo>
                  <a:lnTo>
                    <a:pt x="7324" y="12487"/>
                  </a:lnTo>
                  <a:lnTo>
                    <a:pt x="7048" y="11321"/>
                  </a:lnTo>
                  <a:lnTo>
                    <a:pt x="7192" y="10535"/>
                  </a:lnTo>
                  <a:lnTo>
                    <a:pt x="8772" y="8491"/>
                  </a:lnTo>
                  <a:lnTo>
                    <a:pt x="9455" y="7000"/>
                  </a:lnTo>
                  <a:lnTo>
                    <a:pt x="10439" y="6041"/>
                  </a:lnTo>
                  <a:lnTo>
                    <a:pt x="11386" y="6194"/>
                  </a:lnTo>
                  <a:lnTo>
                    <a:pt x="11662" y="4780"/>
                  </a:lnTo>
                  <a:lnTo>
                    <a:pt x="11386" y="3332"/>
                  </a:lnTo>
                  <a:lnTo>
                    <a:pt x="11491" y="2389"/>
                  </a:lnTo>
                  <a:lnTo>
                    <a:pt x="12327" y="98"/>
                  </a:lnTo>
                  <a:lnTo>
                    <a:pt x="13247" y="0"/>
                  </a:lnTo>
                  <a:lnTo>
                    <a:pt x="13670" y="20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424452" y="1557553"/>
              <a:ext cx="5632" cy="6061"/>
            </a:xfrm>
            <a:custGeom>
              <a:avLst/>
              <a:pathLst>
                <a:path w="5632" h="6061">
                  <a:moveTo>
                    <a:pt x="1938" y="1680"/>
                  </a:moveTo>
                  <a:lnTo>
                    <a:pt x="2524" y="2027"/>
                  </a:lnTo>
                  <a:lnTo>
                    <a:pt x="3102" y="1812"/>
                  </a:lnTo>
                  <a:lnTo>
                    <a:pt x="3583" y="2118"/>
                  </a:lnTo>
                  <a:lnTo>
                    <a:pt x="4547" y="3673"/>
                  </a:lnTo>
                  <a:lnTo>
                    <a:pt x="5584" y="4285"/>
                  </a:lnTo>
                  <a:lnTo>
                    <a:pt x="5632" y="5068"/>
                  </a:lnTo>
                  <a:lnTo>
                    <a:pt x="4683" y="5831"/>
                  </a:lnTo>
                  <a:lnTo>
                    <a:pt x="3432" y="6061"/>
                  </a:lnTo>
                  <a:lnTo>
                    <a:pt x="2092" y="5795"/>
                  </a:lnTo>
                  <a:lnTo>
                    <a:pt x="1699" y="4819"/>
                  </a:lnTo>
                  <a:lnTo>
                    <a:pt x="1286" y="3198"/>
                  </a:lnTo>
                  <a:lnTo>
                    <a:pt x="166" y="1610"/>
                  </a:lnTo>
                  <a:lnTo>
                    <a:pt x="0" y="219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462645" y="1547402"/>
              <a:ext cx="8323" cy="9883"/>
            </a:xfrm>
            <a:custGeom>
              <a:avLst/>
              <a:pathLst>
                <a:path w="8323" h="9883">
                  <a:moveTo>
                    <a:pt x="8027" y="2002"/>
                  </a:moveTo>
                  <a:lnTo>
                    <a:pt x="8242" y="3384"/>
                  </a:lnTo>
                  <a:lnTo>
                    <a:pt x="8323" y="4524"/>
                  </a:lnTo>
                  <a:lnTo>
                    <a:pt x="7249" y="6173"/>
                  </a:lnTo>
                  <a:lnTo>
                    <a:pt x="4776" y="8336"/>
                  </a:lnTo>
                  <a:lnTo>
                    <a:pt x="4917" y="8918"/>
                  </a:lnTo>
                  <a:lnTo>
                    <a:pt x="4061" y="9473"/>
                  </a:lnTo>
                  <a:lnTo>
                    <a:pt x="2778" y="9883"/>
                  </a:lnTo>
                  <a:lnTo>
                    <a:pt x="2100" y="9484"/>
                  </a:lnTo>
                  <a:lnTo>
                    <a:pt x="2193" y="7630"/>
                  </a:lnTo>
                  <a:lnTo>
                    <a:pt x="1989" y="7075"/>
                  </a:lnTo>
                  <a:lnTo>
                    <a:pt x="1014" y="7809"/>
                  </a:lnTo>
                  <a:lnTo>
                    <a:pt x="1" y="6867"/>
                  </a:lnTo>
                  <a:lnTo>
                    <a:pt x="0" y="5919"/>
                  </a:lnTo>
                  <a:lnTo>
                    <a:pt x="267" y="5097"/>
                  </a:lnTo>
                  <a:lnTo>
                    <a:pt x="1204" y="3846"/>
                  </a:lnTo>
                  <a:lnTo>
                    <a:pt x="2769" y="2985"/>
                  </a:lnTo>
                  <a:lnTo>
                    <a:pt x="3800" y="3308"/>
                  </a:lnTo>
                  <a:lnTo>
                    <a:pt x="7237" y="0"/>
                  </a:lnTo>
                  <a:lnTo>
                    <a:pt x="7608" y="6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471224" y="1543553"/>
              <a:ext cx="4776" cy="6497"/>
            </a:xfrm>
            <a:custGeom>
              <a:avLst/>
              <a:pathLst>
                <a:path w="4776" h="6497">
                  <a:moveTo>
                    <a:pt x="4077" y="5318"/>
                  </a:moveTo>
                  <a:lnTo>
                    <a:pt x="1885" y="6497"/>
                  </a:lnTo>
                  <a:lnTo>
                    <a:pt x="613" y="5481"/>
                  </a:lnTo>
                  <a:lnTo>
                    <a:pt x="78" y="4441"/>
                  </a:lnTo>
                  <a:lnTo>
                    <a:pt x="0" y="2131"/>
                  </a:lnTo>
                  <a:lnTo>
                    <a:pt x="297" y="725"/>
                  </a:lnTo>
                  <a:lnTo>
                    <a:pt x="1325" y="0"/>
                  </a:lnTo>
                  <a:lnTo>
                    <a:pt x="1993" y="531"/>
                  </a:lnTo>
                  <a:lnTo>
                    <a:pt x="2172" y="975"/>
                  </a:lnTo>
                  <a:lnTo>
                    <a:pt x="3373" y="1411"/>
                  </a:lnTo>
                  <a:lnTo>
                    <a:pt x="4776" y="28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452020" y="1540740"/>
              <a:ext cx="16640" cy="9851"/>
            </a:xfrm>
            <a:custGeom>
              <a:avLst/>
              <a:pathLst>
                <a:path w="16640" h="9851">
                  <a:moveTo>
                    <a:pt x="16640" y="791"/>
                  </a:moveTo>
                  <a:lnTo>
                    <a:pt x="16414" y="1718"/>
                  </a:lnTo>
                  <a:lnTo>
                    <a:pt x="16025" y="2620"/>
                  </a:lnTo>
                  <a:lnTo>
                    <a:pt x="15082" y="3572"/>
                  </a:lnTo>
                  <a:lnTo>
                    <a:pt x="12355" y="7342"/>
                  </a:lnTo>
                  <a:lnTo>
                    <a:pt x="10752" y="7949"/>
                  </a:lnTo>
                  <a:lnTo>
                    <a:pt x="10244" y="8541"/>
                  </a:lnTo>
                  <a:lnTo>
                    <a:pt x="9604" y="8895"/>
                  </a:lnTo>
                  <a:lnTo>
                    <a:pt x="7612" y="8378"/>
                  </a:lnTo>
                  <a:lnTo>
                    <a:pt x="7029" y="9142"/>
                  </a:lnTo>
                  <a:lnTo>
                    <a:pt x="6478" y="9653"/>
                  </a:lnTo>
                  <a:lnTo>
                    <a:pt x="5037" y="9851"/>
                  </a:lnTo>
                  <a:lnTo>
                    <a:pt x="4190" y="9685"/>
                  </a:lnTo>
                  <a:lnTo>
                    <a:pt x="2004" y="8287"/>
                  </a:lnTo>
                  <a:lnTo>
                    <a:pt x="704" y="6774"/>
                  </a:lnTo>
                  <a:lnTo>
                    <a:pt x="0" y="5479"/>
                  </a:lnTo>
                  <a:lnTo>
                    <a:pt x="2019" y="5504"/>
                  </a:lnTo>
                  <a:lnTo>
                    <a:pt x="2739" y="5191"/>
                  </a:lnTo>
                  <a:lnTo>
                    <a:pt x="4094" y="5464"/>
                  </a:lnTo>
                  <a:lnTo>
                    <a:pt x="4907" y="4136"/>
                  </a:lnTo>
                  <a:lnTo>
                    <a:pt x="6630" y="4296"/>
                  </a:lnTo>
                  <a:lnTo>
                    <a:pt x="9938" y="3373"/>
                  </a:lnTo>
                  <a:lnTo>
                    <a:pt x="11151" y="3888"/>
                  </a:lnTo>
                  <a:lnTo>
                    <a:pt x="13926" y="800"/>
                  </a:lnTo>
                  <a:lnTo>
                    <a:pt x="14795" y="881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3255414" y="1533390"/>
              <a:ext cx="299788" cy="386216"/>
            </a:xfrm>
            <a:custGeom>
              <a:avLst/>
              <a:pathLst>
                <a:path w="299788" h="386216">
                  <a:moveTo>
                    <a:pt x="298742" y="38646"/>
                  </a:moveTo>
                  <a:lnTo>
                    <a:pt x="299368" y="42537"/>
                  </a:lnTo>
                  <a:lnTo>
                    <a:pt x="299348" y="43895"/>
                  </a:lnTo>
                  <a:lnTo>
                    <a:pt x="299052" y="45212"/>
                  </a:lnTo>
                  <a:lnTo>
                    <a:pt x="298638" y="45886"/>
                  </a:lnTo>
                  <a:lnTo>
                    <a:pt x="297811" y="46178"/>
                  </a:lnTo>
                  <a:lnTo>
                    <a:pt x="295815" y="46059"/>
                  </a:lnTo>
                  <a:lnTo>
                    <a:pt x="293102" y="44518"/>
                  </a:lnTo>
                  <a:lnTo>
                    <a:pt x="291351" y="43068"/>
                  </a:lnTo>
                  <a:lnTo>
                    <a:pt x="290806" y="43007"/>
                  </a:lnTo>
                  <a:lnTo>
                    <a:pt x="290571" y="43183"/>
                  </a:lnTo>
                  <a:lnTo>
                    <a:pt x="290994" y="44640"/>
                  </a:lnTo>
                  <a:lnTo>
                    <a:pt x="290882" y="45757"/>
                  </a:lnTo>
                  <a:lnTo>
                    <a:pt x="290617" y="46973"/>
                  </a:lnTo>
                  <a:lnTo>
                    <a:pt x="290250" y="48077"/>
                  </a:lnTo>
                  <a:lnTo>
                    <a:pt x="289737" y="49005"/>
                  </a:lnTo>
                  <a:lnTo>
                    <a:pt x="288664" y="50198"/>
                  </a:lnTo>
                  <a:lnTo>
                    <a:pt x="286808" y="51145"/>
                  </a:lnTo>
                  <a:lnTo>
                    <a:pt x="281693" y="52986"/>
                  </a:lnTo>
                  <a:lnTo>
                    <a:pt x="281287" y="53799"/>
                  </a:lnTo>
                  <a:lnTo>
                    <a:pt x="279641" y="58929"/>
                  </a:lnTo>
                  <a:lnTo>
                    <a:pt x="279191" y="59682"/>
                  </a:lnTo>
                  <a:lnTo>
                    <a:pt x="278589" y="60319"/>
                  </a:lnTo>
                  <a:lnTo>
                    <a:pt x="276831" y="61146"/>
                  </a:lnTo>
                  <a:lnTo>
                    <a:pt x="275981" y="60005"/>
                  </a:lnTo>
                  <a:lnTo>
                    <a:pt x="275298" y="58279"/>
                  </a:lnTo>
                  <a:lnTo>
                    <a:pt x="275456" y="56568"/>
                  </a:lnTo>
                  <a:lnTo>
                    <a:pt x="277511" y="53286"/>
                  </a:lnTo>
                  <a:lnTo>
                    <a:pt x="279432" y="50960"/>
                  </a:lnTo>
                  <a:lnTo>
                    <a:pt x="279974" y="50155"/>
                  </a:lnTo>
                  <a:lnTo>
                    <a:pt x="281061" y="47819"/>
                  </a:lnTo>
                  <a:lnTo>
                    <a:pt x="278854" y="41955"/>
                  </a:lnTo>
                  <a:lnTo>
                    <a:pt x="274928" y="40181"/>
                  </a:lnTo>
                  <a:lnTo>
                    <a:pt x="270455" y="37484"/>
                  </a:lnTo>
                  <a:lnTo>
                    <a:pt x="268814" y="36046"/>
                  </a:lnTo>
                  <a:lnTo>
                    <a:pt x="266261" y="33083"/>
                  </a:lnTo>
                  <a:lnTo>
                    <a:pt x="264450" y="30424"/>
                  </a:lnTo>
                  <a:lnTo>
                    <a:pt x="262815" y="30331"/>
                  </a:lnTo>
                  <a:lnTo>
                    <a:pt x="261018" y="30999"/>
                  </a:lnTo>
                  <a:lnTo>
                    <a:pt x="258214" y="33427"/>
                  </a:lnTo>
                  <a:lnTo>
                    <a:pt x="256575" y="34649"/>
                  </a:lnTo>
                  <a:lnTo>
                    <a:pt x="255676" y="35010"/>
                  </a:lnTo>
                  <a:lnTo>
                    <a:pt x="255459" y="35063"/>
                  </a:lnTo>
                  <a:lnTo>
                    <a:pt x="253452" y="34371"/>
                  </a:lnTo>
                  <a:lnTo>
                    <a:pt x="251219" y="34225"/>
                  </a:lnTo>
                  <a:lnTo>
                    <a:pt x="249424" y="34424"/>
                  </a:lnTo>
                  <a:lnTo>
                    <a:pt x="248747" y="34757"/>
                  </a:lnTo>
                  <a:lnTo>
                    <a:pt x="246247" y="38690"/>
                  </a:lnTo>
                  <a:lnTo>
                    <a:pt x="244498" y="40677"/>
                  </a:lnTo>
                  <a:lnTo>
                    <a:pt x="243534" y="41361"/>
                  </a:lnTo>
                  <a:lnTo>
                    <a:pt x="242833" y="42511"/>
                  </a:lnTo>
                  <a:lnTo>
                    <a:pt x="242258" y="44402"/>
                  </a:lnTo>
                  <a:lnTo>
                    <a:pt x="240977" y="50966"/>
                  </a:lnTo>
                  <a:lnTo>
                    <a:pt x="240021" y="53443"/>
                  </a:lnTo>
                  <a:lnTo>
                    <a:pt x="239808" y="54957"/>
                  </a:lnTo>
                  <a:lnTo>
                    <a:pt x="240033" y="59546"/>
                  </a:lnTo>
                  <a:lnTo>
                    <a:pt x="239804" y="62087"/>
                  </a:lnTo>
                  <a:lnTo>
                    <a:pt x="238634" y="64185"/>
                  </a:lnTo>
                  <a:lnTo>
                    <a:pt x="237813" y="65130"/>
                  </a:lnTo>
                  <a:lnTo>
                    <a:pt x="236726" y="65323"/>
                  </a:lnTo>
                  <a:lnTo>
                    <a:pt x="235302" y="65860"/>
                  </a:lnTo>
                  <a:lnTo>
                    <a:pt x="234059" y="67075"/>
                  </a:lnTo>
                  <a:lnTo>
                    <a:pt x="233182" y="68731"/>
                  </a:lnTo>
                  <a:lnTo>
                    <a:pt x="232193" y="72445"/>
                  </a:lnTo>
                  <a:lnTo>
                    <a:pt x="230518" y="73814"/>
                  </a:lnTo>
                  <a:lnTo>
                    <a:pt x="228919" y="73423"/>
                  </a:lnTo>
                  <a:lnTo>
                    <a:pt x="227777" y="72054"/>
                  </a:lnTo>
                  <a:lnTo>
                    <a:pt x="225329" y="70995"/>
                  </a:lnTo>
                  <a:lnTo>
                    <a:pt x="223505" y="70320"/>
                  </a:lnTo>
                  <a:lnTo>
                    <a:pt x="221458" y="68861"/>
                  </a:lnTo>
                  <a:lnTo>
                    <a:pt x="219654" y="67752"/>
                  </a:lnTo>
                  <a:lnTo>
                    <a:pt x="218004" y="67531"/>
                  </a:lnTo>
                  <a:lnTo>
                    <a:pt x="217067" y="68935"/>
                  </a:lnTo>
                  <a:lnTo>
                    <a:pt x="216313" y="70251"/>
                  </a:lnTo>
                  <a:lnTo>
                    <a:pt x="213499" y="71321"/>
                  </a:lnTo>
                  <a:lnTo>
                    <a:pt x="211905" y="72168"/>
                  </a:lnTo>
                  <a:lnTo>
                    <a:pt x="209837" y="72357"/>
                  </a:lnTo>
                  <a:lnTo>
                    <a:pt x="209001" y="71418"/>
                  </a:lnTo>
                  <a:lnTo>
                    <a:pt x="206002" y="70799"/>
                  </a:lnTo>
                  <a:lnTo>
                    <a:pt x="202430" y="70063"/>
                  </a:lnTo>
                  <a:lnTo>
                    <a:pt x="201397" y="70073"/>
                  </a:lnTo>
                  <a:lnTo>
                    <a:pt x="201075" y="68397"/>
                  </a:lnTo>
                  <a:lnTo>
                    <a:pt x="200125" y="66055"/>
                  </a:lnTo>
                  <a:lnTo>
                    <a:pt x="197585" y="62009"/>
                  </a:lnTo>
                  <a:lnTo>
                    <a:pt x="196547" y="60581"/>
                  </a:lnTo>
                  <a:lnTo>
                    <a:pt x="194594" y="57231"/>
                  </a:lnTo>
                  <a:lnTo>
                    <a:pt x="192316" y="53797"/>
                  </a:lnTo>
                  <a:lnTo>
                    <a:pt x="191993" y="53712"/>
                  </a:lnTo>
                  <a:lnTo>
                    <a:pt x="190468" y="53596"/>
                  </a:lnTo>
                  <a:lnTo>
                    <a:pt x="188230" y="53709"/>
                  </a:lnTo>
                  <a:lnTo>
                    <a:pt x="186814" y="54489"/>
                  </a:lnTo>
                  <a:lnTo>
                    <a:pt x="185921" y="55469"/>
                  </a:lnTo>
                  <a:lnTo>
                    <a:pt x="185766" y="56283"/>
                  </a:lnTo>
                  <a:lnTo>
                    <a:pt x="186631" y="59408"/>
                  </a:lnTo>
                  <a:lnTo>
                    <a:pt x="186363" y="60187"/>
                  </a:lnTo>
                  <a:lnTo>
                    <a:pt x="185917" y="60562"/>
                  </a:lnTo>
                  <a:lnTo>
                    <a:pt x="183886" y="59685"/>
                  </a:lnTo>
                  <a:lnTo>
                    <a:pt x="181430" y="59743"/>
                  </a:lnTo>
                  <a:lnTo>
                    <a:pt x="180812" y="60706"/>
                  </a:lnTo>
                  <a:lnTo>
                    <a:pt x="179314" y="60812"/>
                  </a:lnTo>
                  <a:lnTo>
                    <a:pt x="174995" y="61178"/>
                  </a:lnTo>
                  <a:lnTo>
                    <a:pt x="176901" y="63736"/>
                  </a:lnTo>
                  <a:lnTo>
                    <a:pt x="177532" y="64761"/>
                  </a:lnTo>
                  <a:lnTo>
                    <a:pt x="177657" y="66265"/>
                  </a:lnTo>
                  <a:lnTo>
                    <a:pt x="177328" y="69063"/>
                  </a:lnTo>
                  <a:lnTo>
                    <a:pt x="176415" y="71454"/>
                  </a:lnTo>
                  <a:lnTo>
                    <a:pt x="175349" y="73399"/>
                  </a:lnTo>
                  <a:lnTo>
                    <a:pt x="173294" y="75328"/>
                  </a:lnTo>
                  <a:lnTo>
                    <a:pt x="176415" y="77234"/>
                  </a:lnTo>
                  <a:lnTo>
                    <a:pt x="174296" y="79809"/>
                  </a:lnTo>
                  <a:lnTo>
                    <a:pt x="173305" y="80813"/>
                  </a:lnTo>
                  <a:lnTo>
                    <a:pt x="172156" y="80640"/>
                  </a:lnTo>
                  <a:lnTo>
                    <a:pt x="170099" y="79749"/>
                  </a:lnTo>
                  <a:lnTo>
                    <a:pt x="165124" y="77595"/>
                  </a:lnTo>
                  <a:lnTo>
                    <a:pt x="162750" y="76785"/>
                  </a:lnTo>
                  <a:lnTo>
                    <a:pt x="160628" y="76537"/>
                  </a:lnTo>
                  <a:lnTo>
                    <a:pt x="159495" y="76569"/>
                  </a:lnTo>
                  <a:lnTo>
                    <a:pt x="154993" y="74726"/>
                  </a:lnTo>
                  <a:lnTo>
                    <a:pt x="154123" y="74933"/>
                  </a:lnTo>
                  <a:lnTo>
                    <a:pt x="152507" y="75731"/>
                  </a:lnTo>
                  <a:lnTo>
                    <a:pt x="152328" y="77522"/>
                  </a:lnTo>
                  <a:lnTo>
                    <a:pt x="152431" y="81982"/>
                  </a:lnTo>
                  <a:lnTo>
                    <a:pt x="152669" y="85416"/>
                  </a:lnTo>
                  <a:lnTo>
                    <a:pt x="152075" y="87402"/>
                  </a:lnTo>
                  <a:lnTo>
                    <a:pt x="151479" y="88749"/>
                  </a:lnTo>
                  <a:lnTo>
                    <a:pt x="149677" y="92382"/>
                  </a:lnTo>
                  <a:lnTo>
                    <a:pt x="145627" y="89913"/>
                  </a:lnTo>
                  <a:lnTo>
                    <a:pt x="142864" y="88277"/>
                  </a:lnTo>
                  <a:lnTo>
                    <a:pt x="141090" y="90454"/>
                  </a:lnTo>
                  <a:lnTo>
                    <a:pt x="136638" y="94447"/>
                  </a:lnTo>
                  <a:lnTo>
                    <a:pt x="134358" y="102328"/>
                  </a:lnTo>
                  <a:lnTo>
                    <a:pt x="134227" y="102586"/>
                  </a:lnTo>
                  <a:lnTo>
                    <a:pt x="132881" y="104590"/>
                  </a:lnTo>
                  <a:lnTo>
                    <a:pt x="131154" y="105510"/>
                  </a:lnTo>
                  <a:lnTo>
                    <a:pt x="129847" y="105966"/>
                  </a:lnTo>
                  <a:lnTo>
                    <a:pt x="129086" y="108311"/>
                  </a:lnTo>
                  <a:lnTo>
                    <a:pt x="130860" y="111673"/>
                  </a:lnTo>
                  <a:lnTo>
                    <a:pt x="131770" y="113447"/>
                  </a:lnTo>
                  <a:lnTo>
                    <a:pt x="132618" y="116311"/>
                  </a:lnTo>
                  <a:lnTo>
                    <a:pt x="132461" y="118135"/>
                  </a:lnTo>
                  <a:lnTo>
                    <a:pt x="132264" y="119269"/>
                  </a:lnTo>
                  <a:lnTo>
                    <a:pt x="130355" y="121591"/>
                  </a:lnTo>
                  <a:lnTo>
                    <a:pt x="126287" y="127724"/>
                  </a:lnTo>
                  <a:lnTo>
                    <a:pt x="122522" y="134129"/>
                  </a:lnTo>
                  <a:lnTo>
                    <a:pt x="120979" y="135968"/>
                  </a:lnTo>
                  <a:lnTo>
                    <a:pt x="121679" y="141402"/>
                  </a:lnTo>
                  <a:lnTo>
                    <a:pt x="120426" y="142995"/>
                  </a:lnTo>
                  <a:lnTo>
                    <a:pt x="117876" y="144797"/>
                  </a:lnTo>
                  <a:lnTo>
                    <a:pt x="116573" y="145493"/>
                  </a:lnTo>
                  <a:lnTo>
                    <a:pt x="115168" y="145901"/>
                  </a:lnTo>
                  <a:lnTo>
                    <a:pt x="110856" y="146621"/>
                  </a:lnTo>
                  <a:lnTo>
                    <a:pt x="111623" y="152444"/>
                  </a:lnTo>
                  <a:lnTo>
                    <a:pt x="111913" y="155022"/>
                  </a:lnTo>
                  <a:lnTo>
                    <a:pt x="111906" y="156552"/>
                  </a:lnTo>
                  <a:lnTo>
                    <a:pt x="111460" y="158041"/>
                  </a:lnTo>
                  <a:lnTo>
                    <a:pt x="110928" y="160892"/>
                  </a:lnTo>
                  <a:lnTo>
                    <a:pt x="110124" y="171084"/>
                  </a:lnTo>
                  <a:lnTo>
                    <a:pt x="109509" y="172180"/>
                  </a:lnTo>
                  <a:lnTo>
                    <a:pt x="108660" y="174943"/>
                  </a:lnTo>
                  <a:lnTo>
                    <a:pt x="105929" y="181583"/>
                  </a:lnTo>
                  <a:lnTo>
                    <a:pt x="103738" y="185997"/>
                  </a:lnTo>
                  <a:lnTo>
                    <a:pt x="100579" y="192357"/>
                  </a:lnTo>
                  <a:lnTo>
                    <a:pt x="103148" y="194365"/>
                  </a:lnTo>
                  <a:lnTo>
                    <a:pt x="105497" y="195830"/>
                  </a:lnTo>
                  <a:lnTo>
                    <a:pt x="105984" y="198084"/>
                  </a:lnTo>
                  <a:lnTo>
                    <a:pt x="106307" y="201849"/>
                  </a:lnTo>
                  <a:lnTo>
                    <a:pt x="106229" y="204413"/>
                  </a:lnTo>
                  <a:lnTo>
                    <a:pt x="105332" y="206719"/>
                  </a:lnTo>
                  <a:lnTo>
                    <a:pt x="104635" y="208338"/>
                  </a:lnTo>
                  <a:lnTo>
                    <a:pt x="104150" y="209127"/>
                  </a:lnTo>
                  <a:lnTo>
                    <a:pt x="100814" y="208340"/>
                  </a:lnTo>
                  <a:lnTo>
                    <a:pt x="96544" y="207330"/>
                  </a:lnTo>
                  <a:lnTo>
                    <a:pt x="95438" y="207322"/>
                  </a:lnTo>
                  <a:lnTo>
                    <a:pt x="92953" y="208049"/>
                  </a:lnTo>
                  <a:lnTo>
                    <a:pt x="90711" y="209541"/>
                  </a:lnTo>
                  <a:lnTo>
                    <a:pt x="89529" y="210799"/>
                  </a:lnTo>
                  <a:lnTo>
                    <a:pt x="89212" y="211300"/>
                  </a:lnTo>
                  <a:lnTo>
                    <a:pt x="87718" y="214164"/>
                  </a:lnTo>
                  <a:lnTo>
                    <a:pt x="85063" y="219257"/>
                  </a:lnTo>
                  <a:lnTo>
                    <a:pt x="83604" y="221480"/>
                  </a:lnTo>
                  <a:lnTo>
                    <a:pt x="84029" y="224545"/>
                  </a:lnTo>
                  <a:lnTo>
                    <a:pt x="81586" y="230470"/>
                  </a:lnTo>
                  <a:lnTo>
                    <a:pt x="83183" y="236455"/>
                  </a:lnTo>
                  <a:lnTo>
                    <a:pt x="83252" y="236652"/>
                  </a:lnTo>
                  <a:lnTo>
                    <a:pt x="84098" y="239071"/>
                  </a:lnTo>
                  <a:lnTo>
                    <a:pt x="83210" y="240631"/>
                  </a:lnTo>
                  <a:lnTo>
                    <a:pt x="82837" y="241469"/>
                  </a:lnTo>
                  <a:lnTo>
                    <a:pt x="82964" y="244234"/>
                  </a:lnTo>
                  <a:lnTo>
                    <a:pt x="83197" y="247324"/>
                  </a:lnTo>
                  <a:lnTo>
                    <a:pt x="82990" y="249136"/>
                  </a:lnTo>
                  <a:lnTo>
                    <a:pt x="82906" y="251149"/>
                  </a:lnTo>
                  <a:lnTo>
                    <a:pt x="85081" y="260200"/>
                  </a:lnTo>
                  <a:lnTo>
                    <a:pt x="85056" y="262322"/>
                  </a:lnTo>
                  <a:lnTo>
                    <a:pt x="84948" y="263692"/>
                  </a:lnTo>
                  <a:lnTo>
                    <a:pt x="84277" y="269323"/>
                  </a:lnTo>
                  <a:lnTo>
                    <a:pt x="83376" y="276890"/>
                  </a:lnTo>
                  <a:lnTo>
                    <a:pt x="84949" y="278879"/>
                  </a:lnTo>
                  <a:lnTo>
                    <a:pt x="87190" y="281256"/>
                  </a:lnTo>
                  <a:lnTo>
                    <a:pt x="88448" y="282193"/>
                  </a:lnTo>
                  <a:lnTo>
                    <a:pt x="90305" y="285018"/>
                  </a:lnTo>
                  <a:lnTo>
                    <a:pt x="91723" y="287778"/>
                  </a:lnTo>
                  <a:lnTo>
                    <a:pt x="91527" y="289610"/>
                  </a:lnTo>
                  <a:lnTo>
                    <a:pt x="91119" y="291633"/>
                  </a:lnTo>
                  <a:lnTo>
                    <a:pt x="90522" y="293047"/>
                  </a:lnTo>
                  <a:lnTo>
                    <a:pt x="89964" y="294989"/>
                  </a:lnTo>
                  <a:lnTo>
                    <a:pt x="89713" y="296419"/>
                  </a:lnTo>
                  <a:lnTo>
                    <a:pt x="89448" y="296804"/>
                  </a:lnTo>
                  <a:lnTo>
                    <a:pt x="86969" y="296962"/>
                  </a:lnTo>
                  <a:lnTo>
                    <a:pt x="85658" y="297503"/>
                  </a:lnTo>
                  <a:lnTo>
                    <a:pt x="84973" y="298109"/>
                  </a:lnTo>
                  <a:lnTo>
                    <a:pt x="85209" y="301375"/>
                  </a:lnTo>
                  <a:lnTo>
                    <a:pt x="86712" y="307359"/>
                  </a:lnTo>
                  <a:lnTo>
                    <a:pt x="87961" y="311614"/>
                  </a:lnTo>
                  <a:lnTo>
                    <a:pt x="88362" y="314418"/>
                  </a:lnTo>
                  <a:lnTo>
                    <a:pt x="87950" y="317262"/>
                  </a:lnTo>
                  <a:lnTo>
                    <a:pt x="87524" y="318718"/>
                  </a:lnTo>
                  <a:lnTo>
                    <a:pt x="87510" y="320679"/>
                  </a:lnTo>
                  <a:lnTo>
                    <a:pt x="87182" y="324582"/>
                  </a:lnTo>
                  <a:lnTo>
                    <a:pt x="86214" y="326554"/>
                  </a:lnTo>
                  <a:lnTo>
                    <a:pt x="84948" y="328705"/>
                  </a:lnTo>
                  <a:lnTo>
                    <a:pt x="83535" y="330311"/>
                  </a:lnTo>
                  <a:lnTo>
                    <a:pt x="82415" y="330763"/>
                  </a:lnTo>
                  <a:lnTo>
                    <a:pt x="81453" y="330949"/>
                  </a:lnTo>
                  <a:lnTo>
                    <a:pt x="80807" y="331765"/>
                  </a:lnTo>
                  <a:lnTo>
                    <a:pt x="80221" y="334165"/>
                  </a:lnTo>
                  <a:lnTo>
                    <a:pt x="79680" y="336685"/>
                  </a:lnTo>
                  <a:lnTo>
                    <a:pt x="77914" y="339785"/>
                  </a:lnTo>
                  <a:lnTo>
                    <a:pt x="77961" y="340864"/>
                  </a:lnTo>
                  <a:lnTo>
                    <a:pt x="78634" y="344537"/>
                  </a:lnTo>
                  <a:lnTo>
                    <a:pt x="79265" y="348720"/>
                  </a:lnTo>
                  <a:lnTo>
                    <a:pt x="78732" y="352630"/>
                  </a:lnTo>
                  <a:lnTo>
                    <a:pt x="78276" y="356735"/>
                  </a:lnTo>
                  <a:lnTo>
                    <a:pt x="77477" y="359470"/>
                  </a:lnTo>
                  <a:lnTo>
                    <a:pt x="76335" y="360447"/>
                  </a:lnTo>
                  <a:lnTo>
                    <a:pt x="75496" y="359960"/>
                  </a:lnTo>
                  <a:lnTo>
                    <a:pt x="74548" y="356207"/>
                  </a:lnTo>
                  <a:lnTo>
                    <a:pt x="74527" y="355344"/>
                  </a:lnTo>
                  <a:lnTo>
                    <a:pt x="74291" y="354197"/>
                  </a:lnTo>
                  <a:lnTo>
                    <a:pt x="71600" y="353054"/>
                  </a:lnTo>
                  <a:lnTo>
                    <a:pt x="71125" y="353096"/>
                  </a:lnTo>
                  <a:lnTo>
                    <a:pt x="70067" y="352427"/>
                  </a:lnTo>
                  <a:lnTo>
                    <a:pt x="69447" y="352238"/>
                  </a:lnTo>
                  <a:lnTo>
                    <a:pt x="68175" y="351851"/>
                  </a:lnTo>
                  <a:lnTo>
                    <a:pt x="67117" y="348540"/>
                  </a:lnTo>
                  <a:lnTo>
                    <a:pt x="65993" y="345785"/>
                  </a:lnTo>
                  <a:lnTo>
                    <a:pt x="65834" y="344634"/>
                  </a:lnTo>
                  <a:lnTo>
                    <a:pt x="65872" y="339483"/>
                  </a:lnTo>
                  <a:lnTo>
                    <a:pt x="65528" y="337192"/>
                  </a:lnTo>
                  <a:lnTo>
                    <a:pt x="65422" y="334694"/>
                  </a:lnTo>
                  <a:lnTo>
                    <a:pt x="64715" y="336726"/>
                  </a:lnTo>
                  <a:lnTo>
                    <a:pt x="65126" y="339938"/>
                  </a:lnTo>
                  <a:lnTo>
                    <a:pt x="64254" y="341285"/>
                  </a:lnTo>
                  <a:lnTo>
                    <a:pt x="63153" y="341940"/>
                  </a:lnTo>
                  <a:lnTo>
                    <a:pt x="63257" y="343822"/>
                  </a:lnTo>
                  <a:lnTo>
                    <a:pt x="63709" y="344178"/>
                  </a:lnTo>
                  <a:lnTo>
                    <a:pt x="63803" y="346132"/>
                  </a:lnTo>
                  <a:lnTo>
                    <a:pt x="63535" y="349023"/>
                  </a:lnTo>
                  <a:lnTo>
                    <a:pt x="61370" y="355452"/>
                  </a:lnTo>
                  <a:lnTo>
                    <a:pt x="60933" y="356143"/>
                  </a:lnTo>
                  <a:lnTo>
                    <a:pt x="60636" y="357012"/>
                  </a:lnTo>
                  <a:lnTo>
                    <a:pt x="59528" y="356435"/>
                  </a:lnTo>
                  <a:lnTo>
                    <a:pt x="58106" y="358225"/>
                  </a:lnTo>
                  <a:lnTo>
                    <a:pt x="56760" y="358513"/>
                  </a:lnTo>
                  <a:lnTo>
                    <a:pt x="56272" y="356487"/>
                  </a:lnTo>
                  <a:lnTo>
                    <a:pt x="54373" y="353806"/>
                  </a:lnTo>
                  <a:lnTo>
                    <a:pt x="53476" y="353956"/>
                  </a:lnTo>
                  <a:lnTo>
                    <a:pt x="54281" y="355279"/>
                  </a:lnTo>
                  <a:lnTo>
                    <a:pt x="55074" y="356999"/>
                  </a:lnTo>
                  <a:lnTo>
                    <a:pt x="54623" y="358137"/>
                  </a:lnTo>
                  <a:lnTo>
                    <a:pt x="54181" y="358881"/>
                  </a:lnTo>
                  <a:lnTo>
                    <a:pt x="53405" y="359266"/>
                  </a:lnTo>
                  <a:lnTo>
                    <a:pt x="50630" y="361517"/>
                  </a:lnTo>
                  <a:lnTo>
                    <a:pt x="51618" y="363029"/>
                  </a:lnTo>
                  <a:lnTo>
                    <a:pt x="50780" y="364746"/>
                  </a:lnTo>
                  <a:lnTo>
                    <a:pt x="49810" y="364998"/>
                  </a:lnTo>
                  <a:lnTo>
                    <a:pt x="49293" y="365800"/>
                  </a:lnTo>
                  <a:lnTo>
                    <a:pt x="49113" y="366890"/>
                  </a:lnTo>
                  <a:lnTo>
                    <a:pt x="46240" y="369993"/>
                  </a:lnTo>
                  <a:lnTo>
                    <a:pt x="41556" y="377953"/>
                  </a:lnTo>
                  <a:lnTo>
                    <a:pt x="39148" y="380203"/>
                  </a:lnTo>
                  <a:lnTo>
                    <a:pt x="37467" y="382541"/>
                  </a:lnTo>
                  <a:lnTo>
                    <a:pt x="35986" y="382484"/>
                  </a:lnTo>
                  <a:lnTo>
                    <a:pt x="34124" y="384472"/>
                  </a:lnTo>
                  <a:lnTo>
                    <a:pt x="29409" y="386216"/>
                  </a:lnTo>
                  <a:lnTo>
                    <a:pt x="26281" y="385427"/>
                  </a:lnTo>
                  <a:lnTo>
                    <a:pt x="24103" y="386120"/>
                  </a:lnTo>
                  <a:lnTo>
                    <a:pt x="22936" y="384752"/>
                  </a:lnTo>
                  <a:lnTo>
                    <a:pt x="22784" y="383812"/>
                  </a:lnTo>
                  <a:lnTo>
                    <a:pt x="22843" y="383267"/>
                  </a:lnTo>
                  <a:lnTo>
                    <a:pt x="23038" y="382613"/>
                  </a:lnTo>
                  <a:lnTo>
                    <a:pt x="22632" y="382381"/>
                  </a:lnTo>
                  <a:lnTo>
                    <a:pt x="21778" y="382269"/>
                  </a:lnTo>
                  <a:lnTo>
                    <a:pt x="21413" y="382928"/>
                  </a:lnTo>
                  <a:lnTo>
                    <a:pt x="21364" y="384426"/>
                  </a:lnTo>
                  <a:lnTo>
                    <a:pt x="20957" y="384817"/>
                  </a:lnTo>
                  <a:lnTo>
                    <a:pt x="19335" y="383960"/>
                  </a:lnTo>
                  <a:lnTo>
                    <a:pt x="18927" y="383188"/>
                  </a:lnTo>
                  <a:lnTo>
                    <a:pt x="19510" y="381624"/>
                  </a:lnTo>
                  <a:lnTo>
                    <a:pt x="20508" y="380216"/>
                  </a:lnTo>
                  <a:lnTo>
                    <a:pt x="20327" y="379927"/>
                  </a:lnTo>
                  <a:lnTo>
                    <a:pt x="20133" y="379071"/>
                  </a:lnTo>
                  <a:lnTo>
                    <a:pt x="19646" y="378963"/>
                  </a:lnTo>
                  <a:lnTo>
                    <a:pt x="18196" y="379169"/>
                  </a:lnTo>
                  <a:lnTo>
                    <a:pt x="17017" y="378917"/>
                  </a:lnTo>
                  <a:lnTo>
                    <a:pt x="13169" y="375750"/>
                  </a:lnTo>
                  <a:lnTo>
                    <a:pt x="12270" y="374060"/>
                  </a:lnTo>
                  <a:lnTo>
                    <a:pt x="9165" y="371362"/>
                  </a:lnTo>
                  <a:lnTo>
                    <a:pt x="7774" y="368503"/>
                  </a:lnTo>
                  <a:lnTo>
                    <a:pt x="6984" y="365367"/>
                  </a:lnTo>
                  <a:lnTo>
                    <a:pt x="7044" y="362527"/>
                  </a:lnTo>
                  <a:lnTo>
                    <a:pt x="7425" y="358019"/>
                  </a:lnTo>
                  <a:lnTo>
                    <a:pt x="8076" y="356905"/>
                  </a:lnTo>
                  <a:lnTo>
                    <a:pt x="10862" y="358484"/>
                  </a:lnTo>
                  <a:lnTo>
                    <a:pt x="13679" y="361120"/>
                  </a:lnTo>
                  <a:lnTo>
                    <a:pt x="14119" y="360990"/>
                  </a:lnTo>
                  <a:lnTo>
                    <a:pt x="15004" y="358921"/>
                  </a:lnTo>
                  <a:lnTo>
                    <a:pt x="16720" y="357259"/>
                  </a:lnTo>
                  <a:lnTo>
                    <a:pt x="16234" y="356800"/>
                  </a:lnTo>
                  <a:lnTo>
                    <a:pt x="13683" y="358706"/>
                  </a:lnTo>
                  <a:lnTo>
                    <a:pt x="12735" y="357650"/>
                  </a:lnTo>
                  <a:lnTo>
                    <a:pt x="11264" y="355498"/>
                  </a:lnTo>
                  <a:lnTo>
                    <a:pt x="11264" y="354392"/>
                  </a:lnTo>
                  <a:lnTo>
                    <a:pt x="11949" y="353284"/>
                  </a:lnTo>
                  <a:lnTo>
                    <a:pt x="12177" y="351786"/>
                  </a:lnTo>
                  <a:lnTo>
                    <a:pt x="11818" y="350372"/>
                  </a:lnTo>
                  <a:lnTo>
                    <a:pt x="11985" y="348449"/>
                  </a:lnTo>
                  <a:lnTo>
                    <a:pt x="13123" y="346407"/>
                  </a:lnTo>
                  <a:lnTo>
                    <a:pt x="14828" y="344341"/>
                  </a:lnTo>
                  <a:lnTo>
                    <a:pt x="16057" y="342347"/>
                  </a:lnTo>
                  <a:lnTo>
                    <a:pt x="17319" y="341119"/>
                  </a:lnTo>
                  <a:lnTo>
                    <a:pt x="17187" y="340710"/>
                  </a:lnTo>
                  <a:lnTo>
                    <a:pt x="15744" y="341491"/>
                  </a:lnTo>
                  <a:lnTo>
                    <a:pt x="14364" y="342817"/>
                  </a:lnTo>
                  <a:lnTo>
                    <a:pt x="12739" y="345039"/>
                  </a:lnTo>
                  <a:lnTo>
                    <a:pt x="10758" y="346841"/>
                  </a:lnTo>
                  <a:lnTo>
                    <a:pt x="9294" y="347540"/>
                  </a:lnTo>
                  <a:lnTo>
                    <a:pt x="8596" y="348118"/>
                  </a:lnTo>
                  <a:lnTo>
                    <a:pt x="7522" y="348681"/>
                  </a:lnTo>
                  <a:lnTo>
                    <a:pt x="6412" y="351264"/>
                  </a:lnTo>
                  <a:lnTo>
                    <a:pt x="5201" y="352370"/>
                  </a:lnTo>
                  <a:lnTo>
                    <a:pt x="3025" y="352483"/>
                  </a:lnTo>
                  <a:lnTo>
                    <a:pt x="2546" y="350594"/>
                  </a:lnTo>
                  <a:lnTo>
                    <a:pt x="3161" y="343881"/>
                  </a:lnTo>
                  <a:lnTo>
                    <a:pt x="3818" y="340611"/>
                  </a:lnTo>
                  <a:lnTo>
                    <a:pt x="4540" y="338299"/>
                  </a:lnTo>
                  <a:lnTo>
                    <a:pt x="5675" y="337909"/>
                  </a:lnTo>
                  <a:lnTo>
                    <a:pt x="6468" y="336215"/>
                  </a:lnTo>
                  <a:lnTo>
                    <a:pt x="7127" y="336215"/>
                  </a:lnTo>
                  <a:lnTo>
                    <a:pt x="7700" y="336997"/>
                  </a:lnTo>
                  <a:lnTo>
                    <a:pt x="9917" y="337756"/>
                  </a:lnTo>
                  <a:lnTo>
                    <a:pt x="11012" y="335598"/>
                  </a:lnTo>
                  <a:lnTo>
                    <a:pt x="12436" y="335282"/>
                  </a:lnTo>
                  <a:lnTo>
                    <a:pt x="15032" y="333104"/>
                  </a:lnTo>
                  <a:lnTo>
                    <a:pt x="14978" y="332708"/>
                  </a:lnTo>
                  <a:lnTo>
                    <a:pt x="13221" y="333187"/>
                  </a:lnTo>
                  <a:lnTo>
                    <a:pt x="12156" y="333257"/>
                  </a:lnTo>
                  <a:lnTo>
                    <a:pt x="10629" y="333804"/>
                  </a:lnTo>
                  <a:lnTo>
                    <a:pt x="9817" y="333413"/>
                  </a:lnTo>
                  <a:lnTo>
                    <a:pt x="9437" y="331783"/>
                  </a:lnTo>
                  <a:lnTo>
                    <a:pt x="10049" y="330314"/>
                  </a:lnTo>
                  <a:lnTo>
                    <a:pt x="12499" y="326806"/>
                  </a:lnTo>
                  <a:lnTo>
                    <a:pt x="13344" y="325270"/>
                  </a:lnTo>
                  <a:lnTo>
                    <a:pt x="13826" y="323834"/>
                  </a:lnTo>
                  <a:lnTo>
                    <a:pt x="13750" y="322858"/>
                  </a:lnTo>
                  <a:lnTo>
                    <a:pt x="14156" y="320837"/>
                  </a:lnTo>
                  <a:lnTo>
                    <a:pt x="16552" y="317307"/>
                  </a:lnTo>
                  <a:lnTo>
                    <a:pt x="18501" y="315694"/>
                  </a:lnTo>
                  <a:lnTo>
                    <a:pt x="19141" y="317082"/>
                  </a:lnTo>
                  <a:lnTo>
                    <a:pt x="18597" y="321425"/>
                  </a:lnTo>
                  <a:lnTo>
                    <a:pt x="18602" y="323218"/>
                  </a:lnTo>
                  <a:lnTo>
                    <a:pt x="20145" y="316886"/>
                  </a:lnTo>
                  <a:lnTo>
                    <a:pt x="20824" y="315381"/>
                  </a:lnTo>
                  <a:lnTo>
                    <a:pt x="21597" y="314319"/>
                  </a:lnTo>
                  <a:lnTo>
                    <a:pt x="23469" y="313606"/>
                  </a:lnTo>
                  <a:lnTo>
                    <a:pt x="23998" y="312609"/>
                  </a:lnTo>
                  <a:lnTo>
                    <a:pt x="21819" y="312939"/>
                  </a:lnTo>
                  <a:lnTo>
                    <a:pt x="16532" y="315353"/>
                  </a:lnTo>
                  <a:lnTo>
                    <a:pt x="14304" y="317506"/>
                  </a:lnTo>
                  <a:lnTo>
                    <a:pt x="13710" y="319164"/>
                  </a:lnTo>
                  <a:lnTo>
                    <a:pt x="12164" y="321663"/>
                  </a:lnTo>
                  <a:lnTo>
                    <a:pt x="11439" y="323286"/>
                  </a:lnTo>
                  <a:lnTo>
                    <a:pt x="11119" y="325668"/>
                  </a:lnTo>
                  <a:lnTo>
                    <a:pt x="10248" y="326962"/>
                  </a:lnTo>
                  <a:lnTo>
                    <a:pt x="9073" y="327441"/>
                  </a:lnTo>
                  <a:lnTo>
                    <a:pt x="7442" y="330462"/>
                  </a:lnTo>
                  <a:lnTo>
                    <a:pt x="6722" y="332891"/>
                  </a:lnTo>
                  <a:lnTo>
                    <a:pt x="5098" y="334826"/>
                  </a:lnTo>
                  <a:lnTo>
                    <a:pt x="4068" y="336313"/>
                  </a:lnTo>
                  <a:lnTo>
                    <a:pt x="3730" y="336844"/>
                  </a:lnTo>
                  <a:lnTo>
                    <a:pt x="3172" y="338307"/>
                  </a:lnTo>
                  <a:lnTo>
                    <a:pt x="2709" y="338410"/>
                  </a:lnTo>
                  <a:lnTo>
                    <a:pt x="2306" y="337553"/>
                  </a:lnTo>
                  <a:lnTo>
                    <a:pt x="2238" y="335665"/>
                  </a:lnTo>
                  <a:lnTo>
                    <a:pt x="2403" y="332651"/>
                  </a:lnTo>
                  <a:lnTo>
                    <a:pt x="3184" y="330483"/>
                  </a:lnTo>
                  <a:lnTo>
                    <a:pt x="3558" y="328365"/>
                  </a:lnTo>
                  <a:lnTo>
                    <a:pt x="3038" y="326387"/>
                  </a:lnTo>
                  <a:lnTo>
                    <a:pt x="3398" y="325139"/>
                  </a:lnTo>
                  <a:lnTo>
                    <a:pt x="4086" y="325182"/>
                  </a:lnTo>
                  <a:lnTo>
                    <a:pt x="5364" y="325750"/>
                  </a:lnTo>
                  <a:lnTo>
                    <a:pt x="6722" y="325659"/>
                  </a:lnTo>
                  <a:lnTo>
                    <a:pt x="8955" y="324097"/>
                  </a:lnTo>
                  <a:lnTo>
                    <a:pt x="8599" y="323183"/>
                  </a:lnTo>
                  <a:lnTo>
                    <a:pt x="7635" y="323054"/>
                  </a:lnTo>
                  <a:lnTo>
                    <a:pt x="5834" y="323183"/>
                  </a:lnTo>
                  <a:lnTo>
                    <a:pt x="4321" y="321658"/>
                  </a:lnTo>
                  <a:lnTo>
                    <a:pt x="3144" y="318624"/>
                  </a:lnTo>
                  <a:lnTo>
                    <a:pt x="2609" y="314570"/>
                  </a:lnTo>
                  <a:lnTo>
                    <a:pt x="2966" y="313411"/>
                  </a:lnTo>
                  <a:lnTo>
                    <a:pt x="7320" y="309282"/>
                  </a:lnTo>
                  <a:lnTo>
                    <a:pt x="8492" y="307408"/>
                  </a:lnTo>
                  <a:lnTo>
                    <a:pt x="7814" y="307221"/>
                  </a:lnTo>
                  <a:lnTo>
                    <a:pt x="6179" y="309495"/>
                  </a:lnTo>
                  <a:lnTo>
                    <a:pt x="3840" y="310907"/>
                  </a:lnTo>
                  <a:lnTo>
                    <a:pt x="2364" y="308944"/>
                  </a:lnTo>
                  <a:lnTo>
                    <a:pt x="1596" y="306831"/>
                  </a:lnTo>
                  <a:lnTo>
                    <a:pt x="1155" y="302368"/>
                  </a:lnTo>
                  <a:lnTo>
                    <a:pt x="1314" y="300075"/>
                  </a:lnTo>
                  <a:lnTo>
                    <a:pt x="1130" y="297060"/>
                  </a:lnTo>
                  <a:lnTo>
                    <a:pt x="2129" y="296080"/>
                  </a:lnTo>
                  <a:lnTo>
                    <a:pt x="3246" y="296601"/>
                  </a:lnTo>
                  <a:lnTo>
                    <a:pt x="4348" y="296794"/>
                  </a:lnTo>
                  <a:lnTo>
                    <a:pt x="6846" y="296530"/>
                  </a:lnTo>
                  <a:lnTo>
                    <a:pt x="12355" y="294721"/>
                  </a:lnTo>
                  <a:lnTo>
                    <a:pt x="15906" y="295796"/>
                  </a:lnTo>
                  <a:lnTo>
                    <a:pt x="17349" y="295698"/>
                  </a:lnTo>
                  <a:lnTo>
                    <a:pt x="19558" y="294140"/>
                  </a:lnTo>
                  <a:lnTo>
                    <a:pt x="21491" y="293979"/>
                  </a:lnTo>
                  <a:lnTo>
                    <a:pt x="22936" y="295170"/>
                  </a:lnTo>
                  <a:lnTo>
                    <a:pt x="23726" y="296535"/>
                  </a:lnTo>
                  <a:lnTo>
                    <a:pt x="23824" y="298361"/>
                  </a:lnTo>
                  <a:lnTo>
                    <a:pt x="24492" y="299579"/>
                  </a:lnTo>
                  <a:lnTo>
                    <a:pt x="24944" y="299184"/>
                  </a:lnTo>
                  <a:lnTo>
                    <a:pt x="24584" y="297736"/>
                  </a:lnTo>
                  <a:lnTo>
                    <a:pt x="24509" y="295494"/>
                  </a:lnTo>
                  <a:lnTo>
                    <a:pt x="30319" y="292953"/>
                  </a:lnTo>
                  <a:lnTo>
                    <a:pt x="31004" y="291967"/>
                  </a:lnTo>
                  <a:lnTo>
                    <a:pt x="28695" y="291623"/>
                  </a:lnTo>
                  <a:lnTo>
                    <a:pt x="28036" y="289306"/>
                  </a:lnTo>
                  <a:lnTo>
                    <a:pt x="29255" y="285800"/>
                  </a:lnTo>
                  <a:lnTo>
                    <a:pt x="29141" y="285345"/>
                  </a:lnTo>
                  <a:lnTo>
                    <a:pt x="27858" y="287195"/>
                  </a:lnTo>
                  <a:lnTo>
                    <a:pt x="27227" y="289798"/>
                  </a:lnTo>
                  <a:lnTo>
                    <a:pt x="27477" y="291876"/>
                  </a:lnTo>
                  <a:lnTo>
                    <a:pt x="27223" y="292841"/>
                  </a:lnTo>
                  <a:lnTo>
                    <a:pt x="26044" y="293284"/>
                  </a:lnTo>
                  <a:lnTo>
                    <a:pt x="23386" y="293444"/>
                  </a:lnTo>
                  <a:lnTo>
                    <a:pt x="21681" y="292562"/>
                  </a:lnTo>
                  <a:lnTo>
                    <a:pt x="20100" y="292084"/>
                  </a:lnTo>
                  <a:lnTo>
                    <a:pt x="19562" y="291418"/>
                  </a:lnTo>
                  <a:lnTo>
                    <a:pt x="19742" y="289935"/>
                  </a:lnTo>
                  <a:lnTo>
                    <a:pt x="19443" y="289629"/>
                  </a:lnTo>
                  <a:lnTo>
                    <a:pt x="18789" y="290962"/>
                  </a:lnTo>
                  <a:lnTo>
                    <a:pt x="18208" y="293620"/>
                  </a:lnTo>
                  <a:lnTo>
                    <a:pt x="16953" y="294232"/>
                  </a:lnTo>
                  <a:lnTo>
                    <a:pt x="13489" y="293245"/>
                  </a:lnTo>
                  <a:lnTo>
                    <a:pt x="8474" y="293826"/>
                  </a:lnTo>
                  <a:lnTo>
                    <a:pt x="6224" y="295164"/>
                  </a:lnTo>
                  <a:lnTo>
                    <a:pt x="4767" y="294989"/>
                  </a:lnTo>
                  <a:lnTo>
                    <a:pt x="2260" y="292646"/>
                  </a:lnTo>
                  <a:lnTo>
                    <a:pt x="1281" y="290783"/>
                  </a:lnTo>
                  <a:lnTo>
                    <a:pt x="915" y="287028"/>
                  </a:lnTo>
                  <a:lnTo>
                    <a:pt x="1063" y="285376"/>
                  </a:lnTo>
                  <a:lnTo>
                    <a:pt x="3016" y="284680"/>
                  </a:lnTo>
                  <a:lnTo>
                    <a:pt x="4004" y="284729"/>
                  </a:lnTo>
                  <a:lnTo>
                    <a:pt x="4929" y="283842"/>
                  </a:lnTo>
                  <a:lnTo>
                    <a:pt x="4110" y="283265"/>
                  </a:lnTo>
                  <a:lnTo>
                    <a:pt x="2960" y="282132"/>
                  </a:lnTo>
                  <a:lnTo>
                    <a:pt x="2175" y="279863"/>
                  </a:lnTo>
                  <a:lnTo>
                    <a:pt x="993" y="279122"/>
                  </a:lnTo>
                  <a:lnTo>
                    <a:pt x="201" y="277188"/>
                  </a:lnTo>
                  <a:lnTo>
                    <a:pt x="0" y="274266"/>
                  </a:lnTo>
                  <a:lnTo>
                    <a:pt x="227" y="272235"/>
                  </a:lnTo>
                  <a:lnTo>
                    <a:pt x="859" y="271581"/>
                  </a:lnTo>
                  <a:lnTo>
                    <a:pt x="2378" y="272025"/>
                  </a:lnTo>
                  <a:lnTo>
                    <a:pt x="6386" y="271685"/>
                  </a:lnTo>
                  <a:lnTo>
                    <a:pt x="10160" y="273748"/>
                  </a:lnTo>
                  <a:lnTo>
                    <a:pt x="12721" y="274918"/>
                  </a:lnTo>
                  <a:lnTo>
                    <a:pt x="17910" y="274330"/>
                  </a:lnTo>
                  <a:lnTo>
                    <a:pt x="20949" y="272487"/>
                  </a:lnTo>
                  <a:lnTo>
                    <a:pt x="20391" y="271978"/>
                  </a:lnTo>
                  <a:lnTo>
                    <a:pt x="17095" y="273043"/>
                  </a:lnTo>
                  <a:lnTo>
                    <a:pt x="14049" y="272999"/>
                  </a:lnTo>
                  <a:lnTo>
                    <a:pt x="8678" y="270917"/>
                  </a:lnTo>
                  <a:lnTo>
                    <a:pt x="6475" y="270246"/>
                  </a:lnTo>
                  <a:lnTo>
                    <a:pt x="4103" y="270542"/>
                  </a:lnTo>
                  <a:lnTo>
                    <a:pt x="2868" y="269910"/>
                  </a:lnTo>
                  <a:lnTo>
                    <a:pt x="2142" y="267851"/>
                  </a:lnTo>
                  <a:lnTo>
                    <a:pt x="2679" y="263914"/>
                  </a:lnTo>
                  <a:lnTo>
                    <a:pt x="3804" y="263064"/>
                  </a:lnTo>
                  <a:lnTo>
                    <a:pt x="4413" y="264091"/>
                  </a:lnTo>
                  <a:lnTo>
                    <a:pt x="5148" y="264156"/>
                  </a:lnTo>
                  <a:lnTo>
                    <a:pt x="5892" y="262511"/>
                  </a:lnTo>
                  <a:lnTo>
                    <a:pt x="6604" y="261574"/>
                  </a:lnTo>
                  <a:lnTo>
                    <a:pt x="7168" y="259453"/>
                  </a:lnTo>
                  <a:lnTo>
                    <a:pt x="9296" y="257443"/>
                  </a:lnTo>
                  <a:lnTo>
                    <a:pt x="10195" y="257272"/>
                  </a:lnTo>
                  <a:lnTo>
                    <a:pt x="11484" y="256346"/>
                  </a:lnTo>
                  <a:lnTo>
                    <a:pt x="12307" y="256609"/>
                  </a:lnTo>
                  <a:lnTo>
                    <a:pt x="12834" y="257538"/>
                  </a:lnTo>
                  <a:lnTo>
                    <a:pt x="13500" y="258308"/>
                  </a:lnTo>
                  <a:lnTo>
                    <a:pt x="14944" y="258215"/>
                  </a:lnTo>
                  <a:lnTo>
                    <a:pt x="19215" y="256604"/>
                  </a:lnTo>
                  <a:lnTo>
                    <a:pt x="19674" y="256131"/>
                  </a:lnTo>
                  <a:lnTo>
                    <a:pt x="20507" y="254808"/>
                  </a:lnTo>
                  <a:lnTo>
                    <a:pt x="17800" y="255398"/>
                  </a:lnTo>
                  <a:lnTo>
                    <a:pt x="15551" y="256337"/>
                  </a:lnTo>
                  <a:lnTo>
                    <a:pt x="14106" y="256599"/>
                  </a:lnTo>
                  <a:lnTo>
                    <a:pt x="13902" y="255426"/>
                  </a:lnTo>
                  <a:lnTo>
                    <a:pt x="14435" y="254384"/>
                  </a:lnTo>
                  <a:lnTo>
                    <a:pt x="15272" y="253276"/>
                  </a:lnTo>
                  <a:lnTo>
                    <a:pt x="15679" y="251387"/>
                  </a:lnTo>
                  <a:lnTo>
                    <a:pt x="16601" y="250581"/>
                  </a:lnTo>
                  <a:lnTo>
                    <a:pt x="17596" y="250624"/>
                  </a:lnTo>
                  <a:lnTo>
                    <a:pt x="19655" y="250280"/>
                  </a:lnTo>
                  <a:lnTo>
                    <a:pt x="21108" y="249790"/>
                  </a:lnTo>
                  <a:lnTo>
                    <a:pt x="23600" y="250119"/>
                  </a:lnTo>
                  <a:lnTo>
                    <a:pt x="27313" y="250842"/>
                  </a:lnTo>
                  <a:lnTo>
                    <a:pt x="29707" y="252599"/>
                  </a:lnTo>
                  <a:lnTo>
                    <a:pt x="30608" y="252440"/>
                  </a:lnTo>
                  <a:lnTo>
                    <a:pt x="31564" y="251973"/>
                  </a:lnTo>
                  <a:lnTo>
                    <a:pt x="31996" y="251335"/>
                  </a:lnTo>
                  <a:lnTo>
                    <a:pt x="30117" y="250605"/>
                  </a:lnTo>
                  <a:lnTo>
                    <a:pt x="30010" y="249565"/>
                  </a:lnTo>
                  <a:lnTo>
                    <a:pt x="30243" y="248780"/>
                  </a:lnTo>
                  <a:lnTo>
                    <a:pt x="33308" y="247334"/>
                  </a:lnTo>
                  <a:lnTo>
                    <a:pt x="36654" y="247014"/>
                  </a:lnTo>
                  <a:lnTo>
                    <a:pt x="36079" y="245850"/>
                  </a:lnTo>
                  <a:lnTo>
                    <a:pt x="28747" y="247607"/>
                  </a:lnTo>
                  <a:lnTo>
                    <a:pt x="26833" y="246408"/>
                  </a:lnTo>
                  <a:lnTo>
                    <a:pt x="25323" y="246418"/>
                  </a:lnTo>
                  <a:lnTo>
                    <a:pt x="24334" y="247103"/>
                  </a:lnTo>
                  <a:lnTo>
                    <a:pt x="21515" y="247933"/>
                  </a:lnTo>
                  <a:lnTo>
                    <a:pt x="20997" y="247343"/>
                  </a:lnTo>
                  <a:lnTo>
                    <a:pt x="21533" y="245306"/>
                  </a:lnTo>
                  <a:lnTo>
                    <a:pt x="23221" y="241964"/>
                  </a:lnTo>
                  <a:lnTo>
                    <a:pt x="23362" y="241145"/>
                  </a:lnTo>
                  <a:lnTo>
                    <a:pt x="24145" y="240341"/>
                  </a:lnTo>
                  <a:lnTo>
                    <a:pt x="28525" y="238402"/>
                  </a:lnTo>
                  <a:lnTo>
                    <a:pt x="30628" y="236149"/>
                  </a:lnTo>
                  <a:lnTo>
                    <a:pt x="31577" y="235864"/>
                  </a:lnTo>
                  <a:lnTo>
                    <a:pt x="32518" y="236021"/>
                  </a:lnTo>
                  <a:lnTo>
                    <a:pt x="33948" y="235757"/>
                  </a:lnTo>
                  <a:lnTo>
                    <a:pt x="36713" y="236402"/>
                  </a:lnTo>
                  <a:lnTo>
                    <a:pt x="37985" y="239223"/>
                  </a:lnTo>
                  <a:lnTo>
                    <a:pt x="39129" y="240109"/>
                  </a:lnTo>
                  <a:lnTo>
                    <a:pt x="42727" y="243633"/>
                  </a:lnTo>
                  <a:lnTo>
                    <a:pt x="42566" y="242619"/>
                  </a:lnTo>
                  <a:lnTo>
                    <a:pt x="39452" y="237843"/>
                  </a:lnTo>
                  <a:lnTo>
                    <a:pt x="38262" y="236662"/>
                  </a:lnTo>
                  <a:lnTo>
                    <a:pt x="37374" y="234317"/>
                  </a:lnTo>
                  <a:lnTo>
                    <a:pt x="37678" y="232101"/>
                  </a:lnTo>
                  <a:lnTo>
                    <a:pt x="38680" y="230622"/>
                  </a:lnTo>
                  <a:lnTo>
                    <a:pt x="42232" y="229830"/>
                  </a:lnTo>
                  <a:lnTo>
                    <a:pt x="42869" y="228974"/>
                  </a:lnTo>
                  <a:lnTo>
                    <a:pt x="42932" y="227504"/>
                  </a:lnTo>
                  <a:lnTo>
                    <a:pt x="42388" y="226498"/>
                  </a:lnTo>
                  <a:lnTo>
                    <a:pt x="41081" y="226556"/>
                  </a:lnTo>
                  <a:lnTo>
                    <a:pt x="40004" y="225933"/>
                  </a:lnTo>
                  <a:lnTo>
                    <a:pt x="39707" y="224349"/>
                  </a:lnTo>
                  <a:lnTo>
                    <a:pt x="40137" y="223278"/>
                  </a:lnTo>
                  <a:lnTo>
                    <a:pt x="42186" y="221326"/>
                  </a:lnTo>
                  <a:lnTo>
                    <a:pt x="43308" y="220693"/>
                  </a:lnTo>
                  <a:lnTo>
                    <a:pt x="45250" y="220004"/>
                  </a:lnTo>
                  <a:lnTo>
                    <a:pt x="48627" y="221548"/>
                  </a:lnTo>
                  <a:lnTo>
                    <a:pt x="48883" y="222357"/>
                  </a:lnTo>
                  <a:lnTo>
                    <a:pt x="47937" y="224304"/>
                  </a:lnTo>
                  <a:lnTo>
                    <a:pt x="48032" y="225396"/>
                  </a:lnTo>
                  <a:lnTo>
                    <a:pt x="48859" y="225517"/>
                  </a:lnTo>
                  <a:lnTo>
                    <a:pt x="50788" y="222236"/>
                  </a:lnTo>
                  <a:lnTo>
                    <a:pt x="53056" y="221783"/>
                  </a:lnTo>
                  <a:lnTo>
                    <a:pt x="53994" y="221078"/>
                  </a:lnTo>
                  <a:lnTo>
                    <a:pt x="55083" y="220635"/>
                  </a:lnTo>
                  <a:lnTo>
                    <a:pt x="56641" y="223601"/>
                  </a:lnTo>
                  <a:lnTo>
                    <a:pt x="57323" y="224551"/>
                  </a:lnTo>
                  <a:lnTo>
                    <a:pt x="57835" y="224940"/>
                  </a:lnTo>
                  <a:lnTo>
                    <a:pt x="58332" y="227410"/>
                  </a:lnTo>
                  <a:lnTo>
                    <a:pt x="58813" y="227541"/>
                  </a:lnTo>
                  <a:lnTo>
                    <a:pt x="59499" y="226304"/>
                  </a:lnTo>
                  <a:lnTo>
                    <a:pt x="60742" y="225651"/>
                  </a:lnTo>
                  <a:lnTo>
                    <a:pt x="62485" y="225222"/>
                  </a:lnTo>
                  <a:lnTo>
                    <a:pt x="65372" y="225875"/>
                  </a:lnTo>
                  <a:lnTo>
                    <a:pt x="66679" y="225392"/>
                  </a:lnTo>
                  <a:lnTo>
                    <a:pt x="67319" y="225460"/>
                  </a:lnTo>
                  <a:lnTo>
                    <a:pt x="66705" y="223242"/>
                  </a:lnTo>
                  <a:lnTo>
                    <a:pt x="66324" y="222602"/>
                  </a:lnTo>
                  <a:lnTo>
                    <a:pt x="66918" y="220622"/>
                  </a:lnTo>
                  <a:lnTo>
                    <a:pt x="67539" y="219848"/>
                  </a:lnTo>
                  <a:lnTo>
                    <a:pt x="69533" y="218459"/>
                  </a:lnTo>
                  <a:lnTo>
                    <a:pt x="71436" y="217839"/>
                  </a:lnTo>
                  <a:lnTo>
                    <a:pt x="72678" y="216520"/>
                  </a:lnTo>
                  <a:lnTo>
                    <a:pt x="74346" y="215308"/>
                  </a:lnTo>
                  <a:lnTo>
                    <a:pt x="74084" y="214337"/>
                  </a:lnTo>
                  <a:lnTo>
                    <a:pt x="73620" y="213213"/>
                  </a:lnTo>
                  <a:lnTo>
                    <a:pt x="72541" y="213142"/>
                  </a:lnTo>
                  <a:lnTo>
                    <a:pt x="72100" y="212529"/>
                  </a:lnTo>
                  <a:lnTo>
                    <a:pt x="73470" y="211072"/>
                  </a:lnTo>
                  <a:lnTo>
                    <a:pt x="75346" y="209453"/>
                  </a:lnTo>
                  <a:lnTo>
                    <a:pt x="75019" y="208817"/>
                  </a:lnTo>
                  <a:lnTo>
                    <a:pt x="73608" y="208097"/>
                  </a:lnTo>
                  <a:lnTo>
                    <a:pt x="72537" y="208639"/>
                  </a:lnTo>
                  <a:lnTo>
                    <a:pt x="70945" y="209891"/>
                  </a:lnTo>
                  <a:lnTo>
                    <a:pt x="69093" y="211872"/>
                  </a:lnTo>
                  <a:lnTo>
                    <a:pt x="69696" y="212450"/>
                  </a:lnTo>
                  <a:lnTo>
                    <a:pt x="70623" y="214115"/>
                  </a:lnTo>
                  <a:lnTo>
                    <a:pt x="69330" y="216331"/>
                  </a:lnTo>
                  <a:lnTo>
                    <a:pt x="62475" y="222216"/>
                  </a:lnTo>
                  <a:lnTo>
                    <a:pt x="59205" y="223940"/>
                  </a:lnTo>
                  <a:lnTo>
                    <a:pt x="57697" y="223672"/>
                  </a:lnTo>
                  <a:lnTo>
                    <a:pt x="57338" y="222063"/>
                  </a:lnTo>
                  <a:lnTo>
                    <a:pt x="56642" y="220873"/>
                  </a:lnTo>
                  <a:lnTo>
                    <a:pt x="55896" y="218420"/>
                  </a:lnTo>
                  <a:lnTo>
                    <a:pt x="54627" y="218485"/>
                  </a:lnTo>
                  <a:lnTo>
                    <a:pt x="53906" y="219027"/>
                  </a:lnTo>
                  <a:lnTo>
                    <a:pt x="53592" y="218224"/>
                  </a:lnTo>
                  <a:lnTo>
                    <a:pt x="54138" y="215604"/>
                  </a:lnTo>
                  <a:lnTo>
                    <a:pt x="55211" y="213533"/>
                  </a:lnTo>
                  <a:lnTo>
                    <a:pt x="57012" y="211969"/>
                  </a:lnTo>
                  <a:lnTo>
                    <a:pt x="57875" y="210081"/>
                  </a:lnTo>
                  <a:lnTo>
                    <a:pt x="58686" y="207084"/>
                  </a:lnTo>
                  <a:lnTo>
                    <a:pt x="61290" y="204233"/>
                  </a:lnTo>
                  <a:lnTo>
                    <a:pt x="65081" y="197180"/>
                  </a:lnTo>
                  <a:lnTo>
                    <a:pt x="68169" y="194929"/>
                  </a:lnTo>
                  <a:lnTo>
                    <a:pt x="69301" y="192469"/>
                  </a:lnTo>
                  <a:lnTo>
                    <a:pt x="71120" y="191381"/>
                  </a:lnTo>
                  <a:lnTo>
                    <a:pt x="72673" y="189462"/>
                  </a:lnTo>
                  <a:lnTo>
                    <a:pt x="73893" y="189272"/>
                  </a:lnTo>
                  <a:lnTo>
                    <a:pt x="76108" y="187545"/>
                  </a:lnTo>
                  <a:lnTo>
                    <a:pt x="77363" y="185490"/>
                  </a:lnTo>
                  <a:lnTo>
                    <a:pt x="76544" y="185362"/>
                  </a:lnTo>
                  <a:lnTo>
                    <a:pt x="74596" y="186699"/>
                  </a:lnTo>
                  <a:lnTo>
                    <a:pt x="73495" y="187238"/>
                  </a:lnTo>
                  <a:lnTo>
                    <a:pt x="73572" y="185033"/>
                  </a:lnTo>
                  <a:lnTo>
                    <a:pt x="74106" y="182772"/>
                  </a:lnTo>
                  <a:lnTo>
                    <a:pt x="75711" y="180706"/>
                  </a:lnTo>
                  <a:lnTo>
                    <a:pt x="83425" y="174704"/>
                  </a:lnTo>
                  <a:lnTo>
                    <a:pt x="84195" y="175697"/>
                  </a:lnTo>
                  <a:lnTo>
                    <a:pt x="85115" y="177451"/>
                  </a:lnTo>
                  <a:lnTo>
                    <a:pt x="87438" y="177054"/>
                  </a:lnTo>
                  <a:lnTo>
                    <a:pt x="90085" y="173656"/>
                  </a:lnTo>
                  <a:lnTo>
                    <a:pt x="92124" y="169967"/>
                  </a:lnTo>
                  <a:lnTo>
                    <a:pt x="91022" y="170611"/>
                  </a:lnTo>
                  <a:lnTo>
                    <a:pt x="89820" y="172121"/>
                  </a:lnTo>
                  <a:lnTo>
                    <a:pt x="87477" y="174221"/>
                  </a:lnTo>
                  <a:lnTo>
                    <a:pt x="86393" y="174552"/>
                  </a:lnTo>
                  <a:lnTo>
                    <a:pt x="85775" y="174280"/>
                  </a:lnTo>
                  <a:lnTo>
                    <a:pt x="85431" y="172879"/>
                  </a:lnTo>
                  <a:lnTo>
                    <a:pt x="84619" y="172424"/>
                  </a:lnTo>
                  <a:lnTo>
                    <a:pt x="83885" y="172739"/>
                  </a:lnTo>
                  <a:lnTo>
                    <a:pt x="83128" y="171743"/>
                  </a:lnTo>
                  <a:lnTo>
                    <a:pt x="82994" y="169285"/>
                  </a:lnTo>
                  <a:lnTo>
                    <a:pt x="83961" y="165624"/>
                  </a:lnTo>
                  <a:lnTo>
                    <a:pt x="84728" y="163203"/>
                  </a:lnTo>
                  <a:lnTo>
                    <a:pt x="85556" y="161371"/>
                  </a:lnTo>
                  <a:lnTo>
                    <a:pt x="88812" y="156171"/>
                  </a:lnTo>
                  <a:lnTo>
                    <a:pt x="89515" y="153333"/>
                  </a:lnTo>
                  <a:lnTo>
                    <a:pt x="90987" y="151835"/>
                  </a:lnTo>
                  <a:lnTo>
                    <a:pt x="92900" y="152168"/>
                  </a:lnTo>
                  <a:lnTo>
                    <a:pt x="93477" y="151736"/>
                  </a:lnTo>
                  <a:lnTo>
                    <a:pt x="92820" y="149876"/>
                  </a:lnTo>
                  <a:lnTo>
                    <a:pt x="90736" y="148401"/>
                  </a:lnTo>
                  <a:lnTo>
                    <a:pt x="90608" y="147475"/>
                  </a:lnTo>
                  <a:lnTo>
                    <a:pt x="97551" y="145042"/>
                  </a:lnTo>
                  <a:lnTo>
                    <a:pt x="100857" y="145125"/>
                  </a:lnTo>
                  <a:lnTo>
                    <a:pt x="101838" y="143911"/>
                  </a:lnTo>
                  <a:lnTo>
                    <a:pt x="103635" y="143134"/>
                  </a:lnTo>
                  <a:lnTo>
                    <a:pt x="104997" y="141650"/>
                  </a:lnTo>
                  <a:lnTo>
                    <a:pt x="104295" y="140995"/>
                  </a:lnTo>
                  <a:lnTo>
                    <a:pt x="100937" y="142359"/>
                  </a:lnTo>
                  <a:lnTo>
                    <a:pt x="98837" y="142999"/>
                  </a:lnTo>
                  <a:lnTo>
                    <a:pt x="97888" y="142979"/>
                  </a:lnTo>
                  <a:lnTo>
                    <a:pt x="97147" y="143448"/>
                  </a:lnTo>
                  <a:lnTo>
                    <a:pt x="94463" y="143627"/>
                  </a:lnTo>
                  <a:lnTo>
                    <a:pt x="93880" y="137713"/>
                  </a:lnTo>
                  <a:lnTo>
                    <a:pt x="94300" y="134504"/>
                  </a:lnTo>
                  <a:lnTo>
                    <a:pt x="95301" y="134570"/>
                  </a:lnTo>
                  <a:lnTo>
                    <a:pt x="95529" y="131507"/>
                  </a:lnTo>
                  <a:lnTo>
                    <a:pt x="96684" y="129704"/>
                  </a:lnTo>
                  <a:lnTo>
                    <a:pt x="98279" y="129300"/>
                  </a:lnTo>
                  <a:lnTo>
                    <a:pt x="99082" y="128528"/>
                  </a:lnTo>
                  <a:lnTo>
                    <a:pt x="100243" y="126957"/>
                  </a:lnTo>
                  <a:lnTo>
                    <a:pt x="102164" y="127322"/>
                  </a:lnTo>
                  <a:lnTo>
                    <a:pt x="104137" y="126971"/>
                  </a:lnTo>
                  <a:lnTo>
                    <a:pt x="103648" y="126231"/>
                  </a:lnTo>
                  <a:lnTo>
                    <a:pt x="101199" y="125277"/>
                  </a:lnTo>
                  <a:lnTo>
                    <a:pt x="100594" y="123639"/>
                  </a:lnTo>
                  <a:lnTo>
                    <a:pt x="101458" y="122725"/>
                  </a:lnTo>
                  <a:lnTo>
                    <a:pt x="102399" y="122052"/>
                  </a:lnTo>
                  <a:lnTo>
                    <a:pt x="103225" y="121931"/>
                  </a:lnTo>
                  <a:lnTo>
                    <a:pt x="104861" y="118734"/>
                  </a:lnTo>
                  <a:lnTo>
                    <a:pt x="105856" y="117370"/>
                  </a:lnTo>
                  <a:lnTo>
                    <a:pt x="106969" y="117607"/>
                  </a:lnTo>
                  <a:lnTo>
                    <a:pt x="108520" y="116197"/>
                  </a:lnTo>
                  <a:lnTo>
                    <a:pt x="110043" y="116678"/>
                  </a:lnTo>
                  <a:lnTo>
                    <a:pt x="111516" y="115756"/>
                  </a:lnTo>
                  <a:lnTo>
                    <a:pt x="113529" y="115147"/>
                  </a:lnTo>
                  <a:lnTo>
                    <a:pt x="120896" y="114912"/>
                  </a:lnTo>
                  <a:lnTo>
                    <a:pt x="121115" y="113605"/>
                  </a:lnTo>
                  <a:lnTo>
                    <a:pt x="119565" y="113302"/>
                  </a:lnTo>
                  <a:lnTo>
                    <a:pt x="114091" y="112965"/>
                  </a:lnTo>
                  <a:lnTo>
                    <a:pt x="111296" y="112991"/>
                  </a:lnTo>
                  <a:lnTo>
                    <a:pt x="110120" y="113330"/>
                  </a:lnTo>
                  <a:lnTo>
                    <a:pt x="109687" y="112875"/>
                  </a:lnTo>
                  <a:lnTo>
                    <a:pt x="109763" y="112093"/>
                  </a:lnTo>
                  <a:lnTo>
                    <a:pt x="110779" y="110855"/>
                  </a:lnTo>
                  <a:lnTo>
                    <a:pt x="111261" y="109487"/>
                  </a:lnTo>
                  <a:lnTo>
                    <a:pt x="113292" y="106148"/>
                  </a:lnTo>
                  <a:lnTo>
                    <a:pt x="115673" y="103925"/>
                  </a:lnTo>
                  <a:lnTo>
                    <a:pt x="117499" y="104493"/>
                  </a:lnTo>
                  <a:lnTo>
                    <a:pt x="119439" y="106617"/>
                  </a:lnTo>
                  <a:lnTo>
                    <a:pt x="120823" y="106883"/>
                  </a:lnTo>
                  <a:lnTo>
                    <a:pt x="121467" y="107569"/>
                  </a:lnTo>
                  <a:lnTo>
                    <a:pt x="122475" y="110500"/>
                  </a:lnTo>
                  <a:lnTo>
                    <a:pt x="122953" y="110595"/>
                  </a:lnTo>
                  <a:lnTo>
                    <a:pt x="122737" y="107778"/>
                  </a:lnTo>
                  <a:lnTo>
                    <a:pt x="124070" y="105487"/>
                  </a:lnTo>
                  <a:lnTo>
                    <a:pt x="123722" y="104854"/>
                  </a:lnTo>
                  <a:lnTo>
                    <a:pt x="121720" y="105682"/>
                  </a:lnTo>
                  <a:lnTo>
                    <a:pt x="120186" y="104821"/>
                  </a:lnTo>
                  <a:lnTo>
                    <a:pt x="118974" y="103101"/>
                  </a:lnTo>
                  <a:lnTo>
                    <a:pt x="118628" y="101528"/>
                  </a:lnTo>
                  <a:lnTo>
                    <a:pt x="119381" y="99974"/>
                  </a:lnTo>
                  <a:lnTo>
                    <a:pt x="120091" y="99192"/>
                  </a:lnTo>
                  <a:lnTo>
                    <a:pt x="119609" y="98280"/>
                  </a:lnTo>
                  <a:lnTo>
                    <a:pt x="116582" y="100724"/>
                  </a:lnTo>
                  <a:lnTo>
                    <a:pt x="114440" y="101293"/>
                  </a:lnTo>
                  <a:lnTo>
                    <a:pt x="113596" y="100951"/>
                  </a:lnTo>
                  <a:lnTo>
                    <a:pt x="114053" y="98736"/>
                  </a:lnTo>
                  <a:lnTo>
                    <a:pt x="113798" y="96979"/>
                  </a:lnTo>
                  <a:lnTo>
                    <a:pt x="116669" y="92652"/>
                  </a:lnTo>
                  <a:lnTo>
                    <a:pt x="117657" y="92151"/>
                  </a:lnTo>
                  <a:lnTo>
                    <a:pt x="119270" y="92499"/>
                  </a:lnTo>
                  <a:lnTo>
                    <a:pt x="120725" y="93720"/>
                  </a:lnTo>
                  <a:lnTo>
                    <a:pt x="121942" y="93525"/>
                  </a:lnTo>
                  <a:lnTo>
                    <a:pt x="123263" y="92873"/>
                  </a:lnTo>
                  <a:lnTo>
                    <a:pt x="123083" y="91703"/>
                  </a:lnTo>
                  <a:lnTo>
                    <a:pt x="120219" y="91238"/>
                  </a:lnTo>
                  <a:lnTo>
                    <a:pt x="119482" y="90267"/>
                  </a:lnTo>
                  <a:lnTo>
                    <a:pt x="119749" y="89313"/>
                  </a:lnTo>
                  <a:lnTo>
                    <a:pt x="121714" y="88306"/>
                  </a:lnTo>
                  <a:lnTo>
                    <a:pt x="123668" y="86488"/>
                  </a:lnTo>
                  <a:lnTo>
                    <a:pt x="125908" y="85961"/>
                  </a:lnTo>
                  <a:lnTo>
                    <a:pt x="127711" y="84586"/>
                  </a:lnTo>
                  <a:lnTo>
                    <a:pt x="128058" y="84898"/>
                  </a:lnTo>
                  <a:lnTo>
                    <a:pt x="128363" y="85438"/>
                  </a:lnTo>
                  <a:lnTo>
                    <a:pt x="129010" y="90537"/>
                  </a:lnTo>
                  <a:lnTo>
                    <a:pt x="130621" y="94696"/>
                  </a:lnTo>
                  <a:lnTo>
                    <a:pt x="131214" y="94848"/>
                  </a:lnTo>
                  <a:lnTo>
                    <a:pt x="130596" y="91309"/>
                  </a:lnTo>
                  <a:lnTo>
                    <a:pt x="131172" y="90291"/>
                  </a:lnTo>
                  <a:lnTo>
                    <a:pt x="131903" y="89518"/>
                  </a:lnTo>
                  <a:lnTo>
                    <a:pt x="132131" y="88638"/>
                  </a:lnTo>
                  <a:lnTo>
                    <a:pt x="131294" y="88338"/>
                  </a:lnTo>
                  <a:lnTo>
                    <a:pt x="130609" y="87074"/>
                  </a:lnTo>
                  <a:lnTo>
                    <a:pt x="129632" y="83034"/>
                  </a:lnTo>
                  <a:lnTo>
                    <a:pt x="129965" y="81985"/>
                  </a:lnTo>
                  <a:lnTo>
                    <a:pt x="132084" y="79834"/>
                  </a:lnTo>
                  <a:lnTo>
                    <a:pt x="134742" y="79339"/>
                  </a:lnTo>
                  <a:lnTo>
                    <a:pt x="137574" y="80847"/>
                  </a:lnTo>
                  <a:lnTo>
                    <a:pt x="138568" y="80864"/>
                  </a:lnTo>
                  <a:lnTo>
                    <a:pt x="140210" y="80459"/>
                  </a:lnTo>
                  <a:lnTo>
                    <a:pt x="142996" y="79219"/>
                  </a:lnTo>
                  <a:lnTo>
                    <a:pt x="144635" y="78748"/>
                  </a:lnTo>
                  <a:lnTo>
                    <a:pt x="145490" y="78749"/>
                  </a:lnTo>
                  <a:lnTo>
                    <a:pt x="145701" y="78123"/>
                  </a:lnTo>
                  <a:lnTo>
                    <a:pt x="144909" y="77720"/>
                  </a:lnTo>
                  <a:lnTo>
                    <a:pt x="144654" y="77329"/>
                  </a:lnTo>
                  <a:lnTo>
                    <a:pt x="144032" y="77104"/>
                  </a:lnTo>
                  <a:lnTo>
                    <a:pt x="141457" y="77773"/>
                  </a:lnTo>
                  <a:lnTo>
                    <a:pt x="134351" y="77561"/>
                  </a:lnTo>
                  <a:lnTo>
                    <a:pt x="133665" y="76846"/>
                  </a:lnTo>
                  <a:lnTo>
                    <a:pt x="133539" y="75608"/>
                  </a:lnTo>
                  <a:lnTo>
                    <a:pt x="134293" y="73832"/>
                  </a:lnTo>
                  <a:lnTo>
                    <a:pt x="135121" y="72854"/>
                  </a:lnTo>
                  <a:lnTo>
                    <a:pt x="137801" y="71092"/>
                  </a:lnTo>
                  <a:lnTo>
                    <a:pt x="140637" y="70854"/>
                  </a:lnTo>
                  <a:lnTo>
                    <a:pt x="143626" y="67724"/>
                  </a:lnTo>
                  <a:lnTo>
                    <a:pt x="144767" y="65378"/>
                  </a:lnTo>
                  <a:lnTo>
                    <a:pt x="145415" y="61762"/>
                  </a:lnTo>
                  <a:lnTo>
                    <a:pt x="147236" y="58839"/>
                  </a:lnTo>
                  <a:lnTo>
                    <a:pt x="151804" y="57177"/>
                  </a:lnTo>
                  <a:lnTo>
                    <a:pt x="151988" y="56441"/>
                  </a:lnTo>
                  <a:lnTo>
                    <a:pt x="151504" y="54922"/>
                  </a:lnTo>
                  <a:lnTo>
                    <a:pt x="151542" y="52185"/>
                  </a:lnTo>
                  <a:lnTo>
                    <a:pt x="152794" y="48998"/>
                  </a:lnTo>
                  <a:lnTo>
                    <a:pt x="153625" y="47890"/>
                  </a:lnTo>
                  <a:lnTo>
                    <a:pt x="154010" y="47757"/>
                  </a:lnTo>
                  <a:lnTo>
                    <a:pt x="154994" y="48799"/>
                  </a:lnTo>
                  <a:lnTo>
                    <a:pt x="156190" y="51015"/>
                  </a:lnTo>
                  <a:lnTo>
                    <a:pt x="158065" y="52285"/>
                  </a:lnTo>
                  <a:lnTo>
                    <a:pt x="160521" y="52504"/>
                  </a:lnTo>
                  <a:lnTo>
                    <a:pt x="161176" y="51879"/>
                  </a:lnTo>
                  <a:lnTo>
                    <a:pt x="159267" y="50614"/>
                  </a:lnTo>
                  <a:lnTo>
                    <a:pt x="157822" y="48960"/>
                  </a:lnTo>
                  <a:lnTo>
                    <a:pt x="157707" y="47300"/>
                  </a:lnTo>
                  <a:lnTo>
                    <a:pt x="158393" y="46419"/>
                  </a:lnTo>
                  <a:lnTo>
                    <a:pt x="159458" y="46518"/>
                  </a:lnTo>
                  <a:lnTo>
                    <a:pt x="160795" y="46332"/>
                  </a:lnTo>
                  <a:lnTo>
                    <a:pt x="162042" y="45215"/>
                  </a:lnTo>
                  <a:lnTo>
                    <a:pt x="162223" y="44430"/>
                  </a:lnTo>
                  <a:lnTo>
                    <a:pt x="162274" y="43365"/>
                  </a:lnTo>
                  <a:lnTo>
                    <a:pt x="162586" y="42281"/>
                  </a:lnTo>
                  <a:lnTo>
                    <a:pt x="164414" y="39697"/>
                  </a:lnTo>
                  <a:lnTo>
                    <a:pt x="170050" y="38016"/>
                  </a:lnTo>
                  <a:lnTo>
                    <a:pt x="170458" y="38699"/>
                  </a:lnTo>
                  <a:lnTo>
                    <a:pt x="170154" y="43684"/>
                  </a:lnTo>
                  <a:lnTo>
                    <a:pt x="169506" y="46909"/>
                  </a:lnTo>
                  <a:lnTo>
                    <a:pt x="169527" y="49266"/>
                  </a:lnTo>
                  <a:lnTo>
                    <a:pt x="170623" y="46909"/>
                  </a:lnTo>
                  <a:lnTo>
                    <a:pt x="172094" y="40458"/>
                  </a:lnTo>
                  <a:lnTo>
                    <a:pt x="173198" y="37429"/>
                  </a:lnTo>
                  <a:lnTo>
                    <a:pt x="174446" y="35691"/>
                  </a:lnTo>
                  <a:lnTo>
                    <a:pt x="175337" y="35298"/>
                  </a:lnTo>
                  <a:lnTo>
                    <a:pt x="176219" y="34398"/>
                  </a:lnTo>
                  <a:lnTo>
                    <a:pt x="177383" y="33863"/>
                  </a:lnTo>
                  <a:lnTo>
                    <a:pt x="177740" y="34554"/>
                  </a:lnTo>
                  <a:lnTo>
                    <a:pt x="178108" y="36158"/>
                  </a:lnTo>
                  <a:lnTo>
                    <a:pt x="177481" y="41792"/>
                  </a:lnTo>
                  <a:lnTo>
                    <a:pt x="177544" y="43574"/>
                  </a:lnTo>
                  <a:lnTo>
                    <a:pt x="176842" y="45962"/>
                  </a:lnTo>
                  <a:lnTo>
                    <a:pt x="174156" y="51286"/>
                  </a:lnTo>
                  <a:lnTo>
                    <a:pt x="174279" y="51966"/>
                  </a:lnTo>
                  <a:lnTo>
                    <a:pt x="174886" y="51713"/>
                  </a:lnTo>
                  <a:lnTo>
                    <a:pt x="175927" y="50834"/>
                  </a:lnTo>
                  <a:lnTo>
                    <a:pt x="179253" y="45777"/>
                  </a:lnTo>
                  <a:lnTo>
                    <a:pt x="182162" y="46415"/>
                  </a:lnTo>
                  <a:lnTo>
                    <a:pt x="182198" y="46001"/>
                  </a:lnTo>
                  <a:lnTo>
                    <a:pt x="181265" y="44518"/>
                  </a:lnTo>
                  <a:lnTo>
                    <a:pt x="180125" y="43097"/>
                  </a:lnTo>
                  <a:lnTo>
                    <a:pt x="179783" y="41338"/>
                  </a:lnTo>
                  <a:lnTo>
                    <a:pt x="179935" y="36647"/>
                  </a:lnTo>
                  <a:lnTo>
                    <a:pt x="180811" y="34790"/>
                  </a:lnTo>
                  <a:lnTo>
                    <a:pt x="183323" y="34985"/>
                  </a:lnTo>
                  <a:lnTo>
                    <a:pt x="184828" y="34728"/>
                  </a:lnTo>
                  <a:lnTo>
                    <a:pt x="185530" y="35572"/>
                  </a:lnTo>
                  <a:lnTo>
                    <a:pt x="187037" y="35512"/>
                  </a:lnTo>
                  <a:lnTo>
                    <a:pt x="188080" y="32151"/>
                  </a:lnTo>
                  <a:lnTo>
                    <a:pt x="190142" y="31857"/>
                  </a:lnTo>
                  <a:lnTo>
                    <a:pt x="191953" y="34078"/>
                  </a:lnTo>
                  <a:lnTo>
                    <a:pt x="194132" y="35572"/>
                  </a:lnTo>
                  <a:lnTo>
                    <a:pt x="195883" y="37722"/>
                  </a:lnTo>
                  <a:lnTo>
                    <a:pt x="196377" y="37135"/>
                  </a:lnTo>
                  <a:lnTo>
                    <a:pt x="195432" y="32121"/>
                  </a:lnTo>
                  <a:lnTo>
                    <a:pt x="194398" y="30295"/>
                  </a:lnTo>
                  <a:lnTo>
                    <a:pt x="192155" y="29345"/>
                  </a:lnTo>
                  <a:lnTo>
                    <a:pt x="189768" y="27091"/>
                  </a:lnTo>
                  <a:lnTo>
                    <a:pt x="189145" y="26093"/>
                  </a:lnTo>
                  <a:lnTo>
                    <a:pt x="189254" y="25350"/>
                  </a:lnTo>
                  <a:lnTo>
                    <a:pt x="191360" y="24633"/>
                  </a:lnTo>
                  <a:lnTo>
                    <a:pt x="194140" y="25454"/>
                  </a:lnTo>
                  <a:lnTo>
                    <a:pt x="196617" y="23578"/>
                  </a:lnTo>
                  <a:lnTo>
                    <a:pt x="197294" y="24092"/>
                  </a:lnTo>
                  <a:lnTo>
                    <a:pt x="199193" y="23111"/>
                  </a:lnTo>
                  <a:lnTo>
                    <a:pt x="200374" y="24431"/>
                  </a:lnTo>
                  <a:lnTo>
                    <a:pt x="201096" y="24040"/>
                  </a:lnTo>
                  <a:lnTo>
                    <a:pt x="201515" y="22271"/>
                  </a:lnTo>
                  <a:lnTo>
                    <a:pt x="204546" y="21173"/>
                  </a:lnTo>
                  <a:lnTo>
                    <a:pt x="206469" y="22186"/>
                  </a:lnTo>
                  <a:lnTo>
                    <a:pt x="207500" y="23235"/>
                  </a:lnTo>
                  <a:lnTo>
                    <a:pt x="207979" y="25250"/>
                  </a:lnTo>
                  <a:lnTo>
                    <a:pt x="208711" y="29237"/>
                  </a:lnTo>
                  <a:lnTo>
                    <a:pt x="210213" y="31388"/>
                  </a:lnTo>
                  <a:lnTo>
                    <a:pt x="211144" y="32444"/>
                  </a:lnTo>
                  <a:lnTo>
                    <a:pt x="212249" y="32737"/>
                  </a:lnTo>
                  <a:lnTo>
                    <a:pt x="212782" y="31662"/>
                  </a:lnTo>
                  <a:lnTo>
                    <a:pt x="211747" y="30368"/>
                  </a:lnTo>
                  <a:lnTo>
                    <a:pt x="211468" y="29149"/>
                  </a:lnTo>
                  <a:lnTo>
                    <a:pt x="211964" y="26123"/>
                  </a:lnTo>
                  <a:lnTo>
                    <a:pt x="212542" y="24934"/>
                  </a:lnTo>
                  <a:lnTo>
                    <a:pt x="215786" y="20434"/>
                  </a:lnTo>
                  <a:lnTo>
                    <a:pt x="218501" y="18100"/>
                  </a:lnTo>
                  <a:lnTo>
                    <a:pt x="220127" y="17905"/>
                  </a:lnTo>
                  <a:lnTo>
                    <a:pt x="222970" y="12673"/>
                  </a:lnTo>
                  <a:lnTo>
                    <a:pt x="223776" y="11722"/>
                  </a:lnTo>
                  <a:lnTo>
                    <a:pt x="224518" y="11503"/>
                  </a:lnTo>
                  <a:lnTo>
                    <a:pt x="224328" y="10223"/>
                  </a:lnTo>
                  <a:lnTo>
                    <a:pt x="222770" y="9414"/>
                  </a:lnTo>
                  <a:lnTo>
                    <a:pt x="222716" y="7830"/>
                  </a:lnTo>
                  <a:lnTo>
                    <a:pt x="224769" y="5902"/>
                  </a:lnTo>
                  <a:lnTo>
                    <a:pt x="227257" y="2667"/>
                  </a:lnTo>
                  <a:lnTo>
                    <a:pt x="228485" y="2448"/>
                  </a:lnTo>
                  <a:lnTo>
                    <a:pt x="229255" y="3347"/>
                  </a:lnTo>
                  <a:lnTo>
                    <a:pt x="231678" y="4807"/>
                  </a:lnTo>
                  <a:lnTo>
                    <a:pt x="233163" y="6479"/>
                  </a:lnTo>
                  <a:lnTo>
                    <a:pt x="234238" y="7322"/>
                  </a:lnTo>
                  <a:lnTo>
                    <a:pt x="234937" y="7147"/>
                  </a:lnTo>
                  <a:lnTo>
                    <a:pt x="235515" y="5891"/>
                  </a:lnTo>
                  <a:lnTo>
                    <a:pt x="236209" y="5302"/>
                  </a:lnTo>
                  <a:lnTo>
                    <a:pt x="237750" y="5632"/>
                  </a:lnTo>
                  <a:lnTo>
                    <a:pt x="238669" y="6440"/>
                  </a:lnTo>
                  <a:lnTo>
                    <a:pt x="239385" y="6547"/>
                  </a:lnTo>
                  <a:lnTo>
                    <a:pt x="240033" y="7036"/>
                  </a:lnTo>
                  <a:lnTo>
                    <a:pt x="240185" y="8111"/>
                  </a:lnTo>
                  <a:lnTo>
                    <a:pt x="238852" y="9283"/>
                  </a:lnTo>
                  <a:lnTo>
                    <a:pt x="236581" y="12390"/>
                  </a:lnTo>
                  <a:lnTo>
                    <a:pt x="234340" y="15924"/>
                  </a:lnTo>
                  <a:lnTo>
                    <a:pt x="233601" y="17785"/>
                  </a:lnTo>
                  <a:lnTo>
                    <a:pt x="232877" y="22672"/>
                  </a:lnTo>
                  <a:lnTo>
                    <a:pt x="231126" y="25799"/>
                  </a:lnTo>
                  <a:lnTo>
                    <a:pt x="230993" y="27992"/>
                  </a:lnTo>
                  <a:lnTo>
                    <a:pt x="231697" y="29025"/>
                  </a:lnTo>
                  <a:lnTo>
                    <a:pt x="233630" y="28214"/>
                  </a:lnTo>
                  <a:lnTo>
                    <a:pt x="236013" y="25288"/>
                  </a:lnTo>
                  <a:lnTo>
                    <a:pt x="236607" y="22183"/>
                  </a:lnTo>
                  <a:lnTo>
                    <a:pt x="242563" y="13767"/>
                  </a:lnTo>
                  <a:lnTo>
                    <a:pt x="245357" y="9121"/>
                  </a:lnTo>
                  <a:lnTo>
                    <a:pt x="248534" y="5274"/>
                  </a:lnTo>
                  <a:lnTo>
                    <a:pt x="250311" y="4478"/>
                  </a:lnTo>
                  <a:lnTo>
                    <a:pt x="251147" y="7025"/>
                  </a:lnTo>
                  <a:lnTo>
                    <a:pt x="250474" y="10352"/>
                  </a:lnTo>
                  <a:lnTo>
                    <a:pt x="249124" y="12474"/>
                  </a:lnTo>
                  <a:lnTo>
                    <a:pt x="250119" y="13447"/>
                  </a:lnTo>
                  <a:lnTo>
                    <a:pt x="249929" y="15969"/>
                  </a:lnTo>
                  <a:lnTo>
                    <a:pt x="249619" y="17370"/>
                  </a:lnTo>
                  <a:lnTo>
                    <a:pt x="249421" y="18837"/>
                  </a:lnTo>
                  <a:lnTo>
                    <a:pt x="249433" y="20131"/>
                  </a:lnTo>
                  <a:lnTo>
                    <a:pt x="250366" y="19786"/>
                  </a:lnTo>
                  <a:lnTo>
                    <a:pt x="254086" y="17136"/>
                  </a:lnTo>
                  <a:lnTo>
                    <a:pt x="255029" y="14268"/>
                  </a:lnTo>
                  <a:lnTo>
                    <a:pt x="255903" y="12118"/>
                  </a:lnTo>
                  <a:lnTo>
                    <a:pt x="256322" y="10261"/>
                  </a:lnTo>
                  <a:lnTo>
                    <a:pt x="257769" y="8502"/>
                  </a:lnTo>
                  <a:lnTo>
                    <a:pt x="260498" y="8489"/>
                  </a:lnTo>
                  <a:lnTo>
                    <a:pt x="260603" y="7798"/>
                  </a:lnTo>
                  <a:lnTo>
                    <a:pt x="257305" y="5357"/>
                  </a:lnTo>
                  <a:lnTo>
                    <a:pt x="256916" y="4257"/>
                  </a:lnTo>
                  <a:lnTo>
                    <a:pt x="258025" y="2794"/>
                  </a:lnTo>
                  <a:lnTo>
                    <a:pt x="261080" y="0"/>
                  </a:lnTo>
                  <a:lnTo>
                    <a:pt x="262650" y="308"/>
                  </a:lnTo>
                  <a:lnTo>
                    <a:pt x="263588" y="943"/>
                  </a:lnTo>
                  <a:lnTo>
                    <a:pt x="267347" y="1427"/>
                  </a:lnTo>
                  <a:lnTo>
                    <a:pt x="270231" y="3428"/>
                  </a:lnTo>
                  <a:lnTo>
                    <a:pt x="270121" y="6556"/>
                  </a:lnTo>
                  <a:lnTo>
                    <a:pt x="269478" y="7863"/>
                  </a:lnTo>
                  <a:lnTo>
                    <a:pt x="268845" y="8668"/>
                  </a:lnTo>
                  <a:lnTo>
                    <a:pt x="265152" y="11043"/>
                  </a:lnTo>
                  <a:lnTo>
                    <a:pt x="264543" y="12214"/>
                  </a:lnTo>
                  <a:lnTo>
                    <a:pt x="265703" y="12619"/>
                  </a:lnTo>
                  <a:lnTo>
                    <a:pt x="268198" y="11434"/>
                  </a:lnTo>
                  <a:lnTo>
                    <a:pt x="268844" y="12509"/>
                  </a:lnTo>
                  <a:lnTo>
                    <a:pt x="268050" y="15200"/>
                  </a:lnTo>
                  <a:lnTo>
                    <a:pt x="267915" y="19240"/>
                  </a:lnTo>
                  <a:lnTo>
                    <a:pt x="267627" y="21597"/>
                  </a:lnTo>
                  <a:lnTo>
                    <a:pt x="267627" y="23747"/>
                  </a:lnTo>
                  <a:lnTo>
                    <a:pt x="267937" y="24901"/>
                  </a:lnTo>
                  <a:lnTo>
                    <a:pt x="268940" y="20326"/>
                  </a:lnTo>
                  <a:lnTo>
                    <a:pt x="269283" y="19154"/>
                  </a:lnTo>
                  <a:lnTo>
                    <a:pt x="270749" y="17432"/>
                  </a:lnTo>
                  <a:lnTo>
                    <a:pt x="271295" y="13962"/>
                  </a:lnTo>
                  <a:lnTo>
                    <a:pt x="272729" y="9799"/>
                  </a:lnTo>
                  <a:lnTo>
                    <a:pt x="274345" y="7381"/>
                  </a:lnTo>
                  <a:lnTo>
                    <a:pt x="275286" y="6717"/>
                  </a:lnTo>
                  <a:lnTo>
                    <a:pt x="278402" y="6813"/>
                  </a:lnTo>
                  <a:lnTo>
                    <a:pt x="279740" y="7723"/>
                  </a:lnTo>
                  <a:lnTo>
                    <a:pt x="280920" y="9746"/>
                  </a:lnTo>
                  <a:lnTo>
                    <a:pt x="281801" y="10554"/>
                  </a:lnTo>
                  <a:lnTo>
                    <a:pt x="284579" y="11414"/>
                  </a:lnTo>
                  <a:lnTo>
                    <a:pt x="285533" y="12492"/>
                  </a:lnTo>
                  <a:lnTo>
                    <a:pt x="285712" y="13133"/>
                  </a:lnTo>
                  <a:lnTo>
                    <a:pt x="286391" y="13260"/>
                  </a:lnTo>
                  <a:lnTo>
                    <a:pt x="288265" y="11728"/>
                  </a:lnTo>
                  <a:lnTo>
                    <a:pt x="289482" y="11474"/>
                  </a:lnTo>
                  <a:lnTo>
                    <a:pt x="291468" y="13862"/>
                  </a:lnTo>
                  <a:lnTo>
                    <a:pt x="291069" y="15631"/>
                  </a:lnTo>
                  <a:lnTo>
                    <a:pt x="291186" y="16192"/>
                  </a:lnTo>
                  <a:lnTo>
                    <a:pt x="293590" y="16078"/>
                  </a:lnTo>
                  <a:lnTo>
                    <a:pt x="295590" y="16772"/>
                  </a:lnTo>
                  <a:lnTo>
                    <a:pt x="299393" y="20394"/>
                  </a:lnTo>
                  <a:lnTo>
                    <a:pt x="299788" y="22086"/>
                  </a:lnTo>
                  <a:lnTo>
                    <a:pt x="299598" y="24138"/>
                  </a:lnTo>
                  <a:lnTo>
                    <a:pt x="294129" y="26400"/>
                  </a:lnTo>
                  <a:lnTo>
                    <a:pt x="291759" y="28562"/>
                  </a:lnTo>
                  <a:lnTo>
                    <a:pt x="287880" y="29396"/>
                  </a:lnTo>
                  <a:lnTo>
                    <a:pt x="274706" y="27950"/>
                  </a:lnTo>
                  <a:lnTo>
                    <a:pt x="274973" y="29512"/>
                  </a:lnTo>
                  <a:lnTo>
                    <a:pt x="284145" y="32934"/>
                  </a:lnTo>
                  <a:lnTo>
                    <a:pt x="284669" y="33910"/>
                  </a:lnTo>
                  <a:lnTo>
                    <a:pt x="284376" y="35968"/>
                  </a:lnTo>
                  <a:lnTo>
                    <a:pt x="284371" y="37618"/>
                  </a:lnTo>
                  <a:lnTo>
                    <a:pt x="284543" y="38744"/>
                  </a:lnTo>
                  <a:lnTo>
                    <a:pt x="285219" y="39794"/>
                  </a:lnTo>
                  <a:lnTo>
                    <a:pt x="286340" y="40288"/>
                  </a:lnTo>
                  <a:lnTo>
                    <a:pt x="288621" y="40028"/>
                  </a:lnTo>
                  <a:lnTo>
                    <a:pt x="289749" y="40592"/>
                  </a:lnTo>
                  <a:lnTo>
                    <a:pt x="290519" y="39754"/>
                  </a:lnTo>
                  <a:lnTo>
                    <a:pt x="290805" y="36940"/>
                  </a:lnTo>
                  <a:lnTo>
                    <a:pt x="291467" y="36318"/>
                  </a:lnTo>
                  <a:lnTo>
                    <a:pt x="292747" y="37135"/>
                  </a:lnTo>
                  <a:lnTo>
                    <a:pt x="293304" y="40142"/>
                  </a:lnTo>
                  <a:lnTo>
                    <a:pt x="293662" y="40453"/>
                  </a:lnTo>
                  <a:lnTo>
                    <a:pt x="294307" y="38308"/>
                  </a:lnTo>
                  <a:lnTo>
                    <a:pt x="295575" y="38462"/>
                  </a:lnTo>
                  <a:lnTo>
                    <a:pt x="296955" y="382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490232" y="1531889"/>
              <a:ext cx="9573" cy="5563"/>
            </a:xfrm>
            <a:custGeom>
              <a:avLst/>
              <a:pathLst>
                <a:path w="9573" h="5563">
                  <a:moveTo>
                    <a:pt x="3123" y="0"/>
                  </a:moveTo>
                  <a:lnTo>
                    <a:pt x="6197" y="1129"/>
                  </a:lnTo>
                  <a:lnTo>
                    <a:pt x="7250" y="1106"/>
                  </a:lnTo>
                  <a:lnTo>
                    <a:pt x="8777" y="3218"/>
                  </a:lnTo>
                  <a:lnTo>
                    <a:pt x="9573" y="3031"/>
                  </a:lnTo>
                  <a:lnTo>
                    <a:pt x="9423" y="4322"/>
                  </a:lnTo>
                  <a:lnTo>
                    <a:pt x="7880" y="4934"/>
                  </a:lnTo>
                  <a:lnTo>
                    <a:pt x="5482" y="5306"/>
                  </a:lnTo>
                  <a:lnTo>
                    <a:pt x="5123" y="5563"/>
                  </a:lnTo>
                  <a:lnTo>
                    <a:pt x="3073" y="5357"/>
                  </a:lnTo>
                  <a:lnTo>
                    <a:pt x="1922" y="3619"/>
                  </a:lnTo>
                  <a:lnTo>
                    <a:pt x="0" y="3189"/>
                  </a:lnTo>
                  <a:lnTo>
                    <a:pt x="3" y="2633"/>
                  </a:lnTo>
                  <a:lnTo>
                    <a:pt x="1248" y="13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3094195" y="1530837"/>
              <a:ext cx="12889" cy="10195"/>
            </a:xfrm>
            <a:custGeom>
              <a:avLst/>
              <a:pathLst>
                <a:path w="12889" h="10195">
                  <a:moveTo>
                    <a:pt x="1672" y="10003"/>
                  </a:moveTo>
                  <a:lnTo>
                    <a:pt x="610" y="10195"/>
                  </a:lnTo>
                  <a:lnTo>
                    <a:pt x="0" y="9538"/>
                  </a:lnTo>
                  <a:lnTo>
                    <a:pt x="1544" y="7734"/>
                  </a:lnTo>
                  <a:lnTo>
                    <a:pt x="6652" y="4344"/>
                  </a:lnTo>
                  <a:lnTo>
                    <a:pt x="8690" y="1109"/>
                  </a:lnTo>
                  <a:lnTo>
                    <a:pt x="12630" y="0"/>
                  </a:lnTo>
                  <a:lnTo>
                    <a:pt x="12889" y="1796"/>
                  </a:lnTo>
                  <a:lnTo>
                    <a:pt x="12621" y="4031"/>
                  </a:lnTo>
                  <a:lnTo>
                    <a:pt x="9166" y="5807"/>
                  </a:lnTo>
                  <a:lnTo>
                    <a:pt x="5334" y="70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415228" y="1432137"/>
              <a:ext cx="5492" cy="4898"/>
            </a:xfrm>
            <a:custGeom>
              <a:avLst/>
              <a:pathLst>
                <a:path w="5492" h="4898">
                  <a:moveTo>
                    <a:pt x="4854" y="3749"/>
                  </a:moveTo>
                  <a:lnTo>
                    <a:pt x="3464" y="4898"/>
                  </a:lnTo>
                  <a:lnTo>
                    <a:pt x="1382" y="3169"/>
                  </a:lnTo>
                  <a:lnTo>
                    <a:pt x="0" y="952"/>
                  </a:lnTo>
                  <a:lnTo>
                    <a:pt x="733" y="110"/>
                  </a:lnTo>
                  <a:lnTo>
                    <a:pt x="4435" y="0"/>
                  </a:lnTo>
                  <a:lnTo>
                    <a:pt x="5340" y="1151"/>
                  </a:lnTo>
                  <a:lnTo>
                    <a:pt x="5492" y="18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431690" y="1311587"/>
              <a:ext cx="53787" cy="39327"/>
            </a:xfrm>
            <a:custGeom>
              <a:avLst/>
              <a:pathLst>
                <a:path w="53787" h="39327">
                  <a:moveTo>
                    <a:pt x="15883" y="55"/>
                  </a:moveTo>
                  <a:lnTo>
                    <a:pt x="17465" y="754"/>
                  </a:lnTo>
                  <a:lnTo>
                    <a:pt x="20889" y="608"/>
                  </a:lnTo>
                  <a:lnTo>
                    <a:pt x="22778" y="5611"/>
                  </a:lnTo>
                  <a:lnTo>
                    <a:pt x="23839" y="10915"/>
                  </a:lnTo>
                  <a:lnTo>
                    <a:pt x="25563" y="11297"/>
                  </a:lnTo>
                  <a:lnTo>
                    <a:pt x="28846" y="10567"/>
                  </a:lnTo>
                  <a:lnTo>
                    <a:pt x="31773" y="10212"/>
                  </a:lnTo>
                  <a:lnTo>
                    <a:pt x="33273" y="10606"/>
                  </a:lnTo>
                  <a:lnTo>
                    <a:pt x="35948" y="12153"/>
                  </a:lnTo>
                  <a:lnTo>
                    <a:pt x="37102" y="13241"/>
                  </a:lnTo>
                  <a:lnTo>
                    <a:pt x="36097" y="14096"/>
                  </a:lnTo>
                  <a:lnTo>
                    <a:pt x="33649" y="15054"/>
                  </a:lnTo>
                  <a:lnTo>
                    <a:pt x="33244" y="17908"/>
                  </a:lnTo>
                  <a:lnTo>
                    <a:pt x="35705" y="18902"/>
                  </a:lnTo>
                  <a:lnTo>
                    <a:pt x="39772" y="21338"/>
                  </a:lnTo>
                  <a:lnTo>
                    <a:pt x="42062" y="21654"/>
                  </a:lnTo>
                  <a:lnTo>
                    <a:pt x="46151" y="20655"/>
                  </a:lnTo>
                  <a:lnTo>
                    <a:pt x="49985" y="22549"/>
                  </a:lnTo>
                  <a:lnTo>
                    <a:pt x="53787" y="24849"/>
                  </a:lnTo>
                  <a:lnTo>
                    <a:pt x="44902" y="27755"/>
                  </a:lnTo>
                  <a:lnTo>
                    <a:pt x="44121" y="28572"/>
                  </a:lnTo>
                  <a:lnTo>
                    <a:pt x="42891" y="30726"/>
                  </a:lnTo>
                  <a:lnTo>
                    <a:pt x="41581" y="32498"/>
                  </a:lnTo>
                  <a:lnTo>
                    <a:pt x="40372" y="33544"/>
                  </a:lnTo>
                  <a:lnTo>
                    <a:pt x="37714" y="35344"/>
                  </a:lnTo>
                  <a:lnTo>
                    <a:pt x="36284" y="35968"/>
                  </a:lnTo>
                  <a:lnTo>
                    <a:pt x="33067" y="35828"/>
                  </a:lnTo>
                  <a:lnTo>
                    <a:pt x="31862" y="36545"/>
                  </a:lnTo>
                  <a:lnTo>
                    <a:pt x="30744" y="38005"/>
                  </a:lnTo>
                  <a:lnTo>
                    <a:pt x="29619" y="39057"/>
                  </a:lnTo>
                  <a:lnTo>
                    <a:pt x="26765" y="39327"/>
                  </a:lnTo>
                  <a:lnTo>
                    <a:pt x="25306" y="37871"/>
                  </a:lnTo>
                  <a:lnTo>
                    <a:pt x="25788" y="37422"/>
                  </a:lnTo>
                  <a:lnTo>
                    <a:pt x="25993" y="36565"/>
                  </a:lnTo>
                  <a:lnTo>
                    <a:pt x="25485" y="34519"/>
                  </a:lnTo>
                  <a:lnTo>
                    <a:pt x="28205" y="32427"/>
                  </a:lnTo>
                  <a:lnTo>
                    <a:pt x="28824" y="31269"/>
                  </a:lnTo>
                  <a:lnTo>
                    <a:pt x="28280" y="30850"/>
                  </a:lnTo>
                  <a:lnTo>
                    <a:pt x="27531" y="30965"/>
                  </a:lnTo>
                  <a:lnTo>
                    <a:pt x="25551" y="30329"/>
                  </a:lnTo>
                  <a:lnTo>
                    <a:pt x="24964" y="30360"/>
                  </a:lnTo>
                  <a:lnTo>
                    <a:pt x="23322" y="31579"/>
                  </a:lnTo>
                  <a:lnTo>
                    <a:pt x="21047" y="32397"/>
                  </a:lnTo>
                  <a:lnTo>
                    <a:pt x="18737" y="32605"/>
                  </a:lnTo>
                  <a:lnTo>
                    <a:pt x="9459" y="34176"/>
                  </a:lnTo>
                  <a:lnTo>
                    <a:pt x="8057" y="33623"/>
                  </a:lnTo>
                  <a:lnTo>
                    <a:pt x="7425" y="30501"/>
                  </a:lnTo>
                  <a:lnTo>
                    <a:pt x="11199" y="28901"/>
                  </a:lnTo>
                  <a:lnTo>
                    <a:pt x="11778" y="26198"/>
                  </a:lnTo>
                  <a:lnTo>
                    <a:pt x="12730" y="24401"/>
                  </a:lnTo>
                  <a:lnTo>
                    <a:pt x="13843" y="23209"/>
                  </a:lnTo>
                  <a:lnTo>
                    <a:pt x="15886" y="20137"/>
                  </a:lnTo>
                  <a:lnTo>
                    <a:pt x="16401" y="19916"/>
                  </a:lnTo>
                  <a:lnTo>
                    <a:pt x="11306" y="17487"/>
                  </a:lnTo>
                  <a:lnTo>
                    <a:pt x="9292" y="15908"/>
                  </a:lnTo>
                  <a:lnTo>
                    <a:pt x="7100" y="12756"/>
                  </a:lnTo>
                  <a:lnTo>
                    <a:pt x="6427" y="10206"/>
                  </a:lnTo>
                  <a:lnTo>
                    <a:pt x="3456" y="8036"/>
                  </a:lnTo>
                  <a:lnTo>
                    <a:pt x="3824" y="5265"/>
                  </a:lnTo>
                  <a:lnTo>
                    <a:pt x="1666" y="5482"/>
                  </a:lnTo>
                  <a:lnTo>
                    <a:pt x="0" y="3537"/>
                  </a:lnTo>
                  <a:lnTo>
                    <a:pt x="1550" y="2445"/>
                  </a:lnTo>
                  <a:lnTo>
                    <a:pt x="9424" y="1206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502807" y="1305266"/>
              <a:ext cx="6903" cy="4875"/>
            </a:xfrm>
            <a:custGeom>
              <a:avLst/>
              <a:pathLst>
                <a:path w="6903" h="4875">
                  <a:moveTo>
                    <a:pt x="5388" y="4803"/>
                  </a:moveTo>
                  <a:lnTo>
                    <a:pt x="3703" y="4875"/>
                  </a:lnTo>
                  <a:lnTo>
                    <a:pt x="596" y="2695"/>
                  </a:lnTo>
                  <a:lnTo>
                    <a:pt x="0" y="802"/>
                  </a:lnTo>
                  <a:lnTo>
                    <a:pt x="552" y="28"/>
                  </a:lnTo>
                  <a:lnTo>
                    <a:pt x="2050" y="0"/>
                  </a:lnTo>
                  <a:lnTo>
                    <a:pt x="4385" y="2585"/>
                  </a:lnTo>
                  <a:lnTo>
                    <a:pt x="6903" y="336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3320403" y="1302564"/>
              <a:ext cx="17938" cy="20036"/>
            </a:xfrm>
            <a:custGeom>
              <a:avLst/>
              <a:pathLst>
                <a:path w="17938" h="20036">
                  <a:moveTo>
                    <a:pt x="7971" y="8635"/>
                  </a:moveTo>
                  <a:lnTo>
                    <a:pt x="8102" y="10674"/>
                  </a:lnTo>
                  <a:lnTo>
                    <a:pt x="9972" y="10470"/>
                  </a:lnTo>
                  <a:lnTo>
                    <a:pt x="12183" y="12642"/>
                  </a:lnTo>
                  <a:lnTo>
                    <a:pt x="14592" y="13794"/>
                  </a:lnTo>
                  <a:lnTo>
                    <a:pt x="15274" y="14585"/>
                  </a:lnTo>
                  <a:lnTo>
                    <a:pt x="15786" y="15602"/>
                  </a:lnTo>
                  <a:lnTo>
                    <a:pt x="17245" y="17650"/>
                  </a:lnTo>
                  <a:lnTo>
                    <a:pt x="17938" y="19808"/>
                  </a:lnTo>
                  <a:lnTo>
                    <a:pt x="16196" y="20036"/>
                  </a:lnTo>
                  <a:lnTo>
                    <a:pt x="13797" y="16959"/>
                  </a:lnTo>
                  <a:lnTo>
                    <a:pt x="11840" y="15208"/>
                  </a:lnTo>
                  <a:lnTo>
                    <a:pt x="9377" y="13715"/>
                  </a:lnTo>
                  <a:lnTo>
                    <a:pt x="7383" y="13641"/>
                  </a:lnTo>
                  <a:lnTo>
                    <a:pt x="6486" y="12991"/>
                  </a:lnTo>
                  <a:lnTo>
                    <a:pt x="3256" y="7629"/>
                  </a:lnTo>
                  <a:lnTo>
                    <a:pt x="2661" y="6394"/>
                  </a:lnTo>
                  <a:lnTo>
                    <a:pt x="814" y="4404"/>
                  </a:lnTo>
                  <a:lnTo>
                    <a:pt x="0" y="1933"/>
                  </a:lnTo>
                  <a:lnTo>
                    <a:pt x="6" y="0"/>
                  </a:lnTo>
                  <a:lnTo>
                    <a:pt x="2476" y="456"/>
                  </a:lnTo>
                  <a:lnTo>
                    <a:pt x="4640" y="1670"/>
                  </a:lnTo>
                  <a:lnTo>
                    <a:pt x="6517" y="4419"/>
                  </a:lnTo>
                  <a:lnTo>
                    <a:pt x="6850" y="5273"/>
                  </a:lnTo>
                  <a:lnTo>
                    <a:pt x="5991" y="6409"/>
                  </a:lnTo>
                  <a:lnTo>
                    <a:pt x="6874" y="77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519855" y="1300557"/>
              <a:ext cx="20802" cy="4200"/>
            </a:xfrm>
            <a:custGeom>
              <a:avLst/>
              <a:pathLst>
                <a:path w="20802" h="4200">
                  <a:moveTo>
                    <a:pt x="13326" y="1737"/>
                  </a:moveTo>
                  <a:lnTo>
                    <a:pt x="16759" y="1923"/>
                  </a:lnTo>
                  <a:lnTo>
                    <a:pt x="20208" y="1454"/>
                  </a:lnTo>
                  <a:lnTo>
                    <a:pt x="20802" y="1953"/>
                  </a:lnTo>
                  <a:lnTo>
                    <a:pt x="16358" y="3508"/>
                  </a:lnTo>
                  <a:lnTo>
                    <a:pt x="11417" y="2682"/>
                  </a:lnTo>
                  <a:lnTo>
                    <a:pt x="6967" y="2471"/>
                  </a:lnTo>
                  <a:lnTo>
                    <a:pt x="1712" y="4200"/>
                  </a:lnTo>
                  <a:lnTo>
                    <a:pt x="0" y="3507"/>
                  </a:lnTo>
                  <a:lnTo>
                    <a:pt x="2669" y="1844"/>
                  </a:lnTo>
                  <a:lnTo>
                    <a:pt x="5580" y="1294"/>
                  </a:lnTo>
                  <a:lnTo>
                    <a:pt x="6049" y="278"/>
                  </a:lnTo>
                  <a:lnTo>
                    <a:pt x="7158" y="104"/>
                  </a:lnTo>
                  <a:lnTo>
                    <a:pt x="1100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3321836" y="1268592"/>
              <a:ext cx="123212" cy="102632"/>
            </a:xfrm>
            <a:custGeom>
              <a:avLst/>
              <a:pathLst>
                <a:path w="123212" h="102632">
                  <a:moveTo>
                    <a:pt x="70251" y="4309"/>
                  </a:moveTo>
                  <a:lnTo>
                    <a:pt x="70847" y="4367"/>
                  </a:lnTo>
                  <a:lnTo>
                    <a:pt x="71428" y="4052"/>
                  </a:lnTo>
                  <a:lnTo>
                    <a:pt x="71850" y="3224"/>
                  </a:lnTo>
                  <a:lnTo>
                    <a:pt x="72319" y="2767"/>
                  </a:lnTo>
                  <a:lnTo>
                    <a:pt x="75231" y="3304"/>
                  </a:lnTo>
                  <a:lnTo>
                    <a:pt x="79360" y="4961"/>
                  </a:lnTo>
                  <a:lnTo>
                    <a:pt x="80586" y="5778"/>
                  </a:lnTo>
                  <a:lnTo>
                    <a:pt x="82310" y="7462"/>
                  </a:lnTo>
                  <a:lnTo>
                    <a:pt x="83709" y="10292"/>
                  </a:lnTo>
                  <a:lnTo>
                    <a:pt x="82600" y="12339"/>
                  </a:lnTo>
                  <a:lnTo>
                    <a:pt x="81137" y="14273"/>
                  </a:lnTo>
                  <a:lnTo>
                    <a:pt x="80618" y="15342"/>
                  </a:lnTo>
                  <a:lnTo>
                    <a:pt x="81153" y="16879"/>
                  </a:lnTo>
                  <a:lnTo>
                    <a:pt x="80935" y="18374"/>
                  </a:lnTo>
                  <a:lnTo>
                    <a:pt x="80402" y="19699"/>
                  </a:lnTo>
                  <a:lnTo>
                    <a:pt x="82615" y="18188"/>
                  </a:lnTo>
                  <a:lnTo>
                    <a:pt x="87345" y="13356"/>
                  </a:lnTo>
                  <a:lnTo>
                    <a:pt x="88050" y="13057"/>
                  </a:lnTo>
                  <a:lnTo>
                    <a:pt x="88787" y="13220"/>
                  </a:lnTo>
                  <a:lnTo>
                    <a:pt x="90905" y="14213"/>
                  </a:lnTo>
                  <a:lnTo>
                    <a:pt x="92827" y="16677"/>
                  </a:lnTo>
                  <a:lnTo>
                    <a:pt x="93251" y="17492"/>
                  </a:lnTo>
                  <a:lnTo>
                    <a:pt x="93596" y="18495"/>
                  </a:lnTo>
                  <a:lnTo>
                    <a:pt x="93794" y="19733"/>
                  </a:lnTo>
                  <a:lnTo>
                    <a:pt x="93685" y="21154"/>
                  </a:lnTo>
                  <a:lnTo>
                    <a:pt x="93506" y="22144"/>
                  </a:lnTo>
                  <a:lnTo>
                    <a:pt x="92500" y="22785"/>
                  </a:lnTo>
                  <a:lnTo>
                    <a:pt x="92015" y="23369"/>
                  </a:lnTo>
                  <a:lnTo>
                    <a:pt x="93101" y="23412"/>
                  </a:lnTo>
                  <a:lnTo>
                    <a:pt x="94342" y="24180"/>
                  </a:lnTo>
                  <a:lnTo>
                    <a:pt x="95480" y="25809"/>
                  </a:lnTo>
                  <a:lnTo>
                    <a:pt x="96752" y="26462"/>
                  </a:lnTo>
                  <a:lnTo>
                    <a:pt x="101364" y="25911"/>
                  </a:lnTo>
                  <a:lnTo>
                    <a:pt x="104363" y="26764"/>
                  </a:lnTo>
                  <a:lnTo>
                    <a:pt x="106005" y="29442"/>
                  </a:lnTo>
                  <a:lnTo>
                    <a:pt x="108539" y="28836"/>
                  </a:lnTo>
                  <a:lnTo>
                    <a:pt x="108547" y="27409"/>
                  </a:lnTo>
                  <a:lnTo>
                    <a:pt x="109102" y="26798"/>
                  </a:lnTo>
                  <a:lnTo>
                    <a:pt x="112503" y="27283"/>
                  </a:lnTo>
                  <a:lnTo>
                    <a:pt x="114262" y="27951"/>
                  </a:lnTo>
                  <a:lnTo>
                    <a:pt x="116059" y="29355"/>
                  </a:lnTo>
                  <a:lnTo>
                    <a:pt x="112992" y="31652"/>
                  </a:lnTo>
                  <a:lnTo>
                    <a:pt x="115520" y="33860"/>
                  </a:lnTo>
                  <a:lnTo>
                    <a:pt x="119770" y="35457"/>
                  </a:lnTo>
                  <a:lnTo>
                    <a:pt x="122331" y="37135"/>
                  </a:lnTo>
                  <a:lnTo>
                    <a:pt x="122795" y="37839"/>
                  </a:lnTo>
                  <a:lnTo>
                    <a:pt x="123212" y="38773"/>
                  </a:lnTo>
                  <a:lnTo>
                    <a:pt x="121546" y="39984"/>
                  </a:lnTo>
                  <a:lnTo>
                    <a:pt x="119846" y="40668"/>
                  </a:lnTo>
                  <a:lnTo>
                    <a:pt x="115571" y="40785"/>
                  </a:lnTo>
                  <a:lnTo>
                    <a:pt x="111684" y="41644"/>
                  </a:lnTo>
                  <a:lnTo>
                    <a:pt x="104569" y="42251"/>
                  </a:lnTo>
                  <a:lnTo>
                    <a:pt x="103510" y="42639"/>
                  </a:lnTo>
                  <a:lnTo>
                    <a:pt x="103260" y="42986"/>
                  </a:lnTo>
                  <a:lnTo>
                    <a:pt x="102840" y="44040"/>
                  </a:lnTo>
                  <a:lnTo>
                    <a:pt x="100103" y="46474"/>
                  </a:lnTo>
                  <a:lnTo>
                    <a:pt x="97454" y="49441"/>
                  </a:lnTo>
                  <a:lnTo>
                    <a:pt x="96363" y="51227"/>
                  </a:lnTo>
                  <a:lnTo>
                    <a:pt x="95536" y="53730"/>
                  </a:lnTo>
                  <a:lnTo>
                    <a:pt x="95234" y="55260"/>
                  </a:lnTo>
                  <a:lnTo>
                    <a:pt x="95822" y="56743"/>
                  </a:lnTo>
                  <a:lnTo>
                    <a:pt x="95666" y="58244"/>
                  </a:lnTo>
                  <a:lnTo>
                    <a:pt x="93674" y="59419"/>
                  </a:lnTo>
                  <a:lnTo>
                    <a:pt x="92411" y="59467"/>
                  </a:lnTo>
                  <a:lnTo>
                    <a:pt x="90827" y="59233"/>
                  </a:lnTo>
                  <a:lnTo>
                    <a:pt x="89269" y="59911"/>
                  </a:lnTo>
                  <a:lnTo>
                    <a:pt x="89170" y="60930"/>
                  </a:lnTo>
                  <a:lnTo>
                    <a:pt x="89262" y="62364"/>
                  </a:lnTo>
                  <a:lnTo>
                    <a:pt x="88863" y="66740"/>
                  </a:lnTo>
                  <a:lnTo>
                    <a:pt x="88379" y="70040"/>
                  </a:lnTo>
                  <a:lnTo>
                    <a:pt x="87652" y="73104"/>
                  </a:lnTo>
                  <a:lnTo>
                    <a:pt x="86837" y="74758"/>
                  </a:lnTo>
                  <a:lnTo>
                    <a:pt x="85795" y="75218"/>
                  </a:lnTo>
                  <a:lnTo>
                    <a:pt x="82454" y="75521"/>
                  </a:lnTo>
                  <a:lnTo>
                    <a:pt x="79879" y="78400"/>
                  </a:lnTo>
                  <a:lnTo>
                    <a:pt x="77798" y="83545"/>
                  </a:lnTo>
                  <a:lnTo>
                    <a:pt x="76718" y="85565"/>
                  </a:lnTo>
                  <a:lnTo>
                    <a:pt x="74461" y="88755"/>
                  </a:lnTo>
                  <a:lnTo>
                    <a:pt x="74868" y="89886"/>
                  </a:lnTo>
                  <a:lnTo>
                    <a:pt x="75572" y="91111"/>
                  </a:lnTo>
                  <a:lnTo>
                    <a:pt x="74340" y="93306"/>
                  </a:lnTo>
                  <a:lnTo>
                    <a:pt x="72437" y="95767"/>
                  </a:lnTo>
                  <a:lnTo>
                    <a:pt x="72474" y="96719"/>
                  </a:lnTo>
                  <a:lnTo>
                    <a:pt x="73115" y="98464"/>
                  </a:lnTo>
                  <a:lnTo>
                    <a:pt x="73427" y="100277"/>
                  </a:lnTo>
                  <a:lnTo>
                    <a:pt x="71960" y="101838"/>
                  </a:lnTo>
                  <a:lnTo>
                    <a:pt x="69259" y="102632"/>
                  </a:lnTo>
                  <a:lnTo>
                    <a:pt x="66514" y="101745"/>
                  </a:lnTo>
                  <a:lnTo>
                    <a:pt x="65177" y="100697"/>
                  </a:lnTo>
                  <a:lnTo>
                    <a:pt x="63938" y="99021"/>
                  </a:lnTo>
                  <a:lnTo>
                    <a:pt x="62623" y="97927"/>
                  </a:lnTo>
                  <a:lnTo>
                    <a:pt x="61250" y="97270"/>
                  </a:lnTo>
                  <a:lnTo>
                    <a:pt x="55982" y="93557"/>
                  </a:lnTo>
                  <a:lnTo>
                    <a:pt x="51119" y="87686"/>
                  </a:lnTo>
                  <a:lnTo>
                    <a:pt x="46680" y="85403"/>
                  </a:lnTo>
                  <a:lnTo>
                    <a:pt x="43785" y="84320"/>
                  </a:lnTo>
                  <a:lnTo>
                    <a:pt x="42392" y="83272"/>
                  </a:lnTo>
                  <a:lnTo>
                    <a:pt x="41031" y="81864"/>
                  </a:lnTo>
                  <a:lnTo>
                    <a:pt x="39854" y="80284"/>
                  </a:lnTo>
                  <a:lnTo>
                    <a:pt x="38762" y="78286"/>
                  </a:lnTo>
                  <a:lnTo>
                    <a:pt x="38230" y="77045"/>
                  </a:lnTo>
                  <a:lnTo>
                    <a:pt x="38132" y="75184"/>
                  </a:lnTo>
                  <a:lnTo>
                    <a:pt x="38482" y="74091"/>
                  </a:lnTo>
                  <a:lnTo>
                    <a:pt x="39002" y="73532"/>
                  </a:lnTo>
                  <a:lnTo>
                    <a:pt x="42528" y="73073"/>
                  </a:lnTo>
                  <a:lnTo>
                    <a:pt x="43795" y="73333"/>
                  </a:lnTo>
                  <a:lnTo>
                    <a:pt x="45044" y="74305"/>
                  </a:lnTo>
                  <a:lnTo>
                    <a:pt x="46180" y="74686"/>
                  </a:lnTo>
                  <a:lnTo>
                    <a:pt x="48778" y="69847"/>
                  </a:lnTo>
                  <a:lnTo>
                    <a:pt x="63568" y="67079"/>
                  </a:lnTo>
                  <a:lnTo>
                    <a:pt x="68323" y="66600"/>
                  </a:lnTo>
                  <a:lnTo>
                    <a:pt x="73089" y="66629"/>
                  </a:lnTo>
                  <a:lnTo>
                    <a:pt x="72346" y="65322"/>
                  </a:lnTo>
                  <a:lnTo>
                    <a:pt x="71717" y="63665"/>
                  </a:lnTo>
                  <a:lnTo>
                    <a:pt x="71013" y="63264"/>
                  </a:lnTo>
                  <a:lnTo>
                    <a:pt x="67408" y="64191"/>
                  </a:lnTo>
                  <a:lnTo>
                    <a:pt x="61889" y="65169"/>
                  </a:lnTo>
                  <a:lnTo>
                    <a:pt x="59200" y="65171"/>
                  </a:lnTo>
                  <a:lnTo>
                    <a:pt x="56426" y="64518"/>
                  </a:lnTo>
                  <a:lnTo>
                    <a:pt x="53658" y="64877"/>
                  </a:lnTo>
                  <a:lnTo>
                    <a:pt x="50805" y="66295"/>
                  </a:lnTo>
                  <a:lnTo>
                    <a:pt x="47928" y="67192"/>
                  </a:lnTo>
                  <a:lnTo>
                    <a:pt x="45132" y="67553"/>
                  </a:lnTo>
                  <a:lnTo>
                    <a:pt x="39217" y="67407"/>
                  </a:lnTo>
                  <a:lnTo>
                    <a:pt x="37750" y="66673"/>
                  </a:lnTo>
                  <a:lnTo>
                    <a:pt x="35778" y="64971"/>
                  </a:lnTo>
                  <a:lnTo>
                    <a:pt x="35300" y="64100"/>
                  </a:lnTo>
                  <a:lnTo>
                    <a:pt x="34892" y="63032"/>
                  </a:lnTo>
                  <a:lnTo>
                    <a:pt x="34506" y="59821"/>
                  </a:lnTo>
                  <a:lnTo>
                    <a:pt x="34933" y="58949"/>
                  </a:lnTo>
                  <a:lnTo>
                    <a:pt x="35536" y="58447"/>
                  </a:lnTo>
                  <a:lnTo>
                    <a:pt x="36157" y="58139"/>
                  </a:lnTo>
                  <a:lnTo>
                    <a:pt x="37456" y="58124"/>
                  </a:lnTo>
                  <a:lnTo>
                    <a:pt x="38731" y="58676"/>
                  </a:lnTo>
                  <a:lnTo>
                    <a:pt x="41717" y="60502"/>
                  </a:lnTo>
                  <a:lnTo>
                    <a:pt x="41037" y="58542"/>
                  </a:lnTo>
                  <a:lnTo>
                    <a:pt x="49629" y="56183"/>
                  </a:lnTo>
                  <a:lnTo>
                    <a:pt x="53619" y="54123"/>
                  </a:lnTo>
                  <a:lnTo>
                    <a:pt x="55667" y="53775"/>
                  </a:lnTo>
                  <a:lnTo>
                    <a:pt x="57723" y="53926"/>
                  </a:lnTo>
                  <a:lnTo>
                    <a:pt x="57270" y="52830"/>
                  </a:lnTo>
                  <a:lnTo>
                    <a:pt x="57252" y="51816"/>
                  </a:lnTo>
                  <a:lnTo>
                    <a:pt x="58711" y="50988"/>
                  </a:lnTo>
                  <a:lnTo>
                    <a:pt x="59764" y="50631"/>
                  </a:lnTo>
                  <a:lnTo>
                    <a:pt x="62927" y="50224"/>
                  </a:lnTo>
                  <a:lnTo>
                    <a:pt x="70139" y="50296"/>
                  </a:lnTo>
                  <a:lnTo>
                    <a:pt x="72740" y="49737"/>
                  </a:lnTo>
                  <a:lnTo>
                    <a:pt x="74685" y="48326"/>
                  </a:lnTo>
                  <a:lnTo>
                    <a:pt x="72612" y="48817"/>
                  </a:lnTo>
                  <a:lnTo>
                    <a:pt x="70534" y="48913"/>
                  </a:lnTo>
                  <a:lnTo>
                    <a:pt x="69559" y="48620"/>
                  </a:lnTo>
                  <a:lnTo>
                    <a:pt x="67359" y="47388"/>
                  </a:lnTo>
                  <a:lnTo>
                    <a:pt x="66361" y="45772"/>
                  </a:lnTo>
                  <a:lnTo>
                    <a:pt x="69214" y="42541"/>
                  </a:lnTo>
                  <a:lnTo>
                    <a:pt x="70204" y="41042"/>
                  </a:lnTo>
                  <a:lnTo>
                    <a:pt x="67303" y="41258"/>
                  </a:lnTo>
                  <a:lnTo>
                    <a:pt x="66334" y="41784"/>
                  </a:lnTo>
                  <a:lnTo>
                    <a:pt x="63011" y="44750"/>
                  </a:lnTo>
                  <a:lnTo>
                    <a:pt x="60554" y="46083"/>
                  </a:lnTo>
                  <a:lnTo>
                    <a:pt x="57523" y="46724"/>
                  </a:lnTo>
                  <a:lnTo>
                    <a:pt x="54493" y="46668"/>
                  </a:lnTo>
                  <a:lnTo>
                    <a:pt x="53832" y="46245"/>
                  </a:lnTo>
                  <a:lnTo>
                    <a:pt x="52905" y="44278"/>
                  </a:lnTo>
                  <a:lnTo>
                    <a:pt x="52615" y="43245"/>
                  </a:lnTo>
                  <a:lnTo>
                    <a:pt x="52739" y="42677"/>
                  </a:lnTo>
                  <a:lnTo>
                    <a:pt x="53699" y="41057"/>
                  </a:lnTo>
                  <a:lnTo>
                    <a:pt x="54196" y="39341"/>
                  </a:lnTo>
                  <a:lnTo>
                    <a:pt x="54111" y="37863"/>
                  </a:lnTo>
                  <a:lnTo>
                    <a:pt x="53404" y="37568"/>
                  </a:lnTo>
                  <a:lnTo>
                    <a:pt x="52283" y="39012"/>
                  </a:lnTo>
                  <a:lnTo>
                    <a:pt x="51270" y="41023"/>
                  </a:lnTo>
                  <a:lnTo>
                    <a:pt x="49878" y="42032"/>
                  </a:lnTo>
                  <a:lnTo>
                    <a:pt x="48445" y="41756"/>
                  </a:lnTo>
                  <a:lnTo>
                    <a:pt x="47833" y="40985"/>
                  </a:lnTo>
                  <a:lnTo>
                    <a:pt x="47301" y="39803"/>
                  </a:lnTo>
                  <a:lnTo>
                    <a:pt x="46739" y="39348"/>
                  </a:lnTo>
                  <a:lnTo>
                    <a:pt x="46114" y="39348"/>
                  </a:lnTo>
                  <a:lnTo>
                    <a:pt x="44829" y="39820"/>
                  </a:lnTo>
                  <a:lnTo>
                    <a:pt x="43558" y="40694"/>
                  </a:lnTo>
                  <a:lnTo>
                    <a:pt x="43996" y="42020"/>
                  </a:lnTo>
                  <a:lnTo>
                    <a:pt x="44113" y="43496"/>
                  </a:lnTo>
                  <a:lnTo>
                    <a:pt x="43565" y="44668"/>
                  </a:lnTo>
                  <a:lnTo>
                    <a:pt x="43151" y="46099"/>
                  </a:lnTo>
                  <a:lnTo>
                    <a:pt x="44461" y="47001"/>
                  </a:lnTo>
                  <a:lnTo>
                    <a:pt x="45527" y="48400"/>
                  </a:lnTo>
                  <a:lnTo>
                    <a:pt x="43930" y="49057"/>
                  </a:lnTo>
                  <a:lnTo>
                    <a:pt x="42362" y="50017"/>
                  </a:lnTo>
                  <a:lnTo>
                    <a:pt x="40924" y="51495"/>
                  </a:lnTo>
                  <a:lnTo>
                    <a:pt x="39453" y="52647"/>
                  </a:lnTo>
                  <a:lnTo>
                    <a:pt x="37119" y="52769"/>
                  </a:lnTo>
                  <a:lnTo>
                    <a:pt x="34211" y="53407"/>
                  </a:lnTo>
                  <a:lnTo>
                    <a:pt x="28402" y="53634"/>
                  </a:lnTo>
                  <a:lnTo>
                    <a:pt x="25670" y="51755"/>
                  </a:lnTo>
                  <a:lnTo>
                    <a:pt x="25172" y="50863"/>
                  </a:lnTo>
                  <a:lnTo>
                    <a:pt x="24627" y="50266"/>
                  </a:lnTo>
                  <a:lnTo>
                    <a:pt x="22814" y="49282"/>
                  </a:lnTo>
                  <a:lnTo>
                    <a:pt x="20169" y="46381"/>
                  </a:lnTo>
                  <a:lnTo>
                    <a:pt x="18134" y="43079"/>
                  </a:lnTo>
                  <a:lnTo>
                    <a:pt x="16757" y="42759"/>
                  </a:lnTo>
                  <a:lnTo>
                    <a:pt x="14725" y="41670"/>
                  </a:lnTo>
                  <a:lnTo>
                    <a:pt x="13618" y="40729"/>
                  </a:lnTo>
                  <a:lnTo>
                    <a:pt x="12563" y="39482"/>
                  </a:lnTo>
                  <a:lnTo>
                    <a:pt x="12246" y="38009"/>
                  </a:lnTo>
                  <a:lnTo>
                    <a:pt x="12348" y="36668"/>
                  </a:lnTo>
                  <a:lnTo>
                    <a:pt x="13566" y="36070"/>
                  </a:lnTo>
                  <a:lnTo>
                    <a:pt x="10689" y="34561"/>
                  </a:lnTo>
                  <a:lnTo>
                    <a:pt x="7863" y="32569"/>
                  </a:lnTo>
                  <a:lnTo>
                    <a:pt x="8907" y="31900"/>
                  </a:lnTo>
                  <a:lnTo>
                    <a:pt x="9959" y="31606"/>
                  </a:lnTo>
                  <a:lnTo>
                    <a:pt x="18329" y="33925"/>
                  </a:lnTo>
                  <a:lnTo>
                    <a:pt x="18888" y="33636"/>
                  </a:lnTo>
                  <a:lnTo>
                    <a:pt x="19807" y="32485"/>
                  </a:lnTo>
                  <a:lnTo>
                    <a:pt x="19481" y="32097"/>
                  </a:lnTo>
                  <a:lnTo>
                    <a:pt x="18079" y="31831"/>
                  </a:lnTo>
                  <a:lnTo>
                    <a:pt x="16170" y="31838"/>
                  </a:lnTo>
                  <a:lnTo>
                    <a:pt x="15693" y="31600"/>
                  </a:lnTo>
                  <a:lnTo>
                    <a:pt x="14957" y="30355"/>
                  </a:lnTo>
                  <a:lnTo>
                    <a:pt x="14310" y="28820"/>
                  </a:lnTo>
                  <a:lnTo>
                    <a:pt x="14037" y="27797"/>
                  </a:lnTo>
                  <a:lnTo>
                    <a:pt x="13932" y="26601"/>
                  </a:lnTo>
                  <a:lnTo>
                    <a:pt x="15351" y="24806"/>
                  </a:lnTo>
                  <a:lnTo>
                    <a:pt x="16132" y="23197"/>
                  </a:lnTo>
                  <a:lnTo>
                    <a:pt x="14916" y="22454"/>
                  </a:lnTo>
                  <a:lnTo>
                    <a:pt x="11475" y="22499"/>
                  </a:lnTo>
                  <a:lnTo>
                    <a:pt x="10330" y="22725"/>
                  </a:lnTo>
                  <a:lnTo>
                    <a:pt x="10751" y="25037"/>
                  </a:lnTo>
                  <a:lnTo>
                    <a:pt x="9655" y="26633"/>
                  </a:lnTo>
                  <a:lnTo>
                    <a:pt x="7557" y="27878"/>
                  </a:lnTo>
                  <a:lnTo>
                    <a:pt x="6052" y="27272"/>
                  </a:lnTo>
                  <a:lnTo>
                    <a:pt x="4892" y="24219"/>
                  </a:lnTo>
                  <a:lnTo>
                    <a:pt x="3374" y="22093"/>
                  </a:lnTo>
                  <a:lnTo>
                    <a:pt x="2803" y="20755"/>
                  </a:lnTo>
                  <a:lnTo>
                    <a:pt x="2370" y="18827"/>
                  </a:lnTo>
                  <a:lnTo>
                    <a:pt x="1752" y="17426"/>
                  </a:lnTo>
                  <a:lnTo>
                    <a:pt x="638" y="15732"/>
                  </a:lnTo>
                  <a:lnTo>
                    <a:pt x="493" y="14687"/>
                  </a:lnTo>
                  <a:lnTo>
                    <a:pt x="631" y="13916"/>
                  </a:lnTo>
                  <a:lnTo>
                    <a:pt x="1480" y="12164"/>
                  </a:lnTo>
                  <a:lnTo>
                    <a:pt x="833" y="10704"/>
                  </a:lnTo>
                  <a:lnTo>
                    <a:pt x="47" y="9426"/>
                  </a:lnTo>
                  <a:lnTo>
                    <a:pt x="0" y="8697"/>
                  </a:lnTo>
                  <a:lnTo>
                    <a:pt x="739" y="7798"/>
                  </a:lnTo>
                  <a:lnTo>
                    <a:pt x="1402" y="7499"/>
                  </a:lnTo>
                  <a:lnTo>
                    <a:pt x="2115" y="7564"/>
                  </a:lnTo>
                  <a:lnTo>
                    <a:pt x="4228" y="8636"/>
                  </a:lnTo>
                  <a:lnTo>
                    <a:pt x="5388" y="9916"/>
                  </a:lnTo>
                  <a:lnTo>
                    <a:pt x="5789" y="9814"/>
                  </a:lnTo>
                  <a:lnTo>
                    <a:pt x="6541" y="7911"/>
                  </a:lnTo>
                  <a:lnTo>
                    <a:pt x="7612" y="7481"/>
                  </a:lnTo>
                  <a:lnTo>
                    <a:pt x="11740" y="6854"/>
                  </a:lnTo>
                  <a:lnTo>
                    <a:pt x="16337" y="9309"/>
                  </a:lnTo>
                  <a:lnTo>
                    <a:pt x="17527" y="9854"/>
                  </a:lnTo>
                  <a:lnTo>
                    <a:pt x="18478" y="10030"/>
                  </a:lnTo>
                  <a:lnTo>
                    <a:pt x="17988" y="8941"/>
                  </a:lnTo>
                  <a:lnTo>
                    <a:pt x="17688" y="7525"/>
                  </a:lnTo>
                  <a:lnTo>
                    <a:pt x="18388" y="6992"/>
                  </a:lnTo>
                  <a:lnTo>
                    <a:pt x="22099" y="8254"/>
                  </a:lnTo>
                  <a:lnTo>
                    <a:pt x="23837" y="8179"/>
                  </a:lnTo>
                  <a:lnTo>
                    <a:pt x="27911" y="6526"/>
                  </a:lnTo>
                  <a:lnTo>
                    <a:pt x="34647" y="5661"/>
                  </a:lnTo>
                  <a:lnTo>
                    <a:pt x="37194" y="6963"/>
                  </a:lnTo>
                  <a:lnTo>
                    <a:pt x="37327" y="7658"/>
                  </a:lnTo>
                  <a:lnTo>
                    <a:pt x="37274" y="8594"/>
                  </a:lnTo>
                  <a:lnTo>
                    <a:pt x="37112" y="8876"/>
                  </a:lnTo>
                  <a:lnTo>
                    <a:pt x="35622" y="9967"/>
                  </a:lnTo>
                  <a:lnTo>
                    <a:pt x="27125" y="10857"/>
                  </a:lnTo>
                  <a:lnTo>
                    <a:pt x="21557" y="14275"/>
                  </a:lnTo>
                  <a:lnTo>
                    <a:pt x="29150" y="13725"/>
                  </a:lnTo>
                  <a:lnTo>
                    <a:pt x="30515" y="14118"/>
                  </a:lnTo>
                  <a:lnTo>
                    <a:pt x="31088" y="16897"/>
                  </a:lnTo>
                  <a:lnTo>
                    <a:pt x="31641" y="17188"/>
                  </a:lnTo>
                  <a:lnTo>
                    <a:pt x="33593" y="17592"/>
                  </a:lnTo>
                  <a:lnTo>
                    <a:pt x="34916" y="18421"/>
                  </a:lnTo>
                  <a:lnTo>
                    <a:pt x="36268" y="20001"/>
                  </a:lnTo>
                  <a:lnTo>
                    <a:pt x="37690" y="21066"/>
                  </a:lnTo>
                  <a:lnTo>
                    <a:pt x="38522" y="20934"/>
                  </a:lnTo>
                  <a:lnTo>
                    <a:pt x="38825" y="19782"/>
                  </a:lnTo>
                  <a:lnTo>
                    <a:pt x="38485" y="18417"/>
                  </a:lnTo>
                  <a:lnTo>
                    <a:pt x="38310" y="16862"/>
                  </a:lnTo>
                  <a:lnTo>
                    <a:pt x="38410" y="15185"/>
                  </a:lnTo>
                  <a:lnTo>
                    <a:pt x="38640" y="13797"/>
                  </a:lnTo>
                  <a:lnTo>
                    <a:pt x="40235" y="12820"/>
                  </a:lnTo>
                  <a:lnTo>
                    <a:pt x="42552" y="9651"/>
                  </a:lnTo>
                  <a:lnTo>
                    <a:pt x="45014" y="7501"/>
                  </a:lnTo>
                  <a:lnTo>
                    <a:pt x="47755" y="8456"/>
                  </a:lnTo>
                  <a:lnTo>
                    <a:pt x="50292" y="11147"/>
                  </a:lnTo>
                  <a:lnTo>
                    <a:pt x="52581" y="14985"/>
                  </a:lnTo>
                  <a:lnTo>
                    <a:pt x="54799" y="19082"/>
                  </a:lnTo>
                  <a:lnTo>
                    <a:pt x="57287" y="24163"/>
                  </a:lnTo>
                  <a:lnTo>
                    <a:pt x="58483" y="25953"/>
                  </a:lnTo>
                  <a:lnTo>
                    <a:pt x="59569" y="26377"/>
                  </a:lnTo>
                  <a:lnTo>
                    <a:pt x="64587" y="31662"/>
                  </a:lnTo>
                  <a:lnTo>
                    <a:pt x="65154" y="31808"/>
                  </a:lnTo>
                  <a:lnTo>
                    <a:pt x="64115" y="27790"/>
                  </a:lnTo>
                  <a:lnTo>
                    <a:pt x="61515" y="20986"/>
                  </a:lnTo>
                  <a:lnTo>
                    <a:pt x="59761" y="15759"/>
                  </a:lnTo>
                  <a:lnTo>
                    <a:pt x="59365" y="13761"/>
                  </a:lnTo>
                  <a:lnTo>
                    <a:pt x="59082" y="10955"/>
                  </a:lnTo>
                  <a:lnTo>
                    <a:pt x="59193" y="10151"/>
                  </a:lnTo>
                  <a:lnTo>
                    <a:pt x="59415" y="9426"/>
                  </a:lnTo>
                  <a:lnTo>
                    <a:pt x="60689" y="6426"/>
                  </a:lnTo>
                  <a:lnTo>
                    <a:pt x="62351" y="4969"/>
                  </a:lnTo>
                  <a:lnTo>
                    <a:pt x="61850" y="2914"/>
                  </a:lnTo>
                  <a:lnTo>
                    <a:pt x="62278" y="1337"/>
                  </a:lnTo>
                  <a:lnTo>
                    <a:pt x="64025" y="92"/>
                  </a:lnTo>
                  <a:lnTo>
                    <a:pt x="65647" y="0"/>
                  </a:lnTo>
                  <a:lnTo>
                    <a:pt x="67228" y="9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561202" y="1262986"/>
              <a:ext cx="24711" cy="4753"/>
            </a:xfrm>
            <a:custGeom>
              <a:avLst/>
              <a:pathLst>
                <a:path w="24711" h="4753">
                  <a:moveTo>
                    <a:pt x="12014" y="3640"/>
                  </a:moveTo>
                  <a:lnTo>
                    <a:pt x="1101" y="4753"/>
                  </a:lnTo>
                  <a:lnTo>
                    <a:pt x="0" y="3972"/>
                  </a:lnTo>
                  <a:lnTo>
                    <a:pt x="17690" y="719"/>
                  </a:lnTo>
                  <a:lnTo>
                    <a:pt x="18605" y="402"/>
                  </a:lnTo>
                  <a:lnTo>
                    <a:pt x="21888" y="0"/>
                  </a:lnTo>
                  <a:lnTo>
                    <a:pt x="24711" y="735"/>
                  </a:lnTo>
                  <a:lnTo>
                    <a:pt x="23875" y="13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3407918" y="1259557"/>
              <a:ext cx="6667" cy="3331"/>
            </a:xfrm>
            <a:custGeom>
              <a:avLst/>
              <a:pathLst>
                <a:path w="6667" h="3331">
                  <a:moveTo>
                    <a:pt x="6667" y="1696"/>
                  </a:moveTo>
                  <a:lnTo>
                    <a:pt x="4175" y="3331"/>
                  </a:lnTo>
                  <a:lnTo>
                    <a:pt x="0" y="2073"/>
                  </a:lnTo>
                  <a:lnTo>
                    <a:pt x="498" y="784"/>
                  </a:lnTo>
                  <a:lnTo>
                    <a:pt x="1490" y="0"/>
                  </a:lnTo>
                  <a:lnTo>
                    <a:pt x="4109" y="2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3405094" y="1256027"/>
              <a:ext cx="106814" cy="37927"/>
            </a:xfrm>
            <a:custGeom>
              <a:avLst/>
              <a:pathLst>
                <a:path w="106814" h="37927">
                  <a:moveTo>
                    <a:pt x="34305" y="6733"/>
                  </a:moveTo>
                  <a:lnTo>
                    <a:pt x="35462" y="7062"/>
                  </a:lnTo>
                  <a:lnTo>
                    <a:pt x="41801" y="6941"/>
                  </a:lnTo>
                  <a:lnTo>
                    <a:pt x="43016" y="7664"/>
                  </a:lnTo>
                  <a:lnTo>
                    <a:pt x="43498" y="9415"/>
                  </a:lnTo>
                  <a:lnTo>
                    <a:pt x="44464" y="10019"/>
                  </a:lnTo>
                  <a:lnTo>
                    <a:pt x="45811" y="10205"/>
                  </a:lnTo>
                  <a:lnTo>
                    <a:pt x="49177" y="12354"/>
                  </a:lnTo>
                  <a:lnTo>
                    <a:pt x="50323" y="12665"/>
                  </a:lnTo>
                  <a:lnTo>
                    <a:pt x="51319" y="11470"/>
                  </a:lnTo>
                  <a:lnTo>
                    <a:pt x="52082" y="8496"/>
                  </a:lnTo>
                  <a:lnTo>
                    <a:pt x="52123" y="5007"/>
                  </a:lnTo>
                  <a:lnTo>
                    <a:pt x="51797" y="3318"/>
                  </a:lnTo>
                  <a:lnTo>
                    <a:pt x="52176" y="2233"/>
                  </a:lnTo>
                  <a:lnTo>
                    <a:pt x="53304" y="1813"/>
                  </a:lnTo>
                  <a:lnTo>
                    <a:pt x="54722" y="1926"/>
                  </a:lnTo>
                  <a:lnTo>
                    <a:pt x="56109" y="1324"/>
                  </a:lnTo>
                  <a:lnTo>
                    <a:pt x="57309" y="261"/>
                  </a:lnTo>
                  <a:lnTo>
                    <a:pt x="58588" y="114"/>
                  </a:lnTo>
                  <a:lnTo>
                    <a:pt x="61389" y="920"/>
                  </a:lnTo>
                  <a:lnTo>
                    <a:pt x="62126" y="1553"/>
                  </a:lnTo>
                  <a:lnTo>
                    <a:pt x="61374" y="2865"/>
                  </a:lnTo>
                  <a:lnTo>
                    <a:pt x="61081" y="4733"/>
                  </a:lnTo>
                  <a:lnTo>
                    <a:pt x="59814" y="8594"/>
                  </a:lnTo>
                  <a:lnTo>
                    <a:pt x="62562" y="8834"/>
                  </a:lnTo>
                  <a:lnTo>
                    <a:pt x="66414" y="8016"/>
                  </a:lnTo>
                  <a:lnTo>
                    <a:pt x="67391" y="6898"/>
                  </a:lnTo>
                  <a:lnTo>
                    <a:pt x="69463" y="5119"/>
                  </a:lnTo>
                  <a:lnTo>
                    <a:pt x="71650" y="5397"/>
                  </a:lnTo>
                  <a:lnTo>
                    <a:pt x="72698" y="5162"/>
                  </a:lnTo>
                  <a:lnTo>
                    <a:pt x="73229" y="4389"/>
                  </a:lnTo>
                  <a:lnTo>
                    <a:pt x="73429" y="3469"/>
                  </a:lnTo>
                  <a:lnTo>
                    <a:pt x="74638" y="3624"/>
                  </a:lnTo>
                  <a:lnTo>
                    <a:pt x="76295" y="5397"/>
                  </a:lnTo>
                  <a:lnTo>
                    <a:pt x="77066" y="5673"/>
                  </a:lnTo>
                  <a:lnTo>
                    <a:pt x="78478" y="5215"/>
                  </a:lnTo>
                  <a:lnTo>
                    <a:pt x="79049" y="5234"/>
                  </a:lnTo>
                  <a:lnTo>
                    <a:pt x="80442" y="5944"/>
                  </a:lnTo>
                  <a:lnTo>
                    <a:pt x="86936" y="7231"/>
                  </a:lnTo>
                  <a:lnTo>
                    <a:pt x="89187" y="7920"/>
                  </a:lnTo>
                  <a:lnTo>
                    <a:pt x="90157" y="8562"/>
                  </a:lnTo>
                  <a:lnTo>
                    <a:pt x="91137" y="8943"/>
                  </a:lnTo>
                  <a:lnTo>
                    <a:pt x="98046" y="8934"/>
                  </a:lnTo>
                  <a:lnTo>
                    <a:pt x="102927" y="9391"/>
                  </a:lnTo>
                  <a:lnTo>
                    <a:pt x="104726" y="10411"/>
                  </a:lnTo>
                  <a:lnTo>
                    <a:pt x="106236" y="12369"/>
                  </a:lnTo>
                  <a:lnTo>
                    <a:pt x="106814" y="16879"/>
                  </a:lnTo>
                  <a:lnTo>
                    <a:pt x="105448" y="18097"/>
                  </a:lnTo>
                  <a:lnTo>
                    <a:pt x="95565" y="23650"/>
                  </a:lnTo>
                  <a:lnTo>
                    <a:pt x="93088" y="25435"/>
                  </a:lnTo>
                  <a:lnTo>
                    <a:pt x="91893" y="27080"/>
                  </a:lnTo>
                  <a:lnTo>
                    <a:pt x="89871" y="30674"/>
                  </a:lnTo>
                  <a:lnTo>
                    <a:pt x="88891" y="31759"/>
                  </a:lnTo>
                  <a:lnTo>
                    <a:pt x="84263" y="33471"/>
                  </a:lnTo>
                  <a:lnTo>
                    <a:pt x="83182" y="33655"/>
                  </a:lnTo>
                  <a:lnTo>
                    <a:pt x="79704" y="32817"/>
                  </a:lnTo>
                  <a:lnTo>
                    <a:pt x="78642" y="32894"/>
                  </a:lnTo>
                  <a:lnTo>
                    <a:pt x="74416" y="34756"/>
                  </a:lnTo>
                  <a:lnTo>
                    <a:pt x="72960" y="35882"/>
                  </a:lnTo>
                  <a:lnTo>
                    <a:pt x="71534" y="37301"/>
                  </a:lnTo>
                  <a:lnTo>
                    <a:pt x="69403" y="37927"/>
                  </a:lnTo>
                  <a:lnTo>
                    <a:pt x="67228" y="37592"/>
                  </a:lnTo>
                  <a:lnTo>
                    <a:pt x="57388" y="36852"/>
                  </a:lnTo>
                  <a:lnTo>
                    <a:pt x="56070" y="35857"/>
                  </a:lnTo>
                  <a:lnTo>
                    <a:pt x="54994" y="33945"/>
                  </a:lnTo>
                  <a:lnTo>
                    <a:pt x="56949" y="31498"/>
                  </a:lnTo>
                  <a:lnTo>
                    <a:pt x="45969" y="32408"/>
                  </a:lnTo>
                  <a:lnTo>
                    <a:pt x="33882" y="31912"/>
                  </a:lnTo>
                  <a:lnTo>
                    <a:pt x="33243" y="31567"/>
                  </a:lnTo>
                  <a:lnTo>
                    <a:pt x="32728" y="30622"/>
                  </a:lnTo>
                  <a:lnTo>
                    <a:pt x="28570" y="29976"/>
                  </a:lnTo>
                  <a:lnTo>
                    <a:pt x="25448" y="29201"/>
                  </a:lnTo>
                  <a:lnTo>
                    <a:pt x="22823" y="27895"/>
                  </a:lnTo>
                  <a:lnTo>
                    <a:pt x="20227" y="26200"/>
                  </a:lnTo>
                  <a:lnTo>
                    <a:pt x="21057" y="25407"/>
                  </a:lnTo>
                  <a:lnTo>
                    <a:pt x="21913" y="24945"/>
                  </a:lnTo>
                  <a:lnTo>
                    <a:pt x="24143" y="24750"/>
                  </a:lnTo>
                  <a:lnTo>
                    <a:pt x="26125" y="24985"/>
                  </a:lnTo>
                  <a:lnTo>
                    <a:pt x="29651" y="24970"/>
                  </a:lnTo>
                  <a:lnTo>
                    <a:pt x="30472" y="23263"/>
                  </a:lnTo>
                  <a:lnTo>
                    <a:pt x="31876" y="22771"/>
                  </a:lnTo>
                  <a:lnTo>
                    <a:pt x="32995" y="21548"/>
                  </a:lnTo>
                  <a:lnTo>
                    <a:pt x="29274" y="20778"/>
                  </a:lnTo>
                  <a:lnTo>
                    <a:pt x="25393" y="20662"/>
                  </a:lnTo>
                  <a:lnTo>
                    <a:pt x="22805" y="21678"/>
                  </a:lnTo>
                  <a:lnTo>
                    <a:pt x="19807" y="22138"/>
                  </a:lnTo>
                  <a:lnTo>
                    <a:pt x="17067" y="22199"/>
                  </a:lnTo>
                  <a:lnTo>
                    <a:pt x="11798" y="21910"/>
                  </a:lnTo>
                  <a:lnTo>
                    <a:pt x="9299" y="21189"/>
                  </a:lnTo>
                  <a:lnTo>
                    <a:pt x="5882" y="19304"/>
                  </a:lnTo>
                  <a:lnTo>
                    <a:pt x="4693" y="18264"/>
                  </a:lnTo>
                  <a:lnTo>
                    <a:pt x="4233" y="17448"/>
                  </a:lnTo>
                  <a:lnTo>
                    <a:pt x="3895" y="16211"/>
                  </a:lnTo>
                  <a:lnTo>
                    <a:pt x="7799" y="15103"/>
                  </a:lnTo>
                  <a:lnTo>
                    <a:pt x="9316" y="14230"/>
                  </a:lnTo>
                  <a:lnTo>
                    <a:pt x="10806" y="13037"/>
                  </a:lnTo>
                  <a:lnTo>
                    <a:pt x="4913" y="12359"/>
                  </a:lnTo>
                  <a:lnTo>
                    <a:pt x="2446" y="11359"/>
                  </a:lnTo>
                  <a:lnTo>
                    <a:pt x="0" y="9890"/>
                  </a:lnTo>
                  <a:lnTo>
                    <a:pt x="1985" y="9062"/>
                  </a:lnTo>
                  <a:lnTo>
                    <a:pt x="9924" y="8401"/>
                  </a:lnTo>
                  <a:lnTo>
                    <a:pt x="12026" y="8954"/>
                  </a:lnTo>
                  <a:lnTo>
                    <a:pt x="14109" y="10021"/>
                  </a:lnTo>
                  <a:lnTo>
                    <a:pt x="16415" y="10679"/>
                  </a:lnTo>
                  <a:lnTo>
                    <a:pt x="18645" y="9296"/>
                  </a:lnTo>
                  <a:lnTo>
                    <a:pt x="16546" y="8640"/>
                  </a:lnTo>
                  <a:lnTo>
                    <a:pt x="14667" y="6341"/>
                  </a:lnTo>
                  <a:lnTo>
                    <a:pt x="14270" y="5199"/>
                  </a:lnTo>
                  <a:lnTo>
                    <a:pt x="14516" y="4322"/>
                  </a:lnTo>
                  <a:lnTo>
                    <a:pt x="15499" y="4191"/>
                  </a:lnTo>
                  <a:lnTo>
                    <a:pt x="16232" y="4572"/>
                  </a:lnTo>
                  <a:lnTo>
                    <a:pt x="19006" y="6732"/>
                  </a:lnTo>
                  <a:lnTo>
                    <a:pt x="21107" y="7405"/>
                  </a:lnTo>
                  <a:lnTo>
                    <a:pt x="21696" y="5410"/>
                  </a:lnTo>
                  <a:lnTo>
                    <a:pt x="21790" y="4462"/>
                  </a:lnTo>
                  <a:lnTo>
                    <a:pt x="21407" y="3677"/>
                  </a:lnTo>
                  <a:lnTo>
                    <a:pt x="20420" y="2230"/>
                  </a:lnTo>
                  <a:lnTo>
                    <a:pt x="19534" y="451"/>
                  </a:lnTo>
                  <a:lnTo>
                    <a:pt x="20903" y="0"/>
                  </a:lnTo>
                  <a:lnTo>
                    <a:pt x="22259" y="196"/>
                  </a:lnTo>
                  <a:lnTo>
                    <a:pt x="25172" y="1413"/>
                  </a:lnTo>
                  <a:lnTo>
                    <a:pt x="28108" y="2272"/>
                  </a:lnTo>
                  <a:lnTo>
                    <a:pt x="29448" y="3138"/>
                  </a:lnTo>
                  <a:lnTo>
                    <a:pt x="31952" y="52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4120145" y="2736148"/>
              <a:ext cx="93328" cy="118999"/>
            </a:xfrm>
            <a:custGeom>
              <a:avLst/>
              <a:pathLst>
                <a:path w="93328" h="118999">
                  <a:moveTo>
                    <a:pt x="92733" y="74371"/>
                  </a:moveTo>
                  <a:lnTo>
                    <a:pt x="93199" y="75178"/>
                  </a:lnTo>
                  <a:lnTo>
                    <a:pt x="93245" y="76497"/>
                  </a:lnTo>
                  <a:lnTo>
                    <a:pt x="93161" y="77958"/>
                  </a:lnTo>
                  <a:lnTo>
                    <a:pt x="92684" y="81114"/>
                  </a:lnTo>
                  <a:lnTo>
                    <a:pt x="92251" y="83331"/>
                  </a:lnTo>
                  <a:lnTo>
                    <a:pt x="91747" y="88015"/>
                  </a:lnTo>
                  <a:lnTo>
                    <a:pt x="91290" y="96139"/>
                  </a:lnTo>
                  <a:lnTo>
                    <a:pt x="91391" y="97553"/>
                  </a:lnTo>
                  <a:lnTo>
                    <a:pt x="92747" y="102211"/>
                  </a:lnTo>
                  <a:lnTo>
                    <a:pt x="93279" y="105790"/>
                  </a:lnTo>
                  <a:lnTo>
                    <a:pt x="93328" y="108229"/>
                  </a:lnTo>
                  <a:lnTo>
                    <a:pt x="92753" y="112318"/>
                  </a:lnTo>
                  <a:lnTo>
                    <a:pt x="92101" y="116939"/>
                  </a:lnTo>
                  <a:lnTo>
                    <a:pt x="91780" y="117974"/>
                  </a:lnTo>
                  <a:lnTo>
                    <a:pt x="91413" y="118347"/>
                  </a:lnTo>
                  <a:lnTo>
                    <a:pt x="89734" y="116736"/>
                  </a:lnTo>
                  <a:lnTo>
                    <a:pt x="88579" y="116961"/>
                  </a:lnTo>
                  <a:lnTo>
                    <a:pt x="87251" y="117852"/>
                  </a:lnTo>
                  <a:lnTo>
                    <a:pt x="85866" y="117679"/>
                  </a:lnTo>
                  <a:lnTo>
                    <a:pt x="84721" y="117148"/>
                  </a:lnTo>
                  <a:lnTo>
                    <a:pt x="83269" y="118999"/>
                  </a:lnTo>
                  <a:lnTo>
                    <a:pt x="81881" y="117997"/>
                  </a:lnTo>
                  <a:lnTo>
                    <a:pt x="80992" y="116845"/>
                  </a:lnTo>
                  <a:lnTo>
                    <a:pt x="80398" y="113642"/>
                  </a:lnTo>
                  <a:lnTo>
                    <a:pt x="80150" y="113234"/>
                  </a:lnTo>
                  <a:lnTo>
                    <a:pt x="77228" y="116587"/>
                  </a:lnTo>
                  <a:lnTo>
                    <a:pt x="76525" y="116790"/>
                  </a:lnTo>
                  <a:lnTo>
                    <a:pt x="74710" y="114990"/>
                  </a:lnTo>
                  <a:lnTo>
                    <a:pt x="73223" y="113208"/>
                  </a:lnTo>
                  <a:lnTo>
                    <a:pt x="72667" y="112673"/>
                  </a:lnTo>
                  <a:lnTo>
                    <a:pt x="71234" y="111976"/>
                  </a:lnTo>
                  <a:lnTo>
                    <a:pt x="69942" y="111570"/>
                  </a:lnTo>
                  <a:lnTo>
                    <a:pt x="68538" y="110458"/>
                  </a:lnTo>
                  <a:lnTo>
                    <a:pt x="66792" y="111911"/>
                  </a:lnTo>
                  <a:lnTo>
                    <a:pt x="66089" y="111794"/>
                  </a:lnTo>
                  <a:lnTo>
                    <a:pt x="65430" y="110742"/>
                  </a:lnTo>
                  <a:lnTo>
                    <a:pt x="65086" y="108588"/>
                  </a:lnTo>
                  <a:lnTo>
                    <a:pt x="65000" y="106549"/>
                  </a:lnTo>
                  <a:lnTo>
                    <a:pt x="64408" y="105150"/>
                  </a:lnTo>
                  <a:lnTo>
                    <a:pt x="63487" y="104829"/>
                  </a:lnTo>
                  <a:lnTo>
                    <a:pt x="62198" y="106089"/>
                  </a:lnTo>
                  <a:lnTo>
                    <a:pt x="60317" y="107750"/>
                  </a:lnTo>
                  <a:lnTo>
                    <a:pt x="59710" y="107474"/>
                  </a:lnTo>
                  <a:lnTo>
                    <a:pt x="59153" y="106995"/>
                  </a:lnTo>
                  <a:lnTo>
                    <a:pt x="58949" y="106552"/>
                  </a:lnTo>
                  <a:lnTo>
                    <a:pt x="58690" y="104629"/>
                  </a:lnTo>
                  <a:lnTo>
                    <a:pt x="58388" y="104205"/>
                  </a:lnTo>
                  <a:lnTo>
                    <a:pt x="57950" y="104147"/>
                  </a:lnTo>
                  <a:lnTo>
                    <a:pt x="57177" y="103687"/>
                  </a:lnTo>
                  <a:lnTo>
                    <a:pt x="56223" y="102257"/>
                  </a:lnTo>
                  <a:lnTo>
                    <a:pt x="53324" y="98885"/>
                  </a:lnTo>
                  <a:lnTo>
                    <a:pt x="52961" y="97387"/>
                  </a:lnTo>
                  <a:lnTo>
                    <a:pt x="52973" y="94079"/>
                  </a:lnTo>
                  <a:lnTo>
                    <a:pt x="52811" y="92714"/>
                  </a:lnTo>
                  <a:lnTo>
                    <a:pt x="52459" y="91271"/>
                  </a:lnTo>
                  <a:lnTo>
                    <a:pt x="50971" y="89808"/>
                  </a:lnTo>
                  <a:lnTo>
                    <a:pt x="48082" y="87455"/>
                  </a:lnTo>
                  <a:lnTo>
                    <a:pt x="46485" y="85578"/>
                  </a:lnTo>
                  <a:lnTo>
                    <a:pt x="45723" y="86455"/>
                  </a:lnTo>
                  <a:lnTo>
                    <a:pt x="44254" y="87240"/>
                  </a:lnTo>
                  <a:lnTo>
                    <a:pt x="43467" y="88932"/>
                  </a:lnTo>
                  <a:lnTo>
                    <a:pt x="42525" y="88397"/>
                  </a:lnTo>
                  <a:lnTo>
                    <a:pt x="40278" y="86612"/>
                  </a:lnTo>
                  <a:lnTo>
                    <a:pt x="39075" y="86347"/>
                  </a:lnTo>
                  <a:lnTo>
                    <a:pt x="38348" y="86953"/>
                  </a:lnTo>
                  <a:lnTo>
                    <a:pt x="38181" y="87974"/>
                  </a:lnTo>
                  <a:lnTo>
                    <a:pt x="37264" y="89134"/>
                  </a:lnTo>
                  <a:lnTo>
                    <a:pt x="36390" y="88209"/>
                  </a:lnTo>
                  <a:lnTo>
                    <a:pt x="34666" y="86961"/>
                  </a:lnTo>
                  <a:lnTo>
                    <a:pt x="33156" y="86278"/>
                  </a:lnTo>
                  <a:lnTo>
                    <a:pt x="30861" y="84761"/>
                  </a:lnTo>
                  <a:lnTo>
                    <a:pt x="30602" y="82466"/>
                  </a:lnTo>
                  <a:lnTo>
                    <a:pt x="30216" y="80197"/>
                  </a:lnTo>
                  <a:lnTo>
                    <a:pt x="29670" y="79795"/>
                  </a:lnTo>
                  <a:lnTo>
                    <a:pt x="27615" y="80245"/>
                  </a:lnTo>
                  <a:lnTo>
                    <a:pt x="25732" y="77742"/>
                  </a:lnTo>
                  <a:lnTo>
                    <a:pt x="23709" y="74539"/>
                  </a:lnTo>
                  <a:lnTo>
                    <a:pt x="22847" y="73485"/>
                  </a:lnTo>
                  <a:lnTo>
                    <a:pt x="22280" y="73096"/>
                  </a:lnTo>
                  <a:lnTo>
                    <a:pt x="21791" y="73524"/>
                  </a:lnTo>
                  <a:lnTo>
                    <a:pt x="21234" y="74257"/>
                  </a:lnTo>
                  <a:lnTo>
                    <a:pt x="20725" y="74475"/>
                  </a:lnTo>
                  <a:lnTo>
                    <a:pt x="19627" y="73094"/>
                  </a:lnTo>
                  <a:lnTo>
                    <a:pt x="18227" y="71125"/>
                  </a:lnTo>
                  <a:lnTo>
                    <a:pt x="16506" y="68710"/>
                  </a:lnTo>
                  <a:lnTo>
                    <a:pt x="14490" y="65336"/>
                  </a:lnTo>
                  <a:lnTo>
                    <a:pt x="13663" y="63430"/>
                  </a:lnTo>
                  <a:lnTo>
                    <a:pt x="13287" y="61996"/>
                  </a:lnTo>
                  <a:lnTo>
                    <a:pt x="12857" y="60649"/>
                  </a:lnTo>
                  <a:lnTo>
                    <a:pt x="11104" y="58445"/>
                  </a:lnTo>
                  <a:lnTo>
                    <a:pt x="9717" y="56703"/>
                  </a:lnTo>
                  <a:lnTo>
                    <a:pt x="8045" y="54600"/>
                  </a:lnTo>
                  <a:lnTo>
                    <a:pt x="7762" y="54180"/>
                  </a:lnTo>
                  <a:lnTo>
                    <a:pt x="7130" y="52930"/>
                  </a:lnTo>
                  <a:lnTo>
                    <a:pt x="6160" y="51353"/>
                  </a:lnTo>
                  <a:lnTo>
                    <a:pt x="5365" y="50892"/>
                  </a:lnTo>
                  <a:lnTo>
                    <a:pt x="5111" y="51761"/>
                  </a:lnTo>
                  <a:lnTo>
                    <a:pt x="4919" y="52674"/>
                  </a:lnTo>
                  <a:lnTo>
                    <a:pt x="4222" y="52463"/>
                  </a:lnTo>
                  <a:lnTo>
                    <a:pt x="3143" y="50856"/>
                  </a:lnTo>
                  <a:lnTo>
                    <a:pt x="2012" y="49174"/>
                  </a:lnTo>
                  <a:lnTo>
                    <a:pt x="1127" y="47616"/>
                  </a:lnTo>
                  <a:lnTo>
                    <a:pt x="219" y="46017"/>
                  </a:lnTo>
                  <a:lnTo>
                    <a:pt x="0" y="44831"/>
                  </a:lnTo>
                  <a:lnTo>
                    <a:pt x="378" y="41170"/>
                  </a:lnTo>
                  <a:lnTo>
                    <a:pt x="906" y="38032"/>
                  </a:lnTo>
                  <a:lnTo>
                    <a:pt x="1356" y="37325"/>
                  </a:lnTo>
                  <a:lnTo>
                    <a:pt x="2086" y="35248"/>
                  </a:lnTo>
                  <a:lnTo>
                    <a:pt x="2351" y="31602"/>
                  </a:lnTo>
                  <a:lnTo>
                    <a:pt x="2338" y="28489"/>
                  </a:lnTo>
                  <a:lnTo>
                    <a:pt x="3052" y="24095"/>
                  </a:lnTo>
                  <a:lnTo>
                    <a:pt x="4030" y="19420"/>
                  </a:lnTo>
                  <a:lnTo>
                    <a:pt x="5723" y="14410"/>
                  </a:lnTo>
                  <a:lnTo>
                    <a:pt x="6458" y="12754"/>
                  </a:lnTo>
                  <a:lnTo>
                    <a:pt x="7277" y="11617"/>
                  </a:lnTo>
                  <a:lnTo>
                    <a:pt x="8841" y="7924"/>
                  </a:lnTo>
                  <a:lnTo>
                    <a:pt x="9166" y="7320"/>
                  </a:lnTo>
                  <a:lnTo>
                    <a:pt x="9850" y="6370"/>
                  </a:lnTo>
                  <a:lnTo>
                    <a:pt x="10523" y="6130"/>
                  </a:lnTo>
                  <a:lnTo>
                    <a:pt x="11031" y="6589"/>
                  </a:lnTo>
                  <a:lnTo>
                    <a:pt x="11553" y="8525"/>
                  </a:lnTo>
                  <a:lnTo>
                    <a:pt x="12183" y="10362"/>
                  </a:lnTo>
                  <a:lnTo>
                    <a:pt x="12952" y="10271"/>
                  </a:lnTo>
                  <a:lnTo>
                    <a:pt x="13849" y="8693"/>
                  </a:lnTo>
                  <a:lnTo>
                    <a:pt x="15714" y="1474"/>
                  </a:lnTo>
                  <a:lnTo>
                    <a:pt x="18300" y="0"/>
                  </a:lnTo>
                  <a:lnTo>
                    <a:pt x="20751" y="741"/>
                  </a:lnTo>
                  <a:lnTo>
                    <a:pt x="22920" y="1794"/>
                  </a:lnTo>
                  <a:lnTo>
                    <a:pt x="23560" y="4208"/>
                  </a:lnTo>
                  <a:lnTo>
                    <a:pt x="23979" y="6752"/>
                  </a:lnTo>
                  <a:lnTo>
                    <a:pt x="24251" y="8046"/>
                  </a:lnTo>
                  <a:lnTo>
                    <a:pt x="24961" y="9563"/>
                  </a:lnTo>
                  <a:lnTo>
                    <a:pt x="28020" y="13178"/>
                  </a:lnTo>
                  <a:lnTo>
                    <a:pt x="29796" y="16438"/>
                  </a:lnTo>
                  <a:lnTo>
                    <a:pt x="32252" y="20805"/>
                  </a:lnTo>
                  <a:lnTo>
                    <a:pt x="34090" y="22736"/>
                  </a:lnTo>
                  <a:lnTo>
                    <a:pt x="35718" y="22896"/>
                  </a:lnTo>
                  <a:lnTo>
                    <a:pt x="36635" y="24611"/>
                  </a:lnTo>
                  <a:lnTo>
                    <a:pt x="38017" y="28022"/>
                  </a:lnTo>
                  <a:lnTo>
                    <a:pt x="39184" y="31947"/>
                  </a:lnTo>
                  <a:lnTo>
                    <a:pt x="40644" y="35574"/>
                  </a:lnTo>
                  <a:lnTo>
                    <a:pt x="41652" y="35456"/>
                  </a:lnTo>
                  <a:lnTo>
                    <a:pt x="43025" y="34278"/>
                  </a:lnTo>
                  <a:lnTo>
                    <a:pt x="44700" y="32740"/>
                  </a:lnTo>
                  <a:lnTo>
                    <a:pt x="45690" y="33498"/>
                  </a:lnTo>
                  <a:lnTo>
                    <a:pt x="46604" y="34499"/>
                  </a:lnTo>
                  <a:lnTo>
                    <a:pt x="46908" y="36380"/>
                  </a:lnTo>
                  <a:lnTo>
                    <a:pt x="47458" y="39924"/>
                  </a:lnTo>
                  <a:lnTo>
                    <a:pt x="48069" y="43606"/>
                  </a:lnTo>
                  <a:lnTo>
                    <a:pt x="49029" y="44896"/>
                  </a:lnTo>
                  <a:lnTo>
                    <a:pt x="50164" y="46793"/>
                  </a:lnTo>
                  <a:lnTo>
                    <a:pt x="50793" y="48299"/>
                  </a:lnTo>
                  <a:lnTo>
                    <a:pt x="52924" y="51058"/>
                  </a:lnTo>
                  <a:lnTo>
                    <a:pt x="53225" y="52182"/>
                  </a:lnTo>
                  <a:lnTo>
                    <a:pt x="53657" y="52950"/>
                  </a:lnTo>
                  <a:lnTo>
                    <a:pt x="54176" y="53432"/>
                  </a:lnTo>
                  <a:lnTo>
                    <a:pt x="54608" y="53994"/>
                  </a:lnTo>
                  <a:lnTo>
                    <a:pt x="55278" y="54189"/>
                  </a:lnTo>
                  <a:lnTo>
                    <a:pt x="57741" y="52533"/>
                  </a:lnTo>
                  <a:lnTo>
                    <a:pt x="58400" y="52741"/>
                  </a:lnTo>
                  <a:lnTo>
                    <a:pt x="58776" y="53048"/>
                  </a:lnTo>
                  <a:lnTo>
                    <a:pt x="58788" y="53650"/>
                  </a:lnTo>
                  <a:lnTo>
                    <a:pt x="58343" y="56238"/>
                  </a:lnTo>
                  <a:lnTo>
                    <a:pt x="57965" y="59548"/>
                  </a:lnTo>
                  <a:lnTo>
                    <a:pt x="58355" y="61211"/>
                  </a:lnTo>
                  <a:lnTo>
                    <a:pt x="59386" y="61901"/>
                  </a:lnTo>
                  <a:lnTo>
                    <a:pt x="61671" y="62392"/>
                  </a:lnTo>
                  <a:lnTo>
                    <a:pt x="64751" y="62350"/>
                  </a:lnTo>
                  <a:lnTo>
                    <a:pt x="65685" y="64028"/>
                  </a:lnTo>
                  <a:lnTo>
                    <a:pt x="66615" y="66548"/>
                  </a:lnTo>
                  <a:lnTo>
                    <a:pt x="67552" y="70852"/>
                  </a:lnTo>
                  <a:lnTo>
                    <a:pt x="67925" y="72669"/>
                  </a:lnTo>
                  <a:lnTo>
                    <a:pt x="68391" y="73195"/>
                  </a:lnTo>
                  <a:lnTo>
                    <a:pt x="69192" y="72477"/>
                  </a:lnTo>
                  <a:lnTo>
                    <a:pt x="69322" y="70708"/>
                  </a:lnTo>
                  <a:lnTo>
                    <a:pt x="69359" y="68078"/>
                  </a:lnTo>
                  <a:lnTo>
                    <a:pt x="70030" y="67169"/>
                  </a:lnTo>
                  <a:lnTo>
                    <a:pt x="70458" y="67838"/>
                  </a:lnTo>
                  <a:lnTo>
                    <a:pt x="70962" y="69896"/>
                  </a:lnTo>
                  <a:lnTo>
                    <a:pt x="72235" y="71744"/>
                  </a:lnTo>
                  <a:lnTo>
                    <a:pt x="73157" y="72656"/>
                  </a:lnTo>
                  <a:lnTo>
                    <a:pt x="74034" y="72334"/>
                  </a:lnTo>
                  <a:lnTo>
                    <a:pt x="74402" y="71626"/>
                  </a:lnTo>
                  <a:lnTo>
                    <a:pt x="74835" y="68030"/>
                  </a:lnTo>
                  <a:lnTo>
                    <a:pt x="75525" y="67504"/>
                  </a:lnTo>
                  <a:lnTo>
                    <a:pt x="76400" y="67743"/>
                  </a:lnTo>
                  <a:lnTo>
                    <a:pt x="76735" y="68460"/>
                  </a:lnTo>
                  <a:lnTo>
                    <a:pt x="77089" y="69896"/>
                  </a:lnTo>
                  <a:lnTo>
                    <a:pt x="78148" y="70572"/>
                  </a:lnTo>
                  <a:lnTo>
                    <a:pt x="79199" y="71480"/>
                  </a:lnTo>
                  <a:lnTo>
                    <a:pt x="80193" y="72656"/>
                  </a:lnTo>
                  <a:lnTo>
                    <a:pt x="81589" y="75325"/>
                  </a:lnTo>
                  <a:lnTo>
                    <a:pt x="83307" y="75810"/>
                  </a:lnTo>
                  <a:lnTo>
                    <a:pt x="85303" y="75754"/>
                  </a:lnTo>
                  <a:lnTo>
                    <a:pt x="86352" y="75813"/>
                  </a:lnTo>
                  <a:lnTo>
                    <a:pt x="87126" y="76009"/>
                  </a:lnTo>
                  <a:lnTo>
                    <a:pt x="87818" y="75826"/>
                  </a:lnTo>
                  <a:lnTo>
                    <a:pt x="89867" y="73914"/>
                  </a:lnTo>
                  <a:lnTo>
                    <a:pt x="90703" y="73774"/>
                  </a:lnTo>
                  <a:lnTo>
                    <a:pt x="91738" y="7399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5119682" y="3648530"/>
              <a:ext cx="591" cy="1815"/>
            </a:xfrm>
            <a:custGeom>
              <a:avLst/>
              <a:pathLst>
                <a:path w="591" h="1815">
                  <a:moveTo>
                    <a:pt x="591" y="805"/>
                  </a:moveTo>
                  <a:lnTo>
                    <a:pt x="367" y="1815"/>
                  </a:lnTo>
                  <a:lnTo>
                    <a:pt x="107" y="1688"/>
                  </a:lnTo>
                  <a:lnTo>
                    <a:pt x="0" y="1015"/>
                  </a:lnTo>
                  <a:lnTo>
                    <a:pt x="75" y="288"/>
                  </a:lnTo>
                  <a:lnTo>
                    <a:pt x="367" y="0"/>
                  </a:lnTo>
                  <a:lnTo>
                    <a:pt x="559" y="22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5144019" y="5184956"/>
              <a:ext cx="2436" cy="2516"/>
            </a:xfrm>
            <a:custGeom>
              <a:avLst/>
              <a:pathLst>
                <a:path w="2436" h="2516">
                  <a:moveTo>
                    <a:pt x="1800" y="357"/>
                  </a:moveTo>
                  <a:lnTo>
                    <a:pt x="2436" y="1864"/>
                  </a:lnTo>
                  <a:lnTo>
                    <a:pt x="1217" y="2516"/>
                  </a:lnTo>
                  <a:lnTo>
                    <a:pt x="623" y="1970"/>
                  </a:lnTo>
                  <a:lnTo>
                    <a:pt x="207" y="1281"/>
                  </a:lnTo>
                  <a:lnTo>
                    <a:pt x="0" y="303"/>
                  </a:lnTo>
                  <a:lnTo>
                    <a:pt x="659" y="404"/>
                  </a:lnTo>
                  <a:lnTo>
                    <a:pt x="122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5107968" y="5127211"/>
              <a:ext cx="4353" cy="9311"/>
            </a:xfrm>
            <a:custGeom>
              <a:avLst/>
              <a:pathLst>
                <a:path w="4353" h="9311">
                  <a:moveTo>
                    <a:pt x="3819" y="6812"/>
                  </a:moveTo>
                  <a:lnTo>
                    <a:pt x="4070" y="9300"/>
                  </a:lnTo>
                  <a:lnTo>
                    <a:pt x="3437" y="9311"/>
                  </a:lnTo>
                  <a:lnTo>
                    <a:pt x="2118" y="8619"/>
                  </a:lnTo>
                  <a:lnTo>
                    <a:pt x="1709" y="7557"/>
                  </a:lnTo>
                  <a:lnTo>
                    <a:pt x="1428" y="7297"/>
                  </a:lnTo>
                  <a:lnTo>
                    <a:pt x="946" y="8527"/>
                  </a:lnTo>
                  <a:lnTo>
                    <a:pt x="172" y="8584"/>
                  </a:lnTo>
                  <a:lnTo>
                    <a:pt x="0" y="8177"/>
                  </a:lnTo>
                  <a:lnTo>
                    <a:pt x="304" y="6859"/>
                  </a:lnTo>
                  <a:lnTo>
                    <a:pt x="2125" y="4374"/>
                  </a:lnTo>
                  <a:lnTo>
                    <a:pt x="2462" y="1243"/>
                  </a:lnTo>
                  <a:lnTo>
                    <a:pt x="2442" y="236"/>
                  </a:lnTo>
                  <a:lnTo>
                    <a:pt x="3865" y="0"/>
                  </a:lnTo>
                  <a:lnTo>
                    <a:pt x="4201" y="383"/>
                  </a:lnTo>
                  <a:lnTo>
                    <a:pt x="4353" y="816"/>
                  </a:lnTo>
                  <a:lnTo>
                    <a:pt x="4260" y="1367"/>
                  </a:lnTo>
                  <a:lnTo>
                    <a:pt x="3687" y="2395"/>
                  </a:lnTo>
                  <a:lnTo>
                    <a:pt x="3664" y="3589"/>
                  </a:lnTo>
                  <a:lnTo>
                    <a:pt x="3812" y="4827"/>
                  </a:lnTo>
                  <a:lnTo>
                    <a:pt x="3341" y="5427"/>
                  </a:lnTo>
                  <a:lnTo>
                    <a:pt x="3586" y="649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5126759" y="5013846"/>
              <a:ext cx="8500" cy="16820"/>
            </a:xfrm>
            <a:custGeom>
              <a:avLst/>
              <a:pathLst>
                <a:path w="8500" h="16820">
                  <a:moveTo>
                    <a:pt x="7169" y="4957"/>
                  </a:moveTo>
                  <a:lnTo>
                    <a:pt x="7173" y="6137"/>
                  </a:lnTo>
                  <a:lnTo>
                    <a:pt x="5973" y="5713"/>
                  </a:lnTo>
                  <a:lnTo>
                    <a:pt x="5997" y="7038"/>
                  </a:lnTo>
                  <a:lnTo>
                    <a:pt x="6945" y="7733"/>
                  </a:lnTo>
                  <a:lnTo>
                    <a:pt x="7295" y="8682"/>
                  </a:lnTo>
                  <a:lnTo>
                    <a:pt x="8279" y="8408"/>
                  </a:lnTo>
                  <a:lnTo>
                    <a:pt x="8500" y="9828"/>
                  </a:lnTo>
                  <a:lnTo>
                    <a:pt x="8273" y="11098"/>
                  </a:lnTo>
                  <a:lnTo>
                    <a:pt x="7617" y="12030"/>
                  </a:lnTo>
                  <a:lnTo>
                    <a:pt x="5674" y="12500"/>
                  </a:lnTo>
                  <a:lnTo>
                    <a:pt x="4414" y="14344"/>
                  </a:lnTo>
                  <a:lnTo>
                    <a:pt x="3323" y="14064"/>
                  </a:lnTo>
                  <a:lnTo>
                    <a:pt x="3026" y="14231"/>
                  </a:lnTo>
                  <a:lnTo>
                    <a:pt x="1776" y="16208"/>
                  </a:lnTo>
                  <a:lnTo>
                    <a:pt x="378" y="16820"/>
                  </a:lnTo>
                  <a:lnTo>
                    <a:pt x="0" y="16673"/>
                  </a:lnTo>
                  <a:lnTo>
                    <a:pt x="193" y="14910"/>
                  </a:lnTo>
                  <a:lnTo>
                    <a:pt x="1231" y="13233"/>
                  </a:lnTo>
                  <a:lnTo>
                    <a:pt x="1254" y="11623"/>
                  </a:lnTo>
                  <a:lnTo>
                    <a:pt x="1520" y="10336"/>
                  </a:lnTo>
                  <a:lnTo>
                    <a:pt x="2519" y="9430"/>
                  </a:lnTo>
                  <a:lnTo>
                    <a:pt x="2531" y="7753"/>
                  </a:lnTo>
                  <a:lnTo>
                    <a:pt x="3208" y="6267"/>
                  </a:lnTo>
                  <a:lnTo>
                    <a:pt x="2799" y="3050"/>
                  </a:lnTo>
                  <a:lnTo>
                    <a:pt x="3015" y="158"/>
                  </a:lnTo>
                  <a:lnTo>
                    <a:pt x="4992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5115367" y="4981951"/>
              <a:ext cx="2465" cy="3393"/>
            </a:xfrm>
            <a:custGeom>
              <a:avLst/>
              <a:pathLst>
                <a:path w="2465" h="3393">
                  <a:moveTo>
                    <a:pt x="2465" y="1206"/>
                  </a:moveTo>
                  <a:lnTo>
                    <a:pt x="2405" y="2657"/>
                  </a:lnTo>
                  <a:lnTo>
                    <a:pt x="2268" y="3387"/>
                  </a:lnTo>
                  <a:lnTo>
                    <a:pt x="1870" y="3393"/>
                  </a:lnTo>
                  <a:lnTo>
                    <a:pt x="1270" y="3231"/>
                  </a:lnTo>
                  <a:lnTo>
                    <a:pt x="686" y="2562"/>
                  </a:lnTo>
                  <a:lnTo>
                    <a:pt x="312" y="2752"/>
                  </a:lnTo>
                  <a:lnTo>
                    <a:pt x="0" y="2504"/>
                  </a:lnTo>
                  <a:lnTo>
                    <a:pt x="403" y="868"/>
                  </a:lnTo>
                  <a:lnTo>
                    <a:pt x="1767" y="0"/>
                  </a:lnTo>
                  <a:lnTo>
                    <a:pt x="2294" y="69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5119517" y="4969087"/>
              <a:ext cx="1495" cy="3549"/>
            </a:xfrm>
            <a:custGeom>
              <a:avLst/>
              <a:pathLst>
                <a:path w="1495" h="3549">
                  <a:moveTo>
                    <a:pt x="998" y="0"/>
                  </a:moveTo>
                  <a:lnTo>
                    <a:pt x="1495" y="3549"/>
                  </a:lnTo>
                  <a:lnTo>
                    <a:pt x="442" y="2871"/>
                  </a:lnTo>
                  <a:lnTo>
                    <a:pt x="0" y="1797"/>
                  </a:lnTo>
                  <a:lnTo>
                    <a:pt x="805" y="2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1170848" y="4940862"/>
              <a:ext cx="1228" cy="3133"/>
            </a:xfrm>
            <a:custGeom>
              <a:avLst/>
              <a:pathLst>
                <a:path w="1228" h="3133">
                  <a:moveTo>
                    <a:pt x="608" y="2871"/>
                  </a:moveTo>
                  <a:lnTo>
                    <a:pt x="97" y="3133"/>
                  </a:lnTo>
                  <a:lnTo>
                    <a:pt x="169" y="1448"/>
                  </a:lnTo>
                  <a:lnTo>
                    <a:pt x="0" y="360"/>
                  </a:lnTo>
                  <a:lnTo>
                    <a:pt x="858" y="0"/>
                  </a:lnTo>
                  <a:lnTo>
                    <a:pt x="1228" y="129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1163732" y="4925883"/>
              <a:ext cx="7710" cy="11790"/>
            </a:xfrm>
            <a:custGeom>
              <a:avLst/>
              <a:pathLst>
                <a:path w="7710" h="11790">
                  <a:moveTo>
                    <a:pt x="7710" y="672"/>
                  </a:moveTo>
                  <a:lnTo>
                    <a:pt x="7297" y="1439"/>
                  </a:lnTo>
                  <a:lnTo>
                    <a:pt x="6591" y="1396"/>
                  </a:lnTo>
                  <a:lnTo>
                    <a:pt x="5361" y="4409"/>
                  </a:lnTo>
                  <a:lnTo>
                    <a:pt x="5436" y="2158"/>
                  </a:lnTo>
                  <a:lnTo>
                    <a:pt x="5066" y="1281"/>
                  </a:lnTo>
                  <a:lnTo>
                    <a:pt x="4010" y="1491"/>
                  </a:lnTo>
                  <a:lnTo>
                    <a:pt x="3810" y="1985"/>
                  </a:lnTo>
                  <a:lnTo>
                    <a:pt x="4519" y="2579"/>
                  </a:lnTo>
                  <a:lnTo>
                    <a:pt x="4676" y="2911"/>
                  </a:lnTo>
                  <a:lnTo>
                    <a:pt x="3999" y="4213"/>
                  </a:lnTo>
                  <a:lnTo>
                    <a:pt x="4701" y="7006"/>
                  </a:lnTo>
                  <a:lnTo>
                    <a:pt x="5319" y="6911"/>
                  </a:lnTo>
                  <a:lnTo>
                    <a:pt x="5915" y="9092"/>
                  </a:lnTo>
                  <a:lnTo>
                    <a:pt x="5913" y="9776"/>
                  </a:lnTo>
                  <a:lnTo>
                    <a:pt x="4544" y="10616"/>
                  </a:lnTo>
                  <a:lnTo>
                    <a:pt x="3822" y="11790"/>
                  </a:lnTo>
                  <a:lnTo>
                    <a:pt x="3177" y="11741"/>
                  </a:lnTo>
                  <a:lnTo>
                    <a:pt x="2873" y="11513"/>
                  </a:lnTo>
                  <a:lnTo>
                    <a:pt x="2512" y="9412"/>
                  </a:lnTo>
                  <a:lnTo>
                    <a:pt x="2487" y="8529"/>
                  </a:lnTo>
                  <a:lnTo>
                    <a:pt x="3278" y="6989"/>
                  </a:lnTo>
                  <a:lnTo>
                    <a:pt x="3727" y="5419"/>
                  </a:lnTo>
                  <a:lnTo>
                    <a:pt x="3366" y="3970"/>
                  </a:lnTo>
                  <a:lnTo>
                    <a:pt x="2452" y="3032"/>
                  </a:lnTo>
                  <a:lnTo>
                    <a:pt x="456" y="3456"/>
                  </a:lnTo>
                  <a:lnTo>
                    <a:pt x="0" y="3142"/>
                  </a:lnTo>
                  <a:lnTo>
                    <a:pt x="996" y="1191"/>
                  </a:lnTo>
                  <a:lnTo>
                    <a:pt x="2076" y="1405"/>
                  </a:lnTo>
                  <a:lnTo>
                    <a:pt x="323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5198787" y="4837100"/>
              <a:ext cx="2112" cy="6169"/>
            </a:xfrm>
            <a:custGeom>
              <a:avLst/>
              <a:pathLst>
                <a:path w="2112" h="6169">
                  <a:moveTo>
                    <a:pt x="1539" y="4452"/>
                  </a:moveTo>
                  <a:lnTo>
                    <a:pt x="0" y="6169"/>
                  </a:lnTo>
                  <a:lnTo>
                    <a:pt x="61" y="4977"/>
                  </a:lnTo>
                  <a:lnTo>
                    <a:pt x="362" y="2383"/>
                  </a:lnTo>
                  <a:lnTo>
                    <a:pt x="1064" y="1073"/>
                  </a:lnTo>
                  <a:lnTo>
                    <a:pt x="1409" y="983"/>
                  </a:lnTo>
                  <a:lnTo>
                    <a:pt x="2112" y="0"/>
                  </a:lnTo>
                  <a:lnTo>
                    <a:pt x="2038" y="218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5114741" y="4830512"/>
              <a:ext cx="90827" cy="181449"/>
            </a:xfrm>
            <a:custGeom>
              <a:avLst/>
              <a:pathLst>
                <a:path w="90827" h="181449">
                  <a:moveTo>
                    <a:pt x="76387" y="23321"/>
                  </a:moveTo>
                  <a:lnTo>
                    <a:pt x="77716" y="23466"/>
                  </a:lnTo>
                  <a:lnTo>
                    <a:pt x="78947" y="21301"/>
                  </a:lnTo>
                  <a:lnTo>
                    <a:pt x="80206" y="19541"/>
                  </a:lnTo>
                  <a:lnTo>
                    <a:pt x="81533" y="18084"/>
                  </a:lnTo>
                  <a:lnTo>
                    <a:pt x="83551" y="14742"/>
                  </a:lnTo>
                  <a:lnTo>
                    <a:pt x="84079" y="14252"/>
                  </a:lnTo>
                  <a:lnTo>
                    <a:pt x="85388" y="13614"/>
                  </a:lnTo>
                  <a:lnTo>
                    <a:pt x="85959" y="12826"/>
                  </a:lnTo>
                  <a:lnTo>
                    <a:pt x="86595" y="12639"/>
                  </a:lnTo>
                  <a:lnTo>
                    <a:pt x="86025" y="14621"/>
                  </a:lnTo>
                  <a:lnTo>
                    <a:pt x="85300" y="15282"/>
                  </a:lnTo>
                  <a:lnTo>
                    <a:pt x="85185" y="15997"/>
                  </a:lnTo>
                  <a:lnTo>
                    <a:pt x="85591" y="17140"/>
                  </a:lnTo>
                  <a:lnTo>
                    <a:pt x="84960" y="18745"/>
                  </a:lnTo>
                  <a:lnTo>
                    <a:pt x="84984" y="20744"/>
                  </a:lnTo>
                  <a:lnTo>
                    <a:pt x="84241" y="23105"/>
                  </a:lnTo>
                  <a:lnTo>
                    <a:pt x="85383" y="22141"/>
                  </a:lnTo>
                  <a:lnTo>
                    <a:pt x="85801" y="20603"/>
                  </a:lnTo>
                  <a:lnTo>
                    <a:pt x="85585" y="19737"/>
                  </a:lnTo>
                  <a:lnTo>
                    <a:pt x="86080" y="18020"/>
                  </a:lnTo>
                  <a:lnTo>
                    <a:pt x="86844" y="17204"/>
                  </a:lnTo>
                  <a:lnTo>
                    <a:pt x="86539" y="15899"/>
                  </a:lnTo>
                  <a:lnTo>
                    <a:pt x="86561" y="14869"/>
                  </a:lnTo>
                  <a:lnTo>
                    <a:pt x="87495" y="15250"/>
                  </a:lnTo>
                  <a:lnTo>
                    <a:pt x="87962" y="15207"/>
                  </a:lnTo>
                  <a:lnTo>
                    <a:pt x="88331" y="14800"/>
                  </a:lnTo>
                  <a:lnTo>
                    <a:pt x="89005" y="14638"/>
                  </a:lnTo>
                  <a:lnTo>
                    <a:pt x="89143" y="15790"/>
                  </a:lnTo>
                  <a:lnTo>
                    <a:pt x="90049" y="15645"/>
                  </a:lnTo>
                  <a:lnTo>
                    <a:pt x="89720" y="17100"/>
                  </a:lnTo>
                  <a:lnTo>
                    <a:pt x="89026" y="18779"/>
                  </a:lnTo>
                  <a:lnTo>
                    <a:pt x="88863" y="19801"/>
                  </a:lnTo>
                  <a:lnTo>
                    <a:pt x="87754" y="21492"/>
                  </a:lnTo>
                  <a:lnTo>
                    <a:pt x="87011" y="22216"/>
                  </a:lnTo>
                  <a:lnTo>
                    <a:pt x="88157" y="22404"/>
                  </a:lnTo>
                  <a:lnTo>
                    <a:pt x="89831" y="20138"/>
                  </a:lnTo>
                  <a:lnTo>
                    <a:pt x="90827" y="18133"/>
                  </a:lnTo>
                  <a:lnTo>
                    <a:pt x="90797" y="20635"/>
                  </a:lnTo>
                  <a:lnTo>
                    <a:pt x="89988" y="22877"/>
                  </a:lnTo>
                  <a:lnTo>
                    <a:pt x="89296" y="24294"/>
                  </a:lnTo>
                  <a:lnTo>
                    <a:pt x="88518" y="24732"/>
                  </a:lnTo>
                  <a:lnTo>
                    <a:pt x="87742" y="25881"/>
                  </a:lnTo>
                  <a:lnTo>
                    <a:pt x="87365" y="27759"/>
                  </a:lnTo>
                  <a:lnTo>
                    <a:pt x="87407" y="29006"/>
                  </a:lnTo>
                  <a:lnTo>
                    <a:pt x="87630" y="29996"/>
                  </a:lnTo>
                  <a:lnTo>
                    <a:pt x="88422" y="31669"/>
                  </a:lnTo>
                  <a:lnTo>
                    <a:pt x="87531" y="34890"/>
                  </a:lnTo>
                  <a:lnTo>
                    <a:pt x="88523" y="34489"/>
                  </a:lnTo>
                  <a:lnTo>
                    <a:pt x="89066" y="35095"/>
                  </a:lnTo>
                  <a:lnTo>
                    <a:pt x="89825" y="36953"/>
                  </a:lnTo>
                  <a:lnTo>
                    <a:pt x="89368" y="39094"/>
                  </a:lnTo>
                  <a:lnTo>
                    <a:pt x="89047" y="40191"/>
                  </a:lnTo>
                  <a:lnTo>
                    <a:pt x="87111" y="44707"/>
                  </a:lnTo>
                  <a:lnTo>
                    <a:pt x="86267" y="46998"/>
                  </a:lnTo>
                  <a:lnTo>
                    <a:pt x="85278" y="48464"/>
                  </a:lnTo>
                  <a:lnTo>
                    <a:pt x="85292" y="50871"/>
                  </a:lnTo>
                  <a:lnTo>
                    <a:pt x="84724" y="52622"/>
                  </a:lnTo>
                  <a:lnTo>
                    <a:pt x="81841" y="58621"/>
                  </a:lnTo>
                  <a:lnTo>
                    <a:pt x="81333" y="59923"/>
                  </a:lnTo>
                  <a:lnTo>
                    <a:pt x="79059" y="69463"/>
                  </a:lnTo>
                  <a:lnTo>
                    <a:pt x="77605" y="73474"/>
                  </a:lnTo>
                  <a:lnTo>
                    <a:pt x="76772" y="74839"/>
                  </a:lnTo>
                  <a:lnTo>
                    <a:pt x="75892" y="75947"/>
                  </a:lnTo>
                  <a:lnTo>
                    <a:pt x="73780" y="77837"/>
                  </a:lnTo>
                  <a:lnTo>
                    <a:pt x="72850" y="80010"/>
                  </a:lnTo>
                  <a:lnTo>
                    <a:pt x="71820" y="81813"/>
                  </a:lnTo>
                  <a:lnTo>
                    <a:pt x="70733" y="82217"/>
                  </a:lnTo>
                  <a:lnTo>
                    <a:pt x="70766" y="83017"/>
                  </a:lnTo>
                  <a:lnTo>
                    <a:pt x="71463" y="83464"/>
                  </a:lnTo>
                  <a:lnTo>
                    <a:pt x="72007" y="84650"/>
                  </a:lnTo>
                  <a:lnTo>
                    <a:pt x="71604" y="85977"/>
                  </a:lnTo>
                  <a:lnTo>
                    <a:pt x="70827" y="86811"/>
                  </a:lnTo>
                  <a:lnTo>
                    <a:pt x="70021" y="87051"/>
                  </a:lnTo>
                  <a:lnTo>
                    <a:pt x="69612" y="87899"/>
                  </a:lnTo>
                  <a:lnTo>
                    <a:pt x="71532" y="87296"/>
                  </a:lnTo>
                  <a:lnTo>
                    <a:pt x="72072" y="87992"/>
                  </a:lnTo>
                  <a:lnTo>
                    <a:pt x="72173" y="89452"/>
                  </a:lnTo>
                  <a:lnTo>
                    <a:pt x="72373" y="90771"/>
                  </a:lnTo>
                  <a:lnTo>
                    <a:pt x="72839" y="92516"/>
                  </a:lnTo>
                  <a:lnTo>
                    <a:pt x="74452" y="93627"/>
                  </a:lnTo>
                  <a:lnTo>
                    <a:pt x="75902" y="94147"/>
                  </a:lnTo>
                  <a:lnTo>
                    <a:pt x="76188" y="94955"/>
                  </a:lnTo>
                  <a:lnTo>
                    <a:pt x="76405" y="97742"/>
                  </a:lnTo>
                  <a:lnTo>
                    <a:pt x="76140" y="99110"/>
                  </a:lnTo>
                  <a:lnTo>
                    <a:pt x="75815" y="100010"/>
                  </a:lnTo>
                  <a:lnTo>
                    <a:pt x="75328" y="100331"/>
                  </a:lnTo>
                  <a:lnTo>
                    <a:pt x="74146" y="100507"/>
                  </a:lnTo>
                  <a:lnTo>
                    <a:pt x="72961" y="99878"/>
                  </a:lnTo>
                  <a:lnTo>
                    <a:pt x="72175" y="98192"/>
                  </a:lnTo>
                  <a:lnTo>
                    <a:pt x="69935" y="98732"/>
                  </a:lnTo>
                  <a:lnTo>
                    <a:pt x="69337" y="99096"/>
                  </a:lnTo>
                  <a:lnTo>
                    <a:pt x="69029" y="98793"/>
                  </a:lnTo>
                  <a:lnTo>
                    <a:pt x="70270" y="97024"/>
                  </a:lnTo>
                  <a:lnTo>
                    <a:pt x="69619" y="96017"/>
                  </a:lnTo>
                  <a:lnTo>
                    <a:pt x="69079" y="95638"/>
                  </a:lnTo>
                  <a:lnTo>
                    <a:pt x="68496" y="96224"/>
                  </a:lnTo>
                  <a:lnTo>
                    <a:pt x="68104" y="97151"/>
                  </a:lnTo>
                  <a:lnTo>
                    <a:pt x="67985" y="98680"/>
                  </a:lnTo>
                  <a:lnTo>
                    <a:pt x="67584" y="99560"/>
                  </a:lnTo>
                  <a:lnTo>
                    <a:pt x="66964" y="99811"/>
                  </a:lnTo>
                  <a:lnTo>
                    <a:pt x="66091" y="98544"/>
                  </a:lnTo>
                  <a:lnTo>
                    <a:pt x="65229" y="96729"/>
                  </a:lnTo>
                  <a:lnTo>
                    <a:pt x="63960" y="94903"/>
                  </a:lnTo>
                  <a:lnTo>
                    <a:pt x="64153" y="96034"/>
                  </a:lnTo>
                  <a:lnTo>
                    <a:pt x="65130" y="98804"/>
                  </a:lnTo>
                  <a:lnTo>
                    <a:pt x="65620" y="100642"/>
                  </a:lnTo>
                  <a:lnTo>
                    <a:pt x="64481" y="102108"/>
                  </a:lnTo>
                  <a:lnTo>
                    <a:pt x="63294" y="103251"/>
                  </a:lnTo>
                  <a:lnTo>
                    <a:pt x="62293" y="103920"/>
                  </a:lnTo>
                  <a:lnTo>
                    <a:pt x="61346" y="104965"/>
                  </a:lnTo>
                  <a:lnTo>
                    <a:pt x="60237" y="106595"/>
                  </a:lnTo>
                  <a:lnTo>
                    <a:pt x="59627" y="107178"/>
                  </a:lnTo>
                  <a:lnTo>
                    <a:pt x="58002" y="107213"/>
                  </a:lnTo>
                  <a:lnTo>
                    <a:pt x="57136" y="107729"/>
                  </a:lnTo>
                  <a:lnTo>
                    <a:pt x="56848" y="109882"/>
                  </a:lnTo>
                  <a:lnTo>
                    <a:pt x="56239" y="111250"/>
                  </a:lnTo>
                  <a:lnTo>
                    <a:pt x="54813" y="111521"/>
                  </a:lnTo>
                  <a:lnTo>
                    <a:pt x="55327" y="111951"/>
                  </a:lnTo>
                  <a:lnTo>
                    <a:pt x="55645" y="112635"/>
                  </a:lnTo>
                  <a:lnTo>
                    <a:pt x="54702" y="119116"/>
                  </a:lnTo>
                  <a:lnTo>
                    <a:pt x="54495" y="121806"/>
                  </a:lnTo>
                  <a:lnTo>
                    <a:pt x="54320" y="126405"/>
                  </a:lnTo>
                  <a:lnTo>
                    <a:pt x="53727" y="130673"/>
                  </a:lnTo>
                  <a:lnTo>
                    <a:pt x="52032" y="130647"/>
                  </a:lnTo>
                  <a:lnTo>
                    <a:pt x="52306" y="131403"/>
                  </a:lnTo>
                  <a:lnTo>
                    <a:pt x="53587" y="132607"/>
                  </a:lnTo>
                  <a:lnTo>
                    <a:pt x="53347" y="134425"/>
                  </a:lnTo>
                  <a:lnTo>
                    <a:pt x="51936" y="137740"/>
                  </a:lnTo>
                  <a:lnTo>
                    <a:pt x="51349" y="139659"/>
                  </a:lnTo>
                  <a:lnTo>
                    <a:pt x="50777" y="144314"/>
                  </a:lnTo>
                  <a:lnTo>
                    <a:pt x="49917" y="148605"/>
                  </a:lnTo>
                  <a:lnTo>
                    <a:pt x="48597" y="153484"/>
                  </a:lnTo>
                  <a:lnTo>
                    <a:pt x="48587" y="154361"/>
                  </a:lnTo>
                  <a:lnTo>
                    <a:pt x="49049" y="155605"/>
                  </a:lnTo>
                  <a:lnTo>
                    <a:pt x="49609" y="156682"/>
                  </a:lnTo>
                  <a:lnTo>
                    <a:pt x="49640" y="158199"/>
                  </a:lnTo>
                  <a:lnTo>
                    <a:pt x="49469" y="158999"/>
                  </a:lnTo>
                  <a:lnTo>
                    <a:pt x="48842" y="159209"/>
                  </a:lnTo>
                  <a:lnTo>
                    <a:pt x="48294" y="159732"/>
                  </a:lnTo>
                  <a:lnTo>
                    <a:pt x="45359" y="161071"/>
                  </a:lnTo>
                  <a:lnTo>
                    <a:pt x="44396" y="162571"/>
                  </a:lnTo>
                  <a:lnTo>
                    <a:pt x="43605" y="165255"/>
                  </a:lnTo>
                  <a:lnTo>
                    <a:pt x="42677" y="167566"/>
                  </a:lnTo>
                  <a:lnTo>
                    <a:pt x="39594" y="172694"/>
                  </a:lnTo>
                  <a:lnTo>
                    <a:pt x="37782" y="176991"/>
                  </a:lnTo>
                  <a:lnTo>
                    <a:pt x="37418" y="178220"/>
                  </a:lnTo>
                  <a:lnTo>
                    <a:pt x="36929" y="179115"/>
                  </a:lnTo>
                  <a:lnTo>
                    <a:pt x="32966" y="181149"/>
                  </a:lnTo>
                  <a:lnTo>
                    <a:pt x="30162" y="181449"/>
                  </a:lnTo>
                  <a:lnTo>
                    <a:pt x="28634" y="180927"/>
                  </a:lnTo>
                  <a:lnTo>
                    <a:pt x="27160" y="179900"/>
                  </a:lnTo>
                  <a:lnTo>
                    <a:pt x="26343" y="179548"/>
                  </a:lnTo>
                  <a:lnTo>
                    <a:pt x="24786" y="180176"/>
                  </a:lnTo>
                  <a:lnTo>
                    <a:pt x="24105" y="180869"/>
                  </a:lnTo>
                  <a:lnTo>
                    <a:pt x="22887" y="180185"/>
                  </a:lnTo>
                  <a:lnTo>
                    <a:pt x="21917" y="180702"/>
                  </a:lnTo>
                  <a:lnTo>
                    <a:pt x="21630" y="180200"/>
                  </a:lnTo>
                  <a:lnTo>
                    <a:pt x="21267" y="178939"/>
                  </a:lnTo>
                  <a:lnTo>
                    <a:pt x="21467" y="177265"/>
                  </a:lnTo>
                  <a:lnTo>
                    <a:pt x="21199" y="176027"/>
                  </a:lnTo>
                  <a:lnTo>
                    <a:pt x="20583" y="175187"/>
                  </a:lnTo>
                  <a:lnTo>
                    <a:pt x="20169" y="174212"/>
                  </a:lnTo>
                  <a:lnTo>
                    <a:pt x="19696" y="173516"/>
                  </a:lnTo>
                  <a:lnTo>
                    <a:pt x="18409" y="173242"/>
                  </a:lnTo>
                  <a:lnTo>
                    <a:pt x="16373" y="173681"/>
                  </a:lnTo>
                  <a:lnTo>
                    <a:pt x="15701" y="173635"/>
                  </a:lnTo>
                  <a:lnTo>
                    <a:pt x="14321" y="169526"/>
                  </a:lnTo>
                  <a:lnTo>
                    <a:pt x="13862" y="168516"/>
                  </a:lnTo>
                  <a:lnTo>
                    <a:pt x="12219" y="167203"/>
                  </a:lnTo>
                  <a:lnTo>
                    <a:pt x="11657" y="167384"/>
                  </a:lnTo>
                  <a:lnTo>
                    <a:pt x="10778" y="169577"/>
                  </a:lnTo>
                  <a:lnTo>
                    <a:pt x="10257" y="169950"/>
                  </a:lnTo>
                  <a:lnTo>
                    <a:pt x="7165" y="170183"/>
                  </a:lnTo>
                  <a:lnTo>
                    <a:pt x="4063" y="169476"/>
                  </a:lnTo>
                  <a:lnTo>
                    <a:pt x="2921" y="168660"/>
                  </a:lnTo>
                  <a:lnTo>
                    <a:pt x="2698" y="166764"/>
                  </a:lnTo>
                  <a:lnTo>
                    <a:pt x="5052" y="161550"/>
                  </a:lnTo>
                  <a:lnTo>
                    <a:pt x="4359" y="162248"/>
                  </a:lnTo>
                  <a:lnTo>
                    <a:pt x="2907" y="164372"/>
                  </a:lnTo>
                  <a:lnTo>
                    <a:pt x="1982" y="164046"/>
                  </a:lnTo>
                  <a:lnTo>
                    <a:pt x="2869" y="161729"/>
                  </a:lnTo>
                  <a:lnTo>
                    <a:pt x="2947" y="160695"/>
                  </a:lnTo>
                  <a:lnTo>
                    <a:pt x="2765" y="159544"/>
                  </a:lnTo>
                  <a:lnTo>
                    <a:pt x="1554" y="161495"/>
                  </a:lnTo>
                  <a:lnTo>
                    <a:pt x="178" y="161746"/>
                  </a:lnTo>
                  <a:lnTo>
                    <a:pt x="0" y="159939"/>
                  </a:lnTo>
                  <a:lnTo>
                    <a:pt x="122" y="157844"/>
                  </a:lnTo>
                  <a:lnTo>
                    <a:pt x="405" y="157250"/>
                  </a:lnTo>
                  <a:lnTo>
                    <a:pt x="4124" y="156151"/>
                  </a:lnTo>
                  <a:lnTo>
                    <a:pt x="5465" y="155432"/>
                  </a:lnTo>
                  <a:lnTo>
                    <a:pt x="6049" y="154307"/>
                  </a:lnTo>
                  <a:lnTo>
                    <a:pt x="3824" y="153920"/>
                  </a:lnTo>
                  <a:lnTo>
                    <a:pt x="3682" y="152341"/>
                  </a:lnTo>
                  <a:lnTo>
                    <a:pt x="4004" y="151078"/>
                  </a:lnTo>
                  <a:lnTo>
                    <a:pt x="5905" y="148977"/>
                  </a:lnTo>
                  <a:lnTo>
                    <a:pt x="4504" y="149514"/>
                  </a:lnTo>
                  <a:lnTo>
                    <a:pt x="2950" y="149326"/>
                  </a:lnTo>
                  <a:lnTo>
                    <a:pt x="3054" y="147107"/>
                  </a:lnTo>
                  <a:lnTo>
                    <a:pt x="3460" y="145370"/>
                  </a:lnTo>
                  <a:lnTo>
                    <a:pt x="5089" y="145318"/>
                  </a:lnTo>
                  <a:lnTo>
                    <a:pt x="4579" y="144126"/>
                  </a:lnTo>
                  <a:lnTo>
                    <a:pt x="4506" y="142461"/>
                  </a:lnTo>
                  <a:lnTo>
                    <a:pt x="4959" y="142349"/>
                  </a:lnTo>
                  <a:lnTo>
                    <a:pt x="6611" y="144588"/>
                  </a:lnTo>
                  <a:lnTo>
                    <a:pt x="7802" y="145407"/>
                  </a:lnTo>
                  <a:lnTo>
                    <a:pt x="7301" y="143722"/>
                  </a:lnTo>
                  <a:lnTo>
                    <a:pt x="7366" y="142660"/>
                  </a:lnTo>
                  <a:lnTo>
                    <a:pt x="7683" y="142184"/>
                  </a:lnTo>
                  <a:lnTo>
                    <a:pt x="8659" y="141844"/>
                  </a:lnTo>
                  <a:lnTo>
                    <a:pt x="8391" y="141546"/>
                  </a:lnTo>
                  <a:lnTo>
                    <a:pt x="7476" y="141119"/>
                  </a:lnTo>
                  <a:lnTo>
                    <a:pt x="6388" y="139838"/>
                  </a:lnTo>
                  <a:lnTo>
                    <a:pt x="6272" y="138485"/>
                  </a:lnTo>
                  <a:lnTo>
                    <a:pt x="6309" y="136918"/>
                  </a:lnTo>
                  <a:lnTo>
                    <a:pt x="7483" y="134765"/>
                  </a:lnTo>
                  <a:lnTo>
                    <a:pt x="8177" y="136046"/>
                  </a:lnTo>
                  <a:lnTo>
                    <a:pt x="8997" y="135694"/>
                  </a:lnTo>
                  <a:lnTo>
                    <a:pt x="8371" y="134687"/>
                  </a:lnTo>
                  <a:lnTo>
                    <a:pt x="7989" y="133178"/>
                  </a:lnTo>
                  <a:lnTo>
                    <a:pt x="8250" y="132185"/>
                  </a:lnTo>
                  <a:lnTo>
                    <a:pt x="10738" y="128180"/>
                  </a:lnTo>
                  <a:lnTo>
                    <a:pt x="11376" y="132032"/>
                  </a:lnTo>
                  <a:lnTo>
                    <a:pt x="11526" y="130754"/>
                  </a:lnTo>
                  <a:lnTo>
                    <a:pt x="11559" y="129539"/>
                  </a:lnTo>
                  <a:lnTo>
                    <a:pt x="11262" y="128486"/>
                  </a:lnTo>
                  <a:lnTo>
                    <a:pt x="11304" y="127424"/>
                  </a:lnTo>
                  <a:lnTo>
                    <a:pt x="11592" y="126509"/>
                  </a:lnTo>
                  <a:lnTo>
                    <a:pt x="12658" y="125606"/>
                  </a:lnTo>
                  <a:lnTo>
                    <a:pt x="14045" y="122666"/>
                  </a:lnTo>
                  <a:lnTo>
                    <a:pt x="15068" y="121298"/>
                  </a:lnTo>
                  <a:lnTo>
                    <a:pt x="15901" y="122175"/>
                  </a:lnTo>
                  <a:lnTo>
                    <a:pt x="16472" y="123358"/>
                  </a:lnTo>
                  <a:lnTo>
                    <a:pt x="16386" y="122184"/>
                  </a:lnTo>
                  <a:lnTo>
                    <a:pt x="15982" y="121211"/>
                  </a:lnTo>
                  <a:lnTo>
                    <a:pt x="15868" y="118510"/>
                  </a:lnTo>
                  <a:lnTo>
                    <a:pt x="17730" y="114317"/>
                  </a:lnTo>
                  <a:lnTo>
                    <a:pt x="19777" y="110324"/>
                  </a:lnTo>
                  <a:lnTo>
                    <a:pt x="21738" y="106139"/>
                  </a:lnTo>
                  <a:lnTo>
                    <a:pt x="22783" y="104619"/>
                  </a:lnTo>
                  <a:lnTo>
                    <a:pt x="25010" y="102893"/>
                  </a:lnTo>
                  <a:lnTo>
                    <a:pt x="26436" y="103612"/>
                  </a:lnTo>
                  <a:lnTo>
                    <a:pt x="26800" y="103479"/>
                  </a:lnTo>
                  <a:lnTo>
                    <a:pt x="28917" y="100463"/>
                  </a:lnTo>
                  <a:lnTo>
                    <a:pt x="29792" y="99681"/>
                  </a:lnTo>
                  <a:lnTo>
                    <a:pt x="30591" y="100758"/>
                  </a:lnTo>
                  <a:lnTo>
                    <a:pt x="31086" y="101147"/>
                  </a:lnTo>
                  <a:lnTo>
                    <a:pt x="30589" y="98391"/>
                  </a:lnTo>
                  <a:lnTo>
                    <a:pt x="30978" y="97128"/>
                  </a:lnTo>
                  <a:lnTo>
                    <a:pt x="32746" y="94897"/>
                  </a:lnTo>
                  <a:lnTo>
                    <a:pt x="34956" y="92594"/>
                  </a:lnTo>
                  <a:lnTo>
                    <a:pt x="36640" y="91636"/>
                  </a:lnTo>
                  <a:lnTo>
                    <a:pt x="37880" y="90078"/>
                  </a:lnTo>
                  <a:lnTo>
                    <a:pt x="38623" y="90035"/>
                  </a:lnTo>
                  <a:lnTo>
                    <a:pt x="38510" y="88857"/>
                  </a:lnTo>
                  <a:lnTo>
                    <a:pt x="38637" y="87729"/>
                  </a:lnTo>
                  <a:lnTo>
                    <a:pt x="39279" y="87807"/>
                  </a:lnTo>
                  <a:lnTo>
                    <a:pt x="39476" y="87363"/>
                  </a:lnTo>
                  <a:lnTo>
                    <a:pt x="38912" y="86754"/>
                  </a:lnTo>
                  <a:lnTo>
                    <a:pt x="40737" y="84491"/>
                  </a:lnTo>
                  <a:lnTo>
                    <a:pt x="41729" y="81998"/>
                  </a:lnTo>
                  <a:lnTo>
                    <a:pt x="42248" y="81482"/>
                  </a:lnTo>
                  <a:lnTo>
                    <a:pt x="42718" y="80728"/>
                  </a:lnTo>
                  <a:lnTo>
                    <a:pt x="43300" y="79009"/>
                  </a:lnTo>
                  <a:lnTo>
                    <a:pt x="43988" y="78440"/>
                  </a:lnTo>
                  <a:lnTo>
                    <a:pt x="44629" y="78706"/>
                  </a:lnTo>
                  <a:lnTo>
                    <a:pt x="45093" y="79551"/>
                  </a:lnTo>
                  <a:lnTo>
                    <a:pt x="44843" y="78146"/>
                  </a:lnTo>
                  <a:lnTo>
                    <a:pt x="44020" y="77346"/>
                  </a:lnTo>
                  <a:lnTo>
                    <a:pt x="44902" y="76123"/>
                  </a:lnTo>
                  <a:lnTo>
                    <a:pt x="45814" y="75280"/>
                  </a:lnTo>
                  <a:lnTo>
                    <a:pt x="46702" y="75895"/>
                  </a:lnTo>
                  <a:lnTo>
                    <a:pt x="47576" y="76879"/>
                  </a:lnTo>
                  <a:lnTo>
                    <a:pt x="46702" y="75370"/>
                  </a:lnTo>
                  <a:lnTo>
                    <a:pt x="46561" y="74432"/>
                  </a:lnTo>
                  <a:lnTo>
                    <a:pt x="47619" y="73353"/>
                  </a:lnTo>
                  <a:lnTo>
                    <a:pt x="48193" y="73021"/>
                  </a:lnTo>
                  <a:lnTo>
                    <a:pt x="48996" y="75047"/>
                  </a:lnTo>
                  <a:lnTo>
                    <a:pt x="48882" y="73442"/>
                  </a:lnTo>
                  <a:lnTo>
                    <a:pt x="49070" y="72019"/>
                  </a:lnTo>
                  <a:lnTo>
                    <a:pt x="50206" y="69694"/>
                  </a:lnTo>
                  <a:lnTo>
                    <a:pt x="51697" y="65844"/>
                  </a:lnTo>
                  <a:lnTo>
                    <a:pt x="52175" y="67183"/>
                  </a:lnTo>
                  <a:lnTo>
                    <a:pt x="52248" y="68811"/>
                  </a:lnTo>
                  <a:lnTo>
                    <a:pt x="52178" y="70770"/>
                  </a:lnTo>
                  <a:lnTo>
                    <a:pt x="52485" y="70092"/>
                  </a:lnTo>
                  <a:lnTo>
                    <a:pt x="52590" y="68311"/>
                  </a:lnTo>
                  <a:lnTo>
                    <a:pt x="52362" y="65186"/>
                  </a:lnTo>
                  <a:lnTo>
                    <a:pt x="54225" y="59406"/>
                  </a:lnTo>
                  <a:lnTo>
                    <a:pt x="54590" y="58760"/>
                  </a:lnTo>
                  <a:lnTo>
                    <a:pt x="55001" y="58367"/>
                  </a:lnTo>
                  <a:lnTo>
                    <a:pt x="55650" y="58215"/>
                  </a:lnTo>
                  <a:lnTo>
                    <a:pt x="55451" y="57340"/>
                  </a:lnTo>
                  <a:lnTo>
                    <a:pt x="54946" y="56495"/>
                  </a:lnTo>
                  <a:lnTo>
                    <a:pt x="55455" y="53557"/>
                  </a:lnTo>
                  <a:lnTo>
                    <a:pt x="55756" y="50204"/>
                  </a:lnTo>
                  <a:lnTo>
                    <a:pt x="56189" y="46981"/>
                  </a:lnTo>
                  <a:lnTo>
                    <a:pt x="56884" y="43821"/>
                  </a:lnTo>
                  <a:lnTo>
                    <a:pt x="57639" y="38552"/>
                  </a:lnTo>
                  <a:lnTo>
                    <a:pt x="58215" y="37452"/>
                  </a:lnTo>
                  <a:lnTo>
                    <a:pt x="59779" y="37074"/>
                  </a:lnTo>
                  <a:lnTo>
                    <a:pt x="60463" y="36333"/>
                  </a:lnTo>
                  <a:lnTo>
                    <a:pt x="61602" y="34428"/>
                  </a:lnTo>
                  <a:lnTo>
                    <a:pt x="62953" y="30986"/>
                  </a:lnTo>
                  <a:lnTo>
                    <a:pt x="63675" y="28210"/>
                  </a:lnTo>
                  <a:lnTo>
                    <a:pt x="64626" y="21024"/>
                  </a:lnTo>
                  <a:lnTo>
                    <a:pt x="65156" y="13510"/>
                  </a:lnTo>
                  <a:lnTo>
                    <a:pt x="66690" y="7938"/>
                  </a:lnTo>
                  <a:lnTo>
                    <a:pt x="68939" y="3904"/>
                  </a:lnTo>
                  <a:lnTo>
                    <a:pt x="70924" y="833"/>
                  </a:lnTo>
                  <a:lnTo>
                    <a:pt x="71735" y="196"/>
                  </a:lnTo>
                  <a:lnTo>
                    <a:pt x="73105" y="0"/>
                  </a:lnTo>
                  <a:lnTo>
                    <a:pt x="74411" y="848"/>
                  </a:lnTo>
                  <a:lnTo>
                    <a:pt x="71982" y="1587"/>
                  </a:lnTo>
                  <a:lnTo>
                    <a:pt x="71735" y="3407"/>
                  </a:lnTo>
                  <a:lnTo>
                    <a:pt x="71657" y="5251"/>
                  </a:lnTo>
                  <a:lnTo>
                    <a:pt x="71939" y="6902"/>
                  </a:lnTo>
                  <a:lnTo>
                    <a:pt x="72376" y="8374"/>
                  </a:lnTo>
                  <a:lnTo>
                    <a:pt x="73553" y="9759"/>
                  </a:lnTo>
                  <a:lnTo>
                    <a:pt x="74929" y="10584"/>
                  </a:lnTo>
                  <a:lnTo>
                    <a:pt x="75546" y="13698"/>
                  </a:lnTo>
                  <a:lnTo>
                    <a:pt x="75659" y="17391"/>
                  </a:lnTo>
                  <a:lnTo>
                    <a:pt x="75849" y="2056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5216690" y="4699931"/>
              <a:ext cx="2469" cy="7771"/>
            </a:xfrm>
            <a:custGeom>
              <a:avLst/>
              <a:pathLst>
                <a:path w="2469" h="7771">
                  <a:moveTo>
                    <a:pt x="2376" y="6157"/>
                  </a:moveTo>
                  <a:lnTo>
                    <a:pt x="2469" y="7771"/>
                  </a:lnTo>
                  <a:lnTo>
                    <a:pt x="1587" y="7196"/>
                  </a:lnTo>
                  <a:lnTo>
                    <a:pt x="1242" y="5979"/>
                  </a:lnTo>
                  <a:lnTo>
                    <a:pt x="254" y="4720"/>
                  </a:lnTo>
                  <a:lnTo>
                    <a:pt x="110" y="4339"/>
                  </a:lnTo>
                  <a:lnTo>
                    <a:pt x="0" y="1887"/>
                  </a:lnTo>
                  <a:lnTo>
                    <a:pt x="518" y="706"/>
                  </a:lnTo>
                  <a:lnTo>
                    <a:pt x="608" y="201"/>
                  </a:lnTo>
                  <a:lnTo>
                    <a:pt x="837" y="0"/>
                  </a:lnTo>
                  <a:lnTo>
                    <a:pt x="1239" y="1292"/>
                  </a:lnTo>
                  <a:lnTo>
                    <a:pt x="2025" y="313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5186417" y="4651417"/>
              <a:ext cx="67095" cy="212207"/>
            </a:xfrm>
            <a:custGeom>
              <a:avLst/>
              <a:pathLst>
                <a:path w="67095" h="212207">
                  <a:moveTo>
                    <a:pt x="6484" y="14941"/>
                  </a:moveTo>
                  <a:lnTo>
                    <a:pt x="6658" y="16295"/>
                  </a:lnTo>
                  <a:lnTo>
                    <a:pt x="7295" y="15331"/>
                  </a:lnTo>
                  <a:lnTo>
                    <a:pt x="7771" y="13810"/>
                  </a:lnTo>
                  <a:lnTo>
                    <a:pt x="8537" y="12269"/>
                  </a:lnTo>
                  <a:lnTo>
                    <a:pt x="8432" y="14757"/>
                  </a:lnTo>
                  <a:lnTo>
                    <a:pt x="8823" y="15302"/>
                  </a:lnTo>
                  <a:lnTo>
                    <a:pt x="11367" y="17036"/>
                  </a:lnTo>
                  <a:lnTo>
                    <a:pt x="11891" y="18482"/>
                  </a:lnTo>
                  <a:lnTo>
                    <a:pt x="12431" y="18895"/>
                  </a:lnTo>
                  <a:lnTo>
                    <a:pt x="12737" y="18087"/>
                  </a:lnTo>
                  <a:lnTo>
                    <a:pt x="13096" y="17645"/>
                  </a:lnTo>
                  <a:lnTo>
                    <a:pt x="14015" y="18557"/>
                  </a:lnTo>
                  <a:lnTo>
                    <a:pt x="16088" y="21091"/>
                  </a:lnTo>
                  <a:lnTo>
                    <a:pt x="16260" y="21962"/>
                  </a:lnTo>
                  <a:lnTo>
                    <a:pt x="16155" y="23264"/>
                  </a:lnTo>
                  <a:lnTo>
                    <a:pt x="16258" y="24637"/>
                  </a:lnTo>
                  <a:lnTo>
                    <a:pt x="16539" y="25734"/>
                  </a:lnTo>
                  <a:lnTo>
                    <a:pt x="17230" y="25988"/>
                  </a:lnTo>
                  <a:lnTo>
                    <a:pt x="18147" y="24360"/>
                  </a:lnTo>
                  <a:lnTo>
                    <a:pt x="18578" y="24158"/>
                  </a:lnTo>
                  <a:lnTo>
                    <a:pt x="19188" y="26458"/>
                  </a:lnTo>
                  <a:lnTo>
                    <a:pt x="19322" y="27716"/>
                  </a:lnTo>
                  <a:lnTo>
                    <a:pt x="19715" y="29006"/>
                  </a:lnTo>
                  <a:lnTo>
                    <a:pt x="20240" y="30287"/>
                  </a:lnTo>
                  <a:lnTo>
                    <a:pt x="21146" y="34068"/>
                  </a:lnTo>
                  <a:lnTo>
                    <a:pt x="21011" y="35395"/>
                  </a:lnTo>
                  <a:lnTo>
                    <a:pt x="20744" y="36590"/>
                  </a:lnTo>
                  <a:lnTo>
                    <a:pt x="21574" y="40081"/>
                  </a:lnTo>
                  <a:lnTo>
                    <a:pt x="21031" y="40324"/>
                  </a:lnTo>
                  <a:lnTo>
                    <a:pt x="19391" y="39732"/>
                  </a:lnTo>
                  <a:lnTo>
                    <a:pt x="19447" y="40430"/>
                  </a:lnTo>
                  <a:lnTo>
                    <a:pt x="20401" y="42993"/>
                  </a:lnTo>
                  <a:lnTo>
                    <a:pt x="21206" y="46614"/>
                  </a:lnTo>
                  <a:lnTo>
                    <a:pt x="21852" y="48799"/>
                  </a:lnTo>
                  <a:lnTo>
                    <a:pt x="24123" y="55563"/>
                  </a:lnTo>
                  <a:lnTo>
                    <a:pt x="23781" y="57969"/>
                  </a:lnTo>
                  <a:lnTo>
                    <a:pt x="23834" y="59556"/>
                  </a:lnTo>
                  <a:lnTo>
                    <a:pt x="23543" y="60921"/>
                  </a:lnTo>
                  <a:lnTo>
                    <a:pt x="24319" y="64505"/>
                  </a:lnTo>
                  <a:lnTo>
                    <a:pt x="23835" y="65619"/>
                  </a:lnTo>
                  <a:lnTo>
                    <a:pt x="23514" y="69290"/>
                  </a:lnTo>
                  <a:lnTo>
                    <a:pt x="23162" y="69933"/>
                  </a:lnTo>
                  <a:lnTo>
                    <a:pt x="23206" y="71275"/>
                  </a:lnTo>
                  <a:lnTo>
                    <a:pt x="24120" y="71630"/>
                  </a:lnTo>
                  <a:lnTo>
                    <a:pt x="24672" y="72201"/>
                  </a:lnTo>
                  <a:lnTo>
                    <a:pt x="25150" y="73289"/>
                  </a:lnTo>
                  <a:lnTo>
                    <a:pt x="25447" y="71979"/>
                  </a:lnTo>
                  <a:lnTo>
                    <a:pt x="25848" y="71621"/>
                  </a:lnTo>
                  <a:lnTo>
                    <a:pt x="26941" y="73373"/>
                  </a:lnTo>
                  <a:lnTo>
                    <a:pt x="29220" y="75119"/>
                  </a:lnTo>
                  <a:lnTo>
                    <a:pt x="29846" y="75768"/>
                  </a:lnTo>
                  <a:lnTo>
                    <a:pt x="30157" y="77176"/>
                  </a:lnTo>
                  <a:lnTo>
                    <a:pt x="30389" y="80581"/>
                  </a:lnTo>
                  <a:lnTo>
                    <a:pt x="30834" y="82082"/>
                  </a:lnTo>
                  <a:lnTo>
                    <a:pt x="31704" y="82370"/>
                  </a:lnTo>
                  <a:lnTo>
                    <a:pt x="32642" y="81917"/>
                  </a:lnTo>
                  <a:lnTo>
                    <a:pt x="32938" y="80676"/>
                  </a:lnTo>
                  <a:lnTo>
                    <a:pt x="32752" y="77341"/>
                  </a:lnTo>
                  <a:lnTo>
                    <a:pt x="32075" y="71999"/>
                  </a:lnTo>
                  <a:lnTo>
                    <a:pt x="32072" y="70262"/>
                  </a:lnTo>
                  <a:lnTo>
                    <a:pt x="32168" y="68522"/>
                  </a:lnTo>
                  <a:lnTo>
                    <a:pt x="32009" y="66794"/>
                  </a:lnTo>
                  <a:lnTo>
                    <a:pt x="31670" y="65160"/>
                  </a:lnTo>
                  <a:lnTo>
                    <a:pt x="31306" y="63908"/>
                  </a:lnTo>
                  <a:lnTo>
                    <a:pt x="30836" y="62858"/>
                  </a:lnTo>
                  <a:lnTo>
                    <a:pt x="31001" y="61216"/>
                  </a:lnTo>
                  <a:lnTo>
                    <a:pt x="31703" y="60474"/>
                  </a:lnTo>
                  <a:lnTo>
                    <a:pt x="32127" y="61862"/>
                  </a:lnTo>
                  <a:lnTo>
                    <a:pt x="32476" y="63536"/>
                  </a:lnTo>
                  <a:lnTo>
                    <a:pt x="34242" y="68490"/>
                  </a:lnTo>
                  <a:lnTo>
                    <a:pt x="35286" y="68141"/>
                  </a:lnTo>
                  <a:lnTo>
                    <a:pt x="35384" y="70193"/>
                  </a:lnTo>
                  <a:lnTo>
                    <a:pt x="36091" y="72276"/>
                  </a:lnTo>
                  <a:lnTo>
                    <a:pt x="36483" y="74718"/>
                  </a:lnTo>
                  <a:lnTo>
                    <a:pt x="37000" y="82013"/>
                  </a:lnTo>
                  <a:lnTo>
                    <a:pt x="37794" y="88880"/>
                  </a:lnTo>
                  <a:lnTo>
                    <a:pt x="39226" y="91873"/>
                  </a:lnTo>
                  <a:lnTo>
                    <a:pt x="39392" y="93304"/>
                  </a:lnTo>
                  <a:lnTo>
                    <a:pt x="38521" y="92565"/>
                  </a:lnTo>
                  <a:lnTo>
                    <a:pt x="38252" y="92995"/>
                  </a:lnTo>
                  <a:lnTo>
                    <a:pt x="38344" y="93717"/>
                  </a:lnTo>
                  <a:lnTo>
                    <a:pt x="39155" y="95030"/>
                  </a:lnTo>
                  <a:lnTo>
                    <a:pt x="40107" y="95676"/>
                  </a:lnTo>
                  <a:lnTo>
                    <a:pt x="40706" y="95584"/>
                  </a:lnTo>
                  <a:lnTo>
                    <a:pt x="41265" y="96063"/>
                  </a:lnTo>
                  <a:lnTo>
                    <a:pt x="44982" y="100521"/>
                  </a:lnTo>
                  <a:lnTo>
                    <a:pt x="46769" y="102255"/>
                  </a:lnTo>
                  <a:lnTo>
                    <a:pt x="51278" y="105095"/>
                  </a:lnTo>
                  <a:lnTo>
                    <a:pt x="52569" y="105323"/>
                  </a:lnTo>
                  <a:lnTo>
                    <a:pt x="53282" y="105245"/>
                  </a:lnTo>
                  <a:lnTo>
                    <a:pt x="54632" y="104258"/>
                  </a:lnTo>
                  <a:lnTo>
                    <a:pt x="55841" y="102486"/>
                  </a:lnTo>
                  <a:lnTo>
                    <a:pt x="56884" y="99837"/>
                  </a:lnTo>
                  <a:lnTo>
                    <a:pt x="57786" y="96816"/>
                  </a:lnTo>
                  <a:lnTo>
                    <a:pt x="58768" y="95350"/>
                  </a:lnTo>
                  <a:lnTo>
                    <a:pt x="59882" y="94196"/>
                  </a:lnTo>
                  <a:lnTo>
                    <a:pt x="60441" y="93125"/>
                  </a:lnTo>
                  <a:lnTo>
                    <a:pt x="61029" y="92363"/>
                  </a:lnTo>
                  <a:lnTo>
                    <a:pt x="64056" y="92718"/>
                  </a:lnTo>
                  <a:lnTo>
                    <a:pt x="65075" y="94242"/>
                  </a:lnTo>
                  <a:lnTo>
                    <a:pt x="66401" y="95463"/>
                  </a:lnTo>
                  <a:lnTo>
                    <a:pt x="67095" y="96418"/>
                  </a:lnTo>
                  <a:lnTo>
                    <a:pt x="66862" y="98354"/>
                  </a:lnTo>
                  <a:lnTo>
                    <a:pt x="66069" y="101214"/>
                  </a:lnTo>
                  <a:lnTo>
                    <a:pt x="65457" y="104342"/>
                  </a:lnTo>
                  <a:lnTo>
                    <a:pt x="64920" y="111452"/>
                  </a:lnTo>
                  <a:lnTo>
                    <a:pt x="64554" y="118637"/>
                  </a:lnTo>
                  <a:lnTo>
                    <a:pt x="64004" y="121803"/>
                  </a:lnTo>
                  <a:lnTo>
                    <a:pt x="63003" y="124241"/>
                  </a:lnTo>
                  <a:lnTo>
                    <a:pt x="61900" y="126022"/>
                  </a:lnTo>
                  <a:lnTo>
                    <a:pt x="60649" y="126858"/>
                  </a:lnTo>
                  <a:lnTo>
                    <a:pt x="60143" y="130936"/>
                  </a:lnTo>
                  <a:lnTo>
                    <a:pt x="59892" y="135709"/>
                  </a:lnTo>
                  <a:lnTo>
                    <a:pt x="59964" y="136909"/>
                  </a:lnTo>
                  <a:lnTo>
                    <a:pt x="60364" y="137859"/>
                  </a:lnTo>
                  <a:lnTo>
                    <a:pt x="60528" y="139275"/>
                  </a:lnTo>
                  <a:lnTo>
                    <a:pt x="59874" y="142144"/>
                  </a:lnTo>
                  <a:lnTo>
                    <a:pt x="59491" y="141728"/>
                  </a:lnTo>
                  <a:lnTo>
                    <a:pt x="58953" y="139342"/>
                  </a:lnTo>
                  <a:lnTo>
                    <a:pt x="58463" y="138343"/>
                  </a:lnTo>
                  <a:lnTo>
                    <a:pt x="56963" y="137599"/>
                  </a:lnTo>
                  <a:lnTo>
                    <a:pt x="55434" y="137247"/>
                  </a:lnTo>
                  <a:lnTo>
                    <a:pt x="54106" y="137463"/>
                  </a:lnTo>
                  <a:lnTo>
                    <a:pt x="52829" y="138488"/>
                  </a:lnTo>
                  <a:lnTo>
                    <a:pt x="50897" y="140565"/>
                  </a:lnTo>
                  <a:lnTo>
                    <a:pt x="50299" y="141619"/>
                  </a:lnTo>
                  <a:lnTo>
                    <a:pt x="49775" y="142952"/>
                  </a:lnTo>
                  <a:lnTo>
                    <a:pt x="48888" y="145927"/>
                  </a:lnTo>
                  <a:lnTo>
                    <a:pt x="48676" y="149566"/>
                  </a:lnTo>
                  <a:lnTo>
                    <a:pt x="48717" y="151473"/>
                  </a:lnTo>
                  <a:lnTo>
                    <a:pt x="49031" y="152948"/>
                  </a:lnTo>
                  <a:lnTo>
                    <a:pt x="50680" y="154956"/>
                  </a:lnTo>
                  <a:lnTo>
                    <a:pt x="49047" y="161977"/>
                  </a:lnTo>
                  <a:lnTo>
                    <a:pt x="47600" y="169278"/>
                  </a:lnTo>
                  <a:lnTo>
                    <a:pt x="46777" y="171364"/>
                  </a:lnTo>
                  <a:lnTo>
                    <a:pt x="45834" y="173286"/>
                  </a:lnTo>
                  <a:lnTo>
                    <a:pt x="44945" y="177675"/>
                  </a:lnTo>
                  <a:lnTo>
                    <a:pt x="43391" y="181458"/>
                  </a:lnTo>
                  <a:lnTo>
                    <a:pt x="42340" y="184344"/>
                  </a:lnTo>
                  <a:lnTo>
                    <a:pt x="41520" y="187336"/>
                  </a:lnTo>
                  <a:lnTo>
                    <a:pt x="40805" y="190524"/>
                  </a:lnTo>
                  <a:lnTo>
                    <a:pt x="39273" y="195023"/>
                  </a:lnTo>
                  <a:lnTo>
                    <a:pt x="38598" y="197995"/>
                  </a:lnTo>
                  <a:lnTo>
                    <a:pt x="37711" y="200466"/>
                  </a:lnTo>
                  <a:lnTo>
                    <a:pt x="36062" y="203623"/>
                  </a:lnTo>
                  <a:lnTo>
                    <a:pt x="34309" y="206329"/>
                  </a:lnTo>
                  <a:lnTo>
                    <a:pt x="31544" y="210069"/>
                  </a:lnTo>
                  <a:lnTo>
                    <a:pt x="30776" y="211304"/>
                  </a:lnTo>
                  <a:lnTo>
                    <a:pt x="29964" y="212207"/>
                  </a:lnTo>
                  <a:lnTo>
                    <a:pt x="28956" y="211137"/>
                  </a:lnTo>
                  <a:lnTo>
                    <a:pt x="28753" y="209971"/>
                  </a:lnTo>
                  <a:lnTo>
                    <a:pt x="28525" y="207432"/>
                  </a:lnTo>
                  <a:lnTo>
                    <a:pt x="28306" y="206497"/>
                  </a:lnTo>
                  <a:lnTo>
                    <a:pt x="27020" y="205723"/>
                  </a:lnTo>
                  <a:lnTo>
                    <a:pt x="25318" y="206955"/>
                  </a:lnTo>
                  <a:lnTo>
                    <a:pt x="25034" y="206693"/>
                  </a:lnTo>
                  <a:lnTo>
                    <a:pt x="24963" y="206110"/>
                  </a:lnTo>
                  <a:lnTo>
                    <a:pt x="24961" y="202384"/>
                  </a:lnTo>
                  <a:lnTo>
                    <a:pt x="25251" y="201334"/>
                  </a:lnTo>
                  <a:lnTo>
                    <a:pt x="24853" y="200754"/>
                  </a:lnTo>
                  <a:lnTo>
                    <a:pt x="24461" y="200982"/>
                  </a:lnTo>
                  <a:lnTo>
                    <a:pt x="24325" y="201931"/>
                  </a:lnTo>
                  <a:lnTo>
                    <a:pt x="24572" y="202754"/>
                  </a:lnTo>
                  <a:lnTo>
                    <a:pt x="23604" y="203775"/>
                  </a:lnTo>
                  <a:lnTo>
                    <a:pt x="22597" y="203804"/>
                  </a:lnTo>
                  <a:lnTo>
                    <a:pt x="22291" y="203403"/>
                  </a:lnTo>
                  <a:lnTo>
                    <a:pt x="22203" y="202716"/>
                  </a:lnTo>
                  <a:lnTo>
                    <a:pt x="22447" y="201588"/>
                  </a:lnTo>
                  <a:lnTo>
                    <a:pt x="22773" y="200595"/>
                  </a:lnTo>
                  <a:lnTo>
                    <a:pt x="24647" y="195901"/>
                  </a:lnTo>
                  <a:lnTo>
                    <a:pt x="26593" y="189662"/>
                  </a:lnTo>
                  <a:lnTo>
                    <a:pt x="28270" y="182981"/>
                  </a:lnTo>
                  <a:lnTo>
                    <a:pt x="28707" y="179548"/>
                  </a:lnTo>
                  <a:lnTo>
                    <a:pt x="29324" y="173164"/>
                  </a:lnTo>
                  <a:lnTo>
                    <a:pt x="28818" y="170507"/>
                  </a:lnTo>
                  <a:lnTo>
                    <a:pt x="28194" y="168011"/>
                  </a:lnTo>
                  <a:lnTo>
                    <a:pt x="26506" y="163200"/>
                  </a:lnTo>
                  <a:lnTo>
                    <a:pt x="24256" y="160482"/>
                  </a:lnTo>
                  <a:lnTo>
                    <a:pt x="22801" y="160098"/>
                  </a:lnTo>
                  <a:lnTo>
                    <a:pt x="21422" y="159088"/>
                  </a:lnTo>
                  <a:lnTo>
                    <a:pt x="20124" y="156788"/>
                  </a:lnTo>
                  <a:lnTo>
                    <a:pt x="18943" y="154076"/>
                  </a:lnTo>
                  <a:lnTo>
                    <a:pt x="16602" y="151854"/>
                  </a:lnTo>
                  <a:lnTo>
                    <a:pt x="14136" y="150108"/>
                  </a:lnTo>
                  <a:lnTo>
                    <a:pt x="12729" y="147647"/>
                  </a:lnTo>
                  <a:lnTo>
                    <a:pt x="12394" y="146181"/>
                  </a:lnTo>
                  <a:lnTo>
                    <a:pt x="12172" y="144484"/>
                  </a:lnTo>
                  <a:lnTo>
                    <a:pt x="12203" y="142906"/>
                  </a:lnTo>
                  <a:lnTo>
                    <a:pt x="12379" y="141307"/>
                  </a:lnTo>
                  <a:lnTo>
                    <a:pt x="12659" y="140075"/>
                  </a:lnTo>
                  <a:lnTo>
                    <a:pt x="13100" y="139183"/>
                  </a:lnTo>
                  <a:lnTo>
                    <a:pt x="15713" y="135989"/>
                  </a:lnTo>
                  <a:lnTo>
                    <a:pt x="18479" y="134211"/>
                  </a:lnTo>
                  <a:lnTo>
                    <a:pt x="18989" y="134243"/>
                  </a:lnTo>
                  <a:lnTo>
                    <a:pt x="19477" y="133960"/>
                  </a:lnTo>
                  <a:lnTo>
                    <a:pt x="20168" y="132872"/>
                  </a:lnTo>
                  <a:lnTo>
                    <a:pt x="21407" y="130385"/>
                  </a:lnTo>
                  <a:lnTo>
                    <a:pt x="21766" y="128714"/>
                  </a:lnTo>
                  <a:lnTo>
                    <a:pt x="22010" y="123401"/>
                  </a:lnTo>
                  <a:lnTo>
                    <a:pt x="22407" y="118173"/>
                  </a:lnTo>
                  <a:lnTo>
                    <a:pt x="23124" y="112182"/>
                  </a:lnTo>
                  <a:lnTo>
                    <a:pt x="24205" y="108465"/>
                  </a:lnTo>
                  <a:lnTo>
                    <a:pt x="24559" y="106186"/>
                  </a:lnTo>
                  <a:lnTo>
                    <a:pt x="24117" y="102429"/>
                  </a:lnTo>
                  <a:lnTo>
                    <a:pt x="24522" y="101052"/>
                  </a:lnTo>
                  <a:lnTo>
                    <a:pt x="25014" y="100221"/>
                  </a:lnTo>
                  <a:lnTo>
                    <a:pt x="25571" y="99739"/>
                  </a:lnTo>
                  <a:lnTo>
                    <a:pt x="24627" y="96213"/>
                  </a:lnTo>
                  <a:lnTo>
                    <a:pt x="23516" y="90880"/>
                  </a:lnTo>
                  <a:lnTo>
                    <a:pt x="23283" y="89227"/>
                  </a:lnTo>
                  <a:lnTo>
                    <a:pt x="23453" y="87593"/>
                  </a:lnTo>
                  <a:lnTo>
                    <a:pt x="23726" y="85986"/>
                  </a:lnTo>
                  <a:lnTo>
                    <a:pt x="23033" y="85579"/>
                  </a:lnTo>
                  <a:lnTo>
                    <a:pt x="22631" y="84038"/>
                  </a:lnTo>
                  <a:lnTo>
                    <a:pt x="21633" y="78856"/>
                  </a:lnTo>
                  <a:lnTo>
                    <a:pt x="21908" y="78033"/>
                  </a:lnTo>
                  <a:lnTo>
                    <a:pt x="22483" y="78590"/>
                  </a:lnTo>
                  <a:lnTo>
                    <a:pt x="23342" y="82327"/>
                  </a:lnTo>
                  <a:lnTo>
                    <a:pt x="23481" y="80402"/>
                  </a:lnTo>
                  <a:lnTo>
                    <a:pt x="24139" y="79219"/>
                  </a:lnTo>
                  <a:lnTo>
                    <a:pt x="24833" y="78605"/>
                  </a:lnTo>
                  <a:lnTo>
                    <a:pt x="25581" y="78472"/>
                  </a:lnTo>
                  <a:lnTo>
                    <a:pt x="23891" y="74305"/>
                  </a:lnTo>
                  <a:lnTo>
                    <a:pt x="23326" y="74472"/>
                  </a:lnTo>
                  <a:lnTo>
                    <a:pt x="22579" y="75136"/>
                  </a:lnTo>
                  <a:lnTo>
                    <a:pt x="21813" y="75546"/>
                  </a:lnTo>
                  <a:lnTo>
                    <a:pt x="21066" y="75179"/>
                  </a:lnTo>
                  <a:lnTo>
                    <a:pt x="20365" y="74250"/>
                  </a:lnTo>
                  <a:lnTo>
                    <a:pt x="20007" y="72496"/>
                  </a:lnTo>
                  <a:lnTo>
                    <a:pt x="19564" y="69119"/>
                  </a:lnTo>
                  <a:lnTo>
                    <a:pt x="19287" y="67870"/>
                  </a:lnTo>
                  <a:lnTo>
                    <a:pt x="17065" y="60965"/>
                  </a:lnTo>
                  <a:lnTo>
                    <a:pt x="17719" y="60748"/>
                  </a:lnTo>
                  <a:lnTo>
                    <a:pt x="19513" y="64205"/>
                  </a:lnTo>
                  <a:lnTo>
                    <a:pt x="19860" y="63100"/>
                  </a:lnTo>
                  <a:lnTo>
                    <a:pt x="20120" y="61510"/>
                  </a:lnTo>
                  <a:lnTo>
                    <a:pt x="20034" y="59741"/>
                  </a:lnTo>
                  <a:lnTo>
                    <a:pt x="19605" y="58402"/>
                  </a:lnTo>
                  <a:lnTo>
                    <a:pt x="18966" y="57528"/>
                  </a:lnTo>
                  <a:lnTo>
                    <a:pt x="18955" y="55958"/>
                  </a:lnTo>
                  <a:lnTo>
                    <a:pt x="19442" y="54518"/>
                  </a:lnTo>
                  <a:lnTo>
                    <a:pt x="19412" y="53511"/>
                  </a:lnTo>
                  <a:lnTo>
                    <a:pt x="18384" y="51456"/>
                  </a:lnTo>
                  <a:lnTo>
                    <a:pt x="17974" y="51237"/>
                  </a:lnTo>
                  <a:lnTo>
                    <a:pt x="17792" y="52198"/>
                  </a:lnTo>
                  <a:lnTo>
                    <a:pt x="18086" y="53621"/>
                  </a:lnTo>
                  <a:lnTo>
                    <a:pt x="17811" y="53779"/>
                  </a:lnTo>
                  <a:lnTo>
                    <a:pt x="15311" y="50037"/>
                  </a:lnTo>
                  <a:lnTo>
                    <a:pt x="14539" y="47027"/>
                  </a:lnTo>
                  <a:lnTo>
                    <a:pt x="13907" y="43720"/>
                  </a:lnTo>
                  <a:lnTo>
                    <a:pt x="13843" y="45065"/>
                  </a:lnTo>
                  <a:lnTo>
                    <a:pt x="13940" y="46955"/>
                  </a:lnTo>
                  <a:lnTo>
                    <a:pt x="14928" y="50741"/>
                  </a:lnTo>
                  <a:lnTo>
                    <a:pt x="16530" y="54971"/>
                  </a:lnTo>
                  <a:lnTo>
                    <a:pt x="16807" y="56099"/>
                  </a:lnTo>
                  <a:lnTo>
                    <a:pt x="16569" y="57557"/>
                  </a:lnTo>
                  <a:lnTo>
                    <a:pt x="16013" y="57972"/>
                  </a:lnTo>
                  <a:lnTo>
                    <a:pt x="15521" y="57049"/>
                  </a:lnTo>
                  <a:lnTo>
                    <a:pt x="14788" y="53427"/>
                  </a:lnTo>
                  <a:lnTo>
                    <a:pt x="14260" y="51615"/>
                  </a:lnTo>
                  <a:lnTo>
                    <a:pt x="8127" y="32902"/>
                  </a:lnTo>
                  <a:lnTo>
                    <a:pt x="8910" y="30432"/>
                  </a:lnTo>
                  <a:lnTo>
                    <a:pt x="10125" y="28351"/>
                  </a:lnTo>
                  <a:lnTo>
                    <a:pt x="10407" y="27425"/>
                  </a:lnTo>
                  <a:lnTo>
                    <a:pt x="10590" y="26299"/>
                  </a:lnTo>
                  <a:lnTo>
                    <a:pt x="10077" y="26106"/>
                  </a:lnTo>
                  <a:lnTo>
                    <a:pt x="9617" y="26617"/>
                  </a:lnTo>
                  <a:lnTo>
                    <a:pt x="9093" y="27575"/>
                  </a:lnTo>
                  <a:lnTo>
                    <a:pt x="8612" y="28665"/>
                  </a:lnTo>
                  <a:lnTo>
                    <a:pt x="8006" y="31087"/>
                  </a:lnTo>
                  <a:lnTo>
                    <a:pt x="7715" y="31646"/>
                  </a:lnTo>
                  <a:lnTo>
                    <a:pt x="6997" y="29970"/>
                  </a:lnTo>
                  <a:lnTo>
                    <a:pt x="6724" y="28934"/>
                  </a:lnTo>
                  <a:lnTo>
                    <a:pt x="6735" y="27693"/>
                  </a:lnTo>
                  <a:lnTo>
                    <a:pt x="6542" y="26905"/>
                  </a:lnTo>
                  <a:lnTo>
                    <a:pt x="6009" y="26657"/>
                  </a:lnTo>
                  <a:lnTo>
                    <a:pt x="5227" y="24190"/>
                  </a:lnTo>
                  <a:lnTo>
                    <a:pt x="4726" y="22935"/>
                  </a:lnTo>
                  <a:lnTo>
                    <a:pt x="5556" y="20525"/>
                  </a:lnTo>
                  <a:lnTo>
                    <a:pt x="5577" y="17348"/>
                  </a:lnTo>
                  <a:lnTo>
                    <a:pt x="4733" y="14012"/>
                  </a:lnTo>
                  <a:lnTo>
                    <a:pt x="3724" y="10956"/>
                  </a:lnTo>
                  <a:lnTo>
                    <a:pt x="1781" y="6005"/>
                  </a:lnTo>
                  <a:lnTo>
                    <a:pt x="0" y="770"/>
                  </a:lnTo>
                  <a:lnTo>
                    <a:pt x="1930" y="112"/>
                  </a:lnTo>
                  <a:lnTo>
                    <a:pt x="3889" y="0"/>
                  </a:lnTo>
                  <a:lnTo>
                    <a:pt x="2966" y="3133"/>
                  </a:lnTo>
                  <a:lnTo>
                    <a:pt x="3381" y="4946"/>
                  </a:lnTo>
                  <a:lnTo>
                    <a:pt x="4009" y="6475"/>
                  </a:lnTo>
                  <a:lnTo>
                    <a:pt x="5352" y="11164"/>
                  </a:lnTo>
                  <a:lnTo>
                    <a:pt x="5469" y="12517"/>
                  </a:lnTo>
                  <a:lnTo>
                    <a:pt x="6151" y="1388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1228706" y="3909840"/>
              <a:ext cx="149" cy="758"/>
            </a:xfrm>
            <a:custGeom>
              <a:avLst/>
              <a:pathLst>
                <a:path w="149" h="758">
                  <a:moveTo>
                    <a:pt x="149" y="758"/>
                  </a:moveTo>
                  <a:lnTo>
                    <a:pt x="99" y="585"/>
                  </a:lnTo>
                  <a:lnTo>
                    <a:pt x="18" y="357"/>
                  </a:lnTo>
                  <a:lnTo>
                    <a:pt x="0" y="0"/>
                  </a:lnTo>
                  <a:lnTo>
                    <a:pt x="83" y="181"/>
                  </a:lnTo>
                  <a:lnTo>
                    <a:pt x="142" y="41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1213799" y="3886610"/>
              <a:ext cx="183" cy="1076"/>
            </a:xfrm>
            <a:custGeom>
              <a:avLst/>
              <a:pathLst>
                <a:path w="183" h="1076">
                  <a:moveTo>
                    <a:pt x="153" y="1076"/>
                  </a:moveTo>
                  <a:lnTo>
                    <a:pt x="100" y="741"/>
                  </a:lnTo>
                  <a:lnTo>
                    <a:pt x="34" y="375"/>
                  </a:lnTo>
                  <a:lnTo>
                    <a:pt x="0" y="0"/>
                  </a:lnTo>
                  <a:lnTo>
                    <a:pt x="112" y="285"/>
                  </a:lnTo>
                  <a:lnTo>
                    <a:pt x="183" y="62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3873749" y="3022979"/>
              <a:ext cx="3565" cy="14093"/>
            </a:xfrm>
            <a:custGeom>
              <a:avLst/>
              <a:pathLst>
                <a:path w="3565" h="14093">
                  <a:moveTo>
                    <a:pt x="933" y="13646"/>
                  </a:moveTo>
                  <a:lnTo>
                    <a:pt x="209" y="14093"/>
                  </a:lnTo>
                  <a:lnTo>
                    <a:pt x="0" y="13884"/>
                  </a:lnTo>
                  <a:lnTo>
                    <a:pt x="3" y="10141"/>
                  </a:lnTo>
                  <a:lnTo>
                    <a:pt x="1692" y="5436"/>
                  </a:lnTo>
                  <a:lnTo>
                    <a:pt x="2801" y="0"/>
                  </a:lnTo>
                  <a:lnTo>
                    <a:pt x="3565" y="4857"/>
                  </a:lnTo>
                  <a:lnTo>
                    <a:pt x="2235" y="7583"/>
                  </a:lnTo>
                  <a:lnTo>
                    <a:pt x="1511" y="1222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3797068" y="2895958"/>
              <a:ext cx="90451" cy="246167"/>
            </a:xfrm>
            <a:custGeom>
              <a:avLst/>
              <a:pathLst>
                <a:path w="90451" h="246167">
                  <a:moveTo>
                    <a:pt x="50754" y="0"/>
                  </a:moveTo>
                  <a:lnTo>
                    <a:pt x="51926" y="7766"/>
                  </a:lnTo>
                  <a:lnTo>
                    <a:pt x="53661" y="15037"/>
                  </a:lnTo>
                  <a:lnTo>
                    <a:pt x="55198" y="19048"/>
                  </a:lnTo>
                  <a:lnTo>
                    <a:pt x="56790" y="24496"/>
                  </a:lnTo>
                  <a:lnTo>
                    <a:pt x="59213" y="29504"/>
                  </a:lnTo>
                  <a:lnTo>
                    <a:pt x="60327" y="31216"/>
                  </a:lnTo>
                  <a:lnTo>
                    <a:pt x="64832" y="34735"/>
                  </a:lnTo>
                  <a:lnTo>
                    <a:pt x="67292" y="36051"/>
                  </a:lnTo>
                  <a:lnTo>
                    <a:pt x="70691" y="37309"/>
                  </a:lnTo>
                  <a:lnTo>
                    <a:pt x="73040" y="40049"/>
                  </a:lnTo>
                  <a:lnTo>
                    <a:pt x="73830" y="40217"/>
                  </a:lnTo>
                  <a:lnTo>
                    <a:pt x="75059" y="39404"/>
                  </a:lnTo>
                  <a:lnTo>
                    <a:pt x="75957" y="39469"/>
                  </a:lnTo>
                  <a:lnTo>
                    <a:pt x="78202" y="43201"/>
                  </a:lnTo>
                  <a:lnTo>
                    <a:pt x="78861" y="46738"/>
                  </a:lnTo>
                  <a:lnTo>
                    <a:pt x="79795" y="48608"/>
                  </a:lnTo>
                  <a:lnTo>
                    <a:pt x="80622" y="51547"/>
                  </a:lnTo>
                  <a:lnTo>
                    <a:pt x="81157" y="54625"/>
                  </a:lnTo>
                  <a:lnTo>
                    <a:pt x="83054" y="59314"/>
                  </a:lnTo>
                  <a:lnTo>
                    <a:pt x="84392" y="64589"/>
                  </a:lnTo>
                  <a:lnTo>
                    <a:pt x="85755" y="68505"/>
                  </a:lnTo>
                  <a:lnTo>
                    <a:pt x="86972" y="70937"/>
                  </a:lnTo>
                  <a:lnTo>
                    <a:pt x="88818" y="71894"/>
                  </a:lnTo>
                  <a:lnTo>
                    <a:pt x="90287" y="72992"/>
                  </a:lnTo>
                  <a:lnTo>
                    <a:pt x="90451" y="75605"/>
                  </a:lnTo>
                  <a:lnTo>
                    <a:pt x="90301" y="79014"/>
                  </a:lnTo>
                  <a:lnTo>
                    <a:pt x="90020" y="81534"/>
                  </a:lnTo>
                  <a:lnTo>
                    <a:pt x="88649" y="86442"/>
                  </a:lnTo>
                  <a:lnTo>
                    <a:pt x="88323" y="89469"/>
                  </a:lnTo>
                  <a:lnTo>
                    <a:pt x="86770" y="94464"/>
                  </a:lnTo>
                  <a:lnTo>
                    <a:pt x="85088" y="102841"/>
                  </a:lnTo>
                  <a:lnTo>
                    <a:pt x="84317" y="104717"/>
                  </a:lnTo>
                  <a:lnTo>
                    <a:pt x="81604" y="109039"/>
                  </a:lnTo>
                  <a:lnTo>
                    <a:pt x="79613" y="114248"/>
                  </a:lnTo>
                  <a:lnTo>
                    <a:pt x="77251" y="123280"/>
                  </a:lnTo>
                  <a:lnTo>
                    <a:pt x="75453" y="132240"/>
                  </a:lnTo>
                  <a:lnTo>
                    <a:pt x="74763" y="135107"/>
                  </a:lnTo>
                  <a:lnTo>
                    <a:pt x="73318" y="135697"/>
                  </a:lnTo>
                  <a:lnTo>
                    <a:pt x="72367" y="135445"/>
                  </a:lnTo>
                  <a:lnTo>
                    <a:pt x="71710" y="134602"/>
                  </a:lnTo>
                  <a:lnTo>
                    <a:pt x="71971" y="132154"/>
                  </a:lnTo>
                  <a:lnTo>
                    <a:pt x="72125" y="129424"/>
                  </a:lnTo>
                  <a:lnTo>
                    <a:pt x="71255" y="129711"/>
                  </a:lnTo>
                  <a:lnTo>
                    <a:pt x="70490" y="130276"/>
                  </a:lnTo>
                  <a:lnTo>
                    <a:pt x="68697" y="136977"/>
                  </a:lnTo>
                  <a:lnTo>
                    <a:pt x="67715" y="139916"/>
                  </a:lnTo>
                  <a:lnTo>
                    <a:pt x="67506" y="143651"/>
                  </a:lnTo>
                  <a:lnTo>
                    <a:pt x="67028" y="148472"/>
                  </a:lnTo>
                  <a:lnTo>
                    <a:pt x="66327" y="152907"/>
                  </a:lnTo>
                  <a:lnTo>
                    <a:pt x="66016" y="156632"/>
                  </a:lnTo>
                  <a:lnTo>
                    <a:pt x="66027" y="158745"/>
                  </a:lnTo>
                  <a:lnTo>
                    <a:pt x="66553" y="163907"/>
                  </a:lnTo>
                  <a:lnTo>
                    <a:pt x="66589" y="169194"/>
                  </a:lnTo>
                  <a:lnTo>
                    <a:pt x="66892" y="172367"/>
                  </a:lnTo>
                  <a:lnTo>
                    <a:pt x="67137" y="176174"/>
                  </a:lnTo>
                  <a:lnTo>
                    <a:pt x="66296" y="177349"/>
                  </a:lnTo>
                  <a:lnTo>
                    <a:pt x="65574" y="177924"/>
                  </a:lnTo>
                  <a:lnTo>
                    <a:pt x="62722" y="178340"/>
                  </a:lnTo>
                  <a:lnTo>
                    <a:pt x="59829" y="179558"/>
                  </a:lnTo>
                  <a:lnTo>
                    <a:pt x="57305" y="181767"/>
                  </a:lnTo>
                  <a:lnTo>
                    <a:pt x="55794" y="183962"/>
                  </a:lnTo>
                  <a:lnTo>
                    <a:pt x="53828" y="188872"/>
                  </a:lnTo>
                  <a:lnTo>
                    <a:pt x="52628" y="201324"/>
                  </a:lnTo>
                  <a:lnTo>
                    <a:pt x="50702" y="206583"/>
                  </a:lnTo>
                  <a:lnTo>
                    <a:pt x="49400" y="207682"/>
                  </a:lnTo>
                  <a:lnTo>
                    <a:pt x="46262" y="208143"/>
                  </a:lnTo>
                  <a:lnTo>
                    <a:pt x="41845" y="209594"/>
                  </a:lnTo>
                  <a:lnTo>
                    <a:pt x="40295" y="210860"/>
                  </a:lnTo>
                  <a:lnTo>
                    <a:pt x="37720" y="218472"/>
                  </a:lnTo>
                  <a:lnTo>
                    <a:pt x="37522" y="220863"/>
                  </a:lnTo>
                  <a:lnTo>
                    <a:pt x="38020" y="222591"/>
                  </a:lnTo>
                  <a:lnTo>
                    <a:pt x="38183" y="224502"/>
                  </a:lnTo>
                  <a:lnTo>
                    <a:pt x="37948" y="226295"/>
                  </a:lnTo>
                  <a:lnTo>
                    <a:pt x="36780" y="231120"/>
                  </a:lnTo>
                  <a:lnTo>
                    <a:pt x="35519" y="234627"/>
                  </a:lnTo>
                  <a:lnTo>
                    <a:pt x="32156" y="236822"/>
                  </a:lnTo>
                  <a:lnTo>
                    <a:pt x="30922" y="235515"/>
                  </a:lnTo>
                  <a:lnTo>
                    <a:pt x="29792" y="234854"/>
                  </a:lnTo>
                  <a:lnTo>
                    <a:pt x="27611" y="234783"/>
                  </a:lnTo>
                  <a:lnTo>
                    <a:pt x="24057" y="235614"/>
                  </a:lnTo>
                  <a:lnTo>
                    <a:pt x="22748" y="238205"/>
                  </a:lnTo>
                  <a:lnTo>
                    <a:pt x="20688" y="240041"/>
                  </a:lnTo>
                  <a:lnTo>
                    <a:pt x="18783" y="242870"/>
                  </a:lnTo>
                  <a:lnTo>
                    <a:pt x="15191" y="243952"/>
                  </a:lnTo>
                  <a:lnTo>
                    <a:pt x="12750" y="246167"/>
                  </a:lnTo>
                  <a:lnTo>
                    <a:pt x="12053" y="242271"/>
                  </a:lnTo>
                  <a:lnTo>
                    <a:pt x="11355" y="238376"/>
                  </a:lnTo>
                  <a:lnTo>
                    <a:pt x="10657" y="234482"/>
                  </a:lnTo>
                  <a:lnTo>
                    <a:pt x="9958" y="230586"/>
                  </a:lnTo>
                  <a:lnTo>
                    <a:pt x="9470" y="227860"/>
                  </a:lnTo>
                  <a:lnTo>
                    <a:pt x="8649" y="226901"/>
                  </a:lnTo>
                  <a:lnTo>
                    <a:pt x="8151" y="224018"/>
                  </a:lnTo>
                  <a:lnTo>
                    <a:pt x="7642" y="221066"/>
                  </a:lnTo>
                  <a:lnTo>
                    <a:pt x="7131" y="218114"/>
                  </a:lnTo>
                  <a:lnTo>
                    <a:pt x="6622" y="215164"/>
                  </a:lnTo>
                  <a:lnTo>
                    <a:pt x="6113" y="212212"/>
                  </a:lnTo>
                  <a:lnTo>
                    <a:pt x="5603" y="209259"/>
                  </a:lnTo>
                  <a:lnTo>
                    <a:pt x="5094" y="206308"/>
                  </a:lnTo>
                  <a:lnTo>
                    <a:pt x="4585" y="203357"/>
                  </a:lnTo>
                  <a:lnTo>
                    <a:pt x="4074" y="200405"/>
                  </a:lnTo>
                  <a:lnTo>
                    <a:pt x="3565" y="197454"/>
                  </a:lnTo>
                  <a:lnTo>
                    <a:pt x="3056" y="194502"/>
                  </a:lnTo>
                  <a:lnTo>
                    <a:pt x="2547" y="191552"/>
                  </a:lnTo>
                  <a:lnTo>
                    <a:pt x="2037" y="188600"/>
                  </a:lnTo>
                  <a:lnTo>
                    <a:pt x="1528" y="185648"/>
                  </a:lnTo>
                  <a:lnTo>
                    <a:pt x="1019" y="182696"/>
                  </a:lnTo>
                  <a:lnTo>
                    <a:pt x="509" y="179744"/>
                  </a:lnTo>
                  <a:lnTo>
                    <a:pt x="0" y="176793"/>
                  </a:lnTo>
                  <a:lnTo>
                    <a:pt x="1621" y="175404"/>
                  </a:lnTo>
                  <a:lnTo>
                    <a:pt x="3601" y="173710"/>
                  </a:lnTo>
                  <a:lnTo>
                    <a:pt x="5582" y="172016"/>
                  </a:lnTo>
                  <a:lnTo>
                    <a:pt x="7561" y="170322"/>
                  </a:lnTo>
                  <a:lnTo>
                    <a:pt x="9541" y="168628"/>
                  </a:lnTo>
                  <a:lnTo>
                    <a:pt x="11520" y="166934"/>
                  </a:lnTo>
                  <a:lnTo>
                    <a:pt x="13500" y="165239"/>
                  </a:lnTo>
                  <a:lnTo>
                    <a:pt x="15480" y="163545"/>
                  </a:lnTo>
                  <a:lnTo>
                    <a:pt x="17459" y="161851"/>
                  </a:lnTo>
                  <a:lnTo>
                    <a:pt x="19440" y="160157"/>
                  </a:lnTo>
                  <a:lnTo>
                    <a:pt x="21419" y="158462"/>
                  </a:lnTo>
                  <a:lnTo>
                    <a:pt x="23399" y="156768"/>
                  </a:lnTo>
                  <a:lnTo>
                    <a:pt x="25379" y="155074"/>
                  </a:lnTo>
                  <a:lnTo>
                    <a:pt x="27358" y="153380"/>
                  </a:lnTo>
                  <a:lnTo>
                    <a:pt x="29338" y="151687"/>
                  </a:lnTo>
                  <a:lnTo>
                    <a:pt x="31317" y="149993"/>
                  </a:lnTo>
                  <a:lnTo>
                    <a:pt x="33298" y="148297"/>
                  </a:lnTo>
                  <a:lnTo>
                    <a:pt x="34520" y="147250"/>
                  </a:lnTo>
                  <a:lnTo>
                    <a:pt x="35028" y="143311"/>
                  </a:lnTo>
                  <a:lnTo>
                    <a:pt x="35451" y="140040"/>
                  </a:lnTo>
                  <a:lnTo>
                    <a:pt x="35871" y="136769"/>
                  </a:lnTo>
                  <a:lnTo>
                    <a:pt x="36294" y="133498"/>
                  </a:lnTo>
                  <a:lnTo>
                    <a:pt x="36715" y="130227"/>
                  </a:lnTo>
                  <a:lnTo>
                    <a:pt x="37135" y="126957"/>
                  </a:lnTo>
                  <a:lnTo>
                    <a:pt x="37557" y="123686"/>
                  </a:lnTo>
                  <a:lnTo>
                    <a:pt x="37979" y="120415"/>
                  </a:lnTo>
                  <a:lnTo>
                    <a:pt x="38400" y="117144"/>
                  </a:lnTo>
                  <a:lnTo>
                    <a:pt x="38821" y="113871"/>
                  </a:lnTo>
                  <a:lnTo>
                    <a:pt x="39243" y="110601"/>
                  </a:lnTo>
                  <a:lnTo>
                    <a:pt x="39664" y="107330"/>
                  </a:lnTo>
                  <a:lnTo>
                    <a:pt x="40086" y="104059"/>
                  </a:lnTo>
                  <a:lnTo>
                    <a:pt x="40507" y="100788"/>
                  </a:lnTo>
                  <a:lnTo>
                    <a:pt x="40928" y="97517"/>
                  </a:lnTo>
                  <a:lnTo>
                    <a:pt x="41350" y="94246"/>
                  </a:lnTo>
                  <a:lnTo>
                    <a:pt x="41771" y="90975"/>
                  </a:lnTo>
                  <a:lnTo>
                    <a:pt x="42158" y="87977"/>
                  </a:lnTo>
                  <a:lnTo>
                    <a:pt x="41430" y="85092"/>
                  </a:lnTo>
                  <a:lnTo>
                    <a:pt x="40452" y="81216"/>
                  </a:lnTo>
                  <a:lnTo>
                    <a:pt x="39428" y="77163"/>
                  </a:lnTo>
                  <a:lnTo>
                    <a:pt x="38465" y="73348"/>
                  </a:lnTo>
                  <a:lnTo>
                    <a:pt x="37765" y="70571"/>
                  </a:lnTo>
                  <a:lnTo>
                    <a:pt x="36920" y="67226"/>
                  </a:lnTo>
                  <a:lnTo>
                    <a:pt x="37014" y="62915"/>
                  </a:lnTo>
                  <a:lnTo>
                    <a:pt x="36993" y="60760"/>
                  </a:lnTo>
                  <a:lnTo>
                    <a:pt x="37082" y="57456"/>
                  </a:lnTo>
                  <a:lnTo>
                    <a:pt x="37891" y="52870"/>
                  </a:lnTo>
                  <a:lnTo>
                    <a:pt x="38846" y="47034"/>
                  </a:lnTo>
                  <a:lnTo>
                    <a:pt x="39544" y="43154"/>
                  </a:lnTo>
                  <a:lnTo>
                    <a:pt x="40147" y="39781"/>
                  </a:lnTo>
                  <a:lnTo>
                    <a:pt x="40633" y="37071"/>
                  </a:lnTo>
                  <a:lnTo>
                    <a:pt x="40899" y="34281"/>
                  </a:lnTo>
                  <a:lnTo>
                    <a:pt x="40758" y="32317"/>
                  </a:lnTo>
                  <a:lnTo>
                    <a:pt x="40441" y="31603"/>
                  </a:lnTo>
                  <a:lnTo>
                    <a:pt x="40172" y="30674"/>
                  </a:lnTo>
                  <a:lnTo>
                    <a:pt x="41086" y="29189"/>
                  </a:lnTo>
                  <a:lnTo>
                    <a:pt x="42797" y="28221"/>
                  </a:lnTo>
                  <a:lnTo>
                    <a:pt x="43747" y="28429"/>
                  </a:lnTo>
                  <a:lnTo>
                    <a:pt x="45071" y="27710"/>
                  </a:lnTo>
                  <a:lnTo>
                    <a:pt x="46118" y="27061"/>
                  </a:lnTo>
                  <a:lnTo>
                    <a:pt x="46199" y="26187"/>
                  </a:lnTo>
                  <a:lnTo>
                    <a:pt x="45901" y="24719"/>
                  </a:lnTo>
                  <a:lnTo>
                    <a:pt x="45468" y="22577"/>
                  </a:lnTo>
                  <a:lnTo>
                    <a:pt x="43984" y="22355"/>
                  </a:lnTo>
                  <a:lnTo>
                    <a:pt x="43537" y="21763"/>
                  </a:lnTo>
                  <a:lnTo>
                    <a:pt x="44053" y="18598"/>
                  </a:lnTo>
                  <a:lnTo>
                    <a:pt x="44034" y="17600"/>
                  </a:lnTo>
                  <a:lnTo>
                    <a:pt x="43836" y="16419"/>
                  </a:lnTo>
                  <a:lnTo>
                    <a:pt x="43621" y="14436"/>
                  </a:lnTo>
                  <a:lnTo>
                    <a:pt x="43729" y="11874"/>
                  </a:lnTo>
                  <a:lnTo>
                    <a:pt x="44032" y="10134"/>
                  </a:lnTo>
                  <a:lnTo>
                    <a:pt x="44036" y="8734"/>
                  </a:lnTo>
                  <a:lnTo>
                    <a:pt x="43891" y="5847"/>
                  </a:lnTo>
                  <a:lnTo>
                    <a:pt x="43938" y="3282"/>
                  </a:lnTo>
                  <a:lnTo>
                    <a:pt x="44250" y="2006"/>
                  </a:lnTo>
                  <a:lnTo>
                    <a:pt x="44801" y="820"/>
                  </a:lnTo>
                  <a:lnTo>
                    <a:pt x="45320" y="219"/>
                  </a:lnTo>
                  <a:lnTo>
                    <a:pt x="45864" y="264"/>
                  </a:lnTo>
                  <a:lnTo>
                    <a:pt x="46296" y="767"/>
                  </a:lnTo>
                  <a:lnTo>
                    <a:pt x="46481" y="2112"/>
                  </a:lnTo>
                  <a:lnTo>
                    <a:pt x="46362" y="3037"/>
                  </a:lnTo>
                  <a:lnTo>
                    <a:pt x="46055" y="3165"/>
                  </a:lnTo>
                  <a:lnTo>
                    <a:pt x="45947" y="3553"/>
                  </a:lnTo>
                  <a:lnTo>
                    <a:pt x="46386" y="5347"/>
                  </a:lnTo>
                  <a:lnTo>
                    <a:pt x="47024" y="7104"/>
                  </a:lnTo>
                  <a:lnTo>
                    <a:pt x="47515" y="6811"/>
                  </a:lnTo>
                  <a:lnTo>
                    <a:pt x="48067" y="5427"/>
                  </a:lnTo>
                  <a:lnTo>
                    <a:pt x="48645" y="4311"/>
                  </a:lnTo>
                  <a:lnTo>
                    <a:pt x="49372" y="3324"/>
                  </a:lnTo>
                  <a:lnTo>
                    <a:pt x="49898" y="1415"/>
                  </a:lnTo>
                  <a:lnTo>
                    <a:pt x="50351" y="1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3845780" y="2886367"/>
              <a:ext cx="888" cy="2806"/>
            </a:xfrm>
            <a:custGeom>
              <a:avLst/>
              <a:pathLst>
                <a:path w="888" h="2806">
                  <a:moveTo>
                    <a:pt x="0" y="2674"/>
                  </a:moveTo>
                  <a:lnTo>
                    <a:pt x="68" y="1096"/>
                  </a:lnTo>
                  <a:lnTo>
                    <a:pt x="273" y="0"/>
                  </a:lnTo>
                  <a:lnTo>
                    <a:pt x="768" y="86"/>
                  </a:lnTo>
                  <a:lnTo>
                    <a:pt x="888" y="744"/>
                  </a:lnTo>
                  <a:lnTo>
                    <a:pt x="820" y="2017"/>
                  </a:lnTo>
                  <a:lnTo>
                    <a:pt x="341" y="28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3844283" y="2855265"/>
              <a:ext cx="4019" cy="21599"/>
            </a:xfrm>
            <a:custGeom>
              <a:avLst/>
              <a:pathLst>
                <a:path w="4019" h="21599">
                  <a:moveTo>
                    <a:pt x="2501" y="20851"/>
                  </a:moveTo>
                  <a:lnTo>
                    <a:pt x="2279" y="21529"/>
                  </a:lnTo>
                  <a:lnTo>
                    <a:pt x="1945" y="21599"/>
                  </a:lnTo>
                  <a:lnTo>
                    <a:pt x="1186" y="21021"/>
                  </a:lnTo>
                  <a:lnTo>
                    <a:pt x="738" y="19674"/>
                  </a:lnTo>
                  <a:lnTo>
                    <a:pt x="822" y="18032"/>
                  </a:lnTo>
                  <a:lnTo>
                    <a:pt x="847" y="15006"/>
                  </a:lnTo>
                  <a:lnTo>
                    <a:pt x="1059" y="12150"/>
                  </a:lnTo>
                  <a:lnTo>
                    <a:pt x="1001" y="9127"/>
                  </a:lnTo>
                  <a:lnTo>
                    <a:pt x="414" y="8515"/>
                  </a:lnTo>
                  <a:lnTo>
                    <a:pt x="0" y="8678"/>
                  </a:lnTo>
                  <a:lnTo>
                    <a:pt x="966" y="4412"/>
                  </a:lnTo>
                  <a:lnTo>
                    <a:pt x="1344" y="3757"/>
                  </a:lnTo>
                  <a:lnTo>
                    <a:pt x="1702" y="4035"/>
                  </a:lnTo>
                  <a:lnTo>
                    <a:pt x="2590" y="3579"/>
                  </a:lnTo>
                  <a:lnTo>
                    <a:pt x="3061" y="1262"/>
                  </a:lnTo>
                  <a:lnTo>
                    <a:pt x="3432" y="0"/>
                  </a:lnTo>
                  <a:lnTo>
                    <a:pt x="3827" y="152"/>
                  </a:lnTo>
                  <a:lnTo>
                    <a:pt x="4019" y="861"/>
                  </a:lnTo>
                  <a:lnTo>
                    <a:pt x="3881" y="4378"/>
                  </a:lnTo>
                  <a:lnTo>
                    <a:pt x="3865" y="7316"/>
                  </a:lnTo>
                  <a:lnTo>
                    <a:pt x="3373" y="16303"/>
                  </a:lnTo>
                  <a:lnTo>
                    <a:pt x="2863" y="17859"/>
                  </a:lnTo>
                  <a:lnTo>
                    <a:pt x="2609" y="191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3899095" y="2539672"/>
              <a:ext cx="186491" cy="392508"/>
            </a:xfrm>
            <a:custGeom>
              <a:avLst/>
              <a:pathLst>
                <a:path w="186491" h="392508">
                  <a:moveTo>
                    <a:pt x="183248" y="40628"/>
                  </a:moveTo>
                  <a:lnTo>
                    <a:pt x="183777" y="43284"/>
                  </a:lnTo>
                  <a:lnTo>
                    <a:pt x="184576" y="47305"/>
                  </a:lnTo>
                  <a:lnTo>
                    <a:pt x="185099" y="49939"/>
                  </a:lnTo>
                  <a:lnTo>
                    <a:pt x="185688" y="52899"/>
                  </a:lnTo>
                  <a:lnTo>
                    <a:pt x="185983" y="54380"/>
                  </a:lnTo>
                  <a:lnTo>
                    <a:pt x="186491" y="56933"/>
                  </a:lnTo>
                  <a:lnTo>
                    <a:pt x="186284" y="58339"/>
                  </a:lnTo>
                  <a:lnTo>
                    <a:pt x="185941" y="60418"/>
                  </a:lnTo>
                  <a:lnTo>
                    <a:pt x="184685" y="61992"/>
                  </a:lnTo>
                  <a:lnTo>
                    <a:pt x="183433" y="63130"/>
                  </a:lnTo>
                  <a:lnTo>
                    <a:pt x="183141" y="63791"/>
                  </a:lnTo>
                  <a:lnTo>
                    <a:pt x="183043" y="64686"/>
                  </a:lnTo>
                  <a:lnTo>
                    <a:pt x="182436" y="66478"/>
                  </a:lnTo>
                  <a:lnTo>
                    <a:pt x="181264" y="67987"/>
                  </a:lnTo>
                  <a:lnTo>
                    <a:pt x="180292" y="67838"/>
                  </a:lnTo>
                  <a:lnTo>
                    <a:pt x="179679" y="67388"/>
                  </a:lnTo>
                  <a:lnTo>
                    <a:pt x="176408" y="70000"/>
                  </a:lnTo>
                  <a:lnTo>
                    <a:pt x="174895" y="69935"/>
                  </a:lnTo>
                  <a:lnTo>
                    <a:pt x="173713" y="71630"/>
                  </a:lnTo>
                  <a:lnTo>
                    <a:pt x="172836" y="73175"/>
                  </a:lnTo>
                  <a:lnTo>
                    <a:pt x="171076" y="74865"/>
                  </a:lnTo>
                  <a:lnTo>
                    <a:pt x="169884" y="74875"/>
                  </a:lnTo>
                  <a:lnTo>
                    <a:pt x="168123" y="73871"/>
                  </a:lnTo>
                  <a:lnTo>
                    <a:pt x="165954" y="71960"/>
                  </a:lnTo>
                  <a:lnTo>
                    <a:pt x="165073" y="70848"/>
                  </a:lnTo>
                  <a:lnTo>
                    <a:pt x="164278" y="70913"/>
                  </a:lnTo>
                  <a:lnTo>
                    <a:pt x="162361" y="70646"/>
                  </a:lnTo>
                  <a:lnTo>
                    <a:pt x="160484" y="69704"/>
                  </a:lnTo>
                  <a:lnTo>
                    <a:pt x="158244" y="68580"/>
                  </a:lnTo>
                  <a:lnTo>
                    <a:pt x="157137" y="68099"/>
                  </a:lnTo>
                  <a:lnTo>
                    <a:pt x="154864" y="67114"/>
                  </a:lnTo>
                  <a:lnTo>
                    <a:pt x="153386" y="68428"/>
                  </a:lnTo>
                  <a:lnTo>
                    <a:pt x="152050" y="69617"/>
                  </a:lnTo>
                  <a:lnTo>
                    <a:pt x="150961" y="70421"/>
                  </a:lnTo>
                  <a:lnTo>
                    <a:pt x="150062" y="74097"/>
                  </a:lnTo>
                  <a:lnTo>
                    <a:pt x="149682" y="75390"/>
                  </a:lnTo>
                  <a:lnTo>
                    <a:pt x="149245" y="77250"/>
                  </a:lnTo>
                  <a:lnTo>
                    <a:pt x="149042" y="78554"/>
                  </a:lnTo>
                  <a:lnTo>
                    <a:pt x="149220" y="80117"/>
                  </a:lnTo>
                  <a:lnTo>
                    <a:pt x="150539" y="81225"/>
                  </a:lnTo>
                  <a:lnTo>
                    <a:pt x="151089" y="82738"/>
                  </a:lnTo>
                  <a:lnTo>
                    <a:pt x="151171" y="84077"/>
                  </a:lnTo>
                  <a:lnTo>
                    <a:pt x="150697" y="85452"/>
                  </a:lnTo>
                  <a:lnTo>
                    <a:pt x="150301" y="86539"/>
                  </a:lnTo>
                  <a:lnTo>
                    <a:pt x="150303" y="87494"/>
                  </a:lnTo>
                  <a:lnTo>
                    <a:pt x="150513" y="88458"/>
                  </a:lnTo>
                  <a:lnTo>
                    <a:pt x="150830" y="89175"/>
                  </a:lnTo>
                  <a:lnTo>
                    <a:pt x="152703" y="89621"/>
                  </a:lnTo>
                  <a:lnTo>
                    <a:pt x="153812" y="89629"/>
                  </a:lnTo>
                  <a:lnTo>
                    <a:pt x="154243" y="90020"/>
                  </a:lnTo>
                  <a:lnTo>
                    <a:pt x="154294" y="91323"/>
                  </a:lnTo>
                  <a:lnTo>
                    <a:pt x="153888" y="93082"/>
                  </a:lnTo>
                  <a:lnTo>
                    <a:pt x="152309" y="94497"/>
                  </a:lnTo>
                  <a:lnTo>
                    <a:pt x="151418" y="95989"/>
                  </a:lnTo>
                  <a:lnTo>
                    <a:pt x="151136" y="97966"/>
                  </a:lnTo>
                  <a:lnTo>
                    <a:pt x="151148" y="99546"/>
                  </a:lnTo>
                  <a:lnTo>
                    <a:pt x="151453" y="100592"/>
                  </a:lnTo>
                  <a:lnTo>
                    <a:pt x="152209" y="101795"/>
                  </a:lnTo>
                  <a:lnTo>
                    <a:pt x="152917" y="103173"/>
                  </a:lnTo>
                  <a:lnTo>
                    <a:pt x="153133" y="104298"/>
                  </a:lnTo>
                  <a:lnTo>
                    <a:pt x="153048" y="105824"/>
                  </a:lnTo>
                  <a:lnTo>
                    <a:pt x="152762" y="107929"/>
                  </a:lnTo>
                  <a:lnTo>
                    <a:pt x="151987" y="110377"/>
                  </a:lnTo>
                  <a:lnTo>
                    <a:pt x="151341" y="112123"/>
                  </a:lnTo>
                  <a:lnTo>
                    <a:pt x="151290" y="112743"/>
                  </a:lnTo>
                  <a:lnTo>
                    <a:pt x="151451" y="113681"/>
                  </a:lnTo>
                  <a:lnTo>
                    <a:pt x="151972" y="115042"/>
                  </a:lnTo>
                  <a:lnTo>
                    <a:pt x="152860" y="117050"/>
                  </a:lnTo>
                  <a:lnTo>
                    <a:pt x="153963" y="118679"/>
                  </a:lnTo>
                  <a:lnTo>
                    <a:pt x="154671" y="119128"/>
                  </a:lnTo>
                  <a:lnTo>
                    <a:pt x="154901" y="119522"/>
                  </a:lnTo>
                  <a:lnTo>
                    <a:pt x="155121" y="121407"/>
                  </a:lnTo>
                  <a:lnTo>
                    <a:pt x="155204" y="123391"/>
                  </a:lnTo>
                  <a:lnTo>
                    <a:pt x="154922" y="124880"/>
                  </a:lnTo>
                  <a:lnTo>
                    <a:pt x="155487" y="126114"/>
                  </a:lnTo>
                  <a:lnTo>
                    <a:pt x="156970" y="126046"/>
                  </a:lnTo>
                  <a:lnTo>
                    <a:pt x="158177" y="126571"/>
                  </a:lnTo>
                  <a:lnTo>
                    <a:pt x="158685" y="126049"/>
                  </a:lnTo>
                  <a:lnTo>
                    <a:pt x="159040" y="126440"/>
                  </a:lnTo>
                  <a:lnTo>
                    <a:pt x="158811" y="130871"/>
                  </a:lnTo>
                  <a:lnTo>
                    <a:pt x="158977" y="133494"/>
                  </a:lnTo>
                  <a:lnTo>
                    <a:pt x="159299" y="134237"/>
                  </a:lnTo>
                  <a:lnTo>
                    <a:pt x="160485" y="135300"/>
                  </a:lnTo>
                  <a:lnTo>
                    <a:pt x="162769" y="135171"/>
                  </a:lnTo>
                  <a:lnTo>
                    <a:pt x="164113" y="136407"/>
                  </a:lnTo>
                  <a:lnTo>
                    <a:pt x="165604" y="137833"/>
                  </a:lnTo>
                  <a:lnTo>
                    <a:pt x="166398" y="139405"/>
                  </a:lnTo>
                  <a:lnTo>
                    <a:pt x="166753" y="140578"/>
                  </a:lnTo>
                  <a:lnTo>
                    <a:pt x="166652" y="142467"/>
                  </a:lnTo>
                  <a:lnTo>
                    <a:pt x="165839" y="144682"/>
                  </a:lnTo>
                  <a:lnTo>
                    <a:pt x="164512" y="145732"/>
                  </a:lnTo>
                  <a:lnTo>
                    <a:pt x="163738" y="146188"/>
                  </a:lnTo>
                  <a:lnTo>
                    <a:pt x="159917" y="150340"/>
                  </a:lnTo>
                  <a:lnTo>
                    <a:pt x="158723" y="152086"/>
                  </a:lnTo>
                  <a:lnTo>
                    <a:pt x="157800" y="154190"/>
                  </a:lnTo>
                  <a:lnTo>
                    <a:pt x="157460" y="155768"/>
                  </a:lnTo>
                  <a:lnTo>
                    <a:pt x="157276" y="157311"/>
                  </a:lnTo>
                  <a:lnTo>
                    <a:pt x="158103" y="162896"/>
                  </a:lnTo>
                  <a:lnTo>
                    <a:pt x="158242" y="164626"/>
                  </a:lnTo>
                  <a:lnTo>
                    <a:pt x="157563" y="170654"/>
                  </a:lnTo>
                  <a:lnTo>
                    <a:pt x="157364" y="172893"/>
                  </a:lnTo>
                  <a:lnTo>
                    <a:pt x="157618" y="174457"/>
                  </a:lnTo>
                  <a:lnTo>
                    <a:pt x="158431" y="175043"/>
                  </a:lnTo>
                  <a:lnTo>
                    <a:pt x="158608" y="176346"/>
                  </a:lnTo>
                  <a:lnTo>
                    <a:pt x="158689" y="177353"/>
                  </a:lnTo>
                  <a:lnTo>
                    <a:pt x="157273" y="179569"/>
                  </a:lnTo>
                  <a:lnTo>
                    <a:pt x="155784" y="181527"/>
                  </a:lnTo>
                  <a:lnTo>
                    <a:pt x="155312" y="181523"/>
                  </a:lnTo>
                  <a:lnTo>
                    <a:pt x="153888" y="185203"/>
                  </a:lnTo>
                  <a:lnTo>
                    <a:pt x="151510" y="192570"/>
                  </a:lnTo>
                  <a:lnTo>
                    <a:pt x="150248" y="195062"/>
                  </a:lnTo>
                  <a:lnTo>
                    <a:pt x="150159" y="196283"/>
                  </a:lnTo>
                  <a:lnTo>
                    <a:pt x="150057" y="197521"/>
                  </a:lnTo>
                  <a:lnTo>
                    <a:pt x="150539" y="199604"/>
                  </a:lnTo>
                  <a:lnTo>
                    <a:pt x="150640" y="201364"/>
                  </a:lnTo>
                  <a:lnTo>
                    <a:pt x="150101" y="203139"/>
                  </a:lnTo>
                  <a:lnTo>
                    <a:pt x="149211" y="205168"/>
                  </a:lnTo>
                  <a:lnTo>
                    <a:pt x="147471" y="206945"/>
                  </a:lnTo>
                  <a:lnTo>
                    <a:pt x="145279" y="208763"/>
                  </a:lnTo>
                  <a:lnTo>
                    <a:pt x="144291" y="209866"/>
                  </a:lnTo>
                  <a:lnTo>
                    <a:pt x="143550" y="214634"/>
                  </a:lnTo>
                  <a:lnTo>
                    <a:pt x="142866" y="219430"/>
                  </a:lnTo>
                  <a:lnTo>
                    <a:pt x="142559" y="221205"/>
                  </a:lnTo>
                  <a:lnTo>
                    <a:pt x="141376" y="226722"/>
                  </a:lnTo>
                  <a:lnTo>
                    <a:pt x="139309" y="234851"/>
                  </a:lnTo>
                  <a:lnTo>
                    <a:pt x="138786" y="236626"/>
                  </a:lnTo>
                  <a:lnTo>
                    <a:pt x="135590" y="240544"/>
                  </a:lnTo>
                  <a:lnTo>
                    <a:pt x="132325" y="244806"/>
                  </a:lnTo>
                  <a:lnTo>
                    <a:pt x="131751" y="246421"/>
                  </a:lnTo>
                  <a:lnTo>
                    <a:pt x="131082" y="250305"/>
                  </a:lnTo>
                  <a:lnTo>
                    <a:pt x="130453" y="254561"/>
                  </a:lnTo>
                  <a:lnTo>
                    <a:pt x="129870" y="256791"/>
                  </a:lnTo>
                  <a:lnTo>
                    <a:pt x="127793" y="261786"/>
                  </a:lnTo>
                  <a:lnTo>
                    <a:pt x="127112" y="265622"/>
                  </a:lnTo>
                  <a:lnTo>
                    <a:pt x="126898" y="268133"/>
                  </a:lnTo>
                  <a:lnTo>
                    <a:pt x="125131" y="269534"/>
                  </a:lnTo>
                  <a:lnTo>
                    <a:pt x="123131" y="270870"/>
                  </a:lnTo>
                  <a:lnTo>
                    <a:pt x="120222" y="271301"/>
                  </a:lnTo>
                  <a:lnTo>
                    <a:pt x="119009" y="271999"/>
                  </a:lnTo>
                  <a:lnTo>
                    <a:pt x="115443" y="275462"/>
                  </a:lnTo>
                  <a:lnTo>
                    <a:pt x="114558" y="275605"/>
                  </a:lnTo>
                  <a:lnTo>
                    <a:pt x="113861" y="275032"/>
                  </a:lnTo>
                  <a:lnTo>
                    <a:pt x="113334" y="273850"/>
                  </a:lnTo>
                  <a:lnTo>
                    <a:pt x="112845" y="271890"/>
                  </a:lnTo>
                  <a:lnTo>
                    <a:pt x="112614" y="268873"/>
                  </a:lnTo>
                  <a:lnTo>
                    <a:pt x="111926" y="267503"/>
                  </a:lnTo>
                  <a:lnTo>
                    <a:pt x="110997" y="266341"/>
                  </a:lnTo>
                  <a:lnTo>
                    <a:pt x="110021" y="266284"/>
                  </a:lnTo>
                  <a:lnTo>
                    <a:pt x="109040" y="267567"/>
                  </a:lnTo>
                  <a:lnTo>
                    <a:pt x="108187" y="268971"/>
                  </a:lnTo>
                  <a:lnTo>
                    <a:pt x="107607" y="270131"/>
                  </a:lnTo>
                  <a:lnTo>
                    <a:pt x="107038" y="271486"/>
                  </a:lnTo>
                  <a:lnTo>
                    <a:pt x="105948" y="276045"/>
                  </a:lnTo>
                  <a:lnTo>
                    <a:pt x="104181" y="282578"/>
                  </a:lnTo>
                  <a:lnTo>
                    <a:pt x="102208" y="287334"/>
                  </a:lnTo>
                  <a:lnTo>
                    <a:pt x="101477" y="288758"/>
                  </a:lnTo>
                  <a:lnTo>
                    <a:pt x="101020" y="289834"/>
                  </a:lnTo>
                  <a:lnTo>
                    <a:pt x="100403" y="291414"/>
                  </a:lnTo>
                  <a:lnTo>
                    <a:pt x="100047" y="292940"/>
                  </a:lnTo>
                  <a:lnTo>
                    <a:pt x="99558" y="297928"/>
                  </a:lnTo>
                  <a:lnTo>
                    <a:pt x="99276" y="302352"/>
                  </a:lnTo>
                  <a:lnTo>
                    <a:pt x="99405" y="303340"/>
                  </a:lnTo>
                  <a:lnTo>
                    <a:pt x="99700" y="304177"/>
                  </a:lnTo>
                  <a:lnTo>
                    <a:pt x="100778" y="305464"/>
                  </a:lnTo>
                  <a:lnTo>
                    <a:pt x="102336" y="307594"/>
                  </a:lnTo>
                  <a:lnTo>
                    <a:pt x="104355" y="308803"/>
                  </a:lnTo>
                  <a:lnTo>
                    <a:pt x="106058" y="309021"/>
                  </a:lnTo>
                  <a:lnTo>
                    <a:pt x="106694" y="309928"/>
                  </a:lnTo>
                  <a:lnTo>
                    <a:pt x="107074" y="311158"/>
                  </a:lnTo>
                  <a:lnTo>
                    <a:pt x="107180" y="312192"/>
                  </a:lnTo>
                  <a:lnTo>
                    <a:pt x="107092" y="315853"/>
                  </a:lnTo>
                  <a:lnTo>
                    <a:pt x="106901" y="319776"/>
                  </a:lnTo>
                  <a:lnTo>
                    <a:pt x="106269" y="323996"/>
                  </a:lnTo>
                  <a:lnTo>
                    <a:pt x="106279" y="326417"/>
                  </a:lnTo>
                  <a:lnTo>
                    <a:pt x="106528" y="328780"/>
                  </a:lnTo>
                  <a:lnTo>
                    <a:pt x="108420" y="334794"/>
                  </a:lnTo>
                  <a:lnTo>
                    <a:pt x="109117" y="335409"/>
                  </a:lnTo>
                  <a:lnTo>
                    <a:pt x="110536" y="335538"/>
                  </a:lnTo>
                  <a:lnTo>
                    <a:pt x="111196" y="335422"/>
                  </a:lnTo>
                  <a:lnTo>
                    <a:pt x="111929" y="334811"/>
                  </a:lnTo>
                  <a:lnTo>
                    <a:pt x="112450" y="335227"/>
                  </a:lnTo>
                  <a:lnTo>
                    <a:pt x="112837" y="335964"/>
                  </a:lnTo>
                  <a:lnTo>
                    <a:pt x="112938" y="337180"/>
                  </a:lnTo>
                  <a:lnTo>
                    <a:pt x="112879" y="343175"/>
                  </a:lnTo>
                  <a:lnTo>
                    <a:pt x="113460" y="345889"/>
                  </a:lnTo>
                  <a:lnTo>
                    <a:pt x="114587" y="349589"/>
                  </a:lnTo>
                  <a:lnTo>
                    <a:pt x="115476" y="353810"/>
                  </a:lnTo>
                  <a:lnTo>
                    <a:pt x="116317" y="358875"/>
                  </a:lnTo>
                  <a:lnTo>
                    <a:pt x="117121" y="362832"/>
                  </a:lnTo>
                  <a:lnTo>
                    <a:pt x="117433" y="364898"/>
                  </a:lnTo>
                  <a:lnTo>
                    <a:pt x="116910" y="365898"/>
                  </a:lnTo>
                  <a:lnTo>
                    <a:pt x="116611" y="366937"/>
                  </a:lnTo>
                  <a:lnTo>
                    <a:pt x="116535" y="368322"/>
                  </a:lnTo>
                  <a:lnTo>
                    <a:pt x="116645" y="369782"/>
                  </a:lnTo>
                  <a:lnTo>
                    <a:pt x="116575" y="370818"/>
                  </a:lnTo>
                  <a:lnTo>
                    <a:pt x="116955" y="372091"/>
                  </a:lnTo>
                  <a:lnTo>
                    <a:pt x="117404" y="372515"/>
                  </a:lnTo>
                  <a:lnTo>
                    <a:pt x="117390" y="373398"/>
                  </a:lnTo>
                  <a:lnTo>
                    <a:pt x="116685" y="374552"/>
                  </a:lnTo>
                  <a:lnTo>
                    <a:pt x="116056" y="374513"/>
                  </a:lnTo>
                  <a:lnTo>
                    <a:pt x="115573" y="375063"/>
                  </a:lnTo>
                  <a:lnTo>
                    <a:pt x="114640" y="377480"/>
                  </a:lnTo>
                  <a:lnTo>
                    <a:pt x="114205" y="377969"/>
                  </a:lnTo>
                  <a:lnTo>
                    <a:pt x="113618" y="378188"/>
                  </a:lnTo>
                  <a:lnTo>
                    <a:pt x="112964" y="377949"/>
                  </a:lnTo>
                  <a:lnTo>
                    <a:pt x="112041" y="376975"/>
                  </a:lnTo>
                  <a:lnTo>
                    <a:pt x="111772" y="375437"/>
                  </a:lnTo>
                  <a:lnTo>
                    <a:pt x="111877" y="373821"/>
                  </a:lnTo>
                  <a:lnTo>
                    <a:pt x="111667" y="372860"/>
                  </a:lnTo>
                  <a:lnTo>
                    <a:pt x="111005" y="373042"/>
                  </a:lnTo>
                  <a:lnTo>
                    <a:pt x="108701" y="374692"/>
                  </a:lnTo>
                  <a:lnTo>
                    <a:pt x="106505" y="376725"/>
                  </a:lnTo>
                  <a:lnTo>
                    <a:pt x="106124" y="378112"/>
                  </a:lnTo>
                  <a:lnTo>
                    <a:pt x="105617" y="379560"/>
                  </a:lnTo>
                  <a:lnTo>
                    <a:pt x="104613" y="380156"/>
                  </a:lnTo>
                  <a:lnTo>
                    <a:pt x="103133" y="380338"/>
                  </a:lnTo>
                  <a:lnTo>
                    <a:pt x="102109" y="380120"/>
                  </a:lnTo>
                  <a:lnTo>
                    <a:pt x="101165" y="378566"/>
                  </a:lnTo>
                  <a:lnTo>
                    <a:pt x="100302" y="377151"/>
                  </a:lnTo>
                  <a:lnTo>
                    <a:pt x="98970" y="377083"/>
                  </a:lnTo>
                  <a:lnTo>
                    <a:pt x="96572" y="377294"/>
                  </a:lnTo>
                  <a:lnTo>
                    <a:pt x="95242" y="377282"/>
                  </a:lnTo>
                  <a:lnTo>
                    <a:pt x="94460" y="376760"/>
                  </a:lnTo>
                  <a:lnTo>
                    <a:pt x="93689" y="377151"/>
                  </a:lnTo>
                  <a:lnTo>
                    <a:pt x="92725" y="376580"/>
                  </a:lnTo>
                  <a:lnTo>
                    <a:pt x="92296" y="377346"/>
                  </a:lnTo>
                  <a:lnTo>
                    <a:pt x="91891" y="377419"/>
                  </a:lnTo>
                  <a:lnTo>
                    <a:pt x="91565" y="376088"/>
                  </a:lnTo>
                  <a:lnTo>
                    <a:pt x="91348" y="375951"/>
                  </a:lnTo>
                  <a:lnTo>
                    <a:pt x="91093" y="376142"/>
                  </a:lnTo>
                  <a:lnTo>
                    <a:pt x="90870" y="376593"/>
                  </a:lnTo>
                  <a:lnTo>
                    <a:pt x="90738" y="377372"/>
                  </a:lnTo>
                  <a:lnTo>
                    <a:pt x="90692" y="386264"/>
                  </a:lnTo>
                  <a:lnTo>
                    <a:pt x="89109" y="386208"/>
                  </a:lnTo>
                  <a:lnTo>
                    <a:pt x="87982" y="386189"/>
                  </a:lnTo>
                  <a:lnTo>
                    <a:pt x="86746" y="386672"/>
                  </a:lnTo>
                  <a:lnTo>
                    <a:pt x="85610" y="387349"/>
                  </a:lnTo>
                  <a:lnTo>
                    <a:pt x="85053" y="388160"/>
                  </a:lnTo>
                  <a:lnTo>
                    <a:pt x="84258" y="389437"/>
                  </a:lnTo>
                  <a:lnTo>
                    <a:pt x="84071" y="391213"/>
                  </a:lnTo>
                  <a:lnTo>
                    <a:pt x="83688" y="392508"/>
                  </a:lnTo>
                  <a:lnTo>
                    <a:pt x="83138" y="390588"/>
                  </a:lnTo>
                  <a:lnTo>
                    <a:pt x="82784" y="389705"/>
                  </a:lnTo>
                  <a:lnTo>
                    <a:pt x="82375" y="390360"/>
                  </a:lnTo>
                  <a:lnTo>
                    <a:pt x="81794" y="390285"/>
                  </a:lnTo>
                  <a:lnTo>
                    <a:pt x="80747" y="388096"/>
                  </a:lnTo>
                  <a:lnTo>
                    <a:pt x="80276" y="390301"/>
                  </a:lnTo>
                  <a:lnTo>
                    <a:pt x="78543" y="390806"/>
                  </a:lnTo>
                  <a:lnTo>
                    <a:pt x="78325" y="389142"/>
                  </a:lnTo>
                  <a:lnTo>
                    <a:pt x="78282" y="387588"/>
                  </a:lnTo>
                  <a:lnTo>
                    <a:pt x="77331" y="388712"/>
                  </a:lnTo>
                  <a:lnTo>
                    <a:pt x="76646" y="386992"/>
                  </a:lnTo>
                  <a:lnTo>
                    <a:pt x="76338" y="384681"/>
                  </a:lnTo>
                  <a:lnTo>
                    <a:pt x="76074" y="384042"/>
                  </a:lnTo>
                  <a:lnTo>
                    <a:pt x="75772" y="383305"/>
                  </a:lnTo>
                  <a:lnTo>
                    <a:pt x="75054" y="382514"/>
                  </a:lnTo>
                  <a:lnTo>
                    <a:pt x="74411" y="380055"/>
                  </a:lnTo>
                  <a:lnTo>
                    <a:pt x="74352" y="377452"/>
                  </a:lnTo>
                  <a:lnTo>
                    <a:pt x="74173" y="374353"/>
                  </a:lnTo>
                  <a:lnTo>
                    <a:pt x="72824" y="362879"/>
                  </a:lnTo>
                  <a:lnTo>
                    <a:pt x="72008" y="361819"/>
                  </a:lnTo>
                  <a:lnTo>
                    <a:pt x="67433" y="359781"/>
                  </a:lnTo>
                  <a:lnTo>
                    <a:pt x="67194" y="357774"/>
                  </a:lnTo>
                  <a:lnTo>
                    <a:pt x="67512" y="352382"/>
                  </a:lnTo>
                  <a:lnTo>
                    <a:pt x="67382" y="348984"/>
                  </a:lnTo>
                  <a:lnTo>
                    <a:pt x="65901" y="344487"/>
                  </a:lnTo>
                  <a:lnTo>
                    <a:pt x="65486" y="341359"/>
                  </a:lnTo>
                  <a:lnTo>
                    <a:pt x="64275" y="338671"/>
                  </a:lnTo>
                  <a:lnTo>
                    <a:pt x="63074" y="337889"/>
                  </a:lnTo>
                  <a:lnTo>
                    <a:pt x="61863" y="338241"/>
                  </a:lnTo>
                  <a:lnTo>
                    <a:pt x="61210" y="339304"/>
                  </a:lnTo>
                  <a:lnTo>
                    <a:pt x="60852" y="341096"/>
                  </a:lnTo>
                  <a:lnTo>
                    <a:pt x="63444" y="340679"/>
                  </a:lnTo>
                  <a:lnTo>
                    <a:pt x="64028" y="341339"/>
                  </a:lnTo>
                  <a:lnTo>
                    <a:pt x="64725" y="342513"/>
                  </a:lnTo>
                  <a:lnTo>
                    <a:pt x="63979" y="342468"/>
                  </a:lnTo>
                  <a:lnTo>
                    <a:pt x="63121" y="341909"/>
                  </a:lnTo>
                  <a:lnTo>
                    <a:pt x="62043" y="341950"/>
                  </a:lnTo>
                  <a:lnTo>
                    <a:pt x="58003" y="343272"/>
                  </a:lnTo>
                  <a:lnTo>
                    <a:pt x="55656" y="345174"/>
                  </a:lnTo>
                  <a:lnTo>
                    <a:pt x="52510" y="344611"/>
                  </a:lnTo>
                  <a:lnTo>
                    <a:pt x="48540" y="346479"/>
                  </a:lnTo>
                  <a:lnTo>
                    <a:pt x="45264" y="346590"/>
                  </a:lnTo>
                  <a:lnTo>
                    <a:pt x="43910" y="350232"/>
                  </a:lnTo>
                  <a:lnTo>
                    <a:pt x="43163" y="349576"/>
                  </a:lnTo>
                  <a:lnTo>
                    <a:pt x="42584" y="348678"/>
                  </a:lnTo>
                  <a:lnTo>
                    <a:pt x="38076" y="345819"/>
                  </a:lnTo>
                  <a:lnTo>
                    <a:pt x="37764" y="344622"/>
                  </a:lnTo>
                  <a:lnTo>
                    <a:pt x="37010" y="343765"/>
                  </a:lnTo>
                  <a:lnTo>
                    <a:pt x="36180" y="345295"/>
                  </a:lnTo>
                  <a:lnTo>
                    <a:pt x="35585" y="345550"/>
                  </a:lnTo>
                  <a:lnTo>
                    <a:pt x="33114" y="344269"/>
                  </a:lnTo>
                  <a:lnTo>
                    <a:pt x="31224" y="345236"/>
                  </a:lnTo>
                  <a:lnTo>
                    <a:pt x="30523" y="346880"/>
                  </a:lnTo>
                  <a:lnTo>
                    <a:pt x="30473" y="349442"/>
                  </a:lnTo>
                  <a:lnTo>
                    <a:pt x="28107" y="348947"/>
                  </a:lnTo>
                  <a:lnTo>
                    <a:pt x="26775" y="348140"/>
                  </a:lnTo>
                  <a:lnTo>
                    <a:pt x="24991" y="349033"/>
                  </a:lnTo>
                  <a:lnTo>
                    <a:pt x="20960" y="347847"/>
                  </a:lnTo>
                  <a:lnTo>
                    <a:pt x="19898" y="348144"/>
                  </a:lnTo>
                  <a:lnTo>
                    <a:pt x="18428" y="349843"/>
                  </a:lnTo>
                  <a:lnTo>
                    <a:pt x="17812" y="351164"/>
                  </a:lnTo>
                  <a:lnTo>
                    <a:pt x="16939" y="351685"/>
                  </a:lnTo>
                  <a:lnTo>
                    <a:pt x="16173" y="349840"/>
                  </a:lnTo>
                  <a:lnTo>
                    <a:pt x="15596" y="349027"/>
                  </a:lnTo>
                  <a:lnTo>
                    <a:pt x="15061" y="349566"/>
                  </a:lnTo>
                  <a:lnTo>
                    <a:pt x="14340" y="351082"/>
                  </a:lnTo>
                  <a:lnTo>
                    <a:pt x="12250" y="351792"/>
                  </a:lnTo>
                  <a:lnTo>
                    <a:pt x="10360" y="351588"/>
                  </a:lnTo>
                  <a:lnTo>
                    <a:pt x="8326" y="350166"/>
                  </a:lnTo>
                  <a:lnTo>
                    <a:pt x="8568" y="349693"/>
                  </a:lnTo>
                  <a:lnTo>
                    <a:pt x="8885" y="347217"/>
                  </a:lnTo>
                  <a:lnTo>
                    <a:pt x="9169" y="338397"/>
                  </a:lnTo>
                  <a:lnTo>
                    <a:pt x="9529" y="335212"/>
                  </a:lnTo>
                  <a:lnTo>
                    <a:pt x="9418" y="333472"/>
                  </a:lnTo>
                  <a:lnTo>
                    <a:pt x="9497" y="332949"/>
                  </a:lnTo>
                  <a:lnTo>
                    <a:pt x="10292" y="331409"/>
                  </a:lnTo>
                  <a:lnTo>
                    <a:pt x="10484" y="330751"/>
                  </a:lnTo>
                  <a:lnTo>
                    <a:pt x="10787" y="326245"/>
                  </a:lnTo>
                  <a:lnTo>
                    <a:pt x="11123" y="321239"/>
                  </a:lnTo>
                  <a:lnTo>
                    <a:pt x="11496" y="319447"/>
                  </a:lnTo>
                  <a:lnTo>
                    <a:pt x="11812" y="318959"/>
                  </a:lnTo>
                  <a:lnTo>
                    <a:pt x="14335" y="316718"/>
                  </a:lnTo>
                  <a:lnTo>
                    <a:pt x="14760" y="315219"/>
                  </a:lnTo>
                  <a:lnTo>
                    <a:pt x="16065" y="315573"/>
                  </a:lnTo>
                  <a:lnTo>
                    <a:pt x="16183" y="315212"/>
                  </a:lnTo>
                  <a:lnTo>
                    <a:pt x="16298" y="313491"/>
                  </a:lnTo>
                  <a:lnTo>
                    <a:pt x="16904" y="311618"/>
                  </a:lnTo>
                  <a:lnTo>
                    <a:pt x="17741" y="310088"/>
                  </a:lnTo>
                  <a:lnTo>
                    <a:pt x="18365" y="309545"/>
                  </a:lnTo>
                  <a:lnTo>
                    <a:pt x="20634" y="308581"/>
                  </a:lnTo>
                  <a:lnTo>
                    <a:pt x="21959" y="307236"/>
                  </a:lnTo>
                  <a:lnTo>
                    <a:pt x="22363" y="307096"/>
                  </a:lnTo>
                  <a:lnTo>
                    <a:pt x="25888" y="307438"/>
                  </a:lnTo>
                  <a:lnTo>
                    <a:pt x="26634" y="306923"/>
                  </a:lnTo>
                  <a:lnTo>
                    <a:pt x="26752" y="306455"/>
                  </a:lnTo>
                  <a:lnTo>
                    <a:pt x="26960" y="301372"/>
                  </a:lnTo>
                  <a:lnTo>
                    <a:pt x="27599" y="300570"/>
                  </a:lnTo>
                  <a:lnTo>
                    <a:pt x="27700" y="300142"/>
                  </a:lnTo>
                  <a:lnTo>
                    <a:pt x="27482" y="296628"/>
                  </a:lnTo>
                  <a:lnTo>
                    <a:pt x="27604" y="294278"/>
                  </a:lnTo>
                  <a:lnTo>
                    <a:pt x="28330" y="292893"/>
                  </a:lnTo>
                  <a:lnTo>
                    <a:pt x="28289" y="292098"/>
                  </a:lnTo>
                  <a:lnTo>
                    <a:pt x="27767" y="290430"/>
                  </a:lnTo>
                  <a:lnTo>
                    <a:pt x="27075" y="289365"/>
                  </a:lnTo>
                  <a:lnTo>
                    <a:pt x="26738" y="289113"/>
                  </a:lnTo>
                  <a:lnTo>
                    <a:pt x="23845" y="290120"/>
                  </a:lnTo>
                  <a:lnTo>
                    <a:pt x="22650" y="289794"/>
                  </a:lnTo>
                  <a:lnTo>
                    <a:pt x="22091" y="289180"/>
                  </a:lnTo>
                  <a:lnTo>
                    <a:pt x="21973" y="288725"/>
                  </a:lnTo>
                  <a:lnTo>
                    <a:pt x="22085" y="287703"/>
                  </a:lnTo>
                  <a:lnTo>
                    <a:pt x="22105" y="286032"/>
                  </a:lnTo>
                  <a:lnTo>
                    <a:pt x="22527" y="283438"/>
                  </a:lnTo>
                  <a:lnTo>
                    <a:pt x="22655" y="281887"/>
                  </a:lnTo>
                  <a:lnTo>
                    <a:pt x="22313" y="272918"/>
                  </a:lnTo>
                  <a:lnTo>
                    <a:pt x="21823" y="266964"/>
                  </a:lnTo>
                  <a:lnTo>
                    <a:pt x="22085" y="261054"/>
                  </a:lnTo>
                  <a:lnTo>
                    <a:pt x="22033" y="259828"/>
                  </a:lnTo>
                  <a:lnTo>
                    <a:pt x="21934" y="259552"/>
                  </a:lnTo>
                  <a:lnTo>
                    <a:pt x="21568" y="259555"/>
                  </a:lnTo>
                  <a:lnTo>
                    <a:pt x="19807" y="260076"/>
                  </a:lnTo>
                  <a:lnTo>
                    <a:pt x="18303" y="256273"/>
                  </a:lnTo>
                  <a:lnTo>
                    <a:pt x="17373" y="254769"/>
                  </a:lnTo>
                  <a:lnTo>
                    <a:pt x="14813" y="252876"/>
                  </a:lnTo>
                  <a:lnTo>
                    <a:pt x="13690" y="252515"/>
                  </a:lnTo>
                  <a:lnTo>
                    <a:pt x="12043" y="250875"/>
                  </a:lnTo>
                  <a:lnTo>
                    <a:pt x="10525" y="247295"/>
                  </a:lnTo>
                  <a:lnTo>
                    <a:pt x="8972" y="243633"/>
                  </a:lnTo>
                  <a:lnTo>
                    <a:pt x="8347" y="241290"/>
                  </a:lnTo>
                  <a:lnTo>
                    <a:pt x="7655" y="237297"/>
                  </a:lnTo>
                  <a:lnTo>
                    <a:pt x="5691" y="229645"/>
                  </a:lnTo>
                  <a:lnTo>
                    <a:pt x="5709" y="227671"/>
                  </a:lnTo>
                  <a:lnTo>
                    <a:pt x="5466" y="226465"/>
                  </a:lnTo>
                  <a:lnTo>
                    <a:pt x="3553" y="221439"/>
                  </a:lnTo>
                  <a:lnTo>
                    <a:pt x="2195" y="217872"/>
                  </a:lnTo>
                  <a:lnTo>
                    <a:pt x="0" y="212102"/>
                  </a:lnTo>
                  <a:lnTo>
                    <a:pt x="4385" y="215331"/>
                  </a:lnTo>
                  <a:lnTo>
                    <a:pt x="7803" y="217805"/>
                  </a:lnTo>
                  <a:lnTo>
                    <a:pt x="13321" y="221802"/>
                  </a:lnTo>
                  <a:lnTo>
                    <a:pt x="17608" y="224906"/>
                  </a:lnTo>
                  <a:lnTo>
                    <a:pt x="18794" y="225409"/>
                  </a:lnTo>
                  <a:lnTo>
                    <a:pt x="31350" y="222760"/>
                  </a:lnTo>
                  <a:lnTo>
                    <a:pt x="35993" y="224767"/>
                  </a:lnTo>
                  <a:lnTo>
                    <a:pt x="37463" y="225894"/>
                  </a:lnTo>
                  <a:lnTo>
                    <a:pt x="37684" y="225235"/>
                  </a:lnTo>
                  <a:lnTo>
                    <a:pt x="38308" y="223872"/>
                  </a:lnTo>
                  <a:lnTo>
                    <a:pt x="39389" y="222496"/>
                  </a:lnTo>
                  <a:lnTo>
                    <a:pt x="40858" y="221391"/>
                  </a:lnTo>
                  <a:lnTo>
                    <a:pt x="42323" y="220795"/>
                  </a:lnTo>
                  <a:lnTo>
                    <a:pt x="44422" y="220717"/>
                  </a:lnTo>
                  <a:lnTo>
                    <a:pt x="45847" y="220805"/>
                  </a:lnTo>
                  <a:lnTo>
                    <a:pt x="46902" y="221141"/>
                  </a:lnTo>
                  <a:lnTo>
                    <a:pt x="48933" y="220943"/>
                  </a:lnTo>
                  <a:lnTo>
                    <a:pt x="49911" y="220407"/>
                  </a:lnTo>
                  <a:lnTo>
                    <a:pt x="53255" y="218222"/>
                  </a:lnTo>
                  <a:lnTo>
                    <a:pt x="55501" y="216752"/>
                  </a:lnTo>
                  <a:lnTo>
                    <a:pt x="58901" y="214459"/>
                  </a:lnTo>
                  <a:lnTo>
                    <a:pt x="61380" y="212784"/>
                  </a:lnTo>
                  <a:lnTo>
                    <a:pt x="62004" y="211894"/>
                  </a:lnTo>
                  <a:lnTo>
                    <a:pt x="62644" y="210290"/>
                  </a:lnTo>
                  <a:lnTo>
                    <a:pt x="62949" y="208856"/>
                  </a:lnTo>
                  <a:lnTo>
                    <a:pt x="62187" y="206641"/>
                  </a:lnTo>
                  <a:lnTo>
                    <a:pt x="62087" y="204687"/>
                  </a:lnTo>
                  <a:lnTo>
                    <a:pt x="62586" y="202210"/>
                  </a:lnTo>
                  <a:lnTo>
                    <a:pt x="62858" y="198437"/>
                  </a:lnTo>
                  <a:lnTo>
                    <a:pt x="62806" y="193064"/>
                  </a:lnTo>
                  <a:lnTo>
                    <a:pt x="62644" y="189963"/>
                  </a:lnTo>
                  <a:lnTo>
                    <a:pt x="63334" y="184205"/>
                  </a:lnTo>
                  <a:lnTo>
                    <a:pt x="63913" y="180972"/>
                  </a:lnTo>
                  <a:lnTo>
                    <a:pt x="65066" y="179425"/>
                  </a:lnTo>
                  <a:lnTo>
                    <a:pt x="65865" y="178478"/>
                  </a:lnTo>
                  <a:lnTo>
                    <a:pt x="66199" y="177787"/>
                  </a:lnTo>
                  <a:lnTo>
                    <a:pt x="66526" y="177017"/>
                  </a:lnTo>
                  <a:lnTo>
                    <a:pt x="67759" y="172629"/>
                  </a:lnTo>
                  <a:lnTo>
                    <a:pt x="68886" y="170586"/>
                  </a:lnTo>
                  <a:lnTo>
                    <a:pt x="69980" y="169347"/>
                  </a:lnTo>
                  <a:lnTo>
                    <a:pt x="71170" y="169505"/>
                  </a:lnTo>
                  <a:lnTo>
                    <a:pt x="72185" y="171199"/>
                  </a:lnTo>
                  <a:lnTo>
                    <a:pt x="74157" y="171941"/>
                  </a:lnTo>
                  <a:lnTo>
                    <a:pt x="76062" y="171445"/>
                  </a:lnTo>
                  <a:lnTo>
                    <a:pt x="77714" y="170172"/>
                  </a:lnTo>
                  <a:lnTo>
                    <a:pt x="78463" y="169129"/>
                  </a:lnTo>
                  <a:lnTo>
                    <a:pt x="79342" y="168214"/>
                  </a:lnTo>
                  <a:lnTo>
                    <a:pt x="79292" y="167171"/>
                  </a:lnTo>
                  <a:lnTo>
                    <a:pt x="78297" y="166263"/>
                  </a:lnTo>
                  <a:lnTo>
                    <a:pt x="77727" y="164982"/>
                  </a:lnTo>
                  <a:lnTo>
                    <a:pt x="77505" y="163411"/>
                  </a:lnTo>
                  <a:lnTo>
                    <a:pt x="78063" y="162457"/>
                  </a:lnTo>
                  <a:lnTo>
                    <a:pt x="79365" y="162179"/>
                  </a:lnTo>
                  <a:lnTo>
                    <a:pt x="82556" y="158344"/>
                  </a:lnTo>
                  <a:lnTo>
                    <a:pt x="83857" y="155823"/>
                  </a:lnTo>
                  <a:lnTo>
                    <a:pt x="84212" y="154650"/>
                  </a:lnTo>
                  <a:lnTo>
                    <a:pt x="84821" y="154520"/>
                  </a:lnTo>
                  <a:lnTo>
                    <a:pt x="86039" y="155693"/>
                  </a:lnTo>
                  <a:lnTo>
                    <a:pt x="87460" y="156083"/>
                  </a:lnTo>
                  <a:lnTo>
                    <a:pt x="88351" y="154911"/>
                  </a:lnTo>
                  <a:lnTo>
                    <a:pt x="89236" y="154650"/>
                  </a:lnTo>
                  <a:lnTo>
                    <a:pt x="90106" y="155928"/>
                  </a:lnTo>
                  <a:lnTo>
                    <a:pt x="90571" y="157455"/>
                  </a:lnTo>
                  <a:lnTo>
                    <a:pt x="91362" y="159276"/>
                  </a:lnTo>
                  <a:lnTo>
                    <a:pt x="92358" y="159636"/>
                  </a:lnTo>
                  <a:lnTo>
                    <a:pt x="93561" y="158657"/>
                  </a:lnTo>
                  <a:lnTo>
                    <a:pt x="94823" y="156556"/>
                  </a:lnTo>
                  <a:lnTo>
                    <a:pt x="96018" y="153613"/>
                  </a:lnTo>
                  <a:lnTo>
                    <a:pt x="97081" y="150695"/>
                  </a:lnTo>
                  <a:lnTo>
                    <a:pt x="96819" y="141457"/>
                  </a:lnTo>
                  <a:lnTo>
                    <a:pt x="96645" y="136017"/>
                  </a:lnTo>
                  <a:lnTo>
                    <a:pt x="97203" y="133151"/>
                  </a:lnTo>
                  <a:lnTo>
                    <a:pt x="98003" y="131385"/>
                  </a:lnTo>
                  <a:lnTo>
                    <a:pt x="98532" y="128655"/>
                  </a:lnTo>
                  <a:lnTo>
                    <a:pt x="98523" y="126245"/>
                  </a:lnTo>
                  <a:lnTo>
                    <a:pt x="99081" y="124219"/>
                  </a:lnTo>
                  <a:lnTo>
                    <a:pt x="99639" y="118686"/>
                  </a:lnTo>
                  <a:lnTo>
                    <a:pt x="100401" y="117383"/>
                  </a:lnTo>
                  <a:lnTo>
                    <a:pt x="101965" y="116480"/>
                  </a:lnTo>
                  <a:lnTo>
                    <a:pt x="104455" y="115955"/>
                  </a:lnTo>
                  <a:lnTo>
                    <a:pt x="106413" y="113426"/>
                  </a:lnTo>
                  <a:lnTo>
                    <a:pt x="108380" y="110739"/>
                  </a:lnTo>
                  <a:lnTo>
                    <a:pt x="108645" y="108374"/>
                  </a:lnTo>
                  <a:lnTo>
                    <a:pt x="107903" y="105844"/>
                  </a:lnTo>
                  <a:lnTo>
                    <a:pt x="106919" y="100937"/>
                  </a:lnTo>
                  <a:lnTo>
                    <a:pt x="106026" y="98008"/>
                  </a:lnTo>
                  <a:lnTo>
                    <a:pt x="103856" y="92754"/>
                  </a:lnTo>
                  <a:lnTo>
                    <a:pt x="104105" y="89515"/>
                  </a:lnTo>
                  <a:lnTo>
                    <a:pt x="105314" y="88199"/>
                  </a:lnTo>
                  <a:lnTo>
                    <a:pt x="108293" y="90440"/>
                  </a:lnTo>
                  <a:lnTo>
                    <a:pt x="109123" y="90879"/>
                  </a:lnTo>
                  <a:lnTo>
                    <a:pt x="110159" y="91195"/>
                  </a:lnTo>
                  <a:lnTo>
                    <a:pt x="112901" y="91140"/>
                  </a:lnTo>
                  <a:lnTo>
                    <a:pt x="115139" y="90266"/>
                  </a:lnTo>
                  <a:lnTo>
                    <a:pt x="117476" y="88261"/>
                  </a:lnTo>
                  <a:lnTo>
                    <a:pt x="117934" y="86176"/>
                  </a:lnTo>
                  <a:lnTo>
                    <a:pt x="117908" y="83701"/>
                  </a:lnTo>
                  <a:lnTo>
                    <a:pt x="117946" y="81656"/>
                  </a:lnTo>
                  <a:lnTo>
                    <a:pt x="117984" y="78814"/>
                  </a:lnTo>
                  <a:lnTo>
                    <a:pt x="117147" y="76990"/>
                  </a:lnTo>
                  <a:lnTo>
                    <a:pt x="116640" y="75361"/>
                  </a:lnTo>
                  <a:lnTo>
                    <a:pt x="116487" y="74058"/>
                  </a:lnTo>
                  <a:lnTo>
                    <a:pt x="117070" y="73341"/>
                  </a:lnTo>
                  <a:lnTo>
                    <a:pt x="117638" y="72012"/>
                  </a:lnTo>
                  <a:lnTo>
                    <a:pt x="118186" y="69590"/>
                  </a:lnTo>
                  <a:lnTo>
                    <a:pt x="119481" y="66696"/>
                  </a:lnTo>
                  <a:lnTo>
                    <a:pt x="120268" y="64090"/>
                  </a:lnTo>
                  <a:lnTo>
                    <a:pt x="121004" y="62852"/>
                  </a:lnTo>
                  <a:lnTo>
                    <a:pt x="122120" y="61158"/>
                  </a:lnTo>
                  <a:lnTo>
                    <a:pt x="122833" y="58670"/>
                  </a:lnTo>
                  <a:lnTo>
                    <a:pt x="123160" y="57184"/>
                  </a:lnTo>
                  <a:lnTo>
                    <a:pt x="123807" y="55729"/>
                  </a:lnTo>
                  <a:lnTo>
                    <a:pt x="124024" y="54774"/>
                  </a:lnTo>
                  <a:lnTo>
                    <a:pt x="123848" y="53924"/>
                  </a:lnTo>
                  <a:lnTo>
                    <a:pt x="123526" y="52853"/>
                  </a:lnTo>
                  <a:lnTo>
                    <a:pt x="123160" y="51646"/>
                  </a:lnTo>
                  <a:lnTo>
                    <a:pt x="123160" y="50474"/>
                  </a:lnTo>
                  <a:lnTo>
                    <a:pt x="123465" y="49236"/>
                  </a:lnTo>
                  <a:lnTo>
                    <a:pt x="123794" y="48128"/>
                  </a:lnTo>
                  <a:lnTo>
                    <a:pt x="123643" y="46564"/>
                  </a:lnTo>
                  <a:lnTo>
                    <a:pt x="123465" y="44023"/>
                  </a:lnTo>
                  <a:lnTo>
                    <a:pt x="122856" y="42525"/>
                  </a:lnTo>
                  <a:lnTo>
                    <a:pt x="122448" y="39065"/>
                  </a:lnTo>
                  <a:lnTo>
                    <a:pt x="121803" y="35545"/>
                  </a:lnTo>
                  <a:lnTo>
                    <a:pt x="121458" y="34173"/>
                  </a:lnTo>
                  <a:lnTo>
                    <a:pt x="120829" y="32449"/>
                  </a:lnTo>
                  <a:lnTo>
                    <a:pt x="119417" y="30612"/>
                  </a:lnTo>
                  <a:lnTo>
                    <a:pt x="119012" y="29388"/>
                  </a:lnTo>
                  <a:lnTo>
                    <a:pt x="119563" y="27034"/>
                  </a:lnTo>
                  <a:lnTo>
                    <a:pt x="120480" y="25574"/>
                  </a:lnTo>
                  <a:lnTo>
                    <a:pt x="122214" y="21967"/>
                  </a:lnTo>
                  <a:lnTo>
                    <a:pt x="123165" y="19472"/>
                  </a:lnTo>
                  <a:lnTo>
                    <a:pt x="124024" y="17735"/>
                  </a:lnTo>
                  <a:lnTo>
                    <a:pt x="125127" y="18028"/>
                  </a:lnTo>
                  <a:lnTo>
                    <a:pt x="125775" y="17872"/>
                  </a:lnTo>
                  <a:lnTo>
                    <a:pt x="126345" y="16269"/>
                  </a:lnTo>
                  <a:lnTo>
                    <a:pt x="127478" y="14848"/>
                  </a:lnTo>
                  <a:lnTo>
                    <a:pt x="129491" y="11906"/>
                  </a:lnTo>
                  <a:lnTo>
                    <a:pt x="130195" y="9922"/>
                  </a:lnTo>
                  <a:lnTo>
                    <a:pt x="131266" y="8922"/>
                  </a:lnTo>
                  <a:lnTo>
                    <a:pt x="132153" y="8695"/>
                  </a:lnTo>
                  <a:lnTo>
                    <a:pt x="133353" y="8003"/>
                  </a:lnTo>
                  <a:lnTo>
                    <a:pt x="134506" y="6934"/>
                  </a:lnTo>
                  <a:lnTo>
                    <a:pt x="135559" y="6119"/>
                  </a:lnTo>
                  <a:lnTo>
                    <a:pt x="137208" y="5958"/>
                  </a:lnTo>
                  <a:lnTo>
                    <a:pt x="139827" y="5468"/>
                  </a:lnTo>
                  <a:lnTo>
                    <a:pt x="141243" y="4967"/>
                  </a:lnTo>
                  <a:lnTo>
                    <a:pt x="144630" y="4579"/>
                  </a:lnTo>
                  <a:lnTo>
                    <a:pt x="148321" y="4399"/>
                  </a:lnTo>
                  <a:lnTo>
                    <a:pt x="148750" y="4378"/>
                  </a:lnTo>
                  <a:lnTo>
                    <a:pt x="150346" y="5429"/>
                  </a:lnTo>
                  <a:lnTo>
                    <a:pt x="151428" y="6310"/>
                  </a:lnTo>
                  <a:lnTo>
                    <a:pt x="151854" y="6233"/>
                  </a:lnTo>
                  <a:lnTo>
                    <a:pt x="153648" y="4130"/>
                  </a:lnTo>
                  <a:lnTo>
                    <a:pt x="156368" y="1565"/>
                  </a:lnTo>
                  <a:lnTo>
                    <a:pt x="157637" y="428"/>
                  </a:lnTo>
                  <a:lnTo>
                    <a:pt x="158319" y="0"/>
                  </a:lnTo>
                  <a:lnTo>
                    <a:pt x="159373" y="27"/>
                  </a:lnTo>
                  <a:lnTo>
                    <a:pt x="160222" y="706"/>
                  </a:lnTo>
                  <a:lnTo>
                    <a:pt x="161088" y="1701"/>
                  </a:lnTo>
                  <a:lnTo>
                    <a:pt x="161641" y="2488"/>
                  </a:lnTo>
                  <a:lnTo>
                    <a:pt x="162329" y="2018"/>
                  </a:lnTo>
                  <a:lnTo>
                    <a:pt x="163535" y="1463"/>
                  </a:lnTo>
                  <a:lnTo>
                    <a:pt x="164586" y="1874"/>
                  </a:lnTo>
                  <a:lnTo>
                    <a:pt x="166905" y="3640"/>
                  </a:lnTo>
                  <a:lnTo>
                    <a:pt x="167252" y="4520"/>
                  </a:lnTo>
                  <a:lnTo>
                    <a:pt x="167797" y="8818"/>
                  </a:lnTo>
                  <a:lnTo>
                    <a:pt x="168212" y="9208"/>
                  </a:lnTo>
                  <a:lnTo>
                    <a:pt x="169518" y="8195"/>
                  </a:lnTo>
                  <a:lnTo>
                    <a:pt x="170593" y="8707"/>
                  </a:lnTo>
                  <a:lnTo>
                    <a:pt x="171801" y="10098"/>
                  </a:lnTo>
                  <a:lnTo>
                    <a:pt x="172584" y="11434"/>
                  </a:lnTo>
                  <a:lnTo>
                    <a:pt x="173099" y="12881"/>
                  </a:lnTo>
                  <a:lnTo>
                    <a:pt x="173652" y="15220"/>
                  </a:lnTo>
                  <a:lnTo>
                    <a:pt x="173869" y="17096"/>
                  </a:lnTo>
                  <a:lnTo>
                    <a:pt x="174129" y="19332"/>
                  </a:lnTo>
                  <a:lnTo>
                    <a:pt x="174062" y="25643"/>
                  </a:lnTo>
                  <a:lnTo>
                    <a:pt x="173664" y="26675"/>
                  </a:lnTo>
                  <a:lnTo>
                    <a:pt x="173328" y="28018"/>
                  </a:lnTo>
                  <a:lnTo>
                    <a:pt x="173414" y="29185"/>
                  </a:lnTo>
                  <a:lnTo>
                    <a:pt x="173792" y="30113"/>
                  </a:lnTo>
                  <a:lnTo>
                    <a:pt x="174543" y="30740"/>
                  </a:lnTo>
                  <a:lnTo>
                    <a:pt x="175239" y="31134"/>
                  </a:lnTo>
                  <a:lnTo>
                    <a:pt x="175612" y="32133"/>
                  </a:lnTo>
                  <a:lnTo>
                    <a:pt x="176125" y="35685"/>
                  </a:lnTo>
                  <a:lnTo>
                    <a:pt x="176470" y="36230"/>
                  </a:lnTo>
                  <a:lnTo>
                    <a:pt x="177319" y="36219"/>
                  </a:lnTo>
                  <a:lnTo>
                    <a:pt x="178862" y="35444"/>
                  </a:lnTo>
                  <a:lnTo>
                    <a:pt x="180201" y="34231"/>
                  </a:lnTo>
                  <a:lnTo>
                    <a:pt x="180767" y="33969"/>
                  </a:lnTo>
                  <a:lnTo>
                    <a:pt x="180908" y="37340"/>
                  </a:lnTo>
                  <a:lnTo>
                    <a:pt x="181694" y="38628"/>
                  </a:lnTo>
                  <a:lnTo>
                    <a:pt x="182796" y="4012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2256872" y="3408858"/>
              <a:ext cx="2938" cy="8690"/>
            </a:xfrm>
            <a:custGeom>
              <a:avLst/>
              <a:pathLst>
                <a:path w="2938" h="8690">
                  <a:moveTo>
                    <a:pt x="2938" y="8534"/>
                  </a:moveTo>
                  <a:lnTo>
                    <a:pt x="2307" y="8690"/>
                  </a:lnTo>
                  <a:lnTo>
                    <a:pt x="1018" y="7424"/>
                  </a:lnTo>
                  <a:lnTo>
                    <a:pt x="75" y="4973"/>
                  </a:lnTo>
                  <a:lnTo>
                    <a:pt x="0" y="4179"/>
                  </a:lnTo>
                  <a:lnTo>
                    <a:pt x="19" y="3367"/>
                  </a:lnTo>
                  <a:lnTo>
                    <a:pt x="534" y="864"/>
                  </a:lnTo>
                  <a:lnTo>
                    <a:pt x="1223" y="0"/>
                  </a:lnTo>
                  <a:lnTo>
                    <a:pt x="1494" y="12"/>
                  </a:lnTo>
                  <a:lnTo>
                    <a:pt x="2153" y="2901"/>
                  </a:lnTo>
                  <a:lnTo>
                    <a:pt x="1704" y="4021"/>
                  </a:lnTo>
                  <a:lnTo>
                    <a:pt x="1885" y="5810"/>
                  </a:lnTo>
                  <a:lnTo>
                    <a:pt x="2821" y="71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2288301" y="3388937"/>
              <a:ext cx="714" cy="2540"/>
            </a:xfrm>
            <a:custGeom>
              <a:avLst/>
              <a:pathLst>
                <a:path w="714" h="2540">
                  <a:moveTo>
                    <a:pt x="714" y="1229"/>
                  </a:moveTo>
                  <a:lnTo>
                    <a:pt x="197" y="2540"/>
                  </a:lnTo>
                  <a:lnTo>
                    <a:pt x="0" y="1298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2290172" y="3384078"/>
              <a:ext cx="1447" cy="6746"/>
            </a:xfrm>
            <a:custGeom>
              <a:avLst/>
              <a:pathLst>
                <a:path w="1447" h="6746">
                  <a:moveTo>
                    <a:pt x="766" y="5495"/>
                  </a:moveTo>
                  <a:lnTo>
                    <a:pt x="538" y="6746"/>
                  </a:lnTo>
                  <a:lnTo>
                    <a:pt x="0" y="3959"/>
                  </a:lnTo>
                  <a:lnTo>
                    <a:pt x="86" y="3240"/>
                  </a:lnTo>
                  <a:lnTo>
                    <a:pt x="50" y="721"/>
                  </a:lnTo>
                  <a:lnTo>
                    <a:pt x="563" y="59"/>
                  </a:lnTo>
                  <a:lnTo>
                    <a:pt x="940" y="0"/>
                  </a:lnTo>
                  <a:lnTo>
                    <a:pt x="1251" y="354"/>
                  </a:lnTo>
                  <a:lnTo>
                    <a:pt x="1447" y="3319"/>
                  </a:lnTo>
                  <a:lnTo>
                    <a:pt x="1285" y="46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2251542" y="3355367"/>
              <a:ext cx="1015" cy="2889"/>
            </a:xfrm>
            <a:custGeom>
              <a:avLst/>
              <a:pathLst>
                <a:path w="1015" h="2889">
                  <a:moveTo>
                    <a:pt x="1015" y="1512"/>
                  </a:moveTo>
                  <a:lnTo>
                    <a:pt x="889" y="2889"/>
                  </a:lnTo>
                  <a:lnTo>
                    <a:pt x="0" y="406"/>
                  </a:lnTo>
                  <a:lnTo>
                    <a:pt x="528" y="0"/>
                  </a:lnTo>
                  <a:lnTo>
                    <a:pt x="717" y="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2243422" y="3350463"/>
              <a:ext cx="67107" cy="70261"/>
            </a:xfrm>
            <a:custGeom>
              <a:avLst/>
              <a:pathLst>
                <a:path w="67107" h="70261">
                  <a:moveTo>
                    <a:pt x="65056" y="27762"/>
                  </a:moveTo>
                  <a:lnTo>
                    <a:pt x="64839" y="28165"/>
                  </a:lnTo>
                  <a:lnTo>
                    <a:pt x="64203" y="30494"/>
                  </a:lnTo>
                  <a:lnTo>
                    <a:pt x="63856" y="32486"/>
                  </a:lnTo>
                  <a:lnTo>
                    <a:pt x="64676" y="34590"/>
                  </a:lnTo>
                  <a:lnTo>
                    <a:pt x="64922" y="36823"/>
                  </a:lnTo>
                  <a:lnTo>
                    <a:pt x="65386" y="39250"/>
                  </a:lnTo>
                  <a:lnTo>
                    <a:pt x="66110" y="41687"/>
                  </a:lnTo>
                  <a:lnTo>
                    <a:pt x="66919" y="46213"/>
                  </a:lnTo>
                  <a:lnTo>
                    <a:pt x="67107" y="48028"/>
                  </a:lnTo>
                  <a:lnTo>
                    <a:pt x="66877" y="49208"/>
                  </a:lnTo>
                  <a:lnTo>
                    <a:pt x="66106" y="49928"/>
                  </a:lnTo>
                  <a:lnTo>
                    <a:pt x="65385" y="52045"/>
                  </a:lnTo>
                  <a:lnTo>
                    <a:pt x="65188" y="54629"/>
                  </a:lnTo>
                  <a:lnTo>
                    <a:pt x="65326" y="55906"/>
                  </a:lnTo>
                  <a:lnTo>
                    <a:pt x="63168" y="60031"/>
                  </a:lnTo>
                  <a:lnTo>
                    <a:pt x="62612" y="60716"/>
                  </a:lnTo>
                  <a:lnTo>
                    <a:pt x="62244" y="60082"/>
                  </a:lnTo>
                  <a:lnTo>
                    <a:pt x="61783" y="58011"/>
                  </a:lnTo>
                  <a:lnTo>
                    <a:pt x="61234" y="56339"/>
                  </a:lnTo>
                  <a:lnTo>
                    <a:pt x="60938" y="55756"/>
                  </a:lnTo>
                  <a:lnTo>
                    <a:pt x="60767" y="55729"/>
                  </a:lnTo>
                  <a:lnTo>
                    <a:pt x="60594" y="56114"/>
                  </a:lnTo>
                  <a:lnTo>
                    <a:pt x="60516" y="57023"/>
                  </a:lnTo>
                  <a:lnTo>
                    <a:pt x="60802" y="60897"/>
                  </a:lnTo>
                  <a:lnTo>
                    <a:pt x="60562" y="62471"/>
                  </a:lnTo>
                  <a:lnTo>
                    <a:pt x="59830" y="63679"/>
                  </a:lnTo>
                  <a:lnTo>
                    <a:pt x="58992" y="69987"/>
                  </a:lnTo>
                  <a:lnTo>
                    <a:pt x="58663" y="69189"/>
                  </a:lnTo>
                  <a:lnTo>
                    <a:pt x="55897" y="60695"/>
                  </a:lnTo>
                  <a:lnTo>
                    <a:pt x="53502" y="50172"/>
                  </a:lnTo>
                  <a:lnTo>
                    <a:pt x="53003" y="45412"/>
                  </a:lnTo>
                  <a:lnTo>
                    <a:pt x="53624" y="45130"/>
                  </a:lnTo>
                  <a:lnTo>
                    <a:pt x="54225" y="45236"/>
                  </a:lnTo>
                  <a:lnTo>
                    <a:pt x="54548" y="44502"/>
                  </a:lnTo>
                  <a:lnTo>
                    <a:pt x="54921" y="43118"/>
                  </a:lnTo>
                  <a:lnTo>
                    <a:pt x="54618" y="39899"/>
                  </a:lnTo>
                  <a:lnTo>
                    <a:pt x="55783" y="37455"/>
                  </a:lnTo>
                  <a:lnTo>
                    <a:pt x="56222" y="35806"/>
                  </a:lnTo>
                  <a:lnTo>
                    <a:pt x="56544" y="35998"/>
                  </a:lnTo>
                  <a:lnTo>
                    <a:pt x="57305" y="38800"/>
                  </a:lnTo>
                  <a:lnTo>
                    <a:pt x="58411" y="40410"/>
                  </a:lnTo>
                  <a:lnTo>
                    <a:pt x="59769" y="42748"/>
                  </a:lnTo>
                  <a:lnTo>
                    <a:pt x="60610" y="43277"/>
                  </a:lnTo>
                  <a:lnTo>
                    <a:pt x="59547" y="40826"/>
                  </a:lnTo>
                  <a:lnTo>
                    <a:pt x="57711" y="37600"/>
                  </a:lnTo>
                  <a:lnTo>
                    <a:pt x="57197" y="35480"/>
                  </a:lnTo>
                  <a:lnTo>
                    <a:pt x="56710" y="32529"/>
                  </a:lnTo>
                  <a:lnTo>
                    <a:pt x="55992" y="33808"/>
                  </a:lnTo>
                  <a:lnTo>
                    <a:pt x="55659" y="34883"/>
                  </a:lnTo>
                  <a:lnTo>
                    <a:pt x="55288" y="35494"/>
                  </a:lnTo>
                  <a:lnTo>
                    <a:pt x="54965" y="34761"/>
                  </a:lnTo>
                  <a:lnTo>
                    <a:pt x="54907" y="33808"/>
                  </a:lnTo>
                  <a:lnTo>
                    <a:pt x="53825" y="33622"/>
                  </a:lnTo>
                  <a:lnTo>
                    <a:pt x="53547" y="32757"/>
                  </a:lnTo>
                  <a:lnTo>
                    <a:pt x="53260" y="32273"/>
                  </a:lnTo>
                  <a:lnTo>
                    <a:pt x="53391" y="34112"/>
                  </a:lnTo>
                  <a:lnTo>
                    <a:pt x="53604" y="35249"/>
                  </a:lnTo>
                  <a:lnTo>
                    <a:pt x="53490" y="36618"/>
                  </a:lnTo>
                  <a:lnTo>
                    <a:pt x="53138" y="36715"/>
                  </a:lnTo>
                  <a:lnTo>
                    <a:pt x="52837" y="35297"/>
                  </a:lnTo>
                  <a:lnTo>
                    <a:pt x="52452" y="34016"/>
                  </a:lnTo>
                  <a:lnTo>
                    <a:pt x="51939" y="28653"/>
                  </a:lnTo>
                  <a:lnTo>
                    <a:pt x="50709" y="26125"/>
                  </a:lnTo>
                  <a:lnTo>
                    <a:pt x="50146" y="25284"/>
                  </a:lnTo>
                  <a:lnTo>
                    <a:pt x="49681" y="24966"/>
                  </a:lnTo>
                  <a:lnTo>
                    <a:pt x="48997" y="23248"/>
                  </a:lnTo>
                  <a:lnTo>
                    <a:pt x="48093" y="22329"/>
                  </a:lnTo>
                  <a:lnTo>
                    <a:pt x="46862" y="19659"/>
                  </a:lnTo>
                  <a:lnTo>
                    <a:pt x="45352" y="17749"/>
                  </a:lnTo>
                  <a:lnTo>
                    <a:pt x="43508" y="17072"/>
                  </a:lnTo>
                  <a:lnTo>
                    <a:pt x="41266" y="17488"/>
                  </a:lnTo>
                  <a:lnTo>
                    <a:pt x="40511" y="18550"/>
                  </a:lnTo>
                  <a:lnTo>
                    <a:pt x="39998" y="19898"/>
                  </a:lnTo>
                  <a:lnTo>
                    <a:pt x="39760" y="20524"/>
                  </a:lnTo>
                  <a:lnTo>
                    <a:pt x="38435" y="22069"/>
                  </a:lnTo>
                  <a:lnTo>
                    <a:pt x="37933" y="24304"/>
                  </a:lnTo>
                  <a:lnTo>
                    <a:pt x="37617" y="26188"/>
                  </a:lnTo>
                  <a:lnTo>
                    <a:pt x="36957" y="28326"/>
                  </a:lnTo>
                  <a:lnTo>
                    <a:pt x="37710" y="29618"/>
                  </a:lnTo>
                  <a:lnTo>
                    <a:pt x="33391" y="36882"/>
                  </a:lnTo>
                  <a:lnTo>
                    <a:pt x="32536" y="37937"/>
                  </a:lnTo>
                  <a:lnTo>
                    <a:pt x="30595" y="38682"/>
                  </a:lnTo>
                  <a:lnTo>
                    <a:pt x="30148" y="39459"/>
                  </a:lnTo>
                  <a:lnTo>
                    <a:pt x="29556" y="40895"/>
                  </a:lnTo>
                  <a:lnTo>
                    <a:pt x="29477" y="43079"/>
                  </a:lnTo>
                  <a:lnTo>
                    <a:pt x="29566" y="44938"/>
                  </a:lnTo>
                  <a:lnTo>
                    <a:pt x="30130" y="46370"/>
                  </a:lnTo>
                  <a:lnTo>
                    <a:pt x="30631" y="47274"/>
                  </a:lnTo>
                  <a:lnTo>
                    <a:pt x="31835" y="51598"/>
                  </a:lnTo>
                  <a:lnTo>
                    <a:pt x="33973" y="57053"/>
                  </a:lnTo>
                  <a:lnTo>
                    <a:pt x="34378" y="59040"/>
                  </a:lnTo>
                  <a:lnTo>
                    <a:pt x="34709" y="61988"/>
                  </a:lnTo>
                  <a:lnTo>
                    <a:pt x="34064" y="63371"/>
                  </a:lnTo>
                  <a:lnTo>
                    <a:pt x="33566" y="63956"/>
                  </a:lnTo>
                  <a:lnTo>
                    <a:pt x="31532" y="64186"/>
                  </a:lnTo>
                  <a:lnTo>
                    <a:pt x="30831" y="65367"/>
                  </a:lnTo>
                  <a:lnTo>
                    <a:pt x="30546" y="67170"/>
                  </a:lnTo>
                  <a:lnTo>
                    <a:pt x="29788" y="68639"/>
                  </a:lnTo>
                  <a:lnTo>
                    <a:pt x="27166" y="70095"/>
                  </a:lnTo>
                  <a:lnTo>
                    <a:pt x="25108" y="70261"/>
                  </a:lnTo>
                  <a:lnTo>
                    <a:pt x="24467" y="68574"/>
                  </a:lnTo>
                  <a:lnTo>
                    <a:pt x="24313" y="63836"/>
                  </a:lnTo>
                  <a:lnTo>
                    <a:pt x="22926" y="55750"/>
                  </a:lnTo>
                  <a:lnTo>
                    <a:pt x="22595" y="50177"/>
                  </a:lnTo>
                  <a:lnTo>
                    <a:pt x="22249" y="50869"/>
                  </a:lnTo>
                  <a:lnTo>
                    <a:pt x="21514" y="51517"/>
                  </a:lnTo>
                  <a:lnTo>
                    <a:pt x="21266" y="52902"/>
                  </a:lnTo>
                  <a:lnTo>
                    <a:pt x="21081" y="57013"/>
                  </a:lnTo>
                  <a:lnTo>
                    <a:pt x="20810" y="58415"/>
                  </a:lnTo>
                  <a:lnTo>
                    <a:pt x="20242" y="58281"/>
                  </a:lnTo>
                  <a:lnTo>
                    <a:pt x="19077" y="56809"/>
                  </a:lnTo>
                  <a:lnTo>
                    <a:pt x="17529" y="55453"/>
                  </a:lnTo>
                  <a:lnTo>
                    <a:pt x="15555" y="46744"/>
                  </a:lnTo>
                  <a:lnTo>
                    <a:pt x="15340" y="45105"/>
                  </a:lnTo>
                  <a:lnTo>
                    <a:pt x="14957" y="43150"/>
                  </a:lnTo>
                  <a:lnTo>
                    <a:pt x="13430" y="42326"/>
                  </a:lnTo>
                  <a:lnTo>
                    <a:pt x="12130" y="40859"/>
                  </a:lnTo>
                  <a:lnTo>
                    <a:pt x="10709" y="40632"/>
                  </a:lnTo>
                  <a:lnTo>
                    <a:pt x="9983" y="41458"/>
                  </a:lnTo>
                  <a:lnTo>
                    <a:pt x="9241" y="40407"/>
                  </a:lnTo>
                  <a:lnTo>
                    <a:pt x="9113" y="38024"/>
                  </a:lnTo>
                  <a:lnTo>
                    <a:pt x="7624" y="39093"/>
                  </a:lnTo>
                  <a:lnTo>
                    <a:pt x="5712" y="38722"/>
                  </a:lnTo>
                  <a:lnTo>
                    <a:pt x="4002" y="37701"/>
                  </a:lnTo>
                  <a:lnTo>
                    <a:pt x="2833" y="38246"/>
                  </a:lnTo>
                  <a:lnTo>
                    <a:pt x="1855" y="39935"/>
                  </a:lnTo>
                  <a:lnTo>
                    <a:pt x="1990" y="44274"/>
                  </a:lnTo>
                  <a:lnTo>
                    <a:pt x="1703" y="45127"/>
                  </a:lnTo>
                  <a:lnTo>
                    <a:pt x="1657" y="43356"/>
                  </a:lnTo>
                  <a:lnTo>
                    <a:pt x="1317" y="41316"/>
                  </a:lnTo>
                  <a:lnTo>
                    <a:pt x="908" y="39625"/>
                  </a:lnTo>
                  <a:lnTo>
                    <a:pt x="45" y="37877"/>
                  </a:lnTo>
                  <a:lnTo>
                    <a:pt x="0" y="37234"/>
                  </a:lnTo>
                  <a:lnTo>
                    <a:pt x="342" y="36347"/>
                  </a:lnTo>
                  <a:lnTo>
                    <a:pt x="1907" y="33814"/>
                  </a:lnTo>
                  <a:lnTo>
                    <a:pt x="2100" y="32755"/>
                  </a:lnTo>
                  <a:lnTo>
                    <a:pt x="2125" y="30550"/>
                  </a:lnTo>
                  <a:lnTo>
                    <a:pt x="1975" y="28442"/>
                  </a:lnTo>
                  <a:lnTo>
                    <a:pt x="1269" y="25338"/>
                  </a:lnTo>
                  <a:lnTo>
                    <a:pt x="1672" y="23418"/>
                  </a:lnTo>
                  <a:lnTo>
                    <a:pt x="2479" y="21878"/>
                  </a:lnTo>
                  <a:lnTo>
                    <a:pt x="3306" y="20662"/>
                  </a:lnTo>
                  <a:lnTo>
                    <a:pt x="3446" y="20146"/>
                  </a:lnTo>
                  <a:lnTo>
                    <a:pt x="3293" y="19092"/>
                  </a:lnTo>
                  <a:lnTo>
                    <a:pt x="2811" y="17953"/>
                  </a:lnTo>
                  <a:lnTo>
                    <a:pt x="1680" y="16015"/>
                  </a:lnTo>
                  <a:lnTo>
                    <a:pt x="1001" y="15889"/>
                  </a:lnTo>
                  <a:lnTo>
                    <a:pt x="972" y="10311"/>
                  </a:lnTo>
                  <a:lnTo>
                    <a:pt x="1006" y="4393"/>
                  </a:lnTo>
                  <a:lnTo>
                    <a:pt x="1177" y="3806"/>
                  </a:lnTo>
                  <a:lnTo>
                    <a:pt x="1592" y="3452"/>
                  </a:lnTo>
                  <a:lnTo>
                    <a:pt x="1923" y="2552"/>
                  </a:lnTo>
                  <a:lnTo>
                    <a:pt x="2109" y="799"/>
                  </a:lnTo>
                  <a:lnTo>
                    <a:pt x="2604" y="178"/>
                  </a:lnTo>
                  <a:lnTo>
                    <a:pt x="3497" y="1529"/>
                  </a:lnTo>
                  <a:lnTo>
                    <a:pt x="4410" y="2718"/>
                  </a:lnTo>
                  <a:lnTo>
                    <a:pt x="4788" y="2322"/>
                  </a:lnTo>
                  <a:lnTo>
                    <a:pt x="5072" y="1744"/>
                  </a:lnTo>
                  <a:lnTo>
                    <a:pt x="5271" y="1171"/>
                  </a:lnTo>
                  <a:lnTo>
                    <a:pt x="5337" y="626"/>
                  </a:lnTo>
                  <a:lnTo>
                    <a:pt x="6064" y="2204"/>
                  </a:lnTo>
                  <a:lnTo>
                    <a:pt x="7555" y="5002"/>
                  </a:lnTo>
                  <a:lnTo>
                    <a:pt x="7643" y="6380"/>
                  </a:lnTo>
                  <a:lnTo>
                    <a:pt x="7502" y="7700"/>
                  </a:lnTo>
                  <a:lnTo>
                    <a:pt x="7912" y="11484"/>
                  </a:lnTo>
                  <a:lnTo>
                    <a:pt x="8687" y="12033"/>
                  </a:lnTo>
                  <a:lnTo>
                    <a:pt x="9464" y="11300"/>
                  </a:lnTo>
                  <a:lnTo>
                    <a:pt x="9657" y="11999"/>
                  </a:lnTo>
                  <a:lnTo>
                    <a:pt x="9513" y="12698"/>
                  </a:lnTo>
                  <a:lnTo>
                    <a:pt x="9113" y="13480"/>
                  </a:lnTo>
                  <a:lnTo>
                    <a:pt x="9012" y="16735"/>
                  </a:lnTo>
                  <a:lnTo>
                    <a:pt x="10288" y="18254"/>
                  </a:lnTo>
                  <a:lnTo>
                    <a:pt x="10926" y="19590"/>
                  </a:lnTo>
                  <a:lnTo>
                    <a:pt x="13040" y="18963"/>
                  </a:lnTo>
                  <a:lnTo>
                    <a:pt x="13820" y="19317"/>
                  </a:lnTo>
                  <a:lnTo>
                    <a:pt x="14351" y="18929"/>
                  </a:lnTo>
                  <a:lnTo>
                    <a:pt x="13761" y="16318"/>
                  </a:lnTo>
                  <a:lnTo>
                    <a:pt x="12971" y="14384"/>
                  </a:lnTo>
                  <a:lnTo>
                    <a:pt x="13037" y="13516"/>
                  </a:lnTo>
                  <a:lnTo>
                    <a:pt x="13636" y="14158"/>
                  </a:lnTo>
                  <a:lnTo>
                    <a:pt x="14094" y="15475"/>
                  </a:lnTo>
                  <a:lnTo>
                    <a:pt x="15134" y="17106"/>
                  </a:lnTo>
                  <a:lnTo>
                    <a:pt x="17051" y="22777"/>
                  </a:lnTo>
                  <a:lnTo>
                    <a:pt x="19247" y="24150"/>
                  </a:lnTo>
                  <a:lnTo>
                    <a:pt x="20985" y="23968"/>
                  </a:lnTo>
                  <a:lnTo>
                    <a:pt x="22604" y="23202"/>
                  </a:lnTo>
                  <a:lnTo>
                    <a:pt x="25187" y="20998"/>
                  </a:lnTo>
                  <a:lnTo>
                    <a:pt x="27054" y="17019"/>
                  </a:lnTo>
                  <a:lnTo>
                    <a:pt x="28545" y="15244"/>
                  </a:lnTo>
                  <a:lnTo>
                    <a:pt x="33376" y="11463"/>
                  </a:lnTo>
                  <a:lnTo>
                    <a:pt x="35092" y="7509"/>
                  </a:lnTo>
                  <a:lnTo>
                    <a:pt x="35816" y="6989"/>
                  </a:lnTo>
                  <a:lnTo>
                    <a:pt x="36506" y="6494"/>
                  </a:lnTo>
                  <a:lnTo>
                    <a:pt x="38025" y="3503"/>
                  </a:lnTo>
                  <a:lnTo>
                    <a:pt x="38840" y="1171"/>
                  </a:lnTo>
                  <a:lnTo>
                    <a:pt x="39703" y="0"/>
                  </a:lnTo>
                  <a:lnTo>
                    <a:pt x="42256" y="845"/>
                  </a:lnTo>
                  <a:lnTo>
                    <a:pt x="43911" y="1947"/>
                  </a:lnTo>
                  <a:lnTo>
                    <a:pt x="45055" y="1804"/>
                  </a:lnTo>
                  <a:lnTo>
                    <a:pt x="46154" y="2582"/>
                  </a:lnTo>
                  <a:lnTo>
                    <a:pt x="46634" y="4280"/>
                  </a:lnTo>
                  <a:lnTo>
                    <a:pt x="47133" y="5005"/>
                  </a:lnTo>
                  <a:lnTo>
                    <a:pt x="49834" y="4819"/>
                  </a:lnTo>
                  <a:lnTo>
                    <a:pt x="52050" y="5660"/>
                  </a:lnTo>
                  <a:lnTo>
                    <a:pt x="56902" y="10684"/>
                  </a:lnTo>
                  <a:lnTo>
                    <a:pt x="59802" y="15653"/>
                  </a:lnTo>
                  <a:lnTo>
                    <a:pt x="61339" y="209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1721844" y="4352799"/>
              <a:ext cx="691" cy="2640"/>
            </a:xfrm>
            <a:custGeom>
              <a:avLst/>
              <a:pathLst>
                <a:path w="691" h="2640">
                  <a:moveTo>
                    <a:pt x="691" y="2190"/>
                  </a:moveTo>
                  <a:lnTo>
                    <a:pt x="577" y="2640"/>
                  </a:lnTo>
                  <a:lnTo>
                    <a:pt x="339" y="2259"/>
                  </a:lnTo>
                  <a:lnTo>
                    <a:pt x="92" y="1402"/>
                  </a:lnTo>
                  <a:lnTo>
                    <a:pt x="0" y="502"/>
                  </a:lnTo>
                  <a:lnTo>
                    <a:pt x="230" y="0"/>
                  </a:lnTo>
                  <a:lnTo>
                    <a:pt x="535" y="305"/>
                  </a:lnTo>
                  <a:lnTo>
                    <a:pt x="683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2262879" y="3635304"/>
              <a:ext cx="145592" cy="540861"/>
            </a:xfrm>
            <a:custGeom>
              <a:avLst/>
              <a:pathLst>
                <a:path w="145592" h="540861">
                  <a:moveTo>
                    <a:pt x="130854" y="123934"/>
                  </a:moveTo>
                  <a:lnTo>
                    <a:pt x="130784" y="125861"/>
                  </a:lnTo>
                  <a:lnTo>
                    <a:pt x="130417" y="126632"/>
                  </a:lnTo>
                  <a:lnTo>
                    <a:pt x="129848" y="126805"/>
                  </a:lnTo>
                  <a:lnTo>
                    <a:pt x="128980" y="125431"/>
                  </a:lnTo>
                  <a:lnTo>
                    <a:pt x="128345" y="125772"/>
                  </a:lnTo>
                  <a:lnTo>
                    <a:pt x="127710" y="125861"/>
                  </a:lnTo>
                  <a:lnTo>
                    <a:pt x="126815" y="124260"/>
                  </a:lnTo>
                  <a:lnTo>
                    <a:pt x="126507" y="122684"/>
                  </a:lnTo>
                  <a:lnTo>
                    <a:pt x="125805" y="121397"/>
                  </a:lnTo>
                  <a:lnTo>
                    <a:pt x="124355" y="121914"/>
                  </a:lnTo>
                  <a:lnTo>
                    <a:pt x="123159" y="121946"/>
                  </a:lnTo>
                  <a:lnTo>
                    <a:pt x="122158" y="121657"/>
                  </a:lnTo>
                  <a:lnTo>
                    <a:pt x="121261" y="122084"/>
                  </a:lnTo>
                  <a:lnTo>
                    <a:pt x="120496" y="123746"/>
                  </a:lnTo>
                  <a:lnTo>
                    <a:pt x="119925" y="125688"/>
                  </a:lnTo>
                  <a:lnTo>
                    <a:pt x="119257" y="127319"/>
                  </a:lnTo>
                  <a:lnTo>
                    <a:pt x="117294" y="128404"/>
                  </a:lnTo>
                  <a:lnTo>
                    <a:pt x="116249" y="128433"/>
                  </a:lnTo>
                  <a:lnTo>
                    <a:pt x="115308" y="129500"/>
                  </a:lnTo>
                  <a:lnTo>
                    <a:pt x="113910" y="129893"/>
                  </a:lnTo>
                  <a:lnTo>
                    <a:pt x="112954" y="130842"/>
                  </a:lnTo>
                  <a:lnTo>
                    <a:pt x="111262" y="131361"/>
                  </a:lnTo>
                  <a:lnTo>
                    <a:pt x="109233" y="131866"/>
                  </a:lnTo>
                  <a:lnTo>
                    <a:pt x="108100" y="133312"/>
                  </a:lnTo>
                  <a:lnTo>
                    <a:pt x="107648" y="133941"/>
                  </a:lnTo>
                  <a:lnTo>
                    <a:pt x="106496" y="135941"/>
                  </a:lnTo>
                  <a:lnTo>
                    <a:pt x="104491" y="139092"/>
                  </a:lnTo>
                  <a:lnTo>
                    <a:pt x="103385" y="140189"/>
                  </a:lnTo>
                  <a:lnTo>
                    <a:pt x="102049" y="143594"/>
                  </a:lnTo>
                  <a:lnTo>
                    <a:pt x="100445" y="146794"/>
                  </a:lnTo>
                  <a:lnTo>
                    <a:pt x="99405" y="148496"/>
                  </a:lnTo>
                  <a:lnTo>
                    <a:pt x="97872" y="149281"/>
                  </a:lnTo>
                  <a:lnTo>
                    <a:pt x="97237" y="150138"/>
                  </a:lnTo>
                  <a:lnTo>
                    <a:pt x="97003" y="151171"/>
                  </a:lnTo>
                  <a:lnTo>
                    <a:pt x="97137" y="152369"/>
                  </a:lnTo>
                  <a:lnTo>
                    <a:pt x="96878" y="155451"/>
                  </a:lnTo>
                  <a:lnTo>
                    <a:pt x="96410" y="161144"/>
                  </a:lnTo>
                  <a:lnTo>
                    <a:pt x="96281" y="163935"/>
                  </a:lnTo>
                  <a:lnTo>
                    <a:pt x="96169" y="165271"/>
                  </a:lnTo>
                  <a:lnTo>
                    <a:pt x="95154" y="169842"/>
                  </a:lnTo>
                  <a:lnTo>
                    <a:pt x="94063" y="174092"/>
                  </a:lnTo>
                  <a:lnTo>
                    <a:pt x="93528" y="176909"/>
                  </a:lnTo>
                  <a:lnTo>
                    <a:pt x="93227" y="178969"/>
                  </a:lnTo>
                  <a:lnTo>
                    <a:pt x="93561" y="180683"/>
                  </a:lnTo>
                  <a:lnTo>
                    <a:pt x="94008" y="183762"/>
                  </a:lnTo>
                  <a:lnTo>
                    <a:pt x="94380" y="186235"/>
                  </a:lnTo>
                  <a:lnTo>
                    <a:pt x="94484" y="187906"/>
                  </a:lnTo>
                  <a:lnTo>
                    <a:pt x="94357" y="189825"/>
                  </a:lnTo>
                  <a:lnTo>
                    <a:pt x="93896" y="191579"/>
                  </a:lnTo>
                  <a:lnTo>
                    <a:pt x="93172" y="192728"/>
                  </a:lnTo>
                  <a:lnTo>
                    <a:pt x="92192" y="193042"/>
                  </a:lnTo>
                  <a:lnTo>
                    <a:pt x="90185" y="196138"/>
                  </a:lnTo>
                  <a:lnTo>
                    <a:pt x="87945" y="200698"/>
                  </a:lnTo>
                  <a:lnTo>
                    <a:pt x="87213" y="202825"/>
                  </a:lnTo>
                  <a:lnTo>
                    <a:pt x="87004" y="204827"/>
                  </a:lnTo>
                  <a:lnTo>
                    <a:pt x="86678" y="207970"/>
                  </a:lnTo>
                  <a:lnTo>
                    <a:pt x="86812" y="209600"/>
                  </a:lnTo>
                  <a:lnTo>
                    <a:pt x="87212" y="210714"/>
                  </a:lnTo>
                  <a:lnTo>
                    <a:pt x="87614" y="213374"/>
                  </a:lnTo>
                  <a:lnTo>
                    <a:pt x="87647" y="214748"/>
                  </a:lnTo>
                  <a:lnTo>
                    <a:pt x="87313" y="215519"/>
                  </a:lnTo>
                  <a:lnTo>
                    <a:pt x="86678" y="215692"/>
                  </a:lnTo>
                  <a:lnTo>
                    <a:pt x="86110" y="215948"/>
                  </a:lnTo>
                  <a:lnTo>
                    <a:pt x="85676" y="216635"/>
                  </a:lnTo>
                  <a:lnTo>
                    <a:pt x="85242" y="216462"/>
                  </a:lnTo>
                  <a:lnTo>
                    <a:pt x="84840" y="216806"/>
                  </a:lnTo>
                  <a:lnTo>
                    <a:pt x="84840" y="217922"/>
                  </a:lnTo>
                  <a:lnTo>
                    <a:pt x="84974" y="219209"/>
                  </a:lnTo>
                  <a:lnTo>
                    <a:pt x="84907" y="220580"/>
                  </a:lnTo>
                  <a:lnTo>
                    <a:pt x="84640" y="221440"/>
                  </a:lnTo>
                  <a:lnTo>
                    <a:pt x="84406" y="222040"/>
                  </a:lnTo>
                  <a:lnTo>
                    <a:pt x="84640" y="222897"/>
                  </a:lnTo>
                  <a:lnTo>
                    <a:pt x="85041" y="223670"/>
                  </a:lnTo>
                  <a:lnTo>
                    <a:pt x="85642" y="224957"/>
                  </a:lnTo>
                  <a:lnTo>
                    <a:pt x="86477" y="227445"/>
                  </a:lnTo>
                  <a:lnTo>
                    <a:pt x="87112" y="227875"/>
                  </a:lnTo>
                  <a:lnTo>
                    <a:pt x="87647" y="228732"/>
                  </a:lnTo>
                  <a:lnTo>
                    <a:pt x="87714" y="230105"/>
                  </a:lnTo>
                  <a:lnTo>
                    <a:pt x="87514" y="231476"/>
                  </a:lnTo>
                  <a:lnTo>
                    <a:pt x="87045" y="232076"/>
                  </a:lnTo>
                  <a:lnTo>
                    <a:pt x="87012" y="233280"/>
                  </a:lnTo>
                  <a:lnTo>
                    <a:pt x="87647" y="234737"/>
                  </a:lnTo>
                  <a:lnTo>
                    <a:pt x="88082" y="235767"/>
                  </a:lnTo>
                  <a:lnTo>
                    <a:pt x="88516" y="237311"/>
                  </a:lnTo>
                  <a:lnTo>
                    <a:pt x="88917" y="239455"/>
                  </a:lnTo>
                  <a:lnTo>
                    <a:pt x="88917" y="240829"/>
                  </a:lnTo>
                  <a:lnTo>
                    <a:pt x="89351" y="242543"/>
                  </a:lnTo>
                  <a:lnTo>
                    <a:pt x="89618" y="244003"/>
                  </a:lnTo>
                  <a:lnTo>
                    <a:pt x="89618" y="245376"/>
                  </a:lnTo>
                  <a:lnTo>
                    <a:pt x="90320" y="246747"/>
                  </a:lnTo>
                  <a:lnTo>
                    <a:pt x="90922" y="247777"/>
                  </a:lnTo>
                  <a:lnTo>
                    <a:pt x="91356" y="248721"/>
                  </a:lnTo>
                  <a:lnTo>
                    <a:pt x="91790" y="249321"/>
                  </a:lnTo>
                  <a:lnTo>
                    <a:pt x="91890" y="250351"/>
                  </a:lnTo>
                  <a:lnTo>
                    <a:pt x="91832" y="251912"/>
                  </a:lnTo>
                  <a:lnTo>
                    <a:pt x="92457" y="254483"/>
                  </a:lnTo>
                  <a:lnTo>
                    <a:pt x="93600" y="256414"/>
                  </a:lnTo>
                  <a:lnTo>
                    <a:pt x="94527" y="259213"/>
                  </a:lnTo>
                  <a:lnTo>
                    <a:pt x="95126" y="261245"/>
                  </a:lnTo>
                  <a:lnTo>
                    <a:pt x="96237" y="264505"/>
                  </a:lnTo>
                  <a:lnTo>
                    <a:pt x="96279" y="268257"/>
                  </a:lnTo>
                  <a:lnTo>
                    <a:pt x="94904" y="272559"/>
                  </a:lnTo>
                  <a:lnTo>
                    <a:pt x="93528" y="276865"/>
                  </a:lnTo>
                  <a:lnTo>
                    <a:pt x="95779" y="276746"/>
                  </a:lnTo>
                  <a:lnTo>
                    <a:pt x="98075" y="276833"/>
                  </a:lnTo>
                  <a:lnTo>
                    <a:pt x="100478" y="278065"/>
                  </a:lnTo>
                  <a:lnTo>
                    <a:pt x="102097" y="279251"/>
                  </a:lnTo>
                  <a:lnTo>
                    <a:pt x="103084" y="279782"/>
                  </a:lnTo>
                  <a:lnTo>
                    <a:pt x="103786" y="281155"/>
                  </a:lnTo>
                  <a:lnTo>
                    <a:pt x="104120" y="283300"/>
                  </a:lnTo>
                  <a:lnTo>
                    <a:pt x="104387" y="285051"/>
                  </a:lnTo>
                  <a:lnTo>
                    <a:pt x="104454" y="287588"/>
                  </a:lnTo>
                  <a:lnTo>
                    <a:pt x="105457" y="289648"/>
                  </a:lnTo>
                  <a:lnTo>
                    <a:pt x="105385" y="291602"/>
                  </a:lnTo>
                  <a:lnTo>
                    <a:pt x="105356" y="294366"/>
                  </a:lnTo>
                  <a:lnTo>
                    <a:pt x="105801" y="294409"/>
                  </a:lnTo>
                  <a:lnTo>
                    <a:pt x="108741" y="294421"/>
                  </a:lnTo>
                  <a:lnTo>
                    <a:pt x="111957" y="294435"/>
                  </a:lnTo>
                  <a:lnTo>
                    <a:pt x="115048" y="293919"/>
                  </a:lnTo>
                  <a:lnTo>
                    <a:pt x="116216" y="293252"/>
                  </a:lnTo>
                  <a:lnTo>
                    <a:pt x="117627" y="289896"/>
                  </a:lnTo>
                  <a:lnTo>
                    <a:pt x="118473" y="288901"/>
                  </a:lnTo>
                  <a:lnTo>
                    <a:pt x="119290" y="287334"/>
                  </a:lnTo>
                  <a:lnTo>
                    <a:pt x="120283" y="284477"/>
                  </a:lnTo>
                  <a:lnTo>
                    <a:pt x="121068" y="283184"/>
                  </a:lnTo>
                  <a:lnTo>
                    <a:pt x="121733" y="281600"/>
                  </a:lnTo>
                  <a:lnTo>
                    <a:pt x="122723" y="280013"/>
                  </a:lnTo>
                  <a:lnTo>
                    <a:pt x="123132" y="278838"/>
                  </a:lnTo>
                  <a:lnTo>
                    <a:pt x="123466" y="278408"/>
                  </a:lnTo>
                  <a:lnTo>
                    <a:pt x="124235" y="277635"/>
                  </a:lnTo>
                  <a:lnTo>
                    <a:pt x="123901" y="279182"/>
                  </a:lnTo>
                  <a:lnTo>
                    <a:pt x="123646" y="280766"/>
                  </a:lnTo>
                  <a:lnTo>
                    <a:pt x="123567" y="283043"/>
                  </a:lnTo>
                  <a:lnTo>
                    <a:pt x="123934" y="285527"/>
                  </a:lnTo>
                  <a:lnTo>
                    <a:pt x="123629" y="287386"/>
                  </a:lnTo>
                  <a:lnTo>
                    <a:pt x="123132" y="289048"/>
                  </a:lnTo>
                  <a:lnTo>
                    <a:pt x="123124" y="293422"/>
                  </a:lnTo>
                  <a:lnTo>
                    <a:pt x="123114" y="299621"/>
                  </a:lnTo>
                  <a:lnTo>
                    <a:pt x="123104" y="304933"/>
                  </a:lnTo>
                  <a:lnTo>
                    <a:pt x="123093" y="311573"/>
                  </a:lnTo>
                  <a:lnTo>
                    <a:pt x="123079" y="319102"/>
                  </a:lnTo>
                  <a:lnTo>
                    <a:pt x="123070" y="324108"/>
                  </a:lnTo>
                  <a:lnTo>
                    <a:pt x="123597" y="323122"/>
                  </a:lnTo>
                  <a:lnTo>
                    <a:pt x="124325" y="322236"/>
                  </a:lnTo>
                  <a:lnTo>
                    <a:pt x="125273" y="324538"/>
                  </a:lnTo>
                  <a:lnTo>
                    <a:pt x="125948" y="325537"/>
                  </a:lnTo>
                  <a:lnTo>
                    <a:pt x="126526" y="325776"/>
                  </a:lnTo>
                  <a:lnTo>
                    <a:pt x="127120" y="325704"/>
                  </a:lnTo>
                  <a:lnTo>
                    <a:pt x="127929" y="325214"/>
                  </a:lnTo>
                  <a:lnTo>
                    <a:pt x="129699" y="323286"/>
                  </a:lnTo>
                  <a:lnTo>
                    <a:pt x="130918" y="321733"/>
                  </a:lnTo>
                  <a:lnTo>
                    <a:pt x="132306" y="321837"/>
                  </a:lnTo>
                  <a:lnTo>
                    <a:pt x="134213" y="322449"/>
                  </a:lnTo>
                  <a:lnTo>
                    <a:pt x="135311" y="322380"/>
                  </a:lnTo>
                  <a:lnTo>
                    <a:pt x="136750" y="328792"/>
                  </a:lnTo>
                  <a:lnTo>
                    <a:pt x="137804" y="333484"/>
                  </a:lnTo>
                  <a:lnTo>
                    <a:pt x="139004" y="338834"/>
                  </a:lnTo>
                  <a:lnTo>
                    <a:pt x="139971" y="343139"/>
                  </a:lnTo>
                  <a:lnTo>
                    <a:pt x="141439" y="349681"/>
                  </a:lnTo>
                  <a:lnTo>
                    <a:pt x="142706" y="355328"/>
                  </a:lnTo>
                  <a:lnTo>
                    <a:pt x="144057" y="361345"/>
                  </a:lnTo>
                  <a:lnTo>
                    <a:pt x="145592" y="368187"/>
                  </a:lnTo>
                  <a:lnTo>
                    <a:pt x="145099" y="369924"/>
                  </a:lnTo>
                  <a:lnTo>
                    <a:pt x="144699" y="371312"/>
                  </a:lnTo>
                  <a:lnTo>
                    <a:pt x="144742" y="373661"/>
                  </a:lnTo>
                  <a:lnTo>
                    <a:pt x="144136" y="374913"/>
                  </a:lnTo>
                  <a:lnTo>
                    <a:pt x="143493" y="375669"/>
                  </a:lnTo>
                  <a:lnTo>
                    <a:pt x="142733" y="377646"/>
                  </a:lnTo>
                  <a:lnTo>
                    <a:pt x="142216" y="379360"/>
                  </a:lnTo>
                  <a:lnTo>
                    <a:pt x="142194" y="381798"/>
                  </a:lnTo>
                  <a:lnTo>
                    <a:pt x="142289" y="394201"/>
                  </a:lnTo>
                  <a:lnTo>
                    <a:pt x="142160" y="397571"/>
                  </a:lnTo>
                  <a:lnTo>
                    <a:pt x="141768" y="400468"/>
                  </a:lnTo>
                  <a:lnTo>
                    <a:pt x="141362" y="401931"/>
                  </a:lnTo>
                  <a:lnTo>
                    <a:pt x="141117" y="403080"/>
                  </a:lnTo>
                  <a:lnTo>
                    <a:pt x="141705" y="405960"/>
                  </a:lnTo>
                  <a:lnTo>
                    <a:pt x="142266" y="411743"/>
                  </a:lnTo>
                  <a:lnTo>
                    <a:pt x="142690" y="412885"/>
                  </a:lnTo>
                  <a:lnTo>
                    <a:pt x="143216" y="415240"/>
                  </a:lnTo>
                  <a:lnTo>
                    <a:pt x="143456" y="417468"/>
                  </a:lnTo>
                  <a:lnTo>
                    <a:pt x="143347" y="418328"/>
                  </a:lnTo>
                  <a:lnTo>
                    <a:pt x="142295" y="419378"/>
                  </a:lnTo>
                  <a:lnTo>
                    <a:pt x="141918" y="420284"/>
                  </a:lnTo>
                  <a:lnTo>
                    <a:pt x="141819" y="423600"/>
                  </a:lnTo>
                  <a:lnTo>
                    <a:pt x="141363" y="424792"/>
                  </a:lnTo>
                  <a:lnTo>
                    <a:pt x="140592" y="426350"/>
                  </a:lnTo>
                  <a:lnTo>
                    <a:pt x="140098" y="428142"/>
                  </a:lnTo>
                  <a:lnTo>
                    <a:pt x="139677" y="429371"/>
                  </a:lnTo>
                  <a:lnTo>
                    <a:pt x="139267" y="430095"/>
                  </a:lnTo>
                  <a:lnTo>
                    <a:pt x="139066" y="432283"/>
                  </a:lnTo>
                  <a:lnTo>
                    <a:pt x="138794" y="434493"/>
                  </a:lnTo>
                  <a:lnTo>
                    <a:pt x="137833" y="435953"/>
                  </a:lnTo>
                  <a:lnTo>
                    <a:pt x="137669" y="438677"/>
                  </a:lnTo>
                  <a:lnTo>
                    <a:pt x="137658" y="440908"/>
                  </a:lnTo>
                  <a:lnTo>
                    <a:pt x="138164" y="443153"/>
                  </a:lnTo>
                  <a:lnTo>
                    <a:pt x="139817" y="447874"/>
                  </a:lnTo>
                  <a:lnTo>
                    <a:pt x="139985" y="448993"/>
                  </a:lnTo>
                  <a:lnTo>
                    <a:pt x="139044" y="451839"/>
                  </a:lnTo>
                  <a:lnTo>
                    <a:pt x="138496" y="453804"/>
                  </a:lnTo>
                  <a:lnTo>
                    <a:pt x="137154" y="459832"/>
                  </a:lnTo>
                  <a:lnTo>
                    <a:pt x="137126" y="460931"/>
                  </a:lnTo>
                  <a:lnTo>
                    <a:pt x="137460" y="463777"/>
                  </a:lnTo>
                  <a:lnTo>
                    <a:pt x="139466" y="475957"/>
                  </a:lnTo>
                  <a:lnTo>
                    <a:pt x="139807" y="476953"/>
                  </a:lnTo>
                  <a:lnTo>
                    <a:pt x="140426" y="478110"/>
                  </a:lnTo>
                  <a:lnTo>
                    <a:pt x="141438" y="477983"/>
                  </a:lnTo>
                  <a:lnTo>
                    <a:pt x="142966" y="479290"/>
                  </a:lnTo>
                  <a:lnTo>
                    <a:pt x="143710" y="480793"/>
                  </a:lnTo>
                  <a:lnTo>
                    <a:pt x="143779" y="481535"/>
                  </a:lnTo>
                  <a:lnTo>
                    <a:pt x="143606" y="482034"/>
                  </a:lnTo>
                  <a:lnTo>
                    <a:pt x="142798" y="483047"/>
                  </a:lnTo>
                  <a:lnTo>
                    <a:pt x="141898" y="484366"/>
                  </a:lnTo>
                  <a:lnTo>
                    <a:pt x="141591" y="485615"/>
                  </a:lnTo>
                  <a:lnTo>
                    <a:pt x="141528" y="487586"/>
                  </a:lnTo>
                  <a:lnTo>
                    <a:pt x="141732" y="490527"/>
                  </a:lnTo>
                  <a:lnTo>
                    <a:pt x="141342" y="491476"/>
                  </a:lnTo>
                  <a:lnTo>
                    <a:pt x="140445" y="492622"/>
                  </a:lnTo>
                  <a:lnTo>
                    <a:pt x="139671" y="494258"/>
                  </a:lnTo>
                  <a:lnTo>
                    <a:pt x="138895" y="496990"/>
                  </a:lnTo>
                  <a:lnTo>
                    <a:pt x="137579" y="501140"/>
                  </a:lnTo>
                  <a:lnTo>
                    <a:pt x="137124" y="502283"/>
                  </a:lnTo>
                  <a:lnTo>
                    <a:pt x="136926" y="503711"/>
                  </a:lnTo>
                  <a:lnTo>
                    <a:pt x="136178" y="504196"/>
                  </a:lnTo>
                  <a:lnTo>
                    <a:pt x="134779" y="507015"/>
                  </a:lnTo>
                  <a:lnTo>
                    <a:pt x="134539" y="508444"/>
                  </a:lnTo>
                  <a:lnTo>
                    <a:pt x="134767" y="509800"/>
                  </a:lnTo>
                  <a:lnTo>
                    <a:pt x="135482" y="510937"/>
                  </a:lnTo>
                  <a:lnTo>
                    <a:pt x="135964" y="512593"/>
                  </a:lnTo>
                  <a:lnTo>
                    <a:pt x="136090" y="514703"/>
                  </a:lnTo>
                  <a:lnTo>
                    <a:pt x="136090" y="516053"/>
                  </a:lnTo>
                  <a:lnTo>
                    <a:pt x="135221" y="518038"/>
                  </a:lnTo>
                  <a:lnTo>
                    <a:pt x="134090" y="520301"/>
                  </a:lnTo>
                  <a:lnTo>
                    <a:pt x="132693" y="520748"/>
                  </a:lnTo>
                  <a:lnTo>
                    <a:pt x="132164" y="521897"/>
                  </a:lnTo>
                  <a:lnTo>
                    <a:pt x="132286" y="524300"/>
                  </a:lnTo>
                  <a:lnTo>
                    <a:pt x="132735" y="527694"/>
                  </a:lnTo>
                  <a:lnTo>
                    <a:pt x="132734" y="530360"/>
                  </a:lnTo>
                  <a:lnTo>
                    <a:pt x="132307" y="533410"/>
                  </a:lnTo>
                  <a:lnTo>
                    <a:pt x="131309" y="536737"/>
                  </a:lnTo>
                  <a:lnTo>
                    <a:pt x="129782" y="539026"/>
                  </a:lnTo>
                  <a:lnTo>
                    <a:pt x="128347" y="540258"/>
                  </a:lnTo>
                  <a:lnTo>
                    <a:pt x="127213" y="540264"/>
                  </a:lnTo>
                  <a:lnTo>
                    <a:pt x="126118" y="540506"/>
                  </a:lnTo>
                  <a:lnTo>
                    <a:pt x="125649" y="540861"/>
                  </a:lnTo>
                  <a:lnTo>
                    <a:pt x="124805" y="538855"/>
                  </a:lnTo>
                  <a:lnTo>
                    <a:pt x="121054" y="532201"/>
                  </a:lnTo>
                  <a:lnTo>
                    <a:pt x="119625" y="528640"/>
                  </a:lnTo>
                  <a:lnTo>
                    <a:pt x="118303" y="526975"/>
                  </a:lnTo>
                  <a:lnTo>
                    <a:pt x="115076" y="521267"/>
                  </a:lnTo>
                  <a:lnTo>
                    <a:pt x="114754" y="519435"/>
                  </a:lnTo>
                  <a:lnTo>
                    <a:pt x="114357" y="513569"/>
                  </a:lnTo>
                  <a:lnTo>
                    <a:pt x="113938" y="511915"/>
                  </a:lnTo>
                  <a:lnTo>
                    <a:pt x="112829" y="509797"/>
                  </a:lnTo>
                  <a:lnTo>
                    <a:pt x="110041" y="506975"/>
                  </a:lnTo>
                  <a:lnTo>
                    <a:pt x="108961" y="505564"/>
                  </a:lnTo>
                  <a:lnTo>
                    <a:pt x="107827" y="502993"/>
                  </a:lnTo>
                  <a:lnTo>
                    <a:pt x="106165" y="501175"/>
                  </a:lnTo>
                  <a:lnTo>
                    <a:pt x="104355" y="497441"/>
                  </a:lnTo>
                  <a:lnTo>
                    <a:pt x="103274" y="494451"/>
                  </a:lnTo>
                  <a:lnTo>
                    <a:pt x="102064" y="492474"/>
                  </a:lnTo>
                  <a:lnTo>
                    <a:pt x="98309" y="489710"/>
                  </a:lnTo>
                  <a:lnTo>
                    <a:pt x="96424" y="486943"/>
                  </a:lnTo>
                  <a:lnTo>
                    <a:pt x="92902" y="483033"/>
                  </a:lnTo>
                  <a:lnTo>
                    <a:pt x="91334" y="480542"/>
                  </a:lnTo>
                  <a:lnTo>
                    <a:pt x="87564" y="477509"/>
                  </a:lnTo>
                  <a:lnTo>
                    <a:pt x="86444" y="476067"/>
                  </a:lnTo>
                  <a:lnTo>
                    <a:pt x="82737" y="468965"/>
                  </a:lnTo>
                  <a:lnTo>
                    <a:pt x="80138" y="466645"/>
                  </a:lnTo>
                  <a:lnTo>
                    <a:pt x="78044" y="462657"/>
                  </a:lnTo>
                  <a:lnTo>
                    <a:pt x="71722" y="454173"/>
                  </a:lnTo>
                  <a:lnTo>
                    <a:pt x="70729" y="451461"/>
                  </a:lnTo>
                  <a:lnTo>
                    <a:pt x="69762" y="447265"/>
                  </a:lnTo>
                  <a:lnTo>
                    <a:pt x="68358" y="444766"/>
                  </a:lnTo>
                  <a:lnTo>
                    <a:pt x="66781" y="439024"/>
                  </a:lnTo>
                  <a:lnTo>
                    <a:pt x="64432" y="435647"/>
                  </a:lnTo>
                  <a:lnTo>
                    <a:pt x="62174" y="431175"/>
                  </a:lnTo>
                  <a:lnTo>
                    <a:pt x="61341" y="427103"/>
                  </a:lnTo>
                  <a:lnTo>
                    <a:pt x="59843" y="421917"/>
                  </a:lnTo>
                  <a:lnTo>
                    <a:pt x="59398" y="419150"/>
                  </a:lnTo>
                  <a:lnTo>
                    <a:pt x="58088" y="416386"/>
                  </a:lnTo>
                  <a:lnTo>
                    <a:pt x="57995" y="410929"/>
                  </a:lnTo>
                  <a:lnTo>
                    <a:pt x="57081" y="408407"/>
                  </a:lnTo>
                  <a:lnTo>
                    <a:pt x="57737" y="407178"/>
                  </a:lnTo>
                  <a:lnTo>
                    <a:pt x="58430" y="406626"/>
                  </a:lnTo>
                  <a:lnTo>
                    <a:pt x="59297" y="398128"/>
                  </a:lnTo>
                  <a:lnTo>
                    <a:pt x="58840" y="393872"/>
                  </a:lnTo>
                  <a:lnTo>
                    <a:pt x="56496" y="386153"/>
                  </a:lnTo>
                  <a:lnTo>
                    <a:pt x="55635" y="382442"/>
                  </a:lnTo>
                  <a:lnTo>
                    <a:pt x="55024" y="377686"/>
                  </a:lnTo>
                  <a:lnTo>
                    <a:pt x="54082" y="374867"/>
                  </a:lnTo>
                  <a:lnTo>
                    <a:pt x="52690" y="368931"/>
                  </a:lnTo>
                  <a:lnTo>
                    <a:pt x="51837" y="363659"/>
                  </a:lnTo>
                  <a:lnTo>
                    <a:pt x="49974" y="359833"/>
                  </a:lnTo>
                  <a:lnTo>
                    <a:pt x="49467" y="358459"/>
                  </a:lnTo>
                  <a:lnTo>
                    <a:pt x="49184" y="356511"/>
                  </a:lnTo>
                  <a:lnTo>
                    <a:pt x="48148" y="355138"/>
                  </a:lnTo>
                  <a:lnTo>
                    <a:pt x="48092" y="351092"/>
                  </a:lnTo>
                  <a:lnTo>
                    <a:pt x="47370" y="343408"/>
                  </a:lnTo>
                  <a:lnTo>
                    <a:pt x="46339" y="339538"/>
                  </a:lnTo>
                  <a:lnTo>
                    <a:pt x="42619" y="332309"/>
                  </a:lnTo>
                  <a:lnTo>
                    <a:pt x="42557" y="329525"/>
                  </a:lnTo>
                  <a:lnTo>
                    <a:pt x="42261" y="324458"/>
                  </a:lnTo>
                  <a:lnTo>
                    <a:pt x="41435" y="318981"/>
                  </a:lnTo>
                  <a:lnTo>
                    <a:pt x="37299" y="301958"/>
                  </a:lnTo>
                  <a:lnTo>
                    <a:pt x="36262" y="296888"/>
                  </a:lnTo>
                  <a:lnTo>
                    <a:pt x="35226" y="288652"/>
                  </a:lnTo>
                  <a:lnTo>
                    <a:pt x="34295" y="283975"/>
                  </a:lnTo>
                  <a:lnTo>
                    <a:pt x="33269" y="275658"/>
                  </a:lnTo>
                  <a:lnTo>
                    <a:pt x="31721" y="269336"/>
                  </a:lnTo>
                  <a:lnTo>
                    <a:pt x="30749" y="263853"/>
                  </a:lnTo>
                  <a:lnTo>
                    <a:pt x="29714" y="257037"/>
                  </a:lnTo>
                  <a:lnTo>
                    <a:pt x="29625" y="253390"/>
                  </a:lnTo>
                  <a:lnTo>
                    <a:pt x="27748" y="247114"/>
                  </a:lnTo>
                  <a:lnTo>
                    <a:pt x="26748" y="241368"/>
                  </a:lnTo>
                  <a:lnTo>
                    <a:pt x="24997" y="236552"/>
                  </a:lnTo>
                  <a:lnTo>
                    <a:pt x="23289" y="232890"/>
                  </a:lnTo>
                  <a:lnTo>
                    <a:pt x="22548" y="230299"/>
                  </a:lnTo>
                  <a:lnTo>
                    <a:pt x="20113" y="217989"/>
                  </a:lnTo>
                  <a:lnTo>
                    <a:pt x="19781" y="214344"/>
                  </a:lnTo>
                  <a:lnTo>
                    <a:pt x="18121" y="207574"/>
                  </a:lnTo>
                  <a:lnTo>
                    <a:pt x="16478" y="202703"/>
                  </a:lnTo>
                  <a:lnTo>
                    <a:pt x="15439" y="198782"/>
                  </a:lnTo>
                  <a:lnTo>
                    <a:pt x="14112" y="195256"/>
                  </a:lnTo>
                  <a:lnTo>
                    <a:pt x="6041" y="184400"/>
                  </a:lnTo>
                  <a:lnTo>
                    <a:pt x="3201" y="179884"/>
                  </a:lnTo>
                  <a:lnTo>
                    <a:pt x="2239" y="177737"/>
                  </a:lnTo>
                  <a:lnTo>
                    <a:pt x="1796" y="174358"/>
                  </a:lnTo>
                  <a:lnTo>
                    <a:pt x="1982" y="172375"/>
                  </a:lnTo>
                  <a:lnTo>
                    <a:pt x="2816" y="170517"/>
                  </a:lnTo>
                  <a:lnTo>
                    <a:pt x="3969" y="171951"/>
                  </a:lnTo>
                  <a:lnTo>
                    <a:pt x="4671" y="171357"/>
                  </a:lnTo>
                  <a:lnTo>
                    <a:pt x="5223" y="168938"/>
                  </a:lnTo>
                  <a:lnTo>
                    <a:pt x="5232" y="165276"/>
                  </a:lnTo>
                  <a:lnTo>
                    <a:pt x="4528" y="160558"/>
                  </a:lnTo>
                  <a:lnTo>
                    <a:pt x="1944" y="151448"/>
                  </a:lnTo>
                  <a:lnTo>
                    <a:pt x="2139" y="149521"/>
                  </a:lnTo>
                  <a:lnTo>
                    <a:pt x="2625" y="147334"/>
                  </a:lnTo>
                  <a:lnTo>
                    <a:pt x="1628" y="142950"/>
                  </a:lnTo>
                  <a:lnTo>
                    <a:pt x="543" y="139441"/>
                  </a:lnTo>
                  <a:lnTo>
                    <a:pt x="0" y="136746"/>
                  </a:lnTo>
                  <a:lnTo>
                    <a:pt x="614" y="126485"/>
                  </a:lnTo>
                  <a:lnTo>
                    <a:pt x="1203" y="123885"/>
                  </a:lnTo>
                  <a:lnTo>
                    <a:pt x="5117" y="113465"/>
                  </a:lnTo>
                  <a:lnTo>
                    <a:pt x="6191" y="109015"/>
                  </a:lnTo>
                  <a:lnTo>
                    <a:pt x="7870" y="106271"/>
                  </a:lnTo>
                  <a:lnTo>
                    <a:pt x="9585" y="102072"/>
                  </a:lnTo>
                  <a:lnTo>
                    <a:pt x="11645" y="98875"/>
                  </a:lnTo>
                  <a:lnTo>
                    <a:pt x="11948" y="99423"/>
                  </a:lnTo>
                  <a:lnTo>
                    <a:pt x="12233" y="99960"/>
                  </a:lnTo>
                  <a:lnTo>
                    <a:pt x="12253" y="101036"/>
                  </a:lnTo>
                  <a:lnTo>
                    <a:pt x="12329" y="101965"/>
                  </a:lnTo>
                  <a:lnTo>
                    <a:pt x="12557" y="102843"/>
                  </a:lnTo>
                  <a:lnTo>
                    <a:pt x="12576" y="104456"/>
                  </a:lnTo>
                  <a:lnTo>
                    <a:pt x="12843" y="105532"/>
                  </a:lnTo>
                  <a:lnTo>
                    <a:pt x="12862" y="106753"/>
                  </a:lnTo>
                  <a:lnTo>
                    <a:pt x="12881" y="108415"/>
                  </a:lnTo>
                  <a:lnTo>
                    <a:pt x="12748" y="109246"/>
                  </a:lnTo>
                  <a:lnTo>
                    <a:pt x="12877" y="110689"/>
                  </a:lnTo>
                  <a:lnTo>
                    <a:pt x="13319" y="113349"/>
                  </a:lnTo>
                  <a:lnTo>
                    <a:pt x="13147" y="114180"/>
                  </a:lnTo>
                  <a:lnTo>
                    <a:pt x="12729" y="114717"/>
                  </a:lnTo>
                  <a:lnTo>
                    <a:pt x="12310" y="115450"/>
                  </a:lnTo>
                  <a:lnTo>
                    <a:pt x="11891" y="117112"/>
                  </a:lnTo>
                  <a:lnTo>
                    <a:pt x="11263" y="117063"/>
                  </a:lnTo>
                  <a:lnTo>
                    <a:pt x="10350" y="116330"/>
                  </a:lnTo>
                  <a:lnTo>
                    <a:pt x="9741" y="117259"/>
                  </a:lnTo>
                  <a:lnTo>
                    <a:pt x="9512" y="119017"/>
                  </a:lnTo>
                  <a:lnTo>
                    <a:pt x="9703" y="120483"/>
                  </a:lnTo>
                  <a:lnTo>
                    <a:pt x="9760" y="121853"/>
                  </a:lnTo>
                  <a:lnTo>
                    <a:pt x="10159" y="123025"/>
                  </a:lnTo>
                  <a:lnTo>
                    <a:pt x="11320" y="123123"/>
                  </a:lnTo>
                  <a:lnTo>
                    <a:pt x="10274" y="126886"/>
                  </a:lnTo>
                  <a:lnTo>
                    <a:pt x="9760" y="128594"/>
                  </a:lnTo>
                  <a:lnTo>
                    <a:pt x="9874" y="129670"/>
                  </a:lnTo>
                  <a:lnTo>
                    <a:pt x="10500" y="130597"/>
                  </a:lnTo>
                  <a:lnTo>
                    <a:pt x="10968" y="130663"/>
                  </a:lnTo>
                  <a:lnTo>
                    <a:pt x="12005" y="129278"/>
                  </a:lnTo>
                  <a:lnTo>
                    <a:pt x="12709" y="127275"/>
                  </a:lnTo>
                  <a:lnTo>
                    <a:pt x="13109" y="126153"/>
                  </a:lnTo>
                  <a:lnTo>
                    <a:pt x="13775" y="125711"/>
                  </a:lnTo>
                  <a:lnTo>
                    <a:pt x="14650" y="126641"/>
                  </a:lnTo>
                  <a:lnTo>
                    <a:pt x="15808" y="128496"/>
                  </a:lnTo>
                  <a:lnTo>
                    <a:pt x="17164" y="130138"/>
                  </a:lnTo>
                  <a:lnTo>
                    <a:pt x="17714" y="131038"/>
                  </a:lnTo>
                  <a:lnTo>
                    <a:pt x="18707" y="130779"/>
                  </a:lnTo>
                  <a:lnTo>
                    <a:pt x="19541" y="130403"/>
                  </a:lnTo>
                  <a:lnTo>
                    <a:pt x="20241" y="131754"/>
                  </a:lnTo>
                  <a:lnTo>
                    <a:pt x="20949" y="132894"/>
                  </a:lnTo>
                  <a:lnTo>
                    <a:pt x="21113" y="136778"/>
                  </a:lnTo>
                  <a:lnTo>
                    <a:pt x="21644" y="139603"/>
                  </a:lnTo>
                  <a:lnTo>
                    <a:pt x="22293" y="141784"/>
                  </a:lnTo>
                  <a:lnTo>
                    <a:pt x="23081" y="144379"/>
                  </a:lnTo>
                  <a:lnTo>
                    <a:pt x="23804" y="145259"/>
                  </a:lnTo>
                  <a:lnTo>
                    <a:pt x="24741" y="145276"/>
                  </a:lnTo>
                  <a:lnTo>
                    <a:pt x="26012" y="146234"/>
                  </a:lnTo>
                  <a:lnTo>
                    <a:pt x="26506" y="145599"/>
                  </a:lnTo>
                  <a:lnTo>
                    <a:pt x="26944" y="143793"/>
                  </a:lnTo>
                  <a:lnTo>
                    <a:pt x="27173" y="142766"/>
                  </a:lnTo>
                  <a:lnTo>
                    <a:pt x="27819" y="142327"/>
                  </a:lnTo>
                  <a:lnTo>
                    <a:pt x="27877" y="141152"/>
                  </a:lnTo>
                  <a:lnTo>
                    <a:pt x="27744" y="139736"/>
                  </a:lnTo>
                  <a:lnTo>
                    <a:pt x="27953" y="138073"/>
                  </a:lnTo>
                  <a:lnTo>
                    <a:pt x="28483" y="136613"/>
                  </a:lnTo>
                  <a:lnTo>
                    <a:pt x="29846" y="134475"/>
                  </a:lnTo>
                  <a:lnTo>
                    <a:pt x="30503" y="133581"/>
                  </a:lnTo>
                  <a:lnTo>
                    <a:pt x="30636" y="132259"/>
                  </a:lnTo>
                  <a:lnTo>
                    <a:pt x="30884" y="130502"/>
                  </a:lnTo>
                  <a:lnTo>
                    <a:pt x="30788" y="129523"/>
                  </a:lnTo>
                  <a:lnTo>
                    <a:pt x="30513" y="128308"/>
                  </a:lnTo>
                  <a:lnTo>
                    <a:pt x="30579" y="126591"/>
                  </a:lnTo>
                  <a:lnTo>
                    <a:pt x="30940" y="124295"/>
                  </a:lnTo>
                  <a:lnTo>
                    <a:pt x="31454" y="121611"/>
                  </a:lnTo>
                  <a:lnTo>
                    <a:pt x="31894" y="118191"/>
                  </a:lnTo>
                  <a:lnTo>
                    <a:pt x="32063" y="116575"/>
                  </a:lnTo>
                  <a:lnTo>
                    <a:pt x="32539" y="115548"/>
                  </a:lnTo>
                  <a:lnTo>
                    <a:pt x="32719" y="114068"/>
                  </a:lnTo>
                  <a:lnTo>
                    <a:pt x="32977" y="112325"/>
                  </a:lnTo>
                  <a:lnTo>
                    <a:pt x="33567" y="110368"/>
                  </a:lnTo>
                  <a:lnTo>
                    <a:pt x="33548" y="108268"/>
                  </a:lnTo>
                  <a:lnTo>
                    <a:pt x="33795" y="107338"/>
                  </a:lnTo>
                  <a:lnTo>
                    <a:pt x="33817" y="104990"/>
                  </a:lnTo>
                  <a:lnTo>
                    <a:pt x="34401" y="100156"/>
                  </a:lnTo>
                  <a:lnTo>
                    <a:pt x="34423" y="99155"/>
                  </a:lnTo>
                  <a:lnTo>
                    <a:pt x="34680" y="98886"/>
                  </a:lnTo>
                  <a:lnTo>
                    <a:pt x="35127" y="99204"/>
                  </a:lnTo>
                  <a:lnTo>
                    <a:pt x="35512" y="100300"/>
                  </a:lnTo>
                  <a:lnTo>
                    <a:pt x="35631" y="101377"/>
                  </a:lnTo>
                  <a:lnTo>
                    <a:pt x="35793" y="101867"/>
                  </a:lnTo>
                  <a:lnTo>
                    <a:pt x="36155" y="101769"/>
                  </a:lnTo>
                  <a:lnTo>
                    <a:pt x="36574" y="101157"/>
                  </a:lnTo>
                  <a:lnTo>
                    <a:pt x="36545" y="100182"/>
                  </a:lnTo>
                  <a:lnTo>
                    <a:pt x="36240" y="99227"/>
                  </a:lnTo>
                  <a:lnTo>
                    <a:pt x="36158" y="98656"/>
                  </a:lnTo>
                  <a:lnTo>
                    <a:pt x="36288" y="97761"/>
                  </a:lnTo>
                  <a:lnTo>
                    <a:pt x="36922" y="95802"/>
                  </a:lnTo>
                  <a:lnTo>
                    <a:pt x="37616" y="93525"/>
                  </a:lnTo>
                  <a:lnTo>
                    <a:pt x="39106" y="88801"/>
                  </a:lnTo>
                  <a:lnTo>
                    <a:pt x="40002" y="86871"/>
                  </a:lnTo>
                  <a:lnTo>
                    <a:pt x="42322" y="84825"/>
                  </a:lnTo>
                  <a:lnTo>
                    <a:pt x="44077" y="83275"/>
                  </a:lnTo>
                  <a:lnTo>
                    <a:pt x="45762" y="81789"/>
                  </a:lnTo>
                  <a:lnTo>
                    <a:pt x="48047" y="79662"/>
                  </a:lnTo>
                  <a:lnTo>
                    <a:pt x="51278" y="76655"/>
                  </a:lnTo>
                  <a:lnTo>
                    <a:pt x="53598" y="74488"/>
                  </a:lnTo>
                  <a:lnTo>
                    <a:pt x="55667" y="70639"/>
                  </a:lnTo>
                  <a:lnTo>
                    <a:pt x="57269" y="67655"/>
                  </a:lnTo>
                  <a:lnTo>
                    <a:pt x="58641" y="65072"/>
                  </a:lnTo>
                  <a:lnTo>
                    <a:pt x="60380" y="61797"/>
                  </a:lnTo>
                  <a:lnTo>
                    <a:pt x="62732" y="54716"/>
                  </a:lnTo>
                  <a:lnTo>
                    <a:pt x="64354" y="49830"/>
                  </a:lnTo>
                  <a:lnTo>
                    <a:pt x="65538" y="46261"/>
                  </a:lnTo>
                  <a:lnTo>
                    <a:pt x="66356" y="44013"/>
                  </a:lnTo>
                  <a:lnTo>
                    <a:pt x="67008" y="37662"/>
                  </a:lnTo>
                  <a:lnTo>
                    <a:pt x="67753" y="30419"/>
                  </a:lnTo>
                  <a:lnTo>
                    <a:pt x="68084" y="27198"/>
                  </a:lnTo>
                  <a:lnTo>
                    <a:pt x="68226" y="26079"/>
                  </a:lnTo>
                  <a:lnTo>
                    <a:pt x="68547" y="26549"/>
                  </a:lnTo>
                  <a:lnTo>
                    <a:pt x="68915" y="27334"/>
                  </a:lnTo>
                  <a:lnTo>
                    <a:pt x="69364" y="27371"/>
                  </a:lnTo>
                  <a:lnTo>
                    <a:pt x="69787" y="27334"/>
                  </a:lnTo>
                  <a:lnTo>
                    <a:pt x="70049" y="26892"/>
                  </a:lnTo>
                  <a:lnTo>
                    <a:pt x="69658" y="19661"/>
                  </a:lnTo>
                  <a:lnTo>
                    <a:pt x="69714" y="18088"/>
                  </a:lnTo>
                  <a:lnTo>
                    <a:pt x="69937" y="16204"/>
                  </a:lnTo>
                  <a:lnTo>
                    <a:pt x="69892" y="15177"/>
                  </a:lnTo>
                  <a:lnTo>
                    <a:pt x="69179" y="13734"/>
                  </a:lnTo>
                  <a:lnTo>
                    <a:pt x="68034" y="10848"/>
                  </a:lnTo>
                  <a:lnTo>
                    <a:pt x="67559" y="8274"/>
                  </a:lnTo>
                  <a:lnTo>
                    <a:pt x="67271" y="6104"/>
                  </a:lnTo>
                  <a:lnTo>
                    <a:pt x="66470" y="4679"/>
                  </a:lnTo>
                  <a:lnTo>
                    <a:pt x="65648" y="3423"/>
                  </a:lnTo>
                  <a:lnTo>
                    <a:pt x="65714" y="2396"/>
                  </a:lnTo>
                  <a:lnTo>
                    <a:pt x="66204" y="2396"/>
                  </a:lnTo>
                  <a:lnTo>
                    <a:pt x="67444" y="3409"/>
                  </a:lnTo>
                  <a:lnTo>
                    <a:pt x="68337" y="3080"/>
                  </a:lnTo>
                  <a:lnTo>
                    <a:pt x="69003" y="2967"/>
                  </a:lnTo>
                  <a:lnTo>
                    <a:pt x="69648" y="1914"/>
                  </a:lnTo>
                  <a:lnTo>
                    <a:pt x="70337" y="0"/>
                  </a:lnTo>
                  <a:lnTo>
                    <a:pt x="70803" y="0"/>
                  </a:lnTo>
                  <a:lnTo>
                    <a:pt x="71329" y="258"/>
                  </a:lnTo>
                  <a:lnTo>
                    <a:pt x="72292" y="2214"/>
                  </a:lnTo>
                  <a:lnTo>
                    <a:pt x="72864" y="3371"/>
                  </a:lnTo>
                  <a:lnTo>
                    <a:pt x="73551" y="4327"/>
                  </a:lnTo>
                  <a:lnTo>
                    <a:pt x="74201" y="4658"/>
                  </a:lnTo>
                  <a:lnTo>
                    <a:pt x="74792" y="4774"/>
                  </a:lnTo>
                  <a:lnTo>
                    <a:pt x="75203" y="4679"/>
                  </a:lnTo>
                  <a:lnTo>
                    <a:pt x="75448" y="5992"/>
                  </a:lnTo>
                  <a:lnTo>
                    <a:pt x="75737" y="7590"/>
                  </a:lnTo>
                  <a:lnTo>
                    <a:pt x="76470" y="8672"/>
                  </a:lnTo>
                  <a:lnTo>
                    <a:pt x="77337" y="9700"/>
                  </a:lnTo>
                  <a:lnTo>
                    <a:pt x="78042" y="11469"/>
                  </a:lnTo>
                  <a:lnTo>
                    <a:pt x="78516" y="12657"/>
                  </a:lnTo>
                  <a:lnTo>
                    <a:pt x="79076" y="14063"/>
                  </a:lnTo>
                  <a:lnTo>
                    <a:pt x="79621" y="15924"/>
                  </a:lnTo>
                  <a:lnTo>
                    <a:pt x="80115" y="19196"/>
                  </a:lnTo>
                  <a:lnTo>
                    <a:pt x="80366" y="21418"/>
                  </a:lnTo>
                  <a:lnTo>
                    <a:pt x="80648" y="22653"/>
                  </a:lnTo>
                  <a:lnTo>
                    <a:pt x="80581" y="23909"/>
                  </a:lnTo>
                  <a:lnTo>
                    <a:pt x="81163" y="26182"/>
                  </a:lnTo>
                  <a:lnTo>
                    <a:pt x="81594" y="27446"/>
                  </a:lnTo>
                  <a:lnTo>
                    <a:pt x="82350" y="28249"/>
                  </a:lnTo>
                  <a:lnTo>
                    <a:pt x="83804" y="29160"/>
                  </a:lnTo>
                  <a:lnTo>
                    <a:pt x="84581" y="31215"/>
                  </a:lnTo>
                  <a:lnTo>
                    <a:pt x="85270" y="32014"/>
                  </a:lnTo>
                  <a:lnTo>
                    <a:pt x="86004" y="34127"/>
                  </a:lnTo>
                  <a:lnTo>
                    <a:pt x="86649" y="34756"/>
                  </a:lnTo>
                  <a:lnTo>
                    <a:pt x="87471" y="34643"/>
                  </a:lnTo>
                  <a:lnTo>
                    <a:pt x="88293" y="35668"/>
                  </a:lnTo>
                  <a:lnTo>
                    <a:pt x="88915" y="37664"/>
                  </a:lnTo>
                  <a:lnTo>
                    <a:pt x="89315" y="40175"/>
                  </a:lnTo>
                  <a:lnTo>
                    <a:pt x="89938" y="41603"/>
                  </a:lnTo>
                  <a:lnTo>
                    <a:pt x="90249" y="44172"/>
                  </a:lnTo>
                  <a:lnTo>
                    <a:pt x="89893" y="47193"/>
                  </a:lnTo>
                  <a:lnTo>
                    <a:pt x="90226" y="48794"/>
                  </a:lnTo>
                  <a:lnTo>
                    <a:pt x="90871" y="50104"/>
                  </a:lnTo>
                  <a:lnTo>
                    <a:pt x="91916" y="51478"/>
                  </a:lnTo>
                  <a:lnTo>
                    <a:pt x="92871" y="51135"/>
                  </a:lnTo>
                  <a:lnTo>
                    <a:pt x="93360" y="51591"/>
                  </a:lnTo>
                  <a:lnTo>
                    <a:pt x="93671" y="52849"/>
                  </a:lnTo>
                  <a:lnTo>
                    <a:pt x="93849" y="54329"/>
                  </a:lnTo>
                  <a:lnTo>
                    <a:pt x="94267" y="57962"/>
                  </a:lnTo>
                  <a:lnTo>
                    <a:pt x="94482" y="60259"/>
                  </a:lnTo>
                  <a:lnTo>
                    <a:pt x="94094" y="62484"/>
                  </a:lnTo>
                  <a:lnTo>
                    <a:pt x="93951" y="64022"/>
                  </a:lnTo>
                  <a:lnTo>
                    <a:pt x="94160" y="66085"/>
                  </a:lnTo>
                  <a:lnTo>
                    <a:pt x="95153" y="67084"/>
                  </a:lnTo>
                  <a:lnTo>
                    <a:pt x="96057" y="67903"/>
                  </a:lnTo>
                  <a:lnTo>
                    <a:pt x="96615" y="69508"/>
                  </a:lnTo>
                  <a:lnTo>
                    <a:pt x="97236" y="69935"/>
                  </a:lnTo>
                  <a:lnTo>
                    <a:pt x="98110" y="69845"/>
                  </a:lnTo>
                  <a:lnTo>
                    <a:pt x="99227" y="69453"/>
                  </a:lnTo>
                  <a:lnTo>
                    <a:pt x="99849" y="68532"/>
                  </a:lnTo>
                  <a:lnTo>
                    <a:pt x="100249" y="68255"/>
                  </a:lnTo>
                  <a:lnTo>
                    <a:pt x="100694" y="68653"/>
                  </a:lnTo>
                  <a:lnTo>
                    <a:pt x="101684" y="69536"/>
                  </a:lnTo>
                  <a:lnTo>
                    <a:pt x="102893" y="70538"/>
                  </a:lnTo>
                  <a:lnTo>
                    <a:pt x="103985" y="69958"/>
                  </a:lnTo>
                  <a:lnTo>
                    <a:pt x="104932" y="69698"/>
                  </a:lnTo>
                  <a:lnTo>
                    <a:pt x="105871" y="69112"/>
                  </a:lnTo>
                  <a:lnTo>
                    <a:pt x="106827" y="67456"/>
                  </a:lnTo>
                  <a:lnTo>
                    <a:pt x="107627" y="67514"/>
                  </a:lnTo>
                  <a:lnTo>
                    <a:pt x="108223" y="66394"/>
                  </a:lnTo>
                  <a:lnTo>
                    <a:pt x="108973" y="64593"/>
                  </a:lnTo>
                  <a:lnTo>
                    <a:pt x="109716" y="62778"/>
                  </a:lnTo>
                  <a:lnTo>
                    <a:pt x="110294" y="62377"/>
                  </a:lnTo>
                  <a:lnTo>
                    <a:pt x="111226" y="63246"/>
                  </a:lnTo>
                  <a:lnTo>
                    <a:pt x="112515" y="64489"/>
                  </a:lnTo>
                  <a:lnTo>
                    <a:pt x="113245" y="66114"/>
                  </a:lnTo>
                  <a:lnTo>
                    <a:pt x="113804" y="66544"/>
                  </a:lnTo>
                  <a:lnTo>
                    <a:pt x="114386" y="67736"/>
                  </a:lnTo>
                  <a:lnTo>
                    <a:pt x="115500" y="67759"/>
                  </a:lnTo>
                  <a:lnTo>
                    <a:pt x="116694" y="67115"/>
                  </a:lnTo>
                  <a:lnTo>
                    <a:pt x="117649" y="65116"/>
                  </a:lnTo>
                  <a:lnTo>
                    <a:pt x="118640" y="64536"/>
                  </a:lnTo>
                  <a:lnTo>
                    <a:pt x="119316" y="63976"/>
                  </a:lnTo>
                  <a:lnTo>
                    <a:pt x="119937" y="64322"/>
                  </a:lnTo>
                  <a:lnTo>
                    <a:pt x="122344" y="67970"/>
                  </a:lnTo>
                  <a:lnTo>
                    <a:pt x="123005" y="69854"/>
                  </a:lnTo>
                  <a:lnTo>
                    <a:pt x="123835" y="70223"/>
                  </a:lnTo>
                  <a:lnTo>
                    <a:pt x="124515" y="71253"/>
                  </a:lnTo>
                  <a:lnTo>
                    <a:pt x="125649" y="72364"/>
                  </a:lnTo>
                  <a:lnTo>
                    <a:pt x="126271" y="73504"/>
                  </a:lnTo>
                  <a:lnTo>
                    <a:pt x="127071" y="74191"/>
                  </a:lnTo>
                  <a:lnTo>
                    <a:pt x="127649" y="75787"/>
                  </a:lnTo>
                  <a:lnTo>
                    <a:pt x="128566" y="76771"/>
                  </a:lnTo>
                  <a:lnTo>
                    <a:pt x="129359" y="77313"/>
                  </a:lnTo>
                  <a:lnTo>
                    <a:pt x="129717" y="78597"/>
                  </a:lnTo>
                  <a:lnTo>
                    <a:pt x="129720" y="79457"/>
                  </a:lnTo>
                  <a:lnTo>
                    <a:pt x="129610" y="80032"/>
                  </a:lnTo>
                  <a:lnTo>
                    <a:pt x="128770" y="83396"/>
                  </a:lnTo>
                  <a:lnTo>
                    <a:pt x="127123" y="89993"/>
                  </a:lnTo>
                  <a:lnTo>
                    <a:pt x="125640" y="95931"/>
                  </a:lnTo>
                  <a:lnTo>
                    <a:pt x="123308" y="105278"/>
                  </a:lnTo>
                  <a:lnTo>
                    <a:pt x="122002" y="110507"/>
                  </a:lnTo>
                  <a:lnTo>
                    <a:pt x="122335" y="110726"/>
                  </a:lnTo>
                  <a:lnTo>
                    <a:pt x="124366" y="113014"/>
                  </a:lnTo>
                  <a:lnTo>
                    <a:pt x="124871" y="113101"/>
                  </a:lnTo>
                  <a:lnTo>
                    <a:pt x="125616" y="112518"/>
                  </a:lnTo>
                  <a:lnTo>
                    <a:pt x="126098" y="111606"/>
                  </a:lnTo>
                  <a:lnTo>
                    <a:pt x="126555" y="111476"/>
                  </a:lnTo>
                  <a:lnTo>
                    <a:pt x="127028" y="112359"/>
                  </a:lnTo>
                  <a:lnTo>
                    <a:pt x="127697" y="113496"/>
                  </a:lnTo>
                  <a:lnTo>
                    <a:pt x="128179" y="116818"/>
                  </a:lnTo>
                  <a:lnTo>
                    <a:pt x="128534" y="118445"/>
                  </a:lnTo>
                  <a:lnTo>
                    <a:pt x="129371" y="119686"/>
                  </a:lnTo>
                  <a:lnTo>
                    <a:pt x="130264" y="1217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4577819" y="3476275"/>
              <a:ext cx="4935" cy="8270"/>
            </a:xfrm>
            <a:custGeom>
              <a:avLst/>
              <a:pathLst>
                <a:path w="4935" h="8270">
                  <a:moveTo>
                    <a:pt x="4935" y="2467"/>
                  </a:moveTo>
                  <a:lnTo>
                    <a:pt x="4623" y="4250"/>
                  </a:lnTo>
                  <a:lnTo>
                    <a:pt x="4259" y="5075"/>
                  </a:lnTo>
                  <a:lnTo>
                    <a:pt x="3780" y="4609"/>
                  </a:lnTo>
                  <a:lnTo>
                    <a:pt x="3416" y="3684"/>
                  </a:lnTo>
                  <a:lnTo>
                    <a:pt x="3211" y="5055"/>
                  </a:lnTo>
                  <a:lnTo>
                    <a:pt x="2207" y="5583"/>
                  </a:lnTo>
                  <a:lnTo>
                    <a:pt x="1572" y="7698"/>
                  </a:lnTo>
                  <a:lnTo>
                    <a:pt x="645" y="8270"/>
                  </a:lnTo>
                  <a:lnTo>
                    <a:pt x="0" y="7994"/>
                  </a:lnTo>
                  <a:lnTo>
                    <a:pt x="67" y="6114"/>
                  </a:lnTo>
                  <a:lnTo>
                    <a:pt x="1855" y="3299"/>
                  </a:lnTo>
                  <a:lnTo>
                    <a:pt x="2971" y="2259"/>
                  </a:lnTo>
                  <a:lnTo>
                    <a:pt x="3955" y="226"/>
                  </a:lnTo>
                  <a:lnTo>
                    <a:pt x="4448" y="0"/>
                  </a:lnTo>
                  <a:lnTo>
                    <a:pt x="4694" y="165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4589959" y="3453939"/>
              <a:ext cx="6194" cy="6678"/>
            </a:xfrm>
            <a:custGeom>
              <a:avLst/>
              <a:pathLst>
                <a:path w="6194" h="6678">
                  <a:moveTo>
                    <a:pt x="3256" y="601"/>
                  </a:moveTo>
                  <a:lnTo>
                    <a:pt x="3883" y="2732"/>
                  </a:lnTo>
                  <a:lnTo>
                    <a:pt x="4674" y="2178"/>
                  </a:lnTo>
                  <a:lnTo>
                    <a:pt x="5928" y="2774"/>
                  </a:lnTo>
                  <a:lnTo>
                    <a:pt x="6194" y="3885"/>
                  </a:lnTo>
                  <a:lnTo>
                    <a:pt x="6152" y="4614"/>
                  </a:lnTo>
                  <a:lnTo>
                    <a:pt x="4811" y="6678"/>
                  </a:lnTo>
                  <a:lnTo>
                    <a:pt x="3933" y="4529"/>
                  </a:lnTo>
                  <a:lnTo>
                    <a:pt x="2378" y="5997"/>
                  </a:lnTo>
                  <a:lnTo>
                    <a:pt x="1636" y="5113"/>
                  </a:lnTo>
                  <a:lnTo>
                    <a:pt x="624" y="5904"/>
                  </a:lnTo>
                  <a:lnTo>
                    <a:pt x="0" y="4236"/>
                  </a:lnTo>
                  <a:lnTo>
                    <a:pt x="251" y="2631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4600688" y="3434888"/>
              <a:ext cx="5924" cy="9638"/>
            </a:xfrm>
            <a:custGeom>
              <a:avLst/>
              <a:pathLst>
                <a:path w="5924" h="9638">
                  <a:moveTo>
                    <a:pt x="3270" y="9231"/>
                  </a:moveTo>
                  <a:lnTo>
                    <a:pt x="2102" y="9638"/>
                  </a:lnTo>
                  <a:lnTo>
                    <a:pt x="1731" y="9600"/>
                  </a:lnTo>
                  <a:lnTo>
                    <a:pt x="819" y="6593"/>
                  </a:lnTo>
                  <a:lnTo>
                    <a:pt x="733" y="5259"/>
                  </a:lnTo>
                  <a:lnTo>
                    <a:pt x="0" y="3752"/>
                  </a:lnTo>
                  <a:lnTo>
                    <a:pt x="268" y="2265"/>
                  </a:lnTo>
                  <a:lnTo>
                    <a:pt x="1222" y="1905"/>
                  </a:lnTo>
                  <a:lnTo>
                    <a:pt x="2872" y="0"/>
                  </a:lnTo>
                  <a:lnTo>
                    <a:pt x="5516" y="3008"/>
                  </a:lnTo>
                  <a:lnTo>
                    <a:pt x="5924" y="4091"/>
                  </a:lnTo>
                  <a:lnTo>
                    <a:pt x="5098" y="4755"/>
                  </a:lnTo>
                  <a:lnTo>
                    <a:pt x="4514" y="761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4645274" y="3421744"/>
              <a:ext cx="1168" cy="8267"/>
            </a:xfrm>
            <a:custGeom>
              <a:avLst/>
              <a:pathLst>
                <a:path w="1168" h="8267">
                  <a:moveTo>
                    <a:pt x="1168" y="6583"/>
                  </a:moveTo>
                  <a:lnTo>
                    <a:pt x="988" y="8267"/>
                  </a:lnTo>
                  <a:lnTo>
                    <a:pt x="282" y="4301"/>
                  </a:lnTo>
                  <a:lnTo>
                    <a:pt x="0" y="3319"/>
                  </a:lnTo>
                  <a:lnTo>
                    <a:pt x="361" y="0"/>
                  </a:lnTo>
                  <a:lnTo>
                    <a:pt x="1155" y="162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4612056" y="3414420"/>
              <a:ext cx="1743" cy="3510"/>
            </a:xfrm>
            <a:custGeom>
              <a:avLst/>
              <a:pathLst>
                <a:path w="1743" h="3510">
                  <a:moveTo>
                    <a:pt x="1617" y="717"/>
                  </a:moveTo>
                  <a:lnTo>
                    <a:pt x="1743" y="1408"/>
                  </a:lnTo>
                  <a:lnTo>
                    <a:pt x="1692" y="2138"/>
                  </a:lnTo>
                  <a:lnTo>
                    <a:pt x="494" y="3510"/>
                  </a:lnTo>
                  <a:lnTo>
                    <a:pt x="93" y="3469"/>
                  </a:lnTo>
                  <a:lnTo>
                    <a:pt x="0" y="1183"/>
                  </a:lnTo>
                  <a:lnTo>
                    <a:pt x="294" y="145"/>
                  </a:lnTo>
                  <a:lnTo>
                    <a:pt x="858" y="1066"/>
                  </a:lnTo>
                  <a:lnTo>
                    <a:pt x="1360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4544998" y="3395635"/>
              <a:ext cx="1269" cy="7730"/>
            </a:xfrm>
            <a:custGeom>
              <a:avLst/>
              <a:pathLst>
                <a:path w="1269" h="7730">
                  <a:moveTo>
                    <a:pt x="1269" y="5488"/>
                  </a:moveTo>
                  <a:lnTo>
                    <a:pt x="676" y="7730"/>
                  </a:lnTo>
                  <a:lnTo>
                    <a:pt x="0" y="5147"/>
                  </a:lnTo>
                  <a:lnTo>
                    <a:pt x="71" y="1551"/>
                  </a:lnTo>
                  <a:lnTo>
                    <a:pt x="276" y="549"/>
                  </a:lnTo>
                  <a:lnTo>
                    <a:pt x="1237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4548482" y="3388370"/>
              <a:ext cx="955" cy="3663"/>
            </a:xfrm>
            <a:custGeom>
              <a:avLst/>
              <a:pathLst>
                <a:path w="955" h="3663">
                  <a:moveTo>
                    <a:pt x="955" y="2965"/>
                  </a:moveTo>
                  <a:lnTo>
                    <a:pt x="169" y="3663"/>
                  </a:lnTo>
                  <a:lnTo>
                    <a:pt x="0" y="1816"/>
                  </a:lnTo>
                  <a:lnTo>
                    <a:pt x="98" y="0"/>
                  </a:lnTo>
                  <a:lnTo>
                    <a:pt x="659" y="191"/>
                  </a:lnTo>
                  <a:lnTo>
                    <a:pt x="937" y="76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633260" y="3360943"/>
              <a:ext cx="1928" cy="4729"/>
            </a:xfrm>
            <a:custGeom>
              <a:avLst/>
              <a:pathLst>
                <a:path w="1928" h="4729">
                  <a:moveTo>
                    <a:pt x="1928" y="2970"/>
                  </a:moveTo>
                  <a:lnTo>
                    <a:pt x="1597" y="4729"/>
                  </a:lnTo>
                  <a:lnTo>
                    <a:pt x="307" y="3275"/>
                  </a:lnTo>
                  <a:lnTo>
                    <a:pt x="0" y="2011"/>
                  </a:lnTo>
                  <a:lnTo>
                    <a:pt x="163" y="512"/>
                  </a:lnTo>
                  <a:lnTo>
                    <a:pt x="794" y="4"/>
                  </a:lnTo>
                  <a:lnTo>
                    <a:pt x="1124" y="0"/>
                  </a:lnTo>
                  <a:lnTo>
                    <a:pt x="1739" y="156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4620076" y="3359891"/>
              <a:ext cx="2448" cy="5184"/>
            </a:xfrm>
            <a:custGeom>
              <a:avLst/>
              <a:pathLst>
                <a:path w="2448" h="5184">
                  <a:moveTo>
                    <a:pt x="2350" y="1224"/>
                  </a:moveTo>
                  <a:lnTo>
                    <a:pt x="2448" y="4290"/>
                  </a:lnTo>
                  <a:lnTo>
                    <a:pt x="1392" y="5184"/>
                  </a:lnTo>
                  <a:lnTo>
                    <a:pt x="543" y="4403"/>
                  </a:lnTo>
                  <a:lnTo>
                    <a:pt x="0" y="2561"/>
                  </a:lnTo>
                  <a:lnTo>
                    <a:pt x="1" y="1868"/>
                  </a:lnTo>
                  <a:lnTo>
                    <a:pt x="479" y="1926"/>
                  </a:lnTo>
                  <a:lnTo>
                    <a:pt x="1526" y="310"/>
                  </a:lnTo>
                  <a:lnTo>
                    <a:pt x="1857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7"/>
            <p:cNvSpPr/>
            <p:nvPr/>
          </p:nvSpPr>
          <p:spPr>
            <a:xfrm>
              <a:off x="4648025" y="3345698"/>
              <a:ext cx="816" cy="5647"/>
            </a:xfrm>
            <a:custGeom>
              <a:avLst/>
              <a:pathLst>
                <a:path w="816" h="5647">
                  <a:moveTo>
                    <a:pt x="557" y="4891"/>
                  </a:moveTo>
                  <a:lnTo>
                    <a:pt x="349" y="5647"/>
                  </a:lnTo>
                  <a:lnTo>
                    <a:pt x="0" y="4065"/>
                  </a:lnTo>
                  <a:lnTo>
                    <a:pt x="304" y="587"/>
                  </a:lnTo>
                  <a:lnTo>
                    <a:pt x="526" y="0"/>
                  </a:lnTo>
                  <a:lnTo>
                    <a:pt x="816" y="220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8"/>
            <p:cNvSpPr/>
            <p:nvPr/>
          </p:nvSpPr>
          <p:spPr>
            <a:xfrm>
              <a:off x="4601787" y="3345697"/>
              <a:ext cx="53963" cy="122928"/>
            </a:xfrm>
            <a:custGeom>
              <a:avLst/>
              <a:pathLst>
                <a:path w="53963" h="122928">
                  <a:moveTo>
                    <a:pt x="47203" y="12947"/>
                  </a:moveTo>
                  <a:lnTo>
                    <a:pt x="48142" y="14726"/>
                  </a:lnTo>
                  <a:lnTo>
                    <a:pt x="49359" y="14255"/>
                  </a:lnTo>
                  <a:lnTo>
                    <a:pt x="49344" y="18740"/>
                  </a:lnTo>
                  <a:lnTo>
                    <a:pt x="49540" y="20050"/>
                  </a:lnTo>
                  <a:lnTo>
                    <a:pt x="50639" y="23848"/>
                  </a:lnTo>
                  <a:lnTo>
                    <a:pt x="50811" y="27019"/>
                  </a:lnTo>
                  <a:lnTo>
                    <a:pt x="50161" y="29997"/>
                  </a:lnTo>
                  <a:lnTo>
                    <a:pt x="49668" y="31405"/>
                  </a:lnTo>
                  <a:lnTo>
                    <a:pt x="48764" y="33444"/>
                  </a:lnTo>
                  <a:lnTo>
                    <a:pt x="48740" y="34379"/>
                  </a:lnTo>
                  <a:lnTo>
                    <a:pt x="49126" y="35431"/>
                  </a:lnTo>
                  <a:lnTo>
                    <a:pt x="50383" y="36044"/>
                  </a:lnTo>
                  <a:lnTo>
                    <a:pt x="51338" y="37682"/>
                  </a:lnTo>
                  <a:lnTo>
                    <a:pt x="51505" y="42325"/>
                  </a:lnTo>
                  <a:lnTo>
                    <a:pt x="52413" y="45987"/>
                  </a:lnTo>
                  <a:lnTo>
                    <a:pt x="52389" y="47584"/>
                  </a:lnTo>
                  <a:lnTo>
                    <a:pt x="52029" y="54124"/>
                  </a:lnTo>
                  <a:lnTo>
                    <a:pt x="52144" y="56920"/>
                  </a:lnTo>
                  <a:lnTo>
                    <a:pt x="52824" y="59161"/>
                  </a:lnTo>
                  <a:lnTo>
                    <a:pt x="53400" y="60112"/>
                  </a:lnTo>
                  <a:lnTo>
                    <a:pt x="53695" y="61517"/>
                  </a:lnTo>
                  <a:lnTo>
                    <a:pt x="53963" y="65372"/>
                  </a:lnTo>
                  <a:lnTo>
                    <a:pt x="53915" y="71921"/>
                  </a:lnTo>
                  <a:lnTo>
                    <a:pt x="53827" y="74208"/>
                  </a:lnTo>
                  <a:lnTo>
                    <a:pt x="53425" y="76334"/>
                  </a:lnTo>
                  <a:lnTo>
                    <a:pt x="52187" y="81164"/>
                  </a:lnTo>
                  <a:lnTo>
                    <a:pt x="50518" y="85006"/>
                  </a:lnTo>
                  <a:lnTo>
                    <a:pt x="49630" y="84750"/>
                  </a:lnTo>
                  <a:lnTo>
                    <a:pt x="49345" y="85887"/>
                  </a:lnTo>
                  <a:lnTo>
                    <a:pt x="49899" y="89393"/>
                  </a:lnTo>
                  <a:lnTo>
                    <a:pt x="49680" y="96794"/>
                  </a:lnTo>
                  <a:lnTo>
                    <a:pt x="49313" y="101928"/>
                  </a:lnTo>
                  <a:lnTo>
                    <a:pt x="48774" y="99331"/>
                  </a:lnTo>
                  <a:lnTo>
                    <a:pt x="48397" y="96610"/>
                  </a:lnTo>
                  <a:lnTo>
                    <a:pt x="48056" y="89408"/>
                  </a:lnTo>
                  <a:lnTo>
                    <a:pt x="47630" y="86164"/>
                  </a:lnTo>
                  <a:lnTo>
                    <a:pt x="46961" y="83197"/>
                  </a:lnTo>
                  <a:lnTo>
                    <a:pt x="46693" y="80548"/>
                  </a:lnTo>
                  <a:lnTo>
                    <a:pt x="45997" y="78072"/>
                  </a:lnTo>
                  <a:lnTo>
                    <a:pt x="45114" y="71680"/>
                  </a:lnTo>
                  <a:lnTo>
                    <a:pt x="44529" y="72009"/>
                  </a:lnTo>
                  <a:lnTo>
                    <a:pt x="43558" y="73757"/>
                  </a:lnTo>
                  <a:lnTo>
                    <a:pt x="43339" y="74960"/>
                  </a:lnTo>
                  <a:lnTo>
                    <a:pt x="43224" y="76784"/>
                  </a:lnTo>
                  <a:lnTo>
                    <a:pt x="43000" y="78424"/>
                  </a:lnTo>
                  <a:lnTo>
                    <a:pt x="41866" y="81039"/>
                  </a:lnTo>
                  <a:lnTo>
                    <a:pt x="40974" y="84155"/>
                  </a:lnTo>
                  <a:lnTo>
                    <a:pt x="40241" y="87565"/>
                  </a:lnTo>
                  <a:lnTo>
                    <a:pt x="40007" y="90691"/>
                  </a:lnTo>
                  <a:lnTo>
                    <a:pt x="40608" y="93138"/>
                  </a:lnTo>
                  <a:lnTo>
                    <a:pt x="41226" y="94125"/>
                  </a:lnTo>
                  <a:lnTo>
                    <a:pt x="42123" y="96315"/>
                  </a:lnTo>
                  <a:lnTo>
                    <a:pt x="42398" y="97315"/>
                  </a:lnTo>
                  <a:lnTo>
                    <a:pt x="43345" y="104430"/>
                  </a:lnTo>
                  <a:lnTo>
                    <a:pt x="43313" y="111709"/>
                  </a:lnTo>
                  <a:lnTo>
                    <a:pt x="42621" y="114915"/>
                  </a:lnTo>
                  <a:lnTo>
                    <a:pt x="40872" y="120999"/>
                  </a:lnTo>
                  <a:lnTo>
                    <a:pt x="39613" y="122928"/>
                  </a:lnTo>
                  <a:lnTo>
                    <a:pt x="38939" y="121944"/>
                  </a:lnTo>
                  <a:lnTo>
                    <a:pt x="38400" y="118261"/>
                  </a:lnTo>
                  <a:lnTo>
                    <a:pt x="38310" y="116743"/>
                  </a:lnTo>
                  <a:lnTo>
                    <a:pt x="38675" y="113277"/>
                  </a:lnTo>
                  <a:lnTo>
                    <a:pt x="38716" y="110099"/>
                  </a:lnTo>
                  <a:lnTo>
                    <a:pt x="38291" y="109024"/>
                  </a:lnTo>
                  <a:lnTo>
                    <a:pt x="37824" y="109231"/>
                  </a:lnTo>
                  <a:lnTo>
                    <a:pt x="37629" y="109690"/>
                  </a:lnTo>
                  <a:lnTo>
                    <a:pt x="36503" y="113848"/>
                  </a:lnTo>
                  <a:lnTo>
                    <a:pt x="36033" y="114900"/>
                  </a:lnTo>
                  <a:lnTo>
                    <a:pt x="35341" y="115046"/>
                  </a:lnTo>
                  <a:lnTo>
                    <a:pt x="34790" y="114762"/>
                  </a:lnTo>
                  <a:lnTo>
                    <a:pt x="31441" y="111132"/>
                  </a:lnTo>
                  <a:lnTo>
                    <a:pt x="28708" y="107540"/>
                  </a:lnTo>
                  <a:lnTo>
                    <a:pt x="26567" y="104186"/>
                  </a:lnTo>
                  <a:lnTo>
                    <a:pt x="25017" y="99127"/>
                  </a:lnTo>
                  <a:lnTo>
                    <a:pt x="24690" y="95341"/>
                  </a:lnTo>
                  <a:lnTo>
                    <a:pt x="24672" y="91382"/>
                  </a:lnTo>
                  <a:lnTo>
                    <a:pt x="23979" y="85578"/>
                  </a:lnTo>
                  <a:lnTo>
                    <a:pt x="23898" y="83607"/>
                  </a:lnTo>
                  <a:lnTo>
                    <a:pt x="23948" y="81715"/>
                  </a:lnTo>
                  <a:lnTo>
                    <a:pt x="24637" y="78157"/>
                  </a:lnTo>
                  <a:lnTo>
                    <a:pt x="25471" y="76355"/>
                  </a:lnTo>
                  <a:lnTo>
                    <a:pt x="25939" y="75064"/>
                  </a:lnTo>
                  <a:lnTo>
                    <a:pt x="26313" y="73630"/>
                  </a:lnTo>
                  <a:lnTo>
                    <a:pt x="26568" y="71715"/>
                  </a:lnTo>
                  <a:lnTo>
                    <a:pt x="26496" y="69815"/>
                  </a:lnTo>
                  <a:lnTo>
                    <a:pt x="26217" y="68625"/>
                  </a:lnTo>
                  <a:lnTo>
                    <a:pt x="24900" y="64453"/>
                  </a:lnTo>
                  <a:lnTo>
                    <a:pt x="23755" y="61889"/>
                  </a:lnTo>
                  <a:lnTo>
                    <a:pt x="21411" y="59585"/>
                  </a:lnTo>
                  <a:lnTo>
                    <a:pt x="20866" y="58321"/>
                  </a:lnTo>
                  <a:lnTo>
                    <a:pt x="20272" y="57365"/>
                  </a:lnTo>
                  <a:lnTo>
                    <a:pt x="19617" y="56955"/>
                  </a:lnTo>
                  <a:lnTo>
                    <a:pt x="18976" y="56941"/>
                  </a:lnTo>
                  <a:lnTo>
                    <a:pt x="18284" y="57656"/>
                  </a:lnTo>
                  <a:lnTo>
                    <a:pt x="18104" y="59180"/>
                  </a:lnTo>
                  <a:lnTo>
                    <a:pt x="18153" y="60542"/>
                  </a:lnTo>
                  <a:lnTo>
                    <a:pt x="18092" y="61868"/>
                  </a:lnTo>
                  <a:lnTo>
                    <a:pt x="17109" y="69487"/>
                  </a:lnTo>
                  <a:lnTo>
                    <a:pt x="15856" y="67815"/>
                  </a:lnTo>
                  <a:lnTo>
                    <a:pt x="14661" y="65885"/>
                  </a:lnTo>
                  <a:lnTo>
                    <a:pt x="14344" y="64533"/>
                  </a:lnTo>
                  <a:lnTo>
                    <a:pt x="14207" y="62915"/>
                  </a:lnTo>
                  <a:lnTo>
                    <a:pt x="14005" y="61823"/>
                  </a:lnTo>
                  <a:lnTo>
                    <a:pt x="13722" y="60832"/>
                  </a:lnTo>
                  <a:lnTo>
                    <a:pt x="13173" y="63376"/>
                  </a:lnTo>
                  <a:lnTo>
                    <a:pt x="12490" y="65387"/>
                  </a:lnTo>
                  <a:lnTo>
                    <a:pt x="11654" y="65853"/>
                  </a:lnTo>
                  <a:lnTo>
                    <a:pt x="10803" y="65889"/>
                  </a:lnTo>
                  <a:lnTo>
                    <a:pt x="10524" y="65026"/>
                  </a:lnTo>
                  <a:lnTo>
                    <a:pt x="10214" y="60181"/>
                  </a:lnTo>
                  <a:lnTo>
                    <a:pt x="9318" y="58655"/>
                  </a:lnTo>
                  <a:lnTo>
                    <a:pt x="8193" y="58979"/>
                  </a:lnTo>
                  <a:lnTo>
                    <a:pt x="6832" y="61650"/>
                  </a:lnTo>
                  <a:lnTo>
                    <a:pt x="6562" y="62648"/>
                  </a:lnTo>
                  <a:lnTo>
                    <a:pt x="6265" y="64948"/>
                  </a:lnTo>
                  <a:lnTo>
                    <a:pt x="4781" y="71476"/>
                  </a:lnTo>
                  <a:lnTo>
                    <a:pt x="3996" y="76505"/>
                  </a:lnTo>
                  <a:lnTo>
                    <a:pt x="3129" y="81405"/>
                  </a:lnTo>
                  <a:lnTo>
                    <a:pt x="2742" y="83017"/>
                  </a:lnTo>
                  <a:lnTo>
                    <a:pt x="2231" y="84079"/>
                  </a:lnTo>
                  <a:lnTo>
                    <a:pt x="1420" y="83639"/>
                  </a:lnTo>
                  <a:lnTo>
                    <a:pt x="691" y="82468"/>
                  </a:lnTo>
                  <a:lnTo>
                    <a:pt x="0" y="79307"/>
                  </a:lnTo>
                  <a:lnTo>
                    <a:pt x="234" y="75634"/>
                  </a:lnTo>
                  <a:lnTo>
                    <a:pt x="1000" y="73292"/>
                  </a:lnTo>
                  <a:lnTo>
                    <a:pt x="1645" y="70786"/>
                  </a:lnTo>
                  <a:lnTo>
                    <a:pt x="2424" y="62029"/>
                  </a:lnTo>
                  <a:lnTo>
                    <a:pt x="2482" y="58913"/>
                  </a:lnTo>
                  <a:lnTo>
                    <a:pt x="2619" y="57580"/>
                  </a:lnTo>
                  <a:lnTo>
                    <a:pt x="3903" y="53602"/>
                  </a:lnTo>
                  <a:lnTo>
                    <a:pt x="4981" y="51140"/>
                  </a:lnTo>
                  <a:lnTo>
                    <a:pt x="5552" y="50624"/>
                  </a:lnTo>
                  <a:lnTo>
                    <a:pt x="7885" y="49223"/>
                  </a:lnTo>
                  <a:lnTo>
                    <a:pt x="8846" y="48047"/>
                  </a:lnTo>
                  <a:lnTo>
                    <a:pt x="10359" y="48030"/>
                  </a:lnTo>
                  <a:lnTo>
                    <a:pt x="11587" y="47357"/>
                  </a:lnTo>
                  <a:lnTo>
                    <a:pt x="12567" y="45464"/>
                  </a:lnTo>
                  <a:lnTo>
                    <a:pt x="12641" y="43502"/>
                  </a:lnTo>
                  <a:lnTo>
                    <a:pt x="12596" y="41459"/>
                  </a:lnTo>
                  <a:lnTo>
                    <a:pt x="12812" y="40210"/>
                  </a:lnTo>
                  <a:lnTo>
                    <a:pt x="13192" y="39158"/>
                  </a:lnTo>
                  <a:lnTo>
                    <a:pt x="13714" y="37773"/>
                  </a:lnTo>
                  <a:lnTo>
                    <a:pt x="14304" y="36732"/>
                  </a:lnTo>
                  <a:lnTo>
                    <a:pt x="15980" y="35981"/>
                  </a:lnTo>
                  <a:lnTo>
                    <a:pt x="16537" y="35125"/>
                  </a:lnTo>
                  <a:lnTo>
                    <a:pt x="16985" y="33789"/>
                  </a:lnTo>
                  <a:lnTo>
                    <a:pt x="17611" y="31198"/>
                  </a:lnTo>
                  <a:lnTo>
                    <a:pt x="18352" y="31841"/>
                  </a:lnTo>
                  <a:lnTo>
                    <a:pt x="19097" y="32848"/>
                  </a:lnTo>
                  <a:lnTo>
                    <a:pt x="20436" y="33642"/>
                  </a:lnTo>
                  <a:lnTo>
                    <a:pt x="21625" y="35796"/>
                  </a:lnTo>
                  <a:lnTo>
                    <a:pt x="22383" y="39194"/>
                  </a:lnTo>
                  <a:lnTo>
                    <a:pt x="22513" y="40868"/>
                  </a:lnTo>
                  <a:lnTo>
                    <a:pt x="22708" y="46401"/>
                  </a:lnTo>
                  <a:lnTo>
                    <a:pt x="22431" y="47692"/>
                  </a:lnTo>
                  <a:lnTo>
                    <a:pt x="21277" y="50259"/>
                  </a:lnTo>
                  <a:lnTo>
                    <a:pt x="21810" y="50529"/>
                  </a:lnTo>
                  <a:lnTo>
                    <a:pt x="23326" y="48185"/>
                  </a:lnTo>
                  <a:lnTo>
                    <a:pt x="24082" y="47282"/>
                  </a:lnTo>
                  <a:lnTo>
                    <a:pt x="25952" y="46027"/>
                  </a:lnTo>
                  <a:lnTo>
                    <a:pt x="26393" y="45197"/>
                  </a:lnTo>
                  <a:lnTo>
                    <a:pt x="26716" y="43961"/>
                  </a:lnTo>
                  <a:lnTo>
                    <a:pt x="27377" y="40575"/>
                  </a:lnTo>
                  <a:lnTo>
                    <a:pt x="27860" y="36956"/>
                  </a:lnTo>
                  <a:lnTo>
                    <a:pt x="28237" y="35450"/>
                  </a:lnTo>
                  <a:lnTo>
                    <a:pt x="28777" y="34255"/>
                  </a:lnTo>
                  <a:lnTo>
                    <a:pt x="29311" y="34063"/>
                  </a:lnTo>
                  <a:lnTo>
                    <a:pt x="31273" y="36536"/>
                  </a:lnTo>
                  <a:lnTo>
                    <a:pt x="32532" y="35344"/>
                  </a:lnTo>
                  <a:lnTo>
                    <a:pt x="32884" y="31597"/>
                  </a:lnTo>
                  <a:lnTo>
                    <a:pt x="33173" y="26151"/>
                  </a:lnTo>
                  <a:lnTo>
                    <a:pt x="33395" y="24676"/>
                  </a:lnTo>
                  <a:lnTo>
                    <a:pt x="34118" y="23251"/>
                  </a:lnTo>
                  <a:lnTo>
                    <a:pt x="34980" y="23711"/>
                  </a:lnTo>
                  <a:lnTo>
                    <a:pt x="36160" y="25666"/>
                  </a:lnTo>
                  <a:lnTo>
                    <a:pt x="37249" y="26309"/>
                  </a:lnTo>
                  <a:lnTo>
                    <a:pt x="37653" y="24734"/>
                  </a:lnTo>
                  <a:lnTo>
                    <a:pt x="38039" y="21629"/>
                  </a:lnTo>
                  <a:lnTo>
                    <a:pt x="38478" y="21646"/>
                  </a:lnTo>
                  <a:lnTo>
                    <a:pt x="39948" y="22673"/>
                  </a:lnTo>
                  <a:lnTo>
                    <a:pt x="41365" y="21995"/>
                  </a:lnTo>
                  <a:lnTo>
                    <a:pt x="41765" y="18267"/>
                  </a:lnTo>
                  <a:lnTo>
                    <a:pt x="41497" y="14279"/>
                  </a:lnTo>
                  <a:lnTo>
                    <a:pt x="40390" y="2657"/>
                  </a:lnTo>
                  <a:lnTo>
                    <a:pt x="41050" y="69"/>
                  </a:lnTo>
                  <a:lnTo>
                    <a:pt x="41621" y="0"/>
                  </a:lnTo>
                  <a:lnTo>
                    <a:pt x="43020" y="3091"/>
                  </a:lnTo>
                  <a:lnTo>
                    <a:pt x="45715" y="7268"/>
                  </a:lnTo>
                  <a:lnTo>
                    <a:pt x="46613" y="982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39"/>
            <p:cNvSpPr/>
            <p:nvPr/>
          </p:nvSpPr>
          <p:spPr>
            <a:xfrm>
              <a:off x="4648820" y="3336829"/>
              <a:ext cx="2086" cy="8818"/>
            </a:xfrm>
            <a:custGeom>
              <a:avLst/>
              <a:pathLst>
                <a:path w="2086" h="8818">
                  <a:moveTo>
                    <a:pt x="784" y="8658"/>
                  </a:moveTo>
                  <a:lnTo>
                    <a:pt x="639" y="8818"/>
                  </a:lnTo>
                  <a:lnTo>
                    <a:pt x="0" y="6521"/>
                  </a:lnTo>
                  <a:lnTo>
                    <a:pt x="85" y="3905"/>
                  </a:lnTo>
                  <a:lnTo>
                    <a:pt x="950" y="0"/>
                  </a:lnTo>
                  <a:lnTo>
                    <a:pt x="1591" y="3418"/>
                  </a:lnTo>
                  <a:lnTo>
                    <a:pt x="1584" y="4967"/>
                  </a:lnTo>
                  <a:lnTo>
                    <a:pt x="1491" y="5733"/>
                  </a:lnTo>
                  <a:lnTo>
                    <a:pt x="2086" y="7661"/>
                  </a:lnTo>
                  <a:lnTo>
                    <a:pt x="1676" y="861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0"/>
            <p:cNvSpPr/>
            <p:nvPr/>
          </p:nvSpPr>
          <p:spPr>
            <a:xfrm>
              <a:off x="4638944" y="3333999"/>
              <a:ext cx="1780" cy="6569"/>
            </a:xfrm>
            <a:custGeom>
              <a:avLst/>
              <a:pathLst>
                <a:path w="1780" h="6569">
                  <a:moveTo>
                    <a:pt x="1700" y="5107"/>
                  </a:moveTo>
                  <a:lnTo>
                    <a:pt x="1780" y="6569"/>
                  </a:lnTo>
                  <a:lnTo>
                    <a:pt x="298" y="2721"/>
                  </a:lnTo>
                  <a:lnTo>
                    <a:pt x="0" y="0"/>
                  </a:lnTo>
                  <a:lnTo>
                    <a:pt x="493" y="116"/>
                  </a:lnTo>
                  <a:lnTo>
                    <a:pt x="1127" y="116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1"/>
            <p:cNvSpPr/>
            <p:nvPr/>
          </p:nvSpPr>
          <p:spPr>
            <a:xfrm>
              <a:off x="4623802" y="3333854"/>
              <a:ext cx="8937" cy="16565"/>
            </a:xfrm>
            <a:custGeom>
              <a:avLst/>
              <a:pathLst>
                <a:path w="8937" h="16565">
                  <a:moveTo>
                    <a:pt x="8937" y="11013"/>
                  </a:moveTo>
                  <a:lnTo>
                    <a:pt x="8827" y="12098"/>
                  </a:lnTo>
                  <a:lnTo>
                    <a:pt x="7922" y="12008"/>
                  </a:lnTo>
                  <a:lnTo>
                    <a:pt x="7599" y="12174"/>
                  </a:lnTo>
                  <a:lnTo>
                    <a:pt x="6746" y="14946"/>
                  </a:lnTo>
                  <a:lnTo>
                    <a:pt x="6245" y="15651"/>
                  </a:lnTo>
                  <a:lnTo>
                    <a:pt x="3513" y="16565"/>
                  </a:lnTo>
                  <a:lnTo>
                    <a:pt x="1363" y="15836"/>
                  </a:lnTo>
                  <a:lnTo>
                    <a:pt x="627" y="14307"/>
                  </a:lnTo>
                  <a:lnTo>
                    <a:pt x="147" y="11783"/>
                  </a:lnTo>
                  <a:lnTo>
                    <a:pt x="0" y="10121"/>
                  </a:lnTo>
                  <a:lnTo>
                    <a:pt x="537" y="8306"/>
                  </a:lnTo>
                  <a:lnTo>
                    <a:pt x="1055" y="7100"/>
                  </a:lnTo>
                  <a:lnTo>
                    <a:pt x="2791" y="4719"/>
                  </a:lnTo>
                  <a:lnTo>
                    <a:pt x="3183" y="2913"/>
                  </a:lnTo>
                  <a:lnTo>
                    <a:pt x="4092" y="730"/>
                  </a:lnTo>
                  <a:lnTo>
                    <a:pt x="5967" y="0"/>
                  </a:lnTo>
                  <a:lnTo>
                    <a:pt x="6149" y="548"/>
                  </a:lnTo>
                  <a:lnTo>
                    <a:pt x="6399" y="895"/>
                  </a:lnTo>
                  <a:lnTo>
                    <a:pt x="6774" y="989"/>
                  </a:lnTo>
                  <a:lnTo>
                    <a:pt x="7700" y="2790"/>
                  </a:lnTo>
                  <a:lnTo>
                    <a:pt x="8745" y="3936"/>
                  </a:lnTo>
                  <a:lnTo>
                    <a:pt x="8491" y="8294"/>
                  </a:lnTo>
                  <a:lnTo>
                    <a:pt x="8804" y="976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2"/>
            <p:cNvSpPr/>
            <p:nvPr/>
          </p:nvSpPr>
          <p:spPr>
            <a:xfrm>
              <a:off x="4643108" y="3325574"/>
              <a:ext cx="2399" cy="16360"/>
            </a:xfrm>
            <a:custGeom>
              <a:avLst/>
              <a:pathLst>
                <a:path w="2399" h="16360">
                  <a:moveTo>
                    <a:pt x="2248" y="15533"/>
                  </a:moveTo>
                  <a:lnTo>
                    <a:pt x="2045" y="16360"/>
                  </a:lnTo>
                  <a:lnTo>
                    <a:pt x="1770" y="14657"/>
                  </a:lnTo>
                  <a:lnTo>
                    <a:pt x="1101" y="13059"/>
                  </a:lnTo>
                  <a:lnTo>
                    <a:pt x="456" y="10343"/>
                  </a:lnTo>
                  <a:lnTo>
                    <a:pt x="0" y="9498"/>
                  </a:lnTo>
                  <a:lnTo>
                    <a:pt x="312" y="7346"/>
                  </a:lnTo>
                  <a:lnTo>
                    <a:pt x="342" y="3853"/>
                  </a:lnTo>
                  <a:lnTo>
                    <a:pt x="982" y="2259"/>
                  </a:lnTo>
                  <a:lnTo>
                    <a:pt x="1277" y="1789"/>
                  </a:lnTo>
                  <a:lnTo>
                    <a:pt x="1762" y="98"/>
                  </a:lnTo>
                  <a:lnTo>
                    <a:pt x="1979" y="0"/>
                  </a:lnTo>
                  <a:lnTo>
                    <a:pt x="2183" y="1421"/>
                  </a:lnTo>
                  <a:lnTo>
                    <a:pt x="1747" y="5753"/>
                  </a:lnTo>
                  <a:lnTo>
                    <a:pt x="2399" y="10884"/>
                  </a:lnTo>
                  <a:lnTo>
                    <a:pt x="2181" y="14093"/>
                  </a:lnTo>
                  <a:lnTo>
                    <a:pt x="2274" y="1480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3"/>
            <p:cNvSpPr/>
            <p:nvPr/>
          </p:nvSpPr>
          <p:spPr>
            <a:xfrm>
              <a:off x="4577163" y="3319664"/>
              <a:ext cx="2807" cy="5462"/>
            </a:xfrm>
            <a:custGeom>
              <a:avLst/>
              <a:pathLst>
                <a:path w="2807" h="5462">
                  <a:moveTo>
                    <a:pt x="1746" y="4554"/>
                  </a:moveTo>
                  <a:lnTo>
                    <a:pt x="330" y="5462"/>
                  </a:lnTo>
                  <a:lnTo>
                    <a:pt x="0" y="2615"/>
                  </a:lnTo>
                  <a:lnTo>
                    <a:pt x="1008" y="0"/>
                  </a:lnTo>
                  <a:lnTo>
                    <a:pt x="2137" y="1044"/>
                  </a:lnTo>
                  <a:lnTo>
                    <a:pt x="2807" y="2069"/>
                  </a:lnTo>
                  <a:lnTo>
                    <a:pt x="2493" y="299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4"/>
            <p:cNvSpPr/>
            <p:nvPr/>
          </p:nvSpPr>
          <p:spPr>
            <a:xfrm>
              <a:off x="4629225" y="3317698"/>
              <a:ext cx="1080" cy="3109"/>
            </a:xfrm>
            <a:custGeom>
              <a:avLst/>
              <a:pathLst>
                <a:path w="1080" h="3109">
                  <a:moveTo>
                    <a:pt x="319" y="2975"/>
                  </a:moveTo>
                  <a:lnTo>
                    <a:pt x="0" y="3109"/>
                  </a:lnTo>
                  <a:lnTo>
                    <a:pt x="531" y="0"/>
                  </a:lnTo>
                  <a:lnTo>
                    <a:pt x="950" y="453"/>
                  </a:lnTo>
                  <a:lnTo>
                    <a:pt x="1080" y="793"/>
                  </a:lnTo>
                  <a:lnTo>
                    <a:pt x="1068" y="219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5"/>
            <p:cNvSpPr/>
            <p:nvPr/>
          </p:nvSpPr>
          <p:spPr>
            <a:xfrm>
              <a:off x="4608835" y="3316695"/>
              <a:ext cx="2537" cy="9327"/>
            </a:xfrm>
            <a:custGeom>
              <a:avLst/>
              <a:pathLst>
                <a:path w="2537" h="9327">
                  <a:moveTo>
                    <a:pt x="1528" y="7916"/>
                  </a:moveTo>
                  <a:lnTo>
                    <a:pt x="1210" y="8320"/>
                  </a:lnTo>
                  <a:lnTo>
                    <a:pt x="926" y="8261"/>
                  </a:lnTo>
                  <a:lnTo>
                    <a:pt x="249" y="9327"/>
                  </a:lnTo>
                  <a:lnTo>
                    <a:pt x="0" y="7331"/>
                  </a:lnTo>
                  <a:lnTo>
                    <a:pt x="239" y="3931"/>
                  </a:lnTo>
                  <a:lnTo>
                    <a:pt x="1255" y="1347"/>
                  </a:lnTo>
                  <a:lnTo>
                    <a:pt x="1516" y="535"/>
                  </a:lnTo>
                  <a:lnTo>
                    <a:pt x="1793" y="53"/>
                  </a:lnTo>
                  <a:lnTo>
                    <a:pt x="2124" y="0"/>
                  </a:lnTo>
                  <a:lnTo>
                    <a:pt x="2445" y="1011"/>
                  </a:lnTo>
                  <a:lnTo>
                    <a:pt x="2537" y="2542"/>
                  </a:lnTo>
                  <a:lnTo>
                    <a:pt x="1893" y="716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6"/>
            <p:cNvSpPr/>
            <p:nvPr/>
          </p:nvSpPr>
          <p:spPr>
            <a:xfrm>
              <a:off x="4607487" y="3309209"/>
              <a:ext cx="13442" cy="57342"/>
            </a:xfrm>
            <a:custGeom>
              <a:avLst/>
              <a:pathLst>
                <a:path w="13442" h="57342">
                  <a:moveTo>
                    <a:pt x="8416" y="57024"/>
                  </a:moveTo>
                  <a:lnTo>
                    <a:pt x="7654" y="57342"/>
                  </a:lnTo>
                  <a:lnTo>
                    <a:pt x="6849" y="57180"/>
                  </a:lnTo>
                  <a:lnTo>
                    <a:pt x="6310" y="55729"/>
                  </a:lnTo>
                  <a:lnTo>
                    <a:pt x="5375" y="49468"/>
                  </a:lnTo>
                  <a:lnTo>
                    <a:pt x="4291" y="47946"/>
                  </a:lnTo>
                  <a:lnTo>
                    <a:pt x="3050" y="46793"/>
                  </a:lnTo>
                  <a:lnTo>
                    <a:pt x="2426" y="45822"/>
                  </a:lnTo>
                  <a:lnTo>
                    <a:pt x="1875" y="44652"/>
                  </a:lnTo>
                  <a:lnTo>
                    <a:pt x="131" y="38415"/>
                  </a:lnTo>
                  <a:lnTo>
                    <a:pt x="0" y="34598"/>
                  </a:lnTo>
                  <a:lnTo>
                    <a:pt x="299" y="32440"/>
                  </a:lnTo>
                  <a:lnTo>
                    <a:pt x="828" y="30507"/>
                  </a:lnTo>
                  <a:lnTo>
                    <a:pt x="1423" y="29984"/>
                  </a:lnTo>
                  <a:lnTo>
                    <a:pt x="2862" y="29915"/>
                  </a:lnTo>
                  <a:lnTo>
                    <a:pt x="3607" y="29661"/>
                  </a:lnTo>
                  <a:lnTo>
                    <a:pt x="5248" y="26801"/>
                  </a:lnTo>
                  <a:lnTo>
                    <a:pt x="5366" y="25676"/>
                  </a:lnTo>
                  <a:lnTo>
                    <a:pt x="5374" y="20977"/>
                  </a:lnTo>
                  <a:lnTo>
                    <a:pt x="5211" y="17690"/>
                  </a:lnTo>
                  <a:lnTo>
                    <a:pt x="4804" y="14483"/>
                  </a:lnTo>
                  <a:lnTo>
                    <a:pt x="5248" y="13017"/>
                  </a:lnTo>
                  <a:lnTo>
                    <a:pt x="5827" y="11565"/>
                  </a:lnTo>
                  <a:lnTo>
                    <a:pt x="6431" y="8734"/>
                  </a:lnTo>
                  <a:lnTo>
                    <a:pt x="6550" y="6743"/>
                  </a:lnTo>
                  <a:lnTo>
                    <a:pt x="6561" y="4661"/>
                  </a:lnTo>
                  <a:lnTo>
                    <a:pt x="6718" y="3171"/>
                  </a:lnTo>
                  <a:lnTo>
                    <a:pt x="7191" y="2426"/>
                  </a:lnTo>
                  <a:lnTo>
                    <a:pt x="9462" y="155"/>
                  </a:lnTo>
                  <a:lnTo>
                    <a:pt x="9863" y="0"/>
                  </a:lnTo>
                  <a:lnTo>
                    <a:pt x="12786" y="2094"/>
                  </a:lnTo>
                  <a:lnTo>
                    <a:pt x="13383" y="5256"/>
                  </a:lnTo>
                  <a:lnTo>
                    <a:pt x="13442" y="6299"/>
                  </a:lnTo>
                  <a:lnTo>
                    <a:pt x="12983" y="9808"/>
                  </a:lnTo>
                  <a:lnTo>
                    <a:pt x="12582" y="12162"/>
                  </a:lnTo>
                  <a:lnTo>
                    <a:pt x="11593" y="15807"/>
                  </a:lnTo>
                  <a:lnTo>
                    <a:pt x="10864" y="19755"/>
                  </a:lnTo>
                  <a:lnTo>
                    <a:pt x="10317" y="25690"/>
                  </a:lnTo>
                  <a:lnTo>
                    <a:pt x="9973" y="27625"/>
                  </a:lnTo>
                  <a:lnTo>
                    <a:pt x="9057" y="31341"/>
                  </a:lnTo>
                  <a:lnTo>
                    <a:pt x="8774" y="33381"/>
                  </a:lnTo>
                  <a:lnTo>
                    <a:pt x="8782" y="37802"/>
                  </a:lnTo>
                  <a:lnTo>
                    <a:pt x="8629" y="39436"/>
                  </a:lnTo>
                  <a:lnTo>
                    <a:pt x="8634" y="41007"/>
                  </a:lnTo>
                  <a:lnTo>
                    <a:pt x="10459" y="48370"/>
                  </a:lnTo>
                  <a:lnTo>
                    <a:pt x="10614" y="49537"/>
                  </a:lnTo>
                  <a:lnTo>
                    <a:pt x="10598" y="50853"/>
                  </a:lnTo>
                  <a:lnTo>
                    <a:pt x="10286" y="52498"/>
                  </a:lnTo>
                  <a:lnTo>
                    <a:pt x="9542" y="55332"/>
                  </a:lnTo>
                  <a:lnTo>
                    <a:pt x="9125" y="5632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7"/>
            <p:cNvSpPr/>
            <p:nvPr/>
          </p:nvSpPr>
          <p:spPr>
            <a:xfrm>
              <a:off x="4618034" y="3300948"/>
              <a:ext cx="8537" cy="54683"/>
            </a:xfrm>
            <a:custGeom>
              <a:avLst/>
              <a:pathLst>
                <a:path w="8537" h="54683">
                  <a:moveTo>
                    <a:pt x="624" y="53895"/>
                  </a:moveTo>
                  <a:lnTo>
                    <a:pt x="180" y="54683"/>
                  </a:lnTo>
                  <a:lnTo>
                    <a:pt x="0" y="52732"/>
                  </a:lnTo>
                  <a:lnTo>
                    <a:pt x="127" y="50099"/>
                  </a:lnTo>
                  <a:lnTo>
                    <a:pt x="1009" y="40904"/>
                  </a:lnTo>
                  <a:lnTo>
                    <a:pt x="808" y="38604"/>
                  </a:lnTo>
                  <a:lnTo>
                    <a:pt x="2282" y="33485"/>
                  </a:lnTo>
                  <a:lnTo>
                    <a:pt x="3186" y="28680"/>
                  </a:lnTo>
                  <a:lnTo>
                    <a:pt x="4550" y="23634"/>
                  </a:lnTo>
                  <a:lnTo>
                    <a:pt x="4723" y="21019"/>
                  </a:lnTo>
                  <a:lnTo>
                    <a:pt x="5932" y="16031"/>
                  </a:lnTo>
                  <a:lnTo>
                    <a:pt x="7064" y="9151"/>
                  </a:lnTo>
                  <a:lnTo>
                    <a:pt x="7003" y="6873"/>
                  </a:lnTo>
                  <a:lnTo>
                    <a:pt x="7297" y="5743"/>
                  </a:lnTo>
                  <a:lnTo>
                    <a:pt x="7457" y="4021"/>
                  </a:lnTo>
                  <a:lnTo>
                    <a:pt x="7493" y="2559"/>
                  </a:lnTo>
                  <a:lnTo>
                    <a:pt x="8318" y="0"/>
                  </a:lnTo>
                  <a:lnTo>
                    <a:pt x="8537" y="1663"/>
                  </a:lnTo>
                  <a:lnTo>
                    <a:pt x="8291" y="4930"/>
                  </a:lnTo>
                  <a:lnTo>
                    <a:pt x="8329" y="6498"/>
                  </a:lnTo>
                  <a:lnTo>
                    <a:pt x="8475" y="7232"/>
                  </a:lnTo>
                  <a:lnTo>
                    <a:pt x="8484" y="10275"/>
                  </a:lnTo>
                  <a:lnTo>
                    <a:pt x="8188" y="14941"/>
                  </a:lnTo>
                  <a:lnTo>
                    <a:pt x="8461" y="20327"/>
                  </a:lnTo>
                  <a:lnTo>
                    <a:pt x="7928" y="25809"/>
                  </a:lnTo>
                  <a:lnTo>
                    <a:pt x="7320" y="28276"/>
                  </a:lnTo>
                  <a:lnTo>
                    <a:pt x="6420" y="30016"/>
                  </a:lnTo>
                  <a:lnTo>
                    <a:pt x="5439" y="31107"/>
                  </a:lnTo>
                  <a:lnTo>
                    <a:pt x="4424" y="33840"/>
                  </a:lnTo>
                  <a:lnTo>
                    <a:pt x="3767" y="37034"/>
                  </a:lnTo>
                  <a:lnTo>
                    <a:pt x="3659" y="39944"/>
                  </a:lnTo>
                  <a:lnTo>
                    <a:pt x="2043" y="4976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8"/>
            <p:cNvSpPr/>
            <p:nvPr/>
          </p:nvSpPr>
          <p:spPr>
            <a:xfrm>
              <a:off x="4622541" y="3300659"/>
              <a:ext cx="1242" cy="3917"/>
            </a:xfrm>
            <a:custGeom>
              <a:avLst/>
              <a:pathLst>
                <a:path w="1242" h="3917">
                  <a:moveTo>
                    <a:pt x="568" y="0"/>
                  </a:moveTo>
                  <a:lnTo>
                    <a:pt x="1242" y="3917"/>
                  </a:lnTo>
                  <a:lnTo>
                    <a:pt x="334" y="3895"/>
                  </a:lnTo>
                  <a:lnTo>
                    <a:pt x="0" y="1043"/>
                  </a:lnTo>
                  <a:lnTo>
                    <a:pt x="388" y="12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49"/>
            <p:cNvSpPr/>
            <p:nvPr/>
          </p:nvSpPr>
          <p:spPr>
            <a:xfrm>
              <a:off x="4547864" y="3298794"/>
              <a:ext cx="28405" cy="88031"/>
            </a:xfrm>
            <a:custGeom>
              <a:avLst/>
              <a:pathLst>
                <a:path w="28405" h="88031">
                  <a:moveTo>
                    <a:pt x="1065" y="85894"/>
                  </a:moveTo>
                  <a:lnTo>
                    <a:pt x="0" y="88031"/>
                  </a:lnTo>
                  <a:lnTo>
                    <a:pt x="114" y="85389"/>
                  </a:lnTo>
                  <a:lnTo>
                    <a:pt x="429" y="82898"/>
                  </a:lnTo>
                  <a:lnTo>
                    <a:pt x="1511" y="77798"/>
                  </a:lnTo>
                  <a:lnTo>
                    <a:pt x="2292" y="76230"/>
                  </a:lnTo>
                  <a:lnTo>
                    <a:pt x="3583" y="72213"/>
                  </a:lnTo>
                  <a:lnTo>
                    <a:pt x="4312" y="70271"/>
                  </a:lnTo>
                  <a:lnTo>
                    <a:pt x="6057" y="66431"/>
                  </a:lnTo>
                  <a:lnTo>
                    <a:pt x="7666" y="62223"/>
                  </a:lnTo>
                  <a:lnTo>
                    <a:pt x="8205" y="61910"/>
                  </a:lnTo>
                  <a:lnTo>
                    <a:pt x="8797" y="61846"/>
                  </a:lnTo>
                  <a:lnTo>
                    <a:pt x="9267" y="61363"/>
                  </a:lnTo>
                  <a:lnTo>
                    <a:pt x="10314" y="59090"/>
                  </a:lnTo>
                  <a:lnTo>
                    <a:pt x="12950" y="51523"/>
                  </a:lnTo>
                  <a:lnTo>
                    <a:pt x="15131" y="45883"/>
                  </a:lnTo>
                  <a:lnTo>
                    <a:pt x="17365" y="38751"/>
                  </a:lnTo>
                  <a:lnTo>
                    <a:pt x="18430" y="36673"/>
                  </a:lnTo>
                  <a:lnTo>
                    <a:pt x="18718" y="35906"/>
                  </a:lnTo>
                  <a:lnTo>
                    <a:pt x="20775" y="29338"/>
                  </a:lnTo>
                  <a:lnTo>
                    <a:pt x="21420" y="28384"/>
                  </a:lnTo>
                  <a:lnTo>
                    <a:pt x="22147" y="27692"/>
                  </a:lnTo>
                  <a:lnTo>
                    <a:pt x="22641" y="26800"/>
                  </a:lnTo>
                  <a:lnTo>
                    <a:pt x="23076" y="25682"/>
                  </a:lnTo>
                  <a:lnTo>
                    <a:pt x="23803" y="22824"/>
                  </a:lnTo>
                  <a:lnTo>
                    <a:pt x="24099" y="19482"/>
                  </a:lnTo>
                  <a:lnTo>
                    <a:pt x="23915" y="17595"/>
                  </a:lnTo>
                  <a:lnTo>
                    <a:pt x="23505" y="14812"/>
                  </a:lnTo>
                  <a:lnTo>
                    <a:pt x="24018" y="11015"/>
                  </a:lnTo>
                  <a:lnTo>
                    <a:pt x="24422" y="9264"/>
                  </a:lnTo>
                  <a:lnTo>
                    <a:pt x="25856" y="1555"/>
                  </a:lnTo>
                  <a:lnTo>
                    <a:pt x="26269" y="0"/>
                  </a:lnTo>
                  <a:lnTo>
                    <a:pt x="26868" y="972"/>
                  </a:lnTo>
                  <a:lnTo>
                    <a:pt x="26948" y="2353"/>
                  </a:lnTo>
                  <a:lnTo>
                    <a:pt x="26652" y="5602"/>
                  </a:lnTo>
                  <a:lnTo>
                    <a:pt x="26630" y="7234"/>
                  </a:lnTo>
                  <a:lnTo>
                    <a:pt x="26967" y="8892"/>
                  </a:lnTo>
                  <a:lnTo>
                    <a:pt x="26561" y="11620"/>
                  </a:lnTo>
                  <a:lnTo>
                    <a:pt x="27591" y="18883"/>
                  </a:lnTo>
                  <a:lnTo>
                    <a:pt x="28376" y="23483"/>
                  </a:lnTo>
                  <a:lnTo>
                    <a:pt x="28405" y="25001"/>
                  </a:lnTo>
                  <a:lnTo>
                    <a:pt x="27350" y="27746"/>
                  </a:lnTo>
                  <a:lnTo>
                    <a:pt x="26721" y="28576"/>
                  </a:lnTo>
                  <a:lnTo>
                    <a:pt x="25362" y="29313"/>
                  </a:lnTo>
                  <a:lnTo>
                    <a:pt x="24751" y="30114"/>
                  </a:lnTo>
                  <a:lnTo>
                    <a:pt x="23777" y="32348"/>
                  </a:lnTo>
                  <a:lnTo>
                    <a:pt x="23170" y="35290"/>
                  </a:lnTo>
                  <a:lnTo>
                    <a:pt x="23016" y="36810"/>
                  </a:lnTo>
                  <a:lnTo>
                    <a:pt x="22704" y="37980"/>
                  </a:lnTo>
                  <a:lnTo>
                    <a:pt x="19909" y="39979"/>
                  </a:lnTo>
                  <a:lnTo>
                    <a:pt x="18598" y="41283"/>
                  </a:lnTo>
                  <a:lnTo>
                    <a:pt x="17993" y="42264"/>
                  </a:lnTo>
                  <a:lnTo>
                    <a:pt x="17681" y="43860"/>
                  </a:lnTo>
                  <a:lnTo>
                    <a:pt x="17898" y="46676"/>
                  </a:lnTo>
                  <a:lnTo>
                    <a:pt x="15548" y="56842"/>
                  </a:lnTo>
                  <a:lnTo>
                    <a:pt x="14798" y="59504"/>
                  </a:lnTo>
                  <a:lnTo>
                    <a:pt x="13998" y="61770"/>
                  </a:lnTo>
                  <a:lnTo>
                    <a:pt x="13016" y="63381"/>
                  </a:lnTo>
                  <a:lnTo>
                    <a:pt x="11631" y="64371"/>
                  </a:lnTo>
                  <a:lnTo>
                    <a:pt x="10535" y="66339"/>
                  </a:lnTo>
                  <a:lnTo>
                    <a:pt x="9791" y="69821"/>
                  </a:lnTo>
                  <a:lnTo>
                    <a:pt x="8872" y="72966"/>
                  </a:lnTo>
                  <a:lnTo>
                    <a:pt x="7710" y="75296"/>
                  </a:lnTo>
                  <a:lnTo>
                    <a:pt x="6458" y="77354"/>
                  </a:lnTo>
                  <a:lnTo>
                    <a:pt x="5308" y="78854"/>
                  </a:lnTo>
                  <a:lnTo>
                    <a:pt x="4069" y="79913"/>
                  </a:lnTo>
                  <a:lnTo>
                    <a:pt x="3695" y="81284"/>
                  </a:lnTo>
                  <a:lnTo>
                    <a:pt x="3429" y="82976"/>
                  </a:lnTo>
                  <a:lnTo>
                    <a:pt x="2883" y="83773"/>
                  </a:lnTo>
                  <a:lnTo>
                    <a:pt x="2231" y="8423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0"/>
            <p:cNvSpPr/>
            <p:nvPr/>
          </p:nvSpPr>
          <p:spPr>
            <a:xfrm>
              <a:off x="4576715" y="3293507"/>
              <a:ext cx="1810" cy="4422"/>
            </a:xfrm>
            <a:custGeom>
              <a:avLst/>
              <a:pathLst>
                <a:path w="1810" h="4422">
                  <a:moveTo>
                    <a:pt x="1563" y="0"/>
                  </a:moveTo>
                  <a:lnTo>
                    <a:pt x="1810" y="1563"/>
                  </a:lnTo>
                  <a:lnTo>
                    <a:pt x="1488" y="3908"/>
                  </a:lnTo>
                  <a:lnTo>
                    <a:pt x="1209" y="4422"/>
                  </a:lnTo>
                  <a:lnTo>
                    <a:pt x="840" y="3445"/>
                  </a:lnTo>
                  <a:lnTo>
                    <a:pt x="50" y="2760"/>
                  </a:lnTo>
                  <a:lnTo>
                    <a:pt x="0" y="1497"/>
                  </a:lnTo>
                  <a:lnTo>
                    <a:pt x="412" y="1527"/>
                  </a:lnTo>
                  <a:lnTo>
                    <a:pt x="1164" y="29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1"/>
            <p:cNvSpPr/>
            <p:nvPr/>
          </p:nvSpPr>
          <p:spPr>
            <a:xfrm>
              <a:off x="4629452" y="3293216"/>
              <a:ext cx="11050" cy="44385"/>
            </a:xfrm>
            <a:custGeom>
              <a:avLst/>
              <a:pathLst>
                <a:path w="11050" h="44385">
                  <a:moveTo>
                    <a:pt x="3065" y="5677"/>
                  </a:moveTo>
                  <a:lnTo>
                    <a:pt x="3868" y="6710"/>
                  </a:lnTo>
                  <a:lnTo>
                    <a:pt x="4788" y="6297"/>
                  </a:lnTo>
                  <a:lnTo>
                    <a:pt x="5902" y="3953"/>
                  </a:lnTo>
                  <a:lnTo>
                    <a:pt x="7155" y="4797"/>
                  </a:lnTo>
                  <a:lnTo>
                    <a:pt x="7891" y="8252"/>
                  </a:lnTo>
                  <a:lnTo>
                    <a:pt x="8266" y="9558"/>
                  </a:lnTo>
                  <a:lnTo>
                    <a:pt x="8471" y="11818"/>
                  </a:lnTo>
                  <a:lnTo>
                    <a:pt x="8418" y="17235"/>
                  </a:lnTo>
                  <a:lnTo>
                    <a:pt x="8113" y="22147"/>
                  </a:lnTo>
                  <a:lnTo>
                    <a:pt x="8350" y="23158"/>
                  </a:lnTo>
                  <a:lnTo>
                    <a:pt x="8926" y="24041"/>
                  </a:lnTo>
                  <a:lnTo>
                    <a:pt x="9428" y="25131"/>
                  </a:lnTo>
                  <a:lnTo>
                    <a:pt x="9850" y="26527"/>
                  </a:lnTo>
                  <a:lnTo>
                    <a:pt x="10121" y="28081"/>
                  </a:lnTo>
                  <a:lnTo>
                    <a:pt x="10230" y="31853"/>
                  </a:lnTo>
                  <a:lnTo>
                    <a:pt x="10954" y="35033"/>
                  </a:lnTo>
                  <a:lnTo>
                    <a:pt x="11050" y="36271"/>
                  </a:lnTo>
                  <a:lnTo>
                    <a:pt x="10876" y="37568"/>
                  </a:lnTo>
                  <a:lnTo>
                    <a:pt x="9669" y="37314"/>
                  </a:lnTo>
                  <a:lnTo>
                    <a:pt x="9572" y="38409"/>
                  </a:lnTo>
                  <a:lnTo>
                    <a:pt x="9602" y="39765"/>
                  </a:lnTo>
                  <a:lnTo>
                    <a:pt x="9173" y="38912"/>
                  </a:lnTo>
                  <a:lnTo>
                    <a:pt x="8467" y="35806"/>
                  </a:lnTo>
                  <a:lnTo>
                    <a:pt x="7817" y="34502"/>
                  </a:lnTo>
                  <a:lnTo>
                    <a:pt x="8017" y="39540"/>
                  </a:lnTo>
                  <a:lnTo>
                    <a:pt x="8232" y="41957"/>
                  </a:lnTo>
                  <a:lnTo>
                    <a:pt x="8266" y="44385"/>
                  </a:lnTo>
                  <a:lnTo>
                    <a:pt x="7145" y="42530"/>
                  </a:lnTo>
                  <a:lnTo>
                    <a:pt x="5806" y="41385"/>
                  </a:lnTo>
                  <a:lnTo>
                    <a:pt x="5438" y="40397"/>
                  </a:lnTo>
                  <a:lnTo>
                    <a:pt x="5564" y="37250"/>
                  </a:lnTo>
                  <a:lnTo>
                    <a:pt x="5539" y="35685"/>
                  </a:lnTo>
                  <a:lnTo>
                    <a:pt x="4942" y="32369"/>
                  </a:lnTo>
                  <a:lnTo>
                    <a:pt x="5644" y="25204"/>
                  </a:lnTo>
                  <a:lnTo>
                    <a:pt x="5627" y="23740"/>
                  </a:lnTo>
                  <a:lnTo>
                    <a:pt x="5506" y="22274"/>
                  </a:lnTo>
                  <a:lnTo>
                    <a:pt x="4953" y="19368"/>
                  </a:lnTo>
                  <a:lnTo>
                    <a:pt x="4079" y="16938"/>
                  </a:lnTo>
                  <a:lnTo>
                    <a:pt x="3543" y="16931"/>
                  </a:lnTo>
                  <a:lnTo>
                    <a:pt x="2239" y="18638"/>
                  </a:lnTo>
                  <a:lnTo>
                    <a:pt x="1580" y="18072"/>
                  </a:lnTo>
                  <a:lnTo>
                    <a:pt x="1191" y="11372"/>
                  </a:lnTo>
                  <a:lnTo>
                    <a:pt x="665" y="4860"/>
                  </a:lnTo>
                  <a:lnTo>
                    <a:pt x="261" y="3194"/>
                  </a:lnTo>
                  <a:lnTo>
                    <a:pt x="0" y="1448"/>
                  </a:lnTo>
                  <a:lnTo>
                    <a:pt x="258" y="0"/>
                  </a:lnTo>
                  <a:lnTo>
                    <a:pt x="758" y="597"/>
                  </a:lnTo>
                  <a:lnTo>
                    <a:pt x="1470" y="2304"/>
                  </a:lnTo>
                  <a:lnTo>
                    <a:pt x="2333" y="3289"/>
                  </a:lnTo>
                  <a:lnTo>
                    <a:pt x="2762" y="414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2"/>
            <p:cNvSpPr/>
            <p:nvPr/>
          </p:nvSpPr>
          <p:spPr>
            <a:xfrm>
              <a:off x="4630052" y="3288493"/>
              <a:ext cx="3014" cy="6181"/>
            </a:xfrm>
            <a:custGeom>
              <a:avLst/>
              <a:pathLst>
                <a:path w="3014" h="6181">
                  <a:moveTo>
                    <a:pt x="2854" y="5993"/>
                  </a:moveTo>
                  <a:lnTo>
                    <a:pt x="1417" y="6181"/>
                  </a:lnTo>
                  <a:lnTo>
                    <a:pt x="787" y="4824"/>
                  </a:lnTo>
                  <a:lnTo>
                    <a:pt x="0" y="859"/>
                  </a:lnTo>
                  <a:lnTo>
                    <a:pt x="886" y="0"/>
                  </a:lnTo>
                  <a:lnTo>
                    <a:pt x="1732" y="233"/>
                  </a:lnTo>
                  <a:lnTo>
                    <a:pt x="2354" y="1634"/>
                  </a:lnTo>
                  <a:lnTo>
                    <a:pt x="3014" y="429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3"/>
            <p:cNvSpPr/>
            <p:nvPr/>
          </p:nvSpPr>
          <p:spPr>
            <a:xfrm>
              <a:off x="4634316" y="3287893"/>
              <a:ext cx="1421" cy="5083"/>
            </a:xfrm>
            <a:custGeom>
              <a:avLst/>
              <a:pathLst>
                <a:path w="1421" h="5083">
                  <a:moveTo>
                    <a:pt x="1421" y="3562"/>
                  </a:moveTo>
                  <a:lnTo>
                    <a:pt x="1209" y="5083"/>
                  </a:lnTo>
                  <a:lnTo>
                    <a:pt x="872" y="4661"/>
                  </a:lnTo>
                  <a:lnTo>
                    <a:pt x="577" y="3976"/>
                  </a:lnTo>
                  <a:lnTo>
                    <a:pt x="147" y="1678"/>
                  </a:lnTo>
                  <a:lnTo>
                    <a:pt x="0" y="0"/>
                  </a:lnTo>
                  <a:lnTo>
                    <a:pt x="661" y="952"/>
                  </a:lnTo>
                  <a:lnTo>
                    <a:pt x="1042" y="262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4"/>
            <p:cNvSpPr/>
            <p:nvPr/>
          </p:nvSpPr>
          <p:spPr>
            <a:xfrm>
              <a:off x="4601637" y="3282514"/>
              <a:ext cx="14581" cy="42934"/>
            </a:xfrm>
            <a:custGeom>
              <a:avLst/>
              <a:pathLst>
                <a:path w="14581" h="42934">
                  <a:moveTo>
                    <a:pt x="6962" y="8340"/>
                  </a:moveTo>
                  <a:lnTo>
                    <a:pt x="8302" y="9845"/>
                  </a:lnTo>
                  <a:lnTo>
                    <a:pt x="9609" y="8553"/>
                  </a:lnTo>
                  <a:lnTo>
                    <a:pt x="10896" y="8915"/>
                  </a:lnTo>
                  <a:lnTo>
                    <a:pt x="11968" y="10875"/>
                  </a:lnTo>
                  <a:lnTo>
                    <a:pt x="11618" y="12115"/>
                  </a:lnTo>
                  <a:lnTo>
                    <a:pt x="11546" y="13475"/>
                  </a:lnTo>
                  <a:lnTo>
                    <a:pt x="13942" y="10516"/>
                  </a:lnTo>
                  <a:lnTo>
                    <a:pt x="14581" y="10691"/>
                  </a:lnTo>
                  <a:lnTo>
                    <a:pt x="14560" y="13439"/>
                  </a:lnTo>
                  <a:lnTo>
                    <a:pt x="14418" y="15772"/>
                  </a:lnTo>
                  <a:lnTo>
                    <a:pt x="14135" y="18041"/>
                  </a:lnTo>
                  <a:lnTo>
                    <a:pt x="13628" y="20698"/>
                  </a:lnTo>
                  <a:lnTo>
                    <a:pt x="12949" y="23073"/>
                  </a:lnTo>
                  <a:lnTo>
                    <a:pt x="12055" y="24797"/>
                  </a:lnTo>
                  <a:lnTo>
                    <a:pt x="10995" y="25852"/>
                  </a:lnTo>
                  <a:lnTo>
                    <a:pt x="10492" y="26810"/>
                  </a:lnTo>
                  <a:lnTo>
                    <a:pt x="10336" y="28253"/>
                  </a:lnTo>
                  <a:lnTo>
                    <a:pt x="10356" y="30069"/>
                  </a:lnTo>
                  <a:lnTo>
                    <a:pt x="10112" y="31721"/>
                  </a:lnTo>
                  <a:lnTo>
                    <a:pt x="8998" y="32398"/>
                  </a:lnTo>
                  <a:lnTo>
                    <a:pt x="7259" y="35620"/>
                  </a:lnTo>
                  <a:lnTo>
                    <a:pt x="3526" y="37659"/>
                  </a:lnTo>
                  <a:lnTo>
                    <a:pt x="2501" y="39058"/>
                  </a:lnTo>
                  <a:lnTo>
                    <a:pt x="1847" y="40875"/>
                  </a:lnTo>
                  <a:lnTo>
                    <a:pt x="1118" y="42522"/>
                  </a:lnTo>
                  <a:lnTo>
                    <a:pt x="722" y="42934"/>
                  </a:lnTo>
                  <a:lnTo>
                    <a:pt x="541" y="42150"/>
                  </a:lnTo>
                  <a:lnTo>
                    <a:pt x="490" y="41478"/>
                  </a:lnTo>
                  <a:lnTo>
                    <a:pt x="1022" y="37195"/>
                  </a:lnTo>
                  <a:lnTo>
                    <a:pt x="933" y="35414"/>
                  </a:lnTo>
                  <a:lnTo>
                    <a:pt x="679" y="33685"/>
                  </a:lnTo>
                  <a:lnTo>
                    <a:pt x="841" y="30307"/>
                  </a:lnTo>
                  <a:lnTo>
                    <a:pt x="1490" y="27133"/>
                  </a:lnTo>
                  <a:lnTo>
                    <a:pt x="1837" y="23639"/>
                  </a:lnTo>
                  <a:lnTo>
                    <a:pt x="1938" y="16892"/>
                  </a:lnTo>
                  <a:lnTo>
                    <a:pt x="2443" y="7518"/>
                  </a:lnTo>
                  <a:lnTo>
                    <a:pt x="2418" y="6397"/>
                  </a:lnTo>
                  <a:lnTo>
                    <a:pt x="2022" y="5130"/>
                  </a:lnTo>
                  <a:lnTo>
                    <a:pt x="570" y="4109"/>
                  </a:lnTo>
                  <a:lnTo>
                    <a:pt x="0" y="3146"/>
                  </a:lnTo>
                  <a:lnTo>
                    <a:pt x="285" y="1271"/>
                  </a:lnTo>
                  <a:lnTo>
                    <a:pt x="833" y="0"/>
                  </a:lnTo>
                  <a:lnTo>
                    <a:pt x="1587" y="57"/>
                  </a:lnTo>
                  <a:lnTo>
                    <a:pt x="2251" y="1249"/>
                  </a:lnTo>
                  <a:lnTo>
                    <a:pt x="4597" y="3703"/>
                  </a:lnTo>
                  <a:lnTo>
                    <a:pt x="5846" y="576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5"/>
            <p:cNvSpPr/>
            <p:nvPr/>
          </p:nvSpPr>
          <p:spPr>
            <a:xfrm>
              <a:off x="4578273" y="3280033"/>
              <a:ext cx="2442" cy="9218"/>
            </a:xfrm>
            <a:custGeom>
              <a:avLst/>
              <a:pathLst>
                <a:path w="2442" h="9218">
                  <a:moveTo>
                    <a:pt x="2046" y="8215"/>
                  </a:moveTo>
                  <a:lnTo>
                    <a:pt x="1184" y="9218"/>
                  </a:lnTo>
                  <a:lnTo>
                    <a:pt x="966" y="8587"/>
                  </a:lnTo>
                  <a:lnTo>
                    <a:pt x="814" y="7121"/>
                  </a:lnTo>
                  <a:lnTo>
                    <a:pt x="827" y="6113"/>
                  </a:lnTo>
                  <a:lnTo>
                    <a:pt x="0" y="809"/>
                  </a:lnTo>
                  <a:lnTo>
                    <a:pt x="633" y="0"/>
                  </a:lnTo>
                  <a:lnTo>
                    <a:pt x="1100" y="623"/>
                  </a:lnTo>
                  <a:lnTo>
                    <a:pt x="1575" y="1454"/>
                  </a:lnTo>
                  <a:lnTo>
                    <a:pt x="2013" y="1894"/>
                  </a:lnTo>
                  <a:lnTo>
                    <a:pt x="2414" y="3569"/>
                  </a:lnTo>
                  <a:lnTo>
                    <a:pt x="2318" y="4728"/>
                  </a:lnTo>
                  <a:lnTo>
                    <a:pt x="2442" y="584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6"/>
            <p:cNvSpPr/>
            <p:nvPr/>
          </p:nvSpPr>
          <p:spPr>
            <a:xfrm>
              <a:off x="4578330" y="3270053"/>
              <a:ext cx="5471" cy="9613"/>
            </a:xfrm>
            <a:custGeom>
              <a:avLst/>
              <a:pathLst>
                <a:path w="5471" h="9613">
                  <a:moveTo>
                    <a:pt x="2693" y="4474"/>
                  </a:moveTo>
                  <a:lnTo>
                    <a:pt x="3323" y="4925"/>
                  </a:lnTo>
                  <a:lnTo>
                    <a:pt x="3772" y="4492"/>
                  </a:lnTo>
                  <a:lnTo>
                    <a:pt x="4169" y="2933"/>
                  </a:lnTo>
                  <a:lnTo>
                    <a:pt x="4541" y="5240"/>
                  </a:lnTo>
                  <a:lnTo>
                    <a:pt x="5471" y="7140"/>
                  </a:lnTo>
                  <a:lnTo>
                    <a:pt x="5162" y="9062"/>
                  </a:lnTo>
                  <a:lnTo>
                    <a:pt x="4344" y="9287"/>
                  </a:lnTo>
                  <a:lnTo>
                    <a:pt x="3541" y="8848"/>
                  </a:lnTo>
                  <a:lnTo>
                    <a:pt x="2694" y="9613"/>
                  </a:lnTo>
                  <a:lnTo>
                    <a:pt x="1664" y="9185"/>
                  </a:lnTo>
                  <a:lnTo>
                    <a:pt x="1048" y="7382"/>
                  </a:lnTo>
                  <a:lnTo>
                    <a:pt x="347" y="4146"/>
                  </a:lnTo>
                  <a:lnTo>
                    <a:pt x="0" y="3547"/>
                  </a:lnTo>
                  <a:lnTo>
                    <a:pt x="42" y="2219"/>
                  </a:lnTo>
                  <a:lnTo>
                    <a:pt x="297" y="1376"/>
                  </a:lnTo>
                  <a:lnTo>
                    <a:pt x="163" y="1158"/>
                  </a:lnTo>
                  <a:lnTo>
                    <a:pt x="228" y="568"/>
                  </a:lnTo>
                  <a:lnTo>
                    <a:pt x="354" y="167"/>
                  </a:lnTo>
                  <a:lnTo>
                    <a:pt x="581" y="0"/>
                  </a:lnTo>
                  <a:lnTo>
                    <a:pt x="1127" y="1438"/>
                  </a:lnTo>
                  <a:lnTo>
                    <a:pt x="2435" y="358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7"/>
            <p:cNvSpPr/>
            <p:nvPr/>
          </p:nvSpPr>
          <p:spPr>
            <a:xfrm>
              <a:off x="4607757" y="3264945"/>
              <a:ext cx="2996" cy="6097"/>
            </a:xfrm>
            <a:custGeom>
              <a:avLst/>
              <a:pathLst>
                <a:path w="2996" h="6097">
                  <a:moveTo>
                    <a:pt x="2664" y="5404"/>
                  </a:moveTo>
                  <a:lnTo>
                    <a:pt x="2075" y="6097"/>
                  </a:lnTo>
                  <a:lnTo>
                    <a:pt x="878" y="3198"/>
                  </a:lnTo>
                  <a:lnTo>
                    <a:pt x="183" y="1845"/>
                  </a:lnTo>
                  <a:lnTo>
                    <a:pt x="0" y="1089"/>
                  </a:lnTo>
                  <a:lnTo>
                    <a:pt x="563" y="0"/>
                  </a:lnTo>
                  <a:lnTo>
                    <a:pt x="2079" y="10"/>
                  </a:lnTo>
                  <a:lnTo>
                    <a:pt x="2884" y="1999"/>
                  </a:lnTo>
                  <a:lnTo>
                    <a:pt x="2996" y="323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8"/>
            <p:cNvSpPr/>
            <p:nvPr/>
          </p:nvSpPr>
          <p:spPr>
            <a:xfrm>
              <a:off x="4629297" y="3262563"/>
              <a:ext cx="16737" cy="45001"/>
            </a:xfrm>
            <a:custGeom>
              <a:avLst/>
              <a:pathLst>
                <a:path w="16737" h="45001">
                  <a:moveTo>
                    <a:pt x="10873" y="1320"/>
                  </a:moveTo>
                  <a:lnTo>
                    <a:pt x="11687" y="3731"/>
                  </a:lnTo>
                  <a:lnTo>
                    <a:pt x="11885" y="5476"/>
                  </a:lnTo>
                  <a:lnTo>
                    <a:pt x="11801" y="7408"/>
                  </a:lnTo>
                  <a:lnTo>
                    <a:pt x="12169" y="8267"/>
                  </a:lnTo>
                  <a:lnTo>
                    <a:pt x="12820" y="8501"/>
                  </a:lnTo>
                  <a:lnTo>
                    <a:pt x="13654" y="9473"/>
                  </a:lnTo>
                  <a:lnTo>
                    <a:pt x="14280" y="11262"/>
                  </a:lnTo>
                  <a:lnTo>
                    <a:pt x="13908" y="12906"/>
                  </a:lnTo>
                  <a:lnTo>
                    <a:pt x="14024" y="15305"/>
                  </a:lnTo>
                  <a:lnTo>
                    <a:pt x="13370" y="18320"/>
                  </a:lnTo>
                  <a:lnTo>
                    <a:pt x="13459" y="23668"/>
                  </a:lnTo>
                  <a:lnTo>
                    <a:pt x="13834" y="25376"/>
                  </a:lnTo>
                  <a:lnTo>
                    <a:pt x="13870" y="27100"/>
                  </a:lnTo>
                  <a:lnTo>
                    <a:pt x="13776" y="28905"/>
                  </a:lnTo>
                  <a:lnTo>
                    <a:pt x="13936" y="30385"/>
                  </a:lnTo>
                  <a:lnTo>
                    <a:pt x="14940" y="35291"/>
                  </a:lnTo>
                  <a:lnTo>
                    <a:pt x="15124" y="36921"/>
                  </a:lnTo>
                  <a:lnTo>
                    <a:pt x="14817" y="38208"/>
                  </a:lnTo>
                  <a:lnTo>
                    <a:pt x="14716" y="39428"/>
                  </a:lnTo>
                  <a:lnTo>
                    <a:pt x="15335" y="39556"/>
                  </a:lnTo>
                  <a:lnTo>
                    <a:pt x="16217" y="41598"/>
                  </a:lnTo>
                  <a:lnTo>
                    <a:pt x="16737" y="44293"/>
                  </a:lnTo>
                  <a:lnTo>
                    <a:pt x="16582" y="45001"/>
                  </a:lnTo>
                  <a:lnTo>
                    <a:pt x="15877" y="42898"/>
                  </a:lnTo>
                  <a:lnTo>
                    <a:pt x="15344" y="42566"/>
                  </a:lnTo>
                  <a:lnTo>
                    <a:pt x="13085" y="43140"/>
                  </a:lnTo>
                  <a:lnTo>
                    <a:pt x="11701" y="42263"/>
                  </a:lnTo>
                  <a:lnTo>
                    <a:pt x="10802" y="42180"/>
                  </a:lnTo>
                  <a:lnTo>
                    <a:pt x="9909" y="38576"/>
                  </a:lnTo>
                  <a:lnTo>
                    <a:pt x="9127" y="37976"/>
                  </a:lnTo>
                  <a:lnTo>
                    <a:pt x="8510" y="36383"/>
                  </a:lnTo>
                  <a:lnTo>
                    <a:pt x="7486" y="32309"/>
                  </a:lnTo>
                  <a:lnTo>
                    <a:pt x="7160" y="29967"/>
                  </a:lnTo>
                  <a:lnTo>
                    <a:pt x="7873" y="27601"/>
                  </a:lnTo>
                  <a:lnTo>
                    <a:pt x="8095" y="25714"/>
                  </a:lnTo>
                  <a:lnTo>
                    <a:pt x="8058" y="23864"/>
                  </a:lnTo>
                  <a:lnTo>
                    <a:pt x="7375" y="24168"/>
                  </a:lnTo>
                  <a:lnTo>
                    <a:pt x="6784" y="23552"/>
                  </a:lnTo>
                  <a:lnTo>
                    <a:pt x="6057" y="21288"/>
                  </a:lnTo>
                  <a:lnTo>
                    <a:pt x="5766" y="19981"/>
                  </a:lnTo>
                  <a:lnTo>
                    <a:pt x="5236" y="18888"/>
                  </a:lnTo>
                  <a:lnTo>
                    <a:pt x="4396" y="16301"/>
                  </a:lnTo>
                  <a:lnTo>
                    <a:pt x="3189" y="15289"/>
                  </a:lnTo>
                  <a:lnTo>
                    <a:pt x="2697" y="14578"/>
                  </a:lnTo>
                  <a:lnTo>
                    <a:pt x="1737" y="12403"/>
                  </a:lnTo>
                  <a:lnTo>
                    <a:pt x="1037" y="9708"/>
                  </a:lnTo>
                  <a:lnTo>
                    <a:pt x="357" y="4986"/>
                  </a:lnTo>
                  <a:lnTo>
                    <a:pt x="0" y="95"/>
                  </a:lnTo>
                  <a:lnTo>
                    <a:pt x="3119" y="1369"/>
                  </a:lnTo>
                  <a:lnTo>
                    <a:pt x="6276" y="1122"/>
                  </a:lnTo>
                  <a:lnTo>
                    <a:pt x="9844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59"/>
            <p:cNvSpPr/>
            <p:nvPr/>
          </p:nvSpPr>
          <p:spPr>
            <a:xfrm>
              <a:off x="4616191" y="3262240"/>
              <a:ext cx="10354" cy="24556"/>
            </a:xfrm>
            <a:custGeom>
              <a:avLst/>
              <a:pathLst>
                <a:path w="10354" h="24556">
                  <a:moveTo>
                    <a:pt x="6452" y="8750"/>
                  </a:moveTo>
                  <a:lnTo>
                    <a:pt x="8659" y="12245"/>
                  </a:lnTo>
                  <a:lnTo>
                    <a:pt x="10178" y="18222"/>
                  </a:lnTo>
                  <a:lnTo>
                    <a:pt x="10354" y="22809"/>
                  </a:lnTo>
                  <a:lnTo>
                    <a:pt x="10238" y="24556"/>
                  </a:lnTo>
                  <a:lnTo>
                    <a:pt x="9515" y="22593"/>
                  </a:lnTo>
                  <a:lnTo>
                    <a:pt x="7962" y="19795"/>
                  </a:lnTo>
                  <a:lnTo>
                    <a:pt x="6883" y="19178"/>
                  </a:lnTo>
                  <a:lnTo>
                    <a:pt x="6551" y="18673"/>
                  </a:lnTo>
                  <a:lnTo>
                    <a:pt x="6676" y="17163"/>
                  </a:lnTo>
                  <a:lnTo>
                    <a:pt x="5972" y="15764"/>
                  </a:lnTo>
                  <a:lnTo>
                    <a:pt x="5888" y="15192"/>
                  </a:lnTo>
                  <a:lnTo>
                    <a:pt x="5249" y="14575"/>
                  </a:lnTo>
                  <a:lnTo>
                    <a:pt x="4317" y="11431"/>
                  </a:lnTo>
                  <a:lnTo>
                    <a:pt x="3657" y="10839"/>
                  </a:lnTo>
                  <a:lnTo>
                    <a:pt x="3026" y="11502"/>
                  </a:lnTo>
                  <a:lnTo>
                    <a:pt x="1574" y="16166"/>
                  </a:lnTo>
                  <a:lnTo>
                    <a:pt x="22" y="19439"/>
                  </a:lnTo>
                  <a:lnTo>
                    <a:pt x="0" y="18188"/>
                  </a:lnTo>
                  <a:lnTo>
                    <a:pt x="629" y="14092"/>
                  </a:lnTo>
                  <a:lnTo>
                    <a:pt x="1029" y="7548"/>
                  </a:lnTo>
                  <a:lnTo>
                    <a:pt x="1280" y="5556"/>
                  </a:lnTo>
                  <a:lnTo>
                    <a:pt x="966" y="2624"/>
                  </a:lnTo>
                  <a:lnTo>
                    <a:pt x="926" y="0"/>
                  </a:lnTo>
                  <a:lnTo>
                    <a:pt x="2084" y="1214"/>
                  </a:lnTo>
                  <a:lnTo>
                    <a:pt x="3534" y="2431"/>
                  </a:lnTo>
                  <a:lnTo>
                    <a:pt x="4639" y="4097"/>
                  </a:lnTo>
                  <a:lnTo>
                    <a:pt x="4821" y="521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0"/>
            <p:cNvSpPr/>
            <p:nvPr/>
          </p:nvSpPr>
          <p:spPr>
            <a:xfrm>
              <a:off x="4605742" y="3262069"/>
              <a:ext cx="724" cy="2687"/>
            </a:xfrm>
            <a:custGeom>
              <a:avLst/>
              <a:pathLst>
                <a:path w="724" h="2687">
                  <a:moveTo>
                    <a:pt x="724" y="1786"/>
                  </a:moveTo>
                  <a:lnTo>
                    <a:pt x="367" y="2687"/>
                  </a:lnTo>
                  <a:lnTo>
                    <a:pt x="150" y="2546"/>
                  </a:lnTo>
                  <a:lnTo>
                    <a:pt x="0" y="955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1"/>
            <p:cNvSpPr/>
            <p:nvPr/>
          </p:nvSpPr>
          <p:spPr>
            <a:xfrm>
              <a:off x="4602006" y="3260197"/>
              <a:ext cx="2552" cy="16163"/>
            </a:xfrm>
            <a:custGeom>
              <a:avLst/>
              <a:pathLst>
                <a:path w="2552" h="16163">
                  <a:moveTo>
                    <a:pt x="1965" y="8798"/>
                  </a:moveTo>
                  <a:lnTo>
                    <a:pt x="1044" y="16163"/>
                  </a:lnTo>
                  <a:lnTo>
                    <a:pt x="424" y="13628"/>
                  </a:lnTo>
                  <a:lnTo>
                    <a:pt x="675" y="12036"/>
                  </a:lnTo>
                  <a:lnTo>
                    <a:pt x="142" y="10704"/>
                  </a:lnTo>
                  <a:lnTo>
                    <a:pt x="0" y="9495"/>
                  </a:lnTo>
                  <a:lnTo>
                    <a:pt x="204" y="7896"/>
                  </a:lnTo>
                  <a:lnTo>
                    <a:pt x="761" y="6422"/>
                  </a:lnTo>
                  <a:lnTo>
                    <a:pt x="901" y="1598"/>
                  </a:lnTo>
                  <a:lnTo>
                    <a:pt x="2077" y="59"/>
                  </a:lnTo>
                  <a:lnTo>
                    <a:pt x="2552" y="0"/>
                  </a:lnTo>
                  <a:lnTo>
                    <a:pt x="2382" y="1183"/>
                  </a:lnTo>
                  <a:lnTo>
                    <a:pt x="2398" y="340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2"/>
            <p:cNvSpPr/>
            <p:nvPr/>
          </p:nvSpPr>
          <p:spPr>
            <a:xfrm>
              <a:off x="4621155" y="3259539"/>
              <a:ext cx="2208" cy="9120"/>
            </a:xfrm>
            <a:custGeom>
              <a:avLst/>
              <a:pathLst>
                <a:path w="2208" h="9120">
                  <a:moveTo>
                    <a:pt x="2165" y="6530"/>
                  </a:moveTo>
                  <a:lnTo>
                    <a:pt x="2208" y="9120"/>
                  </a:lnTo>
                  <a:lnTo>
                    <a:pt x="1775" y="8166"/>
                  </a:lnTo>
                  <a:lnTo>
                    <a:pt x="384" y="3084"/>
                  </a:lnTo>
                  <a:lnTo>
                    <a:pt x="0" y="1229"/>
                  </a:lnTo>
                  <a:lnTo>
                    <a:pt x="394" y="0"/>
                  </a:lnTo>
                  <a:lnTo>
                    <a:pt x="1398" y="189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3"/>
            <p:cNvSpPr/>
            <p:nvPr/>
          </p:nvSpPr>
          <p:spPr>
            <a:xfrm>
              <a:off x="4613811" y="3246500"/>
              <a:ext cx="4812" cy="12272"/>
            </a:xfrm>
            <a:custGeom>
              <a:avLst/>
              <a:pathLst>
                <a:path w="4812" h="12272">
                  <a:moveTo>
                    <a:pt x="3830" y="7763"/>
                  </a:moveTo>
                  <a:lnTo>
                    <a:pt x="4812" y="12272"/>
                  </a:lnTo>
                  <a:lnTo>
                    <a:pt x="3742" y="9192"/>
                  </a:lnTo>
                  <a:lnTo>
                    <a:pt x="2501" y="7100"/>
                  </a:lnTo>
                  <a:lnTo>
                    <a:pt x="1210" y="3625"/>
                  </a:lnTo>
                  <a:lnTo>
                    <a:pt x="281" y="2406"/>
                  </a:lnTo>
                  <a:lnTo>
                    <a:pt x="0" y="1698"/>
                  </a:lnTo>
                  <a:lnTo>
                    <a:pt x="97" y="265"/>
                  </a:lnTo>
                  <a:lnTo>
                    <a:pt x="783" y="0"/>
                  </a:lnTo>
                  <a:lnTo>
                    <a:pt x="1087" y="82"/>
                  </a:lnTo>
                  <a:lnTo>
                    <a:pt x="2960" y="622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4"/>
            <p:cNvSpPr/>
            <p:nvPr/>
          </p:nvSpPr>
          <p:spPr>
            <a:xfrm>
              <a:off x="4583768" y="3234496"/>
              <a:ext cx="13834" cy="38520"/>
            </a:xfrm>
            <a:custGeom>
              <a:avLst/>
              <a:pathLst>
                <a:path w="13834" h="38520">
                  <a:moveTo>
                    <a:pt x="4211" y="1268"/>
                  </a:moveTo>
                  <a:lnTo>
                    <a:pt x="4797" y="1519"/>
                  </a:lnTo>
                  <a:lnTo>
                    <a:pt x="6638" y="630"/>
                  </a:lnTo>
                  <a:lnTo>
                    <a:pt x="7391" y="1076"/>
                  </a:lnTo>
                  <a:lnTo>
                    <a:pt x="7897" y="2768"/>
                  </a:lnTo>
                  <a:lnTo>
                    <a:pt x="8525" y="3299"/>
                  </a:lnTo>
                  <a:lnTo>
                    <a:pt x="9022" y="4171"/>
                  </a:lnTo>
                  <a:lnTo>
                    <a:pt x="9945" y="2662"/>
                  </a:lnTo>
                  <a:lnTo>
                    <a:pt x="10885" y="4381"/>
                  </a:lnTo>
                  <a:lnTo>
                    <a:pt x="11719" y="7592"/>
                  </a:lnTo>
                  <a:lnTo>
                    <a:pt x="12701" y="9868"/>
                  </a:lnTo>
                  <a:lnTo>
                    <a:pt x="13628" y="11559"/>
                  </a:lnTo>
                  <a:lnTo>
                    <a:pt x="13811" y="12810"/>
                  </a:lnTo>
                  <a:lnTo>
                    <a:pt x="13248" y="14858"/>
                  </a:lnTo>
                  <a:lnTo>
                    <a:pt x="13076" y="17458"/>
                  </a:lnTo>
                  <a:lnTo>
                    <a:pt x="13133" y="20250"/>
                  </a:lnTo>
                  <a:lnTo>
                    <a:pt x="13834" y="26128"/>
                  </a:lnTo>
                  <a:lnTo>
                    <a:pt x="13588" y="27722"/>
                  </a:lnTo>
                  <a:lnTo>
                    <a:pt x="12883" y="29976"/>
                  </a:lnTo>
                  <a:lnTo>
                    <a:pt x="12357" y="32485"/>
                  </a:lnTo>
                  <a:lnTo>
                    <a:pt x="12425" y="33498"/>
                  </a:lnTo>
                  <a:lnTo>
                    <a:pt x="12217" y="34326"/>
                  </a:lnTo>
                  <a:lnTo>
                    <a:pt x="12150" y="36103"/>
                  </a:lnTo>
                  <a:lnTo>
                    <a:pt x="11719" y="35734"/>
                  </a:lnTo>
                  <a:lnTo>
                    <a:pt x="11322" y="36014"/>
                  </a:lnTo>
                  <a:lnTo>
                    <a:pt x="10937" y="36809"/>
                  </a:lnTo>
                  <a:lnTo>
                    <a:pt x="10336" y="38520"/>
                  </a:lnTo>
                  <a:lnTo>
                    <a:pt x="9401" y="38002"/>
                  </a:lnTo>
                  <a:lnTo>
                    <a:pt x="8959" y="37497"/>
                  </a:lnTo>
                  <a:lnTo>
                    <a:pt x="8851" y="36014"/>
                  </a:lnTo>
                  <a:lnTo>
                    <a:pt x="8572" y="34969"/>
                  </a:lnTo>
                  <a:lnTo>
                    <a:pt x="8171" y="34349"/>
                  </a:lnTo>
                  <a:lnTo>
                    <a:pt x="7181" y="31791"/>
                  </a:lnTo>
                  <a:lnTo>
                    <a:pt x="6717" y="29867"/>
                  </a:lnTo>
                  <a:lnTo>
                    <a:pt x="6709" y="27814"/>
                  </a:lnTo>
                  <a:lnTo>
                    <a:pt x="6455" y="25901"/>
                  </a:lnTo>
                  <a:lnTo>
                    <a:pt x="5941" y="24193"/>
                  </a:lnTo>
                  <a:lnTo>
                    <a:pt x="5265" y="22883"/>
                  </a:lnTo>
                  <a:lnTo>
                    <a:pt x="5039" y="21625"/>
                  </a:lnTo>
                  <a:lnTo>
                    <a:pt x="4951" y="20137"/>
                  </a:lnTo>
                  <a:lnTo>
                    <a:pt x="4893" y="16328"/>
                  </a:lnTo>
                  <a:lnTo>
                    <a:pt x="3933" y="11577"/>
                  </a:lnTo>
                  <a:lnTo>
                    <a:pt x="3600" y="10438"/>
                  </a:lnTo>
                  <a:lnTo>
                    <a:pt x="2700" y="9264"/>
                  </a:lnTo>
                  <a:lnTo>
                    <a:pt x="1954" y="7752"/>
                  </a:lnTo>
                  <a:lnTo>
                    <a:pt x="1636" y="6245"/>
                  </a:lnTo>
                  <a:lnTo>
                    <a:pt x="1346" y="3809"/>
                  </a:lnTo>
                  <a:lnTo>
                    <a:pt x="1146" y="3457"/>
                  </a:lnTo>
                  <a:lnTo>
                    <a:pt x="564" y="3568"/>
                  </a:lnTo>
                  <a:lnTo>
                    <a:pt x="0" y="3252"/>
                  </a:lnTo>
                  <a:lnTo>
                    <a:pt x="164" y="1461"/>
                  </a:lnTo>
                  <a:lnTo>
                    <a:pt x="722" y="158"/>
                  </a:lnTo>
                  <a:lnTo>
                    <a:pt x="1494" y="0"/>
                  </a:lnTo>
                  <a:lnTo>
                    <a:pt x="3623" y="73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5"/>
            <p:cNvSpPr/>
            <p:nvPr/>
          </p:nvSpPr>
          <p:spPr>
            <a:xfrm>
              <a:off x="4600761" y="3233203"/>
              <a:ext cx="3536" cy="10672"/>
            </a:xfrm>
            <a:custGeom>
              <a:avLst/>
              <a:pathLst>
                <a:path w="3536" h="10672">
                  <a:moveTo>
                    <a:pt x="1148" y="763"/>
                  </a:moveTo>
                  <a:lnTo>
                    <a:pt x="1858" y="849"/>
                  </a:lnTo>
                  <a:lnTo>
                    <a:pt x="2079" y="572"/>
                  </a:lnTo>
                  <a:lnTo>
                    <a:pt x="3446" y="3042"/>
                  </a:lnTo>
                  <a:lnTo>
                    <a:pt x="3363" y="4293"/>
                  </a:lnTo>
                  <a:lnTo>
                    <a:pt x="3536" y="5940"/>
                  </a:lnTo>
                  <a:lnTo>
                    <a:pt x="2757" y="8791"/>
                  </a:lnTo>
                  <a:lnTo>
                    <a:pt x="2616" y="9750"/>
                  </a:lnTo>
                  <a:lnTo>
                    <a:pt x="2184" y="10672"/>
                  </a:lnTo>
                  <a:lnTo>
                    <a:pt x="700" y="8404"/>
                  </a:lnTo>
                  <a:lnTo>
                    <a:pt x="162" y="7019"/>
                  </a:lnTo>
                  <a:lnTo>
                    <a:pt x="0" y="4187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4581017" y="3224578"/>
              <a:ext cx="1996" cy="5173"/>
            </a:xfrm>
            <a:custGeom>
              <a:avLst/>
              <a:pathLst>
                <a:path w="1996" h="5173">
                  <a:moveTo>
                    <a:pt x="1977" y="3172"/>
                  </a:moveTo>
                  <a:lnTo>
                    <a:pt x="1996" y="5173"/>
                  </a:lnTo>
                  <a:lnTo>
                    <a:pt x="55" y="2236"/>
                  </a:lnTo>
                  <a:lnTo>
                    <a:pt x="0" y="1214"/>
                  </a:lnTo>
                  <a:lnTo>
                    <a:pt x="46" y="458"/>
                  </a:lnTo>
                  <a:lnTo>
                    <a:pt x="245" y="0"/>
                  </a:lnTo>
                  <a:lnTo>
                    <a:pt x="1289" y="110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4626353" y="3218091"/>
              <a:ext cx="4353" cy="16135"/>
            </a:xfrm>
            <a:custGeom>
              <a:avLst/>
              <a:pathLst>
                <a:path w="4353" h="16135">
                  <a:moveTo>
                    <a:pt x="3621" y="13159"/>
                  </a:moveTo>
                  <a:lnTo>
                    <a:pt x="3316" y="15076"/>
                  </a:lnTo>
                  <a:lnTo>
                    <a:pt x="2942" y="14397"/>
                  </a:lnTo>
                  <a:lnTo>
                    <a:pt x="2409" y="14506"/>
                  </a:lnTo>
                  <a:lnTo>
                    <a:pt x="1571" y="16135"/>
                  </a:lnTo>
                  <a:lnTo>
                    <a:pt x="208" y="13947"/>
                  </a:lnTo>
                  <a:lnTo>
                    <a:pt x="0" y="12246"/>
                  </a:lnTo>
                  <a:lnTo>
                    <a:pt x="976" y="8483"/>
                  </a:lnTo>
                  <a:lnTo>
                    <a:pt x="966" y="2892"/>
                  </a:lnTo>
                  <a:lnTo>
                    <a:pt x="1321" y="1519"/>
                  </a:lnTo>
                  <a:lnTo>
                    <a:pt x="1695" y="533"/>
                  </a:lnTo>
                  <a:lnTo>
                    <a:pt x="2140" y="0"/>
                  </a:lnTo>
                  <a:lnTo>
                    <a:pt x="3100" y="3859"/>
                  </a:lnTo>
                  <a:lnTo>
                    <a:pt x="3427" y="4328"/>
                  </a:lnTo>
                  <a:lnTo>
                    <a:pt x="4353" y="6103"/>
                  </a:lnTo>
                  <a:lnTo>
                    <a:pt x="4113" y="9677"/>
                  </a:lnTo>
                  <a:lnTo>
                    <a:pt x="4201" y="1176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8"/>
            <p:cNvSpPr/>
            <p:nvPr/>
          </p:nvSpPr>
          <p:spPr>
            <a:xfrm>
              <a:off x="4602268" y="3213624"/>
              <a:ext cx="2639" cy="6523"/>
            </a:xfrm>
            <a:custGeom>
              <a:avLst/>
              <a:pathLst>
                <a:path w="2639" h="6523">
                  <a:moveTo>
                    <a:pt x="2639" y="5316"/>
                  </a:moveTo>
                  <a:lnTo>
                    <a:pt x="2603" y="6523"/>
                  </a:lnTo>
                  <a:lnTo>
                    <a:pt x="118" y="2148"/>
                  </a:lnTo>
                  <a:lnTo>
                    <a:pt x="4" y="1396"/>
                  </a:lnTo>
                  <a:lnTo>
                    <a:pt x="0" y="698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69"/>
            <p:cNvSpPr/>
            <p:nvPr/>
          </p:nvSpPr>
          <p:spPr>
            <a:xfrm>
              <a:off x="4600822" y="3189464"/>
              <a:ext cx="2661" cy="11533"/>
            </a:xfrm>
            <a:custGeom>
              <a:avLst/>
              <a:pathLst>
                <a:path w="2661" h="11533">
                  <a:moveTo>
                    <a:pt x="2453" y="1222"/>
                  </a:moveTo>
                  <a:lnTo>
                    <a:pt x="2661" y="2260"/>
                  </a:lnTo>
                  <a:lnTo>
                    <a:pt x="2433" y="2208"/>
                  </a:lnTo>
                  <a:lnTo>
                    <a:pt x="2266" y="2396"/>
                  </a:lnTo>
                  <a:lnTo>
                    <a:pt x="1726" y="4533"/>
                  </a:lnTo>
                  <a:lnTo>
                    <a:pt x="2317" y="8479"/>
                  </a:lnTo>
                  <a:lnTo>
                    <a:pt x="1948" y="11353"/>
                  </a:lnTo>
                  <a:lnTo>
                    <a:pt x="1296" y="11533"/>
                  </a:lnTo>
                  <a:lnTo>
                    <a:pt x="1039" y="11225"/>
                  </a:lnTo>
                  <a:lnTo>
                    <a:pt x="1172" y="9805"/>
                  </a:lnTo>
                  <a:lnTo>
                    <a:pt x="1314" y="9153"/>
                  </a:lnTo>
                  <a:lnTo>
                    <a:pt x="1182" y="7280"/>
                  </a:lnTo>
                  <a:lnTo>
                    <a:pt x="793" y="6103"/>
                  </a:lnTo>
                  <a:lnTo>
                    <a:pt x="483" y="3817"/>
                  </a:lnTo>
                  <a:lnTo>
                    <a:pt x="0" y="2446"/>
                  </a:lnTo>
                  <a:lnTo>
                    <a:pt x="224" y="243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0"/>
            <p:cNvSpPr/>
            <p:nvPr/>
          </p:nvSpPr>
          <p:spPr>
            <a:xfrm>
              <a:off x="4577132" y="3084006"/>
              <a:ext cx="50416" cy="178718"/>
            </a:xfrm>
            <a:custGeom>
              <a:avLst/>
              <a:pathLst>
                <a:path w="50416" h="178718">
                  <a:moveTo>
                    <a:pt x="15417" y="0"/>
                  </a:moveTo>
                  <a:lnTo>
                    <a:pt x="17177" y="1532"/>
                  </a:lnTo>
                  <a:lnTo>
                    <a:pt x="21072" y="7056"/>
                  </a:lnTo>
                  <a:lnTo>
                    <a:pt x="22498" y="8427"/>
                  </a:lnTo>
                  <a:lnTo>
                    <a:pt x="23980" y="9451"/>
                  </a:lnTo>
                  <a:lnTo>
                    <a:pt x="25153" y="9754"/>
                  </a:lnTo>
                  <a:lnTo>
                    <a:pt x="26199" y="8490"/>
                  </a:lnTo>
                  <a:lnTo>
                    <a:pt x="26642" y="7198"/>
                  </a:lnTo>
                  <a:lnTo>
                    <a:pt x="27445" y="3803"/>
                  </a:lnTo>
                  <a:lnTo>
                    <a:pt x="28302" y="3387"/>
                  </a:lnTo>
                  <a:lnTo>
                    <a:pt x="28812" y="4622"/>
                  </a:lnTo>
                  <a:lnTo>
                    <a:pt x="29207" y="6279"/>
                  </a:lnTo>
                  <a:lnTo>
                    <a:pt x="29382" y="8716"/>
                  </a:lnTo>
                  <a:lnTo>
                    <a:pt x="29138" y="11258"/>
                  </a:lnTo>
                  <a:lnTo>
                    <a:pt x="28321" y="13537"/>
                  </a:lnTo>
                  <a:lnTo>
                    <a:pt x="27822" y="16282"/>
                  </a:lnTo>
                  <a:lnTo>
                    <a:pt x="27494" y="25376"/>
                  </a:lnTo>
                  <a:lnTo>
                    <a:pt x="27510" y="28097"/>
                  </a:lnTo>
                  <a:lnTo>
                    <a:pt x="27773" y="30719"/>
                  </a:lnTo>
                  <a:lnTo>
                    <a:pt x="28482" y="34880"/>
                  </a:lnTo>
                  <a:lnTo>
                    <a:pt x="28853" y="36050"/>
                  </a:lnTo>
                  <a:lnTo>
                    <a:pt x="29926" y="37539"/>
                  </a:lnTo>
                  <a:lnTo>
                    <a:pt x="30216" y="38664"/>
                  </a:lnTo>
                  <a:lnTo>
                    <a:pt x="30278" y="40686"/>
                  </a:lnTo>
                  <a:lnTo>
                    <a:pt x="30446" y="42466"/>
                  </a:lnTo>
                  <a:lnTo>
                    <a:pt x="31141" y="43146"/>
                  </a:lnTo>
                  <a:lnTo>
                    <a:pt x="31731" y="44040"/>
                  </a:lnTo>
                  <a:lnTo>
                    <a:pt x="31511" y="46015"/>
                  </a:lnTo>
                  <a:lnTo>
                    <a:pt x="31142" y="48024"/>
                  </a:lnTo>
                  <a:lnTo>
                    <a:pt x="30657" y="52970"/>
                  </a:lnTo>
                  <a:lnTo>
                    <a:pt x="28356" y="64419"/>
                  </a:lnTo>
                  <a:lnTo>
                    <a:pt x="28221" y="66892"/>
                  </a:lnTo>
                  <a:lnTo>
                    <a:pt x="27312" y="71817"/>
                  </a:lnTo>
                  <a:lnTo>
                    <a:pt x="25466" y="72612"/>
                  </a:lnTo>
                  <a:lnTo>
                    <a:pt x="23325" y="74990"/>
                  </a:lnTo>
                  <a:lnTo>
                    <a:pt x="22133" y="76843"/>
                  </a:lnTo>
                  <a:lnTo>
                    <a:pt x="21099" y="79251"/>
                  </a:lnTo>
                  <a:lnTo>
                    <a:pt x="20704" y="82398"/>
                  </a:lnTo>
                  <a:lnTo>
                    <a:pt x="21043" y="83838"/>
                  </a:lnTo>
                  <a:lnTo>
                    <a:pt x="21259" y="85374"/>
                  </a:lnTo>
                  <a:lnTo>
                    <a:pt x="21234" y="87035"/>
                  </a:lnTo>
                  <a:lnTo>
                    <a:pt x="20914" y="88413"/>
                  </a:lnTo>
                  <a:lnTo>
                    <a:pt x="19886" y="91772"/>
                  </a:lnTo>
                  <a:lnTo>
                    <a:pt x="19451" y="94516"/>
                  </a:lnTo>
                  <a:lnTo>
                    <a:pt x="18989" y="95745"/>
                  </a:lnTo>
                  <a:lnTo>
                    <a:pt x="18763" y="97242"/>
                  </a:lnTo>
                  <a:lnTo>
                    <a:pt x="18839" y="98950"/>
                  </a:lnTo>
                  <a:lnTo>
                    <a:pt x="19254" y="100436"/>
                  </a:lnTo>
                  <a:lnTo>
                    <a:pt x="20508" y="106852"/>
                  </a:lnTo>
                  <a:lnTo>
                    <a:pt x="21850" y="113048"/>
                  </a:lnTo>
                  <a:lnTo>
                    <a:pt x="22139" y="113759"/>
                  </a:lnTo>
                  <a:lnTo>
                    <a:pt x="22251" y="114590"/>
                  </a:lnTo>
                  <a:lnTo>
                    <a:pt x="21459" y="116232"/>
                  </a:lnTo>
                  <a:lnTo>
                    <a:pt x="21475" y="119204"/>
                  </a:lnTo>
                  <a:lnTo>
                    <a:pt x="21712" y="122149"/>
                  </a:lnTo>
                  <a:lnTo>
                    <a:pt x="22901" y="129457"/>
                  </a:lnTo>
                  <a:lnTo>
                    <a:pt x="23071" y="131410"/>
                  </a:lnTo>
                  <a:lnTo>
                    <a:pt x="23461" y="133012"/>
                  </a:lnTo>
                  <a:lnTo>
                    <a:pt x="24069" y="134513"/>
                  </a:lnTo>
                  <a:lnTo>
                    <a:pt x="24741" y="135774"/>
                  </a:lnTo>
                  <a:lnTo>
                    <a:pt x="26673" y="137939"/>
                  </a:lnTo>
                  <a:lnTo>
                    <a:pt x="27418" y="138365"/>
                  </a:lnTo>
                  <a:lnTo>
                    <a:pt x="28193" y="138440"/>
                  </a:lnTo>
                  <a:lnTo>
                    <a:pt x="28385" y="136983"/>
                  </a:lnTo>
                  <a:lnTo>
                    <a:pt x="29065" y="136489"/>
                  </a:lnTo>
                  <a:lnTo>
                    <a:pt x="28915" y="135055"/>
                  </a:lnTo>
                  <a:lnTo>
                    <a:pt x="28087" y="133077"/>
                  </a:lnTo>
                  <a:lnTo>
                    <a:pt x="28055" y="132002"/>
                  </a:lnTo>
                  <a:lnTo>
                    <a:pt x="28490" y="131204"/>
                  </a:lnTo>
                  <a:lnTo>
                    <a:pt x="29009" y="130738"/>
                  </a:lnTo>
                  <a:lnTo>
                    <a:pt x="30172" y="128580"/>
                  </a:lnTo>
                  <a:lnTo>
                    <a:pt x="31405" y="126851"/>
                  </a:lnTo>
                  <a:lnTo>
                    <a:pt x="32974" y="126994"/>
                  </a:lnTo>
                  <a:lnTo>
                    <a:pt x="34515" y="127959"/>
                  </a:lnTo>
                  <a:lnTo>
                    <a:pt x="35608" y="128966"/>
                  </a:lnTo>
                  <a:lnTo>
                    <a:pt x="36507" y="130819"/>
                  </a:lnTo>
                  <a:lnTo>
                    <a:pt x="37432" y="134018"/>
                  </a:lnTo>
                  <a:lnTo>
                    <a:pt x="38082" y="137560"/>
                  </a:lnTo>
                  <a:lnTo>
                    <a:pt x="38078" y="139251"/>
                  </a:lnTo>
                  <a:lnTo>
                    <a:pt x="37920" y="140943"/>
                  </a:lnTo>
                  <a:lnTo>
                    <a:pt x="37955" y="142618"/>
                  </a:lnTo>
                  <a:lnTo>
                    <a:pt x="38438" y="143757"/>
                  </a:lnTo>
                  <a:lnTo>
                    <a:pt x="39928" y="143842"/>
                  </a:lnTo>
                  <a:lnTo>
                    <a:pt x="40682" y="141210"/>
                  </a:lnTo>
                  <a:lnTo>
                    <a:pt x="40779" y="138251"/>
                  </a:lnTo>
                  <a:lnTo>
                    <a:pt x="40248" y="137102"/>
                  </a:lnTo>
                  <a:lnTo>
                    <a:pt x="40492" y="135644"/>
                  </a:lnTo>
                  <a:lnTo>
                    <a:pt x="40951" y="134554"/>
                  </a:lnTo>
                  <a:lnTo>
                    <a:pt x="41608" y="135530"/>
                  </a:lnTo>
                  <a:lnTo>
                    <a:pt x="42240" y="137374"/>
                  </a:lnTo>
                  <a:lnTo>
                    <a:pt x="44547" y="139376"/>
                  </a:lnTo>
                  <a:lnTo>
                    <a:pt x="45137" y="139420"/>
                  </a:lnTo>
                  <a:lnTo>
                    <a:pt x="45619" y="139795"/>
                  </a:lnTo>
                  <a:lnTo>
                    <a:pt x="46652" y="141190"/>
                  </a:lnTo>
                  <a:lnTo>
                    <a:pt x="47134" y="142298"/>
                  </a:lnTo>
                  <a:lnTo>
                    <a:pt x="46543" y="144599"/>
                  </a:lnTo>
                  <a:lnTo>
                    <a:pt x="44252" y="145110"/>
                  </a:lnTo>
                  <a:lnTo>
                    <a:pt x="43590" y="146844"/>
                  </a:lnTo>
                  <a:lnTo>
                    <a:pt x="44263" y="150322"/>
                  </a:lnTo>
                  <a:lnTo>
                    <a:pt x="45362" y="153173"/>
                  </a:lnTo>
                  <a:lnTo>
                    <a:pt x="46067" y="155480"/>
                  </a:lnTo>
                  <a:lnTo>
                    <a:pt x="46693" y="157963"/>
                  </a:lnTo>
                  <a:lnTo>
                    <a:pt x="46662" y="160264"/>
                  </a:lnTo>
                  <a:lnTo>
                    <a:pt x="46300" y="162659"/>
                  </a:lnTo>
                  <a:lnTo>
                    <a:pt x="47308" y="162469"/>
                  </a:lnTo>
                  <a:lnTo>
                    <a:pt x="48257" y="162979"/>
                  </a:lnTo>
                  <a:lnTo>
                    <a:pt x="49568" y="164982"/>
                  </a:lnTo>
                  <a:lnTo>
                    <a:pt x="49976" y="165187"/>
                  </a:lnTo>
                  <a:lnTo>
                    <a:pt x="50416" y="164868"/>
                  </a:lnTo>
                  <a:lnTo>
                    <a:pt x="50353" y="172097"/>
                  </a:lnTo>
                  <a:lnTo>
                    <a:pt x="49461" y="178718"/>
                  </a:lnTo>
                  <a:lnTo>
                    <a:pt x="48332" y="177894"/>
                  </a:lnTo>
                  <a:lnTo>
                    <a:pt x="47367" y="175095"/>
                  </a:lnTo>
                  <a:lnTo>
                    <a:pt x="47564" y="171688"/>
                  </a:lnTo>
                  <a:lnTo>
                    <a:pt x="48180" y="168396"/>
                  </a:lnTo>
                  <a:lnTo>
                    <a:pt x="47829" y="167700"/>
                  </a:lnTo>
                  <a:lnTo>
                    <a:pt x="47206" y="167975"/>
                  </a:lnTo>
                  <a:lnTo>
                    <a:pt x="46498" y="168716"/>
                  </a:lnTo>
                  <a:lnTo>
                    <a:pt x="45735" y="168972"/>
                  </a:lnTo>
                  <a:lnTo>
                    <a:pt x="44477" y="168533"/>
                  </a:lnTo>
                  <a:lnTo>
                    <a:pt x="41895" y="164947"/>
                  </a:lnTo>
                  <a:lnTo>
                    <a:pt x="40843" y="164623"/>
                  </a:lnTo>
                  <a:lnTo>
                    <a:pt x="40607" y="163000"/>
                  </a:lnTo>
                  <a:lnTo>
                    <a:pt x="40665" y="159556"/>
                  </a:lnTo>
                  <a:lnTo>
                    <a:pt x="39635" y="155480"/>
                  </a:lnTo>
                  <a:lnTo>
                    <a:pt x="39470" y="154021"/>
                  </a:lnTo>
                  <a:lnTo>
                    <a:pt x="39144" y="152872"/>
                  </a:lnTo>
                  <a:lnTo>
                    <a:pt x="36070" y="148434"/>
                  </a:lnTo>
                  <a:lnTo>
                    <a:pt x="35694" y="147687"/>
                  </a:lnTo>
                  <a:lnTo>
                    <a:pt x="34748" y="144146"/>
                  </a:lnTo>
                  <a:lnTo>
                    <a:pt x="32606" y="139106"/>
                  </a:lnTo>
                  <a:lnTo>
                    <a:pt x="32006" y="138591"/>
                  </a:lnTo>
                  <a:lnTo>
                    <a:pt x="31353" y="138446"/>
                  </a:lnTo>
                  <a:lnTo>
                    <a:pt x="31142" y="139724"/>
                  </a:lnTo>
                  <a:lnTo>
                    <a:pt x="31439" y="141689"/>
                  </a:lnTo>
                  <a:lnTo>
                    <a:pt x="31559" y="143377"/>
                  </a:lnTo>
                  <a:lnTo>
                    <a:pt x="31513" y="145148"/>
                  </a:lnTo>
                  <a:lnTo>
                    <a:pt x="31603" y="146517"/>
                  </a:lnTo>
                  <a:lnTo>
                    <a:pt x="32618" y="149319"/>
                  </a:lnTo>
                  <a:lnTo>
                    <a:pt x="32769" y="150645"/>
                  </a:lnTo>
                  <a:lnTo>
                    <a:pt x="33443" y="154243"/>
                  </a:lnTo>
                  <a:lnTo>
                    <a:pt x="33526" y="158445"/>
                  </a:lnTo>
                  <a:lnTo>
                    <a:pt x="32660" y="160189"/>
                  </a:lnTo>
                  <a:lnTo>
                    <a:pt x="31686" y="158243"/>
                  </a:lnTo>
                  <a:lnTo>
                    <a:pt x="31655" y="156658"/>
                  </a:lnTo>
                  <a:lnTo>
                    <a:pt x="31487" y="155184"/>
                  </a:lnTo>
                  <a:lnTo>
                    <a:pt x="30440" y="151365"/>
                  </a:lnTo>
                  <a:lnTo>
                    <a:pt x="30090" y="150542"/>
                  </a:lnTo>
                  <a:lnTo>
                    <a:pt x="28119" y="146771"/>
                  </a:lnTo>
                  <a:lnTo>
                    <a:pt x="26594" y="142630"/>
                  </a:lnTo>
                  <a:lnTo>
                    <a:pt x="23201" y="138219"/>
                  </a:lnTo>
                  <a:lnTo>
                    <a:pt x="22798" y="137977"/>
                  </a:lnTo>
                  <a:lnTo>
                    <a:pt x="22209" y="138310"/>
                  </a:lnTo>
                  <a:lnTo>
                    <a:pt x="21654" y="138860"/>
                  </a:lnTo>
                  <a:lnTo>
                    <a:pt x="20015" y="141040"/>
                  </a:lnTo>
                  <a:lnTo>
                    <a:pt x="19436" y="142559"/>
                  </a:lnTo>
                  <a:lnTo>
                    <a:pt x="19385" y="144891"/>
                  </a:lnTo>
                  <a:lnTo>
                    <a:pt x="18209" y="146745"/>
                  </a:lnTo>
                  <a:lnTo>
                    <a:pt x="16591" y="147006"/>
                  </a:lnTo>
                  <a:lnTo>
                    <a:pt x="15348" y="145847"/>
                  </a:lnTo>
                  <a:lnTo>
                    <a:pt x="14319" y="143524"/>
                  </a:lnTo>
                  <a:lnTo>
                    <a:pt x="13470" y="143413"/>
                  </a:lnTo>
                  <a:lnTo>
                    <a:pt x="12416" y="139783"/>
                  </a:lnTo>
                  <a:lnTo>
                    <a:pt x="11131" y="139316"/>
                  </a:lnTo>
                  <a:lnTo>
                    <a:pt x="10072" y="142154"/>
                  </a:lnTo>
                  <a:lnTo>
                    <a:pt x="9845" y="136515"/>
                  </a:lnTo>
                  <a:lnTo>
                    <a:pt x="9839" y="130820"/>
                  </a:lnTo>
                  <a:lnTo>
                    <a:pt x="10136" y="129157"/>
                  </a:lnTo>
                  <a:lnTo>
                    <a:pt x="10661" y="127772"/>
                  </a:lnTo>
                  <a:lnTo>
                    <a:pt x="13352" y="121806"/>
                  </a:lnTo>
                  <a:lnTo>
                    <a:pt x="13691" y="119890"/>
                  </a:lnTo>
                  <a:lnTo>
                    <a:pt x="13573" y="117316"/>
                  </a:lnTo>
                  <a:lnTo>
                    <a:pt x="12961" y="115226"/>
                  </a:lnTo>
                  <a:lnTo>
                    <a:pt x="11999" y="113955"/>
                  </a:lnTo>
                  <a:lnTo>
                    <a:pt x="10887" y="113429"/>
                  </a:lnTo>
                  <a:lnTo>
                    <a:pt x="10086" y="112260"/>
                  </a:lnTo>
                  <a:lnTo>
                    <a:pt x="9458" y="110337"/>
                  </a:lnTo>
                  <a:lnTo>
                    <a:pt x="9033" y="113739"/>
                  </a:lnTo>
                  <a:lnTo>
                    <a:pt x="9446" y="118806"/>
                  </a:lnTo>
                  <a:lnTo>
                    <a:pt x="9515" y="122101"/>
                  </a:lnTo>
                  <a:lnTo>
                    <a:pt x="9135" y="123335"/>
                  </a:lnTo>
                  <a:lnTo>
                    <a:pt x="8445" y="123370"/>
                  </a:lnTo>
                  <a:lnTo>
                    <a:pt x="7790" y="122980"/>
                  </a:lnTo>
                  <a:lnTo>
                    <a:pt x="7299" y="121800"/>
                  </a:lnTo>
                  <a:lnTo>
                    <a:pt x="6944" y="118402"/>
                  </a:lnTo>
                  <a:lnTo>
                    <a:pt x="6008" y="116154"/>
                  </a:lnTo>
                  <a:lnTo>
                    <a:pt x="5626" y="112935"/>
                  </a:lnTo>
                  <a:lnTo>
                    <a:pt x="5202" y="112478"/>
                  </a:lnTo>
                  <a:lnTo>
                    <a:pt x="4328" y="112726"/>
                  </a:lnTo>
                  <a:lnTo>
                    <a:pt x="3686" y="111228"/>
                  </a:lnTo>
                  <a:lnTo>
                    <a:pt x="3253" y="107474"/>
                  </a:lnTo>
                  <a:lnTo>
                    <a:pt x="3162" y="103443"/>
                  </a:lnTo>
                  <a:lnTo>
                    <a:pt x="2798" y="100054"/>
                  </a:lnTo>
                  <a:lnTo>
                    <a:pt x="2273" y="96774"/>
                  </a:lnTo>
                  <a:lnTo>
                    <a:pt x="1967" y="94095"/>
                  </a:lnTo>
                  <a:lnTo>
                    <a:pt x="1493" y="82075"/>
                  </a:lnTo>
                  <a:lnTo>
                    <a:pt x="1376" y="80972"/>
                  </a:lnTo>
                  <a:lnTo>
                    <a:pt x="1126" y="80063"/>
                  </a:lnTo>
                  <a:lnTo>
                    <a:pt x="533" y="78698"/>
                  </a:lnTo>
                  <a:lnTo>
                    <a:pt x="82" y="77029"/>
                  </a:lnTo>
                  <a:lnTo>
                    <a:pt x="0" y="75654"/>
                  </a:lnTo>
                  <a:lnTo>
                    <a:pt x="123" y="69740"/>
                  </a:lnTo>
                  <a:lnTo>
                    <a:pt x="327" y="68316"/>
                  </a:lnTo>
                  <a:lnTo>
                    <a:pt x="793" y="67629"/>
                  </a:lnTo>
                  <a:lnTo>
                    <a:pt x="1430" y="68786"/>
                  </a:lnTo>
                  <a:lnTo>
                    <a:pt x="1939" y="70223"/>
                  </a:lnTo>
                  <a:lnTo>
                    <a:pt x="2570" y="70913"/>
                  </a:lnTo>
                  <a:lnTo>
                    <a:pt x="3125" y="71825"/>
                  </a:lnTo>
                  <a:lnTo>
                    <a:pt x="4168" y="75322"/>
                  </a:lnTo>
                  <a:lnTo>
                    <a:pt x="4579" y="75870"/>
                  </a:lnTo>
                  <a:lnTo>
                    <a:pt x="5862" y="75759"/>
                  </a:lnTo>
                  <a:lnTo>
                    <a:pt x="6619" y="75315"/>
                  </a:lnTo>
                  <a:lnTo>
                    <a:pt x="6984" y="74041"/>
                  </a:lnTo>
                  <a:lnTo>
                    <a:pt x="7214" y="72523"/>
                  </a:lnTo>
                  <a:lnTo>
                    <a:pt x="7220" y="70730"/>
                  </a:lnTo>
                  <a:lnTo>
                    <a:pt x="6481" y="65449"/>
                  </a:lnTo>
                  <a:lnTo>
                    <a:pt x="6254" y="61640"/>
                  </a:lnTo>
                  <a:lnTo>
                    <a:pt x="6244" y="58206"/>
                  </a:lnTo>
                  <a:lnTo>
                    <a:pt x="6437" y="54766"/>
                  </a:lnTo>
                  <a:lnTo>
                    <a:pt x="7446" y="49041"/>
                  </a:lnTo>
                  <a:lnTo>
                    <a:pt x="7575" y="45068"/>
                  </a:lnTo>
                  <a:lnTo>
                    <a:pt x="7479" y="39754"/>
                  </a:lnTo>
                  <a:lnTo>
                    <a:pt x="7656" y="36592"/>
                  </a:lnTo>
                  <a:lnTo>
                    <a:pt x="7626" y="34777"/>
                  </a:lnTo>
                  <a:lnTo>
                    <a:pt x="7022" y="31918"/>
                  </a:lnTo>
                  <a:lnTo>
                    <a:pt x="6865" y="28872"/>
                  </a:lnTo>
                  <a:lnTo>
                    <a:pt x="8553" y="13374"/>
                  </a:lnTo>
                  <a:lnTo>
                    <a:pt x="9081" y="10378"/>
                  </a:lnTo>
                  <a:lnTo>
                    <a:pt x="9467" y="7284"/>
                  </a:lnTo>
                  <a:lnTo>
                    <a:pt x="9642" y="3174"/>
                  </a:lnTo>
                  <a:lnTo>
                    <a:pt x="10904" y="2048"/>
                  </a:lnTo>
                  <a:lnTo>
                    <a:pt x="12105" y="350"/>
                  </a:lnTo>
                  <a:lnTo>
                    <a:pt x="12727" y="483"/>
                  </a:lnTo>
                  <a:lnTo>
                    <a:pt x="13386" y="891"/>
                  </a:lnTo>
                  <a:lnTo>
                    <a:pt x="14840" y="4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1"/>
            <p:cNvSpPr/>
            <p:nvPr/>
          </p:nvSpPr>
          <p:spPr>
            <a:xfrm>
              <a:off x="4600878" y="3072329"/>
              <a:ext cx="1872" cy="5541"/>
            </a:xfrm>
            <a:custGeom>
              <a:avLst/>
              <a:pathLst>
                <a:path w="1872" h="5541">
                  <a:moveTo>
                    <a:pt x="1110" y="3419"/>
                  </a:moveTo>
                  <a:lnTo>
                    <a:pt x="379" y="5541"/>
                  </a:lnTo>
                  <a:lnTo>
                    <a:pt x="0" y="4956"/>
                  </a:lnTo>
                  <a:lnTo>
                    <a:pt x="409" y="2892"/>
                  </a:lnTo>
                  <a:lnTo>
                    <a:pt x="397" y="2177"/>
                  </a:lnTo>
                  <a:lnTo>
                    <a:pt x="732" y="558"/>
                  </a:lnTo>
                  <a:lnTo>
                    <a:pt x="1359" y="0"/>
                  </a:lnTo>
                  <a:lnTo>
                    <a:pt x="1872" y="158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2"/>
            <p:cNvSpPr/>
            <p:nvPr/>
          </p:nvSpPr>
          <p:spPr>
            <a:xfrm>
              <a:off x="4593509" y="3067213"/>
              <a:ext cx="775" cy="4976"/>
            </a:xfrm>
            <a:custGeom>
              <a:avLst/>
              <a:pathLst>
                <a:path w="775" h="4976">
                  <a:moveTo>
                    <a:pt x="775" y="2989"/>
                  </a:moveTo>
                  <a:lnTo>
                    <a:pt x="711" y="4976"/>
                  </a:lnTo>
                  <a:lnTo>
                    <a:pt x="129" y="3927"/>
                  </a:lnTo>
                  <a:lnTo>
                    <a:pt x="0" y="2428"/>
                  </a:lnTo>
                  <a:lnTo>
                    <a:pt x="58" y="1320"/>
                  </a:lnTo>
                  <a:lnTo>
                    <a:pt x="325" y="0"/>
                  </a:lnTo>
                  <a:lnTo>
                    <a:pt x="688" y="119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3"/>
            <p:cNvSpPr/>
            <p:nvPr/>
          </p:nvSpPr>
          <p:spPr>
            <a:xfrm>
              <a:off x="4595692" y="3060837"/>
              <a:ext cx="1802" cy="3783"/>
            </a:xfrm>
            <a:custGeom>
              <a:avLst/>
              <a:pathLst>
                <a:path w="1802" h="3783">
                  <a:moveTo>
                    <a:pt x="1683" y="1105"/>
                  </a:moveTo>
                  <a:lnTo>
                    <a:pt x="1802" y="3783"/>
                  </a:lnTo>
                  <a:lnTo>
                    <a:pt x="1121" y="3723"/>
                  </a:lnTo>
                  <a:lnTo>
                    <a:pt x="95" y="2095"/>
                  </a:lnTo>
                  <a:lnTo>
                    <a:pt x="0" y="1272"/>
                  </a:lnTo>
                  <a:lnTo>
                    <a:pt x="15" y="58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4601900" y="3028918"/>
              <a:ext cx="1347" cy="3719"/>
            </a:xfrm>
            <a:custGeom>
              <a:avLst/>
              <a:pathLst>
                <a:path w="1347" h="3719">
                  <a:moveTo>
                    <a:pt x="529" y="3360"/>
                  </a:moveTo>
                  <a:lnTo>
                    <a:pt x="313" y="3719"/>
                  </a:lnTo>
                  <a:lnTo>
                    <a:pt x="0" y="3550"/>
                  </a:lnTo>
                  <a:lnTo>
                    <a:pt x="312" y="764"/>
                  </a:lnTo>
                  <a:lnTo>
                    <a:pt x="887" y="0"/>
                  </a:lnTo>
                  <a:lnTo>
                    <a:pt x="1347" y="30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4600480" y="3018231"/>
              <a:ext cx="1007" cy="4165"/>
            </a:xfrm>
            <a:custGeom>
              <a:avLst/>
              <a:pathLst>
                <a:path w="1007" h="4165">
                  <a:moveTo>
                    <a:pt x="1007" y="1754"/>
                  </a:moveTo>
                  <a:lnTo>
                    <a:pt x="448" y="4165"/>
                  </a:lnTo>
                  <a:lnTo>
                    <a:pt x="0" y="4139"/>
                  </a:lnTo>
                  <a:lnTo>
                    <a:pt x="67" y="2796"/>
                  </a:lnTo>
                  <a:lnTo>
                    <a:pt x="658" y="0"/>
                  </a:lnTo>
                  <a:lnTo>
                    <a:pt x="878" y="6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4708015" y="3543632"/>
              <a:ext cx="609" cy="1144"/>
            </a:xfrm>
            <a:custGeom>
              <a:avLst/>
              <a:pathLst>
                <a:path w="609" h="1144">
                  <a:moveTo>
                    <a:pt x="430" y="1015"/>
                  </a:moveTo>
                  <a:lnTo>
                    <a:pt x="168" y="1144"/>
                  </a:lnTo>
                  <a:lnTo>
                    <a:pt x="0" y="1044"/>
                  </a:lnTo>
                  <a:lnTo>
                    <a:pt x="20" y="624"/>
                  </a:lnTo>
                  <a:lnTo>
                    <a:pt x="190" y="191"/>
                  </a:lnTo>
                  <a:lnTo>
                    <a:pt x="430" y="0"/>
                  </a:lnTo>
                  <a:lnTo>
                    <a:pt x="609" y="147"/>
                  </a:lnTo>
                  <a:lnTo>
                    <a:pt x="591" y="5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4746812" y="3406185"/>
              <a:ext cx="1764" cy="10385"/>
            </a:xfrm>
            <a:custGeom>
              <a:avLst/>
              <a:pathLst>
                <a:path w="1764" h="10385">
                  <a:moveTo>
                    <a:pt x="1026" y="9753"/>
                  </a:moveTo>
                  <a:lnTo>
                    <a:pt x="327" y="10385"/>
                  </a:lnTo>
                  <a:lnTo>
                    <a:pt x="0" y="8125"/>
                  </a:lnTo>
                  <a:lnTo>
                    <a:pt x="109" y="5505"/>
                  </a:lnTo>
                  <a:lnTo>
                    <a:pt x="572" y="3491"/>
                  </a:lnTo>
                  <a:lnTo>
                    <a:pt x="1075" y="2846"/>
                  </a:lnTo>
                  <a:lnTo>
                    <a:pt x="1178" y="2615"/>
                  </a:lnTo>
                  <a:lnTo>
                    <a:pt x="1667" y="0"/>
                  </a:lnTo>
                  <a:lnTo>
                    <a:pt x="1764" y="1442"/>
                  </a:lnTo>
                  <a:lnTo>
                    <a:pt x="1455" y="6228"/>
                  </a:lnTo>
                  <a:lnTo>
                    <a:pt x="1058" y="80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8"/>
            <p:cNvSpPr/>
            <p:nvPr/>
          </p:nvSpPr>
          <p:spPr>
            <a:xfrm>
              <a:off x="4961982" y="3968687"/>
              <a:ext cx="6401" cy="9055"/>
            </a:xfrm>
            <a:custGeom>
              <a:avLst/>
              <a:pathLst>
                <a:path w="6401" h="9055">
                  <a:moveTo>
                    <a:pt x="3826" y="4492"/>
                  </a:moveTo>
                  <a:lnTo>
                    <a:pt x="5749" y="6039"/>
                  </a:lnTo>
                  <a:lnTo>
                    <a:pt x="6401" y="7747"/>
                  </a:lnTo>
                  <a:lnTo>
                    <a:pt x="5706" y="8524"/>
                  </a:lnTo>
                  <a:lnTo>
                    <a:pt x="4028" y="9055"/>
                  </a:lnTo>
                  <a:lnTo>
                    <a:pt x="3632" y="8010"/>
                  </a:lnTo>
                  <a:lnTo>
                    <a:pt x="2018" y="6957"/>
                  </a:lnTo>
                  <a:lnTo>
                    <a:pt x="1765" y="5049"/>
                  </a:lnTo>
                  <a:lnTo>
                    <a:pt x="957" y="5699"/>
                  </a:lnTo>
                  <a:lnTo>
                    <a:pt x="1366" y="4354"/>
                  </a:lnTo>
                  <a:lnTo>
                    <a:pt x="355" y="2842"/>
                  </a:lnTo>
                  <a:lnTo>
                    <a:pt x="39" y="819"/>
                  </a:lnTo>
                  <a:lnTo>
                    <a:pt x="0" y="0"/>
                  </a:lnTo>
                  <a:lnTo>
                    <a:pt x="1186" y="95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79"/>
            <p:cNvSpPr/>
            <p:nvPr/>
          </p:nvSpPr>
          <p:spPr>
            <a:xfrm>
              <a:off x="4971417" y="3968312"/>
              <a:ext cx="2961" cy="3376"/>
            </a:xfrm>
            <a:custGeom>
              <a:avLst/>
              <a:pathLst>
                <a:path w="2961" h="3376">
                  <a:moveTo>
                    <a:pt x="2961" y="1477"/>
                  </a:moveTo>
                  <a:lnTo>
                    <a:pt x="2791" y="3087"/>
                  </a:lnTo>
                  <a:lnTo>
                    <a:pt x="2372" y="2542"/>
                  </a:lnTo>
                  <a:lnTo>
                    <a:pt x="1125" y="3376"/>
                  </a:lnTo>
                  <a:lnTo>
                    <a:pt x="467" y="3188"/>
                  </a:lnTo>
                  <a:lnTo>
                    <a:pt x="88" y="1745"/>
                  </a:lnTo>
                  <a:lnTo>
                    <a:pt x="0" y="1079"/>
                  </a:lnTo>
                  <a:lnTo>
                    <a:pt x="1084" y="1598"/>
                  </a:lnTo>
                  <a:lnTo>
                    <a:pt x="901" y="0"/>
                  </a:lnTo>
                  <a:lnTo>
                    <a:pt x="2467" y="81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0"/>
            <p:cNvSpPr/>
            <p:nvPr/>
          </p:nvSpPr>
          <p:spPr>
            <a:xfrm>
              <a:off x="4934157" y="3945867"/>
              <a:ext cx="1300" cy="2706"/>
            </a:xfrm>
            <a:custGeom>
              <a:avLst/>
              <a:pathLst>
                <a:path w="1300" h="2706">
                  <a:moveTo>
                    <a:pt x="1300" y="398"/>
                  </a:moveTo>
                  <a:lnTo>
                    <a:pt x="1138" y="2706"/>
                  </a:lnTo>
                  <a:lnTo>
                    <a:pt x="191" y="2019"/>
                  </a:lnTo>
                  <a:lnTo>
                    <a:pt x="0" y="1523"/>
                  </a:lnTo>
                  <a:lnTo>
                    <a:pt x="156" y="66"/>
                  </a:lnTo>
                  <a:lnTo>
                    <a:pt x="993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g1181"/>
            <p:cNvSpPr/>
            <p:nvPr/>
          </p:nvSpPr>
          <p:spPr>
            <a:xfrm>
              <a:off x="4934046" y="3920964"/>
              <a:ext cx="5988" cy="14350"/>
            </a:xfrm>
            <a:custGeom>
              <a:avLst/>
              <a:pathLst>
                <a:path w="5988" h="14350">
                  <a:moveTo>
                    <a:pt x="3508" y="9190"/>
                  </a:moveTo>
                  <a:lnTo>
                    <a:pt x="3997" y="9193"/>
                  </a:lnTo>
                  <a:lnTo>
                    <a:pt x="4813" y="6986"/>
                  </a:lnTo>
                  <a:lnTo>
                    <a:pt x="5519" y="6310"/>
                  </a:lnTo>
                  <a:lnTo>
                    <a:pt x="5988" y="7317"/>
                  </a:lnTo>
                  <a:lnTo>
                    <a:pt x="5233" y="14350"/>
                  </a:lnTo>
                  <a:lnTo>
                    <a:pt x="4596" y="13291"/>
                  </a:lnTo>
                  <a:lnTo>
                    <a:pt x="2107" y="11331"/>
                  </a:lnTo>
                  <a:lnTo>
                    <a:pt x="2029" y="8550"/>
                  </a:lnTo>
                  <a:lnTo>
                    <a:pt x="1381" y="7652"/>
                  </a:lnTo>
                  <a:lnTo>
                    <a:pt x="981" y="4937"/>
                  </a:lnTo>
                  <a:lnTo>
                    <a:pt x="156" y="1927"/>
                  </a:lnTo>
                  <a:lnTo>
                    <a:pt x="0" y="0"/>
                  </a:lnTo>
                  <a:lnTo>
                    <a:pt x="467" y="793"/>
                  </a:lnTo>
                  <a:lnTo>
                    <a:pt x="992" y="2758"/>
                  </a:lnTo>
                  <a:lnTo>
                    <a:pt x="3169" y="6792"/>
                  </a:lnTo>
                  <a:lnTo>
                    <a:pt x="3084" y="809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2"/>
            <p:cNvSpPr/>
            <p:nvPr/>
          </p:nvSpPr>
          <p:spPr>
            <a:xfrm>
              <a:off x="4930080" y="3910224"/>
              <a:ext cx="5376" cy="10555"/>
            </a:xfrm>
            <a:custGeom>
              <a:avLst/>
              <a:pathLst>
                <a:path w="5376" h="10555">
                  <a:moveTo>
                    <a:pt x="1116" y="28"/>
                  </a:moveTo>
                  <a:lnTo>
                    <a:pt x="2734" y="2449"/>
                  </a:lnTo>
                  <a:lnTo>
                    <a:pt x="3625" y="1740"/>
                  </a:lnTo>
                  <a:lnTo>
                    <a:pt x="4110" y="2138"/>
                  </a:lnTo>
                  <a:lnTo>
                    <a:pt x="5151" y="4937"/>
                  </a:lnTo>
                  <a:lnTo>
                    <a:pt x="5208" y="6983"/>
                  </a:lnTo>
                  <a:lnTo>
                    <a:pt x="5376" y="8740"/>
                  </a:lnTo>
                  <a:lnTo>
                    <a:pt x="5323" y="9511"/>
                  </a:lnTo>
                  <a:lnTo>
                    <a:pt x="4748" y="10555"/>
                  </a:lnTo>
                  <a:lnTo>
                    <a:pt x="4796" y="9366"/>
                  </a:lnTo>
                  <a:lnTo>
                    <a:pt x="4356" y="9135"/>
                  </a:lnTo>
                  <a:lnTo>
                    <a:pt x="2841" y="9187"/>
                  </a:lnTo>
                  <a:lnTo>
                    <a:pt x="1666" y="8437"/>
                  </a:lnTo>
                  <a:lnTo>
                    <a:pt x="55" y="8244"/>
                  </a:lnTo>
                  <a:lnTo>
                    <a:pt x="735" y="6385"/>
                  </a:lnTo>
                  <a:lnTo>
                    <a:pt x="886" y="5629"/>
                  </a:lnTo>
                  <a:lnTo>
                    <a:pt x="37" y="2640"/>
                  </a:lnTo>
                  <a:lnTo>
                    <a:pt x="0" y="1211"/>
                  </a:lnTo>
                  <a:lnTo>
                    <a:pt x="67" y="424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3"/>
            <p:cNvSpPr/>
            <p:nvPr/>
          </p:nvSpPr>
          <p:spPr>
            <a:xfrm>
              <a:off x="4926378" y="3906109"/>
              <a:ext cx="2973" cy="9225"/>
            </a:xfrm>
            <a:custGeom>
              <a:avLst/>
              <a:pathLst>
                <a:path w="2973" h="9225">
                  <a:moveTo>
                    <a:pt x="2711" y="8495"/>
                  </a:moveTo>
                  <a:lnTo>
                    <a:pt x="2549" y="9225"/>
                  </a:lnTo>
                  <a:lnTo>
                    <a:pt x="1876" y="8688"/>
                  </a:lnTo>
                  <a:lnTo>
                    <a:pt x="0" y="4596"/>
                  </a:lnTo>
                  <a:lnTo>
                    <a:pt x="289" y="1572"/>
                  </a:lnTo>
                  <a:lnTo>
                    <a:pt x="1133" y="0"/>
                  </a:lnTo>
                  <a:lnTo>
                    <a:pt x="2420" y="1708"/>
                  </a:lnTo>
                  <a:lnTo>
                    <a:pt x="2845" y="4215"/>
                  </a:lnTo>
                  <a:lnTo>
                    <a:pt x="2973" y="561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4"/>
            <p:cNvSpPr/>
            <p:nvPr/>
          </p:nvSpPr>
          <p:spPr>
            <a:xfrm>
              <a:off x="4954059" y="3898811"/>
              <a:ext cx="5525" cy="7828"/>
            </a:xfrm>
            <a:custGeom>
              <a:avLst/>
              <a:pathLst>
                <a:path w="5525" h="7828">
                  <a:moveTo>
                    <a:pt x="1332" y="0"/>
                  </a:moveTo>
                  <a:lnTo>
                    <a:pt x="2003" y="450"/>
                  </a:lnTo>
                  <a:lnTo>
                    <a:pt x="3393" y="230"/>
                  </a:lnTo>
                  <a:lnTo>
                    <a:pt x="3851" y="1924"/>
                  </a:lnTo>
                  <a:lnTo>
                    <a:pt x="4487" y="2507"/>
                  </a:lnTo>
                  <a:lnTo>
                    <a:pt x="5038" y="3272"/>
                  </a:lnTo>
                  <a:lnTo>
                    <a:pt x="5525" y="4386"/>
                  </a:lnTo>
                  <a:lnTo>
                    <a:pt x="5522" y="5064"/>
                  </a:lnTo>
                  <a:lnTo>
                    <a:pt x="5406" y="5655"/>
                  </a:lnTo>
                  <a:lnTo>
                    <a:pt x="5111" y="6183"/>
                  </a:lnTo>
                  <a:lnTo>
                    <a:pt x="5198" y="7375"/>
                  </a:lnTo>
                  <a:lnTo>
                    <a:pt x="4690" y="7199"/>
                  </a:lnTo>
                  <a:lnTo>
                    <a:pt x="4054" y="7828"/>
                  </a:lnTo>
                  <a:lnTo>
                    <a:pt x="2811" y="6434"/>
                  </a:lnTo>
                  <a:lnTo>
                    <a:pt x="2358" y="6120"/>
                  </a:lnTo>
                  <a:lnTo>
                    <a:pt x="2221" y="4925"/>
                  </a:lnTo>
                  <a:lnTo>
                    <a:pt x="1414" y="2926"/>
                  </a:lnTo>
                  <a:lnTo>
                    <a:pt x="0" y="1491"/>
                  </a:lnTo>
                  <a:lnTo>
                    <a:pt x="712" y="31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5"/>
            <p:cNvSpPr/>
            <p:nvPr/>
          </p:nvSpPr>
          <p:spPr>
            <a:xfrm>
              <a:off x="4846939" y="3882974"/>
              <a:ext cx="4618" cy="7496"/>
            </a:xfrm>
            <a:custGeom>
              <a:avLst/>
              <a:pathLst>
                <a:path w="4618" h="7496">
                  <a:moveTo>
                    <a:pt x="4413" y="6204"/>
                  </a:moveTo>
                  <a:lnTo>
                    <a:pt x="4618" y="7496"/>
                  </a:lnTo>
                  <a:lnTo>
                    <a:pt x="2945" y="5722"/>
                  </a:lnTo>
                  <a:lnTo>
                    <a:pt x="1349" y="2758"/>
                  </a:lnTo>
                  <a:lnTo>
                    <a:pt x="540" y="1953"/>
                  </a:lnTo>
                  <a:lnTo>
                    <a:pt x="0" y="0"/>
                  </a:lnTo>
                  <a:lnTo>
                    <a:pt x="992" y="1457"/>
                  </a:lnTo>
                  <a:lnTo>
                    <a:pt x="2721" y="282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6"/>
            <p:cNvSpPr/>
            <p:nvPr/>
          </p:nvSpPr>
          <p:spPr>
            <a:xfrm>
              <a:off x="4936680" y="3882839"/>
              <a:ext cx="1537" cy="11406"/>
            </a:xfrm>
            <a:custGeom>
              <a:avLst/>
              <a:pathLst>
                <a:path w="1537" h="11406">
                  <a:moveTo>
                    <a:pt x="1172" y="9297"/>
                  </a:moveTo>
                  <a:lnTo>
                    <a:pt x="1371" y="11406"/>
                  </a:lnTo>
                  <a:lnTo>
                    <a:pt x="474" y="9144"/>
                  </a:lnTo>
                  <a:lnTo>
                    <a:pt x="872" y="6587"/>
                  </a:lnTo>
                  <a:lnTo>
                    <a:pt x="941" y="5205"/>
                  </a:lnTo>
                  <a:lnTo>
                    <a:pt x="895" y="4426"/>
                  </a:lnTo>
                  <a:lnTo>
                    <a:pt x="0" y="3102"/>
                  </a:lnTo>
                  <a:lnTo>
                    <a:pt x="475" y="937"/>
                  </a:lnTo>
                  <a:lnTo>
                    <a:pt x="980" y="210"/>
                  </a:lnTo>
                  <a:lnTo>
                    <a:pt x="1295" y="0"/>
                  </a:lnTo>
                  <a:lnTo>
                    <a:pt x="1282" y="3044"/>
                  </a:lnTo>
                  <a:lnTo>
                    <a:pt x="1537" y="440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7"/>
            <p:cNvSpPr/>
            <p:nvPr/>
          </p:nvSpPr>
          <p:spPr>
            <a:xfrm>
              <a:off x="4848263" y="3881324"/>
              <a:ext cx="3115" cy="3462"/>
            </a:xfrm>
            <a:custGeom>
              <a:avLst/>
              <a:pathLst>
                <a:path w="3115" h="3462">
                  <a:moveTo>
                    <a:pt x="3049" y="3373"/>
                  </a:moveTo>
                  <a:lnTo>
                    <a:pt x="2546" y="3462"/>
                  </a:lnTo>
                  <a:lnTo>
                    <a:pt x="518" y="1457"/>
                  </a:lnTo>
                  <a:lnTo>
                    <a:pt x="0" y="0"/>
                  </a:lnTo>
                  <a:lnTo>
                    <a:pt x="2374" y="323"/>
                  </a:lnTo>
                  <a:lnTo>
                    <a:pt x="2987" y="689"/>
                  </a:lnTo>
                  <a:lnTo>
                    <a:pt x="3115" y="272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8"/>
            <p:cNvSpPr/>
            <p:nvPr/>
          </p:nvSpPr>
          <p:spPr>
            <a:xfrm>
              <a:off x="4899579" y="3796318"/>
              <a:ext cx="3394" cy="10140"/>
            </a:xfrm>
            <a:custGeom>
              <a:avLst/>
              <a:pathLst>
                <a:path w="3394" h="10140">
                  <a:moveTo>
                    <a:pt x="2816" y="9915"/>
                  </a:moveTo>
                  <a:lnTo>
                    <a:pt x="2351" y="10140"/>
                  </a:lnTo>
                  <a:lnTo>
                    <a:pt x="2150" y="8798"/>
                  </a:lnTo>
                  <a:lnTo>
                    <a:pt x="1075" y="7635"/>
                  </a:lnTo>
                  <a:lnTo>
                    <a:pt x="0" y="4031"/>
                  </a:lnTo>
                  <a:lnTo>
                    <a:pt x="16" y="934"/>
                  </a:lnTo>
                  <a:lnTo>
                    <a:pt x="156" y="46"/>
                  </a:lnTo>
                  <a:lnTo>
                    <a:pt x="752" y="0"/>
                  </a:lnTo>
                  <a:lnTo>
                    <a:pt x="3150" y="3566"/>
                  </a:lnTo>
                  <a:lnTo>
                    <a:pt x="3394" y="4709"/>
                  </a:lnTo>
                  <a:lnTo>
                    <a:pt x="3215" y="809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4979306" y="3794948"/>
              <a:ext cx="14369" cy="41911"/>
            </a:xfrm>
            <a:custGeom>
              <a:avLst/>
              <a:pathLst>
                <a:path w="14369" h="41911">
                  <a:moveTo>
                    <a:pt x="14369" y="36711"/>
                  </a:moveTo>
                  <a:lnTo>
                    <a:pt x="14088" y="39478"/>
                  </a:lnTo>
                  <a:lnTo>
                    <a:pt x="13878" y="39957"/>
                  </a:lnTo>
                  <a:lnTo>
                    <a:pt x="13612" y="38918"/>
                  </a:lnTo>
                  <a:lnTo>
                    <a:pt x="12612" y="39925"/>
                  </a:lnTo>
                  <a:lnTo>
                    <a:pt x="12135" y="41071"/>
                  </a:lnTo>
                  <a:lnTo>
                    <a:pt x="11627" y="41911"/>
                  </a:lnTo>
                  <a:lnTo>
                    <a:pt x="10453" y="41709"/>
                  </a:lnTo>
                  <a:lnTo>
                    <a:pt x="9343" y="40950"/>
                  </a:lnTo>
                  <a:lnTo>
                    <a:pt x="8267" y="39544"/>
                  </a:lnTo>
                  <a:lnTo>
                    <a:pt x="7308" y="37741"/>
                  </a:lnTo>
                  <a:lnTo>
                    <a:pt x="6347" y="34916"/>
                  </a:lnTo>
                  <a:lnTo>
                    <a:pt x="5749" y="31984"/>
                  </a:lnTo>
                  <a:lnTo>
                    <a:pt x="6047" y="28579"/>
                  </a:lnTo>
                  <a:lnTo>
                    <a:pt x="5675" y="25506"/>
                  </a:lnTo>
                  <a:lnTo>
                    <a:pt x="3862" y="23321"/>
                  </a:lnTo>
                  <a:lnTo>
                    <a:pt x="3465" y="22614"/>
                  </a:lnTo>
                  <a:lnTo>
                    <a:pt x="2661" y="19553"/>
                  </a:lnTo>
                  <a:lnTo>
                    <a:pt x="1856" y="18231"/>
                  </a:lnTo>
                  <a:lnTo>
                    <a:pt x="839" y="15550"/>
                  </a:lnTo>
                  <a:lnTo>
                    <a:pt x="578" y="14387"/>
                  </a:lnTo>
                  <a:lnTo>
                    <a:pt x="139" y="10994"/>
                  </a:lnTo>
                  <a:lnTo>
                    <a:pt x="0" y="8942"/>
                  </a:lnTo>
                  <a:lnTo>
                    <a:pt x="369" y="2980"/>
                  </a:lnTo>
                  <a:lnTo>
                    <a:pt x="233" y="0"/>
                  </a:lnTo>
                  <a:lnTo>
                    <a:pt x="732" y="285"/>
                  </a:lnTo>
                  <a:lnTo>
                    <a:pt x="1259" y="1465"/>
                  </a:lnTo>
                  <a:lnTo>
                    <a:pt x="1858" y="2273"/>
                  </a:lnTo>
                  <a:lnTo>
                    <a:pt x="3315" y="2822"/>
                  </a:lnTo>
                  <a:lnTo>
                    <a:pt x="4428" y="5194"/>
                  </a:lnTo>
                  <a:lnTo>
                    <a:pt x="5497" y="9825"/>
                  </a:lnTo>
                  <a:lnTo>
                    <a:pt x="5626" y="11343"/>
                  </a:lnTo>
                  <a:lnTo>
                    <a:pt x="5967" y="12434"/>
                  </a:lnTo>
                  <a:lnTo>
                    <a:pt x="7066" y="14399"/>
                  </a:lnTo>
                  <a:lnTo>
                    <a:pt x="7636" y="15660"/>
                  </a:lnTo>
                  <a:lnTo>
                    <a:pt x="8723" y="20704"/>
                  </a:lnTo>
                  <a:lnTo>
                    <a:pt x="9325" y="21780"/>
                  </a:lnTo>
                  <a:lnTo>
                    <a:pt x="10035" y="22213"/>
                  </a:lnTo>
                  <a:lnTo>
                    <a:pt x="10696" y="22940"/>
                  </a:lnTo>
                  <a:lnTo>
                    <a:pt x="11797" y="25154"/>
                  </a:lnTo>
                  <a:lnTo>
                    <a:pt x="12815" y="27658"/>
                  </a:lnTo>
                  <a:lnTo>
                    <a:pt x="13501" y="30293"/>
                  </a:lnTo>
                  <a:lnTo>
                    <a:pt x="14024" y="3311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4890658" y="3787454"/>
              <a:ext cx="2485" cy="7286"/>
            </a:xfrm>
            <a:custGeom>
              <a:avLst/>
              <a:pathLst>
                <a:path w="2485" h="7286">
                  <a:moveTo>
                    <a:pt x="1961" y="7124"/>
                  </a:moveTo>
                  <a:lnTo>
                    <a:pt x="1315" y="7286"/>
                  </a:lnTo>
                  <a:lnTo>
                    <a:pt x="266" y="4478"/>
                  </a:lnTo>
                  <a:lnTo>
                    <a:pt x="0" y="3433"/>
                  </a:lnTo>
                  <a:lnTo>
                    <a:pt x="102" y="1968"/>
                  </a:lnTo>
                  <a:lnTo>
                    <a:pt x="1440" y="0"/>
                  </a:lnTo>
                  <a:lnTo>
                    <a:pt x="2307" y="1794"/>
                  </a:lnTo>
                  <a:lnTo>
                    <a:pt x="2485" y="563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1"/>
            <p:cNvSpPr/>
            <p:nvPr/>
          </p:nvSpPr>
          <p:spPr>
            <a:xfrm>
              <a:off x="4977362" y="3782225"/>
              <a:ext cx="2153" cy="12610"/>
            </a:xfrm>
            <a:custGeom>
              <a:avLst/>
              <a:pathLst>
                <a:path w="2153" h="12610">
                  <a:moveTo>
                    <a:pt x="1234" y="12376"/>
                  </a:moveTo>
                  <a:lnTo>
                    <a:pt x="1004" y="12610"/>
                  </a:lnTo>
                  <a:lnTo>
                    <a:pt x="504" y="8882"/>
                  </a:lnTo>
                  <a:lnTo>
                    <a:pt x="415" y="6117"/>
                  </a:lnTo>
                  <a:lnTo>
                    <a:pt x="261" y="4080"/>
                  </a:lnTo>
                  <a:lnTo>
                    <a:pt x="0" y="2865"/>
                  </a:lnTo>
                  <a:lnTo>
                    <a:pt x="754" y="623"/>
                  </a:lnTo>
                  <a:lnTo>
                    <a:pt x="1065" y="0"/>
                  </a:lnTo>
                  <a:lnTo>
                    <a:pt x="1634" y="1186"/>
                  </a:lnTo>
                  <a:lnTo>
                    <a:pt x="1715" y="3806"/>
                  </a:lnTo>
                  <a:lnTo>
                    <a:pt x="2153" y="6033"/>
                  </a:lnTo>
                  <a:lnTo>
                    <a:pt x="1822" y="1090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2"/>
            <p:cNvSpPr/>
            <p:nvPr/>
          </p:nvSpPr>
          <p:spPr>
            <a:xfrm>
              <a:off x="4877743" y="3768201"/>
              <a:ext cx="1954" cy="6397"/>
            </a:xfrm>
            <a:custGeom>
              <a:avLst/>
              <a:pathLst>
                <a:path w="1954" h="6397">
                  <a:moveTo>
                    <a:pt x="1562" y="5523"/>
                  </a:moveTo>
                  <a:lnTo>
                    <a:pt x="791" y="6397"/>
                  </a:lnTo>
                  <a:lnTo>
                    <a:pt x="234" y="5725"/>
                  </a:lnTo>
                  <a:lnTo>
                    <a:pt x="0" y="3788"/>
                  </a:lnTo>
                  <a:lnTo>
                    <a:pt x="191" y="1918"/>
                  </a:lnTo>
                  <a:lnTo>
                    <a:pt x="865" y="444"/>
                  </a:lnTo>
                  <a:lnTo>
                    <a:pt x="1291" y="0"/>
                  </a:lnTo>
                  <a:lnTo>
                    <a:pt x="1770" y="1001"/>
                  </a:lnTo>
                  <a:lnTo>
                    <a:pt x="1954" y="298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3"/>
            <p:cNvSpPr/>
            <p:nvPr/>
          </p:nvSpPr>
          <p:spPr>
            <a:xfrm>
              <a:off x="4905979" y="3758176"/>
              <a:ext cx="46819" cy="62078"/>
            </a:xfrm>
            <a:custGeom>
              <a:avLst/>
              <a:pathLst>
                <a:path w="46819" h="62078">
                  <a:moveTo>
                    <a:pt x="41180" y="2859"/>
                  </a:moveTo>
                  <a:lnTo>
                    <a:pt x="41778" y="3457"/>
                  </a:lnTo>
                  <a:lnTo>
                    <a:pt x="43500" y="360"/>
                  </a:lnTo>
                  <a:lnTo>
                    <a:pt x="44421" y="2516"/>
                  </a:lnTo>
                  <a:lnTo>
                    <a:pt x="45597" y="3566"/>
                  </a:lnTo>
                  <a:lnTo>
                    <a:pt x="46819" y="4158"/>
                  </a:lnTo>
                  <a:lnTo>
                    <a:pt x="46335" y="8593"/>
                  </a:lnTo>
                  <a:lnTo>
                    <a:pt x="46479" y="10645"/>
                  </a:lnTo>
                  <a:lnTo>
                    <a:pt x="46795" y="12685"/>
                  </a:lnTo>
                  <a:lnTo>
                    <a:pt x="46755" y="15697"/>
                  </a:lnTo>
                  <a:lnTo>
                    <a:pt x="46192" y="18384"/>
                  </a:lnTo>
                  <a:lnTo>
                    <a:pt x="45116" y="22300"/>
                  </a:lnTo>
                  <a:lnTo>
                    <a:pt x="44634" y="23024"/>
                  </a:lnTo>
                  <a:lnTo>
                    <a:pt x="44068" y="23437"/>
                  </a:lnTo>
                  <a:lnTo>
                    <a:pt x="42304" y="23751"/>
                  </a:lnTo>
                  <a:lnTo>
                    <a:pt x="41963" y="25838"/>
                  </a:lnTo>
                  <a:lnTo>
                    <a:pt x="42081" y="28042"/>
                  </a:lnTo>
                  <a:lnTo>
                    <a:pt x="43036" y="30939"/>
                  </a:lnTo>
                  <a:lnTo>
                    <a:pt x="43797" y="34189"/>
                  </a:lnTo>
                  <a:lnTo>
                    <a:pt x="43038" y="37181"/>
                  </a:lnTo>
                  <a:lnTo>
                    <a:pt x="41788" y="39265"/>
                  </a:lnTo>
                  <a:lnTo>
                    <a:pt x="40603" y="40329"/>
                  </a:lnTo>
                  <a:lnTo>
                    <a:pt x="38640" y="39700"/>
                  </a:lnTo>
                  <a:lnTo>
                    <a:pt x="36571" y="39960"/>
                  </a:lnTo>
                  <a:lnTo>
                    <a:pt x="36184" y="41100"/>
                  </a:lnTo>
                  <a:lnTo>
                    <a:pt x="36172" y="42981"/>
                  </a:lnTo>
                  <a:lnTo>
                    <a:pt x="35881" y="44415"/>
                  </a:lnTo>
                  <a:lnTo>
                    <a:pt x="35505" y="45723"/>
                  </a:lnTo>
                  <a:lnTo>
                    <a:pt x="34455" y="48432"/>
                  </a:lnTo>
                  <a:lnTo>
                    <a:pt x="33282" y="50822"/>
                  </a:lnTo>
                  <a:lnTo>
                    <a:pt x="31679" y="53090"/>
                  </a:lnTo>
                  <a:lnTo>
                    <a:pt x="31140" y="53632"/>
                  </a:lnTo>
                  <a:lnTo>
                    <a:pt x="29722" y="53993"/>
                  </a:lnTo>
                  <a:lnTo>
                    <a:pt x="28445" y="55297"/>
                  </a:lnTo>
                  <a:lnTo>
                    <a:pt x="27876" y="56570"/>
                  </a:lnTo>
                  <a:lnTo>
                    <a:pt x="27257" y="57603"/>
                  </a:lnTo>
                  <a:lnTo>
                    <a:pt x="25903" y="58737"/>
                  </a:lnTo>
                  <a:lnTo>
                    <a:pt x="24585" y="60970"/>
                  </a:lnTo>
                  <a:lnTo>
                    <a:pt x="24064" y="61348"/>
                  </a:lnTo>
                  <a:lnTo>
                    <a:pt x="21331" y="61738"/>
                  </a:lnTo>
                  <a:lnTo>
                    <a:pt x="17420" y="61845"/>
                  </a:lnTo>
                  <a:lnTo>
                    <a:pt x="16262" y="62078"/>
                  </a:lnTo>
                  <a:lnTo>
                    <a:pt x="15136" y="61770"/>
                  </a:lnTo>
                  <a:lnTo>
                    <a:pt x="14514" y="60898"/>
                  </a:lnTo>
                  <a:lnTo>
                    <a:pt x="13185" y="56876"/>
                  </a:lnTo>
                  <a:lnTo>
                    <a:pt x="12027" y="55496"/>
                  </a:lnTo>
                  <a:lnTo>
                    <a:pt x="10765" y="55537"/>
                  </a:lnTo>
                  <a:lnTo>
                    <a:pt x="9084" y="56959"/>
                  </a:lnTo>
                  <a:lnTo>
                    <a:pt x="8767" y="56645"/>
                  </a:lnTo>
                  <a:lnTo>
                    <a:pt x="5412" y="50718"/>
                  </a:lnTo>
                  <a:lnTo>
                    <a:pt x="4395" y="49269"/>
                  </a:lnTo>
                  <a:lnTo>
                    <a:pt x="3309" y="48187"/>
                  </a:lnTo>
                  <a:lnTo>
                    <a:pt x="1985" y="47437"/>
                  </a:lnTo>
                  <a:lnTo>
                    <a:pt x="736" y="46245"/>
                  </a:lnTo>
                  <a:lnTo>
                    <a:pt x="0" y="43420"/>
                  </a:lnTo>
                  <a:lnTo>
                    <a:pt x="86" y="39741"/>
                  </a:lnTo>
                  <a:lnTo>
                    <a:pt x="1091" y="37579"/>
                  </a:lnTo>
                  <a:lnTo>
                    <a:pt x="2620" y="38647"/>
                  </a:lnTo>
                  <a:lnTo>
                    <a:pt x="3206" y="38633"/>
                  </a:lnTo>
                  <a:lnTo>
                    <a:pt x="3781" y="38018"/>
                  </a:lnTo>
                  <a:lnTo>
                    <a:pt x="4454" y="38214"/>
                  </a:lnTo>
                  <a:lnTo>
                    <a:pt x="5135" y="38757"/>
                  </a:lnTo>
                  <a:lnTo>
                    <a:pt x="7618" y="37957"/>
                  </a:lnTo>
                  <a:lnTo>
                    <a:pt x="9054" y="39083"/>
                  </a:lnTo>
                  <a:lnTo>
                    <a:pt x="10450" y="40572"/>
                  </a:lnTo>
                  <a:lnTo>
                    <a:pt x="11757" y="40895"/>
                  </a:lnTo>
                  <a:lnTo>
                    <a:pt x="13098" y="40577"/>
                  </a:lnTo>
                  <a:lnTo>
                    <a:pt x="14897" y="38886"/>
                  </a:lnTo>
                  <a:lnTo>
                    <a:pt x="15465" y="39109"/>
                  </a:lnTo>
                  <a:lnTo>
                    <a:pt x="17195" y="39126"/>
                  </a:lnTo>
                  <a:lnTo>
                    <a:pt x="18707" y="36869"/>
                  </a:lnTo>
                  <a:lnTo>
                    <a:pt x="19272" y="27762"/>
                  </a:lnTo>
                  <a:lnTo>
                    <a:pt x="19656" y="24663"/>
                  </a:lnTo>
                  <a:lnTo>
                    <a:pt x="20171" y="23988"/>
                  </a:lnTo>
                  <a:lnTo>
                    <a:pt x="20542" y="24175"/>
                  </a:lnTo>
                  <a:lnTo>
                    <a:pt x="21095" y="25725"/>
                  </a:lnTo>
                  <a:lnTo>
                    <a:pt x="20386" y="27658"/>
                  </a:lnTo>
                  <a:lnTo>
                    <a:pt x="20073" y="29147"/>
                  </a:lnTo>
                  <a:lnTo>
                    <a:pt x="19969" y="32786"/>
                  </a:lnTo>
                  <a:lnTo>
                    <a:pt x="20358" y="36315"/>
                  </a:lnTo>
                  <a:lnTo>
                    <a:pt x="21242" y="39112"/>
                  </a:lnTo>
                  <a:lnTo>
                    <a:pt x="22573" y="39466"/>
                  </a:lnTo>
                  <a:lnTo>
                    <a:pt x="23789" y="37620"/>
                  </a:lnTo>
                  <a:lnTo>
                    <a:pt x="25113" y="37239"/>
                  </a:lnTo>
                  <a:lnTo>
                    <a:pt x="26337" y="39031"/>
                  </a:lnTo>
                  <a:lnTo>
                    <a:pt x="27588" y="38722"/>
                  </a:lnTo>
                  <a:lnTo>
                    <a:pt x="28162" y="37553"/>
                  </a:lnTo>
                  <a:lnTo>
                    <a:pt x="28832" y="37045"/>
                  </a:lnTo>
                  <a:lnTo>
                    <a:pt x="29496" y="36852"/>
                  </a:lnTo>
                  <a:lnTo>
                    <a:pt x="30101" y="36160"/>
                  </a:lnTo>
                  <a:lnTo>
                    <a:pt x="30899" y="33115"/>
                  </a:lnTo>
                  <a:lnTo>
                    <a:pt x="31435" y="29681"/>
                  </a:lnTo>
                  <a:lnTo>
                    <a:pt x="32229" y="26975"/>
                  </a:lnTo>
                  <a:lnTo>
                    <a:pt x="34401" y="22467"/>
                  </a:lnTo>
                  <a:lnTo>
                    <a:pt x="35027" y="21904"/>
                  </a:lnTo>
                  <a:lnTo>
                    <a:pt x="35705" y="21599"/>
                  </a:lnTo>
                  <a:lnTo>
                    <a:pt x="37232" y="21792"/>
                  </a:lnTo>
                  <a:lnTo>
                    <a:pt x="38367" y="20190"/>
                  </a:lnTo>
                  <a:lnTo>
                    <a:pt x="38456" y="16578"/>
                  </a:lnTo>
                  <a:lnTo>
                    <a:pt x="38292" y="12913"/>
                  </a:lnTo>
                  <a:lnTo>
                    <a:pt x="36995" y="4299"/>
                  </a:lnTo>
                  <a:lnTo>
                    <a:pt x="36906" y="2931"/>
                  </a:lnTo>
                  <a:lnTo>
                    <a:pt x="37094" y="1399"/>
                  </a:lnTo>
                  <a:lnTo>
                    <a:pt x="37468" y="23"/>
                  </a:lnTo>
                  <a:lnTo>
                    <a:pt x="38741" y="0"/>
                  </a:lnTo>
                  <a:lnTo>
                    <a:pt x="40072" y="502"/>
                  </a:lnTo>
                  <a:lnTo>
                    <a:pt x="40595" y="179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4"/>
            <p:cNvSpPr/>
            <p:nvPr/>
          </p:nvSpPr>
          <p:spPr>
            <a:xfrm>
              <a:off x="4966446" y="3753484"/>
              <a:ext cx="822" cy="2418"/>
            </a:xfrm>
            <a:custGeom>
              <a:avLst/>
              <a:pathLst>
                <a:path w="822" h="2418">
                  <a:moveTo>
                    <a:pt x="779" y="1716"/>
                  </a:moveTo>
                  <a:lnTo>
                    <a:pt x="674" y="2418"/>
                  </a:lnTo>
                  <a:lnTo>
                    <a:pt x="0" y="1618"/>
                  </a:lnTo>
                  <a:lnTo>
                    <a:pt x="555" y="103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4954383" y="3723981"/>
              <a:ext cx="1465" cy="5272"/>
            </a:xfrm>
            <a:custGeom>
              <a:avLst/>
              <a:pathLst>
                <a:path w="1465" h="5272">
                  <a:moveTo>
                    <a:pt x="1465" y="2677"/>
                  </a:moveTo>
                  <a:lnTo>
                    <a:pt x="1184" y="5272"/>
                  </a:lnTo>
                  <a:lnTo>
                    <a:pt x="480" y="3754"/>
                  </a:lnTo>
                  <a:lnTo>
                    <a:pt x="0" y="1561"/>
                  </a:lnTo>
                  <a:lnTo>
                    <a:pt x="306" y="582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4947609" y="3718155"/>
              <a:ext cx="1664" cy="4498"/>
            </a:xfrm>
            <a:custGeom>
              <a:avLst/>
              <a:pathLst>
                <a:path w="1664" h="4498">
                  <a:moveTo>
                    <a:pt x="1664" y="3006"/>
                  </a:moveTo>
                  <a:lnTo>
                    <a:pt x="1540" y="4498"/>
                  </a:lnTo>
                  <a:lnTo>
                    <a:pt x="1182" y="4412"/>
                  </a:lnTo>
                  <a:lnTo>
                    <a:pt x="189" y="1491"/>
                  </a:lnTo>
                  <a:lnTo>
                    <a:pt x="0" y="735"/>
                  </a:lnTo>
                  <a:lnTo>
                    <a:pt x="231" y="0"/>
                  </a:lnTo>
                  <a:lnTo>
                    <a:pt x="1381" y="215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4947323" y="3714106"/>
              <a:ext cx="938" cy="3598"/>
            </a:xfrm>
            <a:custGeom>
              <a:avLst/>
              <a:pathLst>
                <a:path w="938" h="3598">
                  <a:moveTo>
                    <a:pt x="315" y="3592"/>
                  </a:moveTo>
                  <a:lnTo>
                    <a:pt x="41" y="3598"/>
                  </a:lnTo>
                  <a:lnTo>
                    <a:pt x="0" y="1240"/>
                  </a:lnTo>
                  <a:lnTo>
                    <a:pt x="191" y="0"/>
                  </a:lnTo>
                  <a:lnTo>
                    <a:pt x="830" y="862"/>
                  </a:lnTo>
                  <a:lnTo>
                    <a:pt x="938" y="297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8"/>
            <p:cNvSpPr/>
            <p:nvPr/>
          </p:nvSpPr>
          <p:spPr>
            <a:xfrm>
              <a:off x="4819958" y="3711186"/>
              <a:ext cx="114933" cy="237725"/>
            </a:xfrm>
            <a:custGeom>
              <a:avLst/>
              <a:pathLst>
                <a:path w="114933" h="237725">
                  <a:moveTo>
                    <a:pt x="1310" y="192334"/>
                  </a:moveTo>
                  <a:lnTo>
                    <a:pt x="1308" y="191944"/>
                  </a:lnTo>
                  <a:lnTo>
                    <a:pt x="1308" y="185936"/>
                  </a:lnTo>
                  <a:lnTo>
                    <a:pt x="1306" y="179928"/>
                  </a:lnTo>
                  <a:lnTo>
                    <a:pt x="1305" y="173923"/>
                  </a:lnTo>
                  <a:lnTo>
                    <a:pt x="1304" y="167915"/>
                  </a:lnTo>
                  <a:lnTo>
                    <a:pt x="1303" y="161907"/>
                  </a:lnTo>
                  <a:lnTo>
                    <a:pt x="1303" y="155900"/>
                  </a:lnTo>
                  <a:lnTo>
                    <a:pt x="1302" y="149895"/>
                  </a:lnTo>
                  <a:lnTo>
                    <a:pt x="1301" y="143887"/>
                  </a:lnTo>
                  <a:lnTo>
                    <a:pt x="1300" y="137879"/>
                  </a:lnTo>
                  <a:lnTo>
                    <a:pt x="1299" y="131871"/>
                  </a:lnTo>
                  <a:lnTo>
                    <a:pt x="1299" y="126931"/>
                  </a:lnTo>
                  <a:lnTo>
                    <a:pt x="658" y="125000"/>
                  </a:lnTo>
                  <a:lnTo>
                    <a:pt x="0" y="122045"/>
                  </a:lnTo>
                  <a:lnTo>
                    <a:pt x="141" y="118248"/>
                  </a:lnTo>
                  <a:lnTo>
                    <a:pt x="940" y="113541"/>
                  </a:lnTo>
                  <a:lnTo>
                    <a:pt x="1296" y="110404"/>
                  </a:lnTo>
                  <a:lnTo>
                    <a:pt x="1296" y="107842"/>
                  </a:lnTo>
                  <a:lnTo>
                    <a:pt x="1295" y="101837"/>
                  </a:lnTo>
                  <a:lnTo>
                    <a:pt x="1294" y="95829"/>
                  </a:lnTo>
                  <a:lnTo>
                    <a:pt x="1293" y="89821"/>
                  </a:lnTo>
                  <a:lnTo>
                    <a:pt x="1292" y="83813"/>
                  </a:lnTo>
                  <a:lnTo>
                    <a:pt x="1292" y="77808"/>
                  </a:lnTo>
                  <a:lnTo>
                    <a:pt x="1291" y="71800"/>
                  </a:lnTo>
                  <a:lnTo>
                    <a:pt x="1290" y="65792"/>
                  </a:lnTo>
                  <a:lnTo>
                    <a:pt x="1289" y="59784"/>
                  </a:lnTo>
                  <a:lnTo>
                    <a:pt x="1287" y="53779"/>
                  </a:lnTo>
                  <a:lnTo>
                    <a:pt x="1287" y="47771"/>
                  </a:lnTo>
                  <a:lnTo>
                    <a:pt x="1285" y="41764"/>
                  </a:lnTo>
                  <a:lnTo>
                    <a:pt x="1285" y="35756"/>
                  </a:lnTo>
                  <a:lnTo>
                    <a:pt x="1284" y="29751"/>
                  </a:lnTo>
                  <a:lnTo>
                    <a:pt x="1283" y="23743"/>
                  </a:lnTo>
                  <a:lnTo>
                    <a:pt x="1282" y="17735"/>
                  </a:lnTo>
                  <a:lnTo>
                    <a:pt x="1281" y="11727"/>
                  </a:lnTo>
                  <a:lnTo>
                    <a:pt x="1279" y="5722"/>
                  </a:lnTo>
                  <a:lnTo>
                    <a:pt x="1278" y="0"/>
                  </a:lnTo>
                  <a:lnTo>
                    <a:pt x="1622" y="11"/>
                  </a:lnTo>
                  <a:lnTo>
                    <a:pt x="2790" y="46"/>
                  </a:lnTo>
                  <a:lnTo>
                    <a:pt x="3720" y="533"/>
                  </a:lnTo>
                  <a:lnTo>
                    <a:pt x="9488" y="6951"/>
                  </a:lnTo>
                  <a:lnTo>
                    <a:pt x="11211" y="9525"/>
                  </a:lnTo>
                  <a:lnTo>
                    <a:pt x="11797" y="10128"/>
                  </a:lnTo>
                  <a:lnTo>
                    <a:pt x="12376" y="10151"/>
                  </a:lnTo>
                  <a:lnTo>
                    <a:pt x="12928" y="10454"/>
                  </a:lnTo>
                  <a:lnTo>
                    <a:pt x="15526" y="13998"/>
                  </a:lnTo>
                  <a:lnTo>
                    <a:pt x="19410" y="17576"/>
                  </a:lnTo>
                  <a:lnTo>
                    <a:pt x="23509" y="21007"/>
                  </a:lnTo>
                  <a:lnTo>
                    <a:pt x="24780" y="21723"/>
                  </a:lnTo>
                  <a:lnTo>
                    <a:pt x="26096" y="22023"/>
                  </a:lnTo>
                  <a:lnTo>
                    <a:pt x="28954" y="23212"/>
                  </a:lnTo>
                  <a:lnTo>
                    <a:pt x="30458" y="24271"/>
                  </a:lnTo>
                  <a:lnTo>
                    <a:pt x="32663" y="28472"/>
                  </a:lnTo>
                  <a:lnTo>
                    <a:pt x="33774" y="29771"/>
                  </a:lnTo>
                  <a:lnTo>
                    <a:pt x="34816" y="32140"/>
                  </a:lnTo>
                  <a:lnTo>
                    <a:pt x="36290" y="34685"/>
                  </a:lnTo>
                  <a:lnTo>
                    <a:pt x="36873" y="35323"/>
                  </a:lnTo>
                  <a:lnTo>
                    <a:pt x="37512" y="35620"/>
                  </a:lnTo>
                  <a:lnTo>
                    <a:pt x="38962" y="35709"/>
                  </a:lnTo>
                  <a:lnTo>
                    <a:pt x="40417" y="35251"/>
                  </a:lnTo>
                  <a:lnTo>
                    <a:pt x="41017" y="35455"/>
                  </a:lnTo>
                  <a:lnTo>
                    <a:pt x="41606" y="35917"/>
                  </a:lnTo>
                  <a:lnTo>
                    <a:pt x="42144" y="36803"/>
                  </a:lnTo>
                  <a:lnTo>
                    <a:pt x="42417" y="38511"/>
                  </a:lnTo>
                  <a:lnTo>
                    <a:pt x="43320" y="40875"/>
                  </a:lnTo>
                  <a:lnTo>
                    <a:pt x="44600" y="41940"/>
                  </a:lnTo>
                  <a:lnTo>
                    <a:pt x="45815" y="44078"/>
                  </a:lnTo>
                  <a:lnTo>
                    <a:pt x="46908" y="46640"/>
                  </a:lnTo>
                  <a:lnTo>
                    <a:pt x="47713" y="49220"/>
                  </a:lnTo>
                  <a:lnTo>
                    <a:pt x="48627" y="51396"/>
                  </a:lnTo>
                  <a:lnTo>
                    <a:pt x="50010" y="52316"/>
                  </a:lnTo>
                  <a:lnTo>
                    <a:pt x="51467" y="52463"/>
                  </a:lnTo>
                  <a:lnTo>
                    <a:pt x="56443" y="65400"/>
                  </a:lnTo>
                  <a:lnTo>
                    <a:pt x="56686" y="67397"/>
                  </a:lnTo>
                  <a:lnTo>
                    <a:pt x="56741" y="75886"/>
                  </a:lnTo>
                  <a:lnTo>
                    <a:pt x="56192" y="82520"/>
                  </a:lnTo>
                  <a:lnTo>
                    <a:pt x="57431" y="84555"/>
                  </a:lnTo>
                  <a:lnTo>
                    <a:pt x="59118" y="85317"/>
                  </a:lnTo>
                  <a:lnTo>
                    <a:pt x="61488" y="86736"/>
                  </a:lnTo>
                  <a:lnTo>
                    <a:pt x="63767" y="88849"/>
                  </a:lnTo>
                  <a:lnTo>
                    <a:pt x="71027" y="97791"/>
                  </a:lnTo>
                  <a:lnTo>
                    <a:pt x="72024" y="98553"/>
                  </a:lnTo>
                  <a:lnTo>
                    <a:pt x="73489" y="98842"/>
                  </a:lnTo>
                  <a:lnTo>
                    <a:pt x="74967" y="98723"/>
                  </a:lnTo>
                  <a:lnTo>
                    <a:pt x="75497" y="99179"/>
                  </a:lnTo>
                  <a:lnTo>
                    <a:pt x="76600" y="100801"/>
                  </a:lnTo>
                  <a:lnTo>
                    <a:pt x="77154" y="101860"/>
                  </a:lnTo>
                  <a:lnTo>
                    <a:pt x="78147" y="104751"/>
                  </a:lnTo>
                  <a:lnTo>
                    <a:pt x="79034" y="107894"/>
                  </a:lnTo>
                  <a:lnTo>
                    <a:pt x="79412" y="108791"/>
                  </a:lnTo>
                  <a:lnTo>
                    <a:pt x="79863" y="109493"/>
                  </a:lnTo>
                  <a:lnTo>
                    <a:pt x="80121" y="111201"/>
                  </a:lnTo>
                  <a:lnTo>
                    <a:pt x="80466" y="116464"/>
                  </a:lnTo>
                  <a:lnTo>
                    <a:pt x="80363" y="119751"/>
                  </a:lnTo>
                  <a:lnTo>
                    <a:pt x="79959" y="120969"/>
                  </a:lnTo>
                  <a:lnTo>
                    <a:pt x="78798" y="121560"/>
                  </a:lnTo>
                  <a:lnTo>
                    <a:pt x="74727" y="122114"/>
                  </a:lnTo>
                  <a:lnTo>
                    <a:pt x="72004" y="121503"/>
                  </a:lnTo>
                  <a:lnTo>
                    <a:pt x="70099" y="124824"/>
                  </a:lnTo>
                  <a:lnTo>
                    <a:pt x="70048" y="126273"/>
                  </a:lnTo>
                  <a:lnTo>
                    <a:pt x="70181" y="127623"/>
                  </a:lnTo>
                  <a:lnTo>
                    <a:pt x="71840" y="134661"/>
                  </a:lnTo>
                  <a:lnTo>
                    <a:pt x="72820" y="140900"/>
                  </a:lnTo>
                  <a:lnTo>
                    <a:pt x="73626" y="143439"/>
                  </a:lnTo>
                  <a:lnTo>
                    <a:pt x="74837" y="145500"/>
                  </a:lnTo>
                  <a:lnTo>
                    <a:pt x="75915" y="147935"/>
                  </a:lnTo>
                  <a:lnTo>
                    <a:pt x="76906" y="150734"/>
                  </a:lnTo>
                  <a:lnTo>
                    <a:pt x="78968" y="155620"/>
                  </a:lnTo>
                  <a:lnTo>
                    <a:pt x="80091" y="157429"/>
                  </a:lnTo>
                  <a:lnTo>
                    <a:pt x="81405" y="158549"/>
                  </a:lnTo>
                  <a:lnTo>
                    <a:pt x="83599" y="162337"/>
                  </a:lnTo>
                  <a:lnTo>
                    <a:pt x="83889" y="164011"/>
                  </a:lnTo>
                  <a:lnTo>
                    <a:pt x="84516" y="169283"/>
                  </a:lnTo>
                  <a:lnTo>
                    <a:pt x="84787" y="172859"/>
                  </a:lnTo>
                  <a:lnTo>
                    <a:pt x="84829" y="174333"/>
                  </a:lnTo>
                  <a:lnTo>
                    <a:pt x="84982" y="175655"/>
                  </a:lnTo>
                  <a:lnTo>
                    <a:pt x="86910" y="178895"/>
                  </a:lnTo>
                  <a:lnTo>
                    <a:pt x="87333" y="179799"/>
                  </a:lnTo>
                  <a:lnTo>
                    <a:pt x="88192" y="187010"/>
                  </a:lnTo>
                  <a:lnTo>
                    <a:pt x="88851" y="190354"/>
                  </a:lnTo>
                  <a:lnTo>
                    <a:pt x="89960" y="191543"/>
                  </a:lnTo>
                  <a:lnTo>
                    <a:pt x="91253" y="191468"/>
                  </a:lnTo>
                  <a:lnTo>
                    <a:pt x="94770" y="189324"/>
                  </a:lnTo>
                  <a:lnTo>
                    <a:pt x="95279" y="189255"/>
                  </a:lnTo>
                  <a:lnTo>
                    <a:pt x="95931" y="189748"/>
                  </a:lnTo>
                  <a:lnTo>
                    <a:pt x="96499" y="190923"/>
                  </a:lnTo>
                  <a:lnTo>
                    <a:pt x="96687" y="194166"/>
                  </a:lnTo>
                  <a:lnTo>
                    <a:pt x="96137" y="197568"/>
                  </a:lnTo>
                  <a:lnTo>
                    <a:pt x="95985" y="200846"/>
                  </a:lnTo>
                  <a:lnTo>
                    <a:pt x="96677" y="203536"/>
                  </a:lnTo>
                  <a:lnTo>
                    <a:pt x="98468" y="205634"/>
                  </a:lnTo>
                  <a:lnTo>
                    <a:pt x="99124" y="206208"/>
                  </a:lnTo>
                  <a:lnTo>
                    <a:pt x="102346" y="206877"/>
                  </a:lnTo>
                  <a:lnTo>
                    <a:pt x="103610" y="207443"/>
                  </a:lnTo>
                  <a:lnTo>
                    <a:pt x="104852" y="208349"/>
                  </a:lnTo>
                  <a:lnTo>
                    <a:pt x="105284" y="209160"/>
                  </a:lnTo>
                  <a:lnTo>
                    <a:pt x="104980" y="210603"/>
                  </a:lnTo>
                  <a:lnTo>
                    <a:pt x="104331" y="211307"/>
                  </a:lnTo>
                  <a:lnTo>
                    <a:pt x="103596" y="211596"/>
                  </a:lnTo>
                  <a:lnTo>
                    <a:pt x="102409" y="212637"/>
                  </a:lnTo>
                  <a:lnTo>
                    <a:pt x="102430" y="214493"/>
                  </a:lnTo>
                  <a:lnTo>
                    <a:pt x="103100" y="216429"/>
                  </a:lnTo>
                  <a:lnTo>
                    <a:pt x="103711" y="218758"/>
                  </a:lnTo>
                  <a:lnTo>
                    <a:pt x="104226" y="219603"/>
                  </a:lnTo>
                  <a:lnTo>
                    <a:pt x="104784" y="220169"/>
                  </a:lnTo>
                  <a:lnTo>
                    <a:pt x="106176" y="220977"/>
                  </a:lnTo>
                  <a:lnTo>
                    <a:pt x="107530" y="222085"/>
                  </a:lnTo>
                  <a:lnTo>
                    <a:pt x="108424" y="223187"/>
                  </a:lnTo>
                  <a:lnTo>
                    <a:pt x="109346" y="223978"/>
                  </a:lnTo>
                  <a:lnTo>
                    <a:pt x="111358" y="224483"/>
                  </a:lnTo>
                  <a:lnTo>
                    <a:pt x="112832" y="225972"/>
                  </a:lnTo>
                  <a:lnTo>
                    <a:pt x="114933" y="225348"/>
                  </a:lnTo>
                  <a:lnTo>
                    <a:pt x="113112" y="227767"/>
                  </a:lnTo>
                  <a:lnTo>
                    <a:pt x="112485" y="228361"/>
                  </a:lnTo>
                  <a:lnTo>
                    <a:pt x="110290" y="227455"/>
                  </a:lnTo>
                  <a:lnTo>
                    <a:pt x="109878" y="228399"/>
                  </a:lnTo>
                  <a:lnTo>
                    <a:pt x="110783" y="230955"/>
                  </a:lnTo>
                  <a:lnTo>
                    <a:pt x="112124" y="232678"/>
                  </a:lnTo>
                  <a:lnTo>
                    <a:pt x="112604" y="233679"/>
                  </a:lnTo>
                  <a:lnTo>
                    <a:pt x="112268" y="234851"/>
                  </a:lnTo>
                  <a:lnTo>
                    <a:pt x="110708" y="237194"/>
                  </a:lnTo>
                  <a:lnTo>
                    <a:pt x="110057" y="237537"/>
                  </a:lnTo>
                  <a:lnTo>
                    <a:pt x="108838" y="237725"/>
                  </a:lnTo>
                  <a:lnTo>
                    <a:pt x="106795" y="236715"/>
                  </a:lnTo>
                  <a:lnTo>
                    <a:pt x="105350" y="235428"/>
                  </a:lnTo>
                  <a:lnTo>
                    <a:pt x="104944" y="233671"/>
                  </a:lnTo>
                  <a:lnTo>
                    <a:pt x="104559" y="232635"/>
                  </a:lnTo>
                  <a:lnTo>
                    <a:pt x="103255" y="230159"/>
                  </a:lnTo>
                  <a:lnTo>
                    <a:pt x="102327" y="228805"/>
                  </a:lnTo>
                  <a:lnTo>
                    <a:pt x="101145" y="228347"/>
                  </a:lnTo>
                  <a:lnTo>
                    <a:pt x="99913" y="228376"/>
                  </a:lnTo>
                  <a:lnTo>
                    <a:pt x="97707" y="226936"/>
                  </a:lnTo>
                  <a:lnTo>
                    <a:pt x="92921" y="225914"/>
                  </a:lnTo>
                  <a:lnTo>
                    <a:pt x="91781" y="225288"/>
                  </a:lnTo>
                  <a:lnTo>
                    <a:pt x="90345" y="223305"/>
                  </a:lnTo>
                  <a:lnTo>
                    <a:pt x="89669" y="223023"/>
                  </a:lnTo>
                  <a:lnTo>
                    <a:pt x="88944" y="223646"/>
                  </a:lnTo>
                  <a:lnTo>
                    <a:pt x="87096" y="224030"/>
                  </a:lnTo>
                  <a:lnTo>
                    <a:pt x="86553" y="223854"/>
                  </a:lnTo>
                  <a:lnTo>
                    <a:pt x="85233" y="222163"/>
                  </a:lnTo>
                  <a:lnTo>
                    <a:pt x="83872" y="221545"/>
                  </a:lnTo>
                  <a:lnTo>
                    <a:pt x="83306" y="222053"/>
                  </a:lnTo>
                  <a:lnTo>
                    <a:pt x="82732" y="222166"/>
                  </a:lnTo>
                  <a:lnTo>
                    <a:pt x="80876" y="220957"/>
                  </a:lnTo>
                  <a:lnTo>
                    <a:pt x="79478" y="220446"/>
                  </a:lnTo>
                  <a:lnTo>
                    <a:pt x="78330" y="218761"/>
                  </a:lnTo>
                  <a:lnTo>
                    <a:pt x="77702" y="217185"/>
                  </a:lnTo>
                  <a:lnTo>
                    <a:pt x="76998" y="215785"/>
                  </a:lnTo>
                  <a:lnTo>
                    <a:pt x="76346" y="212181"/>
                  </a:lnTo>
                  <a:lnTo>
                    <a:pt x="75331" y="208762"/>
                  </a:lnTo>
                  <a:lnTo>
                    <a:pt x="74073" y="205951"/>
                  </a:lnTo>
                  <a:lnTo>
                    <a:pt x="71374" y="201415"/>
                  </a:lnTo>
                  <a:lnTo>
                    <a:pt x="70830" y="200287"/>
                  </a:lnTo>
                  <a:lnTo>
                    <a:pt x="69774" y="196128"/>
                  </a:lnTo>
                  <a:lnTo>
                    <a:pt x="69831" y="193373"/>
                  </a:lnTo>
                  <a:lnTo>
                    <a:pt x="70216" y="190585"/>
                  </a:lnTo>
                  <a:lnTo>
                    <a:pt x="69635" y="191534"/>
                  </a:lnTo>
                  <a:lnTo>
                    <a:pt x="68978" y="191416"/>
                  </a:lnTo>
                  <a:lnTo>
                    <a:pt x="67141" y="189575"/>
                  </a:lnTo>
                  <a:lnTo>
                    <a:pt x="66384" y="187382"/>
                  </a:lnTo>
                  <a:lnTo>
                    <a:pt x="65156" y="181429"/>
                  </a:lnTo>
                  <a:lnTo>
                    <a:pt x="64370" y="178292"/>
                  </a:lnTo>
                  <a:lnTo>
                    <a:pt x="62536" y="172737"/>
                  </a:lnTo>
                  <a:lnTo>
                    <a:pt x="62008" y="169439"/>
                  </a:lnTo>
                  <a:lnTo>
                    <a:pt x="61243" y="166556"/>
                  </a:lnTo>
                  <a:lnTo>
                    <a:pt x="60770" y="165489"/>
                  </a:lnTo>
                  <a:lnTo>
                    <a:pt x="60376" y="164254"/>
                  </a:lnTo>
                  <a:lnTo>
                    <a:pt x="60028" y="162649"/>
                  </a:lnTo>
                  <a:lnTo>
                    <a:pt x="59507" y="161532"/>
                  </a:lnTo>
                  <a:lnTo>
                    <a:pt x="56949" y="159062"/>
                  </a:lnTo>
                  <a:lnTo>
                    <a:pt x="56498" y="158283"/>
                  </a:lnTo>
                  <a:lnTo>
                    <a:pt x="56002" y="157870"/>
                  </a:lnTo>
                  <a:lnTo>
                    <a:pt x="54100" y="157617"/>
                  </a:lnTo>
                  <a:lnTo>
                    <a:pt x="53000" y="157210"/>
                  </a:lnTo>
                  <a:lnTo>
                    <a:pt x="50925" y="155187"/>
                  </a:lnTo>
                  <a:lnTo>
                    <a:pt x="49853" y="154581"/>
                  </a:lnTo>
                  <a:lnTo>
                    <a:pt x="48564" y="154197"/>
                  </a:lnTo>
                  <a:lnTo>
                    <a:pt x="47315" y="153429"/>
                  </a:lnTo>
                  <a:lnTo>
                    <a:pt x="46706" y="152676"/>
                  </a:lnTo>
                  <a:lnTo>
                    <a:pt x="46297" y="151404"/>
                  </a:lnTo>
                  <a:lnTo>
                    <a:pt x="46054" y="148388"/>
                  </a:lnTo>
                  <a:lnTo>
                    <a:pt x="45009" y="148711"/>
                  </a:lnTo>
                  <a:lnTo>
                    <a:pt x="43984" y="148189"/>
                  </a:lnTo>
                  <a:lnTo>
                    <a:pt x="42989" y="147130"/>
                  </a:lnTo>
                  <a:lnTo>
                    <a:pt x="41976" y="146492"/>
                  </a:lnTo>
                  <a:lnTo>
                    <a:pt x="41284" y="147401"/>
                  </a:lnTo>
                  <a:lnTo>
                    <a:pt x="41071" y="149802"/>
                  </a:lnTo>
                  <a:lnTo>
                    <a:pt x="40751" y="149926"/>
                  </a:lnTo>
                  <a:lnTo>
                    <a:pt x="40157" y="149436"/>
                  </a:lnTo>
                  <a:lnTo>
                    <a:pt x="39862" y="149724"/>
                  </a:lnTo>
                  <a:lnTo>
                    <a:pt x="39218" y="150832"/>
                  </a:lnTo>
                  <a:lnTo>
                    <a:pt x="38702" y="152330"/>
                  </a:lnTo>
                  <a:lnTo>
                    <a:pt x="37752" y="152102"/>
                  </a:lnTo>
                  <a:lnTo>
                    <a:pt x="35805" y="150587"/>
                  </a:lnTo>
                  <a:lnTo>
                    <a:pt x="34937" y="149638"/>
                  </a:lnTo>
                  <a:lnTo>
                    <a:pt x="34200" y="147927"/>
                  </a:lnTo>
                  <a:lnTo>
                    <a:pt x="33566" y="145982"/>
                  </a:lnTo>
                  <a:lnTo>
                    <a:pt x="32925" y="144449"/>
                  </a:lnTo>
                  <a:lnTo>
                    <a:pt x="32137" y="143330"/>
                  </a:lnTo>
                  <a:lnTo>
                    <a:pt x="33140" y="145973"/>
                  </a:lnTo>
                  <a:lnTo>
                    <a:pt x="35444" y="157628"/>
                  </a:lnTo>
                  <a:lnTo>
                    <a:pt x="34868" y="157853"/>
                  </a:lnTo>
                  <a:lnTo>
                    <a:pt x="34274" y="157559"/>
                  </a:lnTo>
                  <a:lnTo>
                    <a:pt x="34819" y="159798"/>
                  </a:lnTo>
                  <a:lnTo>
                    <a:pt x="34191" y="160136"/>
                  </a:lnTo>
                  <a:lnTo>
                    <a:pt x="33568" y="160110"/>
                  </a:lnTo>
                  <a:lnTo>
                    <a:pt x="32254" y="159143"/>
                  </a:lnTo>
                  <a:lnTo>
                    <a:pt x="30948" y="158823"/>
                  </a:lnTo>
                  <a:lnTo>
                    <a:pt x="30563" y="159296"/>
                  </a:lnTo>
                  <a:lnTo>
                    <a:pt x="30840" y="160136"/>
                  </a:lnTo>
                  <a:lnTo>
                    <a:pt x="31298" y="162606"/>
                  </a:lnTo>
                  <a:lnTo>
                    <a:pt x="31664" y="165197"/>
                  </a:lnTo>
                  <a:lnTo>
                    <a:pt x="29779" y="166363"/>
                  </a:lnTo>
                  <a:lnTo>
                    <a:pt x="27846" y="167073"/>
                  </a:lnTo>
                  <a:lnTo>
                    <a:pt x="25693" y="168472"/>
                  </a:lnTo>
                  <a:lnTo>
                    <a:pt x="23512" y="168568"/>
                  </a:lnTo>
                  <a:lnTo>
                    <a:pt x="22394" y="167771"/>
                  </a:lnTo>
                  <a:lnTo>
                    <a:pt x="21247" y="167321"/>
                  </a:lnTo>
                  <a:lnTo>
                    <a:pt x="20170" y="167771"/>
                  </a:lnTo>
                  <a:lnTo>
                    <a:pt x="19124" y="168781"/>
                  </a:lnTo>
                  <a:lnTo>
                    <a:pt x="18243" y="168620"/>
                  </a:lnTo>
                  <a:lnTo>
                    <a:pt x="17686" y="166802"/>
                  </a:lnTo>
                  <a:lnTo>
                    <a:pt x="17425" y="165422"/>
                  </a:lnTo>
                  <a:lnTo>
                    <a:pt x="17091" y="164225"/>
                  </a:lnTo>
                  <a:lnTo>
                    <a:pt x="16267" y="164415"/>
                  </a:lnTo>
                  <a:lnTo>
                    <a:pt x="15472" y="165062"/>
                  </a:lnTo>
                  <a:lnTo>
                    <a:pt x="16833" y="165137"/>
                  </a:lnTo>
                  <a:lnTo>
                    <a:pt x="17241" y="166663"/>
                  </a:lnTo>
                  <a:lnTo>
                    <a:pt x="17592" y="168516"/>
                  </a:lnTo>
                  <a:lnTo>
                    <a:pt x="18556" y="170192"/>
                  </a:lnTo>
                  <a:lnTo>
                    <a:pt x="19721" y="169194"/>
                  </a:lnTo>
                  <a:lnTo>
                    <a:pt x="22275" y="169471"/>
                  </a:lnTo>
                  <a:lnTo>
                    <a:pt x="24758" y="172391"/>
                  </a:lnTo>
                  <a:lnTo>
                    <a:pt x="25346" y="172726"/>
                  </a:lnTo>
                  <a:lnTo>
                    <a:pt x="25887" y="173297"/>
                  </a:lnTo>
                  <a:lnTo>
                    <a:pt x="27166" y="176183"/>
                  </a:lnTo>
                  <a:lnTo>
                    <a:pt x="28130" y="178806"/>
                  </a:lnTo>
                  <a:lnTo>
                    <a:pt x="28942" y="181798"/>
                  </a:lnTo>
                  <a:lnTo>
                    <a:pt x="29113" y="182970"/>
                  </a:lnTo>
                  <a:lnTo>
                    <a:pt x="29060" y="186112"/>
                  </a:lnTo>
                  <a:lnTo>
                    <a:pt x="28815" y="187673"/>
                  </a:lnTo>
                  <a:lnTo>
                    <a:pt x="27211" y="189887"/>
                  </a:lnTo>
                  <a:lnTo>
                    <a:pt x="25501" y="191558"/>
                  </a:lnTo>
                  <a:lnTo>
                    <a:pt x="22980" y="194813"/>
                  </a:lnTo>
                  <a:lnTo>
                    <a:pt x="20540" y="198512"/>
                  </a:lnTo>
                  <a:lnTo>
                    <a:pt x="19258" y="197788"/>
                  </a:lnTo>
                  <a:lnTo>
                    <a:pt x="18101" y="195828"/>
                  </a:lnTo>
                  <a:lnTo>
                    <a:pt x="17653" y="195297"/>
                  </a:lnTo>
                  <a:lnTo>
                    <a:pt x="16461" y="194230"/>
                  </a:lnTo>
                  <a:lnTo>
                    <a:pt x="15734" y="193846"/>
                  </a:lnTo>
                  <a:lnTo>
                    <a:pt x="12849" y="194680"/>
                  </a:lnTo>
                  <a:lnTo>
                    <a:pt x="9954" y="195107"/>
                  </a:lnTo>
                  <a:lnTo>
                    <a:pt x="8737" y="195069"/>
                  </a:lnTo>
                  <a:lnTo>
                    <a:pt x="7554" y="194443"/>
                  </a:lnTo>
                  <a:lnTo>
                    <a:pt x="6253" y="193277"/>
                  </a:lnTo>
                  <a:lnTo>
                    <a:pt x="4964" y="193794"/>
                  </a:lnTo>
                  <a:lnTo>
                    <a:pt x="4081" y="195162"/>
                  </a:lnTo>
                  <a:lnTo>
                    <a:pt x="3117" y="19536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199"/>
            <p:cNvSpPr/>
            <p:nvPr/>
          </p:nvSpPr>
          <p:spPr>
            <a:xfrm>
              <a:off x="4933701" y="3710098"/>
              <a:ext cx="27462" cy="66765"/>
            </a:xfrm>
            <a:custGeom>
              <a:avLst/>
              <a:pathLst>
                <a:path w="27462" h="66765">
                  <a:moveTo>
                    <a:pt x="25544" y="64517"/>
                  </a:moveTo>
                  <a:lnTo>
                    <a:pt x="24691" y="66765"/>
                  </a:lnTo>
                  <a:lnTo>
                    <a:pt x="24161" y="64670"/>
                  </a:lnTo>
                  <a:lnTo>
                    <a:pt x="23481" y="62834"/>
                  </a:lnTo>
                  <a:lnTo>
                    <a:pt x="22945" y="60956"/>
                  </a:lnTo>
                  <a:lnTo>
                    <a:pt x="22263" y="56896"/>
                  </a:lnTo>
                  <a:lnTo>
                    <a:pt x="22229" y="54850"/>
                  </a:lnTo>
                  <a:lnTo>
                    <a:pt x="22409" y="52686"/>
                  </a:lnTo>
                  <a:lnTo>
                    <a:pt x="22448" y="50501"/>
                  </a:lnTo>
                  <a:lnTo>
                    <a:pt x="22119" y="46063"/>
                  </a:lnTo>
                  <a:lnTo>
                    <a:pt x="21316" y="42015"/>
                  </a:lnTo>
                  <a:lnTo>
                    <a:pt x="18524" y="32362"/>
                  </a:lnTo>
                  <a:lnTo>
                    <a:pt x="17645" y="29828"/>
                  </a:lnTo>
                  <a:lnTo>
                    <a:pt x="16641" y="27566"/>
                  </a:lnTo>
                  <a:lnTo>
                    <a:pt x="15999" y="27012"/>
                  </a:lnTo>
                  <a:lnTo>
                    <a:pt x="14697" y="26470"/>
                  </a:lnTo>
                  <a:lnTo>
                    <a:pt x="14118" y="26016"/>
                  </a:lnTo>
                  <a:lnTo>
                    <a:pt x="13046" y="24441"/>
                  </a:lnTo>
                  <a:lnTo>
                    <a:pt x="12049" y="22603"/>
                  </a:lnTo>
                  <a:lnTo>
                    <a:pt x="9579" y="17155"/>
                  </a:lnTo>
                  <a:lnTo>
                    <a:pt x="8273" y="15614"/>
                  </a:lnTo>
                  <a:lnTo>
                    <a:pt x="7583" y="13709"/>
                  </a:lnTo>
                  <a:lnTo>
                    <a:pt x="3690" y="7566"/>
                  </a:lnTo>
                  <a:lnTo>
                    <a:pt x="2554" y="6114"/>
                  </a:lnTo>
                  <a:lnTo>
                    <a:pt x="1171" y="6111"/>
                  </a:lnTo>
                  <a:lnTo>
                    <a:pt x="0" y="4902"/>
                  </a:lnTo>
                  <a:lnTo>
                    <a:pt x="924" y="4135"/>
                  </a:lnTo>
                  <a:lnTo>
                    <a:pt x="1114" y="2086"/>
                  </a:lnTo>
                  <a:lnTo>
                    <a:pt x="912" y="0"/>
                  </a:lnTo>
                  <a:lnTo>
                    <a:pt x="2867" y="3407"/>
                  </a:lnTo>
                  <a:lnTo>
                    <a:pt x="4931" y="6385"/>
                  </a:lnTo>
                  <a:lnTo>
                    <a:pt x="5528" y="8786"/>
                  </a:lnTo>
                  <a:lnTo>
                    <a:pt x="6544" y="8933"/>
                  </a:lnTo>
                  <a:lnTo>
                    <a:pt x="8392" y="10919"/>
                  </a:lnTo>
                  <a:lnTo>
                    <a:pt x="9662" y="12708"/>
                  </a:lnTo>
                  <a:lnTo>
                    <a:pt x="10860" y="14771"/>
                  </a:lnTo>
                  <a:lnTo>
                    <a:pt x="12210" y="17726"/>
                  </a:lnTo>
                  <a:lnTo>
                    <a:pt x="14808" y="20046"/>
                  </a:lnTo>
                  <a:lnTo>
                    <a:pt x="15178" y="20889"/>
                  </a:lnTo>
                  <a:lnTo>
                    <a:pt x="16494" y="24744"/>
                  </a:lnTo>
                  <a:lnTo>
                    <a:pt x="18221" y="28013"/>
                  </a:lnTo>
                  <a:lnTo>
                    <a:pt x="18808" y="29814"/>
                  </a:lnTo>
                  <a:lnTo>
                    <a:pt x="26131" y="45290"/>
                  </a:lnTo>
                  <a:lnTo>
                    <a:pt x="27367" y="49624"/>
                  </a:lnTo>
                  <a:lnTo>
                    <a:pt x="27462" y="52582"/>
                  </a:lnTo>
                  <a:lnTo>
                    <a:pt x="27221" y="53742"/>
                  </a:lnTo>
                  <a:lnTo>
                    <a:pt x="26448" y="56244"/>
                  </a:lnTo>
                  <a:lnTo>
                    <a:pt x="26462" y="59199"/>
                  </a:lnTo>
                  <a:lnTo>
                    <a:pt x="26205" y="6185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0"/>
            <p:cNvSpPr/>
            <p:nvPr/>
          </p:nvSpPr>
          <p:spPr>
            <a:xfrm>
              <a:off x="4924673" y="3704520"/>
              <a:ext cx="5638" cy="8607"/>
            </a:xfrm>
            <a:custGeom>
              <a:avLst/>
              <a:pathLst>
                <a:path w="5638" h="8607">
                  <a:moveTo>
                    <a:pt x="5466" y="8203"/>
                  </a:moveTo>
                  <a:lnTo>
                    <a:pt x="3174" y="8607"/>
                  </a:lnTo>
                  <a:lnTo>
                    <a:pt x="2348" y="8157"/>
                  </a:lnTo>
                  <a:lnTo>
                    <a:pt x="1610" y="6452"/>
                  </a:lnTo>
                  <a:lnTo>
                    <a:pt x="941" y="3791"/>
                  </a:lnTo>
                  <a:lnTo>
                    <a:pt x="270" y="3171"/>
                  </a:lnTo>
                  <a:lnTo>
                    <a:pt x="0" y="2649"/>
                  </a:lnTo>
                  <a:lnTo>
                    <a:pt x="1621" y="614"/>
                  </a:lnTo>
                  <a:lnTo>
                    <a:pt x="3055" y="0"/>
                  </a:lnTo>
                  <a:lnTo>
                    <a:pt x="5384" y="2548"/>
                  </a:lnTo>
                  <a:lnTo>
                    <a:pt x="5620" y="3814"/>
                  </a:lnTo>
                  <a:lnTo>
                    <a:pt x="5638" y="4637"/>
                  </a:lnTo>
                  <a:lnTo>
                    <a:pt x="5575" y="733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1"/>
            <p:cNvSpPr/>
            <p:nvPr/>
          </p:nvSpPr>
          <p:spPr>
            <a:xfrm>
              <a:off x="4899056" y="3700460"/>
              <a:ext cx="1627" cy="2628"/>
            </a:xfrm>
            <a:custGeom>
              <a:avLst/>
              <a:pathLst>
                <a:path w="1627" h="2628">
                  <a:moveTo>
                    <a:pt x="1627" y="1073"/>
                  </a:moveTo>
                  <a:lnTo>
                    <a:pt x="1254" y="2628"/>
                  </a:lnTo>
                  <a:lnTo>
                    <a:pt x="384" y="2496"/>
                  </a:lnTo>
                  <a:lnTo>
                    <a:pt x="0" y="2031"/>
                  </a:lnTo>
                  <a:lnTo>
                    <a:pt x="629" y="1737"/>
                  </a:lnTo>
                  <a:lnTo>
                    <a:pt x="882" y="453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2"/>
            <p:cNvSpPr/>
            <p:nvPr/>
          </p:nvSpPr>
          <p:spPr>
            <a:xfrm>
              <a:off x="4885198" y="3691647"/>
              <a:ext cx="10504" cy="7739"/>
            </a:xfrm>
            <a:custGeom>
              <a:avLst/>
              <a:pathLst>
                <a:path w="10504" h="7739">
                  <a:moveTo>
                    <a:pt x="6170" y="343"/>
                  </a:moveTo>
                  <a:lnTo>
                    <a:pt x="10003" y="2262"/>
                  </a:lnTo>
                  <a:lnTo>
                    <a:pt x="10256" y="2239"/>
                  </a:lnTo>
                  <a:lnTo>
                    <a:pt x="10212" y="1552"/>
                  </a:lnTo>
                  <a:lnTo>
                    <a:pt x="10277" y="1359"/>
                  </a:lnTo>
                  <a:lnTo>
                    <a:pt x="10504" y="1861"/>
                  </a:lnTo>
                  <a:lnTo>
                    <a:pt x="10434" y="3263"/>
                  </a:lnTo>
                  <a:lnTo>
                    <a:pt x="9828" y="3607"/>
                  </a:lnTo>
                  <a:lnTo>
                    <a:pt x="9265" y="3471"/>
                  </a:lnTo>
                  <a:lnTo>
                    <a:pt x="8861" y="4192"/>
                  </a:lnTo>
                  <a:lnTo>
                    <a:pt x="7767" y="6896"/>
                  </a:lnTo>
                  <a:lnTo>
                    <a:pt x="7029" y="6443"/>
                  </a:lnTo>
                  <a:lnTo>
                    <a:pt x="6128" y="7049"/>
                  </a:lnTo>
                  <a:lnTo>
                    <a:pt x="4545" y="7107"/>
                  </a:lnTo>
                  <a:lnTo>
                    <a:pt x="2491" y="5918"/>
                  </a:lnTo>
                  <a:lnTo>
                    <a:pt x="1930" y="6919"/>
                  </a:lnTo>
                  <a:lnTo>
                    <a:pt x="1197" y="6642"/>
                  </a:lnTo>
                  <a:lnTo>
                    <a:pt x="473" y="7739"/>
                  </a:lnTo>
                  <a:lnTo>
                    <a:pt x="174" y="7684"/>
                  </a:lnTo>
                  <a:lnTo>
                    <a:pt x="0" y="6074"/>
                  </a:lnTo>
                  <a:lnTo>
                    <a:pt x="12" y="5248"/>
                  </a:lnTo>
                  <a:lnTo>
                    <a:pt x="870" y="4550"/>
                  </a:lnTo>
                  <a:lnTo>
                    <a:pt x="742" y="2019"/>
                  </a:lnTo>
                  <a:lnTo>
                    <a:pt x="1437" y="753"/>
                  </a:lnTo>
                  <a:lnTo>
                    <a:pt x="2631" y="862"/>
                  </a:lnTo>
                  <a:lnTo>
                    <a:pt x="3749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3"/>
            <p:cNvSpPr/>
            <p:nvPr/>
          </p:nvSpPr>
          <p:spPr>
            <a:xfrm>
              <a:off x="4919889" y="3674056"/>
              <a:ext cx="2526" cy="6971"/>
            </a:xfrm>
            <a:custGeom>
              <a:avLst/>
              <a:pathLst>
                <a:path w="2526" h="6971">
                  <a:moveTo>
                    <a:pt x="2526" y="5904"/>
                  </a:moveTo>
                  <a:lnTo>
                    <a:pt x="2500" y="6971"/>
                  </a:lnTo>
                  <a:lnTo>
                    <a:pt x="1668" y="6432"/>
                  </a:lnTo>
                  <a:lnTo>
                    <a:pt x="1440" y="6590"/>
                  </a:lnTo>
                  <a:lnTo>
                    <a:pt x="0" y="3500"/>
                  </a:lnTo>
                  <a:lnTo>
                    <a:pt x="22" y="1610"/>
                  </a:lnTo>
                  <a:lnTo>
                    <a:pt x="403" y="0"/>
                  </a:lnTo>
                  <a:lnTo>
                    <a:pt x="1002" y="259"/>
                  </a:lnTo>
                  <a:lnTo>
                    <a:pt x="2064" y="228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4"/>
            <p:cNvSpPr/>
            <p:nvPr/>
          </p:nvSpPr>
          <p:spPr>
            <a:xfrm>
              <a:off x="3361499" y="2013654"/>
              <a:ext cx="114817" cy="171899"/>
            </a:xfrm>
            <a:custGeom>
              <a:avLst/>
              <a:pathLst>
                <a:path w="114817" h="171899">
                  <a:moveTo>
                    <a:pt x="63015" y="11199"/>
                  </a:moveTo>
                  <a:lnTo>
                    <a:pt x="63474" y="11557"/>
                  </a:lnTo>
                  <a:lnTo>
                    <a:pt x="66697" y="11943"/>
                  </a:lnTo>
                  <a:lnTo>
                    <a:pt x="69964" y="12334"/>
                  </a:lnTo>
                  <a:lnTo>
                    <a:pt x="75218" y="12751"/>
                  </a:lnTo>
                  <a:lnTo>
                    <a:pt x="80693" y="13190"/>
                  </a:lnTo>
                  <a:lnTo>
                    <a:pt x="86374" y="13643"/>
                  </a:lnTo>
                  <a:lnTo>
                    <a:pt x="92523" y="14133"/>
                  </a:lnTo>
                  <a:lnTo>
                    <a:pt x="99006" y="14422"/>
                  </a:lnTo>
                  <a:lnTo>
                    <a:pt x="99402" y="14224"/>
                  </a:lnTo>
                  <a:lnTo>
                    <a:pt x="100063" y="13071"/>
                  </a:lnTo>
                  <a:lnTo>
                    <a:pt x="100871" y="13227"/>
                  </a:lnTo>
                  <a:lnTo>
                    <a:pt x="101825" y="13942"/>
                  </a:lnTo>
                  <a:lnTo>
                    <a:pt x="102271" y="14474"/>
                  </a:lnTo>
                  <a:lnTo>
                    <a:pt x="102459" y="15078"/>
                  </a:lnTo>
                  <a:lnTo>
                    <a:pt x="102577" y="15778"/>
                  </a:lnTo>
                  <a:lnTo>
                    <a:pt x="103099" y="15918"/>
                  </a:lnTo>
                  <a:lnTo>
                    <a:pt x="104052" y="16451"/>
                  </a:lnTo>
                  <a:lnTo>
                    <a:pt x="105341" y="17665"/>
                  </a:lnTo>
                  <a:lnTo>
                    <a:pt x="106351" y="18843"/>
                  </a:lnTo>
                  <a:lnTo>
                    <a:pt x="107312" y="20528"/>
                  </a:lnTo>
                  <a:lnTo>
                    <a:pt x="107631" y="22433"/>
                  </a:lnTo>
                  <a:lnTo>
                    <a:pt x="107650" y="24591"/>
                  </a:lnTo>
                  <a:lnTo>
                    <a:pt x="107589" y="25980"/>
                  </a:lnTo>
                  <a:lnTo>
                    <a:pt x="107670" y="26546"/>
                  </a:lnTo>
                  <a:lnTo>
                    <a:pt x="108984" y="36610"/>
                  </a:lnTo>
                  <a:lnTo>
                    <a:pt x="111175" y="46310"/>
                  </a:lnTo>
                  <a:lnTo>
                    <a:pt x="111979" y="51003"/>
                  </a:lnTo>
                  <a:lnTo>
                    <a:pt x="112301" y="53502"/>
                  </a:lnTo>
                  <a:lnTo>
                    <a:pt x="112557" y="57127"/>
                  </a:lnTo>
                  <a:lnTo>
                    <a:pt x="112637" y="59672"/>
                  </a:lnTo>
                  <a:lnTo>
                    <a:pt x="112627" y="61105"/>
                  </a:lnTo>
                  <a:lnTo>
                    <a:pt x="112464" y="63074"/>
                  </a:lnTo>
                  <a:lnTo>
                    <a:pt x="111813" y="64238"/>
                  </a:lnTo>
                  <a:lnTo>
                    <a:pt x="107611" y="67567"/>
                  </a:lnTo>
                  <a:lnTo>
                    <a:pt x="106821" y="68612"/>
                  </a:lnTo>
                  <a:lnTo>
                    <a:pt x="105583" y="71207"/>
                  </a:lnTo>
                  <a:lnTo>
                    <a:pt x="104441" y="73881"/>
                  </a:lnTo>
                  <a:lnTo>
                    <a:pt x="104178" y="74794"/>
                  </a:lnTo>
                  <a:lnTo>
                    <a:pt x="104107" y="75396"/>
                  </a:lnTo>
                  <a:lnTo>
                    <a:pt x="104359" y="76273"/>
                  </a:lnTo>
                  <a:lnTo>
                    <a:pt x="105857" y="77706"/>
                  </a:lnTo>
                  <a:lnTo>
                    <a:pt x="107367" y="78856"/>
                  </a:lnTo>
                  <a:lnTo>
                    <a:pt x="107859" y="79717"/>
                  </a:lnTo>
                  <a:lnTo>
                    <a:pt x="108973" y="80819"/>
                  </a:lnTo>
                  <a:lnTo>
                    <a:pt x="109380" y="81809"/>
                  </a:lnTo>
                  <a:lnTo>
                    <a:pt x="109600" y="82672"/>
                  </a:lnTo>
                  <a:lnTo>
                    <a:pt x="109585" y="84663"/>
                  </a:lnTo>
                  <a:lnTo>
                    <a:pt x="109082" y="87417"/>
                  </a:lnTo>
                  <a:lnTo>
                    <a:pt x="109292" y="89499"/>
                  </a:lnTo>
                  <a:lnTo>
                    <a:pt x="108782" y="90886"/>
                  </a:lnTo>
                  <a:lnTo>
                    <a:pt x="108362" y="92427"/>
                  </a:lnTo>
                  <a:lnTo>
                    <a:pt x="108302" y="95126"/>
                  </a:lnTo>
                  <a:lnTo>
                    <a:pt x="109058" y="98110"/>
                  </a:lnTo>
                  <a:lnTo>
                    <a:pt x="109674" y="100147"/>
                  </a:lnTo>
                  <a:lnTo>
                    <a:pt x="109914" y="101745"/>
                  </a:lnTo>
                  <a:lnTo>
                    <a:pt x="109660" y="102998"/>
                  </a:lnTo>
                  <a:lnTo>
                    <a:pt x="109739" y="104252"/>
                  </a:lnTo>
                  <a:lnTo>
                    <a:pt x="110288" y="105580"/>
                  </a:lnTo>
                  <a:lnTo>
                    <a:pt x="112029" y="109684"/>
                  </a:lnTo>
                  <a:lnTo>
                    <a:pt x="112888" y="113635"/>
                  </a:lnTo>
                  <a:lnTo>
                    <a:pt x="113436" y="115174"/>
                  </a:lnTo>
                  <a:lnTo>
                    <a:pt x="114703" y="117174"/>
                  </a:lnTo>
                  <a:lnTo>
                    <a:pt x="114817" y="117995"/>
                  </a:lnTo>
                  <a:lnTo>
                    <a:pt x="114309" y="118747"/>
                  </a:lnTo>
                  <a:lnTo>
                    <a:pt x="113899" y="118846"/>
                  </a:lnTo>
                  <a:lnTo>
                    <a:pt x="113566" y="119047"/>
                  </a:lnTo>
                  <a:lnTo>
                    <a:pt x="113352" y="119750"/>
                  </a:lnTo>
                  <a:lnTo>
                    <a:pt x="113684" y="120501"/>
                  </a:lnTo>
                  <a:lnTo>
                    <a:pt x="114133" y="121605"/>
                  </a:lnTo>
                  <a:lnTo>
                    <a:pt x="114690" y="124730"/>
                  </a:lnTo>
                  <a:lnTo>
                    <a:pt x="114635" y="127288"/>
                  </a:lnTo>
                  <a:lnTo>
                    <a:pt x="114206" y="127939"/>
                  </a:lnTo>
                  <a:lnTo>
                    <a:pt x="113657" y="129458"/>
                  </a:lnTo>
                  <a:lnTo>
                    <a:pt x="113285" y="130846"/>
                  </a:lnTo>
                  <a:lnTo>
                    <a:pt x="110282" y="131813"/>
                  </a:lnTo>
                  <a:lnTo>
                    <a:pt x="109561" y="133299"/>
                  </a:lnTo>
                  <a:lnTo>
                    <a:pt x="107917" y="136172"/>
                  </a:lnTo>
                  <a:lnTo>
                    <a:pt x="106794" y="137824"/>
                  </a:lnTo>
                  <a:lnTo>
                    <a:pt x="105135" y="140811"/>
                  </a:lnTo>
                  <a:lnTo>
                    <a:pt x="102510" y="145946"/>
                  </a:lnTo>
                  <a:lnTo>
                    <a:pt x="101542" y="148094"/>
                  </a:lnTo>
                  <a:lnTo>
                    <a:pt x="100834" y="149870"/>
                  </a:lnTo>
                  <a:lnTo>
                    <a:pt x="98710" y="154600"/>
                  </a:lnTo>
                  <a:lnTo>
                    <a:pt x="98057" y="156585"/>
                  </a:lnTo>
                  <a:lnTo>
                    <a:pt x="98187" y="158220"/>
                  </a:lnTo>
                  <a:lnTo>
                    <a:pt x="98869" y="162058"/>
                  </a:lnTo>
                  <a:lnTo>
                    <a:pt x="99013" y="163790"/>
                  </a:lnTo>
                  <a:lnTo>
                    <a:pt x="98892" y="165392"/>
                  </a:lnTo>
                  <a:lnTo>
                    <a:pt x="98667" y="166818"/>
                  </a:lnTo>
                  <a:lnTo>
                    <a:pt x="98705" y="167454"/>
                  </a:lnTo>
                  <a:lnTo>
                    <a:pt x="99332" y="168487"/>
                  </a:lnTo>
                  <a:lnTo>
                    <a:pt x="100332" y="170111"/>
                  </a:lnTo>
                  <a:lnTo>
                    <a:pt x="100389" y="170658"/>
                  </a:lnTo>
                  <a:lnTo>
                    <a:pt x="100248" y="171362"/>
                  </a:lnTo>
                  <a:lnTo>
                    <a:pt x="99903" y="171899"/>
                  </a:lnTo>
                  <a:lnTo>
                    <a:pt x="98654" y="171332"/>
                  </a:lnTo>
                  <a:lnTo>
                    <a:pt x="97258" y="170231"/>
                  </a:lnTo>
                  <a:lnTo>
                    <a:pt x="96783" y="170364"/>
                  </a:lnTo>
                  <a:lnTo>
                    <a:pt x="96028" y="170110"/>
                  </a:lnTo>
                  <a:lnTo>
                    <a:pt x="92915" y="167985"/>
                  </a:lnTo>
                  <a:lnTo>
                    <a:pt x="90815" y="166321"/>
                  </a:lnTo>
                  <a:lnTo>
                    <a:pt x="90609" y="165240"/>
                  </a:lnTo>
                  <a:lnTo>
                    <a:pt x="90212" y="163675"/>
                  </a:lnTo>
                  <a:lnTo>
                    <a:pt x="89320" y="162363"/>
                  </a:lnTo>
                  <a:lnTo>
                    <a:pt x="87271" y="161227"/>
                  </a:lnTo>
                  <a:lnTo>
                    <a:pt x="86437" y="160339"/>
                  </a:lnTo>
                  <a:lnTo>
                    <a:pt x="83109" y="159843"/>
                  </a:lnTo>
                  <a:lnTo>
                    <a:pt x="81665" y="159823"/>
                  </a:lnTo>
                  <a:lnTo>
                    <a:pt x="80642" y="160189"/>
                  </a:lnTo>
                  <a:lnTo>
                    <a:pt x="79990" y="160153"/>
                  </a:lnTo>
                  <a:lnTo>
                    <a:pt x="79089" y="162470"/>
                  </a:lnTo>
                  <a:lnTo>
                    <a:pt x="78469" y="163143"/>
                  </a:lnTo>
                  <a:lnTo>
                    <a:pt x="77562" y="163213"/>
                  </a:lnTo>
                  <a:lnTo>
                    <a:pt x="76769" y="162801"/>
                  </a:lnTo>
                  <a:lnTo>
                    <a:pt x="75957" y="161581"/>
                  </a:lnTo>
                  <a:lnTo>
                    <a:pt x="74658" y="160938"/>
                  </a:lnTo>
                  <a:lnTo>
                    <a:pt x="73720" y="161248"/>
                  </a:lnTo>
                  <a:lnTo>
                    <a:pt x="73028" y="160983"/>
                  </a:lnTo>
                  <a:lnTo>
                    <a:pt x="72432" y="160919"/>
                  </a:lnTo>
                  <a:lnTo>
                    <a:pt x="72225" y="161163"/>
                  </a:lnTo>
                  <a:lnTo>
                    <a:pt x="71745" y="161128"/>
                  </a:lnTo>
                  <a:lnTo>
                    <a:pt x="71049" y="161711"/>
                  </a:lnTo>
                  <a:lnTo>
                    <a:pt x="70290" y="162535"/>
                  </a:lnTo>
                  <a:lnTo>
                    <a:pt x="69451" y="163163"/>
                  </a:lnTo>
                  <a:lnTo>
                    <a:pt x="68806" y="164512"/>
                  </a:lnTo>
                  <a:lnTo>
                    <a:pt x="68231" y="167155"/>
                  </a:lnTo>
                  <a:lnTo>
                    <a:pt x="66602" y="165971"/>
                  </a:lnTo>
                  <a:lnTo>
                    <a:pt x="66060" y="166484"/>
                  </a:lnTo>
                  <a:lnTo>
                    <a:pt x="65292" y="166829"/>
                  </a:lnTo>
                  <a:lnTo>
                    <a:pt x="64767" y="166473"/>
                  </a:lnTo>
                  <a:lnTo>
                    <a:pt x="64891" y="165562"/>
                  </a:lnTo>
                  <a:lnTo>
                    <a:pt x="65128" y="164535"/>
                  </a:lnTo>
                  <a:lnTo>
                    <a:pt x="65117" y="163099"/>
                  </a:lnTo>
                  <a:lnTo>
                    <a:pt x="64966" y="161515"/>
                  </a:lnTo>
                  <a:lnTo>
                    <a:pt x="64461" y="161000"/>
                  </a:lnTo>
                  <a:lnTo>
                    <a:pt x="63703" y="160810"/>
                  </a:lnTo>
                  <a:lnTo>
                    <a:pt x="63313" y="160496"/>
                  </a:lnTo>
                  <a:lnTo>
                    <a:pt x="63271" y="159973"/>
                  </a:lnTo>
                  <a:lnTo>
                    <a:pt x="62885" y="159300"/>
                  </a:lnTo>
                  <a:lnTo>
                    <a:pt x="62214" y="157596"/>
                  </a:lnTo>
                  <a:lnTo>
                    <a:pt x="61580" y="155481"/>
                  </a:lnTo>
                  <a:lnTo>
                    <a:pt x="61142" y="154851"/>
                  </a:lnTo>
                  <a:lnTo>
                    <a:pt x="60504" y="155858"/>
                  </a:lnTo>
                  <a:lnTo>
                    <a:pt x="59539" y="157003"/>
                  </a:lnTo>
                  <a:lnTo>
                    <a:pt x="58939" y="157400"/>
                  </a:lnTo>
                  <a:lnTo>
                    <a:pt x="57779" y="160693"/>
                  </a:lnTo>
                  <a:lnTo>
                    <a:pt x="55696" y="160804"/>
                  </a:lnTo>
                  <a:lnTo>
                    <a:pt x="55567" y="159266"/>
                  </a:lnTo>
                  <a:lnTo>
                    <a:pt x="55348" y="157788"/>
                  </a:lnTo>
                  <a:lnTo>
                    <a:pt x="54129" y="157419"/>
                  </a:lnTo>
                  <a:lnTo>
                    <a:pt x="54095" y="156552"/>
                  </a:lnTo>
                  <a:lnTo>
                    <a:pt x="53838" y="154377"/>
                  </a:lnTo>
                  <a:lnTo>
                    <a:pt x="51395" y="150120"/>
                  </a:lnTo>
                  <a:lnTo>
                    <a:pt x="51098" y="148343"/>
                  </a:lnTo>
                  <a:lnTo>
                    <a:pt x="51194" y="147658"/>
                  </a:lnTo>
                  <a:lnTo>
                    <a:pt x="51024" y="146528"/>
                  </a:lnTo>
                  <a:lnTo>
                    <a:pt x="50492" y="145847"/>
                  </a:lnTo>
                  <a:lnTo>
                    <a:pt x="48562" y="145037"/>
                  </a:lnTo>
                  <a:lnTo>
                    <a:pt x="48065" y="145503"/>
                  </a:lnTo>
                  <a:lnTo>
                    <a:pt x="47616" y="145024"/>
                  </a:lnTo>
                  <a:lnTo>
                    <a:pt x="46914" y="144005"/>
                  </a:lnTo>
                  <a:lnTo>
                    <a:pt x="45693" y="143177"/>
                  </a:lnTo>
                  <a:lnTo>
                    <a:pt x="45561" y="142748"/>
                  </a:lnTo>
                  <a:lnTo>
                    <a:pt x="45121" y="142020"/>
                  </a:lnTo>
                  <a:lnTo>
                    <a:pt x="44878" y="141921"/>
                  </a:lnTo>
                  <a:lnTo>
                    <a:pt x="44720" y="142364"/>
                  </a:lnTo>
                  <a:lnTo>
                    <a:pt x="44365" y="142991"/>
                  </a:lnTo>
                  <a:lnTo>
                    <a:pt x="43111" y="143783"/>
                  </a:lnTo>
                  <a:lnTo>
                    <a:pt x="42610" y="143457"/>
                  </a:lnTo>
                  <a:lnTo>
                    <a:pt x="42155" y="142768"/>
                  </a:lnTo>
                  <a:lnTo>
                    <a:pt x="41635" y="141285"/>
                  </a:lnTo>
                  <a:lnTo>
                    <a:pt x="40881" y="139985"/>
                  </a:lnTo>
                  <a:lnTo>
                    <a:pt x="40260" y="139524"/>
                  </a:lnTo>
                  <a:lnTo>
                    <a:pt x="39906" y="138841"/>
                  </a:lnTo>
                  <a:lnTo>
                    <a:pt x="39826" y="138310"/>
                  </a:lnTo>
                  <a:lnTo>
                    <a:pt x="41206" y="137244"/>
                  </a:lnTo>
                  <a:lnTo>
                    <a:pt x="41507" y="136144"/>
                  </a:lnTo>
                  <a:lnTo>
                    <a:pt x="41331" y="134139"/>
                  </a:lnTo>
                  <a:lnTo>
                    <a:pt x="41125" y="133886"/>
                  </a:lnTo>
                  <a:lnTo>
                    <a:pt x="40578" y="134565"/>
                  </a:lnTo>
                  <a:lnTo>
                    <a:pt x="39426" y="135160"/>
                  </a:lnTo>
                  <a:lnTo>
                    <a:pt x="38364" y="135435"/>
                  </a:lnTo>
                  <a:lnTo>
                    <a:pt x="37822" y="135435"/>
                  </a:lnTo>
                  <a:lnTo>
                    <a:pt x="34792" y="131784"/>
                  </a:lnTo>
                  <a:lnTo>
                    <a:pt x="32822" y="130668"/>
                  </a:lnTo>
                  <a:lnTo>
                    <a:pt x="31664" y="130344"/>
                  </a:lnTo>
                  <a:lnTo>
                    <a:pt x="31538" y="130715"/>
                  </a:lnTo>
                  <a:lnTo>
                    <a:pt x="32063" y="132762"/>
                  </a:lnTo>
                  <a:lnTo>
                    <a:pt x="32967" y="135289"/>
                  </a:lnTo>
                  <a:lnTo>
                    <a:pt x="32924" y="135963"/>
                  </a:lnTo>
                  <a:lnTo>
                    <a:pt x="31839" y="136996"/>
                  </a:lnTo>
                  <a:lnTo>
                    <a:pt x="31223" y="137446"/>
                  </a:lnTo>
                  <a:lnTo>
                    <a:pt x="30496" y="138323"/>
                  </a:lnTo>
                  <a:lnTo>
                    <a:pt x="29882" y="139534"/>
                  </a:lnTo>
                  <a:lnTo>
                    <a:pt x="29351" y="140083"/>
                  </a:lnTo>
                  <a:lnTo>
                    <a:pt x="28891" y="139945"/>
                  </a:lnTo>
                  <a:lnTo>
                    <a:pt x="28402" y="139361"/>
                  </a:lnTo>
                  <a:lnTo>
                    <a:pt x="27147" y="135624"/>
                  </a:lnTo>
                  <a:lnTo>
                    <a:pt x="25569" y="132762"/>
                  </a:lnTo>
                  <a:lnTo>
                    <a:pt x="25381" y="132122"/>
                  </a:lnTo>
                  <a:lnTo>
                    <a:pt x="24888" y="131975"/>
                  </a:lnTo>
                  <a:lnTo>
                    <a:pt x="24191" y="131318"/>
                  </a:lnTo>
                  <a:lnTo>
                    <a:pt x="23956" y="130442"/>
                  </a:lnTo>
                  <a:lnTo>
                    <a:pt x="24306" y="129528"/>
                  </a:lnTo>
                  <a:lnTo>
                    <a:pt x="24787" y="128691"/>
                  </a:lnTo>
                  <a:lnTo>
                    <a:pt x="25640" y="128174"/>
                  </a:lnTo>
                  <a:lnTo>
                    <a:pt x="25898" y="127689"/>
                  </a:lnTo>
                  <a:lnTo>
                    <a:pt x="26050" y="126958"/>
                  </a:lnTo>
                  <a:lnTo>
                    <a:pt x="26366" y="126013"/>
                  </a:lnTo>
                  <a:lnTo>
                    <a:pt x="26283" y="125672"/>
                  </a:lnTo>
                  <a:lnTo>
                    <a:pt x="25678" y="124602"/>
                  </a:lnTo>
                  <a:lnTo>
                    <a:pt x="24783" y="123590"/>
                  </a:lnTo>
                  <a:lnTo>
                    <a:pt x="22300" y="124349"/>
                  </a:lnTo>
                  <a:lnTo>
                    <a:pt x="21619" y="124890"/>
                  </a:lnTo>
                  <a:lnTo>
                    <a:pt x="21234" y="124186"/>
                  </a:lnTo>
                  <a:lnTo>
                    <a:pt x="20943" y="123158"/>
                  </a:lnTo>
                  <a:lnTo>
                    <a:pt x="20315" y="122961"/>
                  </a:lnTo>
                  <a:lnTo>
                    <a:pt x="19455" y="122022"/>
                  </a:lnTo>
                  <a:lnTo>
                    <a:pt x="18435" y="121106"/>
                  </a:lnTo>
                  <a:lnTo>
                    <a:pt x="17438" y="120835"/>
                  </a:lnTo>
                  <a:lnTo>
                    <a:pt x="15367" y="119506"/>
                  </a:lnTo>
                  <a:lnTo>
                    <a:pt x="14569" y="119434"/>
                  </a:lnTo>
                  <a:lnTo>
                    <a:pt x="14106" y="118976"/>
                  </a:lnTo>
                  <a:lnTo>
                    <a:pt x="13625" y="117972"/>
                  </a:lnTo>
                  <a:lnTo>
                    <a:pt x="13216" y="116871"/>
                  </a:lnTo>
                  <a:lnTo>
                    <a:pt x="13003" y="114639"/>
                  </a:lnTo>
                  <a:lnTo>
                    <a:pt x="11477" y="113625"/>
                  </a:lnTo>
                  <a:lnTo>
                    <a:pt x="9956" y="112990"/>
                  </a:lnTo>
                  <a:lnTo>
                    <a:pt x="9849" y="113313"/>
                  </a:lnTo>
                  <a:lnTo>
                    <a:pt x="9912" y="115564"/>
                  </a:lnTo>
                  <a:lnTo>
                    <a:pt x="9831" y="116766"/>
                  </a:lnTo>
                  <a:lnTo>
                    <a:pt x="8828" y="117510"/>
                  </a:lnTo>
                  <a:lnTo>
                    <a:pt x="7834" y="117581"/>
                  </a:lnTo>
                  <a:lnTo>
                    <a:pt x="7890" y="117207"/>
                  </a:lnTo>
                  <a:lnTo>
                    <a:pt x="9078" y="113156"/>
                  </a:lnTo>
                  <a:lnTo>
                    <a:pt x="9612" y="110603"/>
                  </a:lnTo>
                  <a:lnTo>
                    <a:pt x="10219" y="105946"/>
                  </a:lnTo>
                  <a:lnTo>
                    <a:pt x="9488" y="102270"/>
                  </a:lnTo>
                  <a:lnTo>
                    <a:pt x="9286" y="100550"/>
                  </a:lnTo>
                  <a:lnTo>
                    <a:pt x="8945" y="99723"/>
                  </a:lnTo>
                  <a:lnTo>
                    <a:pt x="6859" y="97934"/>
                  </a:lnTo>
                  <a:lnTo>
                    <a:pt x="6701" y="97312"/>
                  </a:lnTo>
                  <a:lnTo>
                    <a:pt x="7020" y="94883"/>
                  </a:lnTo>
                  <a:lnTo>
                    <a:pt x="6862" y="93861"/>
                  </a:lnTo>
                  <a:lnTo>
                    <a:pt x="6360" y="92783"/>
                  </a:lnTo>
                  <a:lnTo>
                    <a:pt x="5700" y="90638"/>
                  </a:lnTo>
                  <a:lnTo>
                    <a:pt x="5443" y="88818"/>
                  </a:lnTo>
                  <a:lnTo>
                    <a:pt x="6286" y="86677"/>
                  </a:lnTo>
                  <a:lnTo>
                    <a:pt x="6494" y="85106"/>
                  </a:lnTo>
                  <a:lnTo>
                    <a:pt x="6861" y="82953"/>
                  </a:lnTo>
                  <a:lnTo>
                    <a:pt x="7129" y="81773"/>
                  </a:lnTo>
                  <a:lnTo>
                    <a:pt x="7180" y="81447"/>
                  </a:lnTo>
                  <a:lnTo>
                    <a:pt x="6628" y="80609"/>
                  </a:lnTo>
                  <a:lnTo>
                    <a:pt x="6487" y="79431"/>
                  </a:lnTo>
                  <a:lnTo>
                    <a:pt x="6637" y="77735"/>
                  </a:lnTo>
                  <a:lnTo>
                    <a:pt x="6344" y="76478"/>
                  </a:lnTo>
                  <a:lnTo>
                    <a:pt x="5604" y="75661"/>
                  </a:lnTo>
                  <a:lnTo>
                    <a:pt x="5124" y="74582"/>
                  </a:lnTo>
                  <a:lnTo>
                    <a:pt x="4902" y="73237"/>
                  </a:lnTo>
                  <a:lnTo>
                    <a:pt x="5076" y="71126"/>
                  </a:lnTo>
                  <a:lnTo>
                    <a:pt x="5648" y="68248"/>
                  </a:lnTo>
                  <a:lnTo>
                    <a:pt x="4435" y="64788"/>
                  </a:lnTo>
                  <a:lnTo>
                    <a:pt x="1439" y="60742"/>
                  </a:lnTo>
                  <a:lnTo>
                    <a:pt x="0" y="57915"/>
                  </a:lnTo>
                  <a:lnTo>
                    <a:pt x="118" y="56300"/>
                  </a:lnTo>
                  <a:lnTo>
                    <a:pt x="748" y="54838"/>
                  </a:lnTo>
                  <a:lnTo>
                    <a:pt x="1893" y="53525"/>
                  </a:lnTo>
                  <a:lnTo>
                    <a:pt x="2761" y="51197"/>
                  </a:lnTo>
                  <a:lnTo>
                    <a:pt x="3249" y="48435"/>
                  </a:lnTo>
                  <a:lnTo>
                    <a:pt x="3264" y="47911"/>
                  </a:lnTo>
                  <a:lnTo>
                    <a:pt x="3290" y="45939"/>
                  </a:lnTo>
                  <a:lnTo>
                    <a:pt x="1957" y="37874"/>
                  </a:lnTo>
                  <a:lnTo>
                    <a:pt x="1740" y="35855"/>
                  </a:lnTo>
                  <a:lnTo>
                    <a:pt x="1582" y="33421"/>
                  </a:lnTo>
                  <a:lnTo>
                    <a:pt x="1499" y="32756"/>
                  </a:lnTo>
                  <a:lnTo>
                    <a:pt x="4131" y="34463"/>
                  </a:lnTo>
                  <a:lnTo>
                    <a:pt x="5234" y="35424"/>
                  </a:lnTo>
                  <a:lnTo>
                    <a:pt x="5097" y="34345"/>
                  </a:lnTo>
                  <a:lnTo>
                    <a:pt x="4874" y="33415"/>
                  </a:lnTo>
                  <a:lnTo>
                    <a:pt x="5021" y="32050"/>
                  </a:lnTo>
                  <a:lnTo>
                    <a:pt x="4945" y="29992"/>
                  </a:lnTo>
                  <a:lnTo>
                    <a:pt x="2557" y="28941"/>
                  </a:lnTo>
                  <a:lnTo>
                    <a:pt x="978" y="28586"/>
                  </a:lnTo>
                  <a:lnTo>
                    <a:pt x="801" y="27159"/>
                  </a:lnTo>
                  <a:lnTo>
                    <a:pt x="953" y="26234"/>
                  </a:lnTo>
                  <a:lnTo>
                    <a:pt x="1389" y="26778"/>
                  </a:lnTo>
                  <a:lnTo>
                    <a:pt x="2941" y="26992"/>
                  </a:lnTo>
                  <a:lnTo>
                    <a:pt x="6756" y="24226"/>
                  </a:lnTo>
                  <a:lnTo>
                    <a:pt x="13346" y="20633"/>
                  </a:lnTo>
                  <a:lnTo>
                    <a:pt x="20385" y="17263"/>
                  </a:lnTo>
                  <a:lnTo>
                    <a:pt x="22028" y="16896"/>
                  </a:lnTo>
                  <a:lnTo>
                    <a:pt x="23680" y="16187"/>
                  </a:lnTo>
                  <a:lnTo>
                    <a:pt x="24290" y="14926"/>
                  </a:lnTo>
                  <a:lnTo>
                    <a:pt x="24899" y="14081"/>
                  </a:lnTo>
                  <a:lnTo>
                    <a:pt x="25858" y="11858"/>
                  </a:lnTo>
                  <a:lnTo>
                    <a:pt x="27977" y="8402"/>
                  </a:lnTo>
                  <a:lnTo>
                    <a:pt x="31725" y="7144"/>
                  </a:lnTo>
                  <a:lnTo>
                    <a:pt x="33125" y="5505"/>
                  </a:lnTo>
                  <a:lnTo>
                    <a:pt x="36058" y="3210"/>
                  </a:lnTo>
                  <a:lnTo>
                    <a:pt x="42745" y="634"/>
                  </a:lnTo>
                  <a:lnTo>
                    <a:pt x="45537" y="69"/>
                  </a:lnTo>
                  <a:lnTo>
                    <a:pt x="48274" y="0"/>
                  </a:lnTo>
                  <a:lnTo>
                    <a:pt x="50710" y="2031"/>
                  </a:lnTo>
                  <a:lnTo>
                    <a:pt x="53289" y="4539"/>
                  </a:lnTo>
                  <a:lnTo>
                    <a:pt x="53754" y="6052"/>
                  </a:lnTo>
                  <a:lnTo>
                    <a:pt x="52358" y="5109"/>
                  </a:lnTo>
                  <a:lnTo>
                    <a:pt x="50324" y="2856"/>
                  </a:lnTo>
                  <a:lnTo>
                    <a:pt x="49572" y="2761"/>
                  </a:lnTo>
                  <a:lnTo>
                    <a:pt x="51308" y="9612"/>
                  </a:lnTo>
                  <a:lnTo>
                    <a:pt x="52258" y="12034"/>
                  </a:lnTo>
                  <a:lnTo>
                    <a:pt x="54177" y="13846"/>
                  </a:lnTo>
                  <a:lnTo>
                    <a:pt x="55787" y="14457"/>
                  </a:lnTo>
                  <a:lnTo>
                    <a:pt x="60745" y="13359"/>
                  </a:lnTo>
                  <a:lnTo>
                    <a:pt x="62506" y="119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5"/>
            <p:cNvSpPr/>
            <p:nvPr/>
          </p:nvSpPr>
          <p:spPr>
            <a:xfrm>
              <a:off x="2417082" y="3098607"/>
              <a:ext cx="1078" cy="1724"/>
            </a:xfrm>
            <a:custGeom>
              <a:avLst/>
              <a:pathLst>
                <a:path w="1078" h="1724">
                  <a:moveTo>
                    <a:pt x="478" y="1724"/>
                  </a:moveTo>
                  <a:lnTo>
                    <a:pt x="404" y="1455"/>
                  </a:lnTo>
                  <a:lnTo>
                    <a:pt x="76" y="1011"/>
                  </a:lnTo>
                  <a:lnTo>
                    <a:pt x="0" y="605"/>
                  </a:lnTo>
                  <a:lnTo>
                    <a:pt x="74" y="177"/>
                  </a:lnTo>
                  <a:lnTo>
                    <a:pt x="208" y="7"/>
                  </a:lnTo>
                  <a:lnTo>
                    <a:pt x="942" y="0"/>
                  </a:lnTo>
                  <a:lnTo>
                    <a:pt x="1074" y="298"/>
                  </a:lnTo>
                  <a:lnTo>
                    <a:pt x="1078" y="507"/>
                  </a:lnTo>
                  <a:lnTo>
                    <a:pt x="1012" y="712"/>
                  </a:lnTo>
                  <a:lnTo>
                    <a:pt x="896" y="1227"/>
                  </a:lnTo>
                  <a:lnTo>
                    <a:pt x="847" y="1357"/>
                  </a:lnTo>
                  <a:lnTo>
                    <a:pt x="808" y="14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2444297" y="3097310"/>
              <a:ext cx="3191" cy="1936"/>
            </a:xfrm>
            <a:custGeom>
              <a:avLst/>
              <a:pathLst>
                <a:path w="3191" h="1936">
                  <a:moveTo>
                    <a:pt x="1687" y="1755"/>
                  </a:moveTo>
                  <a:lnTo>
                    <a:pt x="784" y="1936"/>
                  </a:lnTo>
                  <a:lnTo>
                    <a:pt x="197" y="1695"/>
                  </a:lnTo>
                  <a:lnTo>
                    <a:pt x="0" y="819"/>
                  </a:lnTo>
                  <a:lnTo>
                    <a:pt x="1093" y="0"/>
                  </a:lnTo>
                  <a:lnTo>
                    <a:pt x="2370" y="116"/>
                  </a:lnTo>
                  <a:lnTo>
                    <a:pt x="3101" y="610"/>
                  </a:lnTo>
                  <a:lnTo>
                    <a:pt x="3191" y="9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2424827" y="3086758"/>
              <a:ext cx="18910" cy="16987"/>
            </a:xfrm>
            <a:custGeom>
              <a:avLst/>
              <a:pathLst>
                <a:path w="18910" h="16987">
                  <a:moveTo>
                    <a:pt x="13057" y="2282"/>
                  </a:moveTo>
                  <a:lnTo>
                    <a:pt x="13413" y="2865"/>
                  </a:lnTo>
                  <a:lnTo>
                    <a:pt x="13759" y="2781"/>
                  </a:lnTo>
                  <a:lnTo>
                    <a:pt x="13480" y="1571"/>
                  </a:lnTo>
                  <a:lnTo>
                    <a:pt x="13736" y="1571"/>
                  </a:lnTo>
                  <a:lnTo>
                    <a:pt x="15942" y="2314"/>
                  </a:lnTo>
                  <a:lnTo>
                    <a:pt x="17359" y="3562"/>
                  </a:lnTo>
                  <a:lnTo>
                    <a:pt x="18818" y="4159"/>
                  </a:lnTo>
                  <a:lnTo>
                    <a:pt x="18910" y="8268"/>
                  </a:lnTo>
                  <a:lnTo>
                    <a:pt x="17787" y="9913"/>
                  </a:lnTo>
                  <a:lnTo>
                    <a:pt x="17053" y="11629"/>
                  </a:lnTo>
                  <a:lnTo>
                    <a:pt x="16455" y="13735"/>
                  </a:lnTo>
                  <a:lnTo>
                    <a:pt x="14882" y="16187"/>
                  </a:lnTo>
                  <a:lnTo>
                    <a:pt x="12987" y="16922"/>
                  </a:lnTo>
                  <a:lnTo>
                    <a:pt x="11727" y="16987"/>
                  </a:lnTo>
                  <a:lnTo>
                    <a:pt x="11256" y="16908"/>
                  </a:lnTo>
                  <a:lnTo>
                    <a:pt x="10797" y="16488"/>
                  </a:lnTo>
                  <a:lnTo>
                    <a:pt x="9845" y="16889"/>
                  </a:lnTo>
                  <a:lnTo>
                    <a:pt x="8668" y="15813"/>
                  </a:lnTo>
                  <a:lnTo>
                    <a:pt x="7660" y="16083"/>
                  </a:lnTo>
                  <a:lnTo>
                    <a:pt x="5657" y="15826"/>
                  </a:lnTo>
                  <a:lnTo>
                    <a:pt x="4907" y="16756"/>
                  </a:lnTo>
                  <a:lnTo>
                    <a:pt x="4189" y="16969"/>
                  </a:lnTo>
                  <a:lnTo>
                    <a:pt x="3485" y="16795"/>
                  </a:lnTo>
                  <a:lnTo>
                    <a:pt x="2885" y="16378"/>
                  </a:lnTo>
                  <a:lnTo>
                    <a:pt x="1400" y="16413"/>
                  </a:lnTo>
                  <a:lnTo>
                    <a:pt x="773" y="15601"/>
                  </a:lnTo>
                  <a:lnTo>
                    <a:pt x="1032" y="10922"/>
                  </a:lnTo>
                  <a:lnTo>
                    <a:pt x="1054" y="8804"/>
                  </a:lnTo>
                  <a:lnTo>
                    <a:pt x="689" y="7055"/>
                  </a:lnTo>
                  <a:lnTo>
                    <a:pt x="288" y="5954"/>
                  </a:lnTo>
                  <a:lnTo>
                    <a:pt x="0" y="4656"/>
                  </a:lnTo>
                  <a:lnTo>
                    <a:pt x="583" y="3798"/>
                  </a:lnTo>
                  <a:lnTo>
                    <a:pt x="1062" y="2552"/>
                  </a:lnTo>
                  <a:lnTo>
                    <a:pt x="1213" y="678"/>
                  </a:lnTo>
                  <a:lnTo>
                    <a:pt x="1738" y="217"/>
                  </a:lnTo>
                  <a:lnTo>
                    <a:pt x="2352" y="0"/>
                  </a:lnTo>
                  <a:lnTo>
                    <a:pt x="5192" y="875"/>
                  </a:lnTo>
                  <a:lnTo>
                    <a:pt x="12376" y="1370"/>
                  </a:lnTo>
                  <a:lnTo>
                    <a:pt x="12785" y="15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8"/>
            <p:cNvSpPr/>
            <p:nvPr/>
          </p:nvSpPr>
          <p:spPr>
            <a:xfrm>
              <a:off x="4635642" y="2463697"/>
              <a:ext cx="1018" cy="2962"/>
            </a:xfrm>
            <a:custGeom>
              <a:avLst/>
              <a:pathLst>
                <a:path w="1018" h="2962">
                  <a:moveTo>
                    <a:pt x="680" y="2113"/>
                  </a:moveTo>
                  <a:lnTo>
                    <a:pt x="32" y="2962"/>
                  </a:lnTo>
                  <a:lnTo>
                    <a:pt x="0" y="1445"/>
                  </a:lnTo>
                  <a:lnTo>
                    <a:pt x="500" y="168"/>
                  </a:lnTo>
                  <a:lnTo>
                    <a:pt x="101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629918" y="2363516"/>
              <a:ext cx="72945" cy="155992"/>
            </a:xfrm>
            <a:custGeom>
              <a:avLst/>
              <a:pathLst>
                <a:path w="72945" h="155992">
                  <a:moveTo>
                    <a:pt x="71100" y="13673"/>
                  </a:moveTo>
                  <a:lnTo>
                    <a:pt x="71412" y="15467"/>
                  </a:lnTo>
                  <a:lnTo>
                    <a:pt x="72147" y="17212"/>
                  </a:lnTo>
                  <a:lnTo>
                    <a:pt x="72534" y="18486"/>
                  </a:lnTo>
                  <a:lnTo>
                    <a:pt x="72608" y="19808"/>
                  </a:lnTo>
                  <a:lnTo>
                    <a:pt x="72945" y="20554"/>
                  </a:lnTo>
                  <a:lnTo>
                    <a:pt x="72361" y="21372"/>
                  </a:lnTo>
                  <a:lnTo>
                    <a:pt x="71587" y="20874"/>
                  </a:lnTo>
                  <a:lnTo>
                    <a:pt x="70301" y="20579"/>
                  </a:lnTo>
                  <a:lnTo>
                    <a:pt x="68658" y="23167"/>
                  </a:lnTo>
                  <a:lnTo>
                    <a:pt x="67749" y="24080"/>
                  </a:lnTo>
                  <a:lnTo>
                    <a:pt x="67106" y="26628"/>
                  </a:lnTo>
                  <a:lnTo>
                    <a:pt x="65821" y="28142"/>
                  </a:lnTo>
                  <a:lnTo>
                    <a:pt x="65120" y="29755"/>
                  </a:lnTo>
                  <a:lnTo>
                    <a:pt x="64210" y="32545"/>
                  </a:lnTo>
                  <a:lnTo>
                    <a:pt x="63613" y="35240"/>
                  </a:lnTo>
                  <a:lnTo>
                    <a:pt x="62232" y="37996"/>
                  </a:lnTo>
                  <a:lnTo>
                    <a:pt x="61426" y="41462"/>
                  </a:lnTo>
                  <a:lnTo>
                    <a:pt x="61381" y="44436"/>
                  </a:lnTo>
                  <a:lnTo>
                    <a:pt x="62262" y="47474"/>
                  </a:lnTo>
                  <a:lnTo>
                    <a:pt x="62341" y="50064"/>
                  </a:lnTo>
                  <a:lnTo>
                    <a:pt x="61723" y="55388"/>
                  </a:lnTo>
                  <a:lnTo>
                    <a:pt x="62067" y="61044"/>
                  </a:lnTo>
                  <a:lnTo>
                    <a:pt x="61683" y="63259"/>
                  </a:lnTo>
                  <a:lnTo>
                    <a:pt x="57453" y="67130"/>
                  </a:lnTo>
                  <a:lnTo>
                    <a:pt x="56349" y="69059"/>
                  </a:lnTo>
                  <a:lnTo>
                    <a:pt x="54791" y="74081"/>
                  </a:lnTo>
                  <a:lnTo>
                    <a:pt x="52897" y="75948"/>
                  </a:lnTo>
                  <a:lnTo>
                    <a:pt x="51721" y="77999"/>
                  </a:lnTo>
                  <a:lnTo>
                    <a:pt x="50091" y="79209"/>
                  </a:lnTo>
                  <a:lnTo>
                    <a:pt x="49048" y="82744"/>
                  </a:lnTo>
                  <a:lnTo>
                    <a:pt x="47903" y="84744"/>
                  </a:lnTo>
                  <a:lnTo>
                    <a:pt x="46542" y="85963"/>
                  </a:lnTo>
                  <a:lnTo>
                    <a:pt x="45524" y="87530"/>
                  </a:lnTo>
                  <a:lnTo>
                    <a:pt x="43243" y="87629"/>
                  </a:lnTo>
                  <a:lnTo>
                    <a:pt x="41635" y="88722"/>
                  </a:lnTo>
                  <a:lnTo>
                    <a:pt x="40490" y="91667"/>
                  </a:lnTo>
                  <a:lnTo>
                    <a:pt x="37050" y="95034"/>
                  </a:lnTo>
                  <a:lnTo>
                    <a:pt x="36581" y="97583"/>
                  </a:lnTo>
                  <a:lnTo>
                    <a:pt x="36810" y="101511"/>
                  </a:lnTo>
                  <a:lnTo>
                    <a:pt x="36829" y="104516"/>
                  </a:lnTo>
                  <a:lnTo>
                    <a:pt x="36529" y="106989"/>
                  </a:lnTo>
                  <a:lnTo>
                    <a:pt x="35776" y="106292"/>
                  </a:lnTo>
                  <a:lnTo>
                    <a:pt x="35371" y="107102"/>
                  </a:lnTo>
                  <a:lnTo>
                    <a:pt x="34925" y="109390"/>
                  </a:lnTo>
                  <a:lnTo>
                    <a:pt x="35052" y="111997"/>
                  </a:lnTo>
                  <a:lnTo>
                    <a:pt x="36231" y="112837"/>
                  </a:lnTo>
                  <a:lnTo>
                    <a:pt x="37197" y="113908"/>
                  </a:lnTo>
                  <a:lnTo>
                    <a:pt x="38555" y="114446"/>
                  </a:lnTo>
                  <a:lnTo>
                    <a:pt x="39558" y="115655"/>
                  </a:lnTo>
                  <a:lnTo>
                    <a:pt x="41694" y="121155"/>
                  </a:lnTo>
                  <a:lnTo>
                    <a:pt x="43436" y="123566"/>
                  </a:lnTo>
                  <a:lnTo>
                    <a:pt x="43890" y="124460"/>
                  </a:lnTo>
                  <a:lnTo>
                    <a:pt x="44890" y="125670"/>
                  </a:lnTo>
                  <a:lnTo>
                    <a:pt x="45811" y="127570"/>
                  </a:lnTo>
                  <a:lnTo>
                    <a:pt x="46331" y="129268"/>
                  </a:lnTo>
                  <a:lnTo>
                    <a:pt x="45926" y="129728"/>
                  </a:lnTo>
                  <a:lnTo>
                    <a:pt x="45234" y="132213"/>
                  </a:lnTo>
                  <a:lnTo>
                    <a:pt x="44588" y="135368"/>
                  </a:lnTo>
                  <a:lnTo>
                    <a:pt x="43961" y="137072"/>
                  </a:lnTo>
                  <a:lnTo>
                    <a:pt x="43242" y="138017"/>
                  </a:lnTo>
                  <a:lnTo>
                    <a:pt x="42468" y="138573"/>
                  </a:lnTo>
                  <a:lnTo>
                    <a:pt x="40930" y="138812"/>
                  </a:lnTo>
                  <a:lnTo>
                    <a:pt x="39542" y="138597"/>
                  </a:lnTo>
                  <a:lnTo>
                    <a:pt x="39091" y="138257"/>
                  </a:lnTo>
                  <a:lnTo>
                    <a:pt x="37180" y="138456"/>
                  </a:lnTo>
                  <a:lnTo>
                    <a:pt x="36642" y="138678"/>
                  </a:lnTo>
                  <a:lnTo>
                    <a:pt x="33895" y="138433"/>
                  </a:lnTo>
                  <a:lnTo>
                    <a:pt x="32463" y="138691"/>
                  </a:lnTo>
                  <a:lnTo>
                    <a:pt x="31551" y="139301"/>
                  </a:lnTo>
                  <a:lnTo>
                    <a:pt x="30623" y="140583"/>
                  </a:lnTo>
                  <a:lnTo>
                    <a:pt x="29821" y="142502"/>
                  </a:lnTo>
                  <a:lnTo>
                    <a:pt x="29118" y="144556"/>
                  </a:lnTo>
                  <a:lnTo>
                    <a:pt x="27684" y="148312"/>
                  </a:lnTo>
                  <a:lnTo>
                    <a:pt x="26677" y="150137"/>
                  </a:lnTo>
                  <a:lnTo>
                    <a:pt x="26674" y="152774"/>
                  </a:lnTo>
                  <a:lnTo>
                    <a:pt x="26651" y="153578"/>
                  </a:lnTo>
                  <a:lnTo>
                    <a:pt x="26298" y="154136"/>
                  </a:lnTo>
                  <a:lnTo>
                    <a:pt x="26176" y="153890"/>
                  </a:lnTo>
                  <a:lnTo>
                    <a:pt x="25595" y="153694"/>
                  </a:lnTo>
                  <a:lnTo>
                    <a:pt x="23261" y="151284"/>
                  </a:lnTo>
                  <a:lnTo>
                    <a:pt x="21341" y="152757"/>
                  </a:lnTo>
                  <a:lnTo>
                    <a:pt x="20857" y="154672"/>
                  </a:lnTo>
                  <a:lnTo>
                    <a:pt x="20347" y="155286"/>
                  </a:lnTo>
                  <a:lnTo>
                    <a:pt x="19582" y="151537"/>
                  </a:lnTo>
                  <a:lnTo>
                    <a:pt x="18333" y="151422"/>
                  </a:lnTo>
                  <a:lnTo>
                    <a:pt x="16347" y="148123"/>
                  </a:lnTo>
                  <a:lnTo>
                    <a:pt x="15494" y="148792"/>
                  </a:lnTo>
                  <a:lnTo>
                    <a:pt x="15277" y="150121"/>
                  </a:lnTo>
                  <a:lnTo>
                    <a:pt x="14188" y="153155"/>
                  </a:lnTo>
                  <a:lnTo>
                    <a:pt x="12666" y="155662"/>
                  </a:lnTo>
                  <a:lnTo>
                    <a:pt x="12175" y="155992"/>
                  </a:lnTo>
                  <a:lnTo>
                    <a:pt x="11613" y="155822"/>
                  </a:lnTo>
                  <a:lnTo>
                    <a:pt x="11694" y="155129"/>
                  </a:lnTo>
                  <a:lnTo>
                    <a:pt x="11072" y="152314"/>
                  </a:lnTo>
                  <a:lnTo>
                    <a:pt x="8669" y="151174"/>
                  </a:lnTo>
                  <a:lnTo>
                    <a:pt x="7803" y="149977"/>
                  </a:lnTo>
                  <a:lnTo>
                    <a:pt x="7366" y="149716"/>
                  </a:lnTo>
                  <a:lnTo>
                    <a:pt x="9718" y="146573"/>
                  </a:lnTo>
                  <a:lnTo>
                    <a:pt x="10334" y="146010"/>
                  </a:lnTo>
                  <a:lnTo>
                    <a:pt x="9875" y="145280"/>
                  </a:lnTo>
                  <a:lnTo>
                    <a:pt x="9367" y="144923"/>
                  </a:lnTo>
                  <a:lnTo>
                    <a:pt x="7438" y="145390"/>
                  </a:lnTo>
                  <a:lnTo>
                    <a:pt x="6426" y="144361"/>
                  </a:lnTo>
                  <a:lnTo>
                    <a:pt x="4958" y="144690"/>
                  </a:lnTo>
                  <a:lnTo>
                    <a:pt x="3939" y="143872"/>
                  </a:lnTo>
                  <a:lnTo>
                    <a:pt x="6051" y="140793"/>
                  </a:lnTo>
                  <a:lnTo>
                    <a:pt x="6146" y="138974"/>
                  </a:lnTo>
                  <a:lnTo>
                    <a:pt x="6121" y="137595"/>
                  </a:lnTo>
                  <a:lnTo>
                    <a:pt x="7193" y="133503"/>
                  </a:lnTo>
                  <a:lnTo>
                    <a:pt x="8271" y="131239"/>
                  </a:lnTo>
                  <a:lnTo>
                    <a:pt x="11059" y="128029"/>
                  </a:lnTo>
                  <a:lnTo>
                    <a:pt x="12275" y="127584"/>
                  </a:lnTo>
                  <a:lnTo>
                    <a:pt x="13155" y="127711"/>
                  </a:lnTo>
                  <a:lnTo>
                    <a:pt x="13877" y="127413"/>
                  </a:lnTo>
                  <a:lnTo>
                    <a:pt x="13119" y="126185"/>
                  </a:lnTo>
                  <a:lnTo>
                    <a:pt x="12377" y="125620"/>
                  </a:lnTo>
                  <a:lnTo>
                    <a:pt x="10935" y="125736"/>
                  </a:lnTo>
                  <a:lnTo>
                    <a:pt x="9439" y="123888"/>
                  </a:lnTo>
                  <a:lnTo>
                    <a:pt x="9306" y="121937"/>
                  </a:lnTo>
                  <a:lnTo>
                    <a:pt x="12210" y="109620"/>
                  </a:lnTo>
                  <a:lnTo>
                    <a:pt x="12250" y="108500"/>
                  </a:lnTo>
                  <a:lnTo>
                    <a:pt x="11795" y="105505"/>
                  </a:lnTo>
                  <a:lnTo>
                    <a:pt x="11648" y="102580"/>
                  </a:lnTo>
                  <a:lnTo>
                    <a:pt x="9568" y="100899"/>
                  </a:lnTo>
                  <a:lnTo>
                    <a:pt x="8647" y="100697"/>
                  </a:lnTo>
                  <a:lnTo>
                    <a:pt x="5975" y="97403"/>
                  </a:lnTo>
                  <a:lnTo>
                    <a:pt x="4910" y="95741"/>
                  </a:lnTo>
                  <a:lnTo>
                    <a:pt x="4490" y="96230"/>
                  </a:lnTo>
                  <a:lnTo>
                    <a:pt x="4414" y="98869"/>
                  </a:lnTo>
                  <a:lnTo>
                    <a:pt x="4034" y="99455"/>
                  </a:lnTo>
                  <a:lnTo>
                    <a:pt x="3333" y="99966"/>
                  </a:lnTo>
                  <a:lnTo>
                    <a:pt x="2980" y="96956"/>
                  </a:lnTo>
                  <a:lnTo>
                    <a:pt x="2402" y="94780"/>
                  </a:lnTo>
                  <a:lnTo>
                    <a:pt x="634" y="92565"/>
                  </a:lnTo>
                  <a:lnTo>
                    <a:pt x="0" y="91343"/>
                  </a:lnTo>
                  <a:lnTo>
                    <a:pt x="304" y="88706"/>
                  </a:lnTo>
                  <a:lnTo>
                    <a:pt x="155" y="88472"/>
                  </a:lnTo>
                  <a:lnTo>
                    <a:pt x="437" y="85511"/>
                  </a:lnTo>
                  <a:lnTo>
                    <a:pt x="1523" y="83225"/>
                  </a:lnTo>
                  <a:lnTo>
                    <a:pt x="4186" y="79159"/>
                  </a:lnTo>
                  <a:lnTo>
                    <a:pt x="4871" y="77253"/>
                  </a:lnTo>
                  <a:lnTo>
                    <a:pt x="6222" y="75005"/>
                  </a:lnTo>
                  <a:lnTo>
                    <a:pt x="6831" y="75054"/>
                  </a:lnTo>
                  <a:lnTo>
                    <a:pt x="7459" y="74859"/>
                  </a:lnTo>
                  <a:lnTo>
                    <a:pt x="7649" y="73881"/>
                  </a:lnTo>
                  <a:lnTo>
                    <a:pt x="7794" y="73112"/>
                  </a:lnTo>
                  <a:lnTo>
                    <a:pt x="8335" y="72415"/>
                  </a:lnTo>
                  <a:lnTo>
                    <a:pt x="9635" y="71175"/>
                  </a:lnTo>
                  <a:lnTo>
                    <a:pt x="11114" y="69544"/>
                  </a:lnTo>
                  <a:lnTo>
                    <a:pt x="12293" y="69092"/>
                  </a:lnTo>
                  <a:lnTo>
                    <a:pt x="13740" y="66649"/>
                  </a:lnTo>
                  <a:lnTo>
                    <a:pt x="14330" y="65575"/>
                  </a:lnTo>
                  <a:lnTo>
                    <a:pt x="14919" y="65575"/>
                  </a:lnTo>
                  <a:lnTo>
                    <a:pt x="15081" y="65074"/>
                  </a:lnTo>
                  <a:lnTo>
                    <a:pt x="15416" y="63810"/>
                  </a:lnTo>
                  <a:lnTo>
                    <a:pt x="15877" y="62982"/>
                  </a:lnTo>
                  <a:lnTo>
                    <a:pt x="16518" y="62824"/>
                  </a:lnTo>
                  <a:lnTo>
                    <a:pt x="17564" y="62227"/>
                  </a:lnTo>
                  <a:lnTo>
                    <a:pt x="18878" y="61861"/>
                  </a:lnTo>
                  <a:lnTo>
                    <a:pt x="19772" y="59809"/>
                  </a:lnTo>
                  <a:lnTo>
                    <a:pt x="20076" y="58343"/>
                  </a:lnTo>
                  <a:lnTo>
                    <a:pt x="20667" y="56730"/>
                  </a:lnTo>
                  <a:lnTo>
                    <a:pt x="21922" y="54971"/>
                  </a:lnTo>
                  <a:lnTo>
                    <a:pt x="22786" y="52374"/>
                  </a:lnTo>
                  <a:lnTo>
                    <a:pt x="23743" y="49548"/>
                  </a:lnTo>
                  <a:lnTo>
                    <a:pt x="24199" y="48646"/>
                  </a:lnTo>
                  <a:lnTo>
                    <a:pt x="24647" y="48463"/>
                  </a:lnTo>
                  <a:lnTo>
                    <a:pt x="24914" y="47401"/>
                  </a:lnTo>
                  <a:lnTo>
                    <a:pt x="25219" y="44400"/>
                  </a:lnTo>
                  <a:lnTo>
                    <a:pt x="25659" y="41481"/>
                  </a:lnTo>
                  <a:lnTo>
                    <a:pt x="25923" y="40103"/>
                  </a:lnTo>
                  <a:lnTo>
                    <a:pt x="27024" y="38598"/>
                  </a:lnTo>
                  <a:lnTo>
                    <a:pt x="27308" y="37869"/>
                  </a:lnTo>
                  <a:lnTo>
                    <a:pt x="27555" y="37624"/>
                  </a:lnTo>
                  <a:lnTo>
                    <a:pt x="28068" y="37820"/>
                  </a:lnTo>
                  <a:lnTo>
                    <a:pt x="28754" y="36940"/>
                  </a:lnTo>
                  <a:lnTo>
                    <a:pt x="29401" y="35963"/>
                  </a:lnTo>
                  <a:lnTo>
                    <a:pt x="29991" y="36305"/>
                  </a:lnTo>
                  <a:lnTo>
                    <a:pt x="30591" y="37116"/>
                  </a:lnTo>
                  <a:lnTo>
                    <a:pt x="31217" y="38732"/>
                  </a:lnTo>
                  <a:lnTo>
                    <a:pt x="31494" y="40019"/>
                  </a:lnTo>
                  <a:lnTo>
                    <a:pt x="31989" y="41094"/>
                  </a:lnTo>
                  <a:lnTo>
                    <a:pt x="32085" y="42657"/>
                  </a:lnTo>
                  <a:lnTo>
                    <a:pt x="32580" y="43342"/>
                  </a:lnTo>
                  <a:lnTo>
                    <a:pt x="33628" y="43682"/>
                  </a:lnTo>
                  <a:lnTo>
                    <a:pt x="35349" y="44747"/>
                  </a:lnTo>
                  <a:lnTo>
                    <a:pt x="36461" y="44808"/>
                  </a:lnTo>
                  <a:lnTo>
                    <a:pt x="37096" y="45606"/>
                  </a:lnTo>
                  <a:lnTo>
                    <a:pt x="38426" y="46041"/>
                  </a:lnTo>
                  <a:lnTo>
                    <a:pt x="41083" y="45417"/>
                  </a:lnTo>
                  <a:lnTo>
                    <a:pt x="42170" y="45785"/>
                  </a:lnTo>
                  <a:lnTo>
                    <a:pt x="42627" y="46762"/>
                  </a:lnTo>
                  <a:lnTo>
                    <a:pt x="43300" y="47541"/>
                  </a:lnTo>
                  <a:lnTo>
                    <a:pt x="43739" y="47585"/>
                  </a:lnTo>
                  <a:lnTo>
                    <a:pt x="44325" y="46248"/>
                  </a:lnTo>
                  <a:lnTo>
                    <a:pt x="44953" y="44075"/>
                  </a:lnTo>
                  <a:lnTo>
                    <a:pt x="45368" y="42413"/>
                  </a:lnTo>
                  <a:lnTo>
                    <a:pt x="45348" y="41094"/>
                  </a:lnTo>
                  <a:lnTo>
                    <a:pt x="44987" y="39677"/>
                  </a:lnTo>
                  <a:lnTo>
                    <a:pt x="44111" y="38357"/>
                  </a:lnTo>
                  <a:lnTo>
                    <a:pt x="43538" y="36315"/>
                  </a:lnTo>
                  <a:lnTo>
                    <a:pt x="42988" y="34205"/>
                  </a:lnTo>
                  <a:lnTo>
                    <a:pt x="42665" y="33519"/>
                  </a:lnTo>
                  <a:lnTo>
                    <a:pt x="42398" y="32493"/>
                  </a:lnTo>
                  <a:lnTo>
                    <a:pt x="42350" y="30924"/>
                  </a:lnTo>
                  <a:lnTo>
                    <a:pt x="42540" y="29863"/>
                  </a:lnTo>
                  <a:lnTo>
                    <a:pt x="43863" y="29150"/>
                  </a:lnTo>
                  <a:lnTo>
                    <a:pt x="45562" y="28736"/>
                  </a:lnTo>
                  <a:lnTo>
                    <a:pt x="46936" y="29176"/>
                  </a:lnTo>
                  <a:lnTo>
                    <a:pt x="49233" y="28878"/>
                  </a:lnTo>
                  <a:lnTo>
                    <a:pt x="50639" y="28292"/>
                  </a:lnTo>
                  <a:lnTo>
                    <a:pt x="51685" y="28376"/>
                  </a:lnTo>
                  <a:lnTo>
                    <a:pt x="52647" y="28364"/>
                  </a:lnTo>
                  <a:lnTo>
                    <a:pt x="53075" y="27461"/>
                  </a:lnTo>
                  <a:lnTo>
                    <a:pt x="54417" y="25286"/>
                  </a:lnTo>
                  <a:lnTo>
                    <a:pt x="55066" y="24515"/>
                  </a:lnTo>
                  <a:lnTo>
                    <a:pt x="55778" y="23039"/>
                  </a:lnTo>
                  <a:lnTo>
                    <a:pt x="55891" y="21499"/>
                  </a:lnTo>
                  <a:lnTo>
                    <a:pt x="56034" y="20254"/>
                  </a:lnTo>
                  <a:lnTo>
                    <a:pt x="56434" y="18919"/>
                  </a:lnTo>
                  <a:lnTo>
                    <a:pt x="57138" y="17273"/>
                  </a:lnTo>
                  <a:lnTo>
                    <a:pt x="57738" y="16516"/>
                  </a:lnTo>
                  <a:lnTo>
                    <a:pt x="58403" y="16614"/>
                  </a:lnTo>
                  <a:lnTo>
                    <a:pt x="59108" y="17370"/>
                  </a:lnTo>
                  <a:lnTo>
                    <a:pt x="59555" y="18127"/>
                  </a:lnTo>
                  <a:lnTo>
                    <a:pt x="60059" y="17908"/>
                  </a:lnTo>
                  <a:lnTo>
                    <a:pt x="60478" y="16614"/>
                  </a:lnTo>
                  <a:lnTo>
                    <a:pt x="60754" y="16366"/>
                  </a:lnTo>
                  <a:lnTo>
                    <a:pt x="61559" y="16252"/>
                  </a:lnTo>
                  <a:lnTo>
                    <a:pt x="61810" y="15458"/>
                  </a:lnTo>
                  <a:lnTo>
                    <a:pt x="62118" y="11652"/>
                  </a:lnTo>
                  <a:lnTo>
                    <a:pt x="62428" y="8648"/>
                  </a:lnTo>
                  <a:lnTo>
                    <a:pt x="62495" y="6547"/>
                  </a:lnTo>
                  <a:lnTo>
                    <a:pt x="63212" y="3070"/>
                  </a:lnTo>
                  <a:lnTo>
                    <a:pt x="63437" y="976"/>
                  </a:lnTo>
                  <a:lnTo>
                    <a:pt x="63865" y="0"/>
                  </a:lnTo>
                  <a:lnTo>
                    <a:pt x="64359" y="73"/>
                  </a:lnTo>
                  <a:lnTo>
                    <a:pt x="64771" y="688"/>
                  </a:lnTo>
                  <a:lnTo>
                    <a:pt x="65292" y="1050"/>
                  </a:lnTo>
                  <a:lnTo>
                    <a:pt x="65987" y="708"/>
                  </a:lnTo>
                  <a:lnTo>
                    <a:pt x="66472" y="1245"/>
                  </a:lnTo>
                  <a:lnTo>
                    <a:pt x="66777" y="2369"/>
                  </a:lnTo>
                  <a:lnTo>
                    <a:pt x="67801" y="3142"/>
                  </a:lnTo>
                  <a:lnTo>
                    <a:pt x="67899" y="3709"/>
                  </a:lnTo>
                  <a:lnTo>
                    <a:pt x="67875" y="7485"/>
                  </a:lnTo>
                  <a:lnTo>
                    <a:pt x="68438" y="9254"/>
                  </a:lnTo>
                  <a:lnTo>
                    <a:pt x="69187" y="10852"/>
                  </a:lnTo>
                  <a:lnTo>
                    <a:pt x="70218" y="12305"/>
                  </a:lnTo>
                  <a:lnTo>
                    <a:pt x="70769" y="126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3000495" y="2662834"/>
              <a:ext cx="6303" cy="6510"/>
            </a:xfrm>
            <a:custGeom>
              <a:avLst/>
              <a:pathLst>
                <a:path w="6303" h="6510">
                  <a:moveTo>
                    <a:pt x="577" y="0"/>
                  </a:moveTo>
                  <a:lnTo>
                    <a:pt x="2146" y="1558"/>
                  </a:lnTo>
                  <a:lnTo>
                    <a:pt x="3588" y="803"/>
                  </a:lnTo>
                  <a:lnTo>
                    <a:pt x="5374" y="2809"/>
                  </a:lnTo>
                  <a:lnTo>
                    <a:pt x="6303" y="3267"/>
                  </a:lnTo>
                  <a:lnTo>
                    <a:pt x="5474" y="4694"/>
                  </a:lnTo>
                  <a:lnTo>
                    <a:pt x="4644" y="6510"/>
                  </a:lnTo>
                  <a:lnTo>
                    <a:pt x="2563" y="6081"/>
                  </a:lnTo>
                  <a:lnTo>
                    <a:pt x="803" y="4335"/>
                  </a:lnTo>
                  <a:lnTo>
                    <a:pt x="172" y="3006"/>
                  </a:lnTo>
                  <a:lnTo>
                    <a:pt x="0" y="18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1"/>
            <p:cNvSpPr/>
            <p:nvPr/>
          </p:nvSpPr>
          <p:spPr>
            <a:xfrm>
              <a:off x="2908921" y="2540045"/>
              <a:ext cx="1968" cy="2437"/>
            </a:xfrm>
            <a:custGeom>
              <a:avLst/>
              <a:pathLst>
                <a:path w="1968" h="2437">
                  <a:moveTo>
                    <a:pt x="1968" y="1893"/>
                  </a:moveTo>
                  <a:lnTo>
                    <a:pt x="1920" y="2437"/>
                  </a:lnTo>
                  <a:lnTo>
                    <a:pt x="1265" y="2220"/>
                  </a:lnTo>
                  <a:lnTo>
                    <a:pt x="442" y="2383"/>
                  </a:lnTo>
                  <a:lnTo>
                    <a:pt x="0" y="812"/>
                  </a:lnTo>
                  <a:lnTo>
                    <a:pt x="401" y="161"/>
                  </a:lnTo>
                  <a:lnTo>
                    <a:pt x="1328" y="0"/>
                  </a:lnTo>
                  <a:lnTo>
                    <a:pt x="1772" y="70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2"/>
            <p:cNvSpPr/>
            <p:nvPr/>
          </p:nvSpPr>
          <p:spPr>
            <a:xfrm>
              <a:off x="2901447" y="2513832"/>
              <a:ext cx="7663" cy="5785"/>
            </a:xfrm>
            <a:custGeom>
              <a:avLst/>
              <a:pathLst>
                <a:path w="7663" h="5785">
                  <a:moveTo>
                    <a:pt x="2288" y="2074"/>
                  </a:moveTo>
                  <a:lnTo>
                    <a:pt x="3019" y="2278"/>
                  </a:lnTo>
                  <a:lnTo>
                    <a:pt x="6689" y="1846"/>
                  </a:lnTo>
                  <a:lnTo>
                    <a:pt x="7663" y="2164"/>
                  </a:lnTo>
                  <a:lnTo>
                    <a:pt x="7562" y="4337"/>
                  </a:lnTo>
                  <a:lnTo>
                    <a:pt x="6867" y="5204"/>
                  </a:lnTo>
                  <a:lnTo>
                    <a:pt x="4704" y="5785"/>
                  </a:lnTo>
                  <a:lnTo>
                    <a:pt x="1304" y="4380"/>
                  </a:lnTo>
                  <a:lnTo>
                    <a:pt x="162" y="2513"/>
                  </a:lnTo>
                  <a:lnTo>
                    <a:pt x="0" y="1144"/>
                  </a:lnTo>
                  <a:lnTo>
                    <a:pt x="22" y="504"/>
                  </a:lnTo>
                  <a:lnTo>
                    <a:pt x="737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2870364" y="2494855"/>
              <a:ext cx="5570" cy="4984"/>
            </a:xfrm>
            <a:custGeom>
              <a:avLst/>
              <a:pathLst>
                <a:path w="5570" h="4984">
                  <a:moveTo>
                    <a:pt x="4621" y="2975"/>
                  </a:moveTo>
                  <a:lnTo>
                    <a:pt x="5570" y="4155"/>
                  </a:lnTo>
                  <a:lnTo>
                    <a:pt x="4132" y="4409"/>
                  </a:lnTo>
                  <a:lnTo>
                    <a:pt x="3655" y="4984"/>
                  </a:lnTo>
                  <a:lnTo>
                    <a:pt x="2490" y="4150"/>
                  </a:lnTo>
                  <a:lnTo>
                    <a:pt x="1085" y="4276"/>
                  </a:lnTo>
                  <a:lnTo>
                    <a:pt x="203" y="2683"/>
                  </a:lnTo>
                  <a:lnTo>
                    <a:pt x="0" y="1028"/>
                  </a:lnTo>
                  <a:lnTo>
                    <a:pt x="443" y="10"/>
                  </a:lnTo>
                  <a:lnTo>
                    <a:pt x="1688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2866990" y="2492340"/>
              <a:ext cx="2718" cy="3431"/>
            </a:xfrm>
            <a:custGeom>
              <a:avLst/>
              <a:pathLst>
                <a:path w="2718" h="3431">
                  <a:moveTo>
                    <a:pt x="2310" y="3353"/>
                  </a:moveTo>
                  <a:lnTo>
                    <a:pt x="1130" y="3431"/>
                  </a:lnTo>
                  <a:lnTo>
                    <a:pt x="0" y="1183"/>
                  </a:lnTo>
                  <a:lnTo>
                    <a:pt x="1660" y="0"/>
                  </a:lnTo>
                  <a:lnTo>
                    <a:pt x="2147" y="721"/>
                  </a:lnTo>
                  <a:lnTo>
                    <a:pt x="2506" y="1541"/>
                  </a:lnTo>
                  <a:lnTo>
                    <a:pt x="2718" y="259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2873105" y="2489225"/>
              <a:ext cx="6124" cy="5919"/>
            </a:xfrm>
            <a:custGeom>
              <a:avLst/>
              <a:pathLst>
                <a:path w="6124" h="5919">
                  <a:moveTo>
                    <a:pt x="6124" y="5563"/>
                  </a:moveTo>
                  <a:lnTo>
                    <a:pt x="5578" y="5919"/>
                  </a:lnTo>
                  <a:lnTo>
                    <a:pt x="2512" y="3644"/>
                  </a:lnTo>
                  <a:lnTo>
                    <a:pt x="1419" y="2615"/>
                  </a:lnTo>
                  <a:lnTo>
                    <a:pt x="0" y="0"/>
                  </a:lnTo>
                  <a:lnTo>
                    <a:pt x="4004" y="31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2883747" y="2487488"/>
              <a:ext cx="3958" cy="4983"/>
            </a:xfrm>
            <a:custGeom>
              <a:avLst/>
              <a:pathLst>
                <a:path w="3958" h="4983">
                  <a:moveTo>
                    <a:pt x="3575" y="4705"/>
                  </a:moveTo>
                  <a:lnTo>
                    <a:pt x="3344" y="4983"/>
                  </a:lnTo>
                  <a:lnTo>
                    <a:pt x="956" y="4185"/>
                  </a:lnTo>
                  <a:lnTo>
                    <a:pt x="276" y="3097"/>
                  </a:lnTo>
                  <a:lnTo>
                    <a:pt x="0" y="1089"/>
                  </a:lnTo>
                  <a:lnTo>
                    <a:pt x="401" y="405"/>
                  </a:lnTo>
                  <a:lnTo>
                    <a:pt x="1453" y="0"/>
                  </a:lnTo>
                  <a:lnTo>
                    <a:pt x="2979" y="379"/>
                  </a:lnTo>
                  <a:lnTo>
                    <a:pt x="3958" y="1816"/>
                  </a:lnTo>
                  <a:lnTo>
                    <a:pt x="3958" y="365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7"/>
            <p:cNvSpPr/>
            <p:nvPr/>
          </p:nvSpPr>
          <p:spPr>
            <a:xfrm>
              <a:off x="2838899" y="2466267"/>
              <a:ext cx="1678" cy="4784"/>
            </a:xfrm>
            <a:custGeom>
              <a:avLst/>
              <a:pathLst>
                <a:path w="1678" h="4784">
                  <a:moveTo>
                    <a:pt x="1678" y="3366"/>
                  </a:moveTo>
                  <a:lnTo>
                    <a:pt x="1169" y="4784"/>
                  </a:lnTo>
                  <a:lnTo>
                    <a:pt x="291" y="4280"/>
                  </a:lnTo>
                  <a:lnTo>
                    <a:pt x="0" y="3745"/>
                  </a:lnTo>
                  <a:lnTo>
                    <a:pt x="254" y="711"/>
                  </a:lnTo>
                  <a:lnTo>
                    <a:pt x="956" y="0"/>
                  </a:lnTo>
                  <a:lnTo>
                    <a:pt x="1661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8"/>
            <p:cNvSpPr/>
            <p:nvPr/>
          </p:nvSpPr>
          <p:spPr>
            <a:xfrm>
              <a:off x="3089812" y="2388950"/>
              <a:ext cx="37599" cy="151645"/>
            </a:xfrm>
            <a:custGeom>
              <a:avLst/>
              <a:pathLst>
                <a:path w="37599" h="151645">
                  <a:moveTo>
                    <a:pt x="23862" y="146503"/>
                  </a:moveTo>
                  <a:lnTo>
                    <a:pt x="22856" y="146831"/>
                  </a:lnTo>
                  <a:lnTo>
                    <a:pt x="18937" y="151636"/>
                  </a:lnTo>
                  <a:lnTo>
                    <a:pt x="17722" y="151645"/>
                  </a:lnTo>
                  <a:lnTo>
                    <a:pt x="15454" y="149528"/>
                  </a:lnTo>
                  <a:lnTo>
                    <a:pt x="11455" y="148849"/>
                  </a:lnTo>
                  <a:lnTo>
                    <a:pt x="10151" y="148220"/>
                  </a:lnTo>
                  <a:lnTo>
                    <a:pt x="8523" y="149600"/>
                  </a:lnTo>
                  <a:lnTo>
                    <a:pt x="7265" y="149569"/>
                  </a:lnTo>
                  <a:lnTo>
                    <a:pt x="6264" y="151332"/>
                  </a:lnTo>
                  <a:lnTo>
                    <a:pt x="5546" y="150851"/>
                  </a:lnTo>
                  <a:lnTo>
                    <a:pt x="6369" y="146898"/>
                  </a:lnTo>
                  <a:lnTo>
                    <a:pt x="7659" y="139075"/>
                  </a:lnTo>
                  <a:lnTo>
                    <a:pt x="7608" y="134299"/>
                  </a:lnTo>
                  <a:lnTo>
                    <a:pt x="7916" y="130151"/>
                  </a:lnTo>
                  <a:lnTo>
                    <a:pt x="7561" y="126042"/>
                  </a:lnTo>
                  <a:lnTo>
                    <a:pt x="6913" y="123477"/>
                  </a:lnTo>
                  <a:lnTo>
                    <a:pt x="7796" y="116824"/>
                  </a:lnTo>
                  <a:lnTo>
                    <a:pt x="7696" y="113398"/>
                  </a:lnTo>
                  <a:lnTo>
                    <a:pt x="6889" y="109057"/>
                  </a:lnTo>
                  <a:lnTo>
                    <a:pt x="9337" y="109718"/>
                  </a:lnTo>
                  <a:lnTo>
                    <a:pt x="8582" y="108001"/>
                  </a:lnTo>
                  <a:lnTo>
                    <a:pt x="7835" y="106945"/>
                  </a:lnTo>
                  <a:lnTo>
                    <a:pt x="7113" y="107187"/>
                  </a:lnTo>
                  <a:lnTo>
                    <a:pt x="6501" y="107123"/>
                  </a:lnTo>
                  <a:lnTo>
                    <a:pt x="4416" y="108804"/>
                  </a:lnTo>
                  <a:lnTo>
                    <a:pt x="3372" y="109308"/>
                  </a:lnTo>
                  <a:lnTo>
                    <a:pt x="3066" y="109015"/>
                  </a:lnTo>
                  <a:lnTo>
                    <a:pt x="3180" y="106330"/>
                  </a:lnTo>
                  <a:lnTo>
                    <a:pt x="2639" y="102850"/>
                  </a:lnTo>
                  <a:lnTo>
                    <a:pt x="3474" y="101932"/>
                  </a:lnTo>
                  <a:lnTo>
                    <a:pt x="4447" y="101670"/>
                  </a:lnTo>
                  <a:lnTo>
                    <a:pt x="5273" y="100186"/>
                  </a:lnTo>
                  <a:lnTo>
                    <a:pt x="5784" y="98530"/>
                  </a:lnTo>
                  <a:lnTo>
                    <a:pt x="5515" y="95572"/>
                  </a:lnTo>
                  <a:lnTo>
                    <a:pt x="6233" y="92763"/>
                  </a:lnTo>
                  <a:lnTo>
                    <a:pt x="7919" y="90397"/>
                  </a:lnTo>
                  <a:lnTo>
                    <a:pt x="7045" y="90758"/>
                  </a:lnTo>
                  <a:lnTo>
                    <a:pt x="6046" y="92232"/>
                  </a:lnTo>
                  <a:lnTo>
                    <a:pt x="4473" y="97592"/>
                  </a:lnTo>
                  <a:lnTo>
                    <a:pt x="3958" y="100308"/>
                  </a:lnTo>
                  <a:lnTo>
                    <a:pt x="2617" y="101194"/>
                  </a:lnTo>
                  <a:lnTo>
                    <a:pt x="1415" y="101634"/>
                  </a:lnTo>
                  <a:lnTo>
                    <a:pt x="800" y="101349"/>
                  </a:lnTo>
                  <a:lnTo>
                    <a:pt x="64" y="100660"/>
                  </a:lnTo>
                  <a:lnTo>
                    <a:pt x="0" y="98653"/>
                  </a:lnTo>
                  <a:lnTo>
                    <a:pt x="57" y="97053"/>
                  </a:lnTo>
                  <a:lnTo>
                    <a:pt x="555" y="93876"/>
                  </a:lnTo>
                  <a:lnTo>
                    <a:pt x="752" y="89394"/>
                  </a:lnTo>
                  <a:lnTo>
                    <a:pt x="1460" y="85374"/>
                  </a:lnTo>
                  <a:lnTo>
                    <a:pt x="1409" y="84307"/>
                  </a:lnTo>
                  <a:lnTo>
                    <a:pt x="1208" y="82711"/>
                  </a:lnTo>
                  <a:lnTo>
                    <a:pt x="1842" y="81150"/>
                  </a:lnTo>
                  <a:lnTo>
                    <a:pt x="2627" y="80118"/>
                  </a:lnTo>
                  <a:lnTo>
                    <a:pt x="3814" y="76674"/>
                  </a:lnTo>
                  <a:lnTo>
                    <a:pt x="5474" y="68460"/>
                  </a:lnTo>
                  <a:lnTo>
                    <a:pt x="7386" y="59740"/>
                  </a:lnTo>
                  <a:lnTo>
                    <a:pt x="7231" y="58672"/>
                  </a:lnTo>
                  <a:lnTo>
                    <a:pt x="6825" y="57855"/>
                  </a:lnTo>
                  <a:lnTo>
                    <a:pt x="6986" y="55502"/>
                  </a:lnTo>
                  <a:lnTo>
                    <a:pt x="8139" y="45261"/>
                  </a:lnTo>
                  <a:lnTo>
                    <a:pt x="8609" y="43924"/>
                  </a:lnTo>
                  <a:lnTo>
                    <a:pt x="9150" y="40921"/>
                  </a:lnTo>
                  <a:lnTo>
                    <a:pt x="9272" y="36076"/>
                  </a:lnTo>
                  <a:lnTo>
                    <a:pt x="9484" y="32737"/>
                  </a:lnTo>
                  <a:lnTo>
                    <a:pt x="9435" y="31059"/>
                  </a:lnTo>
                  <a:lnTo>
                    <a:pt x="9265" y="29044"/>
                  </a:lnTo>
                  <a:lnTo>
                    <a:pt x="8531" y="25197"/>
                  </a:lnTo>
                  <a:lnTo>
                    <a:pt x="7757" y="17061"/>
                  </a:lnTo>
                  <a:lnTo>
                    <a:pt x="7697" y="14344"/>
                  </a:lnTo>
                  <a:lnTo>
                    <a:pt x="8335" y="12972"/>
                  </a:lnTo>
                  <a:lnTo>
                    <a:pt x="7288" y="12771"/>
                  </a:lnTo>
                  <a:lnTo>
                    <a:pt x="6814" y="11016"/>
                  </a:lnTo>
                  <a:lnTo>
                    <a:pt x="6922" y="9022"/>
                  </a:lnTo>
                  <a:lnTo>
                    <a:pt x="8085" y="5801"/>
                  </a:lnTo>
                  <a:lnTo>
                    <a:pt x="9169" y="3809"/>
                  </a:lnTo>
                  <a:lnTo>
                    <a:pt x="10243" y="2501"/>
                  </a:lnTo>
                  <a:lnTo>
                    <a:pt x="10836" y="2011"/>
                  </a:lnTo>
                  <a:lnTo>
                    <a:pt x="13316" y="659"/>
                  </a:lnTo>
                  <a:lnTo>
                    <a:pt x="13967" y="0"/>
                  </a:lnTo>
                  <a:lnTo>
                    <a:pt x="14576" y="109"/>
                  </a:lnTo>
                  <a:lnTo>
                    <a:pt x="14678" y="754"/>
                  </a:lnTo>
                  <a:lnTo>
                    <a:pt x="15031" y="2009"/>
                  </a:lnTo>
                  <a:lnTo>
                    <a:pt x="15425" y="2880"/>
                  </a:lnTo>
                  <a:lnTo>
                    <a:pt x="15533" y="3523"/>
                  </a:lnTo>
                  <a:lnTo>
                    <a:pt x="14573" y="6214"/>
                  </a:lnTo>
                  <a:lnTo>
                    <a:pt x="14442" y="7137"/>
                  </a:lnTo>
                  <a:lnTo>
                    <a:pt x="14943" y="8877"/>
                  </a:lnTo>
                  <a:lnTo>
                    <a:pt x="15031" y="9379"/>
                  </a:lnTo>
                  <a:lnTo>
                    <a:pt x="15274" y="9616"/>
                  </a:lnTo>
                  <a:lnTo>
                    <a:pt x="15942" y="9550"/>
                  </a:lnTo>
                  <a:lnTo>
                    <a:pt x="17132" y="8436"/>
                  </a:lnTo>
                  <a:lnTo>
                    <a:pt x="17939" y="7498"/>
                  </a:lnTo>
                  <a:lnTo>
                    <a:pt x="18221" y="7885"/>
                  </a:lnTo>
                  <a:lnTo>
                    <a:pt x="20561" y="7355"/>
                  </a:lnTo>
                  <a:lnTo>
                    <a:pt x="21117" y="7784"/>
                  </a:lnTo>
                  <a:lnTo>
                    <a:pt x="21487" y="8257"/>
                  </a:lnTo>
                  <a:lnTo>
                    <a:pt x="22637" y="8906"/>
                  </a:lnTo>
                  <a:lnTo>
                    <a:pt x="23892" y="8974"/>
                  </a:lnTo>
                  <a:lnTo>
                    <a:pt x="25446" y="8066"/>
                  </a:lnTo>
                  <a:lnTo>
                    <a:pt x="26124" y="7155"/>
                  </a:lnTo>
                  <a:lnTo>
                    <a:pt x="26254" y="6146"/>
                  </a:lnTo>
                  <a:lnTo>
                    <a:pt x="26288" y="5383"/>
                  </a:lnTo>
                  <a:lnTo>
                    <a:pt x="26489" y="4897"/>
                  </a:lnTo>
                  <a:lnTo>
                    <a:pt x="26843" y="4617"/>
                  </a:lnTo>
                  <a:lnTo>
                    <a:pt x="27396" y="5117"/>
                  </a:lnTo>
                  <a:lnTo>
                    <a:pt x="28186" y="5518"/>
                  </a:lnTo>
                  <a:lnTo>
                    <a:pt x="30084" y="5677"/>
                  </a:lnTo>
                  <a:lnTo>
                    <a:pt x="30456" y="5119"/>
                  </a:lnTo>
                  <a:lnTo>
                    <a:pt x="31099" y="5286"/>
                  </a:lnTo>
                  <a:lnTo>
                    <a:pt x="31947" y="5993"/>
                  </a:lnTo>
                  <a:lnTo>
                    <a:pt x="32930" y="5762"/>
                  </a:lnTo>
                  <a:lnTo>
                    <a:pt x="33423" y="6628"/>
                  </a:lnTo>
                  <a:lnTo>
                    <a:pt x="33629" y="7779"/>
                  </a:lnTo>
                  <a:lnTo>
                    <a:pt x="33685" y="10278"/>
                  </a:lnTo>
                  <a:lnTo>
                    <a:pt x="33612" y="12805"/>
                  </a:lnTo>
                  <a:lnTo>
                    <a:pt x="33805" y="13737"/>
                  </a:lnTo>
                  <a:lnTo>
                    <a:pt x="34467" y="13976"/>
                  </a:lnTo>
                  <a:lnTo>
                    <a:pt x="35537" y="13947"/>
                  </a:lnTo>
                  <a:lnTo>
                    <a:pt x="36499" y="14633"/>
                  </a:lnTo>
                  <a:lnTo>
                    <a:pt x="37247" y="15826"/>
                  </a:lnTo>
                  <a:lnTo>
                    <a:pt x="37493" y="17048"/>
                  </a:lnTo>
                  <a:lnTo>
                    <a:pt x="37599" y="17888"/>
                  </a:lnTo>
                  <a:lnTo>
                    <a:pt x="37233" y="18364"/>
                  </a:lnTo>
                  <a:lnTo>
                    <a:pt x="36715" y="20163"/>
                  </a:lnTo>
                  <a:lnTo>
                    <a:pt x="35405" y="22516"/>
                  </a:lnTo>
                  <a:lnTo>
                    <a:pt x="33532" y="24634"/>
                  </a:lnTo>
                  <a:lnTo>
                    <a:pt x="32102" y="27270"/>
                  </a:lnTo>
                  <a:lnTo>
                    <a:pt x="31117" y="30426"/>
                  </a:lnTo>
                  <a:lnTo>
                    <a:pt x="29885" y="31765"/>
                  </a:lnTo>
                  <a:lnTo>
                    <a:pt x="29509" y="32485"/>
                  </a:lnTo>
                  <a:lnTo>
                    <a:pt x="29360" y="33339"/>
                  </a:lnTo>
                  <a:lnTo>
                    <a:pt x="30174" y="37204"/>
                  </a:lnTo>
                  <a:lnTo>
                    <a:pt x="30425" y="40184"/>
                  </a:lnTo>
                  <a:lnTo>
                    <a:pt x="30627" y="43831"/>
                  </a:lnTo>
                  <a:lnTo>
                    <a:pt x="30495" y="44864"/>
                  </a:lnTo>
                  <a:lnTo>
                    <a:pt x="30427" y="48881"/>
                  </a:lnTo>
                  <a:lnTo>
                    <a:pt x="30239" y="50060"/>
                  </a:lnTo>
                  <a:lnTo>
                    <a:pt x="30286" y="51014"/>
                  </a:lnTo>
                  <a:lnTo>
                    <a:pt x="30587" y="52039"/>
                  </a:lnTo>
                  <a:lnTo>
                    <a:pt x="30721" y="53019"/>
                  </a:lnTo>
                  <a:lnTo>
                    <a:pt x="30160" y="54271"/>
                  </a:lnTo>
                  <a:lnTo>
                    <a:pt x="29130" y="55723"/>
                  </a:lnTo>
                  <a:lnTo>
                    <a:pt x="28367" y="57001"/>
                  </a:lnTo>
                  <a:lnTo>
                    <a:pt x="28161" y="58196"/>
                  </a:lnTo>
                  <a:lnTo>
                    <a:pt x="28216" y="58943"/>
                  </a:lnTo>
                  <a:lnTo>
                    <a:pt x="29498" y="61478"/>
                  </a:lnTo>
                  <a:lnTo>
                    <a:pt x="29732" y="62513"/>
                  </a:lnTo>
                  <a:lnTo>
                    <a:pt x="29559" y="65016"/>
                  </a:lnTo>
                  <a:lnTo>
                    <a:pt x="28820" y="69115"/>
                  </a:lnTo>
                  <a:lnTo>
                    <a:pt x="28114" y="71610"/>
                  </a:lnTo>
                  <a:lnTo>
                    <a:pt x="27991" y="71858"/>
                  </a:lnTo>
                  <a:lnTo>
                    <a:pt x="27182" y="72564"/>
                  </a:lnTo>
                  <a:lnTo>
                    <a:pt x="23311" y="72594"/>
                  </a:lnTo>
                  <a:lnTo>
                    <a:pt x="22372" y="73158"/>
                  </a:lnTo>
                  <a:lnTo>
                    <a:pt x="22504" y="73656"/>
                  </a:lnTo>
                  <a:lnTo>
                    <a:pt x="23414" y="76863"/>
                  </a:lnTo>
                  <a:lnTo>
                    <a:pt x="24363" y="78573"/>
                  </a:lnTo>
                  <a:lnTo>
                    <a:pt x="24676" y="78962"/>
                  </a:lnTo>
                  <a:lnTo>
                    <a:pt x="25018" y="82715"/>
                  </a:lnTo>
                  <a:lnTo>
                    <a:pt x="26552" y="88712"/>
                  </a:lnTo>
                  <a:lnTo>
                    <a:pt x="28042" y="89543"/>
                  </a:lnTo>
                  <a:lnTo>
                    <a:pt x="28560" y="91039"/>
                  </a:lnTo>
                  <a:lnTo>
                    <a:pt x="28465" y="93142"/>
                  </a:lnTo>
                  <a:lnTo>
                    <a:pt x="28007" y="95454"/>
                  </a:lnTo>
                  <a:lnTo>
                    <a:pt x="27092" y="97820"/>
                  </a:lnTo>
                  <a:lnTo>
                    <a:pt x="26006" y="99488"/>
                  </a:lnTo>
                  <a:lnTo>
                    <a:pt x="25296" y="101142"/>
                  </a:lnTo>
                  <a:lnTo>
                    <a:pt x="25241" y="103068"/>
                  </a:lnTo>
                  <a:lnTo>
                    <a:pt x="25015" y="105506"/>
                  </a:lnTo>
                  <a:lnTo>
                    <a:pt x="24672" y="107438"/>
                  </a:lnTo>
                  <a:lnTo>
                    <a:pt x="24589" y="108740"/>
                  </a:lnTo>
                  <a:lnTo>
                    <a:pt x="27312" y="116907"/>
                  </a:lnTo>
                  <a:lnTo>
                    <a:pt x="28826" y="116511"/>
                  </a:lnTo>
                  <a:lnTo>
                    <a:pt x="29025" y="116704"/>
                  </a:lnTo>
                  <a:lnTo>
                    <a:pt x="28754" y="118652"/>
                  </a:lnTo>
                  <a:lnTo>
                    <a:pt x="28273" y="120934"/>
                  </a:lnTo>
                  <a:lnTo>
                    <a:pt x="27702" y="121369"/>
                  </a:lnTo>
                  <a:lnTo>
                    <a:pt x="26402" y="122068"/>
                  </a:lnTo>
                  <a:lnTo>
                    <a:pt x="25173" y="125020"/>
                  </a:lnTo>
                  <a:lnTo>
                    <a:pt x="24176" y="128568"/>
                  </a:lnTo>
                  <a:lnTo>
                    <a:pt x="23428" y="130285"/>
                  </a:lnTo>
                  <a:lnTo>
                    <a:pt x="22742" y="134504"/>
                  </a:lnTo>
                  <a:lnTo>
                    <a:pt x="22828" y="136334"/>
                  </a:lnTo>
                  <a:lnTo>
                    <a:pt x="23160" y="1391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19"/>
            <p:cNvSpPr/>
            <p:nvPr/>
          </p:nvSpPr>
          <p:spPr>
            <a:xfrm>
              <a:off x="2477914" y="4203960"/>
              <a:ext cx="96773" cy="244299"/>
            </a:xfrm>
            <a:custGeom>
              <a:avLst/>
              <a:pathLst>
                <a:path w="96773" h="244299">
                  <a:moveTo>
                    <a:pt x="51685" y="25956"/>
                  </a:moveTo>
                  <a:lnTo>
                    <a:pt x="51937" y="28103"/>
                  </a:lnTo>
                  <a:lnTo>
                    <a:pt x="52089" y="29762"/>
                  </a:lnTo>
                  <a:lnTo>
                    <a:pt x="52470" y="30937"/>
                  </a:lnTo>
                  <a:lnTo>
                    <a:pt x="52851" y="32501"/>
                  </a:lnTo>
                  <a:lnTo>
                    <a:pt x="53231" y="33378"/>
                  </a:lnTo>
                  <a:lnTo>
                    <a:pt x="53497" y="34844"/>
                  </a:lnTo>
                  <a:lnTo>
                    <a:pt x="53421" y="36506"/>
                  </a:lnTo>
                  <a:lnTo>
                    <a:pt x="53574" y="38656"/>
                  </a:lnTo>
                  <a:lnTo>
                    <a:pt x="53764" y="40514"/>
                  </a:lnTo>
                  <a:lnTo>
                    <a:pt x="53955" y="41002"/>
                  </a:lnTo>
                  <a:lnTo>
                    <a:pt x="54500" y="41489"/>
                  </a:lnTo>
                  <a:lnTo>
                    <a:pt x="54773" y="43177"/>
                  </a:lnTo>
                  <a:lnTo>
                    <a:pt x="54576" y="44032"/>
                  </a:lnTo>
                  <a:lnTo>
                    <a:pt x="54652" y="45007"/>
                  </a:lnTo>
                  <a:lnTo>
                    <a:pt x="54849" y="45962"/>
                  </a:lnTo>
                  <a:lnTo>
                    <a:pt x="54668" y="46888"/>
                  </a:lnTo>
                  <a:lnTo>
                    <a:pt x="54763" y="47598"/>
                  </a:lnTo>
                  <a:lnTo>
                    <a:pt x="55134" y="48233"/>
                  </a:lnTo>
                  <a:lnTo>
                    <a:pt x="55477" y="50579"/>
                  </a:lnTo>
                  <a:lnTo>
                    <a:pt x="55515" y="54587"/>
                  </a:lnTo>
                  <a:lnTo>
                    <a:pt x="55134" y="56734"/>
                  </a:lnTo>
                  <a:lnTo>
                    <a:pt x="54830" y="58494"/>
                  </a:lnTo>
                  <a:lnTo>
                    <a:pt x="54754" y="59571"/>
                  </a:lnTo>
                  <a:lnTo>
                    <a:pt x="54982" y="61132"/>
                  </a:lnTo>
                  <a:lnTo>
                    <a:pt x="54602" y="62990"/>
                  </a:lnTo>
                  <a:lnTo>
                    <a:pt x="54145" y="65238"/>
                  </a:lnTo>
                  <a:lnTo>
                    <a:pt x="54259" y="66802"/>
                  </a:lnTo>
                  <a:lnTo>
                    <a:pt x="54335" y="68268"/>
                  </a:lnTo>
                  <a:lnTo>
                    <a:pt x="54373" y="69832"/>
                  </a:lnTo>
                  <a:lnTo>
                    <a:pt x="54487" y="71298"/>
                  </a:lnTo>
                  <a:lnTo>
                    <a:pt x="54335" y="72859"/>
                  </a:lnTo>
                  <a:lnTo>
                    <a:pt x="54183" y="74230"/>
                  </a:lnTo>
                  <a:lnTo>
                    <a:pt x="54106" y="75791"/>
                  </a:lnTo>
                  <a:lnTo>
                    <a:pt x="54297" y="77551"/>
                  </a:lnTo>
                  <a:lnTo>
                    <a:pt x="53955" y="79213"/>
                  </a:lnTo>
                  <a:lnTo>
                    <a:pt x="53764" y="80385"/>
                  </a:lnTo>
                  <a:lnTo>
                    <a:pt x="53688" y="81559"/>
                  </a:lnTo>
                  <a:lnTo>
                    <a:pt x="54031" y="83415"/>
                  </a:lnTo>
                  <a:lnTo>
                    <a:pt x="54906" y="84197"/>
                  </a:lnTo>
                  <a:lnTo>
                    <a:pt x="55591" y="84393"/>
                  </a:lnTo>
                  <a:lnTo>
                    <a:pt x="56238" y="83415"/>
                  </a:lnTo>
                  <a:lnTo>
                    <a:pt x="56733" y="83121"/>
                  </a:lnTo>
                  <a:lnTo>
                    <a:pt x="57647" y="84001"/>
                  </a:lnTo>
                  <a:lnTo>
                    <a:pt x="58484" y="85565"/>
                  </a:lnTo>
                  <a:lnTo>
                    <a:pt x="59549" y="85761"/>
                  </a:lnTo>
                  <a:lnTo>
                    <a:pt x="60501" y="86052"/>
                  </a:lnTo>
                  <a:lnTo>
                    <a:pt x="61224" y="86543"/>
                  </a:lnTo>
                  <a:lnTo>
                    <a:pt x="62290" y="85957"/>
                  </a:lnTo>
                  <a:lnTo>
                    <a:pt x="63393" y="86543"/>
                  </a:lnTo>
                  <a:lnTo>
                    <a:pt x="64687" y="87423"/>
                  </a:lnTo>
                  <a:lnTo>
                    <a:pt x="65753" y="88205"/>
                  </a:lnTo>
                  <a:lnTo>
                    <a:pt x="66819" y="88009"/>
                  </a:lnTo>
                  <a:lnTo>
                    <a:pt x="67618" y="87911"/>
                  </a:lnTo>
                  <a:lnTo>
                    <a:pt x="68456" y="87031"/>
                  </a:lnTo>
                  <a:lnTo>
                    <a:pt x="69255" y="87129"/>
                  </a:lnTo>
                  <a:lnTo>
                    <a:pt x="69864" y="85565"/>
                  </a:lnTo>
                  <a:lnTo>
                    <a:pt x="70207" y="84197"/>
                  </a:lnTo>
                  <a:lnTo>
                    <a:pt x="70511" y="83219"/>
                  </a:lnTo>
                  <a:lnTo>
                    <a:pt x="71386" y="82440"/>
                  </a:lnTo>
                  <a:lnTo>
                    <a:pt x="71995" y="82927"/>
                  </a:lnTo>
                  <a:lnTo>
                    <a:pt x="72490" y="85467"/>
                  </a:lnTo>
                  <a:lnTo>
                    <a:pt x="73366" y="86933"/>
                  </a:lnTo>
                  <a:lnTo>
                    <a:pt x="73708" y="88009"/>
                  </a:lnTo>
                  <a:lnTo>
                    <a:pt x="74355" y="88497"/>
                  </a:lnTo>
                  <a:lnTo>
                    <a:pt x="75763" y="88595"/>
                  </a:lnTo>
                  <a:lnTo>
                    <a:pt x="76638" y="88497"/>
                  </a:lnTo>
                  <a:lnTo>
                    <a:pt x="77628" y="89279"/>
                  </a:lnTo>
                  <a:lnTo>
                    <a:pt x="78275" y="89279"/>
                  </a:lnTo>
                  <a:lnTo>
                    <a:pt x="78846" y="90646"/>
                  </a:lnTo>
                  <a:lnTo>
                    <a:pt x="79379" y="92309"/>
                  </a:lnTo>
                  <a:lnTo>
                    <a:pt x="79455" y="95338"/>
                  </a:lnTo>
                  <a:lnTo>
                    <a:pt x="79950" y="97685"/>
                  </a:lnTo>
                  <a:lnTo>
                    <a:pt x="80597" y="98565"/>
                  </a:lnTo>
                  <a:lnTo>
                    <a:pt x="80939" y="100031"/>
                  </a:lnTo>
                  <a:lnTo>
                    <a:pt x="80825" y="102082"/>
                  </a:lnTo>
                  <a:lnTo>
                    <a:pt x="80521" y="104134"/>
                  </a:lnTo>
                  <a:lnTo>
                    <a:pt x="80559" y="106382"/>
                  </a:lnTo>
                  <a:lnTo>
                    <a:pt x="80901" y="108434"/>
                  </a:lnTo>
                  <a:lnTo>
                    <a:pt x="80901" y="110485"/>
                  </a:lnTo>
                  <a:lnTo>
                    <a:pt x="81130" y="112537"/>
                  </a:lnTo>
                  <a:lnTo>
                    <a:pt x="81586" y="114297"/>
                  </a:lnTo>
                  <a:lnTo>
                    <a:pt x="81739" y="117131"/>
                  </a:lnTo>
                  <a:lnTo>
                    <a:pt x="81662" y="119183"/>
                  </a:lnTo>
                  <a:lnTo>
                    <a:pt x="81967" y="120357"/>
                  </a:lnTo>
                  <a:lnTo>
                    <a:pt x="82081" y="122019"/>
                  </a:lnTo>
                  <a:lnTo>
                    <a:pt x="81891" y="123387"/>
                  </a:lnTo>
                  <a:lnTo>
                    <a:pt x="81815" y="125242"/>
                  </a:lnTo>
                  <a:lnTo>
                    <a:pt x="81853" y="126905"/>
                  </a:lnTo>
                  <a:lnTo>
                    <a:pt x="82081" y="128272"/>
                  </a:lnTo>
                  <a:lnTo>
                    <a:pt x="82767" y="130030"/>
                  </a:lnTo>
                  <a:lnTo>
                    <a:pt x="82956" y="133158"/>
                  </a:lnTo>
                  <a:lnTo>
                    <a:pt x="82956" y="135308"/>
                  </a:lnTo>
                  <a:lnTo>
                    <a:pt x="83261" y="137850"/>
                  </a:lnTo>
                  <a:lnTo>
                    <a:pt x="83832" y="139021"/>
                  </a:lnTo>
                  <a:lnTo>
                    <a:pt x="84746" y="139414"/>
                  </a:lnTo>
                  <a:lnTo>
                    <a:pt x="85811" y="139803"/>
                  </a:lnTo>
                  <a:lnTo>
                    <a:pt x="87105" y="139218"/>
                  </a:lnTo>
                  <a:lnTo>
                    <a:pt x="88247" y="138534"/>
                  </a:lnTo>
                  <a:lnTo>
                    <a:pt x="88894" y="137850"/>
                  </a:lnTo>
                  <a:lnTo>
                    <a:pt x="90150" y="135992"/>
                  </a:lnTo>
                  <a:lnTo>
                    <a:pt x="91254" y="134918"/>
                  </a:lnTo>
                  <a:lnTo>
                    <a:pt x="91825" y="134234"/>
                  </a:lnTo>
                  <a:lnTo>
                    <a:pt x="92357" y="133746"/>
                  </a:lnTo>
                  <a:lnTo>
                    <a:pt x="93461" y="134918"/>
                  </a:lnTo>
                  <a:lnTo>
                    <a:pt x="94489" y="136384"/>
                  </a:lnTo>
                  <a:lnTo>
                    <a:pt x="95288" y="138436"/>
                  </a:lnTo>
                  <a:lnTo>
                    <a:pt x="96773" y="140684"/>
                  </a:lnTo>
                  <a:lnTo>
                    <a:pt x="96484" y="141232"/>
                  </a:lnTo>
                  <a:lnTo>
                    <a:pt x="95893" y="143073"/>
                  </a:lnTo>
                  <a:lnTo>
                    <a:pt x="95904" y="145234"/>
                  </a:lnTo>
                  <a:lnTo>
                    <a:pt x="96322" y="148331"/>
                  </a:lnTo>
                  <a:lnTo>
                    <a:pt x="95954" y="154892"/>
                  </a:lnTo>
                  <a:lnTo>
                    <a:pt x="94803" y="164920"/>
                  </a:lnTo>
                  <a:lnTo>
                    <a:pt x="94330" y="170764"/>
                  </a:lnTo>
                  <a:lnTo>
                    <a:pt x="94535" y="172420"/>
                  </a:lnTo>
                  <a:lnTo>
                    <a:pt x="94110" y="175343"/>
                  </a:lnTo>
                  <a:lnTo>
                    <a:pt x="92529" y="181622"/>
                  </a:lnTo>
                  <a:lnTo>
                    <a:pt x="92468" y="185858"/>
                  </a:lnTo>
                  <a:lnTo>
                    <a:pt x="92283" y="198555"/>
                  </a:lnTo>
                  <a:lnTo>
                    <a:pt x="91756" y="207509"/>
                  </a:lnTo>
                  <a:lnTo>
                    <a:pt x="90866" y="214132"/>
                  </a:lnTo>
                  <a:lnTo>
                    <a:pt x="90056" y="217658"/>
                  </a:lnTo>
                  <a:lnTo>
                    <a:pt x="89326" y="218088"/>
                  </a:lnTo>
                  <a:lnTo>
                    <a:pt x="88801" y="219144"/>
                  </a:lnTo>
                  <a:lnTo>
                    <a:pt x="88483" y="220824"/>
                  </a:lnTo>
                  <a:lnTo>
                    <a:pt x="87891" y="222220"/>
                  </a:lnTo>
                  <a:lnTo>
                    <a:pt x="87025" y="223340"/>
                  </a:lnTo>
                  <a:lnTo>
                    <a:pt x="86555" y="224567"/>
                  </a:lnTo>
                  <a:lnTo>
                    <a:pt x="86483" y="225900"/>
                  </a:lnTo>
                  <a:lnTo>
                    <a:pt x="85654" y="226757"/>
                  </a:lnTo>
                  <a:lnTo>
                    <a:pt x="84068" y="227140"/>
                  </a:lnTo>
                  <a:lnTo>
                    <a:pt x="83137" y="228208"/>
                  </a:lnTo>
                  <a:lnTo>
                    <a:pt x="82861" y="229954"/>
                  </a:lnTo>
                  <a:lnTo>
                    <a:pt x="82331" y="231342"/>
                  </a:lnTo>
                  <a:lnTo>
                    <a:pt x="81547" y="232366"/>
                  </a:lnTo>
                  <a:lnTo>
                    <a:pt x="81174" y="234069"/>
                  </a:lnTo>
                  <a:lnTo>
                    <a:pt x="81214" y="236447"/>
                  </a:lnTo>
                  <a:lnTo>
                    <a:pt x="80764" y="238487"/>
                  </a:lnTo>
                  <a:lnTo>
                    <a:pt x="79823" y="240192"/>
                  </a:lnTo>
                  <a:lnTo>
                    <a:pt x="78956" y="240238"/>
                  </a:lnTo>
                  <a:lnTo>
                    <a:pt x="78162" y="238628"/>
                  </a:lnTo>
                  <a:lnTo>
                    <a:pt x="77098" y="237558"/>
                  </a:lnTo>
                  <a:lnTo>
                    <a:pt x="75764" y="237027"/>
                  </a:lnTo>
                  <a:lnTo>
                    <a:pt x="74651" y="237434"/>
                  </a:lnTo>
                  <a:lnTo>
                    <a:pt x="73758" y="238773"/>
                  </a:lnTo>
                  <a:lnTo>
                    <a:pt x="72966" y="240899"/>
                  </a:lnTo>
                  <a:lnTo>
                    <a:pt x="72276" y="243814"/>
                  </a:lnTo>
                  <a:lnTo>
                    <a:pt x="71508" y="244299"/>
                  </a:lnTo>
                  <a:lnTo>
                    <a:pt x="70664" y="242351"/>
                  </a:lnTo>
                  <a:lnTo>
                    <a:pt x="69596" y="241759"/>
                  </a:lnTo>
                  <a:lnTo>
                    <a:pt x="68303" y="242524"/>
                  </a:lnTo>
                  <a:lnTo>
                    <a:pt x="67273" y="242255"/>
                  </a:lnTo>
                  <a:lnTo>
                    <a:pt x="66507" y="240954"/>
                  </a:lnTo>
                  <a:lnTo>
                    <a:pt x="65331" y="240810"/>
                  </a:lnTo>
                  <a:lnTo>
                    <a:pt x="63744" y="241826"/>
                  </a:lnTo>
                  <a:lnTo>
                    <a:pt x="60529" y="240654"/>
                  </a:lnTo>
                  <a:lnTo>
                    <a:pt x="55684" y="237289"/>
                  </a:lnTo>
                  <a:lnTo>
                    <a:pt x="51587" y="236014"/>
                  </a:lnTo>
                  <a:lnTo>
                    <a:pt x="46563" y="237223"/>
                  </a:lnTo>
                  <a:lnTo>
                    <a:pt x="46138" y="233728"/>
                  </a:lnTo>
                  <a:lnTo>
                    <a:pt x="46404" y="231838"/>
                  </a:lnTo>
                  <a:lnTo>
                    <a:pt x="47220" y="230416"/>
                  </a:lnTo>
                  <a:lnTo>
                    <a:pt x="47732" y="228805"/>
                  </a:lnTo>
                  <a:lnTo>
                    <a:pt x="47939" y="227002"/>
                  </a:lnTo>
                  <a:lnTo>
                    <a:pt x="48502" y="225628"/>
                  </a:lnTo>
                  <a:lnTo>
                    <a:pt x="49421" y="224685"/>
                  </a:lnTo>
                  <a:lnTo>
                    <a:pt x="49811" y="223727"/>
                  </a:lnTo>
                  <a:lnTo>
                    <a:pt x="49672" y="222760"/>
                  </a:lnTo>
                  <a:lnTo>
                    <a:pt x="49867" y="221903"/>
                  </a:lnTo>
                  <a:lnTo>
                    <a:pt x="50397" y="221159"/>
                  </a:lnTo>
                  <a:lnTo>
                    <a:pt x="50697" y="219987"/>
                  </a:lnTo>
                  <a:lnTo>
                    <a:pt x="50769" y="218385"/>
                  </a:lnTo>
                  <a:lnTo>
                    <a:pt x="50968" y="217592"/>
                  </a:lnTo>
                  <a:lnTo>
                    <a:pt x="51322" y="217000"/>
                  </a:lnTo>
                  <a:lnTo>
                    <a:pt x="51360" y="215895"/>
                  </a:lnTo>
                  <a:lnTo>
                    <a:pt x="51162" y="212467"/>
                  </a:lnTo>
                  <a:lnTo>
                    <a:pt x="51187" y="209656"/>
                  </a:lnTo>
                  <a:lnTo>
                    <a:pt x="51435" y="207469"/>
                  </a:lnTo>
                  <a:lnTo>
                    <a:pt x="51743" y="206145"/>
                  </a:lnTo>
                  <a:lnTo>
                    <a:pt x="51962" y="205816"/>
                  </a:lnTo>
                  <a:lnTo>
                    <a:pt x="52165" y="205031"/>
                  </a:lnTo>
                  <a:lnTo>
                    <a:pt x="52244" y="203709"/>
                  </a:lnTo>
                  <a:lnTo>
                    <a:pt x="52575" y="202480"/>
                  </a:lnTo>
                  <a:lnTo>
                    <a:pt x="54178" y="199949"/>
                  </a:lnTo>
                  <a:lnTo>
                    <a:pt x="54782" y="198578"/>
                  </a:lnTo>
                  <a:lnTo>
                    <a:pt x="54832" y="197329"/>
                  </a:lnTo>
                  <a:lnTo>
                    <a:pt x="55074" y="195635"/>
                  </a:lnTo>
                  <a:lnTo>
                    <a:pt x="56027" y="191993"/>
                  </a:lnTo>
                  <a:lnTo>
                    <a:pt x="56319" y="190288"/>
                  </a:lnTo>
                  <a:lnTo>
                    <a:pt x="56345" y="189434"/>
                  </a:lnTo>
                  <a:lnTo>
                    <a:pt x="56682" y="188551"/>
                  </a:lnTo>
                  <a:lnTo>
                    <a:pt x="57829" y="186528"/>
                  </a:lnTo>
                  <a:lnTo>
                    <a:pt x="58452" y="184621"/>
                  </a:lnTo>
                  <a:lnTo>
                    <a:pt x="58551" y="182834"/>
                  </a:lnTo>
                  <a:lnTo>
                    <a:pt x="58274" y="180806"/>
                  </a:lnTo>
                  <a:lnTo>
                    <a:pt x="57621" y="178540"/>
                  </a:lnTo>
                  <a:lnTo>
                    <a:pt x="55575" y="172867"/>
                  </a:lnTo>
                  <a:lnTo>
                    <a:pt x="53986" y="170290"/>
                  </a:lnTo>
                  <a:lnTo>
                    <a:pt x="51953" y="168161"/>
                  </a:lnTo>
                  <a:lnTo>
                    <a:pt x="50614" y="167471"/>
                  </a:lnTo>
                  <a:lnTo>
                    <a:pt x="49971" y="168218"/>
                  </a:lnTo>
                  <a:lnTo>
                    <a:pt x="49318" y="167633"/>
                  </a:lnTo>
                  <a:lnTo>
                    <a:pt x="48658" y="165708"/>
                  </a:lnTo>
                  <a:lnTo>
                    <a:pt x="47543" y="164193"/>
                  </a:lnTo>
                  <a:lnTo>
                    <a:pt x="45191" y="162531"/>
                  </a:lnTo>
                  <a:lnTo>
                    <a:pt x="39860" y="155902"/>
                  </a:lnTo>
                  <a:lnTo>
                    <a:pt x="37723" y="152699"/>
                  </a:lnTo>
                  <a:lnTo>
                    <a:pt x="37005" y="150723"/>
                  </a:lnTo>
                  <a:lnTo>
                    <a:pt x="35011" y="147170"/>
                  </a:lnTo>
                  <a:lnTo>
                    <a:pt x="31744" y="142051"/>
                  </a:lnTo>
                  <a:lnTo>
                    <a:pt x="29238" y="139558"/>
                  </a:lnTo>
                  <a:lnTo>
                    <a:pt x="27490" y="139700"/>
                  </a:lnTo>
                  <a:lnTo>
                    <a:pt x="24691" y="138211"/>
                  </a:lnTo>
                  <a:lnTo>
                    <a:pt x="20842" y="135094"/>
                  </a:lnTo>
                  <a:lnTo>
                    <a:pt x="18620" y="132067"/>
                  </a:lnTo>
                  <a:lnTo>
                    <a:pt x="18024" y="129135"/>
                  </a:lnTo>
                  <a:lnTo>
                    <a:pt x="16601" y="126198"/>
                  </a:lnTo>
                  <a:lnTo>
                    <a:pt x="14350" y="123257"/>
                  </a:lnTo>
                  <a:lnTo>
                    <a:pt x="13181" y="121321"/>
                  </a:lnTo>
                  <a:lnTo>
                    <a:pt x="13095" y="120389"/>
                  </a:lnTo>
                  <a:lnTo>
                    <a:pt x="12428" y="119177"/>
                  </a:lnTo>
                  <a:lnTo>
                    <a:pt x="11179" y="117679"/>
                  </a:lnTo>
                  <a:lnTo>
                    <a:pt x="9809" y="115117"/>
                  </a:lnTo>
                  <a:lnTo>
                    <a:pt x="8319" y="111489"/>
                  </a:lnTo>
                  <a:lnTo>
                    <a:pt x="6725" y="105880"/>
                  </a:lnTo>
                  <a:lnTo>
                    <a:pt x="5026" y="98285"/>
                  </a:lnTo>
                  <a:lnTo>
                    <a:pt x="3204" y="93166"/>
                  </a:lnTo>
                  <a:lnTo>
                    <a:pt x="1259" y="90519"/>
                  </a:lnTo>
                  <a:lnTo>
                    <a:pt x="287" y="88771"/>
                  </a:lnTo>
                  <a:lnTo>
                    <a:pt x="291" y="87917"/>
                  </a:lnTo>
                  <a:lnTo>
                    <a:pt x="0" y="87094"/>
                  </a:lnTo>
                  <a:lnTo>
                    <a:pt x="258" y="85625"/>
                  </a:lnTo>
                  <a:lnTo>
                    <a:pt x="967" y="79854"/>
                  </a:lnTo>
                  <a:lnTo>
                    <a:pt x="1992" y="71480"/>
                  </a:lnTo>
                  <a:lnTo>
                    <a:pt x="3055" y="62806"/>
                  </a:lnTo>
                  <a:lnTo>
                    <a:pt x="4307" y="52590"/>
                  </a:lnTo>
                  <a:lnTo>
                    <a:pt x="4309" y="45345"/>
                  </a:lnTo>
                  <a:lnTo>
                    <a:pt x="4311" y="37712"/>
                  </a:lnTo>
                  <a:lnTo>
                    <a:pt x="6091" y="31430"/>
                  </a:lnTo>
                  <a:lnTo>
                    <a:pt x="7355" y="26972"/>
                  </a:lnTo>
                  <a:lnTo>
                    <a:pt x="8447" y="22727"/>
                  </a:lnTo>
                  <a:lnTo>
                    <a:pt x="9552" y="15461"/>
                  </a:lnTo>
                  <a:lnTo>
                    <a:pt x="10289" y="10610"/>
                  </a:lnTo>
                  <a:lnTo>
                    <a:pt x="13109" y="9462"/>
                  </a:lnTo>
                  <a:lnTo>
                    <a:pt x="17894" y="6937"/>
                  </a:lnTo>
                  <a:lnTo>
                    <a:pt x="20279" y="5681"/>
                  </a:lnTo>
                  <a:lnTo>
                    <a:pt x="25310" y="3029"/>
                  </a:lnTo>
                  <a:lnTo>
                    <a:pt x="30422" y="334"/>
                  </a:lnTo>
                  <a:lnTo>
                    <a:pt x="35791" y="164"/>
                  </a:lnTo>
                  <a:lnTo>
                    <a:pt x="40973" y="0"/>
                  </a:lnTo>
                  <a:lnTo>
                    <a:pt x="44994" y="6028"/>
                  </a:lnTo>
                  <a:lnTo>
                    <a:pt x="48066" y="10633"/>
                  </a:lnTo>
                  <a:lnTo>
                    <a:pt x="51450" y="15709"/>
                  </a:lnTo>
                  <a:lnTo>
                    <a:pt x="51681" y="16803"/>
                  </a:lnTo>
                  <a:lnTo>
                    <a:pt x="51913" y="210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0"/>
            <p:cNvSpPr/>
            <p:nvPr/>
          </p:nvSpPr>
          <p:spPr>
            <a:xfrm>
              <a:off x="3592460" y="2700767"/>
              <a:ext cx="3768" cy="11127"/>
            </a:xfrm>
            <a:custGeom>
              <a:avLst/>
              <a:pathLst>
                <a:path w="3768" h="11127">
                  <a:moveTo>
                    <a:pt x="542" y="11127"/>
                  </a:moveTo>
                  <a:lnTo>
                    <a:pt x="165" y="8645"/>
                  </a:lnTo>
                  <a:lnTo>
                    <a:pt x="0" y="7749"/>
                  </a:lnTo>
                  <a:lnTo>
                    <a:pt x="2176" y="2986"/>
                  </a:lnTo>
                  <a:lnTo>
                    <a:pt x="3213" y="0"/>
                  </a:lnTo>
                  <a:lnTo>
                    <a:pt x="3751" y="1276"/>
                  </a:lnTo>
                  <a:lnTo>
                    <a:pt x="3768" y="1750"/>
                  </a:lnTo>
                  <a:lnTo>
                    <a:pt x="1749" y="6563"/>
                  </a:lnTo>
                  <a:lnTo>
                    <a:pt x="1728" y="86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1"/>
            <p:cNvSpPr/>
            <p:nvPr/>
          </p:nvSpPr>
          <p:spPr>
            <a:xfrm>
              <a:off x="3600224" y="2672709"/>
              <a:ext cx="8047" cy="34959"/>
            </a:xfrm>
            <a:custGeom>
              <a:avLst/>
              <a:pathLst>
                <a:path w="8047" h="34959">
                  <a:moveTo>
                    <a:pt x="6649" y="31177"/>
                  </a:moveTo>
                  <a:lnTo>
                    <a:pt x="6167" y="31071"/>
                  </a:lnTo>
                  <a:lnTo>
                    <a:pt x="4648" y="32847"/>
                  </a:lnTo>
                  <a:lnTo>
                    <a:pt x="2628" y="34519"/>
                  </a:lnTo>
                  <a:lnTo>
                    <a:pt x="403" y="34959"/>
                  </a:lnTo>
                  <a:lnTo>
                    <a:pt x="88" y="34461"/>
                  </a:lnTo>
                  <a:lnTo>
                    <a:pt x="0" y="33613"/>
                  </a:lnTo>
                  <a:lnTo>
                    <a:pt x="649" y="29485"/>
                  </a:lnTo>
                  <a:lnTo>
                    <a:pt x="900" y="27543"/>
                  </a:lnTo>
                  <a:lnTo>
                    <a:pt x="1863" y="25447"/>
                  </a:lnTo>
                  <a:lnTo>
                    <a:pt x="3229" y="23637"/>
                  </a:lnTo>
                  <a:lnTo>
                    <a:pt x="3808" y="23178"/>
                  </a:lnTo>
                  <a:lnTo>
                    <a:pt x="3743" y="22401"/>
                  </a:lnTo>
                  <a:lnTo>
                    <a:pt x="2927" y="21206"/>
                  </a:lnTo>
                  <a:lnTo>
                    <a:pt x="2076" y="20580"/>
                  </a:lnTo>
                  <a:lnTo>
                    <a:pt x="1268" y="21205"/>
                  </a:lnTo>
                  <a:lnTo>
                    <a:pt x="1017" y="21011"/>
                  </a:lnTo>
                  <a:lnTo>
                    <a:pt x="932" y="20482"/>
                  </a:lnTo>
                  <a:lnTo>
                    <a:pt x="1214" y="19739"/>
                  </a:lnTo>
                  <a:lnTo>
                    <a:pt x="1346" y="18354"/>
                  </a:lnTo>
                  <a:lnTo>
                    <a:pt x="1220" y="16039"/>
                  </a:lnTo>
                  <a:lnTo>
                    <a:pt x="1135" y="13217"/>
                  </a:lnTo>
                  <a:lnTo>
                    <a:pt x="957" y="11036"/>
                  </a:lnTo>
                  <a:lnTo>
                    <a:pt x="1458" y="7486"/>
                  </a:lnTo>
                  <a:lnTo>
                    <a:pt x="1585" y="5798"/>
                  </a:lnTo>
                  <a:lnTo>
                    <a:pt x="2212" y="2185"/>
                  </a:lnTo>
                  <a:lnTo>
                    <a:pt x="3688" y="0"/>
                  </a:lnTo>
                  <a:lnTo>
                    <a:pt x="4960" y="634"/>
                  </a:lnTo>
                  <a:lnTo>
                    <a:pt x="5631" y="796"/>
                  </a:lnTo>
                  <a:lnTo>
                    <a:pt x="5914" y="1223"/>
                  </a:lnTo>
                  <a:lnTo>
                    <a:pt x="6097" y="2475"/>
                  </a:lnTo>
                  <a:lnTo>
                    <a:pt x="7038" y="3923"/>
                  </a:lnTo>
                  <a:lnTo>
                    <a:pt x="7810" y="4104"/>
                  </a:lnTo>
                  <a:lnTo>
                    <a:pt x="8047" y="8762"/>
                  </a:lnTo>
                  <a:lnTo>
                    <a:pt x="7618" y="12747"/>
                  </a:lnTo>
                  <a:lnTo>
                    <a:pt x="7580" y="16237"/>
                  </a:lnTo>
                  <a:lnTo>
                    <a:pt x="7897" y="22720"/>
                  </a:lnTo>
                  <a:lnTo>
                    <a:pt x="7211" y="25473"/>
                  </a:lnTo>
                  <a:lnTo>
                    <a:pt x="6820" y="287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2"/>
            <p:cNvSpPr/>
            <p:nvPr/>
          </p:nvSpPr>
          <p:spPr>
            <a:xfrm>
              <a:off x="1604252" y="4247839"/>
              <a:ext cx="719" cy="3093"/>
            </a:xfrm>
            <a:custGeom>
              <a:avLst/>
              <a:pathLst>
                <a:path w="719" h="3093">
                  <a:moveTo>
                    <a:pt x="719" y="2542"/>
                  </a:moveTo>
                  <a:lnTo>
                    <a:pt x="385" y="3093"/>
                  </a:lnTo>
                  <a:lnTo>
                    <a:pt x="510" y="2346"/>
                  </a:lnTo>
                  <a:lnTo>
                    <a:pt x="252" y="706"/>
                  </a:lnTo>
                  <a:lnTo>
                    <a:pt x="0" y="470"/>
                  </a:lnTo>
                  <a:lnTo>
                    <a:pt x="252" y="0"/>
                  </a:lnTo>
                  <a:lnTo>
                    <a:pt x="614" y="12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3"/>
            <p:cNvSpPr/>
            <p:nvPr/>
          </p:nvSpPr>
          <p:spPr>
            <a:xfrm>
              <a:off x="1628302" y="4179639"/>
              <a:ext cx="2124" cy="3047"/>
            </a:xfrm>
            <a:custGeom>
              <a:avLst/>
              <a:pathLst>
                <a:path w="2124" h="3047">
                  <a:moveTo>
                    <a:pt x="2124" y="2398"/>
                  </a:moveTo>
                  <a:lnTo>
                    <a:pt x="1892" y="3047"/>
                  </a:lnTo>
                  <a:lnTo>
                    <a:pt x="1870" y="2424"/>
                  </a:lnTo>
                  <a:lnTo>
                    <a:pt x="1547" y="2118"/>
                  </a:lnTo>
                  <a:lnTo>
                    <a:pt x="1100" y="1491"/>
                  </a:lnTo>
                  <a:lnTo>
                    <a:pt x="492" y="764"/>
                  </a:lnTo>
                  <a:lnTo>
                    <a:pt x="164" y="646"/>
                  </a:lnTo>
                  <a:lnTo>
                    <a:pt x="0" y="225"/>
                  </a:lnTo>
                  <a:lnTo>
                    <a:pt x="228" y="0"/>
                  </a:lnTo>
                  <a:lnTo>
                    <a:pt x="603" y="328"/>
                  </a:lnTo>
                  <a:lnTo>
                    <a:pt x="1129" y="992"/>
                  </a:lnTo>
                  <a:lnTo>
                    <a:pt x="1736" y="16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4"/>
            <p:cNvSpPr/>
            <p:nvPr/>
          </p:nvSpPr>
          <p:spPr>
            <a:xfrm>
              <a:off x="1578781" y="4175827"/>
              <a:ext cx="1264" cy="2421"/>
            </a:xfrm>
            <a:custGeom>
              <a:avLst/>
              <a:pathLst>
                <a:path w="1264" h="2421">
                  <a:moveTo>
                    <a:pt x="1109" y="1350"/>
                  </a:moveTo>
                  <a:lnTo>
                    <a:pt x="1264" y="2421"/>
                  </a:lnTo>
                  <a:lnTo>
                    <a:pt x="986" y="1918"/>
                  </a:lnTo>
                  <a:lnTo>
                    <a:pt x="97" y="874"/>
                  </a:lnTo>
                  <a:lnTo>
                    <a:pt x="0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5"/>
            <p:cNvSpPr/>
            <p:nvPr/>
          </p:nvSpPr>
          <p:spPr>
            <a:xfrm>
              <a:off x="1621523" y="4173793"/>
              <a:ext cx="1107" cy="2825"/>
            </a:xfrm>
            <a:custGeom>
              <a:avLst/>
              <a:pathLst>
                <a:path w="1107" h="2825">
                  <a:moveTo>
                    <a:pt x="1103" y="2265"/>
                  </a:moveTo>
                  <a:lnTo>
                    <a:pt x="1107" y="2825"/>
                  </a:lnTo>
                  <a:lnTo>
                    <a:pt x="0" y="0"/>
                  </a:lnTo>
                  <a:lnTo>
                    <a:pt x="436" y="22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6"/>
            <p:cNvSpPr/>
            <p:nvPr/>
          </p:nvSpPr>
          <p:spPr>
            <a:xfrm>
              <a:off x="1576574" y="4167702"/>
              <a:ext cx="1735" cy="4660"/>
            </a:xfrm>
            <a:custGeom>
              <a:avLst/>
              <a:pathLst>
                <a:path w="1735" h="4660">
                  <a:moveTo>
                    <a:pt x="1653" y="3846"/>
                  </a:moveTo>
                  <a:lnTo>
                    <a:pt x="1735" y="4660"/>
                  </a:lnTo>
                  <a:lnTo>
                    <a:pt x="1305" y="4123"/>
                  </a:lnTo>
                  <a:lnTo>
                    <a:pt x="898" y="2623"/>
                  </a:lnTo>
                  <a:lnTo>
                    <a:pt x="171" y="764"/>
                  </a:lnTo>
                  <a:lnTo>
                    <a:pt x="0" y="0"/>
                  </a:lnTo>
                  <a:lnTo>
                    <a:pt x="556" y="727"/>
                  </a:lnTo>
                  <a:lnTo>
                    <a:pt x="923" y="181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7"/>
            <p:cNvSpPr/>
            <p:nvPr/>
          </p:nvSpPr>
          <p:spPr>
            <a:xfrm>
              <a:off x="1577977" y="4156194"/>
              <a:ext cx="2455" cy="6085"/>
            </a:xfrm>
            <a:custGeom>
              <a:avLst/>
              <a:pathLst>
                <a:path w="2455" h="6085">
                  <a:moveTo>
                    <a:pt x="485" y="5523"/>
                  </a:moveTo>
                  <a:lnTo>
                    <a:pt x="542" y="6085"/>
                  </a:lnTo>
                  <a:lnTo>
                    <a:pt x="123" y="6010"/>
                  </a:lnTo>
                  <a:lnTo>
                    <a:pt x="0" y="5817"/>
                  </a:lnTo>
                  <a:lnTo>
                    <a:pt x="9" y="4767"/>
                  </a:lnTo>
                  <a:lnTo>
                    <a:pt x="314" y="3494"/>
                  </a:lnTo>
                  <a:lnTo>
                    <a:pt x="551" y="2421"/>
                  </a:lnTo>
                  <a:lnTo>
                    <a:pt x="1037" y="1419"/>
                  </a:lnTo>
                  <a:lnTo>
                    <a:pt x="1903" y="415"/>
                  </a:lnTo>
                  <a:lnTo>
                    <a:pt x="2321" y="0"/>
                  </a:lnTo>
                  <a:lnTo>
                    <a:pt x="2455" y="245"/>
                  </a:lnTo>
                  <a:lnTo>
                    <a:pt x="2295" y="395"/>
                  </a:lnTo>
                  <a:lnTo>
                    <a:pt x="865" y="2493"/>
                  </a:lnTo>
                  <a:lnTo>
                    <a:pt x="418" y="3959"/>
                  </a:lnTo>
                  <a:lnTo>
                    <a:pt x="219" y="4986"/>
                  </a:lnTo>
                  <a:lnTo>
                    <a:pt x="256" y="530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8"/>
            <p:cNvSpPr/>
            <p:nvPr/>
          </p:nvSpPr>
          <p:spPr>
            <a:xfrm>
              <a:off x="1476897" y="4151072"/>
              <a:ext cx="5571" cy="10812"/>
            </a:xfrm>
            <a:custGeom>
              <a:avLst/>
              <a:pathLst>
                <a:path w="5571" h="10812">
                  <a:moveTo>
                    <a:pt x="3607" y="5722"/>
                  </a:moveTo>
                  <a:lnTo>
                    <a:pt x="5262" y="7098"/>
                  </a:lnTo>
                  <a:lnTo>
                    <a:pt x="5571" y="9329"/>
                  </a:lnTo>
                  <a:lnTo>
                    <a:pt x="5215" y="10812"/>
                  </a:lnTo>
                  <a:lnTo>
                    <a:pt x="4378" y="10445"/>
                  </a:lnTo>
                  <a:lnTo>
                    <a:pt x="3964" y="9635"/>
                  </a:lnTo>
                  <a:lnTo>
                    <a:pt x="3382" y="6974"/>
                  </a:lnTo>
                  <a:lnTo>
                    <a:pt x="1764" y="7574"/>
                  </a:lnTo>
                  <a:lnTo>
                    <a:pt x="645" y="7049"/>
                  </a:lnTo>
                  <a:lnTo>
                    <a:pt x="25" y="3581"/>
                  </a:lnTo>
                  <a:lnTo>
                    <a:pt x="0" y="2005"/>
                  </a:lnTo>
                  <a:lnTo>
                    <a:pt x="271" y="1041"/>
                  </a:lnTo>
                  <a:lnTo>
                    <a:pt x="1460" y="0"/>
                  </a:lnTo>
                  <a:lnTo>
                    <a:pt x="2943" y="767"/>
                  </a:lnTo>
                  <a:lnTo>
                    <a:pt x="3509" y="273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29"/>
            <p:cNvSpPr/>
            <p:nvPr/>
          </p:nvSpPr>
          <p:spPr>
            <a:xfrm>
              <a:off x="1473711" y="4150278"/>
              <a:ext cx="1489" cy="3001"/>
            </a:xfrm>
            <a:custGeom>
              <a:avLst/>
              <a:pathLst>
                <a:path w="1489" h="3001">
                  <a:moveTo>
                    <a:pt x="1129" y="2230"/>
                  </a:moveTo>
                  <a:lnTo>
                    <a:pt x="769" y="3001"/>
                  </a:lnTo>
                  <a:lnTo>
                    <a:pt x="290" y="2461"/>
                  </a:lnTo>
                  <a:lnTo>
                    <a:pt x="77" y="1719"/>
                  </a:lnTo>
                  <a:lnTo>
                    <a:pt x="0" y="934"/>
                  </a:lnTo>
                  <a:lnTo>
                    <a:pt x="111" y="0"/>
                  </a:lnTo>
                  <a:lnTo>
                    <a:pt x="1185" y="129"/>
                  </a:lnTo>
                  <a:lnTo>
                    <a:pt x="1489" y="53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0"/>
            <p:cNvSpPr/>
            <p:nvPr/>
          </p:nvSpPr>
          <p:spPr>
            <a:xfrm>
              <a:off x="1455601" y="4128711"/>
              <a:ext cx="1392" cy="4126"/>
            </a:xfrm>
            <a:custGeom>
              <a:avLst/>
              <a:pathLst>
                <a:path w="1392" h="4126">
                  <a:moveTo>
                    <a:pt x="870" y="4080"/>
                  </a:moveTo>
                  <a:lnTo>
                    <a:pt x="414" y="4126"/>
                  </a:lnTo>
                  <a:lnTo>
                    <a:pt x="0" y="3664"/>
                  </a:lnTo>
                  <a:lnTo>
                    <a:pt x="104" y="623"/>
                  </a:lnTo>
                  <a:lnTo>
                    <a:pt x="215" y="0"/>
                  </a:lnTo>
                  <a:lnTo>
                    <a:pt x="855" y="1027"/>
                  </a:lnTo>
                  <a:lnTo>
                    <a:pt x="1392" y="368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1"/>
            <p:cNvSpPr/>
            <p:nvPr/>
          </p:nvSpPr>
          <p:spPr>
            <a:xfrm>
              <a:off x="1546915" y="4124948"/>
              <a:ext cx="1893" cy="1670"/>
            </a:xfrm>
            <a:custGeom>
              <a:avLst/>
              <a:pathLst>
                <a:path w="1893" h="1670">
                  <a:moveTo>
                    <a:pt x="1267" y="219"/>
                  </a:moveTo>
                  <a:lnTo>
                    <a:pt x="1893" y="1670"/>
                  </a:lnTo>
                  <a:lnTo>
                    <a:pt x="1060" y="683"/>
                  </a:lnTo>
                  <a:lnTo>
                    <a:pt x="0" y="259"/>
                  </a:lnTo>
                  <a:lnTo>
                    <a:pt x="404" y="0"/>
                  </a:lnTo>
                  <a:lnTo>
                    <a:pt x="989" y="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2"/>
            <p:cNvSpPr/>
            <p:nvPr/>
          </p:nvSpPr>
          <p:spPr>
            <a:xfrm>
              <a:off x="1545112" y="4124019"/>
              <a:ext cx="1568" cy="1760"/>
            </a:xfrm>
            <a:custGeom>
              <a:avLst/>
              <a:pathLst>
                <a:path w="1568" h="1760">
                  <a:moveTo>
                    <a:pt x="1568" y="1592"/>
                  </a:moveTo>
                  <a:lnTo>
                    <a:pt x="1113" y="1760"/>
                  </a:lnTo>
                  <a:lnTo>
                    <a:pt x="0" y="0"/>
                  </a:lnTo>
                  <a:lnTo>
                    <a:pt x="428" y="0"/>
                  </a:lnTo>
                  <a:lnTo>
                    <a:pt x="1066" y="109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3"/>
            <p:cNvSpPr/>
            <p:nvPr/>
          </p:nvSpPr>
          <p:spPr>
            <a:xfrm>
              <a:off x="1455292" y="4123816"/>
              <a:ext cx="855" cy="2692"/>
            </a:xfrm>
            <a:custGeom>
              <a:avLst/>
              <a:pathLst>
                <a:path w="855" h="2692">
                  <a:moveTo>
                    <a:pt x="527" y="2467"/>
                  </a:moveTo>
                  <a:lnTo>
                    <a:pt x="316" y="2692"/>
                  </a:lnTo>
                  <a:lnTo>
                    <a:pt x="94" y="2155"/>
                  </a:lnTo>
                  <a:lnTo>
                    <a:pt x="0" y="1330"/>
                  </a:lnTo>
                  <a:lnTo>
                    <a:pt x="76" y="0"/>
                  </a:lnTo>
                  <a:lnTo>
                    <a:pt x="632" y="877"/>
                  </a:lnTo>
                  <a:lnTo>
                    <a:pt x="855" y="146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4"/>
            <p:cNvSpPr/>
            <p:nvPr/>
          </p:nvSpPr>
          <p:spPr>
            <a:xfrm>
              <a:off x="1523173" y="4109195"/>
              <a:ext cx="1514" cy="7906"/>
            </a:xfrm>
            <a:custGeom>
              <a:avLst/>
              <a:pathLst>
                <a:path w="1514" h="7906">
                  <a:moveTo>
                    <a:pt x="1463" y="7404"/>
                  </a:moveTo>
                  <a:lnTo>
                    <a:pt x="1514" y="7906"/>
                  </a:lnTo>
                  <a:lnTo>
                    <a:pt x="1278" y="7877"/>
                  </a:lnTo>
                  <a:lnTo>
                    <a:pt x="851" y="6380"/>
                  </a:lnTo>
                  <a:lnTo>
                    <a:pt x="698" y="5081"/>
                  </a:lnTo>
                  <a:lnTo>
                    <a:pt x="427" y="3612"/>
                  </a:lnTo>
                  <a:lnTo>
                    <a:pt x="53" y="2542"/>
                  </a:lnTo>
                  <a:lnTo>
                    <a:pt x="11" y="1555"/>
                  </a:lnTo>
                  <a:lnTo>
                    <a:pt x="0" y="0"/>
                  </a:lnTo>
                  <a:lnTo>
                    <a:pt x="422" y="2383"/>
                  </a:lnTo>
                  <a:lnTo>
                    <a:pt x="822" y="4296"/>
                  </a:lnTo>
                  <a:lnTo>
                    <a:pt x="1114" y="586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5"/>
            <p:cNvSpPr/>
            <p:nvPr/>
          </p:nvSpPr>
          <p:spPr>
            <a:xfrm>
              <a:off x="1558666" y="4107380"/>
              <a:ext cx="556" cy="2640"/>
            </a:xfrm>
            <a:custGeom>
              <a:avLst/>
              <a:pathLst>
                <a:path w="556" h="2640">
                  <a:moveTo>
                    <a:pt x="204" y="2320"/>
                  </a:moveTo>
                  <a:lnTo>
                    <a:pt x="0" y="2640"/>
                  </a:lnTo>
                  <a:lnTo>
                    <a:pt x="261" y="294"/>
                  </a:lnTo>
                  <a:lnTo>
                    <a:pt x="55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6"/>
            <p:cNvSpPr/>
            <p:nvPr/>
          </p:nvSpPr>
          <p:spPr>
            <a:xfrm>
              <a:off x="1528387" y="4099675"/>
              <a:ext cx="1258" cy="4256"/>
            </a:xfrm>
            <a:custGeom>
              <a:avLst/>
              <a:pathLst>
                <a:path w="1258" h="4256">
                  <a:moveTo>
                    <a:pt x="1258" y="2926"/>
                  </a:moveTo>
                  <a:lnTo>
                    <a:pt x="1185" y="4256"/>
                  </a:lnTo>
                  <a:lnTo>
                    <a:pt x="970" y="2972"/>
                  </a:lnTo>
                  <a:lnTo>
                    <a:pt x="262" y="917"/>
                  </a:lnTo>
                  <a:lnTo>
                    <a:pt x="0" y="0"/>
                  </a:lnTo>
                  <a:lnTo>
                    <a:pt x="312" y="14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7"/>
            <p:cNvSpPr/>
            <p:nvPr/>
          </p:nvSpPr>
          <p:spPr>
            <a:xfrm>
              <a:off x="1602848" y="3942136"/>
              <a:ext cx="758" cy="3156"/>
            </a:xfrm>
            <a:custGeom>
              <a:avLst/>
              <a:pathLst>
                <a:path w="758" h="3156">
                  <a:moveTo>
                    <a:pt x="451" y="2651"/>
                  </a:moveTo>
                  <a:lnTo>
                    <a:pt x="30" y="3156"/>
                  </a:lnTo>
                  <a:lnTo>
                    <a:pt x="0" y="0"/>
                  </a:lnTo>
                  <a:lnTo>
                    <a:pt x="546" y="600"/>
                  </a:lnTo>
                  <a:lnTo>
                    <a:pt x="758" y="1105"/>
                  </a:lnTo>
                  <a:lnTo>
                    <a:pt x="667" y="196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8"/>
            <p:cNvSpPr/>
            <p:nvPr/>
          </p:nvSpPr>
          <p:spPr>
            <a:xfrm>
              <a:off x="1597740" y="3927061"/>
              <a:ext cx="857" cy="2781"/>
            </a:xfrm>
            <a:custGeom>
              <a:avLst/>
              <a:pathLst>
                <a:path w="857" h="2781">
                  <a:moveTo>
                    <a:pt x="857" y="470"/>
                  </a:moveTo>
                  <a:lnTo>
                    <a:pt x="2" y="2781"/>
                  </a:lnTo>
                  <a:lnTo>
                    <a:pt x="0" y="320"/>
                  </a:lnTo>
                  <a:lnTo>
                    <a:pt x="308" y="0"/>
                  </a:lnTo>
                  <a:lnTo>
                    <a:pt x="587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39"/>
            <p:cNvSpPr/>
            <p:nvPr/>
          </p:nvSpPr>
          <p:spPr>
            <a:xfrm>
              <a:off x="1597369" y="3920554"/>
              <a:ext cx="3902" cy="4446"/>
            </a:xfrm>
            <a:custGeom>
              <a:avLst/>
              <a:pathLst>
                <a:path w="3902" h="4446">
                  <a:moveTo>
                    <a:pt x="1635" y="0"/>
                  </a:moveTo>
                  <a:lnTo>
                    <a:pt x="3360" y="1535"/>
                  </a:lnTo>
                  <a:lnTo>
                    <a:pt x="3902" y="1370"/>
                  </a:lnTo>
                  <a:lnTo>
                    <a:pt x="3354" y="2885"/>
                  </a:lnTo>
                  <a:lnTo>
                    <a:pt x="1636" y="3708"/>
                  </a:lnTo>
                  <a:lnTo>
                    <a:pt x="1067" y="4446"/>
                  </a:lnTo>
                  <a:lnTo>
                    <a:pt x="372" y="3967"/>
                  </a:lnTo>
                  <a:lnTo>
                    <a:pt x="0" y="221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0"/>
            <p:cNvSpPr/>
            <p:nvPr/>
          </p:nvSpPr>
          <p:spPr>
            <a:xfrm>
              <a:off x="1586115" y="3909707"/>
              <a:ext cx="1303" cy="3428"/>
            </a:xfrm>
            <a:custGeom>
              <a:avLst/>
              <a:pathLst>
                <a:path w="1303" h="3428">
                  <a:moveTo>
                    <a:pt x="791" y="2891"/>
                  </a:moveTo>
                  <a:lnTo>
                    <a:pt x="541" y="3428"/>
                  </a:lnTo>
                  <a:lnTo>
                    <a:pt x="73" y="1662"/>
                  </a:lnTo>
                  <a:lnTo>
                    <a:pt x="0" y="923"/>
                  </a:lnTo>
                  <a:lnTo>
                    <a:pt x="845" y="0"/>
                  </a:lnTo>
                  <a:lnTo>
                    <a:pt x="1303" y="49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1"/>
            <p:cNvSpPr/>
            <p:nvPr/>
          </p:nvSpPr>
          <p:spPr>
            <a:xfrm>
              <a:off x="1592014" y="3895876"/>
              <a:ext cx="1420" cy="2597"/>
            </a:xfrm>
            <a:custGeom>
              <a:avLst/>
              <a:pathLst>
                <a:path w="1420" h="2597">
                  <a:moveTo>
                    <a:pt x="869" y="2369"/>
                  </a:moveTo>
                  <a:lnTo>
                    <a:pt x="124" y="2597"/>
                  </a:lnTo>
                  <a:lnTo>
                    <a:pt x="0" y="1136"/>
                  </a:lnTo>
                  <a:lnTo>
                    <a:pt x="230" y="363"/>
                  </a:lnTo>
                  <a:lnTo>
                    <a:pt x="550" y="0"/>
                  </a:lnTo>
                  <a:lnTo>
                    <a:pt x="1118" y="453"/>
                  </a:lnTo>
                  <a:lnTo>
                    <a:pt x="1420" y="1093"/>
                  </a:lnTo>
                  <a:lnTo>
                    <a:pt x="1402" y="164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2"/>
            <p:cNvSpPr/>
            <p:nvPr/>
          </p:nvSpPr>
          <p:spPr>
            <a:xfrm>
              <a:off x="1584869" y="3893556"/>
              <a:ext cx="2405" cy="4504"/>
            </a:xfrm>
            <a:custGeom>
              <a:avLst/>
              <a:pathLst>
                <a:path w="2405" h="4504">
                  <a:moveTo>
                    <a:pt x="2072" y="3809"/>
                  </a:moveTo>
                  <a:lnTo>
                    <a:pt x="945" y="4504"/>
                  </a:lnTo>
                  <a:lnTo>
                    <a:pt x="405" y="4377"/>
                  </a:lnTo>
                  <a:lnTo>
                    <a:pt x="0" y="1965"/>
                  </a:lnTo>
                  <a:lnTo>
                    <a:pt x="145" y="473"/>
                  </a:lnTo>
                  <a:lnTo>
                    <a:pt x="325" y="0"/>
                  </a:lnTo>
                  <a:lnTo>
                    <a:pt x="2244" y="588"/>
                  </a:lnTo>
                  <a:lnTo>
                    <a:pt x="2405" y="1682"/>
                  </a:lnTo>
                  <a:lnTo>
                    <a:pt x="2376" y="272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3"/>
            <p:cNvSpPr/>
            <p:nvPr/>
          </p:nvSpPr>
          <p:spPr>
            <a:xfrm>
              <a:off x="3782993" y="2861266"/>
              <a:ext cx="9831" cy="46942"/>
            </a:xfrm>
            <a:custGeom>
              <a:avLst/>
              <a:pathLst>
                <a:path w="9831" h="46942">
                  <a:moveTo>
                    <a:pt x="5908" y="45684"/>
                  </a:moveTo>
                  <a:lnTo>
                    <a:pt x="4872" y="46290"/>
                  </a:lnTo>
                  <a:lnTo>
                    <a:pt x="3898" y="46942"/>
                  </a:lnTo>
                  <a:lnTo>
                    <a:pt x="3086" y="46924"/>
                  </a:lnTo>
                  <a:lnTo>
                    <a:pt x="2433" y="46668"/>
                  </a:lnTo>
                  <a:lnTo>
                    <a:pt x="1999" y="46041"/>
                  </a:lnTo>
                  <a:lnTo>
                    <a:pt x="1163" y="43544"/>
                  </a:lnTo>
                  <a:lnTo>
                    <a:pt x="573" y="40305"/>
                  </a:lnTo>
                  <a:lnTo>
                    <a:pt x="936" y="38498"/>
                  </a:lnTo>
                  <a:lnTo>
                    <a:pt x="1060" y="37370"/>
                  </a:lnTo>
                  <a:lnTo>
                    <a:pt x="261" y="28834"/>
                  </a:lnTo>
                  <a:lnTo>
                    <a:pt x="0" y="22280"/>
                  </a:lnTo>
                  <a:lnTo>
                    <a:pt x="95" y="20936"/>
                  </a:lnTo>
                  <a:lnTo>
                    <a:pt x="552" y="19390"/>
                  </a:lnTo>
                  <a:lnTo>
                    <a:pt x="1312" y="15973"/>
                  </a:lnTo>
                  <a:lnTo>
                    <a:pt x="1717" y="12682"/>
                  </a:lnTo>
                  <a:lnTo>
                    <a:pt x="2860" y="5077"/>
                  </a:lnTo>
                  <a:lnTo>
                    <a:pt x="4068" y="2148"/>
                  </a:lnTo>
                  <a:lnTo>
                    <a:pt x="5842" y="0"/>
                  </a:lnTo>
                  <a:lnTo>
                    <a:pt x="7301" y="4200"/>
                  </a:lnTo>
                  <a:lnTo>
                    <a:pt x="9073" y="7413"/>
                  </a:lnTo>
                  <a:lnTo>
                    <a:pt x="9409" y="11000"/>
                  </a:lnTo>
                  <a:lnTo>
                    <a:pt x="8888" y="13921"/>
                  </a:lnTo>
                  <a:lnTo>
                    <a:pt x="8409" y="18573"/>
                  </a:lnTo>
                  <a:lnTo>
                    <a:pt x="8696" y="20711"/>
                  </a:lnTo>
                  <a:lnTo>
                    <a:pt x="8803" y="22561"/>
                  </a:lnTo>
                  <a:lnTo>
                    <a:pt x="9285" y="25672"/>
                  </a:lnTo>
                  <a:lnTo>
                    <a:pt x="9751" y="29706"/>
                  </a:lnTo>
                  <a:lnTo>
                    <a:pt x="9831" y="32515"/>
                  </a:lnTo>
                  <a:lnTo>
                    <a:pt x="9578" y="35116"/>
                  </a:lnTo>
                  <a:lnTo>
                    <a:pt x="8962" y="37302"/>
                  </a:lnTo>
                  <a:lnTo>
                    <a:pt x="7748" y="43880"/>
                  </a:lnTo>
                  <a:lnTo>
                    <a:pt x="7386" y="445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4"/>
            <p:cNvSpPr/>
            <p:nvPr/>
          </p:nvSpPr>
          <p:spPr>
            <a:xfrm>
              <a:off x="3431850" y="2207930"/>
              <a:ext cx="108913" cy="135709"/>
            </a:xfrm>
            <a:custGeom>
              <a:avLst/>
              <a:pathLst>
                <a:path w="108913" h="135709">
                  <a:moveTo>
                    <a:pt x="91727" y="83122"/>
                  </a:moveTo>
                  <a:lnTo>
                    <a:pt x="92937" y="86175"/>
                  </a:lnTo>
                  <a:lnTo>
                    <a:pt x="94475" y="87798"/>
                  </a:lnTo>
                  <a:lnTo>
                    <a:pt x="98036" y="89514"/>
                  </a:lnTo>
                  <a:lnTo>
                    <a:pt x="98353" y="89312"/>
                  </a:lnTo>
                  <a:lnTo>
                    <a:pt x="98389" y="88989"/>
                  </a:lnTo>
                  <a:lnTo>
                    <a:pt x="98141" y="88546"/>
                  </a:lnTo>
                  <a:lnTo>
                    <a:pt x="98103" y="87974"/>
                  </a:lnTo>
                  <a:lnTo>
                    <a:pt x="98278" y="87276"/>
                  </a:lnTo>
                  <a:lnTo>
                    <a:pt x="98768" y="87240"/>
                  </a:lnTo>
                  <a:lnTo>
                    <a:pt x="99573" y="87865"/>
                  </a:lnTo>
                  <a:lnTo>
                    <a:pt x="101105" y="86960"/>
                  </a:lnTo>
                  <a:lnTo>
                    <a:pt x="103362" y="84526"/>
                  </a:lnTo>
                  <a:lnTo>
                    <a:pt x="105435" y="84031"/>
                  </a:lnTo>
                  <a:lnTo>
                    <a:pt x="107322" y="85475"/>
                  </a:lnTo>
                  <a:lnTo>
                    <a:pt x="108292" y="87156"/>
                  </a:lnTo>
                  <a:lnTo>
                    <a:pt x="108913" y="88752"/>
                  </a:lnTo>
                  <a:lnTo>
                    <a:pt x="108719" y="90723"/>
                  </a:lnTo>
                  <a:lnTo>
                    <a:pt x="108599" y="91951"/>
                  </a:lnTo>
                  <a:lnTo>
                    <a:pt x="108101" y="97034"/>
                  </a:lnTo>
                  <a:lnTo>
                    <a:pt x="107757" y="98930"/>
                  </a:lnTo>
                  <a:lnTo>
                    <a:pt x="107205" y="101059"/>
                  </a:lnTo>
                  <a:lnTo>
                    <a:pt x="101345" y="103596"/>
                  </a:lnTo>
                  <a:lnTo>
                    <a:pt x="101722" y="102377"/>
                  </a:lnTo>
                  <a:lnTo>
                    <a:pt x="101585" y="100240"/>
                  </a:lnTo>
                  <a:lnTo>
                    <a:pt x="101339" y="98628"/>
                  </a:lnTo>
                  <a:lnTo>
                    <a:pt x="101886" y="97169"/>
                  </a:lnTo>
                  <a:lnTo>
                    <a:pt x="100567" y="96641"/>
                  </a:lnTo>
                  <a:lnTo>
                    <a:pt x="99990" y="97442"/>
                  </a:lnTo>
                  <a:lnTo>
                    <a:pt x="99541" y="98836"/>
                  </a:lnTo>
                  <a:lnTo>
                    <a:pt x="99940" y="102046"/>
                  </a:lnTo>
                  <a:lnTo>
                    <a:pt x="99298" y="103821"/>
                  </a:lnTo>
                  <a:lnTo>
                    <a:pt x="99052" y="104815"/>
                  </a:lnTo>
                  <a:lnTo>
                    <a:pt x="99023" y="107162"/>
                  </a:lnTo>
                  <a:lnTo>
                    <a:pt x="98644" y="108178"/>
                  </a:lnTo>
                  <a:lnTo>
                    <a:pt x="98569" y="109285"/>
                  </a:lnTo>
                  <a:lnTo>
                    <a:pt x="99503" y="108998"/>
                  </a:lnTo>
                  <a:lnTo>
                    <a:pt x="99083" y="111026"/>
                  </a:lnTo>
                  <a:lnTo>
                    <a:pt x="97328" y="114923"/>
                  </a:lnTo>
                  <a:lnTo>
                    <a:pt x="96709" y="117245"/>
                  </a:lnTo>
                  <a:lnTo>
                    <a:pt x="96861" y="126459"/>
                  </a:lnTo>
                  <a:lnTo>
                    <a:pt x="96079" y="131967"/>
                  </a:lnTo>
                  <a:lnTo>
                    <a:pt x="96018" y="133598"/>
                  </a:lnTo>
                  <a:lnTo>
                    <a:pt x="94154" y="133650"/>
                  </a:lnTo>
                  <a:lnTo>
                    <a:pt x="93599" y="133523"/>
                  </a:lnTo>
                  <a:lnTo>
                    <a:pt x="91836" y="132693"/>
                  </a:lnTo>
                  <a:lnTo>
                    <a:pt x="89857" y="131229"/>
                  </a:lnTo>
                  <a:lnTo>
                    <a:pt x="88694" y="128386"/>
                  </a:lnTo>
                  <a:lnTo>
                    <a:pt x="87950" y="126355"/>
                  </a:lnTo>
                  <a:lnTo>
                    <a:pt x="86273" y="127273"/>
                  </a:lnTo>
                  <a:lnTo>
                    <a:pt x="85953" y="127027"/>
                  </a:lnTo>
                  <a:lnTo>
                    <a:pt x="85494" y="126046"/>
                  </a:lnTo>
                  <a:lnTo>
                    <a:pt x="84230" y="125388"/>
                  </a:lnTo>
                  <a:lnTo>
                    <a:pt x="82669" y="125375"/>
                  </a:lnTo>
                  <a:lnTo>
                    <a:pt x="79162" y="121663"/>
                  </a:lnTo>
                  <a:lnTo>
                    <a:pt x="78774" y="121035"/>
                  </a:lnTo>
                  <a:lnTo>
                    <a:pt x="76021" y="121661"/>
                  </a:lnTo>
                  <a:lnTo>
                    <a:pt x="71896" y="123500"/>
                  </a:lnTo>
                  <a:lnTo>
                    <a:pt x="68749" y="125766"/>
                  </a:lnTo>
                  <a:lnTo>
                    <a:pt x="65499" y="129806"/>
                  </a:lnTo>
                  <a:lnTo>
                    <a:pt x="64181" y="132871"/>
                  </a:lnTo>
                  <a:lnTo>
                    <a:pt x="62653" y="134498"/>
                  </a:lnTo>
                  <a:lnTo>
                    <a:pt x="60478" y="135709"/>
                  </a:lnTo>
                  <a:lnTo>
                    <a:pt x="56595" y="135250"/>
                  </a:lnTo>
                  <a:lnTo>
                    <a:pt x="52550" y="133710"/>
                  </a:lnTo>
                  <a:lnTo>
                    <a:pt x="48204" y="132057"/>
                  </a:lnTo>
                  <a:lnTo>
                    <a:pt x="45859" y="132970"/>
                  </a:lnTo>
                  <a:lnTo>
                    <a:pt x="42683" y="132285"/>
                  </a:lnTo>
                  <a:lnTo>
                    <a:pt x="37893" y="130308"/>
                  </a:lnTo>
                  <a:lnTo>
                    <a:pt x="34326" y="129708"/>
                  </a:lnTo>
                  <a:lnTo>
                    <a:pt x="30809" y="130872"/>
                  </a:lnTo>
                  <a:lnTo>
                    <a:pt x="30218" y="129984"/>
                  </a:lnTo>
                  <a:lnTo>
                    <a:pt x="30089" y="128965"/>
                  </a:lnTo>
                  <a:lnTo>
                    <a:pt x="30225" y="127521"/>
                  </a:lnTo>
                  <a:lnTo>
                    <a:pt x="30721" y="126359"/>
                  </a:lnTo>
                  <a:lnTo>
                    <a:pt x="31572" y="125479"/>
                  </a:lnTo>
                  <a:lnTo>
                    <a:pt x="32022" y="124586"/>
                  </a:lnTo>
                  <a:lnTo>
                    <a:pt x="32069" y="123677"/>
                  </a:lnTo>
                  <a:lnTo>
                    <a:pt x="31113" y="122220"/>
                  </a:lnTo>
                  <a:lnTo>
                    <a:pt x="29154" y="120213"/>
                  </a:lnTo>
                  <a:lnTo>
                    <a:pt x="28347" y="118955"/>
                  </a:lnTo>
                  <a:lnTo>
                    <a:pt x="28149" y="118644"/>
                  </a:lnTo>
                  <a:lnTo>
                    <a:pt x="28096" y="117516"/>
                  </a:lnTo>
                  <a:lnTo>
                    <a:pt x="27690" y="116630"/>
                  </a:lnTo>
                  <a:lnTo>
                    <a:pt x="26929" y="115984"/>
                  </a:lnTo>
                  <a:lnTo>
                    <a:pt x="26340" y="114812"/>
                  </a:lnTo>
                  <a:lnTo>
                    <a:pt x="25924" y="113114"/>
                  </a:lnTo>
                  <a:lnTo>
                    <a:pt x="26014" y="111514"/>
                  </a:lnTo>
                  <a:lnTo>
                    <a:pt x="26609" y="110015"/>
                  </a:lnTo>
                  <a:lnTo>
                    <a:pt x="27369" y="109364"/>
                  </a:lnTo>
                  <a:lnTo>
                    <a:pt x="28298" y="109566"/>
                  </a:lnTo>
                  <a:lnTo>
                    <a:pt x="28684" y="109141"/>
                  </a:lnTo>
                  <a:lnTo>
                    <a:pt x="28529" y="108089"/>
                  </a:lnTo>
                  <a:lnTo>
                    <a:pt x="27622" y="106746"/>
                  </a:lnTo>
                  <a:lnTo>
                    <a:pt x="25960" y="105112"/>
                  </a:lnTo>
                  <a:lnTo>
                    <a:pt x="24269" y="106002"/>
                  </a:lnTo>
                  <a:lnTo>
                    <a:pt x="22546" y="109413"/>
                  </a:lnTo>
                  <a:lnTo>
                    <a:pt x="21304" y="109967"/>
                  </a:lnTo>
                  <a:lnTo>
                    <a:pt x="20543" y="107665"/>
                  </a:lnTo>
                  <a:lnTo>
                    <a:pt x="19189" y="106298"/>
                  </a:lnTo>
                  <a:lnTo>
                    <a:pt x="17244" y="105868"/>
                  </a:lnTo>
                  <a:lnTo>
                    <a:pt x="16046" y="104988"/>
                  </a:lnTo>
                  <a:lnTo>
                    <a:pt x="15596" y="103659"/>
                  </a:lnTo>
                  <a:lnTo>
                    <a:pt x="14745" y="102635"/>
                  </a:lnTo>
                  <a:lnTo>
                    <a:pt x="12869" y="101554"/>
                  </a:lnTo>
                  <a:lnTo>
                    <a:pt x="12844" y="100515"/>
                  </a:lnTo>
                  <a:lnTo>
                    <a:pt x="13148" y="100272"/>
                  </a:lnTo>
                  <a:lnTo>
                    <a:pt x="13814" y="100173"/>
                  </a:lnTo>
                  <a:lnTo>
                    <a:pt x="14708" y="99954"/>
                  </a:lnTo>
                  <a:lnTo>
                    <a:pt x="14851" y="99367"/>
                  </a:lnTo>
                  <a:lnTo>
                    <a:pt x="14861" y="98830"/>
                  </a:lnTo>
                  <a:lnTo>
                    <a:pt x="14156" y="98146"/>
                  </a:lnTo>
                  <a:lnTo>
                    <a:pt x="13443" y="97682"/>
                  </a:lnTo>
                  <a:lnTo>
                    <a:pt x="13072" y="97217"/>
                  </a:lnTo>
                  <a:lnTo>
                    <a:pt x="12834" y="96705"/>
                  </a:lnTo>
                  <a:lnTo>
                    <a:pt x="12786" y="96167"/>
                  </a:lnTo>
                  <a:lnTo>
                    <a:pt x="12996" y="95800"/>
                  </a:lnTo>
                  <a:lnTo>
                    <a:pt x="13281" y="95776"/>
                  </a:lnTo>
                  <a:lnTo>
                    <a:pt x="13566" y="95458"/>
                  </a:lnTo>
                  <a:lnTo>
                    <a:pt x="13725" y="94212"/>
                  </a:lnTo>
                  <a:lnTo>
                    <a:pt x="14109" y="93186"/>
                  </a:lnTo>
                  <a:lnTo>
                    <a:pt x="14385" y="92819"/>
                  </a:lnTo>
                  <a:lnTo>
                    <a:pt x="14367" y="92062"/>
                  </a:lnTo>
                  <a:lnTo>
                    <a:pt x="14081" y="91353"/>
                  </a:lnTo>
                  <a:lnTo>
                    <a:pt x="13690" y="90743"/>
                  </a:lnTo>
                  <a:lnTo>
                    <a:pt x="13118" y="90372"/>
                  </a:lnTo>
                  <a:lnTo>
                    <a:pt x="11331" y="89302"/>
                  </a:lnTo>
                  <a:lnTo>
                    <a:pt x="10426" y="87811"/>
                  </a:lnTo>
                  <a:lnTo>
                    <a:pt x="9875" y="87758"/>
                  </a:lnTo>
                  <a:lnTo>
                    <a:pt x="8999" y="86931"/>
                  </a:lnTo>
                  <a:lnTo>
                    <a:pt x="8055" y="85637"/>
                  </a:lnTo>
                  <a:lnTo>
                    <a:pt x="7238" y="83799"/>
                  </a:lnTo>
                  <a:lnTo>
                    <a:pt x="6355" y="82607"/>
                  </a:lnTo>
                  <a:lnTo>
                    <a:pt x="6127" y="82118"/>
                  </a:lnTo>
                  <a:lnTo>
                    <a:pt x="6106" y="81655"/>
                  </a:lnTo>
                  <a:lnTo>
                    <a:pt x="6268" y="81141"/>
                  </a:lnTo>
                  <a:lnTo>
                    <a:pt x="6263" y="80580"/>
                  </a:lnTo>
                  <a:lnTo>
                    <a:pt x="6030" y="78778"/>
                  </a:lnTo>
                  <a:lnTo>
                    <a:pt x="6185" y="76870"/>
                  </a:lnTo>
                  <a:lnTo>
                    <a:pt x="6145" y="75083"/>
                  </a:lnTo>
                  <a:lnTo>
                    <a:pt x="6136" y="74276"/>
                  </a:lnTo>
                  <a:lnTo>
                    <a:pt x="5965" y="74031"/>
                  </a:lnTo>
                  <a:lnTo>
                    <a:pt x="5812" y="74301"/>
                  </a:lnTo>
                  <a:lnTo>
                    <a:pt x="5593" y="74643"/>
                  </a:lnTo>
                  <a:lnTo>
                    <a:pt x="5379" y="74706"/>
                  </a:lnTo>
                  <a:lnTo>
                    <a:pt x="4729" y="73402"/>
                  </a:lnTo>
                  <a:lnTo>
                    <a:pt x="3905" y="70740"/>
                  </a:lnTo>
                  <a:lnTo>
                    <a:pt x="3346" y="69852"/>
                  </a:lnTo>
                  <a:lnTo>
                    <a:pt x="2257" y="68633"/>
                  </a:lnTo>
                  <a:lnTo>
                    <a:pt x="1344" y="67607"/>
                  </a:lnTo>
                  <a:lnTo>
                    <a:pt x="685" y="65385"/>
                  </a:lnTo>
                  <a:lnTo>
                    <a:pt x="0" y="63674"/>
                  </a:lnTo>
                  <a:lnTo>
                    <a:pt x="450" y="62953"/>
                  </a:lnTo>
                  <a:lnTo>
                    <a:pt x="3064" y="61950"/>
                  </a:lnTo>
                  <a:lnTo>
                    <a:pt x="4279" y="62938"/>
                  </a:lnTo>
                  <a:lnTo>
                    <a:pt x="4824" y="62579"/>
                  </a:lnTo>
                  <a:lnTo>
                    <a:pt x="5358" y="61777"/>
                  </a:lnTo>
                  <a:lnTo>
                    <a:pt x="5649" y="61138"/>
                  </a:lnTo>
                  <a:lnTo>
                    <a:pt x="5703" y="60457"/>
                  </a:lnTo>
                  <a:lnTo>
                    <a:pt x="5966" y="59607"/>
                  </a:lnTo>
                  <a:lnTo>
                    <a:pt x="6849" y="59209"/>
                  </a:lnTo>
                  <a:lnTo>
                    <a:pt x="9183" y="59725"/>
                  </a:lnTo>
                  <a:lnTo>
                    <a:pt x="10125" y="58538"/>
                  </a:lnTo>
                  <a:lnTo>
                    <a:pt x="10474" y="57890"/>
                  </a:lnTo>
                  <a:lnTo>
                    <a:pt x="10686" y="56462"/>
                  </a:lnTo>
                  <a:lnTo>
                    <a:pt x="10932" y="55313"/>
                  </a:lnTo>
                  <a:lnTo>
                    <a:pt x="11769" y="54700"/>
                  </a:lnTo>
                  <a:lnTo>
                    <a:pt x="11755" y="53652"/>
                  </a:lnTo>
                  <a:lnTo>
                    <a:pt x="11628" y="52511"/>
                  </a:lnTo>
                  <a:lnTo>
                    <a:pt x="12114" y="49967"/>
                  </a:lnTo>
                  <a:lnTo>
                    <a:pt x="12410" y="48923"/>
                  </a:lnTo>
                  <a:lnTo>
                    <a:pt x="12883" y="48541"/>
                  </a:lnTo>
                  <a:lnTo>
                    <a:pt x="13455" y="47740"/>
                  </a:lnTo>
                  <a:lnTo>
                    <a:pt x="14445" y="46072"/>
                  </a:lnTo>
                  <a:lnTo>
                    <a:pt x="14215" y="44622"/>
                  </a:lnTo>
                  <a:lnTo>
                    <a:pt x="14415" y="43547"/>
                  </a:lnTo>
                  <a:lnTo>
                    <a:pt x="15448" y="40928"/>
                  </a:lnTo>
                  <a:lnTo>
                    <a:pt x="16236" y="38405"/>
                  </a:lnTo>
                  <a:lnTo>
                    <a:pt x="16222" y="37141"/>
                  </a:lnTo>
                  <a:lnTo>
                    <a:pt x="16337" y="36037"/>
                  </a:lnTo>
                  <a:lnTo>
                    <a:pt x="17031" y="34828"/>
                  </a:lnTo>
                  <a:lnTo>
                    <a:pt x="17764" y="33252"/>
                  </a:lnTo>
                  <a:lnTo>
                    <a:pt x="18729" y="28334"/>
                  </a:lnTo>
                  <a:lnTo>
                    <a:pt x="19073" y="27507"/>
                  </a:lnTo>
                  <a:lnTo>
                    <a:pt x="19707" y="26571"/>
                  </a:lnTo>
                  <a:lnTo>
                    <a:pt x="20179" y="25641"/>
                  </a:lnTo>
                  <a:lnTo>
                    <a:pt x="20230" y="22411"/>
                  </a:lnTo>
                  <a:lnTo>
                    <a:pt x="20670" y="21477"/>
                  </a:lnTo>
                  <a:lnTo>
                    <a:pt x="21521" y="20431"/>
                  </a:lnTo>
                  <a:lnTo>
                    <a:pt x="22363" y="18746"/>
                  </a:lnTo>
                  <a:lnTo>
                    <a:pt x="23048" y="16757"/>
                  </a:lnTo>
                  <a:lnTo>
                    <a:pt x="23578" y="15827"/>
                  </a:lnTo>
                  <a:lnTo>
                    <a:pt x="24278" y="15579"/>
                  </a:lnTo>
                  <a:lnTo>
                    <a:pt x="25037" y="14799"/>
                  </a:lnTo>
                  <a:lnTo>
                    <a:pt x="25888" y="14506"/>
                  </a:lnTo>
                  <a:lnTo>
                    <a:pt x="26711" y="14889"/>
                  </a:lnTo>
                  <a:lnTo>
                    <a:pt x="27235" y="14690"/>
                  </a:lnTo>
                  <a:lnTo>
                    <a:pt x="28021" y="13724"/>
                  </a:lnTo>
                  <a:lnTo>
                    <a:pt x="30035" y="10073"/>
                  </a:lnTo>
                  <a:lnTo>
                    <a:pt x="30322" y="9343"/>
                  </a:lnTo>
                  <a:lnTo>
                    <a:pt x="30739" y="8841"/>
                  </a:lnTo>
                  <a:lnTo>
                    <a:pt x="32372" y="7592"/>
                  </a:lnTo>
                  <a:lnTo>
                    <a:pt x="32786" y="6333"/>
                  </a:lnTo>
                  <a:lnTo>
                    <a:pt x="33346" y="5202"/>
                  </a:lnTo>
                  <a:lnTo>
                    <a:pt x="34073" y="5287"/>
                  </a:lnTo>
                  <a:lnTo>
                    <a:pt x="36439" y="8081"/>
                  </a:lnTo>
                  <a:lnTo>
                    <a:pt x="38976" y="7908"/>
                  </a:lnTo>
                  <a:lnTo>
                    <a:pt x="39440" y="8011"/>
                  </a:lnTo>
                  <a:lnTo>
                    <a:pt x="39590" y="8069"/>
                  </a:lnTo>
                  <a:lnTo>
                    <a:pt x="39900" y="8299"/>
                  </a:lnTo>
                  <a:lnTo>
                    <a:pt x="43270" y="9682"/>
                  </a:lnTo>
                  <a:lnTo>
                    <a:pt x="43794" y="9528"/>
                  </a:lnTo>
                  <a:lnTo>
                    <a:pt x="43937" y="9417"/>
                  </a:lnTo>
                  <a:lnTo>
                    <a:pt x="45295" y="10561"/>
                  </a:lnTo>
                  <a:lnTo>
                    <a:pt x="46494" y="10409"/>
                  </a:lnTo>
                  <a:lnTo>
                    <a:pt x="47633" y="9616"/>
                  </a:lnTo>
                  <a:lnTo>
                    <a:pt x="48820" y="9348"/>
                  </a:lnTo>
                  <a:lnTo>
                    <a:pt x="49911" y="9822"/>
                  </a:lnTo>
                  <a:lnTo>
                    <a:pt x="50741" y="11434"/>
                  </a:lnTo>
                  <a:lnTo>
                    <a:pt x="52892" y="14852"/>
                  </a:lnTo>
                  <a:lnTo>
                    <a:pt x="53530" y="16125"/>
                  </a:lnTo>
                  <a:lnTo>
                    <a:pt x="54517" y="15937"/>
                  </a:lnTo>
                  <a:lnTo>
                    <a:pt x="55607" y="15299"/>
                  </a:lnTo>
                  <a:lnTo>
                    <a:pt x="56709" y="13012"/>
                  </a:lnTo>
                  <a:lnTo>
                    <a:pt x="60100" y="10421"/>
                  </a:lnTo>
                  <a:lnTo>
                    <a:pt x="62689" y="9780"/>
                  </a:lnTo>
                  <a:lnTo>
                    <a:pt x="65214" y="8743"/>
                  </a:lnTo>
                  <a:lnTo>
                    <a:pt x="68138" y="8006"/>
                  </a:lnTo>
                  <a:lnTo>
                    <a:pt x="68984" y="5883"/>
                  </a:lnTo>
                  <a:lnTo>
                    <a:pt x="69452" y="4439"/>
                  </a:lnTo>
                  <a:lnTo>
                    <a:pt x="69783" y="1764"/>
                  </a:lnTo>
                  <a:lnTo>
                    <a:pt x="71356" y="989"/>
                  </a:lnTo>
                  <a:lnTo>
                    <a:pt x="72853" y="442"/>
                  </a:lnTo>
                  <a:lnTo>
                    <a:pt x="73388" y="106"/>
                  </a:lnTo>
                  <a:lnTo>
                    <a:pt x="74479" y="0"/>
                  </a:lnTo>
                  <a:lnTo>
                    <a:pt x="75326" y="226"/>
                  </a:lnTo>
                  <a:lnTo>
                    <a:pt x="76634" y="1546"/>
                  </a:lnTo>
                  <a:lnTo>
                    <a:pt x="77552" y="3204"/>
                  </a:lnTo>
                  <a:lnTo>
                    <a:pt x="77914" y="4520"/>
                  </a:lnTo>
                  <a:lnTo>
                    <a:pt x="78698" y="6377"/>
                  </a:lnTo>
                  <a:lnTo>
                    <a:pt x="79523" y="8988"/>
                  </a:lnTo>
                  <a:lnTo>
                    <a:pt x="80430" y="12461"/>
                  </a:lnTo>
                  <a:lnTo>
                    <a:pt x="80629" y="14220"/>
                  </a:lnTo>
                  <a:lnTo>
                    <a:pt x="80972" y="16119"/>
                  </a:lnTo>
                  <a:lnTo>
                    <a:pt x="81651" y="18430"/>
                  </a:lnTo>
                  <a:lnTo>
                    <a:pt x="82943" y="20990"/>
                  </a:lnTo>
                  <a:lnTo>
                    <a:pt x="83123" y="21476"/>
                  </a:lnTo>
                  <a:lnTo>
                    <a:pt x="83709" y="23279"/>
                  </a:lnTo>
                  <a:lnTo>
                    <a:pt x="84840" y="27272"/>
                  </a:lnTo>
                  <a:lnTo>
                    <a:pt x="85785" y="28871"/>
                  </a:lnTo>
                  <a:lnTo>
                    <a:pt x="86611" y="30609"/>
                  </a:lnTo>
                  <a:lnTo>
                    <a:pt x="87007" y="32361"/>
                  </a:lnTo>
                  <a:lnTo>
                    <a:pt x="87599" y="33951"/>
                  </a:lnTo>
                  <a:lnTo>
                    <a:pt x="88985" y="36057"/>
                  </a:lnTo>
                  <a:lnTo>
                    <a:pt x="90107" y="37972"/>
                  </a:lnTo>
                  <a:lnTo>
                    <a:pt x="91008" y="43478"/>
                  </a:lnTo>
                  <a:lnTo>
                    <a:pt x="91637" y="46010"/>
                  </a:lnTo>
                  <a:lnTo>
                    <a:pt x="92037" y="47947"/>
                  </a:lnTo>
                  <a:lnTo>
                    <a:pt x="91844" y="51871"/>
                  </a:lnTo>
                  <a:lnTo>
                    <a:pt x="92093" y="53548"/>
                  </a:lnTo>
                  <a:lnTo>
                    <a:pt x="91579" y="56613"/>
                  </a:lnTo>
                  <a:lnTo>
                    <a:pt x="90652" y="62785"/>
                  </a:lnTo>
                  <a:lnTo>
                    <a:pt x="90429" y="67693"/>
                  </a:lnTo>
                  <a:lnTo>
                    <a:pt x="90588" y="70339"/>
                  </a:lnTo>
                  <a:lnTo>
                    <a:pt x="90611" y="72038"/>
                  </a:lnTo>
                  <a:lnTo>
                    <a:pt x="90835" y="73122"/>
                  </a:lnTo>
                  <a:lnTo>
                    <a:pt x="91080" y="75361"/>
                  </a:lnTo>
                  <a:lnTo>
                    <a:pt x="91120" y="77310"/>
                  </a:lnTo>
                  <a:lnTo>
                    <a:pt x="90787" y="77867"/>
                  </a:lnTo>
                  <a:lnTo>
                    <a:pt x="90321" y="78326"/>
                  </a:lnTo>
                  <a:lnTo>
                    <a:pt x="90141" y="78733"/>
                  </a:lnTo>
                  <a:lnTo>
                    <a:pt x="90569" y="79615"/>
                  </a:lnTo>
                  <a:lnTo>
                    <a:pt x="91151" y="812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5"/>
            <p:cNvSpPr/>
            <p:nvPr/>
          </p:nvSpPr>
          <p:spPr>
            <a:xfrm>
              <a:off x="4879405" y="2350193"/>
              <a:ext cx="837" cy="1237"/>
            </a:xfrm>
            <a:custGeom>
              <a:avLst/>
              <a:pathLst>
                <a:path w="837" h="1237">
                  <a:moveTo>
                    <a:pt x="202" y="1173"/>
                  </a:moveTo>
                  <a:lnTo>
                    <a:pt x="49" y="1237"/>
                  </a:lnTo>
                  <a:lnTo>
                    <a:pt x="0" y="846"/>
                  </a:lnTo>
                  <a:lnTo>
                    <a:pt x="240" y="455"/>
                  </a:lnTo>
                  <a:lnTo>
                    <a:pt x="696" y="0"/>
                  </a:lnTo>
                  <a:lnTo>
                    <a:pt x="837" y="261"/>
                  </a:lnTo>
                  <a:lnTo>
                    <a:pt x="670" y="585"/>
                  </a:lnTo>
                  <a:lnTo>
                    <a:pt x="482" y="8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6"/>
            <p:cNvSpPr/>
            <p:nvPr/>
          </p:nvSpPr>
          <p:spPr>
            <a:xfrm>
              <a:off x="4877577" y="2349883"/>
              <a:ext cx="856" cy="1173"/>
            </a:xfrm>
            <a:custGeom>
              <a:avLst/>
              <a:pathLst>
                <a:path w="856" h="1173">
                  <a:moveTo>
                    <a:pt x="142" y="0"/>
                  </a:moveTo>
                  <a:lnTo>
                    <a:pt x="304" y="147"/>
                  </a:lnTo>
                  <a:lnTo>
                    <a:pt x="514" y="122"/>
                  </a:lnTo>
                  <a:lnTo>
                    <a:pt x="713" y="73"/>
                  </a:lnTo>
                  <a:lnTo>
                    <a:pt x="828" y="415"/>
                  </a:lnTo>
                  <a:lnTo>
                    <a:pt x="856" y="976"/>
                  </a:lnTo>
                  <a:lnTo>
                    <a:pt x="713" y="1001"/>
                  </a:lnTo>
                  <a:lnTo>
                    <a:pt x="438" y="1099"/>
                  </a:lnTo>
                  <a:lnTo>
                    <a:pt x="285" y="1173"/>
                  </a:lnTo>
                  <a:lnTo>
                    <a:pt x="200" y="782"/>
                  </a:lnTo>
                  <a:lnTo>
                    <a:pt x="142" y="464"/>
                  </a:lnTo>
                  <a:lnTo>
                    <a:pt x="0" y="268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7"/>
            <p:cNvSpPr/>
            <p:nvPr/>
          </p:nvSpPr>
          <p:spPr>
            <a:xfrm>
              <a:off x="4882234" y="2344199"/>
              <a:ext cx="977" cy="943"/>
            </a:xfrm>
            <a:custGeom>
              <a:avLst/>
              <a:pathLst>
                <a:path w="977" h="943">
                  <a:moveTo>
                    <a:pt x="977" y="781"/>
                  </a:moveTo>
                  <a:lnTo>
                    <a:pt x="673" y="943"/>
                  </a:lnTo>
                  <a:lnTo>
                    <a:pt x="165" y="781"/>
                  </a:lnTo>
                  <a:lnTo>
                    <a:pt x="0" y="650"/>
                  </a:lnTo>
                  <a:lnTo>
                    <a:pt x="113" y="391"/>
                  </a:lnTo>
                  <a:lnTo>
                    <a:pt x="417" y="0"/>
                  </a:lnTo>
                  <a:lnTo>
                    <a:pt x="684" y="129"/>
                  </a:lnTo>
                  <a:lnTo>
                    <a:pt x="874" y="2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8"/>
            <p:cNvSpPr/>
            <p:nvPr/>
          </p:nvSpPr>
          <p:spPr>
            <a:xfrm>
              <a:off x="4886087" y="2338034"/>
              <a:ext cx="3342" cy="4259"/>
            </a:xfrm>
            <a:custGeom>
              <a:avLst/>
              <a:pathLst>
                <a:path w="3342" h="4259">
                  <a:moveTo>
                    <a:pt x="1212" y="3448"/>
                  </a:moveTo>
                  <a:lnTo>
                    <a:pt x="856" y="4259"/>
                  </a:lnTo>
                  <a:lnTo>
                    <a:pt x="0" y="3546"/>
                  </a:lnTo>
                  <a:lnTo>
                    <a:pt x="56" y="1875"/>
                  </a:lnTo>
                  <a:lnTo>
                    <a:pt x="154" y="1403"/>
                  </a:lnTo>
                  <a:lnTo>
                    <a:pt x="2485" y="0"/>
                  </a:lnTo>
                  <a:lnTo>
                    <a:pt x="3170" y="926"/>
                  </a:lnTo>
                  <a:lnTo>
                    <a:pt x="3342" y="16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49"/>
            <p:cNvSpPr/>
            <p:nvPr/>
          </p:nvSpPr>
          <p:spPr>
            <a:xfrm>
              <a:off x="4872479" y="2319133"/>
              <a:ext cx="13137" cy="24689"/>
            </a:xfrm>
            <a:custGeom>
              <a:avLst/>
              <a:pathLst>
                <a:path w="13137" h="24689">
                  <a:moveTo>
                    <a:pt x="8992" y="73"/>
                  </a:moveTo>
                  <a:lnTo>
                    <a:pt x="10699" y="2232"/>
                  </a:lnTo>
                  <a:lnTo>
                    <a:pt x="13137" y="1764"/>
                  </a:lnTo>
                  <a:lnTo>
                    <a:pt x="12544" y="3708"/>
                  </a:lnTo>
                  <a:lnTo>
                    <a:pt x="11627" y="3677"/>
                  </a:lnTo>
                  <a:lnTo>
                    <a:pt x="10012" y="6476"/>
                  </a:lnTo>
                  <a:lnTo>
                    <a:pt x="8593" y="6840"/>
                  </a:lnTo>
                  <a:lnTo>
                    <a:pt x="7895" y="7511"/>
                  </a:lnTo>
                  <a:lnTo>
                    <a:pt x="5614" y="11714"/>
                  </a:lnTo>
                  <a:lnTo>
                    <a:pt x="5306" y="13367"/>
                  </a:lnTo>
                  <a:lnTo>
                    <a:pt x="3922" y="16530"/>
                  </a:lnTo>
                  <a:lnTo>
                    <a:pt x="1848" y="19355"/>
                  </a:lnTo>
                  <a:lnTo>
                    <a:pt x="1492" y="24689"/>
                  </a:lnTo>
                  <a:lnTo>
                    <a:pt x="150" y="22548"/>
                  </a:lnTo>
                  <a:lnTo>
                    <a:pt x="0" y="20382"/>
                  </a:lnTo>
                  <a:lnTo>
                    <a:pt x="408" y="18593"/>
                  </a:lnTo>
                  <a:lnTo>
                    <a:pt x="2763" y="14806"/>
                  </a:lnTo>
                  <a:lnTo>
                    <a:pt x="3707" y="12665"/>
                  </a:lnTo>
                  <a:lnTo>
                    <a:pt x="3995" y="10966"/>
                  </a:lnTo>
                  <a:lnTo>
                    <a:pt x="4899" y="9075"/>
                  </a:lnTo>
                  <a:lnTo>
                    <a:pt x="5340" y="7433"/>
                  </a:lnTo>
                  <a:lnTo>
                    <a:pt x="5918" y="6722"/>
                  </a:lnTo>
                  <a:lnTo>
                    <a:pt x="789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0"/>
            <p:cNvSpPr/>
            <p:nvPr/>
          </p:nvSpPr>
          <p:spPr>
            <a:xfrm>
              <a:off x="4889411" y="2288806"/>
              <a:ext cx="22321" cy="33159"/>
            </a:xfrm>
            <a:custGeom>
              <a:avLst/>
              <a:pathLst>
                <a:path w="22321" h="33159">
                  <a:moveTo>
                    <a:pt x="19587" y="6171"/>
                  </a:moveTo>
                  <a:lnTo>
                    <a:pt x="17459" y="8252"/>
                  </a:lnTo>
                  <a:lnTo>
                    <a:pt x="15706" y="9148"/>
                  </a:lnTo>
                  <a:lnTo>
                    <a:pt x="12748" y="13483"/>
                  </a:lnTo>
                  <a:lnTo>
                    <a:pt x="11695" y="15840"/>
                  </a:lnTo>
                  <a:lnTo>
                    <a:pt x="10203" y="16780"/>
                  </a:lnTo>
                  <a:lnTo>
                    <a:pt x="8750" y="16231"/>
                  </a:lnTo>
                  <a:lnTo>
                    <a:pt x="8336" y="17189"/>
                  </a:lnTo>
                  <a:lnTo>
                    <a:pt x="8195" y="18908"/>
                  </a:lnTo>
                  <a:lnTo>
                    <a:pt x="7659" y="20415"/>
                  </a:lnTo>
                  <a:lnTo>
                    <a:pt x="4749" y="25082"/>
                  </a:lnTo>
                  <a:lnTo>
                    <a:pt x="3566" y="28748"/>
                  </a:lnTo>
                  <a:lnTo>
                    <a:pt x="2312" y="29407"/>
                  </a:lnTo>
                  <a:lnTo>
                    <a:pt x="0" y="33159"/>
                  </a:lnTo>
                  <a:lnTo>
                    <a:pt x="414" y="29944"/>
                  </a:lnTo>
                  <a:lnTo>
                    <a:pt x="883" y="28389"/>
                  </a:lnTo>
                  <a:lnTo>
                    <a:pt x="2801" y="25504"/>
                  </a:lnTo>
                  <a:lnTo>
                    <a:pt x="2961" y="22464"/>
                  </a:lnTo>
                  <a:lnTo>
                    <a:pt x="4017" y="19809"/>
                  </a:lnTo>
                  <a:lnTo>
                    <a:pt x="6133" y="17175"/>
                  </a:lnTo>
                  <a:lnTo>
                    <a:pt x="7599" y="13711"/>
                  </a:lnTo>
                  <a:lnTo>
                    <a:pt x="8751" y="12807"/>
                  </a:lnTo>
                  <a:lnTo>
                    <a:pt x="10034" y="9920"/>
                  </a:lnTo>
                  <a:lnTo>
                    <a:pt x="11370" y="8889"/>
                  </a:lnTo>
                  <a:lnTo>
                    <a:pt x="11222" y="6683"/>
                  </a:lnTo>
                  <a:lnTo>
                    <a:pt x="11813" y="4230"/>
                  </a:lnTo>
                  <a:lnTo>
                    <a:pt x="12280" y="4394"/>
                  </a:lnTo>
                  <a:lnTo>
                    <a:pt x="13333" y="7811"/>
                  </a:lnTo>
                  <a:lnTo>
                    <a:pt x="14185" y="7926"/>
                  </a:lnTo>
                  <a:lnTo>
                    <a:pt x="16419" y="7211"/>
                  </a:lnTo>
                  <a:lnTo>
                    <a:pt x="19734" y="1235"/>
                  </a:lnTo>
                  <a:lnTo>
                    <a:pt x="20820" y="171"/>
                  </a:lnTo>
                  <a:lnTo>
                    <a:pt x="21579" y="0"/>
                  </a:lnTo>
                  <a:lnTo>
                    <a:pt x="22035" y="486"/>
                  </a:lnTo>
                  <a:lnTo>
                    <a:pt x="22195" y="1193"/>
                  </a:lnTo>
                  <a:lnTo>
                    <a:pt x="22186" y="2084"/>
                  </a:lnTo>
                  <a:lnTo>
                    <a:pt x="21929" y="3337"/>
                  </a:lnTo>
                  <a:lnTo>
                    <a:pt x="22321" y="4839"/>
                  </a:lnTo>
                  <a:lnTo>
                    <a:pt x="21787" y="59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1"/>
            <p:cNvSpPr/>
            <p:nvPr/>
          </p:nvSpPr>
          <p:spPr>
            <a:xfrm>
              <a:off x="3750344" y="2285243"/>
              <a:ext cx="800" cy="5233"/>
            </a:xfrm>
            <a:custGeom>
              <a:avLst/>
              <a:pathLst>
                <a:path w="800" h="5233">
                  <a:moveTo>
                    <a:pt x="752" y="4693"/>
                  </a:moveTo>
                  <a:lnTo>
                    <a:pt x="576" y="5233"/>
                  </a:lnTo>
                  <a:lnTo>
                    <a:pt x="31" y="2511"/>
                  </a:lnTo>
                  <a:lnTo>
                    <a:pt x="0" y="854"/>
                  </a:lnTo>
                  <a:lnTo>
                    <a:pt x="340" y="0"/>
                  </a:lnTo>
                  <a:lnTo>
                    <a:pt x="800" y="27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2"/>
            <p:cNvSpPr/>
            <p:nvPr/>
          </p:nvSpPr>
          <p:spPr>
            <a:xfrm>
              <a:off x="4918752" y="2268507"/>
              <a:ext cx="12728" cy="18381"/>
            </a:xfrm>
            <a:custGeom>
              <a:avLst/>
              <a:pathLst>
                <a:path w="12728" h="18381">
                  <a:moveTo>
                    <a:pt x="2769" y="16883"/>
                  </a:moveTo>
                  <a:lnTo>
                    <a:pt x="1056" y="18381"/>
                  </a:lnTo>
                  <a:lnTo>
                    <a:pt x="0" y="18322"/>
                  </a:lnTo>
                  <a:lnTo>
                    <a:pt x="2518" y="11040"/>
                  </a:lnTo>
                  <a:lnTo>
                    <a:pt x="4018" y="9968"/>
                  </a:lnTo>
                  <a:lnTo>
                    <a:pt x="5929" y="5658"/>
                  </a:lnTo>
                  <a:lnTo>
                    <a:pt x="9916" y="386"/>
                  </a:lnTo>
                  <a:lnTo>
                    <a:pt x="10375" y="0"/>
                  </a:lnTo>
                  <a:lnTo>
                    <a:pt x="12728" y="144"/>
                  </a:lnTo>
                  <a:lnTo>
                    <a:pt x="9062" y="5943"/>
                  </a:lnTo>
                  <a:lnTo>
                    <a:pt x="8607" y="8280"/>
                  </a:lnTo>
                  <a:lnTo>
                    <a:pt x="7015" y="10757"/>
                  </a:lnTo>
                  <a:lnTo>
                    <a:pt x="5834" y="11552"/>
                  </a:lnTo>
                  <a:lnTo>
                    <a:pt x="5021" y="127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3"/>
            <p:cNvSpPr/>
            <p:nvPr/>
          </p:nvSpPr>
          <p:spPr>
            <a:xfrm>
              <a:off x="4944855" y="2241027"/>
              <a:ext cx="6600" cy="10528"/>
            </a:xfrm>
            <a:custGeom>
              <a:avLst/>
              <a:pathLst>
                <a:path w="6600" h="10528">
                  <a:moveTo>
                    <a:pt x="3299" y="7276"/>
                  </a:moveTo>
                  <a:lnTo>
                    <a:pt x="1154" y="10528"/>
                  </a:lnTo>
                  <a:lnTo>
                    <a:pt x="446" y="10492"/>
                  </a:lnTo>
                  <a:lnTo>
                    <a:pt x="93" y="9296"/>
                  </a:lnTo>
                  <a:lnTo>
                    <a:pt x="0" y="8590"/>
                  </a:lnTo>
                  <a:lnTo>
                    <a:pt x="1714" y="8108"/>
                  </a:lnTo>
                  <a:lnTo>
                    <a:pt x="3734" y="3794"/>
                  </a:lnTo>
                  <a:lnTo>
                    <a:pt x="5184" y="973"/>
                  </a:lnTo>
                  <a:lnTo>
                    <a:pt x="5976" y="0"/>
                  </a:lnTo>
                  <a:lnTo>
                    <a:pt x="6600" y="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4"/>
            <p:cNvSpPr/>
            <p:nvPr/>
          </p:nvSpPr>
          <p:spPr>
            <a:xfrm>
              <a:off x="4959458" y="2221367"/>
              <a:ext cx="1344" cy="3032"/>
            </a:xfrm>
            <a:custGeom>
              <a:avLst/>
              <a:pathLst>
                <a:path w="1344" h="3032">
                  <a:moveTo>
                    <a:pt x="1344" y="1353"/>
                  </a:moveTo>
                  <a:lnTo>
                    <a:pt x="800" y="3032"/>
                  </a:lnTo>
                  <a:lnTo>
                    <a:pt x="228" y="2814"/>
                  </a:lnTo>
                  <a:lnTo>
                    <a:pt x="0" y="2387"/>
                  </a:lnTo>
                  <a:lnTo>
                    <a:pt x="746" y="346"/>
                  </a:lnTo>
                  <a:lnTo>
                    <a:pt x="109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5"/>
            <p:cNvSpPr/>
            <p:nvPr/>
          </p:nvSpPr>
          <p:spPr>
            <a:xfrm>
              <a:off x="4971058" y="2188976"/>
              <a:ext cx="2717" cy="4909"/>
            </a:xfrm>
            <a:custGeom>
              <a:avLst/>
              <a:pathLst>
                <a:path w="2717" h="4909">
                  <a:moveTo>
                    <a:pt x="1023" y="3387"/>
                  </a:moveTo>
                  <a:lnTo>
                    <a:pt x="583" y="4909"/>
                  </a:lnTo>
                  <a:lnTo>
                    <a:pt x="96" y="4409"/>
                  </a:lnTo>
                  <a:lnTo>
                    <a:pt x="0" y="3912"/>
                  </a:lnTo>
                  <a:lnTo>
                    <a:pt x="1144" y="2151"/>
                  </a:lnTo>
                  <a:lnTo>
                    <a:pt x="1542" y="14"/>
                  </a:lnTo>
                  <a:lnTo>
                    <a:pt x="2379" y="0"/>
                  </a:lnTo>
                  <a:lnTo>
                    <a:pt x="2717" y="379"/>
                  </a:lnTo>
                  <a:lnTo>
                    <a:pt x="2444" y="14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6"/>
            <p:cNvSpPr/>
            <p:nvPr/>
          </p:nvSpPr>
          <p:spPr>
            <a:xfrm>
              <a:off x="4978178" y="2167051"/>
              <a:ext cx="3322" cy="11206"/>
            </a:xfrm>
            <a:custGeom>
              <a:avLst/>
              <a:pathLst>
                <a:path w="3322" h="11206">
                  <a:moveTo>
                    <a:pt x="2295" y="9896"/>
                  </a:moveTo>
                  <a:lnTo>
                    <a:pt x="1195" y="11206"/>
                  </a:lnTo>
                  <a:lnTo>
                    <a:pt x="0" y="10427"/>
                  </a:lnTo>
                  <a:lnTo>
                    <a:pt x="23" y="7869"/>
                  </a:lnTo>
                  <a:lnTo>
                    <a:pt x="2462" y="0"/>
                  </a:lnTo>
                  <a:lnTo>
                    <a:pt x="3322" y="489"/>
                  </a:lnTo>
                  <a:lnTo>
                    <a:pt x="3134" y="2379"/>
                  </a:lnTo>
                  <a:lnTo>
                    <a:pt x="2202" y="5279"/>
                  </a:lnTo>
                  <a:lnTo>
                    <a:pt x="2519" y="88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7"/>
            <p:cNvSpPr/>
            <p:nvPr/>
          </p:nvSpPr>
          <p:spPr>
            <a:xfrm>
              <a:off x="4984901" y="2133809"/>
              <a:ext cx="10676" cy="21589"/>
            </a:xfrm>
            <a:custGeom>
              <a:avLst/>
              <a:pathLst>
                <a:path w="10676" h="21589">
                  <a:moveTo>
                    <a:pt x="8354" y="13878"/>
                  </a:moveTo>
                  <a:lnTo>
                    <a:pt x="6873" y="16837"/>
                  </a:lnTo>
                  <a:lnTo>
                    <a:pt x="4745" y="17570"/>
                  </a:lnTo>
                  <a:lnTo>
                    <a:pt x="3697" y="18505"/>
                  </a:lnTo>
                  <a:lnTo>
                    <a:pt x="2920" y="20509"/>
                  </a:lnTo>
                  <a:lnTo>
                    <a:pt x="2325" y="21589"/>
                  </a:lnTo>
                  <a:lnTo>
                    <a:pt x="1076" y="21000"/>
                  </a:lnTo>
                  <a:lnTo>
                    <a:pt x="551" y="20012"/>
                  </a:lnTo>
                  <a:lnTo>
                    <a:pt x="551" y="16520"/>
                  </a:lnTo>
                  <a:lnTo>
                    <a:pt x="0" y="14991"/>
                  </a:lnTo>
                  <a:lnTo>
                    <a:pt x="267" y="14007"/>
                  </a:lnTo>
                  <a:lnTo>
                    <a:pt x="1514" y="14142"/>
                  </a:lnTo>
                  <a:lnTo>
                    <a:pt x="2747" y="11906"/>
                  </a:lnTo>
                  <a:lnTo>
                    <a:pt x="5582" y="10966"/>
                  </a:lnTo>
                  <a:lnTo>
                    <a:pt x="6647" y="8553"/>
                  </a:lnTo>
                  <a:lnTo>
                    <a:pt x="7936" y="2592"/>
                  </a:lnTo>
                  <a:lnTo>
                    <a:pt x="9281" y="441"/>
                  </a:lnTo>
                  <a:lnTo>
                    <a:pt x="10377" y="0"/>
                  </a:lnTo>
                  <a:lnTo>
                    <a:pt x="10676" y="2972"/>
                  </a:lnTo>
                  <a:lnTo>
                    <a:pt x="10420" y="6282"/>
                  </a:lnTo>
                  <a:lnTo>
                    <a:pt x="9774" y="94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8"/>
            <p:cNvSpPr/>
            <p:nvPr/>
          </p:nvSpPr>
          <p:spPr>
            <a:xfrm>
              <a:off x="4996096" y="2131143"/>
              <a:ext cx="3677" cy="6746"/>
            </a:xfrm>
            <a:custGeom>
              <a:avLst/>
              <a:pathLst>
                <a:path w="3677" h="6746">
                  <a:moveTo>
                    <a:pt x="2728" y="6042"/>
                  </a:moveTo>
                  <a:lnTo>
                    <a:pt x="2272" y="6746"/>
                  </a:lnTo>
                  <a:lnTo>
                    <a:pt x="1816" y="6590"/>
                  </a:lnTo>
                  <a:lnTo>
                    <a:pt x="325" y="4726"/>
                  </a:lnTo>
                  <a:lnTo>
                    <a:pt x="0" y="3848"/>
                  </a:lnTo>
                  <a:lnTo>
                    <a:pt x="519" y="2286"/>
                  </a:lnTo>
                  <a:lnTo>
                    <a:pt x="2399" y="0"/>
                  </a:lnTo>
                  <a:lnTo>
                    <a:pt x="3313" y="75"/>
                  </a:lnTo>
                  <a:lnTo>
                    <a:pt x="3677" y="565"/>
                  </a:lnTo>
                  <a:lnTo>
                    <a:pt x="3626" y="32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59"/>
            <p:cNvSpPr/>
            <p:nvPr/>
          </p:nvSpPr>
          <p:spPr>
            <a:xfrm>
              <a:off x="4988034" y="2129005"/>
              <a:ext cx="2143" cy="3660"/>
            </a:xfrm>
            <a:custGeom>
              <a:avLst/>
              <a:pathLst>
                <a:path w="2143" h="3660">
                  <a:moveTo>
                    <a:pt x="2041" y="3325"/>
                  </a:moveTo>
                  <a:lnTo>
                    <a:pt x="991" y="3660"/>
                  </a:lnTo>
                  <a:lnTo>
                    <a:pt x="522" y="2871"/>
                  </a:lnTo>
                  <a:lnTo>
                    <a:pt x="185" y="1916"/>
                  </a:lnTo>
                  <a:lnTo>
                    <a:pt x="0" y="617"/>
                  </a:lnTo>
                  <a:lnTo>
                    <a:pt x="1164" y="0"/>
                  </a:lnTo>
                  <a:lnTo>
                    <a:pt x="1982" y="708"/>
                  </a:lnTo>
                  <a:lnTo>
                    <a:pt x="2143" y="26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0"/>
            <p:cNvSpPr/>
            <p:nvPr/>
          </p:nvSpPr>
          <p:spPr>
            <a:xfrm>
              <a:off x="4829148" y="2026126"/>
              <a:ext cx="35133" cy="251139"/>
            </a:xfrm>
            <a:custGeom>
              <a:avLst/>
              <a:pathLst>
                <a:path w="35133" h="251139">
                  <a:moveTo>
                    <a:pt x="12661" y="655"/>
                  </a:moveTo>
                  <a:lnTo>
                    <a:pt x="15136" y="8130"/>
                  </a:lnTo>
                  <a:lnTo>
                    <a:pt x="15249" y="9763"/>
                  </a:lnTo>
                  <a:lnTo>
                    <a:pt x="15032" y="11444"/>
                  </a:lnTo>
                  <a:lnTo>
                    <a:pt x="14565" y="13607"/>
                  </a:lnTo>
                  <a:lnTo>
                    <a:pt x="14391" y="15889"/>
                  </a:lnTo>
                  <a:lnTo>
                    <a:pt x="14679" y="17882"/>
                  </a:lnTo>
                  <a:lnTo>
                    <a:pt x="14467" y="18375"/>
                  </a:lnTo>
                  <a:lnTo>
                    <a:pt x="16510" y="27404"/>
                  </a:lnTo>
                  <a:lnTo>
                    <a:pt x="17984" y="33097"/>
                  </a:lnTo>
                  <a:lnTo>
                    <a:pt x="18402" y="35424"/>
                  </a:lnTo>
                  <a:lnTo>
                    <a:pt x="18724" y="37874"/>
                  </a:lnTo>
                  <a:lnTo>
                    <a:pt x="19147" y="42935"/>
                  </a:lnTo>
                  <a:lnTo>
                    <a:pt x="19238" y="50708"/>
                  </a:lnTo>
                  <a:lnTo>
                    <a:pt x="19135" y="53263"/>
                  </a:lnTo>
                  <a:lnTo>
                    <a:pt x="18807" y="55757"/>
                  </a:lnTo>
                  <a:lnTo>
                    <a:pt x="18452" y="57249"/>
                  </a:lnTo>
                  <a:lnTo>
                    <a:pt x="17724" y="58306"/>
                  </a:lnTo>
                  <a:lnTo>
                    <a:pt x="17393" y="61070"/>
                  </a:lnTo>
                  <a:lnTo>
                    <a:pt x="17201" y="68919"/>
                  </a:lnTo>
                  <a:lnTo>
                    <a:pt x="17604" y="73034"/>
                  </a:lnTo>
                  <a:lnTo>
                    <a:pt x="18294" y="75888"/>
                  </a:lnTo>
                  <a:lnTo>
                    <a:pt x="18802" y="78948"/>
                  </a:lnTo>
                  <a:lnTo>
                    <a:pt x="18857" y="82256"/>
                  </a:lnTo>
                  <a:lnTo>
                    <a:pt x="19099" y="83708"/>
                  </a:lnTo>
                  <a:lnTo>
                    <a:pt x="20218" y="85559"/>
                  </a:lnTo>
                  <a:lnTo>
                    <a:pt x="20652" y="87011"/>
                  </a:lnTo>
                  <a:lnTo>
                    <a:pt x="20789" y="89067"/>
                  </a:lnTo>
                  <a:lnTo>
                    <a:pt x="20853" y="92101"/>
                  </a:lnTo>
                  <a:lnTo>
                    <a:pt x="21035" y="92756"/>
                  </a:lnTo>
                  <a:lnTo>
                    <a:pt x="21558" y="93665"/>
                  </a:lnTo>
                  <a:lnTo>
                    <a:pt x="23881" y="115518"/>
                  </a:lnTo>
                  <a:lnTo>
                    <a:pt x="24801" y="122140"/>
                  </a:lnTo>
                  <a:lnTo>
                    <a:pt x="27471" y="133572"/>
                  </a:lnTo>
                  <a:lnTo>
                    <a:pt x="28545" y="140495"/>
                  </a:lnTo>
                  <a:lnTo>
                    <a:pt x="29216" y="143796"/>
                  </a:lnTo>
                  <a:lnTo>
                    <a:pt x="29680" y="147274"/>
                  </a:lnTo>
                  <a:lnTo>
                    <a:pt x="30050" y="150841"/>
                  </a:lnTo>
                  <a:lnTo>
                    <a:pt x="30845" y="154706"/>
                  </a:lnTo>
                  <a:lnTo>
                    <a:pt x="31887" y="158531"/>
                  </a:lnTo>
                  <a:lnTo>
                    <a:pt x="33902" y="161936"/>
                  </a:lnTo>
                  <a:lnTo>
                    <a:pt x="34808" y="163845"/>
                  </a:lnTo>
                  <a:lnTo>
                    <a:pt x="35051" y="165373"/>
                  </a:lnTo>
                  <a:lnTo>
                    <a:pt x="35133" y="170670"/>
                  </a:lnTo>
                  <a:lnTo>
                    <a:pt x="34660" y="169539"/>
                  </a:lnTo>
                  <a:lnTo>
                    <a:pt x="34065" y="165512"/>
                  </a:lnTo>
                  <a:lnTo>
                    <a:pt x="33091" y="163186"/>
                  </a:lnTo>
                  <a:lnTo>
                    <a:pt x="31658" y="160443"/>
                  </a:lnTo>
                  <a:lnTo>
                    <a:pt x="30184" y="157979"/>
                  </a:lnTo>
                  <a:lnTo>
                    <a:pt x="28363" y="153878"/>
                  </a:lnTo>
                  <a:lnTo>
                    <a:pt x="27480" y="152678"/>
                  </a:lnTo>
                  <a:lnTo>
                    <a:pt x="26548" y="151876"/>
                  </a:lnTo>
                  <a:lnTo>
                    <a:pt x="24837" y="150922"/>
                  </a:lnTo>
                  <a:lnTo>
                    <a:pt x="23838" y="150821"/>
                  </a:lnTo>
                  <a:lnTo>
                    <a:pt x="19809" y="151451"/>
                  </a:lnTo>
                  <a:lnTo>
                    <a:pt x="18130" y="152274"/>
                  </a:lnTo>
                  <a:lnTo>
                    <a:pt x="16619" y="154165"/>
                  </a:lnTo>
                  <a:lnTo>
                    <a:pt x="15720" y="156925"/>
                  </a:lnTo>
                  <a:lnTo>
                    <a:pt x="15085" y="162470"/>
                  </a:lnTo>
                  <a:lnTo>
                    <a:pt x="11394" y="182295"/>
                  </a:lnTo>
                  <a:lnTo>
                    <a:pt x="10511" y="187457"/>
                  </a:lnTo>
                  <a:lnTo>
                    <a:pt x="10185" y="192990"/>
                  </a:lnTo>
                  <a:lnTo>
                    <a:pt x="10312" y="197335"/>
                  </a:lnTo>
                  <a:lnTo>
                    <a:pt x="10566" y="198927"/>
                  </a:lnTo>
                  <a:lnTo>
                    <a:pt x="11614" y="203273"/>
                  </a:lnTo>
                  <a:lnTo>
                    <a:pt x="12481" y="205771"/>
                  </a:lnTo>
                  <a:lnTo>
                    <a:pt x="13118" y="206841"/>
                  </a:lnTo>
                  <a:lnTo>
                    <a:pt x="13845" y="207561"/>
                  </a:lnTo>
                  <a:lnTo>
                    <a:pt x="14323" y="208446"/>
                  </a:lnTo>
                  <a:lnTo>
                    <a:pt x="14724" y="209602"/>
                  </a:lnTo>
                  <a:lnTo>
                    <a:pt x="15475" y="212558"/>
                  </a:lnTo>
                  <a:lnTo>
                    <a:pt x="16438" y="219116"/>
                  </a:lnTo>
                  <a:lnTo>
                    <a:pt x="17458" y="223747"/>
                  </a:lnTo>
                  <a:lnTo>
                    <a:pt x="17916" y="225200"/>
                  </a:lnTo>
                  <a:lnTo>
                    <a:pt x="19078" y="224831"/>
                  </a:lnTo>
                  <a:lnTo>
                    <a:pt x="19834" y="224881"/>
                  </a:lnTo>
                  <a:lnTo>
                    <a:pt x="20558" y="225285"/>
                  </a:lnTo>
                  <a:lnTo>
                    <a:pt x="21000" y="226465"/>
                  </a:lnTo>
                  <a:lnTo>
                    <a:pt x="21629" y="231694"/>
                  </a:lnTo>
                  <a:lnTo>
                    <a:pt x="22070" y="236689"/>
                  </a:lnTo>
                  <a:lnTo>
                    <a:pt x="22093" y="238029"/>
                  </a:lnTo>
                  <a:lnTo>
                    <a:pt x="21264" y="241886"/>
                  </a:lnTo>
                  <a:lnTo>
                    <a:pt x="21057" y="243528"/>
                  </a:lnTo>
                  <a:lnTo>
                    <a:pt x="20961" y="245265"/>
                  </a:lnTo>
                  <a:lnTo>
                    <a:pt x="20744" y="246635"/>
                  </a:lnTo>
                  <a:lnTo>
                    <a:pt x="20378" y="247841"/>
                  </a:lnTo>
                  <a:lnTo>
                    <a:pt x="20228" y="242127"/>
                  </a:lnTo>
                  <a:lnTo>
                    <a:pt x="19672" y="238095"/>
                  </a:lnTo>
                  <a:lnTo>
                    <a:pt x="19463" y="234616"/>
                  </a:lnTo>
                  <a:lnTo>
                    <a:pt x="18660" y="232170"/>
                  </a:lnTo>
                  <a:lnTo>
                    <a:pt x="15961" y="231176"/>
                  </a:lnTo>
                  <a:lnTo>
                    <a:pt x="13446" y="230802"/>
                  </a:lnTo>
                  <a:lnTo>
                    <a:pt x="13057" y="230361"/>
                  </a:lnTo>
                  <a:lnTo>
                    <a:pt x="12503" y="228870"/>
                  </a:lnTo>
                  <a:lnTo>
                    <a:pt x="11865" y="227683"/>
                  </a:lnTo>
                  <a:lnTo>
                    <a:pt x="11219" y="227524"/>
                  </a:lnTo>
                  <a:lnTo>
                    <a:pt x="10555" y="227980"/>
                  </a:lnTo>
                  <a:lnTo>
                    <a:pt x="9413" y="229651"/>
                  </a:lnTo>
                  <a:lnTo>
                    <a:pt x="8580" y="232297"/>
                  </a:lnTo>
                  <a:lnTo>
                    <a:pt x="7930" y="235134"/>
                  </a:lnTo>
                  <a:lnTo>
                    <a:pt x="7401" y="238122"/>
                  </a:lnTo>
                  <a:lnTo>
                    <a:pt x="6303" y="246062"/>
                  </a:lnTo>
                  <a:lnTo>
                    <a:pt x="5625" y="248709"/>
                  </a:lnTo>
                  <a:lnTo>
                    <a:pt x="4790" y="251139"/>
                  </a:lnTo>
                  <a:lnTo>
                    <a:pt x="4082" y="249822"/>
                  </a:lnTo>
                  <a:lnTo>
                    <a:pt x="3461" y="248289"/>
                  </a:lnTo>
                  <a:lnTo>
                    <a:pt x="3097" y="246079"/>
                  </a:lnTo>
                  <a:lnTo>
                    <a:pt x="2939" y="243642"/>
                  </a:lnTo>
                  <a:lnTo>
                    <a:pt x="1950" y="235359"/>
                  </a:lnTo>
                  <a:lnTo>
                    <a:pt x="2366" y="228175"/>
                  </a:lnTo>
                  <a:lnTo>
                    <a:pt x="4029" y="218243"/>
                  </a:lnTo>
                  <a:lnTo>
                    <a:pt x="4348" y="214993"/>
                  </a:lnTo>
                  <a:lnTo>
                    <a:pt x="4097" y="211909"/>
                  </a:lnTo>
                  <a:lnTo>
                    <a:pt x="3720" y="208864"/>
                  </a:lnTo>
                  <a:lnTo>
                    <a:pt x="3471" y="203070"/>
                  </a:lnTo>
                  <a:lnTo>
                    <a:pt x="3489" y="201780"/>
                  </a:lnTo>
                  <a:lnTo>
                    <a:pt x="4082" y="198436"/>
                  </a:lnTo>
                  <a:lnTo>
                    <a:pt x="4777" y="195253"/>
                  </a:lnTo>
                  <a:lnTo>
                    <a:pt x="5620" y="192481"/>
                  </a:lnTo>
                  <a:lnTo>
                    <a:pt x="5994" y="189194"/>
                  </a:lnTo>
                  <a:lnTo>
                    <a:pt x="5460" y="181018"/>
                  </a:lnTo>
                  <a:lnTo>
                    <a:pt x="4233" y="175492"/>
                  </a:lnTo>
                  <a:lnTo>
                    <a:pt x="2720" y="170244"/>
                  </a:lnTo>
                  <a:lnTo>
                    <a:pt x="2442" y="168847"/>
                  </a:lnTo>
                  <a:lnTo>
                    <a:pt x="2364" y="167425"/>
                  </a:lnTo>
                  <a:lnTo>
                    <a:pt x="3668" y="160863"/>
                  </a:lnTo>
                  <a:lnTo>
                    <a:pt x="4134" y="157722"/>
                  </a:lnTo>
                  <a:lnTo>
                    <a:pt x="4668" y="150819"/>
                  </a:lnTo>
                  <a:lnTo>
                    <a:pt x="5154" y="147049"/>
                  </a:lnTo>
                  <a:lnTo>
                    <a:pt x="5540" y="143223"/>
                  </a:lnTo>
                  <a:lnTo>
                    <a:pt x="5665" y="124087"/>
                  </a:lnTo>
                  <a:lnTo>
                    <a:pt x="5549" y="121269"/>
                  </a:lnTo>
                  <a:lnTo>
                    <a:pt x="4721" y="115274"/>
                  </a:lnTo>
                  <a:lnTo>
                    <a:pt x="4662" y="111862"/>
                  </a:lnTo>
                  <a:lnTo>
                    <a:pt x="5059" y="107548"/>
                  </a:lnTo>
                  <a:lnTo>
                    <a:pt x="5597" y="104187"/>
                  </a:lnTo>
                  <a:lnTo>
                    <a:pt x="6295" y="100987"/>
                  </a:lnTo>
                  <a:lnTo>
                    <a:pt x="6282" y="94366"/>
                  </a:lnTo>
                  <a:lnTo>
                    <a:pt x="4946" y="88254"/>
                  </a:lnTo>
                  <a:lnTo>
                    <a:pt x="3971" y="85562"/>
                  </a:lnTo>
                  <a:lnTo>
                    <a:pt x="2440" y="82326"/>
                  </a:lnTo>
                  <a:lnTo>
                    <a:pt x="1277" y="80548"/>
                  </a:lnTo>
                  <a:lnTo>
                    <a:pt x="708" y="79185"/>
                  </a:lnTo>
                  <a:lnTo>
                    <a:pt x="1277" y="78727"/>
                  </a:lnTo>
                  <a:lnTo>
                    <a:pt x="1694" y="77622"/>
                  </a:lnTo>
                  <a:lnTo>
                    <a:pt x="692" y="75921"/>
                  </a:lnTo>
                  <a:lnTo>
                    <a:pt x="87" y="73363"/>
                  </a:lnTo>
                  <a:lnTo>
                    <a:pt x="0" y="63328"/>
                  </a:lnTo>
                  <a:lnTo>
                    <a:pt x="248" y="60781"/>
                  </a:lnTo>
                  <a:lnTo>
                    <a:pt x="997" y="57953"/>
                  </a:lnTo>
                  <a:lnTo>
                    <a:pt x="1639" y="54976"/>
                  </a:lnTo>
                  <a:lnTo>
                    <a:pt x="2240" y="47946"/>
                  </a:lnTo>
                  <a:lnTo>
                    <a:pt x="2448" y="40694"/>
                  </a:lnTo>
                  <a:lnTo>
                    <a:pt x="2048" y="37752"/>
                  </a:lnTo>
                  <a:lnTo>
                    <a:pt x="1872" y="31812"/>
                  </a:lnTo>
                  <a:lnTo>
                    <a:pt x="2204" y="30336"/>
                  </a:lnTo>
                  <a:lnTo>
                    <a:pt x="3494" y="28358"/>
                  </a:lnTo>
                  <a:lnTo>
                    <a:pt x="5536" y="27200"/>
                  </a:lnTo>
                  <a:lnTo>
                    <a:pt x="5973" y="27542"/>
                  </a:lnTo>
                  <a:lnTo>
                    <a:pt x="7573" y="29863"/>
                  </a:lnTo>
                  <a:lnTo>
                    <a:pt x="8166" y="29950"/>
                  </a:lnTo>
                  <a:lnTo>
                    <a:pt x="8782" y="29707"/>
                  </a:lnTo>
                  <a:lnTo>
                    <a:pt x="9958" y="28622"/>
                  </a:lnTo>
                  <a:lnTo>
                    <a:pt x="10617" y="25983"/>
                  </a:lnTo>
                  <a:lnTo>
                    <a:pt x="9762" y="24481"/>
                  </a:lnTo>
                  <a:lnTo>
                    <a:pt x="10261" y="22560"/>
                  </a:lnTo>
                  <a:lnTo>
                    <a:pt x="11723" y="21917"/>
                  </a:lnTo>
                  <a:lnTo>
                    <a:pt x="11830" y="20268"/>
                  </a:lnTo>
                  <a:lnTo>
                    <a:pt x="11301" y="20074"/>
                  </a:lnTo>
                  <a:lnTo>
                    <a:pt x="11763" y="17732"/>
                  </a:lnTo>
                  <a:lnTo>
                    <a:pt x="12027" y="15377"/>
                  </a:lnTo>
                  <a:lnTo>
                    <a:pt x="11616" y="13229"/>
                  </a:lnTo>
                  <a:lnTo>
                    <a:pt x="9272" y="7906"/>
                  </a:lnTo>
                  <a:lnTo>
                    <a:pt x="7757" y="4001"/>
                  </a:lnTo>
                  <a:lnTo>
                    <a:pt x="10251" y="4052"/>
                  </a:lnTo>
                  <a:lnTo>
                    <a:pt x="10987" y="3324"/>
                  </a:lnTo>
                  <a:lnTo>
                    <a:pt x="11569" y="1711"/>
                  </a:lnTo>
                  <a:lnTo>
                    <a:pt x="1187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1"/>
            <p:cNvSpPr/>
            <p:nvPr/>
          </p:nvSpPr>
          <p:spPr>
            <a:xfrm>
              <a:off x="5125833" y="2013100"/>
              <a:ext cx="7363" cy="10170"/>
            </a:xfrm>
            <a:custGeom>
              <a:avLst/>
              <a:pathLst>
                <a:path w="7363" h="10170">
                  <a:moveTo>
                    <a:pt x="6876" y="8626"/>
                  </a:moveTo>
                  <a:lnTo>
                    <a:pt x="7363" y="10170"/>
                  </a:lnTo>
                  <a:lnTo>
                    <a:pt x="2714" y="4706"/>
                  </a:lnTo>
                  <a:lnTo>
                    <a:pt x="536" y="1830"/>
                  </a:lnTo>
                  <a:lnTo>
                    <a:pt x="0" y="31"/>
                  </a:lnTo>
                  <a:lnTo>
                    <a:pt x="808" y="0"/>
                  </a:lnTo>
                  <a:lnTo>
                    <a:pt x="1737" y="1748"/>
                  </a:lnTo>
                  <a:lnTo>
                    <a:pt x="3097" y="2563"/>
                  </a:lnTo>
                  <a:lnTo>
                    <a:pt x="5076" y="49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2"/>
            <p:cNvSpPr/>
            <p:nvPr/>
          </p:nvSpPr>
          <p:spPr>
            <a:xfrm>
              <a:off x="4772226" y="2005687"/>
              <a:ext cx="5339" cy="5432"/>
            </a:xfrm>
            <a:custGeom>
              <a:avLst/>
              <a:pathLst>
                <a:path w="5339" h="5432">
                  <a:moveTo>
                    <a:pt x="5339" y="217"/>
                  </a:moveTo>
                  <a:lnTo>
                    <a:pt x="3919" y="5350"/>
                  </a:lnTo>
                  <a:lnTo>
                    <a:pt x="2932" y="5432"/>
                  </a:lnTo>
                  <a:lnTo>
                    <a:pt x="2164" y="4348"/>
                  </a:lnTo>
                  <a:lnTo>
                    <a:pt x="581" y="4780"/>
                  </a:lnTo>
                  <a:lnTo>
                    <a:pt x="0" y="4481"/>
                  </a:lnTo>
                  <a:lnTo>
                    <a:pt x="928" y="2908"/>
                  </a:lnTo>
                  <a:lnTo>
                    <a:pt x="3234" y="445"/>
                  </a:lnTo>
                  <a:lnTo>
                    <a:pt x="4176" y="474"/>
                  </a:lnTo>
                  <a:lnTo>
                    <a:pt x="507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3"/>
            <p:cNvSpPr/>
            <p:nvPr/>
          </p:nvSpPr>
          <p:spPr>
            <a:xfrm>
              <a:off x="4778191" y="2003051"/>
              <a:ext cx="11200" cy="16067"/>
            </a:xfrm>
            <a:custGeom>
              <a:avLst/>
              <a:pathLst>
                <a:path w="11200" h="16067">
                  <a:moveTo>
                    <a:pt x="8143" y="3084"/>
                  </a:moveTo>
                  <a:lnTo>
                    <a:pt x="9187" y="4246"/>
                  </a:lnTo>
                  <a:lnTo>
                    <a:pt x="10807" y="4047"/>
                  </a:lnTo>
                  <a:lnTo>
                    <a:pt x="11200" y="4830"/>
                  </a:lnTo>
                  <a:lnTo>
                    <a:pt x="9938" y="6090"/>
                  </a:lnTo>
                  <a:lnTo>
                    <a:pt x="9018" y="8750"/>
                  </a:lnTo>
                  <a:lnTo>
                    <a:pt x="8726" y="11119"/>
                  </a:lnTo>
                  <a:lnTo>
                    <a:pt x="8361" y="12056"/>
                  </a:lnTo>
                  <a:lnTo>
                    <a:pt x="7333" y="13222"/>
                  </a:lnTo>
                  <a:lnTo>
                    <a:pt x="6413" y="14777"/>
                  </a:lnTo>
                  <a:lnTo>
                    <a:pt x="5622" y="15772"/>
                  </a:lnTo>
                  <a:lnTo>
                    <a:pt x="4928" y="16067"/>
                  </a:lnTo>
                  <a:lnTo>
                    <a:pt x="3368" y="10968"/>
                  </a:lnTo>
                  <a:lnTo>
                    <a:pt x="2644" y="9563"/>
                  </a:lnTo>
                  <a:lnTo>
                    <a:pt x="496" y="11956"/>
                  </a:lnTo>
                  <a:lnTo>
                    <a:pt x="0" y="12010"/>
                  </a:lnTo>
                  <a:lnTo>
                    <a:pt x="486" y="9042"/>
                  </a:lnTo>
                  <a:lnTo>
                    <a:pt x="1743" y="5801"/>
                  </a:lnTo>
                  <a:lnTo>
                    <a:pt x="2331" y="5348"/>
                  </a:lnTo>
                  <a:lnTo>
                    <a:pt x="3576" y="1002"/>
                  </a:lnTo>
                  <a:lnTo>
                    <a:pt x="3963" y="0"/>
                  </a:lnTo>
                  <a:lnTo>
                    <a:pt x="7797" y="25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4"/>
            <p:cNvSpPr/>
            <p:nvPr/>
          </p:nvSpPr>
          <p:spPr>
            <a:xfrm>
              <a:off x="3424514" y="2000402"/>
              <a:ext cx="37134" cy="27674"/>
            </a:xfrm>
            <a:custGeom>
              <a:avLst/>
              <a:pathLst>
                <a:path w="37134" h="27674">
                  <a:moveTo>
                    <a:pt x="18773" y="666"/>
                  </a:moveTo>
                  <a:lnTo>
                    <a:pt x="19485" y="656"/>
                  </a:lnTo>
                  <a:lnTo>
                    <a:pt x="20540" y="329"/>
                  </a:lnTo>
                  <a:lnTo>
                    <a:pt x="21205" y="1543"/>
                  </a:lnTo>
                  <a:lnTo>
                    <a:pt x="22444" y="2699"/>
                  </a:lnTo>
                  <a:lnTo>
                    <a:pt x="23917" y="3732"/>
                  </a:lnTo>
                  <a:lnTo>
                    <a:pt x="26117" y="5494"/>
                  </a:lnTo>
                  <a:lnTo>
                    <a:pt x="28401" y="6589"/>
                  </a:lnTo>
                  <a:lnTo>
                    <a:pt x="29155" y="6716"/>
                  </a:lnTo>
                  <a:lnTo>
                    <a:pt x="31555" y="6572"/>
                  </a:lnTo>
                  <a:lnTo>
                    <a:pt x="34097" y="6723"/>
                  </a:lnTo>
                  <a:lnTo>
                    <a:pt x="34789" y="9336"/>
                  </a:lnTo>
                  <a:lnTo>
                    <a:pt x="36044" y="10573"/>
                  </a:lnTo>
                  <a:lnTo>
                    <a:pt x="37059" y="12274"/>
                  </a:lnTo>
                  <a:lnTo>
                    <a:pt x="37134" y="13243"/>
                  </a:lnTo>
                  <a:lnTo>
                    <a:pt x="35735" y="19326"/>
                  </a:lnTo>
                  <a:lnTo>
                    <a:pt x="35445" y="21385"/>
                  </a:lnTo>
                  <a:lnTo>
                    <a:pt x="35392" y="23451"/>
                  </a:lnTo>
                  <a:lnTo>
                    <a:pt x="35904" y="26034"/>
                  </a:lnTo>
                  <a:lnTo>
                    <a:pt x="36386" y="27477"/>
                  </a:lnTo>
                  <a:lnTo>
                    <a:pt x="35990" y="27674"/>
                  </a:lnTo>
                  <a:lnTo>
                    <a:pt x="29507" y="27386"/>
                  </a:lnTo>
                  <a:lnTo>
                    <a:pt x="23358" y="26895"/>
                  </a:lnTo>
                  <a:lnTo>
                    <a:pt x="17677" y="26442"/>
                  </a:lnTo>
                  <a:lnTo>
                    <a:pt x="12202" y="26004"/>
                  </a:lnTo>
                  <a:lnTo>
                    <a:pt x="6948" y="25587"/>
                  </a:lnTo>
                  <a:lnTo>
                    <a:pt x="3681" y="25195"/>
                  </a:lnTo>
                  <a:lnTo>
                    <a:pt x="458" y="24809"/>
                  </a:lnTo>
                  <a:lnTo>
                    <a:pt x="0" y="24451"/>
                  </a:lnTo>
                  <a:lnTo>
                    <a:pt x="1773" y="21920"/>
                  </a:lnTo>
                  <a:lnTo>
                    <a:pt x="2928" y="19290"/>
                  </a:lnTo>
                  <a:lnTo>
                    <a:pt x="3909" y="15858"/>
                  </a:lnTo>
                  <a:lnTo>
                    <a:pt x="4014" y="13480"/>
                  </a:lnTo>
                  <a:lnTo>
                    <a:pt x="4259" y="10799"/>
                  </a:lnTo>
                  <a:lnTo>
                    <a:pt x="5791" y="9756"/>
                  </a:lnTo>
                  <a:lnTo>
                    <a:pt x="9117" y="9910"/>
                  </a:lnTo>
                  <a:lnTo>
                    <a:pt x="10540" y="8622"/>
                  </a:lnTo>
                  <a:lnTo>
                    <a:pt x="12365" y="5437"/>
                  </a:lnTo>
                  <a:lnTo>
                    <a:pt x="14285" y="1614"/>
                  </a:lnTo>
                  <a:lnTo>
                    <a:pt x="14907" y="0"/>
                  </a:lnTo>
                  <a:lnTo>
                    <a:pt x="15575" y="229"/>
                  </a:lnTo>
                  <a:lnTo>
                    <a:pt x="14442" y="3044"/>
                  </a:lnTo>
                  <a:lnTo>
                    <a:pt x="11397" y="8991"/>
                  </a:lnTo>
                  <a:lnTo>
                    <a:pt x="12352" y="9780"/>
                  </a:lnTo>
                  <a:lnTo>
                    <a:pt x="13460" y="10036"/>
                  </a:lnTo>
                  <a:lnTo>
                    <a:pt x="14766" y="11145"/>
                  </a:lnTo>
                  <a:lnTo>
                    <a:pt x="16013" y="11346"/>
                  </a:lnTo>
                  <a:lnTo>
                    <a:pt x="18234" y="10385"/>
                  </a:lnTo>
                  <a:lnTo>
                    <a:pt x="18625" y="5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5"/>
            <p:cNvSpPr/>
            <p:nvPr/>
          </p:nvSpPr>
          <p:spPr>
            <a:xfrm>
              <a:off x="5106379" y="1998487"/>
              <a:ext cx="10348" cy="19424"/>
            </a:xfrm>
            <a:custGeom>
              <a:avLst/>
              <a:pathLst>
                <a:path w="10348" h="19424">
                  <a:moveTo>
                    <a:pt x="10348" y="15140"/>
                  </a:moveTo>
                  <a:lnTo>
                    <a:pt x="10288" y="19424"/>
                  </a:lnTo>
                  <a:lnTo>
                    <a:pt x="8863" y="17251"/>
                  </a:lnTo>
                  <a:lnTo>
                    <a:pt x="8200" y="15501"/>
                  </a:lnTo>
                  <a:lnTo>
                    <a:pt x="7257" y="15169"/>
                  </a:lnTo>
                  <a:lnTo>
                    <a:pt x="6602" y="14387"/>
                  </a:lnTo>
                  <a:lnTo>
                    <a:pt x="5510" y="12261"/>
                  </a:lnTo>
                  <a:lnTo>
                    <a:pt x="4242" y="9488"/>
                  </a:lnTo>
                  <a:lnTo>
                    <a:pt x="3812" y="8123"/>
                  </a:lnTo>
                  <a:lnTo>
                    <a:pt x="3627" y="6375"/>
                  </a:lnTo>
                  <a:lnTo>
                    <a:pt x="2771" y="4756"/>
                  </a:lnTo>
                  <a:lnTo>
                    <a:pt x="0" y="1682"/>
                  </a:lnTo>
                  <a:lnTo>
                    <a:pt x="913" y="1315"/>
                  </a:lnTo>
                  <a:lnTo>
                    <a:pt x="2073" y="0"/>
                  </a:lnTo>
                  <a:lnTo>
                    <a:pt x="5303" y="812"/>
                  </a:lnTo>
                  <a:lnTo>
                    <a:pt x="6038" y="1167"/>
                  </a:lnTo>
                  <a:lnTo>
                    <a:pt x="5511" y="3224"/>
                  </a:lnTo>
                  <a:lnTo>
                    <a:pt x="5719" y="5497"/>
                  </a:lnTo>
                  <a:lnTo>
                    <a:pt x="7517" y="10219"/>
                  </a:lnTo>
                  <a:lnTo>
                    <a:pt x="8382" y="11865"/>
                  </a:lnTo>
                  <a:lnTo>
                    <a:pt x="9508" y="131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6"/>
            <p:cNvSpPr/>
            <p:nvPr/>
          </p:nvSpPr>
          <p:spPr>
            <a:xfrm>
              <a:off x="4930526" y="1885944"/>
              <a:ext cx="2963" cy="4513"/>
            </a:xfrm>
            <a:custGeom>
              <a:avLst/>
              <a:pathLst>
                <a:path w="2963" h="4513">
                  <a:moveTo>
                    <a:pt x="1377" y="4178"/>
                  </a:moveTo>
                  <a:lnTo>
                    <a:pt x="470" y="4513"/>
                  </a:lnTo>
                  <a:lnTo>
                    <a:pt x="17" y="3705"/>
                  </a:lnTo>
                  <a:lnTo>
                    <a:pt x="0" y="3135"/>
                  </a:lnTo>
                  <a:lnTo>
                    <a:pt x="1406" y="1859"/>
                  </a:lnTo>
                  <a:lnTo>
                    <a:pt x="2255" y="0"/>
                  </a:lnTo>
                  <a:lnTo>
                    <a:pt x="2790" y="1113"/>
                  </a:lnTo>
                  <a:lnTo>
                    <a:pt x="2963" y="19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7"/>
            <p:cNvSpPr/>
            <p:nvPr/>
          </p:nvSpPr>
          <p:spPr>
            <a:xfrm>
              <a:off x="5079637" y="1883976"/>
              <a:ext cx="14205" cy="21198"/>
            </a:xfrm>
            <a:custGeom>
              <a:avLst/>
              <a:pathLst>
                <a:path w="14205" h="21198">
                  <a:moveTo>
                    <a:pt x="2392" y="18420"/>
                  </a:moveTo>
                  <a:lnTo>
                    <a:pt x="508" y="21198"/>
                  </a:lnTo>
                  <a:lnTo>
                    <a:pt x="230" y="20746"/>
                  </a:lnTo>
                  <a:lnTo>
                    <a:pt x="52" y="20111"/>
                  </a:lnTo>
                  <a:lnTo>
                    <a:pt x="0" y="19141"/>
                  </a:lnTo>
                  <a:lnTo>
                    <a:pt x="1720" y="17312"/>
                  </a:lnTo>
                  <a:lnTo>
                    <a:pt x="3444" y="12653"/>
                  </a:lnTo>
                  <a:lnTo>
                    <a:pt x="4110" y="8776"/>
                  </a:lnTo>
                  <a:lnTo>
                    <a:pt x="3905" y="7517"/>
                  </a:lnTo>
                  <a:lnTo>
                    <a:pt x="3840" y="6255"/>
                  </a:lnTo>
                  <a:lnTo>
                    <a:pt x="8917" y="3858"/>
                  </a:lnTo>
                  <a:lnTo>
                    <a:pt x="12545" y="0"/>
                  </a:lnTo>
                  <a:lnTo>
                    <a:pt x="13181" y="165"/>
                  </a:lnTo>
                  <a:lnTo>
                    <a:pt x="13833" y="3384"/>
                  </a:lnTo>
                  <a:lnTo>
                    <a:pt x="14205" y="7564"/>
                  </a:lnTo>
                  <a:lnTo>
                    <a:pt x="13677" y="10081"/>
                  </a:lnTo>
                  <a:lnTo>
                    <a:pt x="9799" y="11484"/>
                  </a:lnTo>
                  <a:lnTo>
                    <a:pt x="6131" y="142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8"/>
            <p:cNvSpPr/>
            <p:nvPr/>
          </p:nvSpPr>
          <p:spPr>
            <a:xfrm>
              <a:off x="3607775" y="1707544"/>
              <a:ext cx="3791" cy="6527"/>
            </a:xfrm>
            <a:custGeom>
              <a:avLst/>
              <a:pathLst>
                <a:path w="3791" h="6527">
                  <a:moveTo>
                    <a:pt x="3305" y="457"/>
                  </a:moveTo>
                  <a:lnTo>
                    <a:pt x="3677" y="1621"/>
                  </a:lnTo>
                  <a:lnTo>
                    <a:pt x="3791" y="3534"/>
                  </a:lnTo>
                  <a:lnTo>
                    <a:pt x="3434" y="4759"/>
                  </a:lnTo>
                  <a:lnTo>
                    <a:pt x="3606" y="5794"/>
                  </a:lnTo>
                  <a:lnTo>
                    <a:pt x="2874" y="6527"/>
                  </a:lnTo>
                  <a:lnTo>
                    <a:pt x="1739" y="4135"/>
                  </a:lnTo>
                  <a:lnTo>
                    <a:pt x="1064" y="4100"/>
                  </a:lnTo>
                  <a:lnTo>
                    <a:pt x="341" y="3071"/>
                  </a:lnTo>
                  <a:lnTo>
                    <a:pt x="0" y="1373"/>
                  </a:lnTo>
                  <a:lnTo>
                    <a:pt x="654" y="900"/>
                  </a:lnTo>
                  <a:lnTo>
                    <a:pt x="918" y="1194"/>
                  </a:lnTo>
                  <a:lnTo>
                    <a:pt x="230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69"/>
            <p:cNvSpPr/>
            <p:nvPr/>
          </p:nvSpPr>
          <p:spPr>
            <a:xfrm>
              <a:off x="3998363" y="1661639"/>
              <a:ext cx="7373" cy="7722"/>
            </a:xfrm>
            <a:custGeom>
              <a:avLst/>
              <a:pathLst>
                <a:path w="7373" h="7722">
                  <a:moveTo>
                    <a:pt x="6345" y="7354"/>
                  </a:moveTo>
                  <a:lnTo>
                    <a:pt x="4320" y="7722"/>
                  </a:lnTo>
                  <a:lnTo>
                    <a:pt x="2094" y="5488"/>
                  </a:lnTo>
                  <a:lnTo>
                    <a:pt x="0" y="1037"/>
                  </a:lnTo>
                  <a:lnTo>
                    <a:pt x="384" y="0"/>
                  </a:lnTo>
                  <a:lnTo>
                    <a:pt x="1692" y="356"/>
                  </a:lnTo>
                  <a:lnTo>
                    <a:pt x="3809" y="431"/>
                  </a:lnTo>
                  <a:lnTo>
                    <a:pt x="5158" y="1164"/>
                  </a:lnTo>
                  <a:lnTo>
                    <a:pt x="6989" y="1630"/>
                  </a:lnTo>
                  <a:lnTo>
                    <a:pt x="6769" y="3660"/>
                  </a:lnTo>
                  <a:lnTo>
                    <a:pt x="6765" y="4480"/>
                  </a:lnTo>
                  <a:lnTo>
                    <a:pt x="7373" y="5377"/>
                  </a:lnTo>
                  <a:lnTo>
                    <a:pt x="6787" y="68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0"/>
            <p:cNvSpPr/>
            <p:nvPr/>
          </p:nvSpPr>
          <p:spPr>
            <a:xfrm>
              <a:off x="3687539" y="1660326"/>
              <a:ext cx="2918" cy="3174"/>
            </a:xfrm>
            <a:custGeom>
              <a:avLst/>
              <a:pathLst>
                <a:path w="2918" h="3174">
                  <a:moveTo>
                    <a:pt x="2918" y="2771"/>
                  </a:moveTo>
                  <a:lnTo>
                    <a:pt x="2480" y="3174"/>
                  </a:lnTo>
                  <a:lnTo>
                    <a:pt x="198" y="1786"/>
                  </a:lnTo>
                  <a:lnTo>
                    <a:pt x="0" y="743"/>
                  </a:lnTo>
                  <a:lnTo>
                    <a:pt x="97" y="294"/>
                  </a:lnTo>
                  <a:lnTo>
                    <a:pt x="1005" y="0"/>
                  </a:lnTo>
                  <a:lnTo>
                    <a:pt x="1972" y="392"/>
                  </a:lnTo>
                  <a:lnTo>
                    <a:pt x="2654" y="17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1"/>
            <p:cNvSpPr/>
            <p:nvPr/>
          </p:nvSpPr>
          <p:spPr>
            <a:xfrm>
              <a:off x="3754501" y="1580079"/>
              <a:ext cx="23064" cy="22991"/>
            </a:xfrm>
            <a:custGeom>
              <a:avLst/>
              <a:pathLst>
                <a:path w="23064" h="22991">
                  <a:moveTo>
                    <a:pt x="22859" y="9622"/>
                  </a:moveTo>
                  <a:lnTo>
                    <a:pt x="23064" y="12480"/>
                  </a:lnTo>
                  <a:lnTo>
                    <a:pt x="22346" y="13664"/>
                  </a:lnTo>
                  <a:lnTo>
                    <a:pt x="21700" y="13996"/>
                  </a:lnTo>
                  <a:lnTo>
                    <a:pt x="21429" y="12206"/>
                  </a:lnTo>
                  <a:lnTo>
                    <a:pt x="20888" y="11396"/>
                  </a:lnTo>
                  <a:lnTo>
                    <a:pt x="18896" y="13532"/>
                  </a:lnTo>
                  <a:lnTo>
                    <a:pt x="17964" y="15881"/>
                  </a:lnTo>
                  <a:lnTo>
                    <a:pt x="15506" y="19251"/>
                  </a:lnTo>
                  <a:lnTo>
                    <a:pt x="10376" y="21653"/>
                  </a:lnTo>
                  <a:lnTo>
                    <a:pt x="7267" y="22698"/>
                  </a:lnTo>
                  <a:lnTo>
                    <a:pt x="4467" y="22991"/>
                  </a:lnTo>
                  <a:lnTo>
                    <a:pt x="1844" y="20872"/>
                  </a:lnTo>
                  <a:lnTo>
                    <a:pt x="427" y="16808"/>
                  </a:lnTo>
                  <a:lnTo>
                    <a:pt x="179" y="15572"/>
                  </a:lnTo>
                  <a:lnTo>
                    <a:pt x="0" y="13914"/>
                  </a:lnTo>
                  <a:lnTo>
                    <a:pt x="16" y="12250"/>
                  </a:lnTo>
                  <a:lnTo>
                    <a:pt x="201" y="9672"/>
                  </a:lnTo>
                  <a:lnTo>
                    <a:pt x="473" y="7150"/>
                  </a:lnTo>
                  <a:lnTo>
                    <a:pt x="1554" y="4892"/>
                  </a:lnTo>
                  <a:lnTo>
                    <a:pt x="4057" y="2221"/>
                  </a:lnTo>
                  <a:lnTo>
                    <a:pt x="6514" y="487"/>
                  </a:lnTo>
                  <a:lnTo>
                    <a:pt x="7762" y="57"/>
                  </a:lnTo>
                  <a:lnTo>
                    <a:pt x="10891" y="0"/>
                  </a:lnTo>
                  <a:lnTo>
                    <a:pt x="19764" y="5963"/>
                  </a:lnTo>
                  <a:lnTo>
                    <a:pt x="21732" y="75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3970244" y="1578184"/>
              <a:ext cx="3671" cy="3925"/>
            </a:xfrm>
            <a:custGeom>
              <a:avLst/>
              <a:pathLst>
                <a:path w="3671" h="3925">
                  <a:moveTo>
                    <a:pt x="3671" y="1345"/>
                  </a:moveTo>
                  <a:lnTo>
                    <a:pt x="2739" y="3925"/>
                  </a:lnTo>
                  <a:lnTo>
                    <a:pt x="828" y="3788"/>
                  </a:lnTo>
                  <a:lnTo>
                    <a:pt x="246" y="3201"/>
                  </a:lnTo>
                  <a:lnTo>
                    <a:pt x="0" y="2724"/>
                  </a:lnTo>
                  <a:lnTo>
                    <a:pt x="2189" y="0"/>
                  </a:lnTo>
                  <a:lnTo>
                    <a:pt x="3487" y="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3"/>
            <p:cNvSpPr/>
            <p:nvPr/>
          </p:nvSpPr>
          <p:spPr>
            <a:xfrm>
              <a:off x="5052657" y="1576290"/>
              <a:ext cx="6156" cy="21860"/>
            </a:xfrm>
            <a:custGeom>
              <a:avLst/>
              <a:pathLst>
                <a:path w="6156" h="21860">
                  <a:moveTo>
                    <a:pt x="4422" y="21821"/>
                  </a:moveTo>
                  <a:lnTo>
                    <a:pt x="3908" y="21860"/>
                  </a:lnTo>
                  <a:lnTo>
                    <a:pt x="4297" y="19899"/>
                  </a:lnTo>
                  <a:lnTo>
                    <a:pt x="4353" y="19025"/>
                  </a:lnTo>
                  <a:lnTo>
                    <a:pt x="3236" y="17582"/>
                  </a:lnTo>
                  <a:lnTo>
                    <a:pt x="1147" y="16484"/>
                  </a:lnTo>
                  <a:lnTo>
                    <a:pt x="618" y="15637"/>
                  </a:lnTo>
                  <a:lnTo>
                    <a:pt x="491" y="13073"/>
                  </a:lnTo>
                  <a:lnTo>
                    <a:pt x="940" y="9037"/>
                  </a:lnTo>
                  <a:lnTo>
                    <a:pt x="0" y="6908"/>
                  </a:lnTo>
                  <a:lnTo>
                    <a:pt x="321" y="5012"/>
                  </a:lnTo>
                  <a:lnTo>
                    <a:pt x="2768" y="2911"/>
                  </a:lnTo>
                  <a:lnTo>
                    <a:pt x="3762" y="1292"/>
                  </a:lnTo>
                  <a:lnTo>
                    <a:pt x="4860" y="0"/>
                  </a:lnTo>
                  <a:lnTo>
                    <a:pt x="5039" y="160"/>
                  </a:lnTo>
                  <a:lnTo>
                    <a:pt x="6156" y="1389"/>
                  </a:lnTo>
                  <a:lnTo>
                    <a:pt x="6058" y="4093"/>
                  </a:lnTo>
                  <a:lnTo>
                    <a:pt x="5265" y="5996"/>
                  </a:lnTo>
                  <a:lnTo>
                    <a:pt x="3355" y="6671"/>
                  </a:lnTo>
                  <a:lnTo>
                    <a:pt x="3085" y="7981"/>
                  </a:lnTo>
                  <a:lnTo>
                    <a:pt x="3335" y="10242"/>
                  </a:lnTo>
                  <a:lnTo>
                    <a:pt x="3391" y="13149"/>
                  </a:lnTo>
                  <a:lnTo>
                    <a:pt x="3583" y="15750"/>
                  </a:lnTo>
                  <a:lnTo>
                    <a:pt x="4740" y="18422"/>
                  </a:lnTo>
                  <a:lnTo>
                    <a:pt x="4996" y="19794"/>
                  </a:lnTo>
                  <a:lnTo>
                    <a:pt x="4878" y="210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4"/>
            <p:cNvSpPr/>
            <p:nvPr/>
          </p:nvSpPr>
          <p:spPr>
            <a:xfrm>
              <a:off x="5129830" y="1565174"/>
              <a:ext cx="18927" cy="13126"/>
            </a:xfrm>
            <a:custGeom>
              <a:avLst/>
              <a:pathLst>
                <a:path w="18927" h="13126">
                  <a:moveTo>
                    <a:pt x="16248" y="12860"/>
                  </a:moveTo>
                  <a:lnTo>
                    <a:pt x="12967" y="13126"/>
                  </a:lnTo>
                  <a:lnTo>
                    <a:pt x="6435" y="10381"/>
                  </a:lnTo>
                  <a:lnTo>
                    <a:pt x="4090" y="8934"/>
                  </a:lnTo>
                  <a:lnTo>
                    <a:pt x="2345" y="7087"/>
                  </a:lnTo>
                  <a:lnTo>
                    <a:pt x="373" y="5793"/>
                  </a:lnTo>
                  <a:lnTo>
                    <a:pt x="0" y="5283"/>
                  </a:lnTo>
                  <a:lnTo>
                    <a:pt x="288" y="4214"/>
                  </a:lnTo>
                  <a:lnTo>
                    <a:pt x="873" y="3386"/>
                  </a:lnTo>
                  <a:lnTo>
                    <a:pt x="3115" y="1204"/>
                  </a:lnTo>
                  <a:lnTo>
                    <a:pt x="4688" y="215"/>
                  </a:lnTo>
                  <a:lnTo>
                    <a:pt x="6548" y="0"/>
                  </a:lnTo>
                  <a:lnTo>
                    <a:pt x="18251" y="3931"/>
                  </a:lnTo>
                  <a:lnTo>
                    <a:pt x="18779" y="4716"/>
                  </a:lnTo>
                  <a:lnTo>
                    <a:pt x="18927" y="5422"/>
                  </a:lnTo>
                  <a:lnTo>
                    <a:pt x="18750" y="6987"/>
                  </a:lnTo>
                  <a:lnTo>
                    <a:pt x="17763" y="7271"/>
                  </a:lnTo>
                  <a:lnTo>
                    <a:pt x="17380" y="8300"/>
                  </a:lnTo>
                  <a:lnTo>
                    <a:pt x="16968" y="11434"/>
                  </a:lnTo>
                  <a:lnTo>
                    <a:pt x="16766" y="122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5"/>
            <p:cNvSpPr/>
            <p:nvPr/>
          </p:nvSpPr>
          <p:spPr>
            <a:xfrm>
              <a:off x="3871817" y="1551891"/>
              <a:ext cx="23103" cy="22974"/>
            </a:xfrm>
            <a:custGeom>
              <a:avLst/>
              <a:pathLst>
                <a:path w="23103" h="22974">
                  <a:moveTo>
                    <a:pt x="22756" y="15670"/>
                  </a:moveTo>
                  <a:lnTo>
                    <a:pt x="23103" y="17129"/>
                  </a:lnTo>
                  <a:lnTo>
                    <a:pt x="23064" y="19841"/>
                  </a:lnTo>
                  <a:lnTo>
                    <a:pt x="22638" y="21844"/>
                  </a:lnTo>
                  <a:lnTo>
                    <a:pt x="21337" y="22158"/>
                  </a:lnTo>
                  <a:lnTo>
                    <a:pt x="20057" y="22974"/>
                  </a:lnTo>
                  <a:lnTo>
                    <a:pt x="17873" y="22107"/>
                  </a:lnTo>
                  <a:lnTo>
                    <a:pt x="16646" y="22700"/>
                  </a:lnTo>
                  <a:lnTo>
                    <a:pt x="15417" y="22738"/>
                  </a:lnTo>
                  <a:lnTo>
                    <a:pt x="14403" y="22427"/>
                  </a:lnTo>
                  <a:lnTo>
                    <a:pt x="13395" y="21988"/>
                  </a:lnTo>
                  <a:lnTo>
                    <a:pt x="12718" y="21469"/>
                  </a:lnTo>
                  <a:lnTo>
                    <a:pt x="12753" y="19925"/>
                  </a:lnTo>
                  <a:lnTo>
                    <a:pt x="11848" y="17699"/>
                  </a:lnTo>
                  <a:lnTo>
                    <a:pt x="10455" y="16983"/>
                  </a:lnTo>
                  <a:lnTo>
                    <a:pt x="9152" y="16746"/>
                  </a:lnTo>
                  <a:lnTo>
                    <a:pt x="7724" y="16053"/>
                  </a:lnTo>
                  <a:lnTo>
                    <a:pt x="7013" y="16381"/>
                  </a:lnTo>
                  <a:lnTo>
                    <a:pt x="6110" y="17194"/>
                  </a:lnTo>
                  <a:lnTo>
                    <a:pt x="5520" y="16914"/>
                  </a:lnTo>
                  <a:lnTo>
                    <a:pt x="2382" y="12238"/>
                  </a:lnTo>
                  <a:lnTo>
                    <a:pt x="1854" y="11144"/>
                  </a:lnTo>
                  <a:lnTo>
                    <a:pt x="1525" y="9928"/>
                  </a:lnTo>
                  <a:lnTo>
                    <a:pt x="1093" y="9145"/>
                  </a:lnTo>
                  <a:lnTo>
                    <a:pt x="0" y="5860"/>
                  </a:lnTo>
                  <a:lnTo>
                    <a:pt x="539" y="4340"/>
                  </a:lnTo>
                  <a:lnTo>
                    <a:pt x="1637" y="3379"/>
                  </a:lnTo>
                  <a:lnTo>
                    <a:pt x="2358" y="3121"/>
                  </a:lnTo>
                  <a:lnTo>
                    <a:pt x="3696" y="952"/>
                  </a:lnTo>
                  <a:lnTo>
                    <a:pt x="6124" y="0"/>
                  </a:lnTo>
                  <a:lnTo>
                    <a:pt x="6617" y="138"/>
                  </a:lnTo>
                  <a:lnTo>
                    <a:pt x="7080" y="829"/>
                  </a:lnTo>
                  <a:lnTo>
                    <a:pt x="9630" y="3058"/>
                  </a:lnTo>
                  <a:lnTo>
                    <a:pt x="10966" y="4557"/>
                  </a:lnTo>
                  <a:lnTo>
                    <a:pt x="12153" y="6389"/>
                  </a:lnTo>
                  <a:lnTo>
                    <a:pt x="13387" y="7924"/>
                  </a:lnTo>
                  <a:lnTo>
                    <a:pt x="17064" y="10544"/>
                  </a:lnTo>
                  <a:lnTo>
                    <a:pt x="19554" y="13070"/>
                  </a:lnTo>
                  <a:lnTo>
                    <a:pt x="22090" y="148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6"/>
            <p:cNvSpPr/>
            <p:nvPr/>
          </p:nvSpPr>
          <p:spPr>
            <a:xfrm>
              <a:off x="3962981" y="1542805"/>
              <a:ext cx="1999" cy="8013"/>
            </a:xfrm>
            <a:custGeom>
              <a:avLst/>
              <a:pathLst>
                <a:path w="1999" h="8013">
                  <a:moveTo>
                    <a:pt x="1911" y="6823"/>
                  </a:moveTo>
                  <a:lnTo>
                    <a:pt x="1999" y="8013"/>
                  </a:lnTo>
                  <a:lnTo>
                    <a:pt x="1392" y="7616"/>
                  </a:lnTo>
                  <a:lnTo>
                    <a:pt x="619" y="6253"/>
                  </a:lnTo>
                  <a:lnTo>
                    <a:pt x="147" y="4635"/>
                  </a:lnTo>
                  <a:lnTo>
                    <a:pt x="0" y="1340"/>
                  </a:lnTo>
                  <a:lnTo>
                    <a:pt x="268" y="458"/>
                  </a:lnTo>
                  <a:lnTo>
                    <a:pt x="522" y="0"/>
                  </a:lnTo>
                  <a:lnTo>
                    <a:pt x="783" y="98"/>
                  </a:lnTo>
                  <a:lnTo>
                    <a:pt x="723" y="21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7"/>
            <p:cNvSpPr/>
            <p:nvPr/>
          </p:nvSpPr>
          <p:spPr>
            <a:xfrm>
              <a:off x="5045224" y="1538037"/>
              <a:ext cx="3245" cy="3787"/>
            </a:xfrm>
            <a:custGeom>
              <a:avLst/>
              <a:pathLst>
                <a:path w="3245" h="3787">
                  <a:moveTo>
                    <a:pt x="3245" y="3289"/>
                  </a:moveTo>
                  <a:lnTo>
                    <a:pt x="2468" y="3787"/>
                  </a:lnTo>
                  <a:lnTo>
                    <a:pt x="781" y="3377"/>
                  </a:lnTo>
                  <a:lnTo>
                    <a:pt x="0" y="2452"/>
                  </a:lnTo>
                  <a:lnTo>
                    <a:pt x="40" y="336"/>
                  </a:lnTo>
                  <a:lnTo>
                    <a:pt x="133" y="0"/>
                  </a:lnTo>
                  <a:lnTo>
                    <a:pt x="1483" y="302"/>
                  </a:lnTo>
                  <a:lnTo>
                    <a:pt x="2393" y="14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8"/>
            <p:cNvSpPr/>
            <p:nvPr/>
          </p:nvSpPr>
          <p:spPr>
            <a:xfrm>
              <a:off x="3800085" y="1524159"/>
              <a:ext cx="11109" cy="12854"/>
            </a:xfrm>
            <a:custGeom>
              <a:avLst/>
              <a:pathLst>
                <a:path w="11109" h="12854">
                  <a:moveTo>
                    <a:pt x="7635" y="1144"/>
                  </a:moveTo>
                  <a:lnTo>
                    <a:pt x="8680" y="3322"/>
                  </a:lnTo>
                  <a:lnTo>
                    <a:pt x="9599" y="4898"/>
                  </a:lnTo>
                  <a:lnTo>
                    <a:pt x="10375" y="4781"/>
                  </a:lnTo>
                  <a:lnTo>
                    <a:pt x="10964" y="5567"/>
                  </a:lnTo>
                  <a:lnTo>
                    <a:pt x="11109" y="7209"/>
                  </a:lnTo>
                  <a:lnTo>
                    <a:pt x="9570" y="10007"/>
                  </a:lnTo>
                  <a:lnTo>
                    <a:pt x="9301" y="11014"/>
                  </a:lnTo>
                  <a:lnTo>
                    <a:pt x="9965" y="11950"/>
                  </a:lnTo>
                  <a:lnTo>
                    <a:pt x="10140" y="12460"/>
                  </a:lnTo>
                  <a:lnTo>
                    <a:pt x="9008" y="12854"/>
                  </a:lnTo>
                  <a:lnTo>
                    <a:pt x="8799" y="11585"/>
                  </a:lnTo>
                  <a:lnTo>
                    <a:pt x="8168" y="10345"/>
                  </a:lnTo>
                  <a:lnTo>
                    <a:pt x="6853" y="9392"/>
                  </a:lnTo>
                  <a:lnTo>
                    <a:pt x="6319" y="8532"/>
                  </a:lnTo>
                  <a:lnTo>
                    <a:pt x="5737" y="6590"/>
                  </a:lnTo>
                  <a:lnTo>
                    <a:pt x="3529" y="4529"/>
                  </a:lnTo>
                  <a:lnTo>
                    <a:pt x="2136" y="4859"/>
                  </a:lnTo>
                  <a:lnTo>
                    <a:pt x="570" y="3940"/>
                  </a:lnTo>
                  <a:lnTo>
                    <a:pt x="112" y="3510"/>
                  </a:lnTo>
                  <a:lnTo>
                    <a:pt x="0" y="2324"/>
                  </a:lnTo>
                  <a:lnTo>
                    <a:pt x="652" y="1385"/>
                  </a:lnTo>
                  <a:lnTo>
                    <a:pt x="3138" y="550"/>
                  </a:lnTo>
                  <a:lnTo>
                    <a:pt x="4344" y="601"/>
                  </a:lnTo>
                  <a:lnTo>
                    <a:pt x="5637" y="1435"/>
                  </a:lnTo>
                  <a:lnTo>
                    <a:pt x="5529" y="411"/>
                  </a:lnTo>
                  <a:lnTo>
                    <a:pt x="5666" y="0"/>
                  </a:lnTo>
                  <a:lnTo>
                    <a:pt x="6178" y="1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79"/>
            <p:cNvSpPr/>
            <p:nvPr/>
          </p:nvSpPr>
          <p:spPr>
            <a:xfrm>
              <a:off x="5254572" y="1518471"/>
              <a:ext cx="44572" cy="22874"/>
            </a:xfrm>
            <a:custGeom>
              <a:avLst/>
              <a:pathLst>
                <a:path w="44572" h="22874">
                  <a:moveTo>
                    <a:pt x="2683" y="22746"/>
                  </a:moveTo>
                  <a:lnTo>
                    <a:pt x="1890" y="22874"/>
                  </a:lnTo>
                  <a:lnTo>
                    <a:pt x="229" y="17599"/>
                  </a:lnTo>
                  <a:lnTo>
                    <a:pt x="0" y="16217"/>
                  </a:lnTo>
                  <a:lnTo>
                    <a:pt x="639" y="14494"/>
                  </a:lnTo>
                  <a:lnTo>
                    <a:pt x="2309" y="12360"/>
                  </a:lnTo>
                  <a:lnTo>
                    <a:pt x="3024" y="10787"/>
                  </a:lnTo>
                  <a:lnTo>
                    <a:pt x="6982" y="8027"/>
                  </a:lnTo>
                  <a:lnTo>
                    <a:pt x="10579" y="4389"/>
                  </a:lnTo>
                  <a:lnTo>
                    <a:pt x="12516" y="3840"/>
                  </a:lnTo>
                  <a:lnTo>
                    <a:pt x="14478" y="2152"/>
                  </a:lnTo>
                  <a:lnTo>
                    <a:pt x="15785" y="1727"/>
                  </a:lnTo>
                  <a:lnTo>
                    <a:pt x="17570" y="1335"/>
                  </a:lnTo>
                  <a:lnTo>
                    <a:pt x="19341" y="538"/>
                  </a:lnTo>
                  <a:lnTo>
                    <a:pt x="21005" y="406"/>
                  </a:lnTo>
                  <a:lnTo>
                    <a:pt x="22666" y="872"/>
                  </a:lnTo>
                  <a:lnTo>
                    <a:pt x="24341" y="724"/>
                  </a:lnTo>
                  <a:lnTo>
                    <a:pt x="26009" y="0"/>
                  </a:lnTo>
                  <a:lnTo>
                    <a:pt x="27361" y="87"/>
                  </a:lnTo>
                  <a:lnTo>
                    <a:pt x="28715" y="565"/>
                  </a:lnTo>
                  <a:lnTo>
                    <a:pt x="33749" y="1626"/>
                  </a:lnTo>
                  <a:lnTo>
                    <a:pt x="34732" y="1979"/>
                  </a:lnTo>
                  <a:lnTo>
                    <a:pt x="36330" y="3385"/>
                  </a:lnTo>
                  <a:lnTo>
                    <a:pt x="37260" y="3862"/>
                  </a:lnTo>
                  <a:lnTo>
                    <a:pt x="38149" y="4686"/>
                  </a:lnTo>
                  <a:lnTo>
                    <a:pt x="39091" y="6076"/>
                  </a:lnTo>
                  <a:lnTo>
                    <a:pt x="40907" y="7570"/>
                  </a:lnTo>
                  <a:lnTo>
                    <a:pt x="43587" y="9293"/>
                  </a:lnTo>
                  <a:lnTo>
                    <a:pt x="44185" y="9842"/>
                  </a:lnTo>
                  <a:lnTo>
                    <a:pt x="44572" y="11141"/>
                  </a:lnTo>
                  <a:lnTo>
                    <a:pt x="44283" y="12685"/>
                  </a:lnTo>
                  <a:lnTo>
                    <a:pt x="40852" y="15619"/>
                  </a:lnTo>
                  <a:lnTo>
                    <a:pt x="38079" y="16377"/>
                  </a:lnTo>
                  <a:lnTo>
                    <a:pt x="32725" y="17179"/>
                  </a:lnTo>
                  <a:lnTo>
                    <a:pt x="25487" y="19394"/>
                  </a:lnTo>
                  <a:lnTo>
                    <a:pt x="22509" y="20010"/>
                  </a:lnTo>
                  <a:lnTo>
                    <a:pt x="21462" y="19879"/>
                  </a:lnTo>
                  <a:lnTo>
                    <a:pt x="18846" y="18453"/>
                  </a:lnTo>
                  <a:lnTo>
                    <a:pt x="15785" y="17823"/>
                  </a:lnTo>
                  <a:lnTo>
                    <a:pt x="14419" y="18335"/>
                  </a:lnTo>
                  <a:lnTo>
                    <a:pt x="11730" y="20603"/>
                  </a:lnTo>
                  <a:lnTo>
                    <a:pt x="6032" y="211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0"/>
            <p:cNvSpPr/>
            <p:nvPr/>
          </p:nvSpPr>
          <p:spPr>
            <a:xfrm>
              <a:off x="4776247" y="1518716"/>
              <a:ext cx="10309" cy="4865"/>
            </a:xfrm>
            <a:custGeom>
              <a:avLst/>
              <a:pathLst>
                <a:path w="10309" h="4865">
                  <a:moveTo>
                    <a:pt x="10309" y="2370"/>
                  </a:moveTo>
                  <a:lnTo>
                    <a:pt x="7454" y="4865"/>
                  </a:lnTo>
                  <a:lnTo>
                    <a:pt x="6315" y="4549"/>
                  </a:lnTo>
                  <a:lnTo>
                    <a:pt x="5152" y="3347"/>
                  </a:lnTo>
                  <a:lnTo>
                    <a:pt x="4531" y="3084"/>
                  </a:lnTo>
                  <a:lnTo>
                    <a:pt x="3903" y="3267"/>
                  </a:lnTo>
                  <a:lnTo>
                    <a:pt x="3224" y="3762"/>
                  </a:lnTo>
                  <a:lnTo>
                    <a:pt x="2318" y="3899"/>
                  </a:lnTo>
                  <a:lnTo>
                    <a:pt x="168" y="2532"/>
                  </a:lnTo>
                  <a:lnTo>
                    <a:pt x="0" y="1714"/>
                  </a:lnTo>
                  <a:lnTo>
                    <a:pt x="204" y="1334"/>
                  </a:lnTo>
                  <a:lnTo>
                    <a:pt x="752" y="937"/>
                  </a:lnTo>
                  <a:lnTo>
                    <a:pt x="1198" y="908"/>
                  </a:lnTo>
                  <a:lnTo>
                    <a:pt x="2506" y="235"/>
                  </a:lnTo>
                  <a:lnTo>
                    <a:pt x="8662" y="0"/>
                  </a:lnTo>
                  <a:lnTo>
                    <a:pt x="9132" y="142"/>
                  </a:lnTo>
                  <a:lnTo>
                    <a:pt x="10008" y="13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1"/>
            <p:cNvSpPr/>
            <p:nvPr/>
          </p:nvSpPr>
          <p:spPr>
            <a:xfrm>
              <a:off x="4083543" y="1487887"/>
              <a:ext cx="17193" cy="10322"/>
            </a:xfrm>
            <a:custGeom>
              <a:avLst/>
              <a:pathLst>
                <a:path w="17193" h="10322">
                  <a:moveTo>
                    <a:pt x="8762" y="10044"/>
                  </a:moveTo>
                  <a:lnTo>
                    <a:pt x="3159" y="10322"/>
                  </a:lnTo>
                  <a:lnTo>
                    <a:pt x="401" y="9856"/>
                  </a:lnTo>
                  <a:lnTo>
                    <a:pt x="0" y="9283"/>
                  </a:lnTo>
                  <a:lnTo>
                    <a:pt x="368" y="7848"/>
                  </a:lnTo>
                  <a:lnTo>
                    <a:pt x="3204" y="5673"/>
                  </a:lnTo>
                  <a:lnTo>
                    <a:pt x="4480" y="4286"/>
                  </a:lnTo>
                  <a:lnTo>
                    <a:pt x="5831" y="1947"/>
                  </a:lnTo>
                  <a:lnTo>
                    <a:pt x="8143" y="10"/>
                  </a:lnTo>
                  <a:lnTo>
                    <a:pt x="10097" y="0"/>
                  </a:lnTo>
                  <a:lnTo>
                    <a:pt x="16203" y="2304"/>
                  </a:lnTo>
                  <a:lnTo>
                    <a:pt x="17053" y="3749"/>
                  </a:lnTo>
                  <a:lnTo>
                    <a:pt x="17193" y="4396"/>
                  </a:lnTo>
                  <a:lnTo>
                    <a:pt x="14769" y="6329"/>
                  </a:lnTo>
                  <a:lnTo>
                    <a:pt x="13074" y="7054"/>
                  </a:lnTo>
                  <a:lnTo>
                    <a:pt x="10469" y="95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2"/>
            <p:cNvSpPr/>
            <p:nvPr/>
          </p:nvSpPr>
          <p:spPr>
            <a:xfrm>
              <a:off x="4103821" y="1474202"/>
              <a:ext cx="10450" cy="11336"/>
            </a:xfrm>
            <a:custGeom>
              <a:avLst/>
              <a:pathLst>
                <a:path w="10450" h="11336">
                  <a:moveTo>
                    <a:pt x="9992" y="11004"/>
                  </a:moveTo>
                  <a:lnTo>
                    <a:pt x="9177" y="11336"/>
                  </a:lnTo>
                  <a:lnTo>
                    <a:pt x="2846" y="10127"/>
                  </a:lnTo>
                  <a:lnTo>
                    <a:pt x="656" y="8596"/>
                  </a:lnTo>
                  <a:lnTo>
                    <a:pt x="0" y="7198"/>
                  </a:lnTo>
                  <a:lnTo>
                    <a:pt x="272" y="5970"/>
                  </a:lnTo>
                  <a:lnTo>
                    <a:pt x="6111" y="0"/>
                  </a:lnTo>
                  <a:lnTo>
                    <a:pt x="8324" y="1646"/>
                  </a:lnTo>
                  <a:lnTo>
                    <a:pt x="8968" y="3286"/>
                  </a:lnTo>
                  <a:lnTo>
                    <a:pt x="10450" y="5191"/>
                  </a:lnTo>
                  <a:lnTo>
                    <a:pt x="10411" y="96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3"/>
            <p:cNvSpPr/>
            <p:nvPr/>
          </p:nvSpPr>
          <p:spPr>
            <a:xfrm>
              <a:off x="4051655" y="1473134"/>
              <a:ext cx="9912" cy="7880"/>
            </a:xfrm>
            <a:custGeom>
              <a:avLst/>
              <a:pathLst>
                <a:path w="9912" h="7880">
                  <a:moveTo>
                    <a:pt x="6448" y="7595"/>
                  </a:moveTo>
                  <a:lnTo>
                    <a:pt x="6193" y="7880"/>
                  </a:lnTo>
                  <a:lnTo>
                    <a:pt x="5614" y="7367"/>
                  </a:lnTo>
                  <a:lnTo>
                    <a:pt x="3850" y="6583"/>
                  </a:lnTo>
                  <a:lnTo>
                    <a:pt x="926" y="4583"/>
                  </a:lnTo>
                  <a:lnTo>
                    <a:pt x="0" y="3219"/>
                  </a:lnTo>
                  <a:lnTo>
                    <a:pt x="485" y="1657"/>
                  </a:lnTo>
                  <a:lnTo>
                    <a:pt x="1131" y="631"/>
                  </a:lnTo>
                  <a:lnTo>
                    <a:pt x="3551" y="0"/>
                  </a:lnTo>
                  <a:lnTo>
                    <a:pt x="5750" y="256"/>
                  </a:lnTo>
                  <a:lnTo>
                    <a:pt x="7193" y="659"/>
                  </a:lnTo>
                  <a:lnTo>
                    <a:pt x="9912" y="2008"/>
                  </a:lnTo>
                  <a:lnTo>
                    <a:pt x="7392" y="2888"/>
                  </a:lnTo>
                  <a:lnTo>
                    <a:pt x="6295" y="4770"/>
                  </a:lnTo>
                  <a:lnTo>
                    <a:pt x="6444" y="5944"/>
                  </a:lnTo>
                  <a:lnTo>
                    <a:pt x="6869" y="65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4"/>
            <p:cNvSpPr/>
            <p:nvPr/>
          </p:nvSpPr>
          <p:spPr>
            <a:xfrm>
              <a:off x="4575735" y="1472035"/>
              <a:ext cx="7145" cy="3628"/>
            </a:xfrm>
            <a:custGeom>
              <a:avLst/>
              <a:pathLst>
                <a:path w="7145" h="3628">
                  <a:moveTo>
                    <a:pt x="7145" y="2299"/>
                  </a:moveTo>
                  <a:lnTo>
                    <a:pt x="4228" y="3628"/>
                  </a:lnTo>
                  <a:lnTo>
                    <a:pt x="1745" y="3612"/>
                  </a:lnTo>
                  <a:lnTo>
                    <a:pt x="0" y="1281"/>
                  </a:lnTo>
                  <a:lnTo>
                    <a:pt x="1398" y="360"/>
                  </a:lnTo>
                  <a:lnTo>
                    <a:pt x="3728" y="0"/>
                  </a:lnTo>
                  <a:lnTo>
                    <a:pt x="5041" y="323"/>
                  </a:lnTo>
                  <a:lnTo>
                    <a:pt x="6863" y="17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5"/>
            <p:cNvSpPr/>
            <p:nvPr/>
          </p:nvSpPr>
          <p:spPr>
            <a:xfrm>
              <a:off x="3790749" y="1465535"/>
              <a:ext cx="71312" cy="83465"/>
            </a:xfrm>
            <a:custGeom>
              <a:avLst/>
              <a:pathLst>
                <a:path w="71312" h="83465">
                  <a:moveTo>
                    <a:pt x="44780" y="2344"/>
                  </a:moveTo>
                  <a:lnTo>
                    <a:pt x="50160" y="3517"/>
                  </a:lnTo>
                  <a:lnTo>
                    <a:pt x="54192" y="3885"/>
                  </a:lnTo>
                  <a:lnTo>
                    <a:pt x="56641" y="4790"/>
                  </a:lnTo>
                  <a:lnTo>
                    <a:pt x="57551" y="5510"/>
                  </a:lnTo>
                  <a:lnTo>
                    <a:pt x="57181" y="7342"/>
                  </a:lnTo>
                  <a:lnTo>
                    <a:pt x="56459" y="8095"/>
                  </a:lnTo>
                  <a:lnTo>
                    <a:pt x="54782" y="10479"/>
                  </a:lnTo>
                  <a:lnTo>
                    <a:pt x="54529" y="11950"/>
                  </a:lnTo>
                  <a:lnTo>
                    <a:pt x="54827" y="14262"/>
                  </a:lnTo>
                  <a:lnTo>
                    <a:pt x="54570" y="15943"/>
                  </a:lnTo>
                  <a:lnTo>
                    <a:pt x="54008" y="17169"/>
                  </a:lnTo>
                  <a:lnTo>
                    <a:pt x="53572" y="17677"/>
                  </a:lnTo>
                  <a:lnTo>
                    <a:pt x="50533" y="17674"/>
                  </a:lnTo>
                  <a:lnTo>
                    <a:pt x="49425" y="18357"/>
                  </a:lnTo>
                  <a:lnTo>
                    <a:pt x="49367" y="19682"/>
                  </a:lnTo>
                  <a:lnTo>
                    <a:pt x="49166" y="21154"/>
                  </a:lnTo>
                  <a:lnTo>
                    <a:pt x="48193" y="23301"/>
                  </a:lnTo>
                  <a:lnTo>
                    <a:pt x="46178" y="24001"/>
                  </a:lnTo>
                  <a:lnTo>
                    <a:pt x="45741" y="24778"/>
                  </a:lnTo>
                  <a:lnTo>
                    <a:pt x="45897" y="26189"/>
                  </a:lnTo>
                  <a:lnTo>
                    <a:pt x="45196" y="27260"/>
                  </a:lnTo>
                  <a:lnTo>
                    <a:pt x="45237" y="28927"/>
                  </a:lnTo>
                  <a:lnTo>
                    <a:pt x="45592" y="29838"/>
                  </a:lnTo>
                  <a:lnTo>
                    <a:pt x="45692" y="31736"/>
                  </a:lnTo>
                  <a:lnTo>
                    <a:pt x="47061" y="34483"/>
                  </a:lnTo>
                  <a:lnTo>
                    <a:pt x="46795" y="35615"/>
                  </a:lnTo>
                  <a:lnTo>
                    <a:pt x="45741" y="37845"/>
                  </a:lnTo>
                  <a:lnTo>
                    <a:pt x="45415" y="40563"/>
                  </a:lnTo>
                  <a:lnTo>
                    <a:pt x="44527" y="42913"/>
                  </a:lnTo>
                  <a:lnTo>
                    <a:pt x="46521" y="44867"/>
                  </a:lnTo>
                  <a:lnTo>
                    <a:pt x="47390" y="47405"/>
                  </a:lnTo>
                  <a:lnTo>
                    <a:pt x="48161" y="50167"/>
                  </a:lnTo>
                  <a:lnTo>
                    <a:pt x="50528" y="55554"/>
                  </a:lnTo>
                  <a:lnTo>
                    <a:pt x="53104" y="60340"/>
                  </a:lnTo>
                  <a:lnTo>
                    <a:pt x="57837" y="67379"/>
                  </a:lnTo>
                  <a:lnTo>
                    <a:pt x="62905" y="72709"/>
                  </a:lnTo>
                  <a:lnTo>
                    <a:pt x="64871" y="74215"/>
                  </a:lnTo>
                  <a:lnTo>
                    <a:pt x="69681" y="76690"/>
                  </a:lnTo>
                  <a:lnTo>
                    <a:pt x="70519" y="77472"/>
                  </a:lnTo>
                  <a:lnTo>
                    <a:pt x="71312" y="78566"/>
                  </a:lnTo>
                  <a:lnTo>
                    <a:pt x="69261" y="80568"/>
                  </a:lnTo>
                  <a:lnTo>
                    <a:pt x="67150" y="81307"/>
                  </a:lnTo>
                  <a:lnTo>
                    <a:pt x="66958" y="82220"/>
                  </a:lnTo>
                  <a:lnTo>
                    <a:pt x="65794" y="82693"/>
                  </a:lnTo>
                  <a:lnTo>
                    <a:pt x="60074" y="80997"/>
                  </a:lnTo>
                  <a:lnTo>
                    <a:pt x="59762" y="80735"/>
                  </a:lnTo>
                  <a:lnTo>
                    <a:pt x="59151" y="79492"/>
                  </a:lnTo>
                  <a:lnTo>
                    <a:pt x="58477" y="78566"/>
                  </a:lnTo>
                  <a:lnTo>
                    <a:pt x="57046" y="78408"/>
                  </a:lnTo>
                  <a:lnTo>
                    <a:pt x="55600" y="78981"/>
                  </a:lnTo>
                  <a:lnTo>
                    <a:pt x="56460" y="80105"/>
                  </a:lnTo>
                  <a:lnTo>
                    <a:pt x="57408" y="80453"/>
                  </a:lnTo>
                  <a:lnTo>
                    <a:pt x="59067" y="82562"/>
                  </a:lnTo>
                  <a:lnTo>
                    <a:pt x="58358" y="83364"/>
                  </a:lnTo>
                  <a:lnTo>
                    <a:pt x="57608" y="83465"/>
                  </a:lnTo>
                  <a:lnTo>
                    <a:pt x="54247" y="80662"/>
                  </a:lnTo>
                  <a:lnTo>
                    <a:pt x="53928" y="81008"/>
                  </a:lnTo>
                  <a:lnTo>
                    <a:pt x="53610" y="81829"/>
                  </a:lnTo>
                  <a:lnTo>
                    <a:pt x="51935" y="80916"/>
                  </a:lnTo>
                  <a:lnTo>
                    <a:pt x="51540" y="81594"/>
                  </a:lnTo>
                  <a:lnTo>
                    <a:pt x="50270" y="81911"/>
                  </a:lnTo>
                  <a:lnTo>
                    <a:pt x="49232" y="81134"/>
                  </a:lnTo>
                  <a:lnTo>
                    <a:pt x="49229" y="80148"/>
                  </a:lnTo>
                  <a:lnTo>
                    <a:pt x="49009" y="79648"/>
                  </a:lnTo>
                  <a:lnTo>
                    <a:pt x="43826" y="80421"/>
                  </a:lnTo>
                  <a:lnTo>
                    <a:pt x="41694" y="80399"/>
                  </a:lnTo>
                  <a:lnTo>
                    <a:pt x="39570" y="80063"/>
                  </a:lnTo>
                  <a:lnTo>
                    <a:pt x="37015" y="78180"/>
                  </a:lnTo>
                  <a:lnTo>
                    <a:pt x="36590" y="79026"/>
                  </a:lnTo>
                  <a:lnTo>
                    <a:pt x="36509" y="80005"/>
                  </a:lnTo>
                  <a:lnTo>
                    <a:pt x="35545" y="79614"/>
                  </a:lnTo>
                  <a:lnTo>
                    <a:pt x="33419" y="78097"/>
                  </a:lnTo>
                  <a:lnTo>
                    <a:pt x="31886" y="77499"/>
                  </a:lnTo>
                  <a:lnTo>
                    <a:pt x="26396" y="76035"/>
                  </a:lnTo>
                  <a:lnTo>
                    <a:pt x="22498" y="74289"/>
                  </a:lnTo>
                  <a:lnTo>
                    <a:pt x="23466" y="73490"/>
                  </a:lnTo>
                  <a:lnTo>
                    <a:pt x="25144" y="73074"/>
                  </a:lnTo>
                  <a:lnTo>
                    <a:pt x="25168" y="72005"/>
                  </a:lnTo>
                  <a:lnTo>
                    <a:pt x="24903" y="70532"/>
                  </a:lnTo>
                  <a:lnTo>
                    <a:pt x="24847" y="69007"/>
                  </a:lnTo>
                  <a:lnTo>
                    <a:pt x="25799" y="67984"/>
                  </a:lnTo>
                  <a:lnTo>
                    <a:pt x="27946" y="68471"/>
                  </a:lnTo>
                  <a:lnTo>
                    <a:pt x="27684" y="66808"/>
                  </a:lnTo>
                  <a:lnTo>
                    <a:pt x="28697" y="66486"/>
                  </a:lnTo>
                  <a:lnTo>
                    <a:pt x="30672" y="67443"/>
                  </a:lnTo>
                  <a:lnTo>
                    <a:pt x="31383" y="66844"/>
                  </a:lnTo>
                  <a:lnTo>
                    <a:pt x="28281" y="64752"/>
                  </a:lnTo>
                  <a:lnTo>
                    <a:pt x="24882" y="61786"/>
                  </a:lnTo>
                  <a:lnTo>
                    <a:pt x="25243" y="60719"/>
                  </a:lnTo>
                  <a:lnTo>
                    <a:pt x="24013" y="60431"/>
                  </a:lnTo>
                  <a:lnTo>
                    <a:pt x="22801" y="60501"/>
                  </a:lnTo>
                  <a:lnTo>
                    <a:pt x="21755" y="58757"/>
                  </a:lnTo>
                  <a:lnTo>
                    <a:pt x="21910" y="56450"/>
                  </a:lnTo>
                  <a:lnTo>
                    <a:pt x="22820" y="54887"/>
                  </a:lnTo>
                  <a:lnTo>
                    <a:pt x="22271" y="54547"/>
                  </a:lnTo>
                  <a:lnTo>
                    <a:pt x="17036" y="55925"/>
                  </a:lnTo>
                  <a:lnTo>
                    <a:pt x="14386" y="55610"/>
                  </a:lnTo>
                  <a:lnTo>
                    <a:pt x="11395" y="54688"/>
                  </a:lnTo>
                  <a:lnTo>
                    <a:pt x="8646" y="56066"/>
                  </a:lnTo>
                  <a:lnTo>
                    <a:pt x="5860" y="56525"/>
                  </a:lnTo>
                  <a:lnTo>
                    <a:pt x="4418" y="56034"/>
                  </a:lnTo>
                  <a:lnTo>
                    <a:pt x="3026" y="55034"/>
                  </a:lnTo>
                  <a:lnTo>
                    <a:pt x="1862" y="53675"/>
                  </a:lnTo>
                  <a:lnTo>
                    <a:pt x="951" y="51401"/>
                  </a:lnTo>
                  <a:lnTo>
                    <a:pt x="115" y="47598"/>
                  </a:lnTo>
                  <a:lnTo>
                    <a:pt x="0" y="46158"/>
                  </a:lnTo>
                  <a:lnTo>
                    <a:pt x="171" y="42942"/>
                  </a:lnTo>
                  <a:lnTo>
                    <a:pt x="617" y="41600"/>
                  </a:lnTo>
                  <a:lnTo>
                    <a:pt x="1771" y="38899"/>
                  </a:lnTo>
                  <a:lnTo>
                    <a:pt x="2583" y="38067"/>
                  </a:lnTo>
                  <a:lnTo>
                    <a:pt x="4336" y="36803"/>
                  </a:lnTo>
                  <a:lnTo>
                    <a:pt x="5257" y="36475"/>
                  </a:lnTo>
                  <a:lnTo>
                    <a:pt x="7365" y="37127"/>
                  </a:lnTo>
                  <a:lnTo>
                    <a:pt x="9476" y="37169"/>
                  </a:lnTo>
                  <a:lnTo>
                    <a:pt x="10399" y="36454"/>
                  </a:lnTo>
                  <a:lnTo>
                    <a:pt x="11256" y="35190"/>
                  </a:lnTo>
                  <a:lnTo>
                    <a:pt x="11891" y="33547"/>
                  </a:lnTo>
                  <a:lnTo>
                    <a:pt x="13320" y="32610"/>
                  </a:lnTo>
                  <a:lnTo>
                    <a:pt x="13734" y="32110"/>
                  </a:lnTo>
                  <a:lnTo>
                    <a:pt x="14192" y="31049"/>
                  </a:lnTo>
                  <a:lnTo>
                    <a:pt x="14697" y="29450"/>
                  </a:lnTo>
                  <a:lnTo>
                    <a:pt x="14790" y="28091"/>
                  </a:lnTo>
                  <a:lnTo>
                    <a:pt x="15191" y="26732"/>
                  </a:lnTo>
                  <a:lnTo>
                    <a:pt x="16514" y="24755"/>
                  </a:lnTo>
                  <a:lnTo>
                    <a:pt x="16049" y="23532"/>
                  </a:lnTo>
                  <a:lnTo>
                    <a:pt x="16231" y="22704"/>
                  </a:lnTo>
                  <a:lnTo>
                    <a:pt x="17123" y="21238"/>
                  </a:lnTo>
                  <a:lnTo>
                    <a:pt x="14436" y="20841"/>
                  </a:lnTo>
                  <a:lnTo>
                    <a:pt x="13537" y="20199"/>
                  </a:lnTo>
                  <a:lnTo>
                    <a:pt x="12657" y="19215"/>
                  </a:lnTo>
                  <a:lnTo>
                    <a:pt x="12911" y="18293"/>
                  </a:lnTo>
                  <a:lnTo>
                    <a:pt x="13242" y="17619"/>
                  </a:lnTo>
                  <a:lnTo>
                    <a:pt x="15922" y="15140"/>
                  </a:lnTo>
                  <a:lnTo>
                    <a:pt x="17084" y="14410"/>
                  </a:lnTo>
                  <a:lnTo>
                    <a:pt x="18362" y="14008"/>
                  </a:lnTo>
                  <a:lnTo>
                    <a:pt x="19636" y="14018"/>
                  </a:lnTo>
                  <a:lnTo>
                    <a:pt x="21001" y="14298"/>
                  </a:lnTo>
                  <a:lnTo>
                    <a:pt x="22339" y="13914"/>
                  </a:lnTo>
                  <a:lnTo>
                    <a:pt x="20929" y="12248"/>
                  </a:lnTo>
                  <a:lnTo>
                    <a:pt x="20812" y="11123"/>
                  </a:lnTo>
                  <a:lnTo>
                    <a:pt x="20258" y="8381"/>
                  </a:lnTo>
                  <a:lnTo>
                    <a:pt x="20361" y="7094"/>
                  </a:lnTo>
                  <a:lnTo>
                    <a:pt x="20974" y="6048"/>
                  </a:lnTo>
                  <a:lnTo>
                    <a:pt x="22199" y="4819"/>
                  </a:lnTo>
                  <a:lnTo>
                    <a:pt x="23978" y="4410"/>
                  </a:lnTo>
                  <a:lnTo>
                    <a:pt x="25376" y="3764"/>
                  </a:lnTo>
                  <a:lnTo>
                    <a:pt x="26751" y="2788"/>
                  </a:lnTo>
                  <a:lnTo>
                    <a:pt x="28045" y="2620"/>
                  </a:lnTo>
                  <a:lnTo>
                    <a:pt x="30639" y="3285"/>
                  </a:lnTo>
                  <a:lnTo>
                    <a:pt x="31920" y="3140"/>
                  </a:lnTo>
                  <a:lnTo>
                    <a:pt x="33362" y="2605"/>
                  </a:lnTo>
                  <a:lnTo>
                    <a:pt x="37372" y="520"/>
                  </a:lnTo>
                  <a:lnTo>
                    <a:pt x="38843" y="0"/>
                  </a:lnTo>
                  <a:lnTo>
                    <a:pt x="40416" y="129"/>
                  </a:lnTo>
                  <a:lnTo>
                    <a:pt x="42496" y="9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6"/>
            <p:cNvSpPr/>
            <p:nvPr/>
          </p:nvSpPr>
          <p:spPr>
            <a:xfrm>
              <a:off x="4003551" y="1461789"/>
              <a:ext cx="19682" cy="14102"/>
            </a:xfrm>
            <a:custGeom>
              <a:avLst/>
              <a:pathLst>
                <a:path w="19682" h="14102">
                  <a:moveTo>
                    <a:pt x="8674" y="12392"/>
                  </a:moveTo>
                  <a:lnTo>
                    <a:pt x="5296" y="13778"/>
                  </a:lnTo>
                  <a:lnTo>
                    <a:pt x="4352" y="13885"/>
                  </a:lnTo>
                  <a:lnTo>
                    <a:pt x="2284" y="13536"/>
                  </a:lnTo>
                  <a:lnTo>
                    <a:pt x="1387" y="14102"/>
                  </a:lnTo>
                  <a:lnTo>
                    <a:pt x="0" y="12702"/>
                  </a:lnTo>
                  <a:lnTo>
                    <a:pt x="118" y="11458"/>
                  </a:lnTo>
                  <a:lnTo>
                    <a:pt x="754" y="10199"/>
                  </a:lnTo>
                  <a:lnTo>
                    <a:pt x="1134" y="8571"/>
                  </a:lnTo>
                  <a:lnTo>
                    <a:pt x="872" y="4580"/>
                  </a:lnTo>
                  <a:lnTo>
                    <a:pt x="2640" y="2058"/>
                  </a:lnTo>
                  <a:lnTo>
                    <a:pt x="4947" y="1086"/>
                  </a:lnTo>
                  <a:lnTo>
                    <a:pt x="11739" y="0"/>
                  </a:lnTo>
                  <a:lnTo>
                    <a:pt x="12694" y="301"/>
                  </a:lnTo>
                  <a:lnTo>
                    <a:pt x="14052" y="1076"/>
                  </a:lnTo>
                  <a:lnTo>
                    <a:pt x="15093" y="1969"/>
                  </a:lnTo>
                  <a:lnTo>
                    <a:pt x="16468" y="4201"/>
                  </a:lnTo>
                  <a:lnTo>
                    <a:pt x="17547" y="5091"/>
                  </a:lnTo>
                  <a:lnTo>
                    <a:pt x="19211" y="6833"/>
                  </a:lnTo>
                  <a:lnTo>
                    <a:pt x="19682" y="8557"/>
                  </a:lnTo>
                  <a:lnTo>
                    <a:pt x="19633" y="10059"/>
                  </a:lnTo>
                  <a:lnTo>
                    <a:pt x="16520" y="10399"/>
                  </a:lnTo>
                  <a:lnTo>
                    <a:pt x="11123" y="116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7"/>
            <p:cNvSpPr/>
            <p:nvPr/>
          </p:nvSpPr>
          <p:spPr>
            <a:xfrm>
              <a:off x="4074475" y="1460582"/>
              <a:ext cx="7744" cy="3420"/>
            </a:xfrm>
            <a:custGeom>
              <a:avLst/>
              <a:pathLst>
                <a:path w="7744" h="3420">
                  <a:moveTo>
                    <a:pt x="7744" y="3234"/>
                  </a:moveTo>
                  <a:lnTo>
                    <a:pt x="6631" y="3420"/>
                  </a:lnTo>
                  <a:lnTo>
                    <a:pt x="1742" y="2335"/>
                  </a:lnTo>
                  <a:lnTo>
                    <a:pt x="0" y="938"/>
                  </a:lnTo>
                  <a:lnTo>
                    <a:pt x="649" y="28"/>
                  </a:lnTo>
                  <a:lnTo>
                    <a:pt x="192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8"/>
            <p:cNvSpPr/>
            <p:nvPr/>
          </p:nvSpPr>
          <p:spPr>
            <a:xfrm>
              <a:off x="4065973" y="1460039"/>
              <a:ext cx="8138" cy="4176"/>
            </a:xfrm>
            <a:custGeom>
              <a:avLst/>
              <a:pathLst>
                <a:path w="8138" h="4176">
                  <a:moveTo>
                    <a:pt x="1834" y="3456"/>
                  </a:moveTo>
                  <a:lnTo>
                    <a:pt x="0" y="4176"/>
                  </a:lnTo>
                  <a:lnTo>
                    <a:pt x="352" y="2843"/>
                  </a:lnTo>
                  <a:lnTo>
                    <a:pt x="2593" y="975"/>
                  </a:lnTo>
                  <a:lnTo>
                    <a:pt x="6741" y="0"/>
                  </a:lnTo>
                  <a:lnTo>
                    <a:pt x="7999" y="405"/>
                  </a:lnTo>
                  <a:lnTo>
                    <a:pt x="8138" y="720"/>
                  </a:lnTo>
                  <a:lnTo>
                    <a:pt x="6405" y="2722"/>
                  </a:lnTo>
                  <a:lnTo>
                    <a:pt x="5556" y="33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89"/>
            <p:cNvSpPr/>
            <p:nvPr/>
          </p:nvSpPr>
          <p:spPr>
            <a:xfrm>
              <a:off x="4806416" y="1449954"/>
              <a:ext cx="43796" cy="20512"/>
            </a:xfrm>
            <a:custGeom>
              <a:avLst/>
              <a:pathLst>
                <a:path w="43796" h="20512">
                  <a:moveTo>
                    <a:pt x="28762" y="562"/>
                  </a:moveTo>
                  <a:lnTo>
                    <a:pt x="31641" y="1872"/>
                  </a:lnTo>
                  <a:lnTo>
                    <a:pt x="33990" y="3305"/>
                  </a:lnTo>
                  <a:lnTo>
                    <a:pt x="42098" y="10229"/>
                  </a:lnTo>
                  <a:lnTo>
                    <a:pt x="42869" y="11645"/>
                  </a:lnTo>
                  <a:lnTo>
                    <a:pt x="43482" y="13475"/>
                  </a:lnTo>
                  <a:lnTo>
                    <a:pt x="43796" y="19753"/>
                  </a:lnTo>
                  <a:lnTo>
                    <a:pt x="43338" y="20200"/>
                  </a:lnTo>
                  <a:lnTo>
                    <a:pt x="40367" y="20512"/>
                  </a:lnTo>
                  <a:lnTo>
                    <a:pt x="36320" y="19801"/>
                  </a:lnTo>
                  <a:lnTo>
                    <a:pt x="33389" y="19550"/>
                  </a:lnTo>
                  <a:lnTo>
                    <a:pt x="30572" y="19563"/>
                  </a:lnTo>
                  <a:lnTo>
                    <a:pt x="28089" y="18712"/>
                  </a:lnTo>
                  <a:lnTo>
                    <a:pt x="21993" y="17850"/>
                  </a:lnTo>
                  <a:lnTo>
                    <a:pt x="17229" y="15534"/>
                  </a:lnTo>
                  <a:lnTo>
                    <a:pt x="12295" y="13855"/>
                  </a:lnTo>
                  <a:lnTo>
                    <a:pt x="11246" y="13679"/>
                  </a:lnTo>
                  <a:lnTo>
                    <a:pt x="8135" y="14171"/>
                  </a:lnTo>
                  <a:lnTo>
                    <a:pt x="3928" y="16355"/>
                  </a:lnTo>
                  <a:lnTo>
                    <a:pt x="2756" y="16539"/>
                  </a:lnTo>
                  <a:lnTo>
                    <a:pt x="1150" y="16539"/>
                  </a:lnTo>
                  <a:lnTo>
                    <a:pt x="0" y="14455"/>
                  </a:lnTo>
                  <a:lnTo>
                    <a:pt x="2699" y="13780"/>
                  </a:lnTo>
                  <a:lnTo>
                    <a:pt x="5404" y="13516"/>
                  </a:lnTo>
                  <a:lnTo>
                    <a:pt x="7999" y="12763"/>
                  </a:lnTo>
                  <a:lnTo>
                    <a:pt x="10449" y="10353"/>
                  </a:lnTo>
                  <a:lnTo>
                    <a:pt x="11645" y="8444"/>
                  </a:lnTo>
                  <a:lnTo>
                    <a:pt x="13789" y="4060"/>
                  </a:lnTo>
                  <a:lnTo>
                    <a:pt x="14937" y="2464"/>
                  </a:lnTo>
                  <a:lnTo>
                    <a:pt x="16102" y="1450"/>
                  </a:lnTo>
                  <a:lnTo>
                    <a:pt x="17312" y="1136"/>
                  </a:lnTo>
                  <a:lnTo>
                    <a:pt x="18716" y="1272"/>
                  </a:lnTo>
                  <a:lnTo>
                    <a:pt x="22974" y="317"/>
                  </a:lnTo>
                  <a:lnTo>
                    <a:pt x="2585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0"/>
            <p:cNvSpPr/>
            <p:nvPr/>
          </p:nvSpPr>
          <p:spPr>
            <a:xfrm>
              <a:off x="4629769" y="1449124"/>
              <a:ext cx="3650" cy="2810"/>
            </a:xfrm>
            <a:custGeom>
              <a:avLst/>
              <a:pathLst>
                <a:path w="3650" h="2810">
                  <a:moveTo>
                    <a:pt x="2384" y="2745"/>
                  </a:moveTo>
                  <a:lnTo>
                    <a:pt x="1680" y="2810"/>
                  </a:lnTo>
                  <a:lnTo>
                    <a:pt x="352" y="2021"/>
                  </a:lnTo>
                  <a:lnTo>
                    <a:pt x="0" y="966"/>
                  </a:lnTo>
                  <a:lnTo>
                    <a:pt x="8" y="433"/>
                  </a:lnTo>
                  <a:lnTo>
                    <a:pt x="1081" y="0"/>
                  </a:lnTo>
                  <a:lnTo>
                    <a:pt x="2438" y="271"/>
                  </a:lnTo>
                  <a:lnTo>
                    <a:pt x="3465" y="1259"/>
                  </a:lnTo>
                  <a:lnTo>
                    <a:pt x="3650" y="16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1"/>
            <p:cNvSpPr/>
            <p:nvPr/>
          </p:nvSpPr>
          <p:spPr>
            <a:xfrm>
              <a:off x="4151978" y="1442961"/>
              <a:ext cx="9213" cy="3311"/>
            </a:xfrm>
            <a:custGeom>
              <a:avLst/>
              <a:pathLst>
                <a:path w="9213" h="3311">
                  <a:moveTo>
                    <a:pt x="8415" y="2359"/>
                  </a:moveTo>
                  <a:lnTo>
                    <a:pt x="7802" y="3048"/>
                  </a:lnTo>
                  <a:lnTo>
                    <a:pt x="7275" y="2953"/>
                  </a:lnTo>
                  <a:lnTo>
                    <a:pt x="6822" y="3311"/>
                  </a:lnTo>
                  <a:lnTo>
                    <a:pt x="3926" y="2253"/>
                  </a:lnTo>
                  <a:lnTo>
                    <a:pt x="0" y="1773"/>
                  </a:lnTo>
                  <a:lnTo>
                    <a:pt x="980" y="670"/>
                  </a:lnTo>
                  <a:lnTo>
                    <a:pt x="3821" y="0"/>
                  </a:lnTo>
                  <a:lnTo>
                    <a:pt x="8006" y="864"/>
                  </a:lnTo>
                  <a:lnTo>
                    <a:pt x="9213" y="18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2"/>
            <p:cNvSpPr/>
            <p:nvPr/>
          </p:nvSpPr>
          <p:spPr>
            <a:xfrm>
              <a:off x="4146357" y="1442670"/>
              <a:ext cx="4379" cy="3102"/>
            </a:xfrm>
            <a:custGeom>
              <a:avLst/>
              <a:pathLst>
                <a:path w="4379" h="3102">
                  <a:moveTo>
                    <a:pt x="4379" y="2085"/>
                  </a:moveTo>
                  <a:lnTo>
                    <a:pt x="3261" y="3102"/>
                  </a:lnTo>
                  <a:lnTo>
                    <a:pt x="1711" y="2531"/>
                  </a:lnTo>
                  <a:lnTo>
                    <a:pt x="600" y="1838"/>
                  </a:lnTo>
                  <a:lnTo>
                    <a:pt x="0" y="896"/>
                  </a:lnTo>
                  <a:lnTo>
                    <a:pt x="610" y="359"/>
                  </a:lnTo>
                  <a:lnTo>
                    <a:pt x="2257" y="0"/>
                  </a:lnTo>
                  <a:lnTo>
                    <a:pt x="3241" y="380"/>
                  </a:lnTo>
                  <a:lnTo>
                    <a:pt x="4137" y="14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3"/>
            <p:cNvSpPr/>
            <p:nvPr/>
          </p:nvSpPr>
          <p:spPr>
            <a:xfrm>
              <a:off x="4756948" y="1439954"/>
              <a:ext cx="10036" cy="10884"/>
            </a:xfrm>
            <a:custGeom>
              <a:avLst/>
              <a:pathLst>
                <a:path w="10036" h="10884">
                  <a:moveTo>
                    <a:pt x="9326" y="10039"/>
                  </a:moveTo>
                  <a:lnTo>
                    <a:pt x="8454" y="10884"/>
                  </a:lnTo>
                  <a:lnTo>
                    <a:pt x="7646" y="9581"/>
                  </a:lnTo>
                  <a:lnTo>
                    <a:pt x="3769" y="5728"/>
                  </a:lnTo>
                  <a:lnTo>
                    <a:pt x="2835" y="3898"/>
                  </a:lnTo>
                  <a:lnTo>
                    <a:pt x="709" y="2177"/>
                  </a:lnTo>
                  <a:lnTo>
                    <a:pt x="177" y="1526"/>
                  </a:lnTo>
                  <a:lnTo>
                    <a:pt x="0" y="0"/>
                  </a:lnTo>
                  <a:lnTo>
                    <a:pt x="2777" y="988"/>
                  </a:lnTo>
                  <a:lnTo>
                    <a:pt x="7478" y="4817"/>
                  </a:lnTo>
                  <a:lnTo>
                    <a:pt x="10036" y="79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4"/>
            <p:cNvSpPr/>
            <p:nvPr/>
          </p:nvSpPr>
          <p:spPr>
            <a:xfrm>
              <a:off x="4811203" y="1439351"/>
              <a:ext cx="11460" cy="10493"/>
            </a:xfrm>
            <a:custGeom>
              <a:avLst/>
              <a:pathLst>
                <a:path w="11460" h="10493">
                  <a:moveTo>
                    <a:pt x="10457" y="8105"/>
                  </a:moveTo>
                  <a:lnTo>
                    <a:pt x="4668" y="10493"/>
                  </a:lnTo>
                  <a:lnTo>
                    <a:pt x="3543" y="10404"/>
                  </a:lnTo>
                  <a:lnTo>
                    <a:pt x="939" y="7954"/>
                  </a:lnTo>
                  <a:lnTo>
                    <a:pt x="0" y="2644"/>
                  </a:lnTo>
                  <a:lnTo>
                    <a:pt x="1058" y="1095"/>
                  </a:lnTo>
                  <a:lnTo>
                    <a:pt x="2287" y="488"/>
                  </a:lnTo>
                  <a:lnTo>
                    <a:pt x="3519" y="216"/>
                  </a:lnTo>
                  <a:lnTo>
                    <a:pt x="8604" y="0"/>
                  </a:lnTo>
                  <a:lnTo>
                    <a:pt x="9698" y="269"/>
                  </a:lnTo>
                  <a:lnTo>
                    <a:pt x="10783" y="917"/>
                  </a:lnTo>
                  <a:lnTo>
                    <a:pt x="11254" y="1904"/>
                  </a:lnTo>
                  <a:lnTo>
                    <a:pt x="11460" y="3130"/>
                  </a:lnTo>
                  <a:lnTo>
                    <a:pt x="10878" y="66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5"/>
            <p:cNvSpPr/>
            <p:nvPr/>
          </p:nvSpPr>
          <p:spPr>
            <a:xfrm>
              <a:off x="4170065" y="1432207"/>
              <a:ext cx="5563" cy="3419"/>
            </a:xfrm>
            <a:custGeom>
              <a:avLst/>
              <a:pathLst>
                <a:path w="5563" h="3419">
                  <a:moveTo>
                    <a:pt x="4252" y="1657"/>
                  </a:moveTo>
                  <a:lnTo>
                    <a:pt x="3694" y="3419"/>
                  </a:lnTo>
                  <a:lnTo>
                    <a:pt x="454" y="2517"/>
                  </a:lnTo>
                  <a:lnTo>
                    <a:pt x="0" y="1804"/>
                  </a:lnTo>
                  <a:lnTo>
                    <a:pt x="1736" y="741"/>
                  </a:lnTo>
                  <a:lnTo>
                    <a:pt x="3342" y="93"/>
                  </a:lnTo>
                  <a:lnTo>
                    <a:pt x="556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6"/>
            <p:cNvSpPr/>
            <p:nvPr/>
          </p:nvSpPr>
          <p:spPr>
            <a:xfrm>
              <a:off x="4482094" y="1431219"/>
              <a:ext cx="21678" cy="13412"/>
            </a:xfrm>
            <a:custGeom>
              <a:avLst/>
              <a:pathLst>
                <a:path w="21678" h="13412">
                  <a:moveTo>
                    <a:pt x="21678" y="4389"/>
                  </a:moveTo>
                  <a:lnTo>
                    <a:pt x="21286" y="5791"/>
                  </a:lnTo>
                  <a:lnTo>
                    <a:pt x="20666" y="6850"/>
                  </a:lnTo>
                  <a:lnTo>
                    <a:pt x="20202" y="8163"/>
                  </a:lnTo>
                  <a:lnTo>
                    <a:pt x="19412" y="9150"/>
                  </a:lnTo>
                  <a:lnTo>
                    <a:pt x="16965" y="10405"/>
                  </a:lnTo>
                  <a:lnTo>
                    <a:pt x="15051" y="13180"/>
                  </a:lnTo>
                  <a:lnTo>
                    <a:pt x="14718" y="13412"/>
                  </a:lnTo>
                  <a:lnTo>
                    <a:pt x="7967" y="11900"/>
                  </a:lnTo>
                  <a:lnTo>
                    <a:pt x="6923" y="11398"/>
                  </a:lnTo>
                  <a:lnTo>
                    <a:pt x="4703" y="9743"/>
                  </a:lnTo>
                  <a:lnTo>
                    <a:pt x="1605" y="8156"/>
                  </a:lnTo>
                  <a:lnTo>
                    <a:pt x="0" y="5788"/>
                  </a:lnTo>
                  <a:lnTo>
                    <a:pt x="767" y="5338"/>
                  </a:lnTo>
                  <a:lnTo>
                    <a:pt x="1543" y="5160"/>
                  </a:lnTo>
                  <a:lnTo>
                    <a:pt x="4331" y="5471"/>
                  </a:lnTo>
                  <a:lnTo>
                    <a:pt x="5130" y="4733"/>
                  </a:lnTo>
                  <a:lnTo>
                    <a:pt x="5516" y="2738"/>
                  </a:lnTo>
                  <a:lnTo>
                    <a:pt x="5592" y="1558"/>
                  </a:lnTo>
                  <a:lnTo>
                    <a:pt x="5802" y="656"/>
                  </a:lnTo>
                  <a:lnTo>
                    <a:pt x="6686" y="0"/>
                  </a:lnTo>
                  <a:lnTo>
                    <a:pt x="16667" y="2050"/>
                  </a:lnTo>
                  <a:lnTo>
                    <a:pt x="20516" y="31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7"/>
            <p:cNvSpPr/>
            <p:nvPr/>
          </p:nvSpPr>
          <p:spPr>
            <a:xfrm>
              <a:off x="4191575" y="1418104"/>
              <a:ext cx="9962" cy="4788"/>
            </a:xfrm>
            <a:custGeom>
              <a:avLst/>
              <a:pathLst>
                <a:path w="9962" h="4788">
                  <a:moveTo>
                    <a:pt x="4540" y="340"/>
                  </a:moveTo>
                  <a:lnTo>
                    <a:pt x="5506" y="881"/>
                  </a:lnTo>
                  <a:lnTo>
                    <a:pt x="8538" y="25"/>
                  </a:lnTo>
                  <a:lnTo>
                    <a:pt x="9132" y="302"/>
                  </a:lnTo>
                  <a:lnTo>
                    <a:pt x="9962" y="1563"/>
                  </a:lnTo>
                  <a:lnTo>
                    <a:pt x="8666" y="3868"/>
                  </a:lnTo>
                  <a:lnTo>
                    <a:pt x="7693" y="4788"/>
                  </a:lnTo>
                  <a:lnTo>
                    <a:pt x="4987" y="4270"/>
                  </a:lnTo>
                  <a:lnTo>
                    <a:pt x="1518" y="4194"/>
                  </a:lnTo>
                  <a:lnTo>
                    <a:pt x="0" y="2934"/>
                  </a:lnTo>
                  <a:lnTo>
                    <a:pt x="829" y="1591"/>
                  </a:lnTo>
                  <a:lnTo>
                    <a:pt x="2829" y="793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8"/>
            <p:cNvSpPr/>
            <p:nvPr/>
          </p:nvSpPr>
          <p:spPr>
            <a:xfrm>
              <a:off x="4136819" y="1402655"/>
              <a:ext cx="8297" cy="7933"/>
            </a:xfrm>
            <a:custGeom>
              <a:avLst/>
              <a:pathLst>
                <a:path w="8297" h="7933">
                  <a:moveTo>
                    <a:pt x="7730" y="2843"/>
                  </a:moveTo>
                  <a:lnTo>
                    <a:pt x="8150" y="3801"/>
                  </a:lnTo>
                  <a:lnTo>
                    <a:pt x="8297" y="4878"/>
                  </a:lnTo>
                  <a:lnTo>
                    <a:pt x="7810" y="5220"/>
                  </a:lnTo>
                  <a:lnTo>
                    <a:pt x="6323" y="5161"/>
                  </a:lnTo>
                  <a:lnTo>
                    <a:pt x="5500" y="7933"/>
                  </a:lnTo>
                  <a:lnTo>
                    <a:pt x="4655" y="7471"/>
                  </a:lnTo>
                  <a:lnTo>
                    <a:pt x="4142" y="5883"/>
                  </a:lnTo>
                  <a:lnTo>
                    <a:pt x="2267" y="6947"/>
                  </a:lnTo>
                  <a:lnTo>
                    <a:pt x="1774" y="6698"/>
                  </a:lnTo>
                  <a:lnTo>
                    <a:pt x="905" y="5456"/>
                  </a:lnTo>
                  <a:lnTo>
                    <a:pt x="363" y="5202"/>
                  </a:lnTo>
                  <a:lnTo>
                    <a:pt x="0" y="4364"/>
                  </a:lnTo>
                  <a:lnTo>
                    <a:pt x="2434" y="1897"/>
                  </a:lnTo>
                  <a:lnTo>
                    <a:pt x="3931" y="3208"/>
                  </a:lnTo>
                  <a:lnTo>
                    <a:pt x="4902" y="3122"/>
                  </a:lnTo>
                  <a:lnTo>
                    <a:pt x="4708" y="1643"/>
                  </a:lnTo>
                  <a:lnTo>
                    <a:pt x="4743" y="529"/>
                  </a:lnTo>
                  <a:lnTo>
                    <a:pt x="5999" y="63"/>
                  </a:lnTo>
                  <a:lnTo>
                    <a:pt x="765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299"/>
            <p:cNvSpPr/>
            <p:nvPr/>
          </p:nvSpPr>
          <p:spPr>
            <a:xfrm>
              <a:off x="4880792" y="1400700"/>
              <a:ext cx="53786" cy="23914"/>
            </a:xfrm>
            <a:custGeom>
              <a:avLst/>
              <a:pathLst>
                <a:path w="53786" h="23914">
                  <a:moveTo>
                    <a:pt x="7442" y="6235"/>
                  </a:moveTo>
                  <a:lnTo>
                    <a:pt x="10493" y="6426"/>
                  </a:lnTo>
                  <a:lnTo>
                    <a:pt x="14903" y="4249"/>
                  </a:lnTo>
                  <a:lnTo>
                    <a:pt x="15518" y="4174"/>
                  </a:lnTo>
                  <a:lnTo>
                    <a:pt x="26283" y="4971"/>
                  </a:lnTo>
                  <a:lnTo>
                    <a:pt x="27163" y="5742"/>
                  </a:lnTo>
                  <a:lnTo>
                    <a:pt x="27277" y="7248"/>
                  </a:lnTo>
                  <a:lnTo>
                    <a:pt x="26936" y="8049"/>
                  </a:lnTo>
                  <a:lnTo>
                    <a:pt x="26773" y="9141"/>
                  </a:lnTo>
                  <a:lnTo>
                    <a:pt x="28098" y="10206"/>
                  </a:lnTo>
                  <a:lnTo>
                    <a:pt x="31574" y="10450"/>
                  </a:lnTo>
                  <a:lnTo>
                    <a:pt x="33772" y="9447"/>
                  </a:lnTo>
                  <a:lnTo>
                    <a:pt x="40241" y="9964"/>
                  </a:lnTo>
                  <a:lnTo>
                    <a:pt x="45518" y="10712"/>
                  </a:lnTo>
                  <a:lnTo>
                    <a:pt x="47552" y="12344"/>
                  </a:lnTo>
                  <a:lnTo>
                    <a:pt x="49124" y="13221"/>
                  </a:lnTo>
                  <a:lnTo>
                    <a:pt x="50428" y="14240"/>
                  </a:lnTo>
                  <a:lnTo>
                    <a:pt x="51376" y="13640"/>
                  </a:lnTo>
                  <a:lnTo>
                    <a:pt x="52267" y="12601"/>
                  </a:lnTo>
                  <a:lnTo>
                    <a:pt x="53033" y="12392"/>
                  </a:lnTo>
                  <a:lnTo>
                    <a:pt x="53786" y="12565"/>
                  </a:lnTo>
                  <a:lnTo>
                    <a:pt x="51760" y="18828"/>
                  </a:lnTo>
                  <a:lnTo>
                    <a:pt x="51000" y="19586"/>
                  </a:lnTo>
                  <a:lnTo>
                    <a:pt x="48135" y="21127"/>
                  </a:lnTo>
                  <a:lnTo>
                    <a:pt x="42459" y="23239"/>
                  </a:lnTo>
                  <a:lnTo>
                    <a:pt x="39683" y="23910"/>
                  </a:lnTo>
                  <a:lnTo>
                    <a:pt x="33392" y="23914"/>
                  </a:lnTo>
                  <a:lnTo>
                    <a:pt x="24723" y="23088"/>
                  </a:lnTo>
                  <a:lnTo>
                    <a:pt x="22369" y="22342"/>
                  </a:lnTo>
                  <a:lnTo>
                    <a:pt x="20983" y="21407"/>
                  </a:lnTo>
                  <a:lnTo>
                    <a:pt x="18325" y="19201"/>
                  </a:lnTo>
                  <a:lnTo>
                    <a:pt x="17012" y="18404"/>
                  </a:lnTo>
                  <a:lnTo>
                    <a:pt x="12756" y="17655"/>
                  </a:lnTo>
                  <a:lnTo>
                    <a:pt x="11456" y="17237"/>
                  </a:lnTo>
                  <a:lnTo>
                    <a:pt x="8934" y="15344"/>
                  </a:lnTo>
                  <a:lnTo>
                    <a:pt x="6384" y="13816"/>
                  </a:lnTo>
                  <a:lnTo>
                    <a:pt x="0" y="11331"/>
                  </a:lnTo>
                  <a:lnTo>
                    <a:pt x="432" y="8457"/>
                  </a:lnTo>
                  <a:lnTo>
                    <a:pt x="1255" y="5556"/>
                  </a:lnTo>
                  <a:lnTo>
                    <a:pt x="2237" y="2981"/>
                  </a:lnTo>
                  <a:lnTo>
                    <a:pt x="3336" y="696"/>
                  </a:lnTo>
                  <a:lnTo>
                    <a:pt x="4476" y="0"/>
                  </a:lnTo>
                  <a:lnTo>
                    <a:pt x="6933" y="2108"/>
                  </a:lnTo>
                  <a:lnTo>
                    <a:pt x="6901" y="45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0"/>
            <p:cNvSpPr/>
            <p:nvPr/>
          </p:nvSpPr>
          <p:spPr>
            <a:xfrm>
              <a:off x="4757695" y="1392915"/>
              <a:ext cx="8251" cy="13689"/>
            </a:xfrm>
            <a:custGeom>
              <a:avLst/>
              <a:pathLst>
                <a:path w="8251" h="13689">
                  <a:moveTo>
                    <a:pt x="5715" y="12874"/>
                  </a:moveTo>
                  <a:lnTo>
                    <a:pt x="3382" y="13689"/>
                  </a:lnTo>
                  <a:lnTo>
                    <a:pt x="0" y="13465"/>
                  </a:lnTo>
                  <a:lnTo>
                    <a:pt x="242" y="11288"/>
                  </a:lnTo>
                  <a:lnTo>
                    <a:pt x="822" y="10324"/>
                  </a:lnTo>
                  <a:lnTo>
                    <a:pt x="1619" y="7942"/>
                  </a:lnTo>
                  <a:lnTo>
                    <a:pt x="1257" y="6169"/>
                  </a:lnTo>
                  <a:lnTo>
                    <a:pt x="1455" y="3997"/>
                  </a:lnTo>
                  <a:lnTo>
                    <a:pt x="1863" y="2332"/>
                  </a:lnTo>
                  <a:lnTo>
                    <a:pt x="2838" y="0"/>
                  </a:lnTo>
                  <a:lnTo>
                    <a:pt x="3870" y="1381"/>
                  </a:lnTo>
                  <a:lnTo>
                    <a:pt x="4571" y="3428"/>
                  </a:lnTo>
                  <a:lnTo>
                    <a:pt x="5211" y="4458"/>
                  </a:lnTo>
                  <a:lnTo>
                    <a:pt x="7772" y="6491"/>
                  </a:lnTo>
                  <a:lnTo>
                    <a:pt x="8251" y="7082"/>
                  </a:lnTo>
                  <a:lnTo>
                    <a:pt x="6115" y="9554"/>
                  </a:lnTo>
                  <a:lnTo>
                    <a:pt x="5905" y="10611"/>
                  </a:lnTo>
                  <a:lnTo>
                    <a:pt x="6542" y="120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1"/>
            <p:cNvSpPr/>
            <p:nvPr/>
          </p:nvSpPr>
          <p:spPr>
            <a:xfrm>
              <a:off x="4954560" y="1382586"/>
              <a:ext cx="3767" cy="3221"/>
            </a:xfrm>
            <a:custGeom>
              <a:avLst/>
              <a:pathLst>
                <a:path w="3767" h="3221">
                  <a:moveTo>
                    <a:pt x="3767" y="2159"/>
                  </a:moveTo>
                  <a:lnTo>
                    <a:pt x="2620" y="3221"/>
                  </a:lnTo>
                  <a:lnTo>
                    <a:pt x="0" y="1513"/>
                  </a:lnTo>
                  <a:lnTo>
                    <a:pt x="968" y="591"/>
                  </a:lnTo>
                  <a:lnTo>
                    <a:pt x="2771" y="0"/>
                  </a:lnTo>
                  <a:lnTo>
                    <a:pt x="3181" y="285"/>
                  </a:lnTo>
                  <a:lnTo>
                    <a:pt x="3511" y="9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2"/>
            <p:cNvSpPr/>
            <p:nvPr/>
          </p:nvSpPr>
          <p:spPr>
            <a:xfrm>
              <a:off x="4774908" y="1382441"/>
              <a:ext cx="96809" cy="45599"/>
            </a:xfrm>
            <a:custGeom>
              <a:avLst/>
              <a:pathLst>
                <a:path w="96809" h="45599">
                  <a:moveTo>
                    <a:pt x="35687" y="10955"/>
                  </a:moveTo>
                  <a:lnTo>
                    <a:pt x="36877" y="11520"/>
                  </a:lnTo>
                  <a:lnTo>
                    <a:pt x="38284" y="11148"/>
                  </a:lnTo>
                  <a:lnTo>
                    <a:pt x="39603" y="11933"/>
                  </a:lnTo>
                  <a:lnTo>
                    <a:pt x="40837" y="15067"/>
                  </a:lnTo>
                  <a:lnTo>
                    <a:pt x="41417" y="15853"/>
                  </a:lnTo>
                  <a:lnTo>
                    <a:pt x="42055" y="16422"/>
                  </a:lnTo>
                  <a:lnTo>
                    <a:pt x="42684" y="16712"/>
                  </a:lnTo>
                  <a:lnTo>
                    <a:pt x="44516" y="16813"/>
                  </a:lnTo>
                  <a:lnTo>
                    <a:pt x="45360" y="16184"/>
                  </a:lnTo>
                  <a:lnTo>
                    <a:pt x="45991" y="14751"/>
                  </a:lnTo>
                  <a:lnTo>
                    <a:pt x="45949" y="13302"/>
                  </a:lnTo>
                  <a:lnTo>
                    <a:pt x="45789" y="11842"/>
                  </a:lnTo>
                  <a:lnTo>
                    <a:pt x="45780" y="9835"/>
                  </a:lnTo>
                  <a:lnTo>
                    <a:pt x="46062" y="8048"/>
                  </a:lnTo>
                  <a:lnTo>
                    <a:pt x="46465" y="6950"/>
                  </a:lnTo>
                  <a:lnTo>
                    <a:pt x="47009" y="6227"/>
                  </a:lnTo>
                  <a:lnTo>
                    <a:pt x="50079" y="4016"/>
                  </a:lnTo>
                  <a:lnTo>
                    <a:pt x="52221" y="1848"/>
                  </a:lnTo>
                  <a:lnTo>
                    <a:pt x="55176" y="2708"/>
                  </a:lnTo>
                  <a:lnTo>
                    <a:pt x="58159" y="4614"/>
                  </a:lnTo>
                  <a:lnTo>
                    <a:pt x="63440" y="8749"/>
                  </a:lnTo>
                  <a:lnTo>
                    <a:pt x="65847" y="9936"/>
                  </a:lnTo>
                  <a:lnTo>
                    <a:pt x="68807" y="11015"/>
                  </a:lnTo>
                  <a:lnTo>
                    <a:pt x="71781" y="11408"/>
                  </a:lnTo>
                  <a:lnTo>
                    <a:pt x="73231" y="11151"/>
                  </a:lnTo>
                  <a:lnTo>
                    <a:pt x="76094" y="10026"/>
                  </a:lnTo>
                  <a:lnTo>
                    <a:pt x="77543" y="9929"/>
                  </a:lnTo>
                  <a:lnTo>
                    <a:pt x="95604" y="18146"/>
                  </a:lnTo>
                  <a:lnTo>
                    <a:pt x="96231" y="18782"/>
                  </a:lnTo>
                  <a:lnTo>
                    <a:pt x="96809" y="19775"/>
                  </a:lnTo>
                  <a:lnTo>
                    <a:pt x="92936" y="20978"/>
                  </a:lnTo>
                  <a:lnTo>
                    <a:pt x="90401" y="23155"/>
                  </a:lnTo>
                  <a:lnTo>
                    <a:pt x="89522" y="24647"/>
                  </a:lnTo>
                  <a:lnTo>
                    <a:pt x="90529" y="25861"/>
                  </a:lnTo>
                  <a:lnTo>
                    <a:pt x="91326" y="27503"/>
                  </a:lnTo>
                  <a:lnTo>
                    <a:pt x="85851" y="32427"/>
                  </a:lnTo>
                  <a:lnTo>
                    <a:pt x="83644" y="33701"/>
                  </a:lnTo>
                  <a:lnTo>
                    <a:pt x="81385" y="34130"/>
                  </a:lnTo>
                  <a:lnTo>
                    <a:pt x="76853" y="32968"/>
                  </a:lnTo>
                  <a:lnTo>
                    <a:pt x="74208" y="33001"/>
                  </a:lnTo>
                  <a:lnTo>
                    <a:pt x="71610" y="31995"/>
                  </a:lnTo>
                  <a:lnTo>
                    <a:pt x="68753" y="29025"/>
                  </a:lnTo>
                  <a:lnTo>
                    <a:pt x="67580" y="27536"/>
                  </a:lnTo>
                  <a:lnTo>
                    <a:pt x="66537" y="25473"/>
                  </a:lnTo>
                  <a:lnTo>
                    <a:pt x="66193" y="22186"/>
                  </a:lnTo>
                  <a:lnTo>
                    <a:pt x="66595" y="19358"/>
                  </a:lnTo>
                  <a:lnTo>
                    <a:pt x="68126" y="18554"/>
                  </a:lnTo>
                  <a:lnTo>
                    <a:pt x="69490" y="16738"/>
                  </a:lnTo>
                  <a:lnTo>
                    <a:pt x="69678" y="15951"/>
                  </a:lnTo>
                  <a:lnTo>
                    <a:pt x="68980" y="14373"/>
                  </a:lnTo>
                  <a:lnTo>
                    <a:pt x="64489" y="14148"/>
                  </a:lnTo>
                  <a:lnTo>
                    <a:pt x="61686" y="15011"/>
                  </a:lnTo>
                  <a:lnTo>
                    <a:pt x="59134" y="15928"/>
                  </a:lnTo>
                  <a:lnTo>
                    <a:pt x="59881" y="21929"/>
                  </a:lnTo>
                  <a:lnTo>
                    <a:pt x="60430" y="23847"/>
                  </a:lnTo>
                  <a:lnTo>
                    <a:pt x="61189" y="25221"/>
                  </a:lnTo>
                  <a:lnTo>
                    <a:pt x="65240" y="31512"/>
                  </a:lnTo>
                  <a:lnTo>
                    <a:pt x="66163" y="32404"/>
                  </a:lnTo>
                  <a:lnTo>
                    <a:pt x="68841" y="33606"/>
                  </a:lnTo>
                  <a:lnTo>
                    <a:pt x="71122" y="36327"/>
                  </a:lnTo>
                  <a:lnTo>
                    <a:pt x="67098" y="39357"/>
                  </a:lnTo>
                  <a:lnTo>
                    <a:pt x="65347" y="40254"/>
                  </a:lnTo>
                  <a:lnTo>
                    <a:pt x="63583" y="40756"/>
                  </a:lnTo>
                  <a:lnTo>
                    <a:pt x="62497" y="40516"/>
                  </a:lnTo>
                  <a:lnTo>
                    <a:pt x="61450" y="39885"/>
                  </a:lnTo>
                  <a:lnTo>
                    <a:pt x="60262" y="38416"/>
                  </a:lnTo>
                  <a:lnTo>
                    <a:pt x="59293" y="36898"/>
                  </a:lnTo>
                  <a:lnTo>
                    <a:pt x="57996" y="35708"/>
                  </a:lnTo>
                  <a:lnTo>
                    <a:pt x="55247" y="35965"/>
                  </a:lnTo>
                  <a:lnTo>
                    <a:pt x="52733" y="37011"/>
                  </a:lnTo>
                  <a:lnTo>
                    <a:pt x="50207" y="37719"/>
                  </a:lnTo>
                  <a:lnTo>
                    <a:pt x="42730" y="38941"/>
                  </a:lnTo>
                  <a:lnTo>
                    <a:pt x="40464" y="39703"/>
                  </a:lnTo>
                  <a:lnTo>
                    <a:pt x="38209" y="39973"/>
                  </a:lnTo>
                  <a:lnTo>
                    <a:pt x="35253" y="38559"/>
                  </a:lnTo>
                  <a:lnTo>
                    <a:pt x="32343" y="36520"/>
                  </a:lnTo>
                  <a:lnTo>
                    <a:pt x="31458" y="36512"/>
                  </a:lnTo>
                  <a:lnTo>
                    <a:pt x="30590" y="37057"/>
                  </a:lnTo>
                  <a:lnTo>
                    <a:pt x="29925" y="38285"/>
                  </a:lnTo>
                  <a:lnTo>
                    <a:pt x="29514" y="40243"/>
                  </a:lnTo>
                  <a:lnTo>
                    <a:pt x="28567" y="42860"/>
                  </a:lnTo>
                  <a:lnTo>
                    <a:pt x="27365" y="44704"/>
                  </a:lnTo>
                  <a:lnTo>
                    <a:pt x="26096" y="45506"/>
                  </a:lnTo>
                  <a:lnTo>
                    <a:pt x="24759" y="45599"/>
                  </a:lnTo>
                  <a:lnTo>
                    <a:pt x="23408" y="45092"/>
                  </a:lnTo>
                  <a:lnTo>
                    <a:pt x="22072" y="44287"/>
                  </a:lnTo>
                  <a:lnTo>
                    <a:pt x="13172" y="41434"/>
                  </a:lnTo>
                  <a:lnTo>
                    <a:pt x="12125" y="40562"/>
                  </a:lnTo>
                  <a:lnTo>
                    <a:pt x="11132" y="39266"/>
                  </a:lnTo>
                  <a:lnTo>
                    <a:pt x="8462" y="35197"/>
                  </a:lnTo>
                  <a:lnTo>
                    <a:pt x="7139" y="34251"/>
                  </a:lnTo>
                  <a:lnTo>
                    <a:pt x="5746" y="33848"/>
                  </a:lnTo>
                  <a:lnTo>
                    <a:pt x="3110" y="31794"/>
                  </a:lnTo>
                  <a:lnTo>
                    <a:pt x="674" y="28505"/>
                  </a:lnTo>
                  <a:lnTo>
                    <a:pt x="168" y="27461"/>
                  </a:lnTo>
                  <a:lnTo>
                    <a:pt x="0" y="25830"/>
                  </a:lnTo>
                  <a:lnTo>
                    <a:pt x="400" y="24654"/>
                  </a:lnTo>
                  <a:lnTo>
                    <a:pt x="2512" y="25209"/>
                  </a:lnTo>
                  <a:lnTo>
                    <a:pt x="3936" y="25148"/>
                  </a:lnTo>
                  <a:lnTo>
                    <a:pt x="3079" y="19068"/>
                  </a:lnTo>
                  <a:lnTo>
                    <a:pt x="3696" y="13305"/>
                  </a:lnTo>
                  <a:lnTo>
                    <a:pt x="4727" y="12353"/>
                  </a:lnTo>
                  <a:lnTo>
                    <a:pt x="8733" y="13005"/>
                  </a:lnTo>
                  <a:lnTo>
                    <a:pt x="7433" y="11119"/>
                  </a:lnTo>
                  <a:lnTo>
                    <a:pt x="6369" y="8570"/>
                  </a:lnTo>
                  <a:lnTo>
                    <a:pt x="7053" y="7224"/>
                  </a:lnTo>
                  <a:lnTo>
                    <a:pt x="7799" y="6250"/>
                  </a:lnTo>
                  <a:lnTo>
                    <a:pt x="9514" y="5437"/>
                  </a:lnTo>
                  <a:lnTo>
                    <a:pt x="11846" y="5080"/>
                  </a:lnTo>
                  <a:lnTo>
                    <a:pt x="12555" y="4504"/>
                  </a:lnTo>
                  <a:lnTo>
                    <a:pt x="13215" y="3521"/>
                  </a:lnTo>
                  <a:lnTo>
                    <a:pt x="14499" y="2504"/>
                  </a:lnTo>
                  <a:lnTo>
                    <a:pt x="17066" y="2057"/>
                  </a:lnTo>
                  <a:lnTo>
                    <a:pt x="21477" y="0"/>
                  </a:lnTo>
                  <a:lnTo>
                    <a:pt x="22692" y="87"/>
                  </a:lnTo>
                  <a:lnTo>
                    <a:pt x="23820" y="1170"/>
                  </a:lnTo>
                  <a:lnTo>
                    <a:pt x="24874" y="2699"/>
                  </a:lnTo>
                  <a:lnTo>
                    <a:pt x="26050" y="3516"/>
                  </a:lnTo>
                  <a:lnTo>
                    <a:pt x="29700" y="5504"/>
                  </a:lnTo>
                  <a:lnTo>
                    <a:pt x="32173" y="72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3"/>
            <p:cNvSpPr/>
            <p:nvPr/>
          </p:nvSpPr>
          <p:spPr>
            <a:xfrm>
              <a:off x="4295752" y="1379319"/>
              <a:ext cx="14993" cy="5426"/>
            </a:xfrm>
            <a:custGeom>
              <a:avLst/>
              <a:pathLst>
                <a:path w="14993" h="5426">
                  <a:moveTo>
                    <a:pt x="14054" y="805"/>
                  </a:moveTo>
                  <a:lnTo>
                    <a:pt x="14993" y="1227"/>
                  </a:lnTo>
                  <a:lnTo>
                    <a:pt x="14713" y="2485"/>
                  </a:lnTo>
                  <a:lnTo>
                    <a:pt x="13528" y="2116"/>
                  </a:lnTo>
                  <a:lnTo>
                    <a:pt x="11964" y="2754"/>
                  </a:lnTo>
                  <a:lnTo>
                    <a:pt x="11994" y="3778"/>
                  </a:lnTo>
                  <a:lnTo>
                    <a:pt x="11386" y="5426"/>
                  </a:lnTo>
                  <a:lnTo>
                    <a:pt x="9179" y="4429"/>
                  </a:lnTo>
                  <a:lnTo>
                    <a:pt x="6138" y="4288"/>
                  </a:lnTo>
                  <a:lnTo>
                    <a:pt x="4229" y="3301"/>
                  </a:lnTo>
                  <a:lnTo>
                    <a:pt x="0" y="2678"/>
                  </a:lnTo>
                  <a:lnTo>
                    <a:pt x="125" y="1292"/>
                  </a:lnTo>
                  <a:lnTo>
                    <a:pt x="791" y="481"/>
                  </a:lnTo>
                  <a:lnTo>
                    <a:pt x="3260" y="1647"/>
                  </a:lnTo>
                  <a:lnTo>
                    <a:pt x="5467" y="339"/>
                  </a:lnTo>
                  <a:lnTo>
                    <a:pt x="9665" y="989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4"/>
            <p:cNvSpPr/>
            <p:nvPr/>
          </p:nvSpPr>
          <p:spPr>
            <a:xfrm>
              <a:off x="4312188" y="1377846"/>
              <a:ext cx="3609" cy="4928"/>
            </a:xfrm>
            <a:custGeom>
              <a:avLst/>
              <a:pathLst>
                <a:path w="3609" h="4928">
                  <a:moveTo>
                    <a:pt x="1318" y="4611"/>
                  </a:moveTo>
                  <a:lnTo>
                    <a:pt x="673" y="4928"/>
                  </a:lnTo>
                  <a:lnTo>
                    <a:pt x="174" y="4712"/>
                  </a:lnTo>
                  <a:lnTo>
                    <a:pt x="0" y="4381"/>
                  </a:lnTo>
                  <a:lnTo>
                    <a:pt x="10" y="2877"/>
                  </a:lnTo>
                  <a:lnTo>
                    <a:pt x="1076" y="917"/>
                  </a:lnTo>
                  <a:lnTo>
                    <a:pt x="1103" y="307"/>
                  </a:lnTo>
                  <a:lnTo>
                    <a:pt x="1594" y="0"/>
                  </a:lnTo>
                  <a:lnTo>
                    <a:pt x="2887" y="349"/>
                  </a:lnTo>
                  <a:lnTo>
                    <a:pt x="3521" y="1177"/>
                  </a:lnTo>
                  <a:lnTo>
                    <a:pt x="3609" y="1555"/>
                  </a:lnTo>
                  <a:lnTo>
                    <a:pt x="2702" y="35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5"/>
            <p:cNvSpPr/>
            <p:nvPr/>
          </p:nvSpPr>
          <p:spPr>
            <a:xfrm>
              <a:off x="4487451" y="1369319"/>
              <a:ext cx="7962" cy="5725"/>
            </a:xfrm>
            <a:custGeom>
              <a:avLst/>
              <a:pathLst>
                <a:path w="7962" h="5725">
                  <a:moveTo>
                    <a:pt x="5858" y="676"/>
                  </a:moveTo>
                  <a:lnTo>
                    <a:pt x="7636" y="2683"/>
                  </a:lnTo>
                  <a:lnTo>
                    <a:pt x="7962" y="3966"/>
                  </a:lnTo>
                  <a:lnTo>
                    <a:pt x="7425" y="4270"/>
                  </a:lnTo>
                  <a:lnTo>
                    <a:pt x="7107" y="4752"/>
                  </a:lnTo>
                  <a:lnTo>
                    <a:pt x="6972" y="5655"/>
                  </a:lnTo>
                  <a:lnTo>
                    <a:pt x="6475" y="5725"/>
                  </a:lnTo>
                  <a:lnTo>
                    <a:pt x="4901" y="4728"/>
                  </a:lnTo>
                  <a:lnTo>
                    <a:pt x="3773" y="3126"/>
                  </a:lnTo>
                  <a:lnTo>
                    <a:pt x="2127" y="2791"/>
                  </a:lnTo>
                  <a:lnTo>
                    <a:pt x="388" y="1206"/>
                  </a:lnTo>
                  <a:lnTo>
                    <a:pt x="0" y="520"/>
                  </a:lnTo>
                  <a:lnTo>
                    <a:pt x="485" y="323"/>
                  </a:lnTo>
                  <a:lnTo>
                    <a:pt x="3596" y="751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6"/>
            <p:cNvSpPr/>
            <p:nvPr/>
          </p:nvSpPr>
          <p:spPr>
            <a:xfrm>
              <a:off x="4318759" y="1367460"/>
              <a:ext cx="3199" cy="3612"/>
            </a:xfrm>
            <a:custGeom>
              <a:avLst/>
              <a:pathLst>
                <a:path w="3199" h="3612">
                  <a:moveTo>
                    <a:pt x="3199" y="3171"/>
                  </a:moveTo>
                  <a:lnTo>
                    <a:pt x="2588" y="3612"/>
                  </a:lnTo>
                  <a:lnTo>
                    <a:pt x="1381" y="3426"/>
                  </a:lnTo>
                  <a:lnTo>
                    <a:pt x="360" y="2300"/>
                  </a:lnTo>
                  <a:lnTo>
                    <a:pt x="0" y="504"/>
                  </a:lnTo>
                  <a:lnTo>
                    <a:pt x="82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7"/>
            <p:cNvSpPr/>
            <p:nvPr/>
          </p:nvSpPr>
          <p:spPr>
            <a:xfrm>
              <a:off x="4906686" y="1365233"/>
              <a:ext cx="11597" cy="3954"/>
            </a:xfrm>
            <a:custGeom>
              <a:avLst/>
              <a:pathLst>
                <a:path w="11597" h="3954">
                  <a:moveTo>
                    <a:pt x="8648" y="3609"/>
                  </a:moveTo>
                  <a:lnTo>
                    <a:pt x="0" y="3954"/>
                  </a:lnTo>
                  <a:lnTo>
                    <a:pt x="569" y="3106"/>
                  </a:lnTo>
                  <a:lnTo>
                    <a:pt x="3693" y="1048"/>
                  </a:lnTo>
                  <a:lnTo>
                    <a:pt x="11597" y="0"/>
                  </a:lnTo>
                  <a:lnTo>
                    <a:pt x="10008" y="1030"/>
                  </a:lnTo>
                  <a:lnTo>
                    <a:pt x="9277" y="31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8"/>
            <p:cNvSpPr/>
            <p:nvPr/>
          </p:nvSpPr>
          <p:spPr>
            <a:xfrm>
              <a:off x="3817612" y="1358451"/>
              <a:ext cx="174678" cy="109755"/>
            </a:xfrm>
            <a:custGeom>
              <a:avLst/>
              <a:pathLst>
                <a:path w="174678" h="109755">
                  <a:moveTo>
                    <a:pt x="161141" y="22870"/>
                  </a:moveTo>
                  <a:lnTo>
                    <a:pt x="156536" y="25125"/>
                  </a:lnTo>
                  <a:lnTo>
                    <a:pt x="153794" y="26695"/>
                  </a:lnTo>
                  <a:lnTo>
                    <a:pt x="151104" y="27755"/>
                  </a:lnTo>
                  <a:lnTo>
                    <a:pt x="148391" y="28501"/>
                  </a:lnTo>
                  <a:lnTo>
                    <a:pt x="144075" y="30373"/>
                  </a:lnTo>
                  <a:lnTo>
                    <a:pt x="136442" y="32708"/>
                  </a:lnTo>
                  <a:lnTo>
                    <a:pt x="131636" y="34635"/>
                  </a:lnTo>
                  <a:lnTo>
                    <a:pt x="126377" y="36148"/>
                  </a:lnTo>
                  <a:lnTo>
                    <a:pt x="120831" y="38174"/>
                  </a:lnTo>
                  <a:lnTo>
                    <a:pt x="115269" y="39565"/>
                  </a:lnTo>
                  <a:lnTo>
                    <a:pt x="113890" y="39679"/>
                  </a:lnTo>
                  <a:lnTo>
                    <a:pt x="109945" y="41619"/>
                  </a:lnTo>
                  <a:lnTo>
                    <a:pt x="106830" y="42427"/>
                  </a:lnTo>
                  <a:lnTo>
                    <a:pt x="95554" y="46800"/>
                  </a:lnTo>
                  <a:lnTo>
                    <a:pt x="90376" y="49995"/>
                  </a:lnTo>
                  <a:lnTo>
                    <a:pt x="88884" y="50255"/>
                  </a:lnTo>
                  <a:lnTo>
                    <a:pt x="87381" y="50136"/>
                  </a:lnTo>
                  <a:lnTo>
                    <a:pt x="86148" y="51136"/>
                  </a:lnTo>
                  <a:lnTo>
                    <a:pt x="84979" y="52863"/>
                  </a:lnTo>
                  <a:lnTo>
                    <a:pt x="82544" y="54603"/>
                  </a:lnTo>
                  <a:lnTo>
                    <a:pt x="81319" y="56164"/>
                  </a:lnTo>
                  <a:lnTo>
                    <a:pt x="80054" y="57412"/>
                  </a:lnTo>
                  <a:lnTo>
                    <a:pt x="79319" y="57813"/>
                  </a:lnTo>
                  <a:lnTo>
                    <a:pt x="77919" y="57688"/>
                  </a:lnTo>
                  <a:lnTo>
                    <a:pt x="77250" y="57822"/>
                  </a:lnTo>
                  <a:lnTo>
                    <a:pt x="74963" y="59216"/>
                  </a:lnTo>
                  <a:lnTo>
                    <a:pt x="74551" y="60304"/>
                  </a:lnTo>
                  <a:lnTo>
                    <a:pt x="77011" y="61031"/>
                  </a:lnTo>
                  <a:lnTo>
                    <a:pt x="77546" y="62258"/>
                  </a:lnTo>
                  <a:lnTo>
                    <a:pt x="76830" y="63123"/>
                  </a:lnTo>
                  <a:lnTo>
                    <a:pt x="75238" y="64256"/>
                  </a:lnTo>
                  <a:lnTo>
                    <a:pt x="74337" y="65450"/>
                  </a:lnTo>
                  <a:lnTo>
                    <a:pt x="72698" y="66654"/>
                  </a:lnTo>
                  <a:lnTo>
                    <a:pt x="71573" y="66986"/>
                  </a:lnTo>
                  <a:lnTo>
                    <a:pt x="68868" y="66948"/>
                  </a:lnTo>
                  <a:lnTo>
                    <a:pt x="68723" y="68439"/>
                  </a:lnTo>
                  <a:lnTo>
                    <a:pt x="69147" y="69355"/>
                  </a:lnTo>
                  <a:lnTo>
                    <a:pt x="68931" y="70165"/>
                  </a:lnTo>
                  <a:lnTo>
                    <a:pt x="68025" y="70959"/>
                  </a:lnTo>
                  <a:lnTo>
                    <a:pt x="67127" y="70854"/>
                  </a:lnTo>
                  <a:lnTo>
                    <a:pt x="63032" y="68512"/>
                  </a:lnTo>
                  <a:lnTo>
                    <a:pt x="62363" y="69316"/>
                  </a:lnTo>
                  <a:lnTo>
                    <a:pt x="62076" y="70939"/>
                  </a:lnTo>
                  <a:lnTo>
                    <a:pt x="61950" y="72680"/>
                  </a:lnTo>
                  <a:lnTo>
                    <a:pt x="61431" y="73992"/>
                  </a:lnTo>
                  <a:lnTo>
                    <a:pt x="60734" y="74641"/>
                  </a:lnTo>
                  <a:lnTo>
                    <a:pt x="59442" y="75317"/>
                  </a:lnTo>
                  <a:lnTo>
                    <a:pt x="54913" y="74246"/>
                  </a:lnTo>
                  <a:lnTo>
                    <a:pt x="54539" y="75272"/>
                  </a:lnTo>
                  <a:lnTo>
                    <a:pt x="55228" y="76524"/>
                  </a:lnTo>
                  <a:lnTo>
                    <a:pt x="56191" y="79296"/>
                  </a:lnTo>
                  <a:lnTo>
                    <a:pt x="56414" y="80441"/>
                  </a:lnTo>
                  <a:lnTo>
                    <a:pt x="55871" y="82269"/>
                  </a:lnTo>
                  <a:lnTo>
                    <a:pt x="53840" y="85181"/>
                  </a:lnTo>
                  <a:lnTo>
                    <a:pt x="46083" y="88580"/>
                  </a:lnTo>
                  <a:lnTo>
                    <a:pt x="46210" y="89759"/>
                  </a:lnTo>
                  <a:lnTo>
                    <a:pt x="47074" y="92007"/>
                  </a:lnTo>
                  <a:lnTo>
                    <a:pt x="47290" y="93408"/>
                  </a:lnTo>
                  <a:lnTo>
                    <a:pt x="46976" y="94748"/>
                  </a:lnTo>
                  <a:lnTo>
                    <a:pt x="45952" y="95809"/>
                  </a:lnTo>
                  <a:lnTo>
                    <a:pt x="44818" y="95839"/>
                  </a:lnTo>
                  <a:lnTo>
                    <a:pt x="44200" y="95623"/>
                  </a:lnTo>
                  <a:lnTo>
                    <a:pt x="42414" y="94141"/>
                  </a:lnTo>
                  <a:lnTo>
                    <a:pt x="40855" y="93774"/>
                  </a:lnTo>
                  <a:lnTo>
                    <a:pt x="40600" y="94468"/>
                  </a:lnTo>
                  <a:lnTo>
                    <a:pt x="42595" y="96493"/>
                  </a:lnTo>
                  <a:lnTo>
                    <a:pt x="43496" y="99088"/>
                  </a:lnTo>
                  <a:lnTo>
                    <a:pt x="42543" y="100504"/>
                  </a:lnTo>
                  <a:lnTo>
                    <a:pt x="38799" y="103633"/>
                  </a:lnTo>
                  <a:lnTo>
                    <a:pt x="36837" y="107706"/>
                  </a:lnTo>
                  <a:lnTo>
                    <a:pt x="33043" y="109546"/>
                  </a:lnTo>
                  <a:lnTo>
                    <a:pt x="30697" y="109755"/>
                  </a:lnTo>
                  <a:lnTo>
                    <a:pt x="28372" y="109256"/>
                  </a:lnTo>
                  <a:lnTo>
                    <a:pt x="26142" y="108317"/>
                  </a:lnTo>
                  <a:lnTo>
                    <a:pt x="20557" y="107993"/>
                  </a:lnTo>
                  <a:lnTo>
                    <a:pt x="17461" y="106953"/>
                  </a:lnTo>
                  <a:lnTo>
                    <a:pt x="14315" y="105127"/>
                  </a:lnTo>
                  <a:lnTo>
                    <a:pt x="11574" y="105258"/>
                  </a:lnTo>
                  <a:lnTo>
                    <a:pt x="9240" y="106171"/>
                  </a:lnTo>
                  <a:lnTo>
                    <a:pt x="6179" y="108166"/>
                  </a:lnTo>
                  <a:lnTo>
                    <a:pt x="4242" y="104325"/>
                  </a:lnTo>
                  <a:lnTo>
                    <a:pt x="5083" y="102521"/>
                  </a:lnTo>
                  <a:lnTo>
                    <a:pt x="872" y="97938"/>
                  </a:lnTo>
                  <a:lnTo>
                    <a:pt x="0" y="95898"/>
                  </a:lnTo>
                  <a:lnTo>
                    <a:pt x="1018" y="94883"/>
                  </a:lnTo>
                  <a:lnTo>
                    <a:pt x="2308" y="94239"/>
                  </a:lnTo>
                  <a:lnTo>
                    <a:pt x="4731" y="92365"/>
                  </a:lnTo>
                  <a:lnTo>
                    <a:pt x="7174" y="90890"/>
                  </a:lnTo>
                  <a:lnTo>
                    <a:pt x="9698" y="90427"/>
                  </a:lnTo>
                  <a:lnTo>
                    <a:pt x="10124" y="90183"/>
                  </a:lnTo>
                  <a:lnTo>
                    <a:pt x="11168" y="87985"/>
                  </a:lnTo>
                  <a:lnTo>
                    <a:pt x="12294" y="86159"/>
                  </a:lnTo>
                  <a:lnTo>
                    <a:pt x="13319" y="85174"/>
                  </a:lnTo>
                  <a:lnTo>
                    <a:pt x="14499" y="83474"/>
                  </a:lnTo>
                  <a:lnTo>
                    <a:pt x="18160" y="76589"/>
                  </a:lnTo>
                  <a:lnTo>
                    <a:pt x="19028" y="76101"/>
                  </a:lnTo>
                  <a:lnTo>
                    <a:pt x="26646" y="74767"/>
                  </a:lnTo>
                  <a:lnTo>
                    <a:pt x="27322" y="74330"/>
                  </a:lnTo>
                  <a:lnTo>
                    <a:pt x="25140" y="72968"/>
                  </a:lnTo>
                  <a:lnTo>
                    <a:pt x="22888" y="72996"/>
                  </a:lnTo>
                  <a:lnTo>
                    <a:pt x="21849" y="72556"/>
                  </a:lnTo>
                  <a:lnTo>
                    <a:pt x="21260" y="71539"/>
                  </a:lnTo>
                  <a:lnTo>
                    <a:pt x="20937" y="70441"/>
                  </a:lnTo>
                  <a:lnTo>
                    <a:pt x="21828" y="69596"/>
                  </a:lnTo>
                  <a:lnTo>
                    <a:pt x="24751" y="65465"/>
                  </a:lnTo>
                  <a:lnTo>
                    <a:pt x="28252" y="62468"/>
                  </a:lnTo>
                  <a:lnTo>
                    <a:pt x="31484" y="60708"/>
                  </a:lnTo>
                  <a:lnTo>
                    <a:pt x="30676" y="60239"/>
                  </a:lnTo>
                  <a:lnTo>
                    <a:pt x="29657" y="59041"/>
                  </a:lnTo>
                  <a:lnTo>
                    <a:pt x="25722" y="59340"/>
                  </a:lnTo>
                  <a:lnTo>
                    <a:pt x="24170" y="57704"/>
                  </a:lnTo>
                  <a:lnTo>
                    <a:pt x="23687" y="56762"/>
                  </a:lnTo>
                  <a:lnTo>
                    <a:pt x="23558" y="55749"/>
                  </a:lnTo>
                  <a:lnTo>
                    <a:pt x="24832" y="54465"/>
                  </a:lnTo>
                  <a:lnTo>
                    <a:pt x="26153" y="53700"/>
                  </a:lnTo>
                  <a:lnTo>
                    <a:pt x="27611" y="53927"/>
                  </a:lnTo>
                  <a:lnTo>
                    <a:pt x="29066" y="54584"/>
                  </a:lnTo>
                  <a:lnTo>
                    <a:pt x="30222" y="55356"/>
                  </a:lnTo>
                  <a:lnTo>
                    <a:pt x="31329" y="56600"/>
                  </a:lnTo>
                  <a:lnTo>
                    <a:pt x="32307" y="56551"/>
                  </a:lnTo>
                  <a:lnTo>
                    <a:pt x="35828" y="52218"/>
                  </a:lnTo>
                  <a:lnTo>
                    <a:pt x="35288" y="51233"/>
                  </a:lnTo>
                  <a:lnTo>
                    <a:pt x="35060" y="49735"/>
                  </a:lnTo>
                  <a:lnTo>
                    <a:pt x="35462" y="49056"/>
                  </a:lnTo>
                  <a:lnTo>
                    <a:pt x="37131" y="48356"/>
                  </a:lnTo>
                  <a:lnTo>
                    <a:pt x="38259" y="48098"/>
                  </a:lnTo>
                  <a:lnTo>
                    <a:pt x="40725" y="48411"/>
                  </a:lnTo>
                  <a:lnTo>
                    <a:pt x="44236" y="49356"/>
                  </a:lnTo>
                  <a:lnTo>
                    <a:pt x="44520" y="48907"/>
                  </a:lnTo>
                  <a:lnTo>
                    <a:pt x="45402" y="46010"/>
                  </a:lnTo>
                  <a:lnTo>
                    <a:pt x="46268" y="44467"/>
                  </a:lnTo>
                  <a:lnTo>
                    <a:pt x="49838" y="41931"/>
                  </a:lnTo>
                  <a:lnTo>
                    <a:pt x="49595" y="41149"/>
                  </a:lnTo>
                  <a:lnTo>
                    <a:pt x="49431" y="39846"/>
                  </a:lnTo>
                  <a:lnTo>
                    <a:pt x="53575" y="38171"/>
                  </a:lnTo>
                  <a:lnTo>
                    <a:pt x="56272" y="36486"/>
                  </a:lnTo>
                  <a:lnTo>
                    <a:pt x="58902" y="34182"/>
                  </a:lnTo>
                  <a:lnTo>
                    <a:pt x="60208" y="33681"/>
                  </a:lnTo>
                  <a:lnTo>
                    <a:pt x="61540" y="33622"/>
                  </a:lnTo>
                  <a:lnTo>
                    <a:pt x="64257" y="32638"/>
                  </a:lnTo>
                  <a:lnTo>
                    <a:pt x="69267" y="31491"/>
                  </a:lnTo>
                  <a:lnTo>
                    <a:pt x="72192" y="30368"/>
                  </a:lnTo>
                  <a:lnTo>
                    <a:pt x="73136" y="27924"/>
                  </a:lnTo>
                  <a:lnTo>
                    <a:pt x="74991" y="27047"/>
                  </a:lnTo>
                  <a:lnTo>
                    <a:pt x="78752" y="26680"/>
                  </a:lnTo>
                  <a:lnTo>
                    <a:pt x="80184" y="26816"/>
                  </a:lnTo>
                  <a:lnTo>
                    <a:pt x="80996" y="27858"/>
                  </a:lnTo>
                  <a:lnTo>
                    <a:pt x="82619" y="27784"/>
                  </a:lnTo>
                  <a:lnTo>
                    <a:pt x="83259" y="27253"/>
                  </a:lnTo>
                  <a:lnTo>
                    <a:pt x="83905" y="26348"/>
                  </a:lnTo>
                  <a:lnTo>
                    <a:pt x="83709" y="24896"/>
                  </a:lnTo>
                  <a:lnTo>
                    <a:pt x="83680" y="23007"/>
                  </a:lnTo>
                  <a:lnTo>
                    <a:pt x="85091" y="21808"/>
                  </a:lnTo>
                  <a:lnTo>
                    <a:pt x="85605" y="21557"/>
                  </a:lnTo>
                  <a:lnTo>
                    <a:pt x="89838" y="21071"/>
                  </a:lnTo>
                  <a:lnTo>
                    <a:pt x="92343" y="21291"/>
                  </a:lnTo>
                  <a:lnTo>
                    <a:pt x="97524" y="22751"/>
                  </a:lnTo>
                  <a:lnTo>
                    <a:pt x="100214" y="23080"/>
                  </a:lnTo>
                  <a:lnTo>
                    <a:pt x="103792" y="22645"/>
                  </a:lnTo>
                  <a:lnTo>
                    <a:pt x="105973" y="22897"/>
                  </a:lnTo>
                  <a:lnTo>
                    <a:pt x="112356" y="20744"/>
                  </a:lnTo>
                  <a:lnTo>
                    <a:pt x="123143" y="18716"/>
                  </a:lnTo>
                  <a:lnTo>
                    <a:pt x="125952" y="17302"/>
                  </a:lnTo>
                  <a:lnTo>
                    <a:pt x="128741" y="15579"/>
                  </a:lnTo>
                  <a:lnTo>
                    <a:pt x="130155" y="15213"/>
                  </a:lnTo>
                  <a:lnTo>
                    <a:pt x="131586" y="15126"/>
                  </a:lnTo>
                  <a:lnTo>
                    <a:pt x="132882" y="14586"/>
                  </a:lnTo>
                  <a:lnTo>
                    <a:pt x="135398" y="13112"/>
                  </a:lnTo>
                  <a:lnTo>
                    <a:pt x="136647" y="12792"/>
                  </a:lnTo>
                  <a:lnTo>
                    <a:pt x="138007" y="12773"/>
                  </a:lnTo>
                  <a:lnTo>
                    <a:pt x="139247" y="11767"/>
                  </a:lnTo>
                  <a:lnTo>
                    <a:pt x="140352" y="9563"/>
                  </a:lnTo>
                  <a:lnTo>
                    <a:pt x="141550" y="7844"/>
                  </a:lnTo>
                  <a:lnTo>
                    <a:pt x="144798" y="5629"/>
                  </a:lnTo>
                  <a:lnTo>
                    <a:pt x="150363" y="2592"/>
                  </a:lnTo>
                  <a:lnTo>
                    <a:pt x="155367" y="1412"/>
                  </a:lnTo>
                  <a:lnTo>
                    <a:pt x="158489" y="112"/>
                  </a:lnTo>
                  <a:lnTo>
                    <a:pt x="159835" y="0"/>
                  </a:lnTo>
                  <a:lnTo>
                    <a:pt x="164040" y="619"/>
                  </a:lnTo>
                  <a:lnTo>
                    <a:pt x="169431" y="2301"/>
                  </a:lnTo>
                  <a:lnTo>
                    <a:pt x="171887" y="4163"/>
                  </a:lnTo>
                  <a:lnTo>
                    <a:pt x="173891" y="6559"/>
                  </a:lnTo>
                  <a:lnTo>
                    <a:pt x="174333" y="7417"/>
                  </a:lnTo>
                  <a:lnTo>
                    <a:pt x="174678" y="8980"/>
                  </a:lnTo>
                  <a:lnTo>
                    <a:pt x="174089" y="10397"/>
                  </a:lnTo>
                  <a:lnTo>
                    <a:pt x="173715" y="11851"/>
                  </a:lnTo>
                  <a:lnTo>
                    <a:pt x="174196" y="12960"/>
                  </a:lnTo>
                  <a:lnTo>
                    <a:pt x="170269" y="16611"/>
                  </a:lnTo>
                  <a:lnTo>
                    <a:pt x="166400" y="20628"/>
                  </a:lnTo>
                  <a:lnTo>
                    <a:pt x="165745" y="214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09"/>
            <p:cNvSpPr/>
            <p:nvPr/>
          </p:nvSpPr>
          <p:spPr>
            <a:xfrm>
              <a:off x="4295282" y="1352721"/>
              <a:ext cx="14863" cy="6813"/>
            </a:xfrm>
            <a:custGeom>
              <a:avLst/>
              <a:pathLst>
                <a:path w="14863" h="6813">
                  <a:moveTo>
                    <a:pt x="11682" y="5285"/>
                  </a:moveTo>
                  <a:lnTo>
                    <a:pt x="11314" y="5857"/>
                  </a:lnTo>
                  <a:lnTo>
                    <a:pt x="10812" y="6304"/>
                  </a:lnTo>
                  <a:lnTo>
                    <a:pt x="9449" y="5997"/>
                  </a:lnTo>
                  <a:lnTo>
                    <a:pt x="6725" y="6813"/>
                  </a:lnTo>
                  <a:lnTo>
                    <a:pt x="5702" y="6349"/>
                  </a:lnTo>
                  <a:lnTo>
                    <a:pt x="4724" y="5442"/>
                  </a:lnTo>
                  <a:lnTo>
                    <a:pt x="1078" y="5732"/>
                  </a:lnTo>
                  <a:lnTo>
                    <a:pt x="0" y="5515"/>
                  </a:lnTo>
                  <a:lnTo>
                    <a:pt x="1730" y="4403"/>
                  </a:lnTo>
                  <a:lnTo>
                    <a:pt x="6718" y="3189"/>
                  </a:lnTo>
                  <a:lnTo>
                    <a:pt x="14478" y="0"/>
                  </a:lnTo>
                  <a:lnTo>
                    <a:pt x="14863" y="1520"/>
                  </a:lnTo>
                  <a:lnTo>
                    <a:pt x="14857" y="2243"/>
                  </a:lnTo>
                  <a:lnTo>
                    <a:pt x="13280" y="39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0"/>
            <p:cNvSpPr/>
            <p:nvPr/>
          </p:nvSpPr>
          <p:spPr>
            <a:xfrm>
              <a:off x="4224754" y="1349603"/>
              <a:ext cx="6190" cy="3754"/>
            </a:xfrm>
            <a:custGeom>
              <a:avLst/>
              <a:pathLst>
                <a:path w="6190" h="3754">
                  <a:moveTo>
                    <a:pt x="4287" y="3611"/>
                  </a:moveTo>
                  <a:lnTo>
                    <a:pt x="1816" y="3754"/>
                  </a:lnTo>
                  <a:lnTo>
                    <a:pt x="432" y="2987"/>
                  </a:lnTo>
                  <a:lnTo>
                    <a:pt x="0" y="2488"/>
                  </a:lnTo>
                  <a:lnTo>
                    <a:pt x="676" y="1154"/>
                  </a:lnTo>
                  <a:lnTo>
                    <a:pt x="1609" y="282"/>
                  </a:lnTo>
                  <a:lnTo>
                    <a:pt x="5460" y="0"/>
                  </a:lnTo>
                  <a:lnTo>
                    <a:pt x="6190" y="907"/>
                  </a:lnTo>
                  <a:lnTo>
                    <a:pt x="6031" y="16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1"/>
            <p:cNvSpPr/>
            <p:nvPr/>
          </p:nvSpPr>
          <p:spPr>
            <a:xfrm>
              <a:off x="4433370" y="1348537"/>
              <a:ext cx="4717" cy="3120"/>
            </a:xfrm>
            <a:custGeom>
              <a:avLst/>
              <a:pathLst>
                <a:path w="4717" h="3120">
                  <a:moveTo>
                    <a:pt x="1671" y="3086"/>
                  </a:moveTo>
                  <a:lnTo>
                    <a:pt x="376" y="3120"/>
                  </a:lnTo>
                  <a:lnTo>
                    <a:pt x="0" y="1716"/>
                  </a:lnTo>
                  <a:lnTo>
                    <a:pt x="1114" y="14"/>
                  </a:lnTo>
                  <a:lnTo>
                    <a:pt x="2496" y="0"/>
                  </a:lnTo>
                  <a:lnTo>
                    <a:pt x="3729" y="504"/>
                  </a:lnTo>
                  <a:lnTo>
                    <a:pt x="4140" y="810"/>
                  </a:lnTo>
                  <a:lnTo>
                    <a:pt x="4545" y="1397"/>
                  </a:lnTo>
                  <a:lnTo>
                    <a:pt x="4717" y="23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2"/>
            <p:cNvSpPr/>
            <p:nvPr/>
          </p:nvSpPr>
          <p:spPr>
            <a:xfrm>
              <a:off x="3513674" y="1337209"/>
              <a:ext cx="1874880" cy="1079462"/>
            </a:xfrm>
            <a:custGeom>
              <a:avLst/>
              <a:pathLst>
                <a:path w="1874880" h="1079462">
                  <a:moveTo>
                    <a:pt x="1189189" y="1046861"/>
                  </a:moveTo>
                  <a:lnTo>
                    <a:pt x="1188852" y="1046115"/>
                  </a:lnTo>
                  <a:lnTo>
                    <a:pt x="1188778" y="1044793"/>
                  </a:lnTo>
                  <a:lnTo>
                    <a:pt x="1188391" y="1043519"/>
                  </a:lnTo>
                  <a:lnTo>
                    <a:pt x="1187656" y="1041774"/>
                  </a:lnTo>
                  <a:lnTo>
                    <a:pt x="1187344" y="1039980"/>
                  </a:lnTo>
                  <a:lnTo>
                    <a:pt x="1188006" y="1039037"/>
                  </a:lnTo>
                  <a:lnTo>
                    <a:pt x="1187915" y="1037385"/>
                  </a:lnTo>
                  <a:lnTo>
                    <a:pt x="1187271" y="1035875"/>
                  </a:lnTo>
                  <a:lnTo>
                    <a:pt x="1186335" y="1035543"/>
                  </a:lnTo>
                  <a:lnTo>
                    <a:pt x="1186112" y="1035121"/>
                  </a:lnTo>
                  <a:lnTo>
                    <a:pt x="1186168" y="1034317"/>
                  </a:lnTo>
                  <a:lnTo>
                    <a:pt x="1186490" y="1033479"/>
                  </a:lnTo>
                  <a:lnTo>
                    <a:pt x="1186953" y="1032779"/>
                  </a:lnTo>
                  <a:lnTo>
                    <a:pt x="1187923" y="1031818"/>
                  </a:lnTo>
                  <a:lnTo>
                    <a:pt x="1189594" y="1031103"/>
                  </a:lnTo>
                  <a:lnTo>
                    <a:pt x="1190524" y="1030482"/>
                  </a:lnTo>
                  <a:lnTo>
                    <a:pt x="1191275" y="1030290"/>
                  </a:lnTo>
                  <a:lnTo>
                    <a:pt x="1192130" y="1030632"/>
                  </a:lnTo>
                  <a:lnTo>
                    <a:pt x="1192852" y="1029706"/>
                  </a:lnTo>
                  <a:lnTo>
                    <a:pt x="1193577" y="1029140"/>
                  </a:lnTo>
                  <a:lnTo>
                    <a:pt x="1193749" y="1027543"/>
                  </a:lnTo>
                  <a:lnTo>
                    <a:pt x="1193779" y="1025126"/>
                  </a:lnTo>
                  <a:lnTo>
                    <a:pt x="1194042" y="1024406"/>
                  </a:lnTo>
                  <a:lnTo>
                    <a:pt x="1194348" y="1023367"/>
                  </a:lnTo>
                  <a:lnTo>
                    <a:pt x="1194808" y="1022050"/>
                  </a:lnTo>
                  <a:lnTo>
                    <a:pt x="1195226" y="1018635"/>
                  </a:lnTo>
                  <a:lnTo>
                    <a:pt x="1195542" y="1016275"/>
                  </a:lnTo>
                  <a:lnTo>
                    <a:pt x="1195749" y="1015080"/>
                  </a:lnTo>
                  <a:lnTo>
                    <a:pt x="1195801" y="1013455"/>
                  </a:lnTo>
                  <a:lnTo>
                    <a:pt x="1195595" y="1012392"/>
                  </a:lnTo>
                  <a:lnTo>
                    <a:pt x="1195195" y="1011760"/>
                  </a:lnTo>
                  <a:lnTo>
                    <a:pt x="1194887" y="1011313"/>
                  </a:lnTo>
                  <a:lnTo>
                    <a:pt x="1194860" y="1009495"/>
                  </a:lnTo>
                  <a:lnTo>
                    <a:pt x="1194900" y="1007019"/>
                  </a:lnTo>
                  <a:lnTo>
                    <a:pt x="1194793" y="1005427"/>
                  </a:lnTo>
                  <a:lnTo>
                    <a:pt x="1195242" y="996616"/>
                  </a:lnTo>
                  <a:lnTo>
                    <a:pt x="1195725" y="994588"/>
                  </a:lnTo>
                  <a:lnTo>
                    <a:pt x="1194235" y="982839"/>
                  </a:lnTo>
                  <a:lnTo>
                    <a:pt x="1193788" y="979102"/>
                  </a:lnTo>
                  <a:lnTo>
                    <a:pt x="1193486" y="977210"/>
                  </a:lnTo>
                  <a:lnTo>
                    <a:pt x="1192833" y="974446"/>
                  </a:lnTo>
                  <a:lnTo>
                    <a:pt x="1192417" y="973065"/>
                  </a:lnTo>
                  <a:lnTo>
                    <a:pt x="1192576" y="971753"/>
                  </a:lnTo>
                  <a:lnTo>
                    <a:pt x="1193168" y="970437"/>
                  </a:lnTo>
                  <a:lnTo>
                    <a:pt x="1193735" y="969813"/>
                  </a:lnTo>
                  <a:lnTo>
                    <a:pt x="1195411" y="969513"/>
                  </a:lnTo>
                  <a:lnTo>
                    <a:pt x="1195875" y="969041"/>
                  </a:lnTo>
                  <a:lnTo>
                    <a:pt x="1197930" y="967625"/>
                  </a:lnTo>
                  <a:lnTo>
                    <a:pt x="1198398" y="966766"/>
                  </a:lnTo>
                  <a:lnTo>
                    <a:pt x="1199448" y="964682"/>
                  </a:lnTo>
                  <a:lnTo>
                    <a:pt x="1199853" y="963118"/>
                  </a:lnTo>
                  <a:lnTo>
                    <a:pt x="1200314" y="961085"/>
                  </a:lnTo>
                  <a:lnTo>
                    <a:pt x="1201328" y="959984"/>
                  </a:lnTo>
                  <a:lnTo>
                    <a:pt x="1201936" y="958133"/>
                  </a:lnTo>
                  <a:lnTo>
                    <a:pt x="1202591" y="957495"/>
                  </a:lnTo>
                  <a:lnTo>
                    <a:pt x="1203252" y="959065"/>
                  </a:lnTo>
                  <a:lnTo>
                    <a:pt x="1204037" y="959944"/>
                  </a:lnTo>
                  <a:lnTo>
                    <a:pt x="1205071" y="960476"/>
                  </a:lnTo>
                  <a:lnTo>
                    <a:pt x="1206383" y="961147"/>
                  </a:lnTo>
                  <a:lnTo>
                    <a:pt x="1208473" y="962427"/>
                  </a:lnTo>
                  <a:lnTo>
                    <a:pt x="1210614" y="963525"/>
                  </a:lnTo>
                  <a:lnTo>
                    <a:pt x="1211956" y="964385"/>
                  </a:lnTo>
                  <a:lnTo>
                    <a:pt x="1212618" y="964773"/>
                  </a:lnTo>
                  <a:lnTo>
                    <a:pt x="1213947" y="965347"/>
                  </a:lnTo>
                  <a:lnTo>
                    <a:pt x="1214524" y="965793"/>
                  </a:lnTo>
                  <a:lnTo>
                    <a:pt x="1215068" y="966269"/>
                  </a:lnTo>
                  <a:lnTo>
                    <a:pt x="1215939" y="964950"/>
                  </a:lnTo>
                  <a:lnTo>
                    <a:pt x="1217110" y="963291"/>
                  </a:lnTo>
                  <a:lnTo>
                    <a:pt x="1216919" y="960639"/>
                  </a:lnTo>
                  <a:lnTo>
                    <a:pt x="1217108" y="957655"/>
                  </a:lnTo>
                  <a:lnTo>
                    <a:pt x="1217945" y="952532"/>
                  </a:lnTo>
                  <a:lnTo>
                    <a:pt x="1218876" y="951042"/>
                  </a:lnTo>
                  <a:lnTo>
                    <a:pt x="1219366" y="950811"/>
                  </a:lnTo>
                  <a:lnTo>
                    <a:pt x="1219895" y="950245"/>
                  </a:lnTo>
                  <a:lnTo>
                    <a:pt x="1220826" y="949286"/>
                  </a:lnTo>
                  <a:lnTo>
                    <a:pt x="1221162" y="947911"/>
                  </a:lnTo>
                  <a:lnTo>
                    <a:pt x="1220972" y="946319"/>
                  </a:lnTo>
                  <a:lnTo>
                    <a:pt x="1221279" y="944765"/>
                  </a:lnTo>
                  <a:lnTo>
                    <a:pt x="1221381" y="943206"/>
                  </a:lnTo>
                  <a:lnTo>
                    <a:pt x="1221708" y="941186"/>
                  </a:lnTo>
                  <a:lnTo>
                    <a:pt x="1222147" y="940624"/>
                  </a:lnTo>
                  <a:lnTo>
                    <a:pt x="1222801" y="939959"/>
                  </a:lnTo>
                  <a:lnTo>
                    <a:pt x="1223259" y="938928"/>
                  </a:lnTo>
                  <a:lnTo>
                    <a:pt x="1223695" y="937340"/>
                  </a:lnTo>
                  <a:lnTo>
                    <a:pt x="1223988" y="935547"/>
                  </a:lnTo>
                  <a:lnTo>
                    <a:pt x="1223867" y="933475"/>
                  </a:lnTo>
                  <a:lnTo>
                    <a:pt x="1224437" y="932110"/>
                  </a:lnTo>
                  <a:lnTo>
                    <a:pt x="1225388" y="930978"/>
                  </a:lnTo>
                  <a:lnTo>
                    <a:pt x="1225716" y="930284"/>
                  </a:lnTo>
                  <a:lnTo>
                    <a:pt x="1225871" y="928471"/>
                  </a:lnTo>
                  <a:lnTo>
                    <a:pt x="1225934" y="927675"/>
                  </a:lnTo>
                  <a:lnTo>
                    <a:pt x="1226192" y="926762"/>
                  </a:lnTo>
                  <a:lnTo>
                    <a:pt x="1226008" y="924882"/>
                  </a:lnTo>
                  <a:lnTo>
                    <a:pt x="1225777" y="922856"/>
                  </a:lnTo>
                  <a:lnTo>
                    <a:pt x="1226823" y="919454"/>
                  </a:lnTo>
                  <a:lnTo>
                    <a:pt x="1227573" y="916531"/>
                  </a:lnTo>
                  <a:lnTo>
                    <a:pt x="1227756" y="912247"/>
                  </a:lnTo>
                  <a:lnTo>
                    <a:pt x="1227841" y="911543"/>
                  </a:lnTo>
                  <a:lnTo>
                    <a:pt x="1228133" y="909510"/>
                  </a:lnTo>
                  <a:lnTo>
                    <a:pt x="1228306" y="908702"/>
                  </a:lnTo>
                  <a:lnTo>
                    <a:pt x="1228888" y="906017"/>
                  </a:lnTo>
                  <a:lnTo>
                    <a:pt x="1229638" y="904271"/>
                  </a:lnTo>
                  <a:lnTo>
                    <a:pt x="1229490" y="902316"/>
                  </a:lnTo>
                  <a:lnTo>
                    <a:pt x="1229188" y="900410"/>
                  </a:lnTo>
                  <a:lnTo>
                    <a:pt x="1229242" y="899126"/>
                  </a:lnTo>
                  <a:lnTo>
                    <a:pt x="1229904" y="897636"/>
                  </a:lnTo>
                  <a:lnTo>
                    <a:pt x="1230305" y="896894"/>
                  </a:lnTo>
                  <a:lnTo>
                    <a:pt x="1230659" y="895835"/>
                  </a:lnTo>
                  <a:lnTo>
                    <a:pt x="1231218" y="895364"/>
                  </a:lnTo>
                  <a:lnTo>
                    <a:pt x="1231714" y="895106"/>
                  </a:lnTo>
                  <a:lnTo>
                    <a:pt x="1232876" y="894836"/>
                  </a:lnTo>
                  <a:lnTo>
                    <a:pt x="1233548" y="893720"/>
                  </a:lnTo>
                  <a:lnTo>
                    <a:pt x="1234173" y="892575"/>
                  </a:lnTo>
                  <a:lnTo>
                    <a:pt x="1235319" y="889592"/>
                  </a:lnTo>
                  <a:lnTo>
                    <a:pt x="1235691" y="887830"/>
                  </a:lnTo>
                  <a:lnTo>
                    <a:pt x="1235970" y="886915"/>
                  </a:lnTo>
                  <a:lnTo>
                    <a:pt x="1235352" y="884374"/>
                  </a:lnTo>
                  <a:lnTo>
                    <a:pt x="1234796" y="882222"/>
                  </a:lnTo>
                  <a:lnTo>
                    <a:pt x="1234117" y="879239"/>
                  </a:lnTo>
                  <a:lnTo>
                    <a:pt x="1233826" y="877841"/>
                  </a:lnTo>
                  <a:lnTo>
                    <a:pt x="1234278" y="876057"/>
                  </a:lnTo>
                  <a:lnTo>
                    <a:pt x="1234761" y="874956"/>
                  </a:lnTo>
                  <a:lnTo>
                    <a:pt x="1235015" y="873976"/>
                  </a:lnTo>
                  <a:lnTo>
                    <a:pt x="1235147" y="872288"/>
                  </a:lnTo>
                  <a:lnTo>
                    <a:pt x="1234967" y="871004"/>
                  </a:lnTo>
                  <a:lnTo>
                    <a:pt x="1233798" y="869000"/>
                  </a:lnTo>
                  <a:lnTo>
                    <a:pt x="1232561" y="868007"/>
                  </a:lnTo>
                  <a:lnTo>
                    <a:pt x="1231167" y="867607"/>
                  </a:lnTo>
                  <a:lnTo>
                    <a:pt x="1230688" y="867472"/>
                  </a:lnTo>
                  <a:lnTo>
                    <a:pt x="1229681" y="867871"/>
                  </a:lnTo>
                  <a:lnTo>
                    <a:pt x="1225496" y="870418"/>
                  </a:lnTo>
                  <a:lnTo>
                    <a:pt x="1223535" y="872369"/>
                  </a:lnTo>
                  <a:lnTo>
                    <a:pt x="1222401" y="874576"/>
                  </a:lnTo>
                  <a:lnTo>
                    <a:pt x="1221194" y="875635"/>
                  </a:lnTo>
                  <a:lnTo>
                    <a:pt x="1219270" y="875507"/>
                  </a:lnTo>
                  <a:lnTo>
                    <a:pt x="1217461" y="875384"/>
                  </a:lnTo>
                  <a:lnTo>
                    <a:pt x="1216035" y="876603"/>
                  </a:lnTo>
                  <a:lnTo>
                    <a:pt x="1214390" y="879124"/>
                  </a:lnTo>
                  <a:lnTo>
                    <a:pt x="1213190" y="880277"/>
                  </a:lnTo>
                  <a:lnTo>
                    <a:pt x="1212435" y="880065"/>
                  </a:lnTo>
                  <a:lnTo>
                    <a:pt x="1211625" y="881754"/>
                  </a:lnTo>
                  <a:lnTo>
                    <a:pt x="1210762" y="885347"/>
                  </a:lnTo>
                  <a:lnTo>
                    <a:pt x="1209777" y="886928"/>
                  </a:lnTo>
                  <a:lnTo>
                    <a:pt x="1208671" y="886500"/>
                  </a:lnTo>
                  <a:lnTo>
                    <a:pt x="1206020" y="886840"/>
                  </a:lnTo>
                  <a:lnTo>
                    <a:pt x="1201824" y="887947"/>
                  </a:lnTo>
                  <a:lnTo>
                    <a:pt x="1199195" y="887902"/>
                  </a:lnTo>
                  <a:lnTo>
                    <a:pt x="1198130" y="886703"/>
                  </a:lnTo>
                  <a:lnTo>
                    <a:pt x="1196463" y="886549"/>
                  </a:lnTo>
                  <a:lnTo>
                    <a:pt x="1194190" y="887440"/>
                  </a:lnTo>
                  <a:lnTo>
                    <a:pt x="1192819" y="887624"/>
                  </a:lnTo>
                  <a:lnTo>
                    <a:pt x="1192349" y="887096"/>
                  </a:lnTo>
                  <a:lnTo>
                    <a:pt x="1192015" y="885604"/>
                  </a:lnTo>
                  <a:lnTo>
                    <a:pt x="1191814" y="883148"/>
                  </a:lnTo>
                  <a:lnTo>
                    <a:pt x="1191046" y="880591"/>
                  </a:lnTo>
                  <a:lnTo>
                    <a:pt x="1189711" y="877938"/>
                  </a:lnTo>
                  <a:lnTo>
                    <a:pt x="1189474" y="874735"/>
                  </a:lnTo>
                  <a:lnTo>
                    <a:pt x="1190339" y="870984"/>
                  </a:lnTo>
                  <a:lnTo>
                    <a:pt x="1190535" y="868415"/>
                  </a:lnTo>
                  <a:lnTo>
                    <a:pt x="1190066" y="867029"/>
                  </a:lnTo>
                  <a:lnTo>
                    <a:pt x="1189875" y="865789"/>
                  </a:lnTo>
                  <a:lnTo>
                    <a:pt x="1188865" y="864223"/>
                  </a:lnTo>
                  <a:lnTo>
                    <a:pt x="1188153" y="861526"/>
                  </a:lnTo>
                  <a:lnTo>
                    <a:pt x="1187634" y="860703"/>
                  </a:lnTo>
                  <a:lnTo>
                    <a:pt x="1187789" y="858409"/>
                  </a:lnTo>
                  <a:lnTo>
                    <a:pt x="1188382" y="855659"/>
                  </a:lnTo>
                  <a:lnTo>
                    <a:pt x="1187645" y="853059"/>
                  </a:lnTo>
                  <a:lnTo>
                    <a:pt x="1185368" y="852906"/>
                  </a:lnTo>
                  <a:lnTo>
                    <a:pt x="1183535" y="852159"/>
                  </a:lnTo>
                  <a:lnTo>
                    <a:pt x="1181707" y="849777"/>
                  </a:lnTo>
                  <a:lnTo>
                    <a:pt x="1178893" y="843081"/>
                  </a:lnTo>
                  <a:lnTo>
                    <a:pt x="1177495" y="840727"/>
                  </a:lnTo>
                  <a:lnTo>
                    <a:pt x="1176577" y="840487"/>
                  </a:lnTo>
                  <a:lnTo>
                    <a:pt x="1175913" y="839400"/>
                  </a:lnTo>
                  <a:lnTo>
                    <a:pt x="1175504" y="837468"/>
                  </a:lnTo>
                  <a:lnTo>
                    <a:pt x="1174843" y="837449"/>
                  </a:lnTo>
                  <a:lnTo>
                    <a:pt x="1174198" y="837449"/>
                  </a:lnTo>
                  <a:lnTo>
                    <a:pt x="1173800" y="838250"/>
                  </a:lnTo>
                  <a:lnTo>
                    <a:pt x="1173337" y="838501"/>
                  </a:lnTo>
                  <a:lnTo>
                    <a:pt x="1172630" y="837768"/>
                  </a:lnTo>
                  <a:lnTo>
                    <a:pt x="1171902" y="837687"/>
                  </a:lnTo>
                  <a:lnTo>
                    <a:pt x="1171154" y="838259"/>
                  </a:lnTo>
                  <a:lnTo>
                    <a:pt x="1170521" y="837887"/>
                  </a:lnTo>
                  <a:lnTo>
                    <a:pt x="1170005" y="836569"/>
                  </a:lnTo>
                  <a:lnTo>
                    <a:pt x="1169061" y="835692"/>
                  </a:lnTo>
                  <a:lnTo>
                    <a:pt x="1167692" y="835254"/>
                  </a:lnTo>
                  <a:lnTo>
                    <a:pt x="1167128" y="834339"/>
                  </a:lnTo>
                  <a:lnTo>
                    <a:pt x="1167367" y="832946"/>
                  </a:lnTo>
                  <a:lnTo>
                    <a:pt x="1167114" y="831909"/>
                  </a:lnTo>
                  <a:lnTo>
                    <a:pt x="1166365" y="831224"/>
                  </a:lnTo>
                  <a:lnTo>
                    <a:pt x="1164326" y="831398"/>
                  </a:lnTo>
                  <a:lnTo>
                    <a:pt x="1160992" y="832431"/>
                  </a:lnTo>
                  <a:lnTo>
                    <a:pt x="1158259" y="832156"/>
                  </a:lnTo>
                  <a:lnTo>
                    <a:pt x="1156126" y="830574"/>
                  </a:lnTo>
                  <a:lnTo>
                    <a:pt x="1154939" y="829114"/>
                  </a:lnTo>
                  <a:lnTo>
                    <a:pt x="1154698" y="827778"/>
                  </a:lnTo>
                  <a:lnTo>
                    <a:pt x="1154083" y="826494"/>
                  </a:lnTo>
                  <a:lnTo>
                    <a:pt x="1153094" y="825265"/>
                  </a:lnTo>
                  <a:lnTo>
                    <a:pt x="1152538" y="823148"/>
                  </a:lnTo>
                  <a:lnTo>
                    <a:pt x="1152415" y="820146"/>
                  </a:lnTo>
                  <a:lnTo>
                    <a:pt x="1152651" y="817290"/>
                  </a:lnTo>
                  <a:lnTo>
                    <a:pt x="1153548" y="813233"/>
                  </a:lnTo>
                  <a:lnTo>
                    <a:pt x="1151305" y="810586"/>
                  </a:lnTo>
                  <a:lnTo>
                    <a:pt x="1150636" y="809062"/>
                  </a:lnTo>
                  <a:lnTo>
                    <a:pt x="1150797" y="807778"/>
                  </a:lnTo>
                  <a:lnTo>
                    <a:pt x="1150678" y="806759"/>
                  </a:lnTo>
                  <a:lnTo>
                    <a:pt x="1150278" y="806007"/>
                  </a:lnTo>
                  <a:lnTo>
                    <a:pt x="1150302" y="804806"/>
                  </a:lnTo>
                  <a:lnTo>
                    <a:pt x="1150751" y="803153"/>
                  </a:lnTo>
                  <a:lnTo>
                    <a:pt x="1150747" y="801048"/>
                  </a:lnTo>
                  <a:lnTo>
                    <a:pt x="1150289" y="798489"/>
                  </a:lnTo>
                  <a:lnTo>
                    <a:pt x="1149037" y="794899"/>
                  </a:lnTo>
                  <a:lnTo>
                    <a:pt x="1146990" y="790276"/>
                  </a:lnTo>
                  <a:lnTo>
                    <a:pt x="1145890" y="786900"/>
                  </a:lnTo>
                  <a:lnTo>
                    <a:pt x="1145737" y="784768"/>
                  </a:lnTo>
                  <a:lnTo>
                    <a:pt x="1145463" y="783059"/>
                  </a:lnTo>
                  <a:lnTo>
                    <a:pt x="1145080" y="782136"/>
                  </a:lnTo>
                  <a:lnTo>
                    <a:pt x="1144843" y="780555"/>
                  </a:lnTo>
                  <a:lnTo>
                    <a:pt x="1145003" y="778803"/>
                  </a:lnTo>
                  <a:lnTo>
                    <a:pt x="1144768" y="777678"/>
                  </a:lnTo>
                  <a:lnTo>
                    <a:pt x="1144474" y="776620"/>
                  </a:lnTo>
                  <a:lnTo>
                    <a:pt x="1144517" y="774917"/>
                  </a:lnTo>
                  <a:lnTo>
                    <a:pt x="1144161" y="773753"/>
                  </a:lnTo>
                  <a:lnTo>
                    <a:pt x="1143409" y="773125"/>
                  </a:lnTo>
                  <a:lnTo>
                    <a:pt x="1143173" y="771837"/>
                  </a:lnTo>
                  <a:lnTo>
                    <a:pt x="1143312" y="769086"/>
                  </a:lnTo>
                  <a:lnTo>
                    <a:pt x="1142770" y="766773"/>
                  </a:lnTo>
                  <a:lnTo>
                    <a:pt x="1141123" y="762502"/>
                  </a:lnTo>
                  <a:lnTo>
                    <a:pt x="1140634" y="759385"/>
                  </a:lnTo>
                  <a:lnTo>
                    <a:pt x="1140490" y="756573"/>
                  </a:lnTo>
                  <a:lnTo>
                    <a:pt x="1139791" y="755198"/>
                  </a:lnTo>
                  <a:lnTo>
                    <a:pt x="1139753" y="753972"/>
                  </a:lnTo>
                  <a:lnTo>
                    <a:pt x="1139661" y="751844"/>
                  </a:lnTo>
                  <a:lnTo>
                    <a:pt x="1139232" y="751261"/>
                  </a:lnTo>
                  <a:lnTo>
                    <a:pt x="1138978" y="750511"/>
                  </a:lnTo>
                  <a:lnTo>
                    <a:pt x="1139180" y="749613"/>
                  </a:lnTo>
                  <a:lnTo>
                    <a:pt x="1138848" y="748498"/>
                  </a:lnTo>
                  <a:lnTo>
                    <a:pt x="1137982" y="747166"/>
                  </a:lnTo>
                  <a:lnTo>
                    <a:pt x="1137583" y="746013"/>
                  </a:lnTo>
                  <a:lnTo>
                    <a:pt x="1137485" y="744970"/>
                  </a:lnTo>
                  <a:lnTo>
                    <a:pt x="1137050" y="744158"/>
                  </a:lnTo>
                  <a:lnTo>
                    <a:pt x="1135776" y="743369"/>
                  </a:lnTo>
                  <a:lnTo>
                    <a:pt x="1135432" y="742279"/>
                  </a:lnTo>
                  <a:lnTo>
                    <a:pt x="1135515" y="741310"/>
                  </a:lnTo>
                  <a:lnTo>
                    <a:pt x="1135789" y="740409"/>
                  </a:lnTo>
                  <a:lnTo>
                    <a:pt x="1135940" y="739863"/>
                  </a:lnTo>
                  <a:lnTo>
                    <a:pt x="1135893" y="739157"/>
                  </a:lnTo>
                  <a:lnTo>
                    <a:pt x="1135801" y="738460"/>
                  </a:lnTo>
                  <a:lnTo>
                    <a:pt x="1135297" y="737621"/>
                  </a:lnTo>
                  <a:lnTo>
                    <a:pt x="1134575" y="736651"/>
                  </a:lnTo>
                  <a:lnTo>
                    <a:pt x="1133773" y="734557"/>
                  </a:lnTo>
                  <a:lnTo>
                    <a:pt x="1132748" y="733990"/>
                  </a:lnTo>
                  <a:lnTo>
                    <a:pt x="1132119" y="733990"/>
                  </a:lnTo>
                  <a:lnTo>
                    <a:pt x="1131574" y="732806"/>
                  </a:lnTo>
                  <a:lnTo>
                    <a:pt x="1131741" y="732053"/>
                  </a:lnTo>
                  <a:lnTo>
                    <a:pt x="1131699" y="730652"/>
                  </a:lnTo>
                  <a:lnTo>
                    <a:pt x="1131208" y="729512"/>
                  </a:lnTo>
                  <a:lnTo>
                    <a:pt x="1130598" y="729063"/>
                  </a:lnTo>
                  <a:lnTo>
                    <a:pt x="1130023" y="729354"/>
                  </a:lnTo>
                  <a:lnTo>
                    <a:pt x="1128601" y="728287"/>
                  </a:lnTo>
                  <a:lnTo>
                    <a:pt x="1126335" y="725861"/>
                  </a:lnTo>
                  <a:lnTo>
                    <a:pt x="1124602" y="724743"/>
                  </a:lnTo>
                  <a:lnTo>
                    <a:pt x="1123404" y="724931"/>
                  </a:lnTo>
                  <a:lnTo>
                    <a:pt x="1122665" y="725659"/>
                  </a:lnTo>
                  <a:lnTo>
                    <a:pt x="1122383" y="726928"/>
                  </a:lnTo>
                  <a:lnTo>
                    <a:pt x="1121579" y="726806"/>
                  </a:lnTo>
                  <a:lnTo>
                    <a:pt x="1119595" y="724537"/>
                  </a:lnTo>
                  <a:lnTo>
                    <a:pt x="1117593" y="723976"/>
                  </a:lnTo>
                  <a:lnTo>
                    <a:pt x="1116479" y="722755"/>
                  </a:lnTo>
                  <a:lnTo>
                    <a:pt x="1115585" y="720689"/>
                  </a:lnTo>
                  <a:lnTo>
                    <a:pt x="1114762" y="719825"/>
                  </a:lnTo>
                  <a:lnTo>
                    <a:pt x="1114007" y="720162"/>
                  </a:lnTo>
                  <a:lnTo>
                    <a:pt x="1112170" y="718776"/>
                  </a:lnTo>
                  <a:lnTo>
                    <a:pt x="1109250" y="715662"/>
                  </a:lnTo>
                  <a:lnTo>
                    <a:pt x="1107718" y="714612"/>
                  </a:lnTo>
                  <a:lnTo>
                    <a:pt x="1107165" y="715199"/>
                  </a:lnTo>
                  <a:lnTo>
                    <a:pt x="1106877" y="715205"/>
                  </a:lnTo>
                  <a:lnTo>
                    <a:pt x="1106356" y="715117"/>
                  </a:lnTo>
                  <a:lnTo>
                    <a:pt x="1105603" y="715078"/>
                  </a:lnTo>
                  <a:lnTo>
                    <a:pt x="1104286" y="714343"/>
                  </a:lnTo>
                  <a:lnTo>
                    <a:pt x="1102497" y="714669"/>
                  </a:lnTo>
                  <a:lnTo>
                    <a:pt x="1100235" y="716054"/>
                  </a:lnTo>
                  <a:lnTo>
                    <a:pt x="1097785" y="716917"/>
                  </a:lnTo>
                  <a:lnTo>
                    <a:pt x="1095151" y="717258"/>
                  </a:lnTo>
                  <a:lnTo>
                    <a:pt x="1093590" y="717095"/>
                  </a:lnTo>
                  <a:lnTo>
                    <a:pt x="1093103" y="716430"/>
                  </a:lnTo>
                  <a:lnTo>
                    <a:pt x="1090238" y="717421"/>
                  </a:lnTo>
                  <a:lnTo>
                    <a:pt x="1086268" y="719426"/>
                  </a:lnTo>
                  <a:lnTo>
                    <a:pt x="1082373" y="721393"/>
                  </a:lnTo>
                  <a:lnTo>
                    <a:pt x="1077540" y="722353"/>
                  </a:lnTo>
                  <a:lnTo>
                    <a:pt x="1074302" y="725684"/>
                  </a:lnTo>
                  <a:lnTo>
                    <a:pt x="1071047" y="731705"/>
                  </a:lnTo>
                  <a:lnTo>
                    <a:pt x="1068710" y="735492"/>
                  </a:lnTo>
                  <a:lnTo>
                    <a:pt x="1067287" y="737049"/>
                  </a:lnTo>
                  <a:lnTo>
                    <a:pt x="1066709" y="739088"/>
                  </a:lnTo>
                  <a:lnTo>
                    <a:pt x="1066977" y="741608"/>
                  </a:lnTo>
                  <a:lnTo>
                    <a:pt x="1068187" y="742507"/>
                  </a:lnTo>
                  <a:lnTo>
                    <a:pt x="1070343" y="741783"/>
                  </a:lnTo>
                  <a:lnTo>
                    <a:pt x="1072196" y="742136"/>
                  </a:lnTo>
                  <a:lnTo>
                    <a:pt x="1073750" y="743566"/>
                  </a:lnTo>
                  <a:lnTo>
                    <a:pt x="1074246" y="745725"/>
                  </a:lnTo>
                  <a:lnTo>
                    <a:pt x="1073684" y="748612"/>
                  </a:lnTo>
                  <a:lnTo>
                    <a:pt x="1073857" y="751448"/>
                  </a:lnTo>
                  <a:lnTo>
                    <a:pt x="1074767" y="754239"/>
                  </a:lnTo>
                  <a:lnTo>
                    <a:pt x="1074828" y="757458"/>
                  </a:lnTo>
                  <a:lnTo>
                    <a:pt x="1074041" y="761107"/>
                  </a:lnTo>
                  <a:lnTo>
                    <a:pt x="1072074" y="764786"/>
                  </a:lnTo>
                  <a:lnTo>
                    <a:pt x="1068926" y="768495"/>
                  </a:lnTo>
                  <a:lnTo>
                    <a:pt x="1066969" y="772110"/>
                  </a:lnTo>
                  <a:lnTo>
                    <a:pt x="1065819" y="777386"/>
                  </a:lnTo>
                  <a:lnTo>
                    <a:pt x="1064049" y="781969"/>
                  </a:lnTo>
                  <a:lnTo>
                    <a:pt x="1063398" y="784555"/>
                  </a:lnTo>
                  <a:lnTo>
                    <a:pt x="1063276" y="786677"/>
                  </a:lnTo>
                  <a:lnTo>
                    <a:pt x="1062573" y="788969"/>
                  </a:lnTo>
                  <a:lnTo>
                    <a:pt x="1061290" y="791432"/>
                  </a:lnTo>
                  <a:lnTo>
                    <a:pt x="1060586" y="793904"/>
                  </a:lnTo>
                  <a:lnTo>
                    <a:pt x="1060465" y="796382"/>
                  </a:lnTo>
                  <a:lnTo>
                    <a:pt x="1059820" y="798640"/>
                  </a:lnTo>
                  <a:lnTo>
                    <a:pt x="1058650" y="800678"/>
                  </a:lnTo>
                  <a:lnTo>
                    <a:pt x="1057921" y="802832"/>
                  </a:lnTo>
                  <a:lnTo>
                    <a:pt x="1057635" y="805101"/>
                  </a:lnTo>
                  <a:lnTo>
                    <a:pt x="1057185" y="806628"/>
                  </a:lnTo>
                  <a:lnTo>
                    <a:pt x="1056574" y="807411"/>
                  </a:lnTo>
                  <a:lnTo>
                    <a:pt x="1056899" y="808185"/>
                  </a:lnTo>
                  <a:lnTo>
                    <a:pt x="1058161" y="808951"/>
                  </a:lnTo>
                  <a:lnTo>
                    <a:pt x="1058676" y="811166"/>
                  </a:lnTo>
                  <a:lnTo>
                    <a:pt x="1058443" y="814830"/>
                  </a:lnTo>
                  <a:lnTo>
                    <a:pt x="1057681" y="817446"/>
                  </a:lnTo>
                  <a:lnTo>
                    <a:pt x="1056388" y="819013"/>
                  </a:lnTo>
                  <a:lnTo>
                    <a:pt x="1054455" y="820033"/>
                  </a:lnTo>
                  <a:lnTo>
                    <a:pt x="1051882" y="820506"/>
                  </a:lnTo>
                  <a:lnTo>
                    <a:pt x="1048379" y="824004"/>
                  </a:lnTo>
                  <a:lnTo>
                    <a:pt x="1045330" y="828487"/>
                  </a:lnTo>
                  <a:lnTo>
                    <a:pt x="1041726" y="833785"/>
                  </a:lnTo>
                  <a:lnTo>
                    <a:pt x="1041026" y="833783"/>
                  </a:lnTo>
                  <a:lnTo>
                    <a:pt x="1039712" y="833124"/>
                  </a:lnTo>
                  <a:lnTo>
                    <a:pt x="1037166" y="830950"/>
                  </a:lnTo>
                  <a:lnTo>
                    <a:pt x="1034501" y="830494"/>
                  </a:lnTo>
                  <a:lnTo>
                    <a:pt x="1031924" y="828481"/>
                  </a:lnTo>
                  <a:lnTo>
                    <a:pt x="1030397" y="827156"/>
                  </a:lnTo>
                  <a:lnTo>
                    <a:pt x="1028030" y="824616"/>
                  </a:lnTo>
                  <a:lnTo>
                    <a:pt x="1027435" y="823041"/>
                  </a:lnTo>
                  <a:lnTo>
                    <a:pt x="1026510" y="821763"/>
                  </a:lnTo>
                  <a:lnTo>
                    <a:pt x="1024208" y="820056"/>
                  </a:lnTo>
                  <a:lnTo>
                    <a:pt x="1022662" y="819134"/>
                  </a:lnTo>
                  <a:lnTo>
                    <a:pt x="1021715" y="819089"/>
                  </a:lnTo>
                  <a:lnTo>
                    <a:pt x="1019315" y="820822"/>
                  </a:lnTo>
                  <a:lnTo>
                    <a:pt x="1017810" y="822189"/>
                  </a:lnTo>
                  <a:lnTo>
                    <a:pt x="1016919" y="822936"/>
                  </a:lnTo>
                  <a:lnTo>
                    <a:pt x="1015425" y="822776"/>
                  </a:lnTo>
                  <a:lnTo>
                    <a:pt x="1013598" y="822467"/>
                  </a:lnTo>
                  <a:lnTo>
                    <a:pt x="1012860" y="822016"/>
                  </a:lnTo>
                  <a:lnTo>
                    <a:pt x="1011818" y="820919"/>
                  </a:lnTo>
                  <a:lnTo>
                    <a:pt x="1009787" y="817653"/>
                  </a:lnTo>
                  <a:lnTo>
                    <a:pt x="1008697" y="815314"/>
                  </a:lnTo>
                  <a:lnTo>
                    <a:pt x="1007273" y="813999"/>
                  </a:lnTo>
                  <a:lnTo>
                    <a:pt x="1005703" y="812503"/>
                  </a:lnTo>
                  <a:lnTo>
                    <a:pt x="1004917" y="812148"/>
                  </a:lnTo>
                  <a:lnTo>
                    <a:pt x="1003526" y="812274"/>
                  </a:lnTo>
                  <a:lnTo>
                    <a:pt x="1001596" y="811859"/>
                  </a:lnTo>
                  <a:lnTo>
                    <a:pt x="1000569" y="811300"/>
                  </a:lnTo>
                  <a:lnTo>
                    <a:pt x="999703" y="811806"/>
                  </a:lnTo>
                  <a:lnTo>
                    <a:pt x="997964" y="813359"/>
                  </a:lnTo>
                  <a:lnTo>
                    <a:pt x="995783" y="816420"/>
                  </a:lnTo>
                  <a:lnTo>
                    <a:pt x="994071" y="817590"/>
                  </a:lnTo>
                  <a:lnTo>
                    <a:pt x="992251" y="819201"/>
                  </a:lnTo>
                  <a:lnTo>
                    <a:pt x="990770" y="821134"/>
                  </a:lnTo>
                  <a:lnTo>
                    <a:pt x="989314" y="823122"/>
                  </a:lnTo>
                  <a:lnTo>
                    <a:pt x="987532" y="825402"/>
                  </a:lnTo>
                  <a:lnTo>
                    <a:pt x="986702" y="828494"/>
                  </a:lnTo>
                  <a:lnTo>
                    <a:pt x="986282" y="830748"/>
                  </a:lnTo>
                  <a:lnTo>
                    <a:pt x="984663" y="832137"/>
                  </a:lnTo>
                  <a:lnTo>
                    <a:pt x="983415" y="833486"/>
                  </a:lnTo>
                  <a:lnTo>
                    <a:pt x="982160" y="833968"/>
                  </a:lnTo>
                  <a:lnTo>
                    <a:pt x="979830" y="833228"/>
                  </a:lnTo>
                  <a:lnTo>
                    <a:pt x="978452" y="833752"/>
                  </a:lnTo>
                  <a:lnTo>
                    <a:pt x="975052" y="836422"/>
                  </a:lnTo>
                  <a:lnTo>
                    <a:pt x="973380" y="836665"/>
                  </a:lnTo>
                  <a:lnTo>
                    <a:pt x="972217" y="837031"/>
                  </a:lnTo>
                  <a:lnTo>
                    <a:pt x="971091" y="837204"/>
                  </a:lnTo>
                  <a:lnTo>
                    <a:pt x="969241" y="837835"/>
                  </a:lnTo>
                  <a:lnTo>
                    <a:pt x="968518" y="838292"/>
                  </a:lnTo>
                  <a:lnTo>
                    <a:pt x="967567" y="838833"/>
                  </a:lnTo>
                  <a:lnTo>
                    <a:pt x="966500" y="838442"/>
                  </a:lnTo>
                  <a:lnTo>
                    <a:pt x="964976" y="839966"/>
                  </a:lnTo>
                  <a:lnTo>
                    <a:pt x="960646" y="844048"/>
                  </a:lnTo>
                  <a:lnTo>
                    <a:pt x="959286" y="844733"/>
                  </a:lnTo>
                  <a:lnTo>
                    <a:pt x="958381" y="844892"/>
                  </a:lnTo>
                  <a:lnTo>
                    <a:pt x="957213" y="843430"/>
                  </a:lnTo>
                  <a:lnTo>
                    <a:pt x="956042" y="842457"/>
                  </a:lnTo>
                  <a:lnTo>
                    <a:pt x="954817" y="842579"/>
                  </a:lnTo>
                  <a:lnTo>
                    <a:pt x="953419" y="843922"/>
                  </a:lnTo>
                  <a:lnTo>
                    <a:pt x="951056" y="842882"/>
                  </a:lnTo>
                  <a:lnTo>
                    <a:pt x="948246" y="841886"/>
                  </a:lnTo>
                  <a:lnTo>
                    <a:pt x="945695" y="840983"/>
                  </a:lnTo>
                  <a:lnTo>
                    <a:pt x="944832" y="840201"/>
                  </a:lnTo>
                  <a:lnTo>
                    <a:pt x="942334" y="839061"/>
                  </a:lnTo>
                  <a:lnTo>
                    <a:pt x="938689" y="839048"/>
                  </a:lnTo>
                  <a:lnTo>
                    <a:pt x="936538" y="839039"/>
                  </a:lnTo>
                  <a:lnTo>
                    <a:pt x="935164" y="839419"/>
                  </a:lnTo>
                  <a:lnTo>
                    <a:pt x="934115" y="838866"/>
                  </a:lnTo>
                  <a:lnTo>
                    <a:pt x="932785" y="837245"/>
                  </a:lnTo>
                  <a:lnTo>
                    <a:pt x="930554" y="833450"/>
                  </a:lnTo>
                  <a:lnTo>
                    <a:pt x="929231" y="832332"/>
                  </a:lnTo>
                  <a:lnTo>
                    <a:pt x="928491" y="831405"/>
                  </a:lnTo>
                  <a:lnTo>
                    <a:pt x="928212" y="829843"/>
                  </a:lnTo>
                  <a:lnTo>
                    <a:pt x="927704" y="829647"/>
                  </a:lnTo>
                  <a:lnTo>
                    <a:pt x="927374" y="828539"/>
                  </a:lnTo>
                  <a:lnTo>
                    <a:pt x="927398" y="827070"/>
                  </a:lnTo>
                  <a:lnTo>
                    <a:pt x="927353" y="823870"/>
                  </a:lnTo>
                  <a:lnTo>
                    <a:pt x="927502" y="821633"/>
                  </a:lnTo>
                  <a:lnTo>
                    <a:pt x="927143" y="820951"/>
                  </a:lnTo>
                  <a:lnTo>
                    <a:pt x="925649" y="820590"/>
                  </a:lnTo>
                  <a:lnTo>
                    <a:pt x="923855" y="819908"/>
                  </a:lnTo>
                  <a:lnTo>
                    <a:pt x="920588" y="819802"/>
                  </a:lnTo>
                  <a:lnTo>
                    <a:pt x="919279" y="819722"/>
                  </a:lnTo>
                  <a:lnTo>
                    <a:pt x="918241" y="818433"/>
                  </a:lnTo>
                  <a:lnTo>
                    <a:pt x="917057" y="816853"/>
                  </a:lnTo>
                  <a:lnTo>
                    <a:pt x="915919" y="813597"/>
                  </a:lnTo>
                  <a:lnTo>
                    <a:pt x="914911" y="812072"/>
                  </a:lnTo>
                  <a:lnTo>
                    <a:pt x="913270" y="810171"/>
                  </a:lnTo>
                  <a:lnTo>
                    <a:pt x="911696" y="809692"/>
                  </a:lnTo>
                  <a:lnTo>
                    <a:pt x="909326" y="810024"/>
                  </a:lnTo>
                  <a:lnTo>
                    <a:pt x="907593" y="810408"/>
                  </a:lnTo>
                  <a:lnTo>
                    <a:pt x="906036" y="809581"/>
                  </a:lnTo>
                  <a:lnTo>
                    <a:pt x="905046" y="808537"/>
                  </a:lnTo>
                  <a:lnTo>
                    <a:pt x="903650" y="807430"/>
                  </a:lnTo>
                  <a:lnTo>
                    <a:pt x="901548" y="807170"/>
                  </a:lnTo>
                  <a:lnTo>
                    <a:pt x="899811" y="806370"/>
                  </a:lnTo>
                  <a:lnTo>
                    <a:pt x="897993" y="805410"/>
                  </a:lnTo>
                  <a:lnTo>
                    <a:pt x="896647" y="805801"/>
                  </a:lnTo>
                  <a:lnTo>
                    <a:pt x="895718" y="806714"/>
                  </a:lnTo>
                  <a:lnTo>
                    <a:pt x="894668" y="807886"/>
                  </a:lnTo>
                  <a:lnTo>
                    <a:pt x="893313" y="808094"/>
                  </a:lnTo>
                  <a:lnTo>
                    <a:pt x="889957" y="809307"/>
                  </a:lnTo>
                  <a:lnTo>
                    <a:pt x="888933" y="810036"/>
                  </a:lnTo>
                  <a:lnTo>
                    <a:pt x="887436" y="810362"/>
                  </a:lnTo>
                  <a:lnTo>
                    <a:pt x="886143" y="811274"/>
                  </a:lnTo>
                  <a:lnTo>
                    <a:pt x="885062" y="813071"/>
                  </a:lnTo>
                  <a:lnTo>
                    <a:pt x="884138" y="814402"/>
                  </a:lnTo>
                  <a:lnTo>
                    <a:pt x="882976" y="814851"/>
                  </a:lnTo>
                  <a:lnTo>
                    <a:pt x="881592" y="814761"/>
                  </a:lnTo>
                  <a:lnTo>
                    <a:pt x="880415" y="814331"/>
                  </a:lnTo>
                  <a:lnTo>
                    <a:pt x="879799" y="814206"/>
                  </a:lnTo>
                  <a:lnTo>
                    <a:pt x="878885" y="814862"/>
                  </a:lnTo>
                  <a:lnTo>
                    <a:pt x="877846" y="815314"/>
                  </a:lnTo>
                  <a:lnTo>
                    <a:pt x="876273" y="814534"/>
                  </a:lnTo>
                  <a:lnTo>
                    <a:pt x="875409" y="813881"/>
                  </a:lnTo>
                  <a:lnTo>
                    <a:pt x="874065" y="813490"/>
                  </a:lnTo>
                  <a:lnTo>
                    <a:pt x="873252" y="811600"/>
                  </a:lnTo>
                  <a:lnTo>
                    <a:pt x="872423" y="810818"/>
                  </a:lnTo>
                  <a:lnTo>
                    <a:pt x="871016" y="810525"/>
                  </a:lnTo>
                  <a:lnTo>
                    <a:pt x="868947" y="809561"/>
                  </a:lnTo>
                  <a:lnTo>
                    <a:pt x="867862" y="808577"/>
                  </a:lnTo>
                  <a:lnTo>
                    <a:pt x="866917" y="807968"/>
                  </a:lnTo>
                  <a:lnTo>
                    <a:pt x="865341" y="805777"/>
                  </a:lnTo>
                  <a:lnTo>
                    <a:pt x="864456" y="803875"/>
                  </a:lnTo>
                  <a:lnTo>
                    <a:pt x="863736" y="803565"/>
                  </a:lnTo>
                  <a:lnTo>
                    <a:pt x="862925" y="803327"/>
                  </a:lnTo>
                  <a:lnTo>
                    <a:pt x="862373" y="802119"/>
                  </a:lnTo>
                  <a:lnTo>
                    <a:pt x="862342" y="800655"/>
                  </a:lnTo>
                  <a:lnTo>
                    <a:pt x="862544" y="799743"/>
                  </a:lnTo>
                  <a:lnTo>
                    <a:pt x="862697" y="798179"/>
                  </a:lnTo>
                  <a:lnTo>
                    <a:pt x="862237" y="796694"/>
                  </a:lnTo>
                  <a:lnTo>
                    <a:pt x="861759" y="796029"/>
                  </a:lnTo>
                  <a:lnTo>
                    <a:pt x="861528" y="794899"/>
                  </a:lnTo>
                  <a:lnTo>
                    <a:pt x="861657" y="792771"/>
                  </a:lnTo>
                  <a:lnTo>
                    <a:pt x="861474" y="790618"/>
                  </a:lnTo>
                  <a:lnTo>
                    <a:pt x="861293" y="788362"/>
                  </a:lnTo>
                  <a:lnTo>
                    <a:pt x="860803" y="786682"/>
                  </a:lnTo>
                  <a:lnTo>
                    <a:pt x="860692" y="783475"/>
                  </a:lnTo>
                  <a:lnTo>
                    <a:pt x="860896" y="782152"/>
                  </a:lnTo>
                  <a:lnTo>
                    <a:pt x="860845" y="780588"/>
                  </a:lnTo>
                  <a:lnTo>
                    <a:pt x="860337" y="779415"/>
                  </a:lnTo>
                  <a:lnTo>
                    <a:pt x="858814" y="778565"/>
                  </a:lnTo>
                  <a:lnTo>
                    <a:pt x="856996" y="777418"/>
                  </a:lnTo>
                  <a:lnTo>
                    <a:pt x="854116" y="776054"/>
                  </a:lnTo>
                  <a:lnTo>
                    <a:pt x="852890" y="775928"/>
                  </a:lnTo>
                  <a:lnTo>
                    <a:pt x="851933" y="776484"/>
                  </a:lnTo>
                  <a:lnTo>
                    <a:pt x="851050" y="775831"/>
                  </a:lnTo>
                  <a:lnTo>
                    <a:pt x="850115" y="774692"/>
                  </a:lnTo>
                  <a:lnTo>
                    <a:pt x="848528" y="773518"/>
                  </a:lnTo>
                  <a:lnTo>
                    <a:pt x="846437" y="772004"/>
                  </a:lnTo>
                  <a:lnTo>
                    <a:pt x="844217" y="770310"/>
                  </a:lnTo>
                  <a:lnTo>
                    <a:pt x="842209" y="768777"/>
                  </a:lnTo>
                  <a:lnTo>
                    <a:pt x="841434" y="768405"/>
                  </a:lnTo>
                  <a:lnTo>
                    <a:pt x="838689" y="768293"/>
                  </a:lnTo>
                  <a:lnTo>
                    <a:pt x="836436" y="768078"/>
                  </a:lnTo>
                  <a:lnTo>
                    <a:pt x="835136" y="767534"/>
                  </a:lnTo>
                  <a:lnTo>
                    <a:pt x="833597" y="765406"/>
                  </a:lnTo>
                  <a:lnTo>
                    <a:pt x="832807" y="764103"/>
                  </a:lnTo>
                  <a:lnTo>
                    <a:pt x="831583" y="763486"/>
                  </a:lnTo>
                  <a:lnTo>
                    <a:pt x="830656" y="763268"/>
                  </a:lnTo>
                  <a:lnTo>
                    <a:pt x="829214" y="762570"/>
                  </a:lnTo>
                  <a:lnTo>
                    <a:pt x="826557" y="760344"/>
                  </a:lnTo>
                  <a:lnTo>
                    <a:pt x="825582" y="759280"/>
                  </a:lnTo>
                  <a:lnTo>
                    <a:pt x="824924" y="759264"/>
                  </a:lnTo>
                  <a:lnTo>
                    <a:pt x="824047" y="757305"/>
                  </a:lnTo>
                  <a:lnTo>
                    <a:pt x="823300" y="756845"/>
                  </a:lnTo>
                  <a:lnTo>
                    <a:pt x="822788" y="758240"/>
                  </a:lnTo>
                  <a:lnTo>
                    <a:pt x="822257" y="761567"/>
                  </a:lnTo>
                  <a:lnTo>
                    <a:pt x="821770" y="763115"/>
                  </a:lnTo>
                  <a:lnTo>
                    <a:pt x="820393" y="766185"/>
                  </a:lnTo>
                  <a:lnTo>
                    <a:pt x="817081" y="768654"/>
                  </a:lnTo>
                  <a:lnTo>
                    <a:pt x="816510" y="769935"/>
                  </a:lnTo>
                  <a:lnTo>
                    <a:pt x="816208" y="771108"/>
                  </a:lnTo>
                  <a:lnTo>
                    <a:pt x="815755" y="772768"/>
                  </a:lnTo>
                  <a:lnTo>
                    <a:pt x="815553" y="774919"/>
                  </a:lnTo>
                  <a:lnTo>
                    <a:pt x="815147" y="775506"/>
                  </a:lnTo>
                  <a:lnTo>
                    <a:pt x="814208" y="775571"/>
                  </a:lnTo>
                  <a:lnTo>
                    <a:pt x="813454" y="776564"/>
                  </a:lnTo>
                  <a:lnTo>
                    <a:pt x="812897" y="778718"/>
                  </a:lnTo>
                  <a:lnTo>
                    <a:pt x="812410" y="779563"/>
                  </a:lnTo>
                  <a:lnTo>
                    <a:pt x="812138" y="781572"/>
                  </a:lnTo>
                  <a:lnTo>
                    <a:pt x="812186" y="782450"/>
                  </a:lnTo>
                  <a:lnTo>
                    <a:pt x="812076" y="783421"/>
                  </a:lnTo>
                  <a:lnTo>
                    <a:pt x="811996" y="784978"/>
                  </a:lnTo>
                  <a:lnTo>
                    <a:pt x="811131" y="788333"/>
                  </a:lnTo>
                  <a:lnTo>
                    <a:pt x="811011" y="790295"/>
                  </a:lnTo>
                  <a:lnTo>
                    <a:pt x="811366" y="791533"/>
                  </a:lnTo>
                  <a:lnTo>
                    <a:pt x="812099" y="793194"/>
                  </a:lnTo>
                  <a:lnTo>
                    <a:pt x="812482" y="794139"/>
                  </a:lnTo>
                  <a:lnTo>
                    <a:pt x="812609" y="795247"/>
                  </a:lnTo>
                  <a:lnTo>
                    <a:pt x="812583" y="796681"/>
                  </a:lnTo>
                  <a:lnTo>
                    <a:pt x="813035" y="798663"/>
                  </a:lnTo>
                  <a:lnTo>
                    <a:pt x="813364" y="800360"/>
                  </a:lnTo>
                  <a:lnTo>
                    <a:pt x="813930" y="801566"/>
                  </a:lnTo>
                  <a:lnTo>
                    <a:pt x="814691" y="802608"/>
                  </a:lnTo>
                  <a:lnTo>
                    <a:pt x="815559" y="802944"/>
                  </a:lnTo>
                  <a:lnTo>
                    <a:pt x="816238" y="803651"/>
                  </a:lnTo>
                  <a:lnTo>
                    <a:pt x="816390" y="805019"/>
                  </a:lnTo>
                  <a:lnTo>
                    <a:pt x="816213" y="806909"/>
                  </a:lnTo>
                  <a:lnTo>
                    <a:pt x="815902" y="810472"/>
                  </a:lnTo>
                  <a:lnTo>
                    <a:pt x="815323" y="812681"/>
                  </a:lnTo>
                  <a:lnTo>
                    <a:pt x="814979" y="814073"/>
                  </a:lnTo>
                  <a:lnTo>
                    <a:pt x="814425" y="816259"/>
                  </a:lnTo>
                  <a:lnTo>
                    <a:pt x="814212" y="817109"/>
                  </a:lnTo>
                  <a:lnTo>
                    <a:pt x="813067" y="818987"/>
                  </a:lnTo>
                  <a:lnTo>
                    <a:pt x="812292" y="819504"/>
                  </a:lnTo>
                  <a:lnTo>
                    <a:pt x="811340" y="820981"/>
                  </a:lnTo>
                  <a:lnTo>
                    <a:pt x="810554" y="821047"/>
                  </a:lnTo>
                  <a:lnTo>
                    <a:pt x="809807" y="821045"/>
                  </a:lnTo>
                  <a:lnTo>
                    <a:pt x="809005" y="821371"/>
                  </a:lnTo>
                  <a:lnTo>
                    <a:pt x="808296" y="822024"/>
                  </a:lnTo>
                  <a:lnTo>
                    <a:pt x="807737" y="824044"/>
                  </a:lnTo>
                  <a:lnTo>
                    <a:pt x="806328" y="826115"/>
                  </a:lnTo>
                  <a:lnTo>
                    <a:pt x="805654" y="827048"/>
                  </a:lnTo>
                  <a:lnTo>
                    <a:pt x="803914" y="827363"/>
                  </a:lnTo>
                  <a:lnTo>
                    <a:pt x="803089" y="826449"/>
                  </a:lnTo>
                  <a:lnTo>
                    <a:pt x="802637" y="825170"/>
                  </a:lnTo>
                  <a:lnTo>
                    <a:pt x="802079" y="824435"/>
                  </a:lnTo>
                  <a:lnTo>
                    <a:pt x="801349" y="822871"/>
                  </a:lnTo>
                  <a:lnTo>
                    <a:pt x="798196" y="822021"/>
                  </a:lnTo>
                  <a:lnTo>
                    <a:pt x="797373" y="822427"/>
                  </a:lnTo>
                  <a:lnTo>
                    <a:pt x="796892" y="823001"/>
                  </a:lnTo>
                  <a:lnTo>
                    <a:pt x="796257" y="822584"/>
                  </a:lnTo>
                  <a:lnTo>
                    <a:pt x="795826" y="821811"/>
                  </a:lnTo>
                  <a:lnTo>
                    <a:pt x="795373" y="822023"/>
                  </a:lnTo>
                  <a:lnTo>
                    <a:pt x="794392" y="822480"/>
                  </a:lnTo>
                  <a:lnTo>
                    <a:pt x="793631" y="822330"/>
                  </a:lnTo>
                  <a:lnTo>
                    <a:pt x="792649" y="820765"/>
                  </a:lnTo>
                  <a:lnTo>
                    <a:pt x="791291" y="819926"/>
                  </a:lnTo>
                  <a:lnTo>
                    <a:pt x="790760" y="819446"/>
                  </a:lnTo>
                  <a:lnTo>
                    <a:pt x="790219" y="819444"/>
                  </a:lnTo>
                  <a:lnTo>
                    <a:pt x="789885" y="820189"/>
                  </a:lnTo>
                  <a:lnTo>
                    <a:pt x="789266" y="820590"/>
                  </a:lnTo>
                  <a:lnTo>
                    <a:pt x="788848" y="819687"/>
                  </a:lnTo>
                  <a:lnTo>
                    <a:pt x="788302" y="819026"/>
                  </a:lnTo>
                  <a:lnTo>
                    <a:pt x="787581" y="819039"/>
                  </a:lnTo>
                  <a:lnTo>
                    <a:pt x="786643" y="820413"/>
                  </a:lnTo>
                  <a:lnTo>
                    <a:pt x="785025" y="821068"/>
                  </a:lnTo>
                  <a:lnTo>
                    <a:pt x="784512" y="822031"/>
                  </a:lnTo>
                  <a:lnTo>
                    <a:pt x="783582" y="821904"/>
                  </a:lnTo>
                  <a:lnTo>
                    <a:pt x="782936" y="821146"/>
                  </a:lnTo>
                  <a:lnTo>
                    <a:pt x="782289" y="821059"/>
                  </a:lnTo>
                  <a:lnTo>
                    <a:pt x="780410" y="821068"/>
                  </a:lnTo>
                  <a:lnTo>
                    <a:pt x="779780" y="821316"/>
                  </a:lnTo>
                  <a:lnTo>
                    <a:pt x="779008" y="820544"/>
                  </a:lnTo>
                  <a:lnTo>
                    <a:pt x="778646" y="819165"/>
                  </a:lnTo>
                  <a:lnTo>
                    <a:pt x="777695" y="818116"/>
                  </a:lnTo>
                  <a:lnTo>
                    <a:pt x="776325" y="817984"/>
                  </a:lnTo>
                  <a:lnTo>
                    <a:pt x="775253" y="818130"/>
                  </a:lnTo>
                  <a:lnTo>
                    <a:pt x="774763" y="818579"/>
                  </a:lnTo>
                  <a:lnTo>
                    <a:pt x="774064" y="818707"/>
                  </a:lnTo>
                  <a:lnTo>
                    <a:pt x="773487" y="816810"/>
                  </a:lnTo>
                  <a:lnTo>
                    <a:pt x="772707" y="815484"/>
                  </a:lnTo>
                  <a:lnTo>
                    <a:pt x="772266" y="814511"/>
                  </a:lnTo>
                  <a:lnTo>
                    <a:pt x="771595" y="814100"/>
                  </a:lnTo>
                  <a:lnTo>
                    <a:pt x="771071" y="812854"/>
                  </a:lnTo>
                  <a:lnTo>
                    <a:pt x="770981" y="810443"/>
                  </a:lnTo>
                  <a:lnTo>
                    <a:pt x="770664" y="807444"/>
                  </a:lnTo>
                  <a:lnTo>
                    <a:pt x="770292" y="804298"/>
                  </a:lnTo>
                  <a:lnTo>
                    <a:pt x="769879" y="802967"/>
                  </a:lnTo>
                  <a:lnTo>
                    <a:pt x="767861" y="802481"/>
                  </a:lnTo>
                  <a:lnTo>
                    <a:pt x="766873" y="802599"/>
                  </a:lnTo>
                  <a:lnTo>
                    <a:pt x="764635" y="802340"/>
                  </a:lnTo>
                  <a:lnTo>
                    <a:pt x="763100" y="802161"/>
                  </a:lnTo>
                  <a:lnTo>
                    <a:pt x="762681" y="802106"/>
                  </a:lnTo>
                  <a:lnTo>
                    <a:pt x="761248" y="801754"/>
                  </a:lnTo>
                  <a:lnTo>
                    <a:pt x="759933" y="801428"/>
                  </a:lnTo>
                  <a:lnTo>
                    <a:pt x="758594" y="801219"/>
                  </a:lnTo>
                  <a:lnTo>
                    <a:pt x="758043" y="801486"/>
                  </a:lnTo>
                  <a:lnTo>
                    <a:pt x="756668" y="801564"/>
                  </a:lnTo>
                  <a:lnTo>
                    <a:pt x="755595" y="800067"/>
                  </a:lnTo>
                  <a:lnTo>
                    <a:pt x="755144" y="798355"/>
                  </a:lnTo>
                  <a:lnTo>
                    <a:pt x="755062" y="797397"/>
                  </a:lnTo>
                  <a:lnTo>
                    <a:pt x="754806" y="796413"/>
                  </a:lnTo>
                  <a:lnTo>
                    <a:pt x="753829" y="796091"/>
                  </a:lnTo>
                  <a:lnTo>
                    <a:pt x="752941" y="796400"/>
                  </a:lnTo>
                  <a:lnTo>
                    <a:pt x="752474" y="798401"/>
                  </a:lnTo>
                  <a:lnTo>
                    <a:pt x="751814" y="799220"/>
                  </a:lnTo>
                  <a:lnTo>
                    <a:pt x="751185" y="799070"/>
                  </a:lnTo>
                  <a:lnTo>
                    <a:pt x="750635" y="797972"/>
                  </a:lnTo>
                  <a:lnTo>
                    <a:pt x="749571" y="796801"/>
                  </a:lnTo>
                  <a:lnTo>
                    <a:pt x="748880" y="795678"/>
                  </a:lnTo>
                  <a:lnTo>
                    <a:pt x="748056" y="793873"/>
                  </a:lnTo>
                  <a:lnTo>
                    <a:pt x="747377" y="794297"/>
                  </a:lnTo>
                  <a:lnTo>
                    <a:pt x="747184" y="795408"/>
                  </a:lnTo>
                  <a:lnTo>
                    <a:pt x="747027" y="796502"/>
                  </a:lnTo>
                  <a:lnTo>
                    <a:pt x="746187" y="798707"/>
                  </a:lnTo>
                  <a:lnTo>
                    <a:pt x="745170" y="798961"/>
                  </a:lnTo>
                  <a:lnTo>
                    <a:pt x="743473" y="798795"/>
                  </a:lnTo>
                  <a:lnTo>
                    <a:pt x="741721" y="798913"/>
                  </a:lnTo>
                  <a:lnTo>
                    <a:pt x="740594" y="799743"/>
                  </a:lnTo>
                  <a:lnTo>
                    <a:pt x="739763" y="801232"/>
                  </a:lnTo>
                  <a:lnTo>
                    <a:pt x="739334" y="802402"/>
                  </a:lnTo>
                  <a:lnTo>
                    <a:pt x="738469" y="802801"/>
                  </a:lnTo>
                  <a:lnTo>
                    <a:pt x="737603" y="803979"/>
                  </a:lnTo>
                  <a:lnTo>
                    <a:pt x="737241" y="805579"/>
                  </a:lnTo>
                  <a:lnTo>
                    <a:pt x="736387" y="805518"/>
                  </a:lnTo>
                  <a:lnTo>
                    <a:pt x="735924" y="805716"/>
                  </a:lnTo>
                  <a:lnTo>
                    <a:pt x="735156" y="806041"/>
                  </a:lnTo>
                  <a:lnTo>
                    <a:pt x="733188" y="806921"/>
                  </a:lnTo>
                  <a:lnTo>
                    <a:pt x="732714" y="807131"/>
                  </a:lnTo>
                  <a:lnTo>
                    <a:pt x="731512" y="808648"/>
                  </a:lnTo>
                  <a:lnTo>
                    <a:pt x="730602" y="809842"/>
                  </a:lnTo>
                  <a:lnTo>
                    <a:pt x="729712" y="810368"/>
                  </a:lnTo>
                  <a:lnTo>
                    <a:pt x="729178" y="811743"/>
                  </a:lnTo>
                  <a:lnTo>
                    <a:pt x="728496" y="812838"/>
                  </a:lnTo>
                  <a:lnTo>
                    <a:pt x="726906" y="813105"/>
                  </a:lnTo>
                  <a:lnTo>
                    <a:pt x="725156" y="814477"/>
                  </a:lnTo>
                  <a:lnTo>
                    <a:pt x="724540" y="814941"/>
                  </a:lnTo>
                  <a:lnTo>
                    <a:pt x="723541" y="815960"/>
                  </a:lnTo>
                  <a:lnTo>
                    <a:pt x="722151" y="816355"/>
                  </a:lnTo>
                  <a:lnTo>
                    <a:pt x="721575" y="816638"/>
                  </a:lnTo>
                  <a:lnTo>
                    <a:pt x="721014" y="817361"/>
                  </a:lnTo>
                  <a:lnTo>
                    <a:pt x="720696" y="819872"/>
                  </a:lnTo>
                  <a:lnTo>
                    <a:pt x="719553" y="820782"/>
                  </a:lnTo>
                  <a:lnTo>
                    <a:pt x="718014" y="820942"/>
                  </a:lnTo>
                  <a:lnTo>
                    <a:pt x="716859" y="822274"/>
                  </a:lnTo>
                  <a:lnTo>
                    <a:pt x="716748" y="824630"/>
                  </a:lnTo>
                  <a:lnTo>
                    <a:pt x="717154" y="826781"/>
                  </a:lnTo>
                  <a:lnTo>
                    <a:pt x="716976" y="827757"/>
                  </a:lnTo>
                  <a:lnTo>
                    <a:pt x="716115" y="828282"/>
                  </a:lnTo>
                  <a:lnTo>
                    <a:pt x="714915" y="829439"/>
                  </a:lnTo>
                  <a:lnTo>
                    <a:pt x="714002" y="830888"/>
                  </a:lnTo>
                  <a:lnTo>
                    <a:pt x="712892" y="830899"/>
                  </a:lnTo>
                  <a:lnTo>
                    <a:pt x="712256" y="830429"/>
                  </a:lnTo>
                  <a:lnTo>
                    <a:pt x="711784" y="831355"/>
                  </a:lnTo>
                  <a:lnTo>
                    <a:pt x="711520" y="833231"/>
                  </a:lnTo>
                  <a:lnTo>
                    <a:pt x="710709" y="834143"/>
                  </a:lnTo>
                  <a:lnTo>
                    <a:pt x="709546" y="834987"/>
                  </a:lnTo>
                  <a:lnTo>
                    <a:pt x="709111" y="834663"/>
                  </a:lnTo>
                  <a:lnTo>
                    <a:pt x="708821" y="833956"/>
                  </a:lnTo>
                  <a:lnTo>
                    <a:pt x="708300" y="833010"/>
                  </a:lnTo>
                  <a:lnTo>
                    <a:pt x="707882" y="833366"/>
                  </a:lnTo>
                  <a:lnTo>
                    <a:pt x="707842" y="834728"/>
                  </a:lnTo>
                  <a:lnTo>
                    <a:pt x="707512" y="835707"/>
                  </a:lnTo>
                  <a:lnTo>
                    <a:pt x="706547" y="835771"/>
                  </a:lnTo>
                  <a:lnTo>
                    <a:pt x="705798" y="835230"/>
                  </a:lnTo>
                  <a:lnTo>
                    <a:pt x="705228" y="834593"/>
                  </a:lnTo>
                  <a:lnTo>
                    <a:pt x="704205" y="834698"/>
                  </a:lnTo>
                  <a:lnTo>
                    <a:pt x="703148" y="834989"/>
                  </a:lnTo>
                  <a:lnTo>
                    <a:pt x="702468" y="834689"/>
                  </a:lnTo>
                  <a:lnTo>
                    <a:pt x="701828" y="834994"/>
                  </a:lnTo>
                  <a:lnTo>
                    <a:pt x="700157" y="835610"/>
                  </a:lnTo>
                  <a:lnTo>
                    <a:pt x="699501" y="837685"/>
                  </a:lnTo>
                  <a:lnTo>
                    <a:pt x="699486" y="840139"/>
                  </a:lnTo>
                  <a:lnTo>
                    <a:pt x="699273" y="841384"/>
                  </a:lnTo>
                  <a:lnTo>
                    <a:pt x="698269" y="842463"/>
                  </a:lnTo>
                  <a:lnTo>
                    <a:pt x="697804" y="843434"/>
                  </a:lnTo>
                  <a:lnTo>
                    <a:pt x="697190" y="844095"/>
                  </a:lnTo>
                  <a:lnTo>
                    <a:pt x="695804" y="844161"/>
                  </a:lnTo>
                  <a:lnTo>
                    <a:pt x="695208" y="844058"/>
                  </a:lnTo>
                  <a:lnTo>
                    <a:pt x="694124" y="844607"/>
                  </a:lnTo>
                  <a:lnTo>
                    <a:pt x="693068" y="845046"/>
                  </a:lnTo>
                  <a:lnTo>
                    <a:pt x="692369" y="845340"/>
                  </a:lnTo>
                  <a:lnTo>
                    <a:pt x="691913" y="846255"/>
                  </a:lnTo>
                  <a:lnTo>
                    <a:pt x="691228" y="846694"/>
                  </a:lnTo>
                  <a:lnTo>
                    <a:pt x="690148" y="846422"/>
                  </a:lnTo>
                  <a:lnTo>
                    <a:pt x="689849" y="844594"/>
                  </a:lnTo>
                  <a:lnTo>
                    <a:pt x="689122" y="842570"/>
                  </a:lnTo>
                  <a:lnTo>
                    <a:pt x="688137" y="841872"/>
                  </a:lnTo>
                  <a:lnTo>
                    <a:pt x="687245" y="841435"/>
                  </a:lnTo>
                  <a:lnTo>
                    <a:pt x="686444" y="840468"/>
                  </a:lnTo>
                  <a:lnTo>
                    <a:pt x="685891" y="839441"/>
                  </a:lnTo>
                  <a:lnTo>
                    <a:pt x="684271" y="834541"/>
                  </a:lnTo>
                  <a:lnTo>
                    <a:pt x="683146" y="832452"/>
                  </a:lnTo>
                  <a:lnTo>
                    <a:pt x="682134" y="832330"/>
                  </a:lnTo>
                  <a:lnTo>
                    <a:pt x="681994" y="830941"/>
                  </a:lnTo>
                  <a:lnTo>
                    <a:pt x="682582" y="829553"/>
                  </a:lnTo>
                  <a:lnTo>
                    <a:pt x="683333" y="828404"/>
                  </a:lnTo>
                  <a:lnTo>
                    <a:pt x="683311" y="826835"/>
                  </a:lnTo>
                  <a:lnTo>
                    <a:pt x="682698" y="825989"/>
                  </a:lnTo>
                  <a:lnTo>
                    <a:pt x="681947" y="826230"/>
                  </a:lnTo>
                  <a:lnTo>
                    <a:pt x="680935" y="828044"/>
                  </a:lnTo>
                  <a:lnTo>
                    <a:pt x="679735" y="830091"/>
                  </a:lnTo>
                  <a:lnTo>
                    <a:pt x="678290" y="831597"/>
                  </a:lnTo>
                  <a:lnTo>
                    <a:pt x="677712" y="832814"/>
                  </a:lnTo>
                  <a:lnTo>
                    <a:pt x="677006" y="834203"/>
                  </a:lnTo>
                  <a:lnTo>
                    <a:pt x="675995" y="834021"/>
                  </a:lnTo>
                  <a:lnTo>
                    <a:pt x="675265" y="834082"/>
                  </a:lnTo>
                  <a:lnTo>
                    <a:pt x="674630" y="834203"/>
                  </a:lnTo>
                  <a:lnTo>
                    <a:pt x="674161" y="832692"/>
                  </a:lnTo>
                  <a:lnTo>
                    <a:pt x="673549" y="832512"/>
                  </a:lnTo>
                  <a:lnTo>
                    <a:pt x="669153" y="831069"/>
                  </a:lnTo>
                  <a:lnTo>
                    <a:pt x="667693" y="830521"/>
                  </a:lnTo>
                  <a:lnTo>
                    <a:pt x="666776" y="831244"/>
                  </a:lnTo>
                  <a:lnTo>
                    <a:pt x="666094" y="830761"/>
                  </a:lnTo>
                  <a:lnTo>
                    <a:pt x="665835" y="829312"/>
                  </a:lnTo>
                  <a:lnTo>
                    <a:pt x="664988" y="826774"/>
                  </a:lnTo>
                  <a:lnTo>
                    <a:pt x="664297" y="824679"/>
                  </a:lnTo>
                  <a:lnTo>
                    <a:pt x="663426" y="822536"/>
                  </a:lnTo>
                  <a:lnTo>
                    <a:pt x="663131" y="820854"/>
                  </a:lnTo>
                  <a:lnTo>
                    <a:pt x="663413" y="819104"/>
                  </a:lnTo>
                  <a:lnTo>
                    <a:pt x="663295" y="817593"/>
                  </a:lnTo>
                  <a:lnTo>
                    <a:pt x="662543" y="816808"/>
                  </a:lnTo>
                  <a:lnTo>
                    <a:pt x="661564" y="816710"/>
                  </a:lnTo>
                  <a:lnTo>
                    <a:pt x="658898" y="813428"/>
                  </a:lnTo>
                  <a:lnTo>
                    <a:pt x="657652" y="812945"/>
                  </a:lnTo>
                  <a:lnTo>
                    <a:pt x="656523" y="812341"/>
                  </a:lnTo>
                  <a:lnTo>
                    <a:pt x="655629" y="812341"/>
                  </a:lnTo>
                  <a:lnTo>
                    <a:pt x="654876" y="810891"/>
                  </a:lnTo>
                  <a:lnTo>
                    <a:pt x="654147" y="806482"/>
                  </a:lnTo>
                  <a:lnTo>
                    <a:pt x="653934" y="804026"/>
                  </a:lnTo>
                  <a:lnTo>
                    <a:pt x="653052" y="801539"/>
                  </a:lnTo>
                  <a:lnTo>
                    <a:pt x="651936" y="799408"/>
                  </a:lnTo>
                  <a:lnTo>
                    <a:pt x="651277" y="796518"/>
                  </a:lnTo>
                  <a:lnTo>
                    <a:pt x="650295" y="795237"/>
                  </a:lnTo>
                  <a:lnTo>
                    <a:pt x="648661" y="793194"/>
                  </a:lnTo>
                  <a:lnTo>
                    <a:pt x="647092" y="791758"/>
                  </a:lnTo>
                  <a:lnTo>
                    <a:pt x="644513" y="790020"/>
                  </a:lnTo>
                  <a:lnTo>
                    <a:pt x="643551" y="790020"/>
                  </a:lnTo>
                  <a:lnTo>
                    <a:pt x="642245" y="790178"/>
                  </a:lnTo>
                  <a:lnTo>
                    <a:pt x="641468" y="791024"/>
                  </a:lnTo>
                  <a:lnTo>
                    <a:pt x="640622" y="792895"/>
                  </a:lnTo>
                  <a:lnTo>
                    <a:pt x="639469" y="793018"/>
                  </a:lnTo>
                  <a:lnTo>
                    <a:pt x="637648" y="793010"/>
                  </a:lnTo>
                  <a:lnTo>
                    <a:pt x="637162" y="793716"/>
                  </a:lnTo>
                  <a:lnTo>
                    <a:pt x="636867" y="794992"/>
                  </a:lnTo>
                  <a:lnTo>
                    <a:pt x="635932" y="796612"/>
                  </a:lnTo>
                  <a:lnTo>
                    <a:pt x="634577" y="797909"/>
                  </a:lnTo>
                  <a:lnTo>
                    <a:pt x="632649" y="797486"/>
                  </a:lnTo>
                  <a:lnTo>
                    <a:pt x="631331" y="798150"/>
                  </a:lnTo>
                  <a:lnTo>
                    <a:pt x="630021" y="798404"/>
                  </a:lnTo>
                  <a:lnTo>
                    <a:pt x="628130" y="796763"/>
                  </a:lnTo>
                  <a:lnTo>
                    <a:pt x="626039" y="796821"/>
                  </a:lnTo>
                  <a:lnTo>
                    <a:pt x="624679" y="797568"/>
                  </a:lnTo>
                  <a:lnTo>
                    <a:pt x="622746" y="797547"/>
                  </a:lnTo>
                  <a:lnTo>
                    <a:pt x="622350" y="796622"/>
                  </a:lnTo>
                  <a:lnTo>
                    <a:pt x="622581" y="795069"/>
                  </a:lnTo>
                  <a:lnTo>
                    <a:pt x="622422" y="793670"/>
                  </a:lnTo>
                  <a:lnTo>
                    <a:pt x="622105" y="792526"/>
                  </a:lnTo>
                  <a:lnTo>
                    <a:pt x="621853" y="791145"/>
                  </a:lnTo>
                  <a:lnTo>
                    <a:pt x="621057" y="790852"/>
                  </a:lnTo>
                  <a:lnTo>
                    <a:pt x="618819" y="791446"/>
                  </a:lnTo>
                  <a:lnTo>
                    <a:pt x="618207" y="790783"/>
                  </a:lnTo>
                  <a:lnTo>
                    <a:pt x="618277" y="789418"/>
                  </a:lnTo>
                  <a:lnTo>
                    <a:pt x="618678" y="787721"/>
                  </a:lnTo>
                  <a:lnTo>
                    <a:pt x="619007" y="785528"/>
                  </a:lnTo>
                  <a:lnTo>
                    <a:pt x="618849" y="784213"/>
                  </a:lnTo>
                  <a:lnTo>
                    <a:pt x="617692" y="784372"/>
                  </a:lnTo>
                  <a:lnTo>
                    <a:pt x="616989" y="784251"/>
                  </a:lnTo>
                  <a:lnTo>
                    <a:pt x="616626" y="782686"/>
                  </a:lnTo>
                  <a:lnTo>
                    <a:pt x="615973" y="781543"/>
                  </a:lnTo>
                  <a:lnTo>
                    <a:pt x="615234" y="781482"/>
                  </a:lnTo>
                  <a:lnTo>
                    <a:pt x="614338" y="781189"/>
                  </a:lnTo>
                  <a:lnTo>
                    <a:pt x="613362" y="781664"/>
                  </a:lnTo>
                  <a:lnTo>
                    <a:pt x="612844" y="783234"/>
                  </a:lnTo>
                  <a:lnTo>
                    <a:pt x="612214" y="783459"/>
                  </a:lnTo>
                  <a:lnTo>
                    <a:pt x="611527" y="783898"/>
                  </a:lnTo>
                  <a:lnTo>
                    <a:pt x="611033" y="784442"/>
                  </a:lnTo>
                  <a:lnTo>
                    <a:pt x="610727" y="785830"/>
                  </a:lnTo>
                  <a:lnTo>
                    <a:pt x="610866" y="787122"/>
                  </a:lnTo>
                  <a:lnTo>
                    <a:pt x="611081" y="789930"/>
                  </a:lnTo>
                  <a:lnTo>
                    <a:pt x="610752" y="791446"/>
                  </a:lnTo>
                  <a:lnTo>
                    <a:pt x="609849" y="792250"/>
                  </a:lnTo>
                  <a:lnTo>
                    <a:pt x="608988" y="792087"/>
                  </a:lnTo>
                  <a:lnTo>
                    <a:pt x="608411" y="792466"/>
                  </a:lnTo>
                  <a:lnTo>
                    <a:pt x="607341" y="794045"/>
                  </a:lnTo>
                  <a:lnTo>
                    <a:pt x="606870" y="794588"/>
                  </a:lnTo>
                  <a:lnTo>
                    <a:pt x="606706" y="795554"/>
                  </a:lnTo>
                  <a:lnTo>
                    <a:pt x="606635" y="797004"/>
                  </a:lnTo>
                  <a:lnTo>
                    <a:pt x="605718" y="796521"/>
                  </a:lnTo>
                  <a:lnTo>
                    <a:pt x="604262" y="791175"/>
                  </a:lnTo>
                  <a:lnTo>
                    <a:pt x="602613" y="785131"/>
                  </a:lnTo>
                  <a:lnTo>
                    <a:pt x="600747" y="778691"/>
                  </a:lnTo>
                  <a:lnTo>
                    <a:pt x="599764" y="775288"/>
                  </a:lnTo>
                  <a:lnTo>
                    <a:pt x="596080" y="764207"/>
                  </a:lnTo>
                  <a:lnTo>
                    <a:pt x="594277" y="758909"/>
                  </a:lnTo>
                  <a:lnTo>
                    <a:pt x="591163" y="749760"/>
                  </a:lnTo>
                  <a:lnTo>
                    <a:pt x="588332" y="741445"/>
                  </a:lnTo>
                  <a:lnTo>
                    <a:pt x="585140" y="732839"/>
                  </a:lnTo>
                  <a:lnTo>
                    <a:pt x="583246" y="727955"/>
                  </a:lnTo>
                  <a:lnTo>
                    <a:pt x="581249" y="722807"/>
                  </a:lnTo>
                  <a:lnTo>
                    <a:pt x="580552" y="721382"/>
                  </a:lnTo>
                  <a:lnTo>
                    <a:pt x="579458" y="719558"/>
                  </a:lnTo>
                  <a:lnTo>
                    <a:pt x="576752" y="716023"/>
                  </a:lnTo>
                  <a:lnTo>
                    <a:pt x="572876" y="710960"/>
                  </a:lnTo>
                  <a:lnTo>
                    <a:pt x="569289" y="706453"/>
                  </a:lnTo>
                  <a:lnTo>
                    <a:pt x="566469" y="702910"/>
                  </a:lnTo>
                  <a:lnTo>
                    <a:pt x="565749" y="701413"/>
                  </a:lnTo>
                  <a:lnTo>
                    <a:pt x="565423" y="700546"/>
                  </a:lnTo>
                  <a:lnTo>
                    <a:pt x="565122" y="699579"/>
                  </a:lnTo>
                  <a:lnTo>
                    <a:pt x="564701" y="697858"/>
                  </a:lnTo>
                  <a:lnTo>
                    <a:pt x="564697" y="696735"/>
                  </a:lnTo>
                  <a:lnTo>
                    <a:pt x="567377" y="696920"/>
                  </a:lnTo>
                  <a:lnTo>
                    <a:pt x="567935" y="695820"/>
                  </a:lnTo>
                  <a:lnTo>
                    <a:pt x="568924" y="691701"/>
                  </a:lnTo>
                  <a:lnTo>
                    <a:pt x="569480" y="688140"/>
                  </a:lnTo>
                  <a:lnTo>
                    <a:pt x="568583" y="688303"/>
                  </a:lnTo>
                  <a:lnTo>
                    <a:pt x="566928" y="689774"/>
                  </a:lnTo>
                  <a:lnTo>
                    <a:pt x="566049" y="690838"/>
                  </a:lnTo>
                  <a:lnTo>
                    <a:pt x="565558" y="691293"/>
                  </a:lnTo>
                  <a:lnTo>
                    <a:pt x="562912" y="691994"/>
                  </a:lnTo>
                  <a:lnTo>
                    <a:pt x="561461" y="693572"/>
                  </a:lnTo>
                  <a:lnTo>
                    <a:pt x="558471" y="696249"/>
                  </a:lnTo>
                  <a:lnTo>
                    <a:pt x="556310" y="697820"/>
                  </a:lnTo>
                  <a:lnTo>
                    <a:pt x="555895" y="698080"/>
                  </a:lnTo>
                  <a:lnTo>
                    <a:pt x="553368" y="698563"/>
                  </a:lnTo>
                  <a:lnTo>
                    <a:pt x="552918" y="699188"/>
                  </a:lnTo>
                  <a:lnTo>
                    <a:pt x="552852" y="700570"/>
                  </a:lnTo>
                  <a:lnTo>
                    <a:pt x="552675" y="702095"/>
                  </a:lnTo>
                  <a:lnTo>
                    <a:pt x="550870" y="704350"/>
                  </a:lnTo>
                  <a:lnTo>
                    <a:pt x="548936" y="706333"/>
                  </a:lnTo>
                  <a:lnTo>
                    <a:pt x="548209" y="706554"/>
                  </a:lnTo>
                  <a:lnTo>
                    <a:pt x="547034" y="706116"/>
                  </a:lnTo>
                  <a:lnTo>
                    <a:pt x="546428" y="706363"/>
                  </a:lnTo>
                  <a:lnTo>
                    <a:pt x="544670" y="708470"/>
                  </a:lnTo>
                  <a:lnTo>
                    <a:pt x="542029" y="711635"/>
                  </a:lnTo>
                  <a:lnTo>
                    <a:pt x="541782" y="712922"/>
                  </a:lnTo>
                  <a:lnTo>
                    <a:pt x="541769" y="714488"/>
                  </a:lnTo>
                  <a:lnTo>
                    <a:pt x="541463" y="715855"/>
                  </a:lnTo>
                  <a:lnTo>
                    <a:pt x="540874" y="716352"/>
                  </a:lnTo>
                  <a:lnTo>
                    <a:pt x="540020" y="715167"/>
                  </a:lnTo>
                  <a:lnTo>
                    <a:pt x="539244" y="713727"/>
                  </a:lnTo>
                  <a:lnTo>
                    <a:pt x="537618" y="712694"/>
                  </a:lnTo>
                  <a:lnTo>
                    <a:pt x="535205" y="712449"/>
                  </a:lnTo>
                  <a:lnTo>
                    <a:pt x="533734" y="712950"/>
                  </a:lnTo>
                  <a:lnTo>
                    <a:pt x="532719" y="713733"/>
                  </a:lnTo>
                  <a:lnTo>
                    <a:pt x="530728" y="716906"/>
                  </a:lnTo>
                  <a:lnTo>
                    <a:pt x="530003" y="717536"/>
                  </a:lnTo>
                  <a:lnTo>
                    <a:pt x="529600" y="717334"/>
                  </a:lnTo>
                  <a:lnTo>
                    <a:pt x="529485" y="715803"/>
                  </a:lnTo>
                  <a:lnTo>
                    <a:pt x="529082" y="714711"/>
                  </a:lnTo>
                  <a:lnTo>
                    <a:pt x="528608" y="713079"/>
                  </a:lnTo>
                  <a:lnTo>
                    <a:pt x="528838" y="709863"/>
                  </a:lnTo>
                  <a:lnTo>
                    <a:pt x="529917" y="706783"/>
                  </a:lnTo>
                  <a:lnTo>
                    <a:pt x="531698" y="705103"/>
                  </a:lnTo>
                  <a:lnTo>
                    <a:pt x="533133" y="703297"/>
                  </a:lnTo>
                  <a:lnTo>
                    <a:pt x="533554" y="701325"/>
                  </a:lnTo>
                  <a:lnTo>
                    <a:pt x="533518" y="699960"/>
                  </a:lnTo>
                  <a:lnTo>
                    <a:pt x="532989" y="699337"/>
                  </a:lnTo>
                  <a:lnTo>
                    <a:pt x="532432" y="699221"/>
                  </a:lnTo>
                  <a:lnTo>
                    <a:pt x="532109" y="699883"/>
                  </a:lnTo>
                  <a:lnTo>
                    <a:pt x="531139" y="701232"/>
                  </a:lnTo>
                  <a:lnTo>
                    <a:pt x="529701" y="702310"/>
                  </a:lnTo>
                  <a:lnTo>
                    <a:pt x="528503" y="702524"/>
                  </a:lnTo>
                  <a:lnTo>
                    <a:pt x="527966" y="702459"/>
                  </a:lnTo>
                  <a:lnTo>
                    <a:pt x="526693" y="701781"/>
                  </a:lnTo>
                  <a:lnTo>
                    <a:pt x="524331" y="698041"/>
                  </a:lnTo>
                  <a:lnTo>
                    <a:pt x="522340" y="697533"/>
                  </a:lnTo>
                  <a:lnTo>
                    <a:pt x="520973" y="697243"/>
                  </a:lnTo>
                  <a:lnTo>
                    <a:pt x="520518" y="697620"/>
                  </a:lnTo>
                  <a:lnTo>
                    <a:pt x="520305" y="698540"/>
                  </a:lnTo>
                  <a:lnTo>
                    <a:pt x="520436" y="699543"/>
                  </a:lnTo>
                  <a:lnTo>
                    <a:pt x="520708" y="700531"/>
                  </a:lnTo>
                  <a:lnTo>
                    <a:pt x="520555" y="701332"/>
                  </a:lnTo>
                  <a:lnTo>
                    <a:pt x="519914" y="701928"/>
                  </a:lnTo>
                  <a:lnTo>
                    <a:pt x="518954" y="702931"/>
                  </a:lnTo>
                  <a:lnTo>
                    <a:pt x="518465" y="702263"/>
                  </a:lnTo>
                  <a:lnTo>
                    <a:pt x="518220" y="699627"/>
                  </a:lnTo>
                  <a:lnTo>
                    <a:pt x="518269" y="697576"/>
                  </a:lnTo>
                  <a:lnTo>
                    <a:pt x="517604" y="695851"/>
                  </a:lnTo>
                  <a:lnTo>
                    <a:pt x="516909" y="693171"/>
                  </a:lnTo>
                  <a:lnTo>
                    <a:pt x="515953" y="691590"/>
                  </a:lnTo>
                  <a:lnTo>
                    <a:pt x="515025" y="692098"/>
                  </a:lnTo>
                  <a:lnTo>
                    <a:pt x="514567" y="694367"/>
                  </a:lnTo>
                  <a:lnTo>
                    <a:pt x="513864" y="695135"/>
                  </a:lnTo>
                  <a:lnTo>
                    <a:pt x="512516" y="694668"/>
                  </a:lnTo>
                  <a:lnTo>
                    <a:pt x="510097" y="695952"/>
                  </a:lnTo>
                  <a:lnTo>
                    <a:pt x="506176" y="696533"/>
                  </a:lnTo>
                  <a:lnTo>
                    <a:pt x="503376" y="694942"/>
                  </a:lnTo>
                  <a:lnTo>
                    <a:pt x="502911" y="693515"/>
                  </a:lnTo>
                  <a:lnTo>
                    <a:pt x="504055" y="690454"/>
                  </a:lnTo>
                  <a:lnTo>
                    <a:pt x="504143" y="687755"/>
                  </a:lnTo>
                  <a:lnTo>
                    <a:pt x="504136" y="685296"/>
                  </a:lnTo>
                  <a:lnTo>
                    <a:pt x="504439" y="683503"/>
                  </a:lnTo>
                  <a:lnTo>
                    <a:pt x="503757" y="680083"/>
                  </a:lnTo>
                  <a:lnTo>
                    <a:pt x="502210" y="673126"/>
                  </a:lnTo>
                  <a:lnTo>
                    <a:pt x="501270" y="667881"/>
                  </a:lnTo>
                  <a:lnTo>
                    <a:pt x="499891" y="663947"/>
                  </a:lnTo>
                  <a:lnTo>
                    <a:pt x="499290" y="662645"/>
                  </a:lnTo>
                  <a:lnTo>
                    <a:pt x="496393" y="663319"/>
                  </a:lnTo>
                  <a:lnTo>
                    <a:pt x="495597" y="664182"/>
                  </a:lnTo>
                  <a:lnTo>
                    <a:pt x="495071" y="665391"/>
                  </a:lnTo>
                  <a:lnTo>
                    <a:pt x="494172" y="666238"/>
                  </a:lnTo>
                  <a:lnTo>
                    <a:pt x="492895" y="666863"/>
                  </a:lnTo>
                  <a:lnTo>
                    <a:pt x="491802" y="666440"/>
                  </a:lnTo>
                  <a:lnTo>
                    <a:pt x="490586" y="665781"/>
                  </a:lnTo>
                  <a:lnTo>
                    <a:pt x="489302" y="664404"/>
                  </a:lnTo>
                  <a:lnTo>
                    <a:pt x="487806" y="662581"/>
                  </a:lnTo>
                  <a:lnTo>
                    <a:pt x="484964" y="661118"/>
                  </a:lnTo>
                  <a:lnTo>
                    <a:pt x="482130" y="660656"/>
                  </a:lnTo>
                  <a:lnTo>
                    <a:pt x="479026" y="660151"/>
                  </a:lnTo>
                  <a:lnTo>
                    <a:pt x="477481" y="661074"/>
                  </a:lnTo>
                  <a:lnTo>
                    <a:pt x="475984" y="662547"/>
                  </a:lnTo>
                  <a:lnTo>
                    <a:pt x="473819" y="665611"/>
                  </a:lnTo>
                  <a:lnTo>
                    <a:pt x="472826" y="665918"/>
                  </a:lnTo>
                  <a:lnTo>
                    <a:pt x="471255" y="666152"/>
                  </a:lnTo>
                  <a:lnTo>
                    <a:pt x="470153" y="666908"/>
                  </a:lnTo>
                  <a:lnTo>
                    <a:pt x="470372" y="668258"/>
                  </a:lnTo>
                  <a:lnTo>
                    <a:pt x="470588" y="670114"/>
                  </a:lnTo>
                  <a:lnTo>
                    <a:pt x="470189" y="671574"/>
                  </a:lnTo>
                  <a:lnTo>
                    <a:pt x="469573" y="672351"/>
                  </a:lnTo>
                  <a:lnTo>
                    <a:pt x="468629" y="672858"/>
                  </a:lnTo>
                  <a:lnTo>
                    <a:pt x="467089" y="673031"/>
                  </a:lnTo>
                  <a:lnTo>
                    <a:pt x="465822" y="673331"/>
                  </a:lnTo>
                  <a:lnTo>
                    <a:pt x="464251" y="675433"/>
                  </a:lnTo>
                  <a:lnTo>
                    <a:pt x="461849" y="675963"/>
                  </a:lnTo>
                  <a:lnTo>
                    <a:pt x="459233" y="676722"/>
                  </a:lnTo>
                  <a:lnTo>
                    <a:pt x="457403" y="677922"/>
                  </a:lnTo>
                  <a:lnTo>
                    <a:pt x="453446" y="679408"/>
                  </a:lnTo>
                  <a:lnTo>
                    <a:pt x="451155" y="680072"/>
                  </a:lnTo>
                  <a:lnTo>
                    <a:pt x="447326" y="681492"/>
                  </a:lnTo>
                  <a:lnTo>
                    <a:pt x="444242" y="681724"/>
                  </a:lnTo>
                  <a:lnTo>
                    <a:pt x="443777" y="680726"/>
                  </a:lnTo>
                  <a:lnTo>
                    <a:pt x="441401" y="682930"/>
                  </a:lnTo>
                  <a:lnTo>
                    <a:pt x="438744" y="682795"/>
                  </a:lnTo>
                  <a:lnTo>
                    <a:pt x="438254" y="683681"/>
                  </a:lnTo>
                  <a:lnTo>
                    <a:pt x="437607" y="684533"/>
                  </a:lnTo>
                  <a:lnTo>
                    <a:pt x="436891" y="684914"/>
                  </a:lnTo>
                  <a:lnTo>
                    <a:pt x="435988" y="685963"/>
                  </a:lnTo>
                  <a:lnTo>
                    <a:pt x="435467" y="688178"/>
                  </a:lnTo>
                  <a:lnTo>
                    <a:pt x="435072" y="690444"/>
                  </a:lnTo>
                  <a:lnTo>
                    <a:pt x="434273" y="691160"/>
                  </a:lnTo>
                  <a:lnTo>
                    <a:pt x="433203" y="690316"/>
                  </a:lnTo>
                  <a:lnTo>
                    <a:pt x="432413" y="689492"/>
                  </a:lnTo>
                  <a:lnTo>
                    <a:pt x="431061" y="690322"/>
                  </a:lnTo>
                  <a:lnTo>
                    <a:pt x="429227" y="690804"/>
                  </a:lnTo>
                  <a:lnTo>
                    <a:pt x="427790" y="690511"/>
                  </a:lnTo>
                  <a:lnTo>
                    <a:pt x="427055" y="689860"/>
                  </a:lnTo>
                  <a:lnTo>
                    <a:pt x="424042" y="690947"/>
                  </a:lnTo>
                  <a:lnTo>
                    <a:pt x="422471" y="692261"/>
                  </a:lnTo>
                  <a:lnTo>
                    <a:pt x="422178" y="692946"/>
                  </a:lnTo>
                  <a:lnTo>
                    <a:pt x="421792" y="693320"/>
                  </a:lnTo>
                  <a:lnTo>
                    <a:pt x="419988" y="694225"/>
                  </a:lnTo>
                  <a:lnTo>
                    <a:pt x="418539" y="693972"/>
                  </a:lnTo>
                  <a:lnTo>
                    <a:pt x="418311" y="694025"/>
                  </a:lnTo>
                  <a:lnTo>
                    <a:pt x="416937" y="694655"/>
                  </a:lnTo>
                  <a:lnTo>
                    <a:pt x="415000" y="695799"/>
                  </a:lnTo>
                  <a:lnTo>
                    <a:pt x="413608" y="696175"/>
                  </a:lnTo>
                  <a:lnTo>
                    <a:pt x="412441" y="696158"/>
                  </a:lnTo>
                  <a:lnTo>
                    <a:pt x="411696" y="697097"/>
                  </a:lnTo>
                  <a:lnTo>
                    <a:pt x="411090" y="698103"/>
                  </a:lnTo>
                  <a:lnTo>
                    <a:pt x="406013" y="699165"/>
                  </a:lnTo>
                  <a:lnTo>
                    <a:pt x="405501" y="699899"/>
                  </a:lnTo>
                  <a:lnTo>
                    <a:pt x="404474" y="700823"/>
                  </a:lnTo>
                  <a:lnTo>
                    <a:pt x="399194" y="701134"/>
                  </a:lnTo>
                  <a:lnTo>
                    <a:pt x="398758" y="701805"/>
                  </a:lnTo>
                  <a:lnTo>
                    <a:pt x="398566" y="702560"/>
                  </a:lnTo>
                  <a:lnTo>
                    <a:pt x="397911" y="702794"/>
                  </a:lnTo>
                  <a:lnTo>
                    <a:pt x="394107" y="701362"/>
                  </a:lnTo>
                  <a:lnTo>
                    <a:pt x="391063" y="699756"/>
                  </a:lnTo>
                  <a:lnTo>
                    <a:pt x="389882" y="700637"/>
                  </a:lnTo>
                  <a:lnTo>
                    <a:pt x="388878" y="702281"/>
                  </a:lnTo>
                  <a:lnTo>
                    <a:pt x="388526" y="704685"/>
                  </a:lnTo>
                  <a:lnTo>
                    <a:pt x="388526" y="706738"/>
                  </a:lnTo>
                  <a:lnTo>
                    <a:pt x="388526" y="708497"/>
                  </a:lnTo>
                  <a:lnTo>
                    <a:pt x="388070" y="709768"/>
                  </a:lnTo>
                  <a:lnTo>
                    <a:pt x="387057" y="711335"/>
                  </a:lnTo>
                  <a:lnTo>
                    <a:pt x="386987" y="712390"/>
                  </a:lnTo>
                  <a:lnTo>
                    <a:pt x="388357" y="713531"/>
                  </a:lnTo>
                  <a:lnTo>
                    <a:pt x="390077" y="714480"/>
                  </a:lnTo>
                  <a:lnTo>
                    <a:pt x="391091" y="714061"/>
                  </a:lnTo>
                  <a:lnTo>
                    <a:pt x="391941" y="713414"/>
                  </a:lnTo>
                  <a:lnTo>
                    <a:pt x="392680" y="713615"/>
                  </a:lnTo>
                  <a:lnTo>
                    <a:pt x="393198" y="714377"/>
                  </a:lnTo>
                  <a:lnTo>
                    <a:pt x="393380" y="715298"/>
                  </a:lnTo>
                  <a:lnTo>
                    <a:pt x="393283" y="715941"/>
                  </a:lnTo>
                  <a:lnTo>
                    <a:pt x="392961" y="716440"/>
                  </a:lnTo>
                  <a:lnTo>
                    <a:pt x="391838" y="717292"/>
                  </a:lnTo>
                  <a:lnTo>
                    <a:pt x="390809" y="717000"/>
                  </a:lnTo>
                  <a:lnTo>
                    <a:pt x="389858" y="717585"/>
                  </a:lnTo>
                  <a:lnTo>
                    <a:pt x="389363" y="718758"/>
                  </a:lnTo>
                  <a:lnTo>
                    <a:pt x="389097" y="720810"/>
                  </a:lnTo>
                  <a:lnTo>
                    <a:pt x="389516" y="722276"/>
                  </a:lnTo>
                  <a:lnTo>
                    <a:pt x="390802" y="722629"/>
                  </a:lnTo>
                  <a:lnTo>
                    <a:pt x="392250" y="723687"/>
                  </a:lnTo>
                  <a:lnTo>
                    <a:pt x="393854" y="724188"/>
                  </a:lnTo>
                  <a:lnTo>
                    <a:pt x="394817" y="724010"/>
                  </a:lnTo>
                  <a:lnTo>
                    <a:pt x="396041" y="725622"/>
                  </a:lnTo>
                  <a:lnTo>
                    <a:pt x="398900" y="727574"/>
                  </a:lnTo>
                  <a:lnTo>
                    <a:pt x="399664" y="729064"/>
                  </a:lnTo>
                  <a:lnTo>
                    <a:pt x="399683" y="730601"/>
                  </a:lnTo>
                  <a:lnTo>
                    <a:pt x="399158" y="731763"/>
                  </a:lnTo>
                  <a:lnTo>
                    <a:pt x="398435" y="732423"/>
                  </a:lnTo>
                  <a:lnTo>
                    <a:pt x="397449" y="732064"/>
                  </a:lnTo>
                  <a:lnTo>
                    <a:pt x="395501" y="731666"/>
                  </a:lnTo>
                  <a:lnTo>
                    <a:pt x="393364" y="731396"/>
                  </a:lnTo>
                  <a:lnTo>
                    <a:pt x="391836" y="730880"/>
                  </a:lnTo>
                  <a:lnTo>
                    <a:pt x="389605" y="731084"/>
                  </a:lnTo>
                  <a:lnTo>
                    <a:pt x="387769" y="731575"/>
                  </a:lnTo>
                  <a:lnTo>
                    <a:pt x="387299" y="732731"/>
                  </a:lnTo>
                  <a:lnTo>
                    <a:pt x="386587" y="734893"/>
                  </a:lnTo>
                  <a:lnTo>
                    <a:pt x="385995" y="736097"/>
                  </a:lnTo>
                  <a:lnTo>
                    <a:pt x="384949" y="738304"/>
                  </a:lnTo>
                  <a:lnTo>
                    <a:pt x="384627" y="740342"/>
                  </a:lnTo>
                  <a:lnTo>
                    <a:pt x="385167" y="743473"/>
                  </a:lnTo>
                  <a:lnTo>
                    <a:pt x="386987" y="748645"/>
                  </a:lnTo>
                  <a:lnTo>
                    <a:pt x="387160" y="750356"/>
                  </a:lnTo>
                  <a:lnTo>
                    <a:pt x="386505" y="752020"/>
                  </a:lnTo>
                  <a:lnTo>
                    <a:pt x="385249" y="753414"/>
                  </a:lnTo>
                  <a:lnTo>
                    <a:pt x="383429" y="755853"/>
                  </a:lnTo>
                  <a:lnTo>
                    <a:pt x="381461" y="755986"/>
                  </a:lnTo>
                  <a:lnTo>
                    <a:pt x="380612" y="756599"/>
                  </a:lnTo>
                  <a:lnTo>
                    <a:pt x="378405" y="759586"/>
                  </a:lnTo>
                  <a:lnTo>
                    <a:pt x="376469" y="761006"/>
                  </a:lnTo>
                  <a:lnTo>
                    <a:pt x="376064" y="762283"/>
                  </a:lnTo>
                  <a:lnTo>
                    <a:pt x="376492" y="763542"/>
                  </a:lnTo>
                  <a:lnTo>
                    <a:pt x="378942" y="765197"/>
                  </a:lnTo>
                  <a:lnTo>
                    <a:pt x="380175" y="767018"/>
                  </a:lnTo>
                  <a:lnTo>
                    <a:pt x="380530" y="769060"/>
                  </a:lnTo>
                  <a:lnTo>
                    <a:pt x="381064" y="770618"/>
                  </a:lnTo>
                  <a:lnTo>
                    <a:pt x="382970" y="771629"/>
                  </a:lnTo>
                  <a:lnTo>
                    <a:pt x="386919" y="773990"/>
                  </a:lnTo>
                  <a:lnTo>
                    <a:pt x="387147" y="774236"/>
                  </a:lnTo>
                  <a:lnTo>
                    <a:pt x="387394" y="775310"/>
                  </a:lnTo>
                  <a:lnTo>
                    <a:pt x="391402" y="776802"/>
                  </a:lnTo>
                  <a:lnTo>
                    <a:pt x="391957" y="777604"/>
                  </a:lnTo>
                  <a:lnTo>
                    <a:pt x="393607" y="780267"/>
                  </a:lnTo>
                  <a:lnTo>
                    <a:pt x="393956" y="783072"/>
                  </a:lnTo>
                  <a:lnTo>
                    <a:pt x="393118" y="785811"/>
                  </a:lnTo>
                  <a:lnTo>
                    <a:pt x="392575" y="790148"/>
                  </a:lnTo>
                  <a:lnTo>
                    <a:pt x="391705" y="793966"/>
                  </a:lnTo>
                  <a:lnTo>
                    <a:pt x="389834" y="796514"/>
                  </a:lnTo>
                  <a:lnTo>
                    <a:pt x="386559" y="798857"/>
                  </a:lnTo>
                  <a:lnTo>
                    <a:pt x="383057" y="799796"/>
                  </a:lnTo>
                  <a:lnTo>
                    <a:pt x="381567" y="799634"/>
                  </a:lnTo>
                  <a:lnTo>
                    <a:pt x="380604" y="799340"/>
                  </a:lnTo>
                  <a:lnTo>
                    <a:pt x="379031" y="798601"/>
                  </a:lnTo>
                  <a:lnTo>
                    <a:pt x="377864" y="796662"/>
                  </a:lnTo>
                  <a:lnTo>
                    <a:pt x="377005" y="794759"/>
                  </a:lnTo>
                  <a:lnTo>
                    <a:pt x="376390" y="794283"/>
                  </a:lnTo>
                  <a:lnTo>
                    <a:pt x="375776" y="794596"/>
                  </a:lnTo>
                  <a:lnTo>
                    <a:pt x="375199" y="795791"/>
                  </a:lnTo>
                  <a:lnTo>
                    <a:pt x="374424" y="799014"/>
                  </a:lnTo>
                  <a:lnTo>
                    <a:pt x="373556" y="802210"/>
                  </a:lnTo>
                  <a:lnTo>
                    <a:pt x="372852" y="803335"/>
                  </a:lnTo>
                  <a:lnTo>
                    <a:pt x="370226" y="804845"/>
                  </a:lnTo>
                  <a:lnTo>
                    <a:pt x="369937" y="804306"/>
                  </a:lnTo>
                  <a:lnTo>
                    <a:pt x="370237" y="802187"/>
                  </a:lnTo>
                  <a:lnTo>
                    <a:pt x="369905" y="801552"/>
                  </a:lnTo>
                  <a:lnTo>
                    <a:pt x="369413" y="801076"/>
                  </a:lnTo>
                  <a:lnTo>
                    <a:pt x="366174" y="800263"/>
                  </a:lnTo>
                  <a:lnTo>
                    <a:pt x="364948" y="799663"/>
                  </a:lnTo>
                  <a:lnTo>
                    <a:pt x="364033" y="799430"/>
                  </a:lnTo>
                  <a:lnTo>
                    <a:pt x="362869" y="798889"/>
                  </a:lnTo>
                  <a:lnTo>
                    <a:pt x="362067" y="797625"/>
                  </a:lnTo>
                  <a:lnTo>
                    <a:pt x="360347" y="793751"/>
                  </a:lnTo>
                  <a:lnTo>
                    <a:pt x="358999" y="790715"/>
                  </a:lnTo>
                  <a:lnTo>
                    <a:pt x="356833" y="787974"/>
                  </a:lnTo>
                  <a:lnTo>
                    <a:pt x="354868" y="787444"/>
                  </a:lnTo>
                  <a:lnTo>
                    <a:pt x="354710" y="787724"/>
                  </a:lnTo>
                  <a:lnTo>
                    <a:pt x="353218" y="787825"/>
                  </a:lnTo>
                  <a:lnTo>
                    <a:pt x="350730" y="787229"/>
                  </a:lnTo>
                  <a:lnTo>
                    <a:pt x="349993" y="788474"/>
                  </a:lnTo>
                  <a:lnTo>
                    <a:pt x="349442" y="790422"/>
                  </a:lnTo>
                  <a:lnTo>
                    <a:pt x="348715" y="792071"/>
                  </a:lnTo>
                  <a:lnTo>
                    <a:pt x="347610" y="792946"/>
                  </a:lnTo>
                  <a:lnTo>
                    <a:pt x="346280" y="793143"/>
                  </a:lnTo>
                  <a:lnTo>
                    <a:pt x="344787" y="791439"/>
                  </a:lnTo>
                  <a:lnTo>
                    <a:pt x="343251" y="788795"/>
                  </a:lnTo>
                  <a:lnTo>
                    <a:pt x="341326" y="787933"/>
                  </a:lnTo>
                  <a:lnTo>
                    <a:pt x="339460" y="788513"/>
                  </a:lnTo>
                  <a:lnTo>
                    <a:pt x="338778" y="788926"/>
                  </a:lnTo>
                  <a:lnTo>
                    <a:pt x="336820" y="790425"/>
                  </a:lnTo>
                  <a:lnTo>
                    <a:pt x="336207" y="789727"/>
                  </a:lnTo>
                  <a:lnTo>
                    <a:pt x="335338" y="789282"/>
                  </a:lnTo>
                  <a:lnTo>
                    <a:pt x="333430" y="791748"/>
                  </a:lnTo>
                  <a:lnTo>
                    <a:pt x="331340" y="794450"/>
                  </a:lnTo>
                  <a:lnTo>
                    <a:pt x="330886" y="796470"/>
                  </a:lnTo>
                  <a:lnTo>
                    <a:pt x="330255" y="798324"/>
                  </a:lnTo>
                  <a:lnTo>
                    <a:pt x="328868" y="800090"/>
                  </a:lnTo>
                  <a:lnTo>
                    <a:pt x="327354" y="801618"/>
                  </a:lnTo>
                  <a:lnTo>
                    <a:pt x="326072" y="802185"/>
                  </a:lnTo>
                  <a:lnTo>
                    <a:pt x="324416" y="801626"/>
                  </a:lnTo>
                  <a:lnTo>
                    <a:pt x="322331" y="799750"/>
                  </a:lnTo>
                  <a:lnTo>
                    <a:pt x="320422" y="797402"/>
                  </a:lnTo>
                  <a:lnTo>
                    <a:pt x="318346" y="793707"/>
                  </a:lnTo>
                  <a:lnTo>
                    <a:pt x="316656" y="791592"/>
                  </a:lnTo>
                  <a:lnTo>
                    <a:pt x="315035" y="789916"/>
                  </a:lnTo>
                  <a:lnTo>
                    <a:pt x="314050" y="789517"/>
                  </a:lnTo>
                  <a:lnTo>
                    <a:pt x="313260" y="790148"/>
                  </a:lnTo>
                  <a:lnTo>
                    <a:pt x="312951" y="791454"/>
                  </a:lnTo>
                  <a:lnTo>
                    <a:pt x="313176" y="792481"/>
                  </a:lnTo>
                  <a:lnTo>
                    <a:pt x="313644" y="793409"/>
                  </a:lnTo>
                  <a:lnTo>
                    <a:pt x="314008" y="796329"/>
                  </a:lnTo>
                  <a:lnTo>
                    <a:pt x="314147" y="799901"/>
                  </a:lnTo>
                  <a:lnTo>
                    <a:pt x="313988" y="801927"/>
                  </a:lnTo>
                  <a:lnTo>
                    <a:pt x="313528" y="803136"/>
                  </a:lnTo>
                  <a:lnTo>
                    <a:pt x="313057" y="803576"/>
                  </a:lnTo>
                  <a:lnTo>
                    <a:pt x="312621" y="803417"/>
                  </a:lnTo>
                  <a:lnTo>
                    <a:pt x="312093" y="802158"/>
                  </a:lnTo>
                  <a:lnTo>
                    <a:pt x="311769" y="799495"/>
                  </a:lnTo>
                  <a:lnTo>
                    <a:pt x="311517" y="796351"/>
                  </a:lnTo>
                  <a:lnTo>
                    <a:pt x="310095" y="792399"/>
                  </a:lnTo>
                  <a:lnTo>
                    <a:pt x="308866" y="789986"/>
                  </a:lnTo>
                  <a:lnTo>
                    <a:pt x="308275" y="788655"/>
                  </a:lnTo>
                  <a:lnTo>
                    <a:pt x="307145" y="786456"/>
                  </a:lnTo>
                  <a:lnTo>
                    <a:pt x="306170" y="785097"/>
                  </a:lnTo>
                  <a:lnTo>
                    <a:pt x="304094" y="783544"/>
                  </a:lnTo>
                  <a:lnTo>
                    <a:pt x="303077" y="782419"/>
                  </a:lnTo>
                  <a:lnTo>
                    <a:pt x="301312" y="778053"/>
                  </a:lnTo>
                  <a:lnTo>
                    <a:pt x="300322" y="776724"/>
                  </a:lnTo>
                  <a:lnTo>
                    <a:pt x="299050" y="775606"/>
                  </a:lnTo>
                  <a:lnTo>
                    <a:pt x="298004" y="775274"/>
                  </a:lnTo>
                  <a:lnTo>
                    <a:pt x="297775" y="775529"/>
                  </a:lnTo>
                  <a:lnTo>
                    <a:pt x="295600" y="776157"/>
                  </a:lnTo>
                  <a:lnTo>
                    <a:pt x="294038" y="776062"/>
                  </a:lnTo>
                  <a:lnTo>
                    <a:pt x="293093" y="775245"/>
                  </a:lnTo>
                  <a:lnTo>
                    <a:pt x="292030" y="775140"/>
                  </a:lnTo>
                  <a:lnTo>
                    <a:pt x="290960" y="775689"/>
                  </a:lnTo>
                  <a:lnTo>
                    <a:pt x="290760" y="775653"/>
                  </a:lnTo>
                  <a:lnTo>
                    <a:pt x="290224" y="775627"/>
                  </a:lnTo>
                  <a:lnTo>
                    <a:pt x="289361" y="774725"/>
                  </a:lnTo>
                  <a:lnTo>
                    <a:pt x="288519" y="772300"/>
                  </a:lnTo>
                  <a:lnTo>
                    <a:pt x="287461" y="769728"/>
                  </a:lnTo>
                  <a:lnTo>
                    <a:pt x="286173" y="768898"/>
                  </a:lnTo>
                  <a:lnTo>
                    <a:pt x="283733" y="769981"/>
                  </a:lnTo>
                  <a:lnTo>
                    <a:pt x="281066" y="773482"/>
                  </a:lnTo>
                  <a:lnTo>
                    <a:pt x="279152" y="775558"/>
                  </a:lnTo>
                  <a:lnTo>
                    <a:pt x="277591" y="775616"/>
                  </a:lnTo>
                  <a:lnTo>
                    <a:pt x="276700" y="775933"/>
                  </a:lnTo>
                  <a:lnTo>
                    <a:pt x="276108" y="775813"/>
                  </a:lnTo>
                  <a:lnTo>
                    <a:pt x="275607" y="775161"/>
                  </a:lnTo>
                  <a:lnTo>
                    <a:pt x="275488" y="773897"/>
                  </a:lnTo>
                  <a:lnTo>
                    <a:pt x="275249" y="772293"/>
                  </a:lnTo>
                  <a:lnTo>
                    <a:pt x="274024" y="770727"/>
                  </a:lnTo>
                  <a:lnTo>
                    <a:pt x="272348" y="769718"/>
                  </a:lnTo>
                  <a:lnTo>
                    <a:pt x="270790" y="768608"/>
                  </a:lnTo>
                  <a:lnTo>
                    <a:pt x="269771" y="768312"/>
                  </a:lnTo>
                  <a:lnTo>
                    <a:pt x="269336" y="769909"/>
                  </a:lnTo>
                  <a:lnTo>
                    <a:pt x="268045" y="772450"/>
                  </a:lnTo>
                  <a:lnTo>
                    <a:pt x="266576" y="774919"/>
                  </a:lnTo>
                  <a:lnTo>
                    <a:pt x="264705" y="778934"/>
                  </a:lnTo>
                  <a:lnTo>
                    <a:pt x="264194" y="780357"/>
                  </a:lnTo>
                  <a:lnTo>
                    <a:pt x="263476" y="781305"/>
                  </a:lnTo>
                  <a:lnTo>
                    <a:pt x="261842" y="782336"/>
                  </a:lnTo>
                  <a:lnTo>
                    <a:pt x="259856" y="784033"/>
                  </a:lnTo>
                  <a:lnTo>
                    <a:pt x="258589" y="785962"/>
                  </a:lnTo>
                  <a:lnTo>
                    <a:pt x="256794" y="786837"/>
                  </a:lnTo>
                  <a:lnTo>
                    <a:pt x="254858" y="787389"/>
                  </a:lnTo>
                  <a:lnTo>
                    <a:pt x="254013" y="789061"/>
                  </a:lnTo>
                  <a:lnTo>
                    <a:pt x="253494" y="791790"/>
                  </a:lnTo>
                  <a:lnTo>
                    <a:pt x="252849" y="794241"/>
                  </a:lnTo>
                  <a:lnTo>
                    <a:pt x="249802" y="797954"/>
                  </a:lnTo>
                  <a:lnTo>
                    <a:pt x="248134" y="800362"/>
                  </a:lnTo>
                  <a:lnTo>
                    <a:pt x="246922" y="801640"/>
                  </a:lnTo>
                  <a:lnTo>
                    <a:pt x="246074" y="801476"/>
                  </a:lnTo>
                  <a:lnTo>
                    <a:pt x="245158" y="801092"/>
                  </a:lnTo>
                  <a:lnTo>
                    <a:pt x="244812" y="801304"/>
                  </a:lnTo>
                  <a:lnTo>
                    <a:pt x="245283" y="803146"/>
                  </a:lnTo>
                  <a:lnTo>
                    <a:pt x="245680" y="808955"/>
                  </a:lnTo>
                  <a:lnTo>
                    <a:pt x="246243" y="812657"/>
                  </a:lnTo>
                  <a:lnTo>
                    <a:pt x="246650" y="814786"/>
                  </a:lnTo>
                  <a:lnTo>
                    <a:pt x="247032" y="816458"/>
                  </a:lnTo>
                  <a:lnTo>
                    <a:pt x="247323" y="819020"/>
                  </a:lnTo>
                  <a:lnTo>
                    <a:pt x="246943" y="820519"/>
                  </a:lnTo>
                  <a:lnTo>
                    <a:pt x="246353" y="821526"/>
                  </a:lnTo>
                  <a:lnTo>
                    <a:pt x="244523" y="823111"/>
                  </a:lnTo>
                  <a:lnTo>
                    <a:pt x="242616" y="824476"/>
                  </a:lnTo>
                  <a:lnTo>
                    <a:pt x="241473" y="823597"/>
                  </a:lnTo>
                  <a:lnTo>
                    <a:pt x="240206" y="821420"/>
                  </a:lnTo>
                  <a:lnTo>
                    <a:pt x="239705" y="820294"/>
                  </a:lnTo>
                  <a:lnTo>
                    <a:pt x="238318" y="816642"/>
                  </a:lnTo>
                  <a:lnTo>
                    <a:pt x="235888" y="811066"/>
                  </a:lnTo>
                  <a:lnTo>
                    <a:pt x="234232" y="808239"/>
                  </a:lnTo>
                  <a:lnTo>
                    <a:pt x="233011" y="807188"/>
                  </a:lnTo>
                  <a:lnTo>
                    <a:pt x="231906" y="807508"/>
                  </a:lnTo>
                  <a:lnTo>
                    <a:pt x="231050" y="808831"/>
                  </a:lnTo>
                  <a:lnTo>
                    <a:pt x="230442" y="810008"/>
                  </a:lnTo>
                  <a:lnTo>
                    <a:pt x="229867" y="811326"/>
                  </a:lnTo>
                  <a:lnTo>
                    <a:pt x="229502" y="812982"/>
                  </a:lnTo>
                  <a:lnTo>
                    <a:pt x="229536" y="815265"/>
                  </a:lnTo>
                  <a:lnTo>
                    <a:pt x="229508" y="817680"/>
                  </a:lnTo>
                  <a:lnTo>
                    <a:pt x="228968" y="819382"/>
                  </a:lnTo>
                  <a:lnTo>
                    <a:pt x="227602" y="821209"/>
                  </a:lnTo>
                  <a:lnTo>
                    <a:pt x="226018" y="823760"/>
                  </a:lnTo>
                  <a:lnTo>
                    <a:pt x="224839" y="828363"/>
                  </a:lnTo>
                  <a:lnTo>
                    <a:pt x="224075" y="834117"/>
                  </a:lnTo>
                  <a:lnTo>
                    <a:pt x="223832" y="838110"/>
                  </a:lnTo>
                  <a:lnTo>
                    <a:pt x="224418" y="839979"/>
                  </a:lnTo>
                  <a:lnTo>
                    <a:pt x="225574" y="841494"/>
                  </a:lnTo>
                  <a:lnTo>
                    <a:pt x="226319" y="843051"/>
                  </a:lnTo>
                  <a:lnTo>
                    <a:pt x="226471" y="844516"/>
                  </a:lnTo>
                  <a:lnTo>
                    <a:pt x="226275" y="846052"/>
                  </a:lnTo>
                  <a:lnTo>
                    <a:pt x="225676" y="847825"/>
                  </a:lnTo>
                  <a:lnTo>
                    <a:pt x="224418" y="849855"/>
                  </a:lnTo>
                  <a:lnTo>
                    <a:pt x="222688" y="854703"/>
                  </a:lnTo>
                  <a:lnTo>
                    <a:pt x="221613" y="861549"/>
                  </a:lnTo>
                  <a:lnTo>
                    <a:pt x="222208" y="866325"/>
                  </a:lnTo>
                  <a:lnTo>
                    <a:pt x="224420" y="868945"/>
                  </a:lnTo>
                  <a:lnTo>
                    <a:pt x="226160" y="870101"/>
                  </a:lnTo>
                  <a:lnTo>
                    <a:pt x="226854" y="871637"/>
                  </a:lnTo>
                  <a:lnTo>
                    <a:pt x="227480" y="874754"/>
                  </a:lnTo>
                  <a:lnTo>
                    <a:pt x="227394" y="877912"/>
                  </a:lnTo>
                  <a:lnTo>
                    <a:pt x="227184" y="880052"/>
                  </a:lnTo>
                  <a:lnTo>
                    <a:pt x="227615" y="882148"/>
                  </a:lnTo>
                  <a:lnTo>
                    <a:pt x="228436" y="884638"/>
                  </a:lnTo>
                  <a:lnTo>
                    <a:pt x="229475" y="886162"/>
                  </a:lnTo>
                  <a:lnTo>
                    <a:pt x="230568" y="885343"/>
                  </a:lnTo>
                  <a:lnTo>
                    <a:pt x="231657" y="884301"/>
                  </a:lnTo>
                  <a:lnTo>
                    <a:pt x="233018" y="884712"/>
                  </a:lnTo>
                  <a:lnTo>
                    <a:pt x="236867" y="885578"/>
                  </a:lnTo>
                  <a:lnTo>
                    <a:pt x="238884" y="886029"/>
                  </a:lnTo>
                  <a:lnTo>
                    <a:pt x="239540" y="887111"/>
                  </a:lnTo>
                  <a:lnTo>
                    <a:pt x="240791" y="890623"/>
                  </a:lnTo>
                  <a:lnTo>
                    <a:pt x="242372" y="894567"/>
                  </a:lnTo>
                  <a:lnTo>
                    <a:pt x="243977" y="898570"/>
                  </a:lnTo>
                  <a:lnTo>
                    <a:pt x="244531" y="900305"/>
                  </a:lnTo>
                  <a:lnTo>
                    <a:pt x="245839" y="905086"/>
                  </a:lnTo>
                  <a:lnTo>
                    <a:pt x="247191" y="909387"/>
                  </a:lnTo>
                  <a:lnTo>
                    <a:pt x="248659" y="914716"/>
                  </a:lnTo>
                  <a:lnTo>
                    <a:pt x="248555" y="916158"/>
                  </a:lnTo>
                  <a:lnTo>
                    <a:pt x="247787" y="916760"/>
                  </a:lnTo>
                  <a:lnTo>
                    <a:pt x="246553" y="916614"/>
                  </a:lnTo>
                  <a:lnTo>
                    <a:pt x="245600" y="915832"/>
                  </a:lnTo>
                  <a:lnTo>
                    <a:pt x="245065" y="915186"/>
                  </a:lnTo>
                  <a:lnTo>
                    <a:pt x="244584" y="914972"/>
                  </a:lnTo>
                  <a:lnTo>
                    <a:pt x="244045" y="915232"/>
                  </a:lnTo>
                  <a:lnTo>
                    <a:pt x="243586" y="915906"/>
                  </a:lnTo>
                  <a:lnTo>
                    <a:pt x="243400" y="916961"/>
                  </a:lnTo>
                  <a:lnTo>
                    <a:pt x="243478" y="918399"/>
                  </a:lnTo>
                  <a:lnTo>
                    <a:pt x="243847" y="919709"/>
                  </a:lnTo>
                  <a:lnTo>
                    <a:pt x="244363" y="920552"/>
                  </a:lnTo>
                  <a:lnTo>
                    <a:pt x="244640" y="920866"/>
                  </a:lnTo>
                  <a:lnTo>
                    <a:pt x="246529" y="922595"/>
                  </a:lnTo>
                  <a:lnTo>
                    <a:pt x="248655" y="924540"/>
                  </a:lnTo>
                  <a:lnTo>
                    <a:pt x="251247" y="927297"/>
                  </a:lnTo>
                  <a:lnTo>
                    <a:pt x="251799" y="927642"/>
                  </a:lnTo>
                  <a:lnTo>
                    <a:pt x="251956" y="928988"/>
                  </a:lnTo>
                  <a:lnTo>
                    <a:pt x="250571" y="929279"/>
                  </a:lnTo>
                  <a:lnTo>
                    <a:pt x="250400" y="930854"/>
                  </a:lnTo>
                  <a:lnTo>
                    <a:pt x="250042" y="932014"/>
                  </a:lnTo>
                  <a:lnTo>
                    <a:pt x="246940" y="934635"/>
                  </a:lnTo>
                  <a:lnTo>
                    <a:pt x="246164" y="934628"/>
                  </a:lnTo>
                  <a:lnTo>
                    <a:pt x="245486" y="935058"/>
                  </a:lnTo>
                  <a:lnTo>
                    <a:pt x="245528" y="936755"/>
                  </a:lnTo>
                  <a:lnTo>
                    <a:pt x="245713" y="938307"/>
                  </a:lnTo>
                  <a:lnTo>
                    <a:pt x="246245" y="939952"/>
                  </a:lnTo>
                  <a:lnTo>
                    <a:pt x="246015" y="940653"/>
                  </a:lnTo>
                  <a:lnTo>
                    <a:pt x="245555" y="940888"/>
                  </a:lnTo>
                  <a:lnTo>
                    <a:pt x="244954" y="940389"/>
                  </a:lnTo>
                  <a:lnTo>
                    <a:pt x="244397" y="939529"/>
                  </a:lnTo>
                  <a:lnTo>
                    <a:pt x="243802" y="939314"/>
                  </a:lnTo>
                  <a:lnTo>
                    <a:pt x="243223" y="939529"/>
                  </a:lnTo>
                  <a:lnTo>
                    <a:pt x="240583" y="944171"/>
                  </a:lnTo>
                  <a:lnTo>
                    <a:pt x="239450" y="945376"/>
                  </a:lnTo>
                  <a:lnTo>
                    <a:pt x="238227" y="945849"/>
                  </a:lnTo>
                  <a:lnTo>
                    <a:pt x="235664" y="947561"/>
                  </a:lnTo>
                  <a:lnTo>
                    <a:pt x="234902" y="947475"/>
                  </a:lnTo>
                  <a:lnTo>
                    <a:pt x="234178" y="946878"/>
                  </a:lnTo>
                  <a:lnTo>
                    <a:pt x="233588" y="947748"/>
                  </a:lnTo>
                  <a:lnTo>
                    <a:pt x="233399" y="949896"/>
                  </a:lnTo>
                  <a:lnTo>
                    <a:pt x="232716" y="948411"/>
                  </a:lnTo>
                  <a:lnTo>
                    <a:pt x="231961" y="947232"/>
                  </a:lnTo>
                  <a:lnTo>
                    <a:pt x="231627" y="946836"/>
                  </a:lnTo>
                  <a:lnTo>
                    <a:pt x="231442" y="947069"/>
                  </a:lnTo>
                  <a:lnTo>
                    <a:pt x="232143" y="949374"/>
                  </a:lnTo>
                  <a:lnTo>
                    <a:pt x="232204" y="951486"/>
                  </a:lnTo>
                  <a:lnTo>
                    <a:pt x="232032" y="952647"/>
                  </a:lnTo>
                  <a:lnTo>
                    <a:pt x="231734" y="953706"/>
                  </a:lnTo>
                  <a:lnTo>
                    <a:pt x="231341" y="954357"/>
                  </a:lnTo>
                  <a:lnTo>
                    <a:pt x="230864" y="954712"/>
                  </a:lnTo>
                  <a:lnTo>
                    <a:pt x="230611" y="958443"/>
                  </a:lnTo>
                  <a:lnTo>
                    <a:pt x="230153" y="960720"/>
                  </a:lnTo>
                  <a:lnTo>
                    <a:pt x="229519" y="962737"/>
                  </a:lnTo>
                  <a:lnTo>
                    <a:pt x="228659" y="966436"/>
                  </a:lnTo>
                  <a:lnTo>
                    <a:pt x="227969" y="968051"/>
                  </a:lnTo>
                  <a:lnTo>
                    <a:pt x="227431" y="969933"/>
                  </a:lnTo>
                  <a:lnTo>
                    <a:pt x="227075" y="972561"/>
                  </a:lnTo>
                  <a:lnTo>
                    <a:pt x="226562" y="971944"/>
                  </a:lnTo>
                  <a:lnTo>
                    <a:pt x="226144" y="970815"/>
                  </a:lnTo>
                  <a:lnTo>
                    <a:pt x="225923" y="972307"/>
                  </a:lnTo>
                  <a:lnTo>
                    <a:pt x="225620" y="973578"/>
                  </a:lnTo>
                  <a:lnTo>
                    <a:pt x="224283" y="975479"/>
                  </a:lnTo>
                  <a:lnTo>
                    <a:pt x="223294" y="977303"/>
                  </a:lnTo>
                  <a:lnTo>
                    <a:pt x="222843" y="980135"/>
                  </a:lnTo>
                  <a:lnTo>
                    <a:pt x="222741" y="981830"/>
                  </a:lnTo>
                  <a:lnTo>
                    <a:pt x="222899" y="983357"/>
                  </a:lnTo>
                  <a:lnTo>
                    <a:pt x="223268" y="984273"/>
                  </a:lnTo>
                  <a:lnTo>
                    <a:pt x="225141" y="985263"/>
                  </a:lnTo>
                  <a:lnTo>
                    <a:pt x="226382" y="986560"/>
                  </a:lnTo>
                  <a:lnTo>
                    <a:pt x="227522" y="988970"/>
                  </a:lnTo>
                  <a:lnTo>
                    <a:pt x="228756" y="991018"/>
                  </a:lnTo>
                  <a:lnTo>
                    <a:pt x="229644" y="993655"/>
                  </a:lnTo>
                  <a:lnTo>
                    <a:pt x="230271" y="996899"/>
                  </a:lnTo>
                  <a:lnTo>
                    <a:pt x="231050" y="1003207"/>
                  </a:lnTo>
                  <a:lnTo>
                    <a:pt x="231436" y="1009851"/>
                  </a:lnTo>
                  <a:lnTo>
                    <a:pt x="232585" y="1001588"/>
                  </a:lnTo>
                  <a:lnTo>
                    <a:pt x="233550" y="1000112"/>
                  </a:lnTo>
                  <a:lnTo>
                    <a:pt x="233336" y="1002436"/>
                  </a:lnTo>
                  <a:lnTo>
                    <a:pt x="232647" y="1006012"/>
                  </a:lnTo>
                  <a:lnTo>
                    <a:pt x="231968" y="1011190"/>
                  </a:lnTo>
                  <a:lnTo>
                    <a:pt x="231748" y="1014973"/>
                  </a:lnTo>
                  <a:lnTo>
                    <a:pt x="231998" y="1018251"/>
                  </a:lnTo>
                  <a:lnTo>
                    <a:pt x="232013" y="1019788"/>
                  </a:lnTo>
                  <a:lnTo>
                    <a:pt x="231441" y="1025216"/>
                  </a:lnTo>
                  <a:lnTo>
                    <a:pt x="231736" y="1026259"/>
                  </a:lnTo>
                  <a:lnTo>
                    <a:pt x="232198" y="1027223"/>
                  </a:lnTo>
                  <a:lnTo>
                    <a:pt x="233416" y="1029104"/>
                  </a:lnTo>
                  <a:lnTo>
                    <a:pt x="234271" y="1031838"/>
                  </a:lnTo>
                  <a:lnTo>
                    <a:pt x="234485" y="1035686"/>
                  </a:lnTo>
                  <a:lnTo>
                    <a:pt x="234968" y="1036748"/>
                  </a:lnTo>
                  <a:lnTo>
                    <a:pt x="235574" y="1037673"/>
                  </a:lnTo>
                  <a:lnTo>
                    <a:pt x="238541" y="1045349"/>
                  </a:lnTo>
                  <a:lnTo>
                    <a:pt x="240249" y="1050454"/>
                  </a:lnTo>
                  <a:lnTo>
                    <a:pt x="241106" y="1053430"/>
                  </a:lnTo>
                  <a:lnTo>
                    <a:pt x="242035" y="1057177"/>
                  </a:lnTo>
                  <a:lnTo>
                    <a:pt x="242525" y="1058047"/>
                  </a:lnTo>
                  <a:lnTo>
                    <a:pt x="243105" y="1058604"/>
                  </a:lnTo>
                  <a:lnTo>
                    <a:pt x="244211" y="1060396"/>
                  </a:lnTo>
                  <a:lnTo>
                    <a:pt x="243587" y="1062321"/>
                  </a:lnTo>
                  <a:lnTo>
                    <a:pt x="242575" y="1065749"/>
                  </a:lnTo>
                  <a:lnTo>
                    <a:pt x="242123" y="1067564"/>
                  </a:lnTo>
                  <a:lnTo>
                    <a:pt x="241050" y="1069245"/>
                  </a:lnTo>
                  <a:lnTo>
                    <a:pt x="239256" y="1071025"/>
                  </a:lnTo>
                  <a:lnTo>
                    <a:pt x="238264" y="1071796"/>
                  </a:lnTo>
                  <a:lnTo>
                    <a:pt x="237200" y="1075481"/>
                  </a:lnTo>
                  <a:lnTo>
                    <a:pt x="236020" y="1079063"/>
                  </a:lnTo>
                  <a:lnTo>
                    <a:pt x="235213" y="1079462"/>
                  </a:lnTo>
                  <a:lnTo>
                    <a:pt x="232921" y="1078905"/>
                  </a:lnTo>
                  <a:lnTo>
                    <a:pt x="232102" y="1078581"/>
                  </a:lnTo>
                  <a:lnTo>
                    <a:pt x="229766" y="1077005"/>
                  </a:lnTo>
                  <a:lnTo>
                    <a:pt x="229116" y="1076039"/>
                  </a:lnTo>
                  <a:lnTo>
                    <a:pt x="228473" y="1071887"/>
                  </a:lnTo>
                  <a:lnTo>
                    <a:pt x="227751" y="1070101"/>
                  </a:lnTo>
                  <a:lnTo>
                    <a:pt x="226847" y="1068959"/>
                  </a:lnTo>
                  <a:lnTo>
                    <a:pt x="226227" y="1067990"/>
                  </a:lnTo>
                  <a:lnTo>
                    <a:pt x="225970" y="1066988"/>
                  </a:lnTo>
                  <a:lnTo>
                    <a:pt x="225315" y="1065540"/>
                  </a:lnTo>
                  <a:lnTo>
                    <a:pt x="224103" y="1063383"/>
                  </a:lnTo>
                  <a:lnTo>
                    <a:pt x="223226" y="1061338"/>
                  </a:lnTo>
                  <a:lnTo>
                    <a:pt x="222547" y="1060784"/>
                  </a:lnTo>
                  <a:lnTo>
                    <a:pt x="221692" y="1061506"/>
                  </a:lnTo>
                  <a:lnTo>
                    <a:pt x="221177" y="1061708"/>
                  </a:lnTo>
                  <a:lnTo>
                    <a:pt x="220957" y="1061347"/>
                  </a:lnTo>
                  <a:lnTo>
                    <a:pt x="220790" y="1059630"/>
                  </a:lnTo>
                  <a:lnTo>
                    <a:pt x="219550" y="1059023"/>
                  </a:lnTo>
                  <a:lnTo>
                    <a:pt x="219338" y="1058619"/>
                  </a:lnTo>
                  <a:lnTo>
                    <a:pt x="217684" y="1056972"/>
                  </a:lnTo>
                  <a:lnTo>
                    <a:pt x="217050" y="1056099"/>
                  </a:lnTo>
                  <a:lnTo>
                    <a:pt x="216441" y="1056036"/>
                  </a:lnTo>
                  <a:lnTo>
                    <a:pt x="215160" y="1055542"/>
                  </a:lnTo>
                  <a:lnTo>
                    <a:pt x="214073" y="1054755"/>
                  </a:lnTo>
                  <a:lnTo>
                    <a:pt x="213571" y="1053711"/>
                  </a:lnTo>
                  <a:lnTo>
                    <a:pt x="212830" y="1052552"/>
                  </a:lnTo>
                  <a:lnTo>
                    <a:pt x="211456" y="1051106"/>
                  </a:lnTo>
                  <a:lnTo>
                    <a:pt x="210443" y="1049741"/>
                  </a:lnTo>
                  <a:lnTo>
                    <a:pt x="210394" y="1048865"/>
                  </a:lnTo>
                  <a:lnTo>
                    <a:pt x="211016" y="1045241"/>
                  </a:lnTo>
                  <a:lnTo>
                    <a:pt x="211467" y="1041764"/>
                  </a:lnTo>
                  <a:lnTo>
                    <a:pt x="211211" y="1041082"/>
                  </a:lnTo>
                  <a:lnTo>
                    <a:pt x="210639" y="1040504"/>
                  </a:lnTo>
                  <a:lnTo>
                    <a:pt x="209572" y="1039970"/>
                  </a:lnTo>
                  <a:lnTo>
                    <a:pt x="207050" y="1040146"/>
                  </a:lnTo>
                  <a:lnTo>
                    <a:pt x="205490" y="1036646"/>
                  </a:lnTo>
                  <a:lnTo>
                    <a:pt x="204939" y="1035855"/>
                  </a:lnTo>
                  <a:lnTo>
                    <a:pt x="203918" y="1035290"/>
                  </a:lnTo>
                  <a:lnTo>
                    <a:pt x="202442" y="1034222"/>
                  </a:lnTo>
                  <a:lnTo>
                    <a:pt x="201610" y="1033450"/>
                  </a:lnTo>
                  <a:lnTo>
                    <a:pt x="201374" y="1033733"/>
                  </a:lnTo>
                  <a:lnTo>
                    <a:pt x="200460" y="1037575"/>
                  </a:lnTo>
                  <a:lnTo>
                    <a:pt x="199547" y="1034832"/>
                  </a:lnTo>
                  <a:lnTo>
                    <a:pt x="199001" y="1034091"/>
                  </a:lnTo>
                  <a:lnTo>
                    <a:pt x="198220" y="1033684"/>
                  </a:lnTo>
                  <a:lnTo>
                    <a:pt x="197408" y="1033679"/>
                  </a:lnTo>
                  <a:lnTo>
                    <a:pt x="195378" y="1035013"/>
                  </a:lnTo>
                  <a:lnTo>
                    <a:pt x="193884" y="1036487"/>
                  </a:lnTo>
                  <a:lnTo>
                    <a:pt x="192769" y="1037588"/>
                  </a:lnTo>
                  <a:lnTo>
                    <a:pt x="191640" y="1038201"/>
                  </a:lnTo>
                  <a:lnTo>
                    <a:pt x="191096" y="1039060"/>
                  </a:lnTo>
                  <a:lnTo>
                    <a:pt x="189584" y="1038912"/>
                  </a:lnTo>
                  <a:lnTo>
                    <a:pt x="188823" y="1038253"/>
                  </a:lnTo>
                  <a:lnTo>
                    <a:pt x="188576" y="1037569"/>
                  </a:lnTo>
                  <a:lnTo>
                    <a:pt x="188708" y="1036372"/>
                  </a:lnTo>
                  <a:lnTo>
                    <a:pt x="189232" y="1035028"/>
                  </a:lnTo>
                  <a:lnTo>
                    <a:pt x="189270" y="1034295"/>
                  </a:lnTo>
                  <a:lnTo>
                    <a:pt x="189085" y="1033727"/>
                  </a:lnTo>
                  <a:lnTo>
                    <a:pt x="187248" y="1031933"/>
                  </a:lnTo>
                  <a:lnTo>
                    <a:pt x="186498" y="1030847"/>
                  </a:lnTo>
                  <a:lnTo>
                    <a:pt x="184082" y="1029305"/>
                  </a:lnTo>
                  <a:lnTo>
                    <a:pt x="181104" y="1026575"/>
                  </a:lnTo>
                  <a:lnTo>
                    <a:pt x="180080" y="1024784"/>
                  </a:lnTo>
                  <a:lnTo>
                    <a:pt x="179982" y="1023548"/>
                  </a:lnTo>
                  <a:lnTo>
                    <a:pt x="178813" y="1022333"/>
                  </a:lnTo>
                  <a:lnTo>
                    <a:pt x="177324" y="1021241"/>
                  </a:lnTo>
                  <a:lnTo>
                    <a:pt x="176168" y="1021551"/>
                  </a:lnTo>
                  <a:lnTo>
                    <a:pt x="175084" y="1021668"/>
                  </a:lnTo>
                  <a:lnTo>
                    <a:pt x="173393" y="1019626"/>
                  </a:lnTo>
                  <a:lnTo>
                    <a:pt x="171789" y="1019512"/>
                  </a:lnTo>
                  <a:lnTo>
                    <a:pt x="169977" y="1020125"/>
                  </a:lnTo>
                  <a:lnTo>
                    <a:pt x="169580" y="1020368"/>
                  </a:lnTo>
                  <a:lnTo>
                    <a:pt x="169146" y="1020633"/>
                  </a:lnTo>
                  <a:lnTo>
                    <a:pt x="163743" y="1019773"/>
                  </a:lnTo>
                  <a:lnTo>
                    <a:pt x="162364" y="1018087"/>
                  </a:lnTo>
                  <a:lnTo>
                    <a:pt x="161184" y="1016400"/>
                  </a:lnTo>
                  <a:lnTo>
                    <a:pt x="158018" y="1015187"/>
                  </a:lnTo>
                  <a:lnTo>
                    <a:pt x="156394" y="1013898"/>
                  </a:lnTo>
                  <a:lnTo>
                    <a:pt x="154780" y="1012070"/>
                  </a:lnTo>
                  <a:lnTo>
                    <a:pt x="153012" y="1010476"/>
                  </a:lnTo>
                  <a:lnTo>
                    <a:pt x="151526" y="1011122"/>
                  </a:lnTo>
                  <a:lnTo>
                    <a:pt x="149493" y="1010215"/>
                  </a:lnTo>
                  <a:lnTo>
                    <a:pt x="147282" y="1009415"/>
                  </a:lnTo>
                  <a:lnTo>
                    <a:pt x="146527" y="1009907"/>
                  </a:lnTo>
                  <a:lnTo>
                    <a:pt x="145827" y="1011924"/>
                  </a:lnTo>
                  <a:lnTo>
                    <a:pt x="145305" y="1013846"/>
                  </a:lnTo>
                  <a:lnTo>
                    <a:pt x="144100" y="1012281"/>
                  </a:lnTo>
                  <a:lnTo>
                    <a:pt x="139992" y="1004743"/>
                  </a:lnTo>
                  <a:lnTo>
                    <a:pt x="137837" y="999738"/>
                  </a:lnTo>
                  <a:lnTo>
                    <a:pt x="130792" y="988190"/>
                  </a:lnTo>
                  <a:lnTo>
                    <a:pt x="129855" y="987306"/>
                  </a:lnTo>
                  <a:lnTo>
                    <a:pt x="126126" y="985638"/>
                  </a:lnTo>
                  <a:lnTo>
                    <a:pt x="124624" y="984302"/>
                  </a:lnTo>
                  <a:lnTo>
                    <a:pt x="120829" y="976053"/>
                  </a:lnTo>
                  <a:lnTo>
                    <a:pt x="119142" y="977160"/>
                  </a:lnTo>
                  <a:lnTo>
                    <a:pt x="117618" y="976880"/>
                  </a:lnTo>
                  <a:lnTo>
                    <a:pt x="116728" y="976158"/>
                  </a:lnTo>
                  <a:lnTo>
                    <a:pt x="115763" y="974974"/>
                  </a:lnTo>
                  <a:lnTo>
                    <a:pt x="115085" y="973407"/>
                  </a:lnTo>
                  <a:lnTo>
                    <a:pt x="114299" y="969960"/>
                  </a:lnTo>
                  <a:lnTo>
                    <a:pt x="113386" y="967982"/>
                  </a:lnTo>
                  <a:lnTo>
                    <a:pt x="110390" y="965098"/>
                  </a:lnTo>
                  <a:lnTo>
                    <a:pt x="107011" y="963417"/>
                  </a:lnTo>
                  <a:lnTo>
                    <a:pt x="106745" y="962682"/>
                  </a:lnTo>
                  <a:lnTo>
                    <a:pt x="106647" y="961672"/>
                  </a:lnTo>
                  <a:lnTo>
                    <a:pt x="109569" y="959714"/>
                  </a:lnTo>
                  <a:lnTo>
                    <a:pt x="110353" y="958593"/>
                  </a:lnTo>
                  <a:lnTo>
                    <a:pt x="108855" y="957106"/>
                  </a:lnTo>
                  <a:lnTo>
                    <a:pt x="108287" y="956861"/>
                  </a:lnTo>
                  <a:lnTo>
                    <a:pt x="107812" y="956165"/>
                  </a:lnTo>
                  <a:lnTo>
                    <a:pt x="108656" y="955047"/>
                  </a:lnTo>
                  <a:lnTo>
                    <a:pt x="109487" y="954535"/>
                  </a:lnTo>
                  <a:lnTo>
                    <a:pt x="110775" y="955819"/>
                  </a:lnTo>
                  <a:lnTo>
                    <a:pt x="112221" y="958204"/>
                  </a:lnTo>
                  <a:lnTo>
                    <a:pt x="113488" y="959107"/>
                  </a:lnTo>
                  <a:lnTo>
                    <a:pt x="114071" y="957966"/>
                  </a:lnTo>
                  <a:lnTo>
                    <a:pt x="118478" y="956008"/>
                  </a:lnTo>
                  <a:lnTo>
                    <a:pt x="118774" y="954455"/>
                  </a:lnTo>
                  <a:lnTo>
                    <a:pt x="118762" y="952722"/>
                  </a:lnTo>
                  <a:lnTo>
                    <a:pt x="118330" y="952783"/>
                  </a:lnTo>
                  <a:lnTo>
                    <a:pt x="118049" y="952394"/>
                  </a:lnTo>
                  <a:lnTo>
                    <a:pt x="118077" y="950467"/>
                  </a:lnTo>
                  <a:lnTo>
                    <a:pt x="118731" y="947827"/>
                  </a:lnTo>
                  <a:lnTo>
                    <a:pt x="120707" y="943527"/>
                  </a:lnTo>
                  <a:lnTo>
                    <a:pt x="121768" y="937554"/>
                  </a:lnTo>
                  <a:lnTo>
                    <a:pt x="122702" y="936194"/>
                  </a:lnTo>
                  <a:lnTo>
                    <a:pt x="123387" y="937100"/>
                  </a:lnTo>
                  <a:lnTo>
                    <a:pt x="123340" y="938495"/>
                  </a:lnTo>
                  <a:lnTo>
                    <a:pt x="123454" y="939531"/>
                  </a:lnTo>
                  <a:lnTo>
                    <a:pt x="124066" y="937521"/>
                  </a:lnTo>
                  <a:lnTo>
                    <a:pt x="124651" y="934803"/>
                  </a:lnTo>
                  <a:lnTo>
                    <a:pt x="126126" y="934787"/>
                  </a:lnTo>
                  <a:lnTo>
                    <a:pt x="127146" y="935240"/>
                  </a:lnTo>
                  <a:lnTo>
                    <a:pt x="128203" y="934930"/>
                  </a:lnTo>
                  <a:lnTo>
                    <a:pt x="126166" y="930455"/>
                  </a:lnTo>
                  <a:lnTo>
                    <a:pt x="123432" y="925952"/>
                  </a:lnTo>
                  <a:lnTo>
                    <a:pt x="122279" y="926291"/>
                  </a:lnTo>
                  <a:lnTo>
                    <a:pt x="121547" y="925593"/>
                  </a:lnTo>
                  <a:lnTo>
                    <a:pt x="120346" y="921882"/>
                  </a:lnTo>
                  <a:lnTo>
                    <a:pt x="119851" y="918807"/>
                  </a:lnTo>
                  <a:lnTo>
                    <a:pt x="121012" y="918877"/>
                  </a:lnTo>
                  <a:lnTo>
                    <a:pt x="122169" y="919343"/>
                  </a:lnTo>
                  <a:lnTo>
                    <a:pt x="124373" y="917196"/>
                  </a:lnTo>
                  <a:lnTo>
                    <a:pt x="125185" y="916883"/>
                  </a:lnTo>
                  <a:lnTo>
                    <a:pt x="126490" y="917561"/>
                  </a:lnTo>
                  <a:lnTo>
                    <a:pt x="128303" y="917994"/>
                  </a:lnTo>
                  <a:lnTo>
                    <a:pt x="128154" y="915969"/>
                  </a:lnTo>
                  <a:lnTo>
                    <a:pt x="127586" y="913579"/>
                  </a:lnTo>
                  <a:lnTo>
                    <a:pt x="129797" y="911807"/>
                  </a:lnTo>
                  <a:lnTo>
                    <a:pt x="131757" y="910829"/>
                  </a:lnTo>
                  <a:lnTo>
                    <a:pt x="135505" y="907363"/>
                  </a:lnTo>
                  <a:lnTo>
                    <a:pt x="137161" y="906751"/>
                  </a:lnTo>
                  <a:lnTo>
                    <a:pt x="137372" y="905961"/>
                  </a:lnTo>
                  <a:lnTo>
                    <a:pt x="137423" y="904930"/>
                  </a:lnTo>
                  <a:lnTo>
                    <a:pt x="136860" y="902160"/>
                  </a:lnTo>
                  <a:lnTo>
                    <a:pt x="136298" y="900111"/>
                  </a:lnTo>
                  <a:lnTo>
                    <a:pt x="134319" y="900012"/>
                  </a:lnTo>
                  <a:lnTo>
                    <a:pt x="133221" y="902864"/>
                  </a:lnTo>
                  <a:lnTo>
                    <a:pt x="130227" y="903802"/>
                  </a:lnTo>
                  <a:lnTo>
                    <a:pt x="128895" y="903613"/>
                  </a:lnTo>
                  <a:lnTo>
                    <a:pt x="129953" y="901785"/>
                  </a:lnTo>
                  <a:lnTo>
                    <a:pt x="131008" y="901087"/>
                  </a:lnTo>
                  <a:lnTo>
                    <a:pt x="131306" y="900325"/>
                  </a:lnTo>
                  <a:lnTo>
                    <a:pt x="129181" y="900990"/>
                  </a:lnTo>
                  <a:lnTo>
                    <a:pt x="128117" y="902869"/>
                  </a:lnTo>
                  <a:lnTo>
                    <a:pt x="125005" y="905353"/>
                  </a:lnTo>
                  <a:lnTo>
                    <a:pt x="124907" y="904049"/>
                  </a:lnTo>
                  <a:lnTo>
                    <a:pt x="124855" y="902877"/>
                  </a:lnTo>
                  <a:lnTo>
                    <a:pt x="125083" y="901769"/>
                  </a:lnTo>
                  <a:lnTo>
                    <a:pt x="125591" y="901053"/>
                  </a:lnTo>
                  <a:lnTo>
                    <a:pt x="125769" y="900401"/>
                  </a:lnTo>
                  <a:lnTo>
                    <a:pt x="125769" y="899880"/>
                  </a:lnTo>
                  <a:lnTo>
                    <a:pt x="125312" y="899554"/>
                  </a:lnTo>
                  <a:lnTo>
                    <a:pt x="124932" y="899293"/>
                  </a:lnTo>
                  <a:lnTo>
                    <a:pt x="124855" y="898576"/>
                  </a:lnTo>
                  <a:lnTo>
                    <a:pt x="124982" y="897927"/>
                  </a:lnTo>
                  <a:lnTo>
                    <a:pt x="125337" y="897014"/>
                  </a:lnTo>
                  <a:lnTo>
                    <a:pt x="125490" y="895972"/>
                  </a:lnTo>
                  <a:lnTo>
                    <a:pt x="125516" y="893886"/>
                  </a:lnTo>
                  <a:lnTo>
                    <a:pt x="125845" y="891532"/>
                  </a:lnTo>
                  <a:lnTo>
                    <a:pt x="126783" y="890032"/>
                  </a:lnTo>
                  <a:lnTo>
                    <a:pt x="128418" y="889664"/>
                  </a:lnTo>
                  <a:lnTo>
                    <a:pt x="129910" y="888378"/>
                  </a:lnTo>
                  <a:lnTo>
                    <a:pt x="130812" y="886954"/>
                  </a:lnTo>
                  <a:lnTo>
                    <a:pt x="132001" y="883323"/>
                  </a:lnTo>
                  <a:lnTo>
                    <a:pt x="132899" y="882787"/>
                  </a:lnTo>
                  <a:lnTo>
                    <a:pt x="134711" y="882984"/>
                  </a:lnTo>
                  <a:lnTo>
                    <a:pt x="135870" y="883311"/>
                  </a:lnTo>
                  <a:lnTo>
                    <a:pt x="138546" y="883419"/>
                  </a:lnTo>
                  <a:lnTo>
                    <a:pt x="141624" y="883199"/>
                  </a:lnTo>
                  <a:lnTo>
                    <a:pt x="142515" y="883092"/>
                  </a:lnTo>
                  <a:lnTo>
                    <a:pt x="143007" y="881829"/>
                  </a:lnTo>
                  <a:lnTo>
                    <a:pt x="142974" y="879557"/>
                  </a:lnTo>
                  <a:lnTo>
                    <a:pt x="143413" y="877463"/>
                  </a:lnTo>
                  <a:lnTo>
                    <a:pt x="144231" y="873532"/>
                  </a:lnTo>
                  <a:lnTo>
                    <a:pt x="145106" y="871476"/>
                  </a:lnTo>
                  <a:lnTo>
                    <a:pt x="145070" y="870561"/>
                  </a:lnTo>
                  <a:lnTo>
                    <a:pt x="144612" y="870176"/>
                  </a:lnTo>
                  <a:lnTo>
                    <a:pt x="144015" y="869984"/>
                  </a:lnTo>
                  <a:lnTo>
                    <a:pt x="143799" y="869559"/>
                  </a:lnTo>
                  <a:lnTo>
                    <a:pt x="143827" y="868698"/>
                  </a:lnTo>
                  <a:lnTo>
                    <a:pt x="144286" y="867855"/>
                  </a:lnTo>
                  <a:lnTo>
                    <a:pt x="144203" y="866123"/>
                  </a:lnTo>
                  <a:lnTo>
                    <a:pt x="143914" y="864198"/>
                  </a:lnTo>
                  <a:lnTo>
                    <a:pt x="143663" y="862468"/>
                  </a:lnTo>
                  <a:lnTo>
                    <a:pt x="142855" y="861608"/>
                  </a:lnTo>
                  <a:lnTo>
                    <a:pt x="141465" y="861037"/>
                  </a:lnTo>
                  <a:lnTo>
                    <a:pt x="141761" y="858932"/>
                  </a:lnTo>
                  <a:lnTo>
                    <a:pt x="142154" y="856659"/>
                  </a:lnTo>
                  <a:lnTo>
                    <a:pt x="142744" y="855397"/>
                  </a:lnTo>
                  <a:lnTo>
                    <a:pt x="143170" y="854639"/>
                  </a:lnTo>
                  <a:lnTo>
                    <a:pt x="144450" y="855052"/>
                  </a:lnTo>
                  <a:lnTo>
                    <a:pt x="145375" y="854649"/>
                  </a:lnTo>
                  <a:lnTo>
                    <a:pt x="145596" y="854215"/>
                  </a:lnTo>
                  <a:lnTo>
                    <a:pt x="145429" y="853348"/>
                  </a:lnTo>
                  <a:lnTo>
                    <a:pt x="143986" y="852563"/>
                  </a:lnTo>
                  <a:lnTo>
                    <a:pt x="142715" y="851485"/>
                  </a:lnTo>
                  <a:lnTo>
                    <a:pt x="142167" y="850152"/>
                  </a:lnTo>
                  <a:lnTo>
                    <a:pt x="141946" y="848724"/>
                  </a:lnTo>
                  <a:lnTo>
                    <a:pt x="142786" y="847877"/>
                  </a:lnTo>
                  <a:lnTo>
                    <a:pt x="144285" y="847064"/>
                  </a:lnTo>
                  <a:lnTo>
                    <a:pt x="145282" y="845121"/>
                  </a:lnTo>
                  <a:lnTo>
                    <a:pt x="146360" y="843039"/>
                  </a:lnTo>
                  <a:lnTo>
                    <a:pt x="146806" y="841524"/>
                  </a:lnTo>
                  <a:lnTo>
                    <a:pt x="147031" y="839879"/>
                  </a:lnTo>
                  <a:lnTo>
                    <a:pt x="147006" y="838058"/>
                  </a:lnTo>
                  <a:lnTo>
                    <a:pt x="146219" y="836206"/>
                  </a:lnTo>
                  <a:lnTo>
                    <a:pt x="146219" y="834269"/>
                  </a:lnTo>
                  <a:lnTo>
                    <a:pt x="146646" y="832922"/>
                  </a:lnTo>
                  <a:lnTo>
                    <a:pt x="146482" y="831912"/>
                  </a:lnTo>
                  <a:lnTo>
                    <a:pt x="145907" y="831325"/>
                  </a:lnTo>
                  <a:lnTo>
                    <a:pt x="145076" y="831501"/>
                  </a:lnTo>
                  <a:lnTo>
                    <a:pt x="144137" y="832183"/>
                  </a:lnTo>
                  <a:lnTo>
                    <a:pt x="143029" y="832055"/>
                  </a:lnTo>
                  <a:lnTo>
                    <a:pt x="141256" y="829730"/>
                  </a:lnTo>
                  <a:lnTo>
                    <a:pt x="139372" y="827445"/>
                  </a:lnTo>
                  <a:lnTo>
                    <a:pt x="138286" y="827367"/>
                  </a:lnTo>
                  <a:lnTo>
                    <a:pt x="137532" y="827031"/>
                  </a:lnTo>
                  <a:lnTo>
                    <a:pt x="136877" y="825852"/>
                  </a:lnTo>
                  <a:lnTo>
                    <a:pt x="136484" y="824337"/>
                  </a:lnTo>
                  <a:lnTo>
                    <a:pt x="136058" y="823665"/>
                  </a:lnTo>
                  <a:lnTo>
                    <a:pt x="135369" y="824085"/>
                  </a:lnTo>
                  <a:lnTo>
                    <a:pt x="134365" y="824774"/>
                  </a:lnTo>
                  <a:lnTo>
                    <a:pt x="133106" y="824588"/>
                  </a:lnTo>
                  <a:lnTo>
                    <a:pt x="131476" y="822826"/>
                  </a:lnTo>
                  <a:lnTo>
                    <a:pt x="129992" y="820801"/>
                  </a:lnTo>
                  <a:lnTo>
                    <a:pt x="128890" y="820750"/>
                  </a:lnTo>
                  <a:lnTo>
                    <a:pt x="127730" y="820470"/>
                  </a:lnTo>
                  <a:lnTo>
                    <a:pt x="125514" y="817862"/>
                  </a:lnTo>
                  <a:lnTo>
                    <a:pt x="124940" y="817888"/>
                  </a:lnTo>
                  <a:lnTo>
                    <a:pt x="124581" y="818658"/>
                  </a:lnTo>
                  <a:lnTo>
                    <a:pt x="124410" y="820752"/>
                  </a:lnTo>
                  <a:lnTo>
                    <a:pt x="124227" y="821199"/>
                  </a:lnTo>
                  <a:lnTo>
                    <a:pt x="123833" y="821541"/>
                  </a:lnTo>
                  <a:lnTo>
                    <a:pt x="123077" y="821772"/>
                  </a:lnTo>
                  <a:lnTo>
                    <a:pt x="121966" y="820466"/>
                  </a:lnTo>
                  <a:lnTo>
                    <a:pt x="119134" y="816185"/>
                  </a:lnTo>
                  <a:lnTo>
                    <a:pt x="117993" y="813057"/>
                  </a:lnTo>
                  <a:lnTo>
                    <a:pt x="117731" y="810785"/>
                  </a:lnTo>
                  <a:lnTo>
                    <a:pt x="116800" y="809340"/>
                  </a:lnTo>
                  <a:lnTo>
                    <a:pt x="115896" y="807250"/>
                  </a:lnTo>
                  <a:lnTo>
                    <a:pt x="114979" y="807068"/>
                  </a:lnTo>
                  <a:lnTo>
                    <a:pt x="113963" y="807737"/>
                  </a:lnTo>
                  <a:lnTo>
                    <a:pt x="112999" y="808745"/>
                  </a:lnTo>
                  <a:lnTo>
                    <a:pt x="112540" y="809022"/>
                  </a:lnTo>
                  <a:lnTo>
                    <a:pt x="110897" y="809375"/>
                  </a:lnTo>
                  <a:lnTo>
                    <a:pt x="108257" y="810785"/>
                  </a:lnTo>
                  <a:lnTo>
                    <a:pt x="107536" y="812132"/>
                  </a:lnTo>
                  <a:lnTo>
                    <a:pt x="106650" y="813226"/>
                  </a:lnTo>
                  <a:lnTo>
                    <a:pt x="105962" y="812468"/>
                  </a:lnTo>
                  <a:lnTo>
                    <a:pt x="105274" y="811121"/>
                  </a:lnTo>
                  <a:lnTo>
                    <a:pt x="103766" y="810637"/>
                  </a:lnTo>
                  <a:lnTo>
                    <a:pt x="103044" y="811121"/>
                  </a:lnTo>
                  <a:lnTo>
                    <a:pt x="102322" y="810196"/>
                  </a:lnTo>
                  <a:lnTo>
                    <a:pt x="101702" y="808540"/>
                  </a:lnTo>
                  <a:lnTo>
                    <a:pt x="100861" y="807336"/>
                  </a:lnTo>
                  <a:lnTo>
                    <a:pt x="99612" y="807007"/>
                  </a:lnTo>
                  <a:lnTo>
                    <a:pt x="98259" y="806492"/>
                  </a:lnTo>
                  <a:lnTo>
                    <a:pt x="97176" y="807419"/>
                  </a:lnTo>
                  <a:lnTo>
                    <a:pt x="95767" y="809185"/>
                  </a:lnTo>
                  <a:lnTo>
                    <a:pt x="94816" y="808512"/>
                  </a:lnTo>
                  <a:lnTo>
                    <a:pt x="94291" y="806407"/>
                  </a:lnTo>
                  <a:lnTo>
                    <a:pt x="93635" y="805818"/>
                  </a:lnTo>
                  <a:lnTo>
                    <a:pt x="92751" y="803461"/>
                  </a:lnTo>
                  <a:lnTo>
                    <a:pt x="92521" y="801356"/>
                  </a:lnTo>
                  <a:lnTo>
                    <a:pt x="92751" y="800431"/>
                  </a:lnTo>
                  <a:lnTo>
                    <a:pt x="93079" y="799254"/>
                  </a:lnTo>
                  <a:lnTo>
                    <a:pt x="93079" y="797906"/>
                  </a:lnTo>
                  <a:lnTo>
                    <a:pt x="92817" y="796727"/>
                  </a:lnTo>
                  <a:lnTo>
                    <a:pt x="92424" y="795801"/>
                  </a:lnTo>
                  <a:lnTo>
                    <a:pt x="91997" y="792687"/>
                  </a:lnTo>
                  <a:lnTo>
                    <a:pt x="91636" y="791340"/>
                  </a:lnTo>
                  <a:lnTo>
                    <a:pt x="91571" y="790246"/>
                  </a:lnTo>
                  <a:lnTo>
                    <a:pt x="91866" y="789235"/>
                  </a:lnTo>
                  <a:lnTo>
                    <a:pt x="91603" y="788562"/>
                  </a:lnTo>
                  <a:lnTo>
                    <a:pt x="91111" y="788477"/>
                  </a:lnTo>
                  <a:lnTo>
                    <a:pt x="90293" y="788562"/>
                  </a:lnTo>
                  <a:lnTo>
                    <a:pt x="89833" y="788057"/>
                  </a:lnTo>
                  <a:lnTo>
                    <a:pt x="89341" y="786288"/>
                  </a:lnTo>
                  <a:lnTo>
                    <a:pt x="89079" y="784521"/>
                  </a:lnTo>
                  <a:lnTo>
                    <a:pt x="88751" y="783849"/>
                  </a:lnTo>
                  <a:lnTo>
                    <a:pt x="87901" y="783898"/>
                  </a:lnTo>
                  <a:lnTo>
                    <a:pt x="86501" y="784268"/>
                  </a:lnTo>
                  <a:lnTo>
                    <a:pt x="85256" y="784856"/>
                  </a:lnTo>
                  <a:lnTo>
                    <a:pt x="84703" y="784770"/>
                  </a:lnTo>
                  <a:lnTo>
                    <a:pt x="83604" y="783857"/>
                  </a:lnTo>
                  <a:lnTo>
                    <a:pt x="82156" y="782854"/>
                  </a:lnTo>
                  <a:lnTo>
                    <a:pt x="79201" y="782655"/>
                  </a:lnTo>
                  <a:lnTo>
                    <a:pt x="78967" y="782313"/>
                  </a:lnTo>
                  <a:lnTo>
                    <a:pt x="79134" y="781679"/>
                  </a:lnTo>
                  <a:lnTo>
                    <a:pt x="79736" y="780650"/>
                  </a:lnTo>
                  <a:lnTo>
                    <a:pt x="79670" y="779807"/>
                  </a:lnTo>
                  <a:lnTo>
                    <a:pt x="79151" y="779126"/>
                  </a:lnTo>
                  <a:lnTo>
                    <a:pt x="78883" y="777451"/>
                  </a:lnTo>
                  <a:lnTo>
                    <a:pt x="78914" y="775555"/>
                  </a:lnTo>
                  <a:lnTo>
                    <a:pt x="78817" y="773495"/>
                  </a:lnTo>
                  <a:lnTo>
                    <a:pt x="78195" y="771895"/>
                  </a:lnTo>
                  <a:lnTo>
                    <a:pt x="77834" y="770801"/>
                  </a:lnTo>
                  <a:lnTo>
                    <a:pt x="77899" y="769791"/>
                  </a:lnTo>
                  <a:lnTo>
                    <a:pt x="79258" y="769404"/>
                  </a:lnTo>
                  <a:lnTo>
                    <a:pt x="80871" y="768687"/>
                  </a:lnTo>
                  <a:lnTo>
                    <a:pt x="81140" y="767949"/>
                  </a:lnTo>
                  <a:lnTo>
                    <a:pt x="81084" y="766799"/>
                  </a:lnTo>
                  <a:lnTo>
                    <a:pt x="77807" y="760912"/>
                  </a:lnTo>
                  <a:lnTo>
                    <a:pt x="76682" y="755702"/>
                  </a:lnTo>
                  <a:lnTo>
                    <a:pt x="75609" y="752880"/>
                  </a:lnTo>
                  <a:lnTo>
                    <a:pt x="74421" y="750984"/>
                  </a:lnTo>
                  <a:lnTo>
                    <a:pt x="73459" y="750122"/>
                  </a:lnTo>
                  <a:lnTo>
                    <a:pt x="72056" y="750482"/>
                  </a:lnTo>
                  <a:lnTo>
                    <a:pt x="70198" y="750447"/>
                  </a:lnTo>
                  <a:lnTo>
                    <a:pt x="68302" y="749863"/>
                  </a:lnTo>
                  <a:lnTo>
                    <a:pt x="66706" y="750251"/>
                  </a:lnTo>
                  <a:lnTo>
                    <a:pt x="63843" y="752735"/>
                  </a:lnTo>
                  <a:lnTo>
                    <a:pt x="62770" y="752845"/>
                  </a:lnTo>
                  <a:lnTo>
                    <a:pt x="60917" y="752063"/>
                  </a:lnTo>
                  <a:lnTo>
                    <a:pt x="59335" y="751193"/>
                  </a:lnTo>
                  <a:lnTo>
                    <a:pt x="58501" y="751232"/>
                  </a:lnTo>
                  <a:lnTo>
                    <a:pt x="57993" y="751599"/>
                  </a:lnTo>
                  <a:lnTo>
                    <a:pt x="57667" y="752269"/>
                  </a:lnTo>
                  <a:lnTo>
                    <a:pt x="56744" y="756941"/>
                  </a:lnTo>
                  <a:lnTo>
                    <a:pt x="55984" y="757859"/>
                  </a:lnTo>
                  <a:lnTo>
                    <a:pt x="54897" y="758815"/>
                  </a:lnTo>
                  <a:lnTo>
                    <a:pt x="53968" y="758980"/>
                  </a:lnTo>
                  <a:lnTo>
                    <a:pt x="53188" y="758932"/>
                  </a:lnTo>
                  <a:lnTo>
                    <a:pt x="52058" y="758215"/>
                  </a:lnTo>
                  <a:lnTo>
                    <a:pt x="50986" y="757373"/>
                  </a:lnTo>
                  <a:lnTo>
                    <a:pt x="50766" y="757324"/>
                  </a:lnTo>
                  <a:lnTo>
                    <a:pt x="50711" y="756592"/>
                  </a:lnTo>
                  <a:lnTo>
                    <a:pt x="49929" y="753790"/>
                  </a:lnTo>
                  <a:lnTo>
                    <a:pt x="49461" y="752562"/>
                  </a:lnTo>
                  <a:lnTo>
                    <a:pt x="48904" y="751894"/>
                  </a:lnTo>
                  <a:lnTo>
                    <a:pt x="48626" y="751082"/>
                  </a:lnTo>
                  <a:lnTo>
                    <a:pt x="48617" y="747722"/>
                  </a:lnTo>
                  <a:lnTo>
                    <a:pt x="48720" y="744576"/>
                  </a:lnTo>
                  <a:lnTo>
                    <a:pt x="49069" y="744171"/>
                  </a:lnTo>
                  <a:lnTo>
                    <a:pt x="48037" y="741606"/>
                  </a:lnTo>
                  <a:lnTo>
                    <a:pt x="47959" y="739663"/>
                  </a:lnTo>
                  <a:lnTo>
                    <a:pt x="48466" y="738697"/>
                  </a:lnTo>
                  <a:lnTo>
                    <a:pt x="48482" y="737876"/>
                  </a:lnTo>
                  <a:lnTo>
                    <a:pt x="48140" y="736723"/>
                  </a:lnTo>
                  <a:lnTo>
                    <a:pt x="47077" y="734844"/>
                  </a:lnTo>
                  <a:lnTo>
                    <a:pt x="46044" y="732728"/>
                  </a:lnTo>
                  <a:lnTo>
                    <a:pt x="45378" y="731063"/>
                  </a:lnTo>
                  <a:lnTo>
                    <a:pt x="44960" y="730268"/>
                  </a:lnTo>
                  <a:lnTo>
                    <a:pt x="45468" y="728962"/>
                  </a:lnTo>
                  <a:lnTo>
                    <a:pt x="46177" y="726655"/>
                  </a:lnTo>
                  <a:lnTo>
                    <a:pt x="46451" y="725300"/>
                  </a:lnTo>
                  <a:lnTo>
                    <a:pt x="46790" y="724968"/>
                  </a:lnTo>
                  <a:lnTo>
                    <a:pt x="48460" y="724778"/>
                  </a:lnTo>
                  <a:lnTo>
                    <a:pt x="49672" y="724824"/>
                  </a:lnTo>
                  <a:lnTo>
                    <a:pt x="50583" y="725319"/>
                  </a:lnTo>
                  <a:lnTo>
                    <a:pt x="50928" y="726421"/>
                  </a:lnTo>
                  <a:lnTo>
                    <a:pt x="51760" y="727623"/>
                  </a:lnTo>
                  <a:lnTo>
                    <a:pt x="54128" y="728118"/>
                  </a:lnTo>
                  <a:lnTo>
                    <a:pt x="55124" y="728067"/>
                  </a:lnTo>
                  <a:lnTo>
                    <a:pt x="56374" y="726968"/>
                  </a:lnTo>
                  <a:lnTo>
                    <a:pt x="58395" y="724538"/>
                  </a:lnTo>
                  <a:lnTo>
                    <a:pt x="58891" y="722774"/>
                  </a:lnTo>
                  <a:lnTo>
                    <a:pt x="60142" y="721530"/>
                  </a:lnTo>
                  <a:lnTo>
                    <a:pt x="60906" y="721042"/>
                  </a:lnTo>
                  <a:lnTo>
                    <a:pt x="61595" y="720823"/>
                  </a:lnTo>
                  <a:lnTo>
                    <a:pt x="61663" y="719786"/>
                  </a:lnTo>
                  <a:lnTo>
                    <a:pt x="61619" y="718367"/>
                  </a:lnTo>
                  <a:lnTo>
                    <a:pt x="61381" y="717519"/>
                  </a:lnTo>
                  <a:lnTo>
                    <a:pt x="58894" y="714599"/>
                  </a:lnTo>
                  <a:lnTo>
                    <a:pt x="58580" y="713645"/>
                  </a:lnTo>
                  <a:lnTo>
                    <a:pt x="58383" y="712521"/>
                  </a:lnTo>
                  <a:lnTo>
                    <a:pt x="58679" y="711456"/>
                  </a:lnTo>
                  <a:lnTo>
                    <a:pt x="58670" y="710286"/>
                  </a:lnTo>
                  <a:lnTo>
                    <a:pt x="55796" y="707676"/>
                  </a:lnTo>
                  <a:lnTo>
                    <a:pt x="53400" y="707214"/>
                  </a:lnTo>
                  <a:lnTo>
                    <a:pt x="51427" y="707360"/>
                  </a:lnTo>
                  <a:lnTo>
                    <a:pt x="50661" y="706813"/>
                  </a:lnTo>
                  <a:lnTo>
                    <a:pt x="50992" y="705497"/>
                  </a:lnTo>
                  <a:lnTo>
                    <a:pt x="51479" y="703133"/>
                  </a:lnTo>
                  <a:lnTo>
                    <a:pt x="51623" y="701189"/>
                  </a:lnTo>
                  <a:lnTo>
                    <a:pt x="51487" y="700305"/>
                  </a:lnTo>
                  <a:lnTo>
                    <a:pt x="51096" y="699560"/>
                  </a:lnTo>
                  <a:lnTo>
                    <a:pt x="49213" y="697927"/>
                  </a:lnTo>
                  <a:lnTo>
                    <a:pt x="46626" y="695422"/>
                  </a:lnTo>
                  <a:lnTo>
                    <a:pt x="45424" y="692593"/>
                  </a:lnTo>
                  <a:lnTo>
                    <a:pt x="44807" y="689639"/>
                  </a:lnTo>
                  <a:lnTo>
                    <a:pt x="44108" y="687827"/>
                  </a:lnTo>
                  <a:lnTo>
                    <a:pt x="42842" y="686680"/>
                  </a:lnTo>
                  <a:lnTo>
                    <a:pt x="42924" y="685933"/>
                  </a:lnTo>
                  <a:lnTo>
                    <a:pt x="43764" y="683160"/>
                  </a:lnTo>
                  <a:lnTo>
                    <a:pt x="43732" y="682734"/>
                  </a:lnTo>
                  <a:lnTo>
                    <a:pt x="43377" y="682050"/>
                  </a:lnTo>
                  <a:lnTo>
                    <a:pt x="41799" y="680649"/>
                  </a:lnTo>
                  <a:lnTo>
                    <a:pt x="39666" y="678068"/>
                  </a:lnTo>
                  <a:lnTo>
                    <a:pt x="39576" y="677396"/>
                  </a:lnTo>
                  <a:lnTo>
                    <a:pt x="39732" y="675772"/>
                  </a:lnTo>
                  <a:lnTo>
                    <a:pt x="40024" y="674175"/>
                  </a:lnTo>
                  <a:lnTo>
                    <a:pt x="40449" y="673415"/>
                  </a:lnTo>
                  <a:lnTo>
                    <a:pt x="41725" y="670171"/>
                  </a:lnTo>
                  <a:lnTo>
                    <a:pt x="41725" y="669069"/>
                  </a:lnTo>
                  <a:lnTo>
                    <a:pt x="41508" y="667597"/>
                  </a:lnTo>
                  <a:lnTo>
                    <a:pt x="40571" y="665061"/>
                  </a:lnTo>
                  <a:lnTo>
                    <a:pt x="39846" y="663427"/>
                  </a:lnTo>
                  <a:lnTo>
                    <a:pt x="39801" y="662592"/>
                  </a:lnTo>
                  <a:lnTo>
                    <a:pt x="39921" y="661904"/>
                  </a:lnTo>
                  <a:lnTo>
                    <a:pt x="40391" y="661014"/>
                  </a:lnTo>
                  <a:lnTo>
                    <a:pt x="40837" y="659920"/>
                  </a:lnTo>
                  <a:lnTo>
                    <a:pt x="40932" y="656140"/>
                  </a:lnTo>
                  <a:lnTo>
                    <a:pt x="40909" y="654820"/>
                  </a:lnTo>
                  <a:lnTo>
                    <a:pt x="40626" y="654041"/>
                  </a:lnTo>
                  <a:lnTo>
                    <a:pt x="40324" y="653711"/>
                  </a:lnTo>
                  <a:lnTo>
                    <a:pt x="39689" y="653901"/>
                  </a:lnTo>
                  <a:lnTo>
                    <a:pt x="38778" y="653280"/>
                  </a:lnTo>
                  <a:lnTo>
                    <a:pt x="38095" y="652295"/>
                  </a:lnTo>
                  <a:lnTo>
                    <a:pt x="37673" y="651976"/>
                  </a:lnTo>
                  <a:lnTo>
                    <a:pt x="37225" y="650970"/>
                  </a:lnTo>
                  <a:lnTo>
                    <a:pt x="35944" y="648946"/>
                  </a:lnTo>
                  <a:lnTo>
                    <a:pt x="35724" y="648413"/>
                  </a:lnTo>
                  <a:lnTo>
                    <a:pt x="33162" y="646688"/>
                  </a:lnTo>
                  <a:lnTo>
                    <a:pt x="30964" y="646948"/>
                  </a:lnTo>
                  <a:lnTo>
                    <a:pt x="29749" y="646687"/>
                  </a:lnTo>
                  <a:lnTo>
                    <a:pt x="29111" y="647069"/>
                  </a:lnTo>
                  <a:lnTo>
                    <a:pt x="28447" y="648168"/>
                  </a:lnTo>
                  <a:lnTo>
                    <a:pt x="27529" y="648898"/>
                  </a:lnTo>
                  <a:lnTo>
                    <a:pt x="26843" y="648918"/>
                  </a:lnTo>
                  <a:lnTo>
                    <a:pt x="26216" y="649467"/>
                  </a:lnTo>
                  <a:lnTo>
                    <a:pt x="24515" y="651435"/>
                  </a:lnTo>
                  <a:lnTo>
                    <a:pt x="23718" y="650244"/>
                  </a:lnTo>
                  <a:lnTo>
                    <a:pt x="23032" y="648486"/>
                  </a:lnTo>
                  <a:lnTo>
                    <a:pt x="23259" y="646998"/>
                  </a:lnTo>
                  <a:lnTo>
                    <a:pt x="23545" y="645629"/>
                  </a:lnTo>
                  <a:lnTo>
                    <a:pt x="23524" y="644708"/>
                  </a:lnTo>
                  <a:lnTo>
                    <a:pt x="23281" y="643925"/>
                  </a:lnTo>
                  <a:lnTo>
                    <a:pt x="22222" y="643063"/>
                  </a:lnTo>
                  <a:lnTo>
                    <a:pt x="19971" y="641489"/>
                  </a:lnTo>
                  <a:lnTo>
                    <a:pt x="19331" y="641471"/>
                  </a:lnTo>
                  <a:lnTo>
                    <a:pt x="18361" y="642052"/>
                  </a:lnTo>
                  <a:lnTo>
                    <a:pt x="16603" y="643811"/>
                  </a:lnTo>
                  <a:lnTo>
                    <a:pt x="15983" y="643433"/>
                  </a:lnTo>
                  <a:lnTo>
                    <a:pt x="15407" y="642036"/>
                  </a:lnTo>
                  <a:lnTo>
                    <a:pt x="14787" y="640289"/>
                  </a:lnTo>
                  <a:lnTo>
                    <a:pt x="13947" y="639396"/>
                  </a:lnTo>
                  <a:lnTo>
                    <a:pt x="12141" y="639484"/>
                  </a:lnTo>
                  <a:lnTo>
                    <a:pt x="11969" y="639552"/>
                  </a:lnTo>
                  <a:lnTo>
                    <a:pt x="11097" y="640562"/>
                  </a:lnTo>
                  <a:lnTo>
                    <a:pt x="10729" y="640462"/>
                  </a:lnTo>
                  <a:lnTo>
                    <a:pt x="9160" y="637891"/>
                  </a:lnTo>
                  <a:lnTo>
                    <a:pt x="9452" y="636490"/>
                  </a:lnTo>
                  <a:lnTo>
                    <a:pt x="9782" y="634419"/>
                  </a:lnTo>
                  <a:lnTo>
                    <a:pt x="9663" y="632789"/>
                  </a:lnTo>
                  <a:lnTo>
                    <a:pt x="9405" y="630683"/>
                  </a:lnTo>
                  <a:lnTo>
                    <a:pt x="8733" y="627024"/>
                  </a:lnTo>
                  <a:lnTo>
                    <a:pt x="8644" y="625989"/>
                  </a:lnTo>
                  <a:lnTo>
                    <a:pt x="7544" y="624389"/>
                  </a:lnTo>
                  <a:lnTo>
                    <a:pt x="7361" y="623046"/>
                  </a:lnTo>
                  <a:lnTo>
                    <a:pt x="6783" y="621320"/>
                  </a:lnTo>
                  <a:lnTo>
                    <a:pt x="6215" y="620216"/>
                  </a:lnTo>
                  <a:lnTo>
                    <a:pt x="6094" y="617761"/>
                  </a:lnTo>
                  <a:lnTo>
                    <a:pt x="5715" y="616896"/>
                  </a:lnTo>
                  <a:lnTo>
                    <a:pt x="5225" y="616492"/>
                  </a:lnTo>
                  <a:lnTo>
                    <a:pt x="3495" y="617198"/>
                  </a:lnTo>
                  <a:lnTo>
                    <a:pt x="3308" y="617126"/>
                  </a:lnTo>
                  <a:lnTo>
                    <a:pt x="4133" y="613213"/>
                  </a:lnTo>
                  <a:lnTo>
                    <a:pt x="4205" y="610951"/>
                  </a:lnTo>
                  <a:lnTo>
                    <a:pt x="4727" y="608573"/>
                  </a:lnTo>
                  <a:lnTo>
                    <a:pt x="5323" y="607634"/>
                  </a:lnTo>
                  <a:lnTo>
                    <a:pt x="5504" y="606818"/>
                  </a:lnTo>
                  <a:lnTo>
                    <a:pt x="5596" y="605246"/>
                  </a:lnTo>
                  <a:lnTo>
                    <a:pt x="5485" y="603898"/>
                  </a:lnTo>
                  <a:lnTo>
                    <a:pt x="5120" y="603200"/>
                  </a:lnTo>
                  <a:lnTo>
                    <a:pt x="3691" y="601688"/>
                  </a:lnTo>
                  <a:lnTo>
                    <a:pt x="2148" y="599865"/>
                  </a:lnTo>
                  <a:lnTo>
                    <a:pt x="1831" y="597550"/>
                  </a:lnTo>
                  <a:lnTo>
                    <a:pt x="1355" y="597081"/>
                  </a:lnTo>
                  <a:lnTo>
                    <a:pt x="0" y="596960"/>
                  </a:lnTo>
                  <a:lnTo>
                    <a:pt x="26" y="596304"/>
                  </a:lnTo>
                  <a:lnTo>
                    <a:pt x="228" y="594465"/>
                  </a:lnTo>
                  <a:lnTo>
                    <a:pt x="552" y="592862"/>
                  </a:lnTo>
                  <a:lnTo>
                    <a:pt x="1611" y="591143"/>
                  </a:lnTo>
                  <a:lnTo>
                    <a:pt x="1873" y="589984"/>
                  </a:lnTo>
                  <a:lnTo>
                    <a:pt x="2188" y="588943"/>
                  </a:lnTo>
                  <a:lnTo>
                    <a:pt x="4613" y="587714"/>
                  </a:lnTo>
                  <a:lnTo>
                    <a:pt x="4890" y="587249"/>
                  </a:lnTo>
                  <a:lnTo>
                    <a:pt x="4908" y="586837"/>
                  </a:lnTo>
                  <a:lnTo>
                    <a:pt x="4796" y="586440"/>
                  </a:lnTo>
                  <a:lnTo>
                    <a:pt x="4258" y="585809"/>
                  </a:lnTo>
                  <a:lnTo>
                    <a:pt x="3699" y="584948"/>
                  </a:lnTo>
                  <a:lnTo>
                    <a:pt x="3362" y="582605"/>
                  </a:lnTo>
                  <a:lnTo>
                    <a:pt x="2521" y="578936"/>
                  </a:lnTo>
                  <a:lnTo>
                    <a:pt x="1731" y="576476"/>
                  </a:lnTo>
                  <a:lnTo>
                    <a:pt x="1563" y="575036"/>
                  </a:lnTo>
                  <a:lnTo>
                    <a:pt x="1767" y="573375"/>
                  </a:lnTo>
                  <a:lnTo>
                    <a:pt x="2049" y="571743"/>
                  </a:lnTo>
                  <a:lnTo>
                    <a:pt x="2064" y="570155"/>
                  </a:lnTo>
                  <a:lnTo>
                    <a:pt x="864" y="561355"/>
                  </a:lnTo>
                  <a:lnTo>
                    <a:pt x="946" y="559753"/>
                  </a:lnTo>
                  <a:lnTo>
                    <a:pt x="1294" y="558156"/>
                  </a:lnTo>
                  <a:lnTo>
                    <a:pt x="1854" y="556827"/>
                  </a:lnTo>
                  <a:lnTo>
                    <a:pt x="3105" y="555093"/>
                  </a:lnTo>
                  <a:lnTo>
                    <a:pt x="4668" y="551930"/>
                  </a:lnTo>
                  <a:lnTo>
                    <a:pt x="5725" y="547774"/>
                  </a:lnTo>
                  <a:lnTo>
                    <a:pt x="6279" y="545263"/>
                  </a:lnTo>
                  <a:lnTo>
                    <a:pt x="6746" y="544690"/>
                  </a:lnTo>
                  <a:lnTo>
                    <a:pt x="7646" y="544552"/>
                  </a:lnTo>
                  <a:lnTo>
                    <a:pt x="7988" y="543780"/>
                  </a:lnTo>
                  <a:lnTo>
                    <a:pt x="8163" y="543324"/>
                  </a:lnTo>
                  <a:lnTo>
                    <a:pt x="8934" y="542901"/>
                  </a:lnTo>
                  <a:lnTo>
                    <a:pt x="9196" y="542403"/>
                  </a:lnTo>
                  <a:lnTo>
                    <a:pt x="8988" y="541556"/>
                  </a:lnTo>
                  <a:lnTo>
                    <a:pt x="8215" y="540076"/>
                  </a:lnTo>
                  <a:lnTo>
                    <a:pt x="7601" y="539157"/>
                  </a:lnTo>
                  <a:lnTo>
                    <a:pt x="8193" y="537097"/>
                  </a:lnTo>
                  <a:lnTo>
                    <a:pt x="7990" y="534344"/>
                  </a:lnTo>
                  <a:lnTo>
                    <a:pt x="7618" y="532051"/>
                  </a:lnTo>
                  <a:lnTo>
                    <a:pt x="8125" y="530373"/>
                  </a:lnTo>
                  <a:lnTo>
                    <a:pt x="8967" y="530226"/>
                  </a:lnTo>
                  <a:lnTo>
                    <a:pt x="9903" y="532054"/>
                  </a:lnTo>
                  <a:lnTo>
                    <a:pt x="11308" y="533003"/>
                  </a:lnTo>
                  <a:lnTo>
                    <a:pt x="12334" y="531776"/>
                  </a:lnTo>
                  <a:lnTo>
                    <a:pt x="12681" y="529407"/>
                  </a:lnTo>
                  <a:lnTo>
                    <a:pt x="13420" y="528363"/>
                  </a:lnTo>
                  <a:lnTo>
                    <a:pt x="14407" y="529294"/>
                  </a:lnTo>
                  <a:lnTo>
                    <a:pt x="16061" y="529630"/>
                  </a:lnTo>
                  <a:lnTo>
                    <a:pt x="17434" y="529476"/>
                  </a:lnTo>
                  <a:lnTo>
                    <a:pt x="18358" y="528978"/>
                  </a:lnTo>
                  <a:lnTo>
                    <a:pt x="18753" y="528209"/>
                  </a:lnTo>
                  <a:lnTo>
                    <a:pt x="19119" y="526827"/>
                  </a:lnTo>
                  <a:lnTo>
                    <a:pt x="19876" y="525071"/>
                  </a:lnTo>
                  <a:lnTo>
                    <a:pt x="20660" y="523925"/>
                  </a:lnTo>
                  <a:lnTo>
                    <a:pt x="26673" y="525228"/>
                  </a:lnTo>
                  <a:lnTo>
                    <a:pt x="31884" y="527653"/>
                  </a:lnTo>
                  <a:lnTo>
                    <a:pt x="32278" y="526746"/>
                  </a:lnTo>
                  <a:lnTo>
                    <a:pt x="32460" y="525185"/>
                  </a:lnTo>
                  <a:lnTo>
                    <a:pt x="31163" y="523841"/>
                  </a:lnTo>
                  <a:lnTo>
                    <a:pt x="30206" y="523139"/>
                  </a:lnTo>
                  <a:lnTo>
                    <a:pt x="29003" y="520347"/>
                  </a:lnTo>
                  <a:lnTo>
                    <a:pt x="27265" y="518147"/>
                  </a:lnTo>
                  <a:lnTo>
                    <a:pt x="25517" y="517953"/>
                  </a:lnTo>
                  <a:lnTo>
                    <a:pt x="23228" y="518719"/>
                  </a:lnTo>
                  <a:lnTo>
                    <a:pt x="19761" y="518261"/>
                  </a:lnTo>
                  <a:lnTo>
                    <a:pt x="16810" y="514121"/>
                  </a:lnTo>
                  <a:lnTo>
                    <a:pt x="14859" y="512828"/>
                  </a:lnTo>
                  <a:lnTo>
                    <a:pt x="13468" y="509647"/>
                  </a:lnTo>
                  <a:lnTo>
                    <a:pt x="13115" y="507957"/>
                  </a:lnTo>
                  <a:lnTo>
                    <a:pt x="14621" y="509391"/>
                  </a:lnTo>
                  <a:lnTo>
                    <a:pt x="14826" y="507877"/>
                  </a:lnTo>
                  <a:lnTo>
                    <a:pt x="14944" y="505864"/>
                  </a:lnTo>
                  <a:lnTo>
                    <a:pt x="14107" y="504636"/>
                  </a:lnTo>
                  <a:lnTo>
                    <a:pt x="13359" y="503904"/>
                  </a:lnTo>
                  <a:lnTo>
                    <a:pt x="9521" y="507045"/>
                  </a:lnTo>
                  <a:lnTo>
                    <a:pt x="5129" y="508076"/>
                  </a:lnTo>
                  <a:lnTo>
                    <a:pt x="9206" y="501879"/>
                  </a:lnTo>
                  <a:lnTo>
                    <a:pt x="12146" y="497415"/>
                  </a:lnTo>
                  <a:lnTo>
                    <a:pt x="12694" y="496744"/>
                  </a:lnTo>
                  <a:lnTo>
                    <a:pt x="13996" y="495545"/>
                  </a:lnTo>
                  <a:lnTo>
                    <a:pt x="15086" y="494285"/>
                  </a:lnTo>
                  <a:lnTo>
                    <a:pt x="15962" y="492633"/>
                  </a:lnTo>
                  <a:lnTo>
                    <a:pt x="18884" y="489374"/>
                  </a:lnTo>
                  <a:lnTo>
                    <a:pt x="21861" y="485865"/>
                  </a:lnTo>
                  <a:lnTo>
                    <a:pt x="24632" y="481242"/>
                  </a:lnTo>
                  <a:lnTo>
                    <a:pt x="25633" y="479788"/>
                  </a:lnTo>
                  <a:lnTo>
                    <a:pt x="26907" y="478232"/>
                  </a:lnTo>
                  <a:lnTo>
                    <a:pt x="29705" y="473343"/>
                  </a:lnTo>
                  <a:lnTo>
                    <a:pt x="30588" y="471989"/>
                  </a:lnTo>
                  <a:lnTo>
                    <a:pt x="34000" y="465859"/>
                  </a:lnTo>
                  <a:lnTo>
                    <a:pt x="35994" y="462804"/>
                  </a:lnTo>
                  <a:lnTo>
                    <a:pt x="36983" y="461050"/>
                  </a:lnTo>
                  <a:lnTo>
                    <a:pt x="41242" y="455252"/>
                  </a:lnTo>
                  <a:lnTo>
                    <a:pt x="44130" y="450595"/>
                  </a:lnTo>
                  <a:lnTo>
                    <a:pt x="45269" y="448041"/>
                  </a:lnTo>
                  <a:lnTo>
                    <a:pt x="46382" y="444382"/>
                  </a:lnTo>
                  <a:lnTo>
                    <a:pt x="47014" y="441886"/>
                  </a:lnTo>
                  <a:lnTo>
                    <a:pt x="48127" y="438657"/>
                  </a:lnTo>
                  <a:lnTo>
                    <a:pt x="48156" y="437587"/>
                  </a:lnTo>
                  <a:lnTo>
                    <a:pt x="47842" y="436591"/>
                  </a:lnTo>
                  <a:lnTo>
                    <a:pt x="47011" y="435043"/>
                  </a:lnTo>
                  <a:lnTo>
                    <a:pt x="45856" y="433259"/>
                  </a:lnTo>
                  <a:lnTo>
                    <a:pt x="44829" y="431078"/>
                  </a:lnTo>
                  <a:lnTo>
                    <a:pt x="44063" y="429116"/>
                  </a:lnTo>
                  <a:lnTo>
                    <a:pt x="41692" y="426387"/>
                  </a:lnTo>
                  <a:lnTo>
                    <a:pt x="38014" y="422935"/>
                  </a:lnTo>
                  <a:lnTo>
                    <a:pt x="35290" y="420377"/>
                  </a:lnTo>
                  <a:lnTo>
                    <a:pt x="31111" y="414911"/>
                  </a:lnTo>
                  <a:lnTo>
                    <a:pt x="30376" y="413548"/>
                  </a:lnTo>
                  <a:lnTo>
                    <a:pt x="30521" y="413188"/>
                  </a:lnTo>
                  <a:lnTo>
                    <a:pt x="32893" y="411534"/>
                  </a:lnTo>
                  <a:lnTo>
                    <a:pt x="35253" y="407273"/>
                  </a:lnTo>
                  <a:lnTo>
                    <a:pt x="36272" y="405113"/>
                  </a:lnTo>
                  <a:lnTo>
                    <a:pt x="36527" y="403438"/>
                  </a:lnTo>
                  <a:lnTo>
                    <a:pt x="36549" y="401552"/>
                  </a:lnTo>
                  <a:lnTo>
                    <a:pt x="36386" y="399812"/>
                  </a:lnTo>
                  <a:lnTo>
                    <a:pt x="36088" y="398733"/>
                  </a:lnTo>
                  <a:lnTo>
                    <a:pt x="34969" y="397377"/>
                  </a:lnTo>
                  <a:lnTo>
                    <a:pt x="31717" y="394903"/>
                  </a:lnTo>
                  <a:lnTo>
                    <a:pt x="30955" y="392621"/>
                  </a:lnTo>
                  <a:lnTo>
                    <a:pt x="30319" y="390230"/>
                  </a:lnTo>
                  <a:lnTo>
                    <a:pt x="30307" y="389242"/>
                  </a:lnTo>
                  <a:lnTo>
                    <a:pt x="31856" y="386674"/>
                  </a:lnTo>
                  <a:lnTo>
                    <a:pt x="31925" y="385389"/>
                  </a:lnTo>
                  <a:lnTo>
                    <a:pt x="31742" y="384075"/>
                  </a:lnTo>
                  <a:lnTo>
                    <a:pt x="31312" y="383115"/>
                  </a:lnTo>
                  <a:lnTo>
                    <a:pt x="27978" y="381955"/>
                  </a:lnTo>
                  <a:lnTo>
                    <a:pt x="27040" y="380730"/>
                  </a:lnTo>
                  <a:lnTo>
                    <a:pt x="26302" y="378780"/>
                  </a:lnTo>
                  <a:lnTo>
                    <a:pt x="25918" y="377106"/>
                  </a:lnTo>
                  <a:lnTo>
                    <a:pt x="25880" y="376115"/>
                  </a:lnTo>
                  <a:lnTo>
                    <a:pt x="26129" y="375006"/>
                  </a:lnTo>
                  <a:lnTo>
                    <a:pt x="27251" y="373799"/>
                  </a:lnTo>
                  <a:lnTo>
                    <a:pt x="28297" y="372984"/>
                  </a:lnTo>
                  <a:lnTo>
                    <a:pt x="28482" y="371886"/>
                  </a:lnTo>
                  <a:lnTo>
                    <a:pt x="28473" y="370697"/>
                  </a:lnTo>
                  <a:lnTo>
                    <a:pt x="28293" y="370123"/>
                  </a:lnTo>
                  <a:lnTo>
                    <a:pt x="26212" y="369557"/>
                  </a:lnTo>
                  <a:lnTo>
                    <a:pt x="26013" y="369235"/>
                  </a:lnTo>
                  <a:lnTo>
                    <a:pt x="25962" y="368824"/>
                  </a:lnTo>
                  <a:lnTo>
                    <a:pt x="26068" y="368332"/>
                  </a:lnTo>
                  <a:lnTo>
                    <a:pt x="27192" y="366216"/>
                  </a:lnTo>
                  <a:lnTo>
                    <a:pt x="27343" y="362183"/>
                  </a:lnTo>
                  <a:lnTo>
                    <a:pt x="28395" y="359367"/>
                  </a:lnTo>
                  <a:lnTo>
                    <a:pt x="27204" y="357718"/>
                  </a:lnTo>
                  <a:lnTo>
                    <a:pt x="27296" y="357427"/>
                  </a:lnTo>
                  <a:lnTo>
                    <a:pt x="29123" y="356563"/>
                  </a:lnTo>
                  <a:lnTo>
                    <a:pt x="30807" y="356354"/>
                  </a:lnTo>
                  <a:lnTo>
                    <a:pt x="31570" y="356030"/>
                  </a:lnTo>
                  <a:lnTo>
                    <a:pt x="31656" y="354712"/>
                  </a:lnTo>
                  <a:lnTo>
                    <a:pt x="31480" y="352932"/>
                  </a:lnTo>
                  <a:lnTo>
                    <a:pt x="29744" y="345946"/>
                  </a:lnTo>
                  <a:lnTo>
                    <a:pt x="29362" y="343933"/>
                  </a:lnTo>
                  <a:lnTo>
                    <a:pt x="28212" y="341392"/>
                  </a:lnTo>
                  <a:lnTo>
                    <a:pt x="27259" y="339684"/>
                  </a:lnTo>
                  <a:lnTo>
                    <a:pt x="26686" y="338464"/>
                  </a:lnTo>
                  <a:lnTo>
                    <a:pt x="25763" y="336079"/>
                  </a:lnTo>
                  <a:lnTo>
                    <a:pt x="25230" y="333631"/>
                  </a:lnTo>
                  <a:lnTo>
                    <a:pt x="24309" y="330898"/>
                  </a:lnTo>
                  <a:lnTo>
                    <a:pt x="23237" y="328391"/>
                  </a:lnTo>
                  <a:lnTo>
                    <a:pt x="22340" y="326072"/>
                  </a:lnTo>
                  <a:lnTo>
                    <a:pt x="20036" y="321530"/>
                  </a:lnTo>
                  <a:lnTo>
                    <a:pt x="19727" y="320273"/>
                  </a:lnTo>
                  <a:lnTo>
                    <a:pt x="19760" y="319136"/>
                  </a:lnTo>
                  <a:lnTo>
                    <a:pt x="19967" y="317933"/>
                  </a:lnTo>
                  <a:lnTo>
                    <a:pt x="21766" y="314221"/>
                  </a:lnTo>
                  <a:lnTo>
                    <a:pt x="23427" y="311123"/>
                  </a:lnTo>
                  <a:lnTo>
                    <a:pt x="25551" y="307490"/>
                  </a:lnTo>
                  <a:lnTo>
                    <a:pt x="27603" y="304474"/>
                  </a:lnTo>
                  <a:lnTo>
                    <a:pt x="29797" y="300898"/>
                  </a:lnTo>
                  <a:lnTo>
                    <a:pt x="30336" y="297328"/>
                  </a:lnTo>
                  <a:lnTo>
                    <a:pt x="30234" y="296728"/>
                  </a:lnTo>
                  <a:lnTo>
                    <a:pt x="28420" y="294795"/>
                  </a:lnTo>
                  <a:lnTo>
                    <a:pt x="24998" y="289621"/>
                  </a:lnTo>
                  <a:lnTo>
                    <a:pt x="22922" y="285697"/>
                  </a:lnTo>
                  <a:lnTo>
                    <a:pt x="19690" y="284040"/>
                  </a:lnTo>
                  <a:lnTo>
                    <a:pt x="15342" y="281917"/>
                  </a:lnTo>
                  <a:lnTo>
                    <a:pt x="13904" y="277143"/>
                  </a:lnTo>
                  <a:lnTo>
                    <a:pt x="12874" y="273095"/>
                  </a:lnTo>
                  <a:lnTo>
                    <a:pt x="12973" y="271638"/>
                  </a:lnTo>
                  <a:lnTo>
                    <a:pt x="16112" y="264731"/>
                  </a:lnTo>
                  <a:lnTo>
                    <a:pt x="16406" y="263478"/>
                  </a:lnTo>
                  <a:lnTo>
                    <a:pt x="16351" y="262703"/>
                  </a:lnTo>
                  <a:lnTo>
                    <a:pt x="16029" y="262218"/>
                  </a:lnTo>
                  <a:lnTo>
                    <a:pt x="15581" y="261950"/>
                  </a:lnTo>
                  <a:lnTo>
                    <a:pt x="12676" y="261751"/>
                  </a:lnTo>
                  <a:lnTo>
                    <a:pt x="12222" y="260809"/>
                  </a:lnTo>
                  <a:lnTo>
                    <a:pt x="13971" y="260097"/>
                  </a:lnTo>
                  <a:lnTo>
                    <a:pt x="15423" y="259128"/>
                  </a:lnTo>
                  <a:lnTo>
                    <a:pt x="17802" y="257691"/>
                  </a:lnTo>
                  <a:lnTo>
                    <a:pt x="18572" y="257327"/>
                  </a:lnTo>
                  <a:lnTo>
                    <a:pt x="20330" y="256500"/>
                  </a:lnTo>
                  <a:lnTo>
                    <a:pt x="20932" y="255863"/>
                  </a:lnTo>
                  <a:lnTo>
                    <a:pt x="21382" y="255110"/>
                  </a:lnTo>
                  <a:lnTo>
                    <a:pt x="23028" y="249980"/>
                  </a:lnTo>
                  <a:lnTo>
                    <a:pt x="23434" y="249167"/>
                  </a:lnTo>
                  <a:lnTo>
                    <a:pt x="28548" y="247326"/>
                  </a:lnTo>
                  <a:lnTo>
                    <a:pt x="30405" y="246379"/>
                  </a:lnTo>
                  <a:lnTo>
                    <a:pt x="31478" y="245186"/>
                  </a:lnTo>
                  <a:lnTo>
                    <a:pt x="31991" y="244258"/>
                  </a:lnTo>
                  <a:lnTo>
                    <a:pt x="32358" y="243154"/>
                  </a:lnTo>
                  <a:lnTo>
                    <a:pt x="32622" y="241938"/>
                  </a:lnTo>
                  <a:lnTo>
                    <a:pt x="32735" y="240821"/>
                  </a:lnTo>
                  <a:lnTo>
                    <a:pt x="32312" y="239364"/>
                  </a:lnTo>
                  <a:lnTo>
                    <a:pt x="32547" y="239188"/>
                  </a:lnTo>
                  <a:lnTo>
                    <a:pt x="33092" y="239249"/>
                  </a:lnTo>
                  <a:lnTo>
                    <a:pt x="34843" y="240699"/>
                  </a:lnTo>
                  <a:lnTo>
                    <a:pt x="37556" y="242240"/>
                  </a:lnTo>
                  <a:lnTo>
                    <a:pt x="39552" y="242359"/>
                  </a:lnTo>
                  <a:lnTo>
                    <a:pt x="40379" y="242066"/>
                  </a:lnTo>
                  <a:lnTo>
                    <a:pt x="40792" y="241393"/>
                  </a:lnTo>
                  <a:lnTo>
                    <a:pt x="41089" y="240075"/>
                  </a:lnTo>
                  <a:lnTo>
                    <a:pt x="41108" y="238718"/>
                  </a:lnTo>
                  <a:lnTo>
                    <a:pt x="40482" y="234826"/>
                  </a:lnTo>
                  <a:lnTo>
                    <a:pt x="42551" y="235246"/>
                  </a:lnTo>
                  <a:lnTo>
                    <a:pt x="47192" y="237600"/>
                  </a:lnTo>
                  <a:lnTo>
                    <a:pt x="48276" y="237383"/>
                  </a:lnTo>
                  <a:lnTo>
                    <a:pt x="49648" y="236672"/>
                  </a:lnTo>
                  <a:lnTo>
                    <a:pt x="51056" y="233871"/>
                  </a:lnTo>
                  <a:lnTo>
                    <a:pt x="52102" y="233392"/>
                  </a:lnTo>
                  <a:lnTo>
                    <a:pt x="53466" y="234044"/>
                  </a:lnTo>
                  <a:lnTo>
                    <a:pt x="53841" y="233294"/>
                  </a:lnTo>
                  <a:lnTo>
                    <a:pt x="53137" y="230971"/>
                  </a:lnTo>
                  <a:lnTo>
                    <a:pt x="53312" y="229797"/>
                  </a:lnTo>
                  <a:lnTo>
                    <a:pt x="57996" y="232307"/>
                  </a:lnTo>
                  <a:lnTo>
                    <a:pt x="59997" y="234145"/>
                  </a:lnTo>
                  <a:lnTo>
                    <a:pt x="64327" y="235760"/>
                  </a:lnTo>
                  <a:lnTo>
                    <a:pt x="65087" y="236638"/>
                  </a:lnTo>
                  <a:lnTo>
                    <a:pt x="65143" y="238164"/>
                  </a:lnTo>
                  <a:lnTo>
                    <a:pt x="64936" y="239474"/>
                  </a:lnTo>
                  <a:lnTo>
                    <a:pt x="64020" y="240197"/>
                  </a:lnTo>
                  <a:lnTo>
                    <a:pt x="62170" y="240078"/>
                  </a:lnTo>
                  <a:lnTo>
                    <a:pt x="55524" y="238060"/>
                  </a:lnTo>
                  <a:lnTo>
                    <a:pt x="54543" y="239285"/>
                  </a:lnTo>
                  <a:lnTo>
                    <a:pt x="55346" y="240347"/>
                  </a:lnTo>
                  <a:lnTo>
                    <a:pt x="57294" y="241599"/>
                  </a:lnTo>
                  <a:lnTo>
                    <a:pt x="57836" y="243819"/>
                  </a:lnTo>
                  <a:lnTo>
                    <a:pt x="60818" y="243514"/>
                  </a:lnTo>
                  <a:lnTo>
                    <a:pt x="63660" y="244359"/>
                  </a:lnTo>
                  <a:lnTo>
                    <a:pt x="64995" y="244085"/>
                  </a:lnTo>
                  <a:lnTo>
                    <a:pt x="65239" y="244809"/>
                  </a:lnTo>
                  <a:lnTo>
                    <a:pt x="64326" y="246649"/>
                  </a:lnTo>
                  <a:lnTo>
                    <a:pt x="64755" y="247122"/>
                  </a:lnTo>
                  <a:lnTo>
                    <a:pt x="67942" y="245337"/>
                  </a:lnTo>
                  <a:lnTo>
                    <a:pt x="69427" y="244848"/>
                  </a:lnTo>
                  <a:lnTo>
                    <a:pt x="70226" y="245324"/>
                  </a:lnTo>
                  <a:lnTo>
                    <a:pt x="70334" y="246802"/>
                  </a:lnTo>
                  <a:lnTo>
                    <a:pt x="69808" y="248660"/>
                  </a:lnTo>
                  <a:lnTo>
                    <a:pt x="69750" y="250074"/>
                  </a:lnTo>
                  <a:lnTo>
                    <a:pt x="68769" y="253489"/>
                  </a:lnTo>
                  <a:lnTo>
                    <a:pt x="67258" y="254524"/>
                  </a:lnTo>
                  <a:lnTo>
                    <a:pt x="66623" y="255946"/>
                  </a:lnTo>
                  <a:lnTo>
                    <a:pt x="68834" y="255075"/>
                  </a:lnTo>
                  <a:lnTo>
                    <a:pt x="70011" y="254124"/>
                  </a:lnTo>
                  <a:lnTo>
                    <a:pt x="72214" y="249432"/>
                  </a:lnTo>
                  <a:lnTo>
                    <a:pt x="72873" y="248809"/>
                  </a:lnTo>
                  <a:lnTo>
                    <a:pt x="79146" y="248724"/>
                  </a:lnTo>
                  <a:lnTo>
                    <a:pt x="80565" y="249025"/>
                  </a:lnTo>
                  <a:lnTo>
                    <a:pt x="86448" y="251237"/>
                  </a:lnTo>
                  <a:lnTo>
                    <a:pt x="88124" y="251439"/>
                  </a:lnTo>
                  <a:lnTo>
                    <a:pt x="90038" y="251156"/>
                  </a:lnTo>
                  <a:lnTo>
                    <a:pt x="90697" y="250129"/>
                  </a:lnTo>
                  <a:lnTo>
                    <a:pt x="91349" y="249838"/>
                  </a:lnTo>
                  <a:lnTo>
                    <a:pt x="97887" y="252310"/>
                  </a:lnTo>
                  <a:lnTo>
                    <a:pt x="106637" y="257874"/>
                  </a:lnTo>
                  <a:lnTo>
                    <a:pt x="119437" y="267074"/>
                  </a:lnTo>
                  <a:lnTo>
                    <a:pt x="126653" y="275259"/>
                  </a:lnTo>
                  <a:lnTo>
                    <a:pt x="127488" y="277017"/>
                  </a:lnTo>
                  <a:lnTo>
                    <a:pt x="130097" y="278014"/>
                  </a:lnTo>
                  <a:lnTo>
                    <a:pt x="130658" y="277339"/>
                  </a:lnTo>
                  <a:lnTo>
                    <a:pt x="132107" y="277925"/>
                  </a:lnTo>
                  <a:lnTo>
                    <a:pt x="140593" y="285406"/>
                  </a:lnTo>
                  <a:lnTo>
                    <a:pt x="143521" y="285794"/>
                  </a:lnTo>
                  <a:lnTo>
                    <a:pt x="143134" y="284212"/>
                  </a:lnTo>
                  <a:lnTo>
                    <a:pt x="142634" y="282732"/>
                  </a:lnTo>
                  <a:lnTo>
                    <a:pt x="143359" y="283069"/>
                  </a:lnTo>
                  <a:lnTo>
                    <a:pt x="144353" y="284142"/>
                  </a:lnTo>
                  <a:lnTo>
                    <a:pt x="145965" y="287071"/>
                  </a:lnTo>
                  <a:lnTo>
                    <a:pt x="147932" y="289243"/>
                  </a:lnTo>
                  <a:lnTo>
                    <a:pt x="149935" y="292493"/>
                  </a:lnTo>
                  <a:lnTo>
                    <a:pt x="151605" y="293740"/>
                  </a:lnTo>
                  <a:lnTo>
                    <a:pt x="153110" y="294201"/>
                  </a:lnTo>
                  <a:lnTo>
                    <a:pt x="154373" y="295119"/>
                  </a:lnTo>
                  <a:lnTo>
                    <a:pt x="156675" y="295992"/>
                  </a:lnTo>
                  <a:lnTo>
                    <a:pt x="157763" y="303949"/>
                  </a:lnTo>
                  <a:lnTo>
                    <a:pt x="158603" y="305668"/>
                  </a:lnTo>
                  <a:lnTo>
                    <a:pt x="158603" y="309187"/>
                  </a:lnTo>
                  <a:lnTo>
                    <a:pt x="160074" y="310619"/>
                  </a:lnTo>
                  <a:lnTo>
                    <a:pt x="161191" y="310879"/>
                  </a:lnTo>
                  <a:lnTo>
                    <a:pt x="161139" y="313486"/>
                  </a:lnTo>
                  <a:lnTo>
                    <a:pt x="160234" y="319607"/>
                  </a:lnTo>
                  <a:lnTo>
                    <a:pt x="159237" y="322211"/>
                  </a:lnTo>
                  <a:lnTo>
                    <a:pt x="151556" y="333426"/>
                  </a:lnTo>
                  <a:lnTo>
                    <a:pt x="146743" y="337760"/>
                  </a:lnTo>
                  <a:lnTo>
                    <a:pt x="137372" y="342722"/>
                  </a:lnTo>
                  <a:lnTo>
                    <a:pt x="130063" y="344584"/>
                  </a:lnTo>
                  <a:lnTo>
                    <a:pt x="127113" y="344719"/>
                  </a:lnTo>
                  <a:lnTo>
                    <a:pt x="121395" y="343799"/>
                  </a:lnTo>
                  <a:lnTo>
                    <a:pt x="118259" y="342794"/>
                  </a:lnTo>
                  <a:lnTo>
                    <a:pt x="114423" y="339974"/>
                  </a:lnTo>
                  <a:lnTo>
                    <a:pt x="110842" y="338570"/>
                  </a:lnTo>
                  <a:lnTo>
                    <a:pt x="108382" y="337949"/>
                  </a:lnTo>
                  <a:lnTo>
                    <a:pt x="103819" y="337691"/>
                  </a:lnTo>
                  <a:lnTo>
                    <a:pt x="93923" y="334928"/>
                  </a:lnTo>
                  <a:lnTo>
                    <a:pt x="92202" y="333957"/>
                  </a:lnTo>
                  <a:lnTo>
                    <a:pt x="85995" y="328565"/>
                  </a:lnTo>
                  <a:lnTo>
                    <a:pt x="83528" y="330088"/>
                  </a:lnTo>
                  <a:lnTo>
                    <a:pt x="82060" y="330361"/>
                  </a:lnTo>
                  <a:lnTo>
                    <a:pt x="81064" y="328505"/>
                  </a:lnTo>
                  <a:lnTo>
                    <a:pt x="81464" y="328014"/>
                  </a:lnTo>
                  <a:lnTo>
                    <a:pt x="81702" y="327381"/>
                  </a:lnTo>
                  <a:lnTo>
                    <a:pt x="78187" y="325843"/>
                  </a:lnTo>
                  <a:lnTo>
                    <a:pt x="75282" y="325740"/>
                  </a:lnTo>
                  <a:lnTo>
                    <a:pt x="73739" y="324433"/>
                  </a:lnTo>
                  <a:lnTo>
                    <a:pt x="71850" y="323439"/>
                  </a:lnTo>
                  <a:lnTo>
                    <a:pt x="71016" y="324038"/>
                  </a:lnTo>
                  <a:lnTo>
                    <a:pt x="70545" y="324032"/>
                  </a:lnTo>
                  <a:lnTo>
                    <a:pt x="66726" y="321686"/>
                  </a:lnTo>
                  <a:lnTo>
                    <a:pt x="65020" y="319784"/>
                  </a:lnTo>
                  <a:lnTo>
                    <a:pt x="63243" y="316438"/>
                  </a:lnTo>
                  <a:lnTo>
                    <a:pt x="63677" y="315268"/>
                  </a:lnTo>
                  <a:lnTo>
                    <a:pt x="64197" y="314509"/>
                  </a:lnTo>
                  <a:lnTo>
                    <a:pt x="58092" y="312563"/>
                  </a:lnTo>
                  <a:lnTo>
                    <a:pt x="52285" y="312304"/>
                  </a:lnTo>
                  <a:lnTo>
                    <a:pt x="53294" y="313238"/>
                  </a:lnTo>
                  <a:lnTo>
                    <a:pt x="55809" y="313729"/>
                  </a:lnTo>
                  <a:lnTo>
                    <a:pt x="57409" y="315069"/>
                  </a:lnTo>
                  <a:lnTo>
                    <a:pt x="59255" y="316961"/>
                  </a:lnTo>
                  <a:lnTo>
                    <a:pt x="58825" y="319548"/>
                  </a:lnTo>
                  <a:lnTo>
                    <a:pt x="61389" y="322111"/>
                  </a:lnTo>
                  <a:lnTo>
                    <a:pt x="63356" y="324553"/>
                  </a:lnTo>
                  <a:lnTo>
                    <a:pt x="63414" y="325307"/>
                  </a:lnTo>
                  <a:lnTo>
                    <a:pt x="64177" y="325818"/>
                  </a:lnTo>
                  <a:lnTo>
                    <a:pt x="67076" y="326532"/>
                  </a:lnTo>
                  <a:lnTo>
                    <a:pt x="67580" y="328780"/>
                  </a:lnTo>
                  <a:lnTo>
                    <a:pt x="67103" y="329666"/>
                  </a:lnTo>
                  <a:lnTo>
                    <a:pt x="67499" y="330914"/>
                  </a:lnTo>
                  <a:lnTo>
                    <a:pt x="69661" y="332314"/>
                  </a:lnTo>
                  <a:lnTo>
                    <a:pt x="70955" y="332695"/>
                  </a:lnTo>
                  <a:lnTo>
                    <a:pt x="72546" y="333544"/>
                  </a:lnTo>
                  <a:lnTo>
                    <a:pt x="71825" y="335260"/>
                  </a:lnTo>
                  <a:lnTo>
                    <a:pt x="70486" y="336374"/>
                  </a:lnTo>
                  <a:lnTo>
                    <a:pt x="69147" y="336886"/>
                  </a:lnTo>
                  <a:lnTo>
                    <a:pt x="69783" y="337297"/>
                  </a:lnTo>
                  <a:lnTo>
                    <a:pt x="71519" y="337139"/>
                  </a:lnTo>
                  <a:lnTo>
                    <a:pt x="77803" y="339968"/>
                  </a:lnTo>
                  <a:lnTo>
                    <a:pt x="81107" y="342829"/>
                  </a:lnTo>
                  <a:lnTo>
                    <a:pt x="84467" y="348046"/>
                  </a:lnTo>
                  <a:lnTo>
                    <a:pt x="85555" y="350626"/>
                  </a:lnTo>
                  <a:lnTo>
                    <a:pt x="85633" y="352050"/>
                  </a:lnTo>
                  <a:lnTo>
                    <a:pt x="85447" y="353471"/>
                  </a:lnTo>
                  <a:lnTo>
                    <a:pt x="84961" y="355006"/>
                  </a:lnTo>
                  <a:lnTo>
                    <a:pt x="84740" y="356550"/>
                  </a:lnTo>
                  <a:lnTo>
                    <a:pt x="83591" y="361105"/>
                  </a:lnTo>
                  <a:lnTo>
                    <a:pt x="82768" y="362678"/>
                  </a:lnTo>
                  <a:lnTo>
                    <a:pt x="81183" y="364479"/>
                  </a:lnTo>
                  <a:lnTo>
                    <a:pt x="82673" y="367960"/>
                  </a:lnTo>
                  <a:lnTo>
                    <a:pt x="84229" y="371205"/>
                  </a:lnTo>
                  <a:lnTo>
                    <a:pt x="85753" y="376587"/>
                  </a:lnTo>
                  <a:lnTo>
                    <a:pt x="86025" y="378752"/>
                  </a:lnTo>
                  <a:lnTo>
                    <a:pt x="86087" y="382077"/>
                  </a:lnTo>
                  <a:lnTo>
                    <a:pt x="87464" y="383384"/>
                  </a:lnTo>
                  <a:lnTo>
                    <a:pt x="86926" y="383895"/>
                  </a:lnTo>
                  <a:lnTo>
                    <a:pt x="86383" y="384840"/>
                  </a:lnTo>
                  <a:lnTo>
                    <a:pt x="86512" y="389174"/>
                  </a:lnTo>
                  <a:lnTo>
                    <a:pt x="88421" y="392713"/>
                  </a:lnTo>
                  <a:lnTo>
                    <a:pt x="91283" y="395009"/>
                  </a:lnTo>
                  <a:lnTo>
                    <a:pt x="92986" y="395475"/>
                  </a:lnTo>
                  <a:lnTo>
                    <a:pt x="95460" y="394543"/>
                  </a:lnTo>
                  <a:lnTo>
                    <a:pt x="97244" y="395812"/>
                  </a:lnTo>
                  <a:lnTo>
                    <a:pt x="101208" y="400137"/>
                  </a:lnTo>
                  <a:lnTo>
                    <a:pt x="102997" y="404706"/>
                  </a:lnTo>
                  <a:lnTo>
                    <a:pt x="103722" y="405638"/>
                  </a:lnTo>
                  <a:lnTo>
                    <a:pt x="107736" y="407345"/>
                  </a:lnTo>
                  <a:lnTo>
                    <a:pt x="110744" y="408395"/>
                  </a:lnTo>
                  <a:lnTo>
                    <a:pt x="115319" y="411137"/>
                  </a:lnTo>
                  <a:lnTo>
                    <a:pt x="116119" y="411236"/>
                  </a:lnTo>
                  <a:lnTo>
                    <a:pt x="118342" y="408871"/>
                  </a:lnTo>
                  <a:lnTo>
                    <a:pt x="122169" y="407225"/>
                  </a:lnTo>
                  <a:lnTo>
                    <a:pt x="123353" y="404958"/>
                  </a:lnTo>
                  <a:lnTo>
                    <a:pt x="123254" y="403032"/>
                  </a:lnTo>
                  <a:lnTo>
                    <a:pt x="122275" y="399604"/>
                  </a:lnTo>
                  <a:lnTo>
                    <a:pt x="122005" y="396263"/>
                  </a:lnTo>
                  <a:lnTo>
                    <a:pt x="120738" y="394898"/>
                  </a:lnTo>
                  <a:lnTo>
                    <a:pt x="119553" y="393992"/>
                  </a:lnTo>
                  <a:lnTo>
                    <a:pt x="115974" y="394683"/>
                  </a:lnTo>
                  <a:lnTo>
                    <a:pt x="114362" y="394554"/>
                  </a:lnTo>
                  <a:lnTo>
                    <a:pt x="113144" y="393651"/>
                  </a:lnTo>
                  <a:lnTo>
                    <a:pt x="111495" y="391268"/>
                  </a:lnTo>
                  <a:lnTo>
                    <a:pt x="108375" y="385473"/>
                  </a:lnTo>
                  <a:lnTo>
                    <a:pt x="106705" y="383544"/>
                  </a:lnTo>
                  <a:lnTo>
                    <a:pt x="106182" y="382349"/>
                  </a:lnTo>
                  <a:lnTo>
                    <a:pt x="105601" y="380683"/>
                  </a:lnTo>
                  <a:lnTo>
                    <a:pt x="105674" y="377986"/>
                  </a:lnTo>
                  <a:lnTo>
                    <a:pt x="107036" y="378080"/>
                  </a:lnTo>
                  <a:lnTo>
                    <a:pt x="108566" y="376552"/>
                  </a:lnTo>
                  <a:lnTo>
                    <a:pt x="109681" y="371080"/>
                  </a:lnTo>
                  <a:lnTo>
                    <a:pt x="111607" y="370384"/>
                  </a:lnTo>
                  <a:lnTo>
                    <a:pt x="112650" y="370432"/>
                  </a:lnTo>
                  <a:lnTo>
                    <a:pt x="117108" y="372974"/>
                  </a:lnTo>
                  <a:lnTo>
                    <a:pt x="122646" y="379755"/>
                  </a:lnTo>
                  <a:lnTo>
                    <a:pt x="123870" y="380469"/>
                  </a:lnTo>
                  <a:lnTo>
                    <a:pt x="125164" y="380569"/>
                  </a:lnTo>
                  <a:lnTo>
                    <a:pt x="127280" y="380396"/>
                  </a:lnTo>
                  <a:lnTo>
                    <a:pt x="127624" y="381280"/>
                  </a:lnTo>
                  <a:lnTo>
                    <a:pt x="128763" y="382341"/>
                  </a:lnTo>
                  <a:lnTo>
                    <a:pt x="129593" y="382476"/>
                  </a:lnTo>
                  <a:lnTo>
                    <a:pt x="134662" y="384626"/>
                  </a:lnTo>
                  <a:lnTo>
                    <a:pt x="140575" y="388862"/>
                  </a:lnTo>
                  <a:lnTo>
                    <a:pt x="142769" y="388670"/>
                  </a:lnTo>
                  <a:lnTo>
                    <a:pt x="143632" y="386326"/>
                  </a:lnTo>
                  <a:lnTo>
                    <a:pt x="143812" y="385317"/>
                  </a:lnTo>
                  <a:lnTo>
                    <a:pt x="146219" y="382947"/>
                  </a:lnTo>
                  <a:lnTo>
                    <a:pt x="147898" y="382554"/>
                  </a:lnTo>
                  <a:lnTo>
                    <a:pt x="150247" y="383416"/>
                  </a:lnTo>
                  <a:lnTo>
                    <a:pt x="150674" y="382712"/>
                  </a:lnTo>
                  <a:lnTo>
                    <a:pt x="149874" y="379237"/>
                  </a:lnTo>
                  <a:lnTo>
                    <a:pt x="148791" y="376229"/>
                  </a:lnTo>
                  <a:lnTo>
                    <a:pt x="147196" y="374303"/>
                  </a:lnTo>
                  <a:lnTo>
                    <a:pt x="144363" y="368644"/>
                  </a:lnTo>
                  <a:lnTo>
                    <a:pt x="143230" y="365835"/>
                  </a:lnTo>
                  <a:lnTo>
                    <a:pt x="142667" y="362936"/>
                  </a:lnTo>
                  <a:lnTo>
                    <a:pt x="143036" y="360372"/>
                  </a:lnTo>
                  <a:lnTo>
                    <a:pt x="143442" y="358504"/>
                  </a:lnTo>
                  <a:lnTo>
                    <a:pt x="149327" y="353960"/>
                  </a:lnTo>
                  <a:lnTo>
                    <a:pt x="151455" y="351239"/>
                  </a:lnTo>
                  <a:lnTo>
                    <a:pt x="153513" y="347704"/>
                  </a:lnTo>
                  <a:lnTo>
                    <a:pt x="154466" y="346981"/>
                  </a:lnTo>
                  <a:lnTo>
                    <a:pt x="157938" y="346000"/>
                  </a:lnTo>
                  <a:lnTo>
                    <a:pt x="162537" y="342976"/>
                  </a:lnTo>
                  <a:lnTo>
                    <a:pt x="166048" y="338961"/>
                  </a:lnTo>
                  <a:lnTo>
                    <a:pt x="169532" y="332856"/>
                  </a:lnTo>
                  <a:lnTo>
                    <a:pt x="170993" y="331268"/>
                  </a:lnTo>
                  <a:lnTo>
                    <a:pt x="172180" y="331413"/>
                  </a:lnTo>
                  <a:lnTo>
                    <a:pt x="173758" y="332369"/>
                  </a:lnTo>
                  <a:lnTo>
                    <a:pt x="175500" y="334139"/>
                  </a:lnTo>
                  <a:lnTo>
                    <a:pt x="177852" y="334469"/>
                  </a:lnTo>
                  <a:lnTo>
                    <a:pt x="180147" y="334185"/>
                  </a:lnTo>
                  <a:lnTo>
                    <a:pt x="182762" y="334345"/>
                  </a:lnTo>
                  <a:lnTo>
                    <a:pt x="186418" y="337130"/>
                  </a:lnTo>
                  <a:lnTo>
                    <a:pt x="187021" y="338019"/>
                  </a:lnTo>
                  <a:lnTo>
                    <a:pt x="187594" y="339208"/>
                  </a:lnTo>
                  <a:lnTo>
                    <a:pt x="186412" y="341500"/>
                  </a:lnTo>
                  <a:lnTo>
                    <a:pt x="186314" y="342978"/>
                  </a:lnTo>
                  <a:lnTo>
                    <a:pt x="187258" y="342288"/>
                  </a:lnTo>
                  <a:lnTo>
                    <a:pt x="188560" y="341943"/>
                  </a:lnTo>
                  <a:lnTo>
                    <a:pt x="189788" y="342416"/>
                  </a:lnTo>
                  <a:lnTo>
                    <a:pt x="190943" y="343708"/>
                  </a:lnTo>
                  <a:lnTo>
                    <a:pt x="191778" y="345154"/>
                  </a:lnTo>
                  <a:lnTo>
                    <a:pt x="192788" y="346370"/>
                  </a:lnTo>
                  <a:lnTo>
                    <a:pt x="193110" y="344716"/>
                  </a:lnTo>
                  <a:lnTo>
                    <a:pt x="193259" y="343292"/>
                  </a:lnTo>
                  <a:lnTo>
                    <a:pt x="192704" y="339678"/>
                  </a:lnTo>
                  <a:lnTo>
                    <a:pt x="194126" y="334595"/>
                  </a:lnTo>
                  <a:lnTo>
                    <a:pt x="195227" y="332390"/>
                  </a:lnTo>
                  <a:lnTo>
                    <a:pt x="197210" y="326773"/>
                  </a:lnTo>
                  <a:lnTo>
                    <a:pt x="196617" y="323143"/>
                  </a:lnTo>
                  <a:lnTo>
                    <a:pt x="196527" y="318914"/>
                  </a:lnTo>
                  <a:lnTo>
                    <a:pt x="196234" y="316951"/>
                  </a:lnTo>
                  <a:lnTo>
                    <a:pt x="194944" y="314130"/>
                  </a:lnTo>
                  <a:lnTo>
                    <a:pt x="192443" y="312130"/>
                  </a:lnTo>
                  <a:lnTo>
                    <a:pt x="189922" y="311501"/>
                  </a:lnTo>
                  <a:lnTo>
                    <a:pt x="189082" y="309555"/>
                  </a:lnTo>
                  <a:lnTo>
                    <a:pt x="189235" y="307336"/>
                  </a:lnTo>
                  <a:lnTo>
                    <a:pt x="189933" y="304093"/>
                  </a:lnTo>
                  <a:lnTo>
                    <a:pt x="192005" y="297257"/>
                  </a:lnTo>
                  <a:lnTo>
                    <a:pt x="194180" y="287655"/>
                  </a:lnTo>
                  <a:lnTo>
                    <a:pt x="194251" y="285420"/>
                  </a:lnTo>
                  <a:lnTo>
                    <a:pt x="194047" y="284198"/>
                  </a:lnTo>
                  <a:lnTo>
                    <a:pt x="194192" y="282962"/>
                  </a:lnTo>
                  <a:lnTo>
                    <a:pt x="193942" y="280027"/>
                  </a:lnTo>
                  <a:lnTo>
                    <a:pt x="193533" y="277860"/>
                  </a:lnTo>
                  <a:lnTo>
                    <a:pt x="184727" y="269544"/>
                  </a:lnTo>
                  <a:lnTo>
                    <a:pt x="184198" y="268738"/>
                  </a:lnTo>
                  <a:lnTo>
                    <a:pt x="183913" y="267628"/>
                  </a:lnTo>
                  <a:lnTo>
                    <a:pt x="184834" y="267381"/>
                  </a:lnTo>
                  <a:lnTo>
                    <a:pt x="185510" y="267437"/>
                  </a:lnTo>
                  <a:lnTo>
                    <a:pt x="192139" y="271308"/>
                  </a:lnTo>
                  <a:lnTo>
                    <a:pt x="193604" y="271517"/>
                  </a:lnTo>
                  <a:lnTo>
                    <a:pt x="203993" y="270441"/>
                  </a:lnTo>
                  <a:lnTo>
                    <a:pt x="209072" y="271376"/>
                  </a:lnTo>
                  <a:lnTo>
                    <a:pt x="213359" y="273351"/>
                  </a:lnTo>
                  <a:lnTo>
                    <a:pt x="216425" y="278916"/>
                  </a:lnTo>
                  <a:lnTo>
                    <a:pt x="219547" y="284014"/>
                  </a:lnTo>
                  <a:lnTo>
                    <a:pt x="222469" y="288398"/>
                  </a:lnTo>
                  <a:lnTo>
                    <a:pt x="222548" y="291993"/>
                  </a:lnTo>
                  <a:lnTo>
                    <a:pt x="219538" y="292736"/>
                  </a:lnTo>
                  <a:lnTo>
                    <a:pt x="216607" y="292899"/>
                  </a:lnTo>
                  <a:lnTo>
                    <a:pt x="209179" y="294689"/>
                  </a:lnTo>
                  <a:lnTo>
                    <a:pt x="207400" y="296719"/>
                  </a:lnTo>
                  <a:lnTo>
                    <a:pt x="202398" y="302967"/>
                  </a:lnTo>
                  <a:lnTo>
                    <a:pt x="201968" y="304867"/>
                  </a:lnTo>
                  <a:lnTo>
                    <a:pt x="202398" y="306709"/>
                  </a:lnTo>
                  <a:lnTo>
                    <a:pt x="204692" y="308661"/>
                  </a:lnTo>
                  <a:lnTo>
                    <a:pt x="209564" y="311591"/>
                  </a:lnTo>
                  <a:lnTo>
                    <a:pt x="211755" y="317395"/>
                  </a:lnTo>
                  <a:lnTo>
                    <a:pt x="213283" y="320294"/>
                  </a:lnTo>
                  <a:lnTo>
                    <a:pt x="214442" y="321415"/>
                  </a:lnTo>
                  <a:lnTo>
                    <a:pt x="215569" y="321699"/>
                  </a:lnTo>
                  <a:lnTo>
                    <a:pt x="218029" y="321719"/>
                  </a:lnTo>
                  <a:lnTo>
                    <a:pt x="219764" y="322423"/>
                  </a:lnTo>
                  <a:lnTo>
                    <a:pt x="220269" y="322979"/>
                  </a:lnTo>
                  <a:lnTo>
                    <a:pt x="220959" y="322423"/>
                  </a:lnTo>
                  <a:lnTo>
                    <a:pt x="222552" y="322230"/>
                  </a:lnTo>
                  <a:lnTo>
                    <a:pt x="231824" y="319148"/>
                  </a:lnTo>
                  <a:lnTo>
                    <a:pt x="233658" y="317786"/>
                  </a:lnTo>
                  <a:lnTo>
                    <a:pt x="234271" y="315744"/>
                  </a:lnTo>
                  <a:lnTo>
                    <a:pt x="234949" y="308930"/>
                  </a:lnTo>
                  <a:lnTo>
                    <a:pt x="235769" y="306564"/>
                  </a:lnTo>
                  <a:lnTo>
                    <a:pt x="236562" y="303639"/>
                  </a:lnTo>
                  <a:lnTo>
                    <a:pt x="236268" y="301847"/>
                  </a:lnTo>
                  <a:lnTo>
                    <a:pt x="236177" y="299813"/>
                  </a:lnTo>
                  <a:lnTo>
                    <a:pt x="240826" y="297856"/>
                  </a:lnTo>
                  <a:lnTo>
                    <a:pt x="245143" y="296530"/>
                  </a:lnTo>
                  <a:lnTo>
                    <a:pt x="247207" y="296937"/>
                  </a:lnTo>
                  <a:lnTo>
                    <a:pt x="247722" y="295464"/>
                  </a:lnTo>
                  <a:lnTo>
                    <a:pt x="246396" y="292637"/>
                  </a:lnTo>
                  <a:lnTo>
                    <a:pt x="245625" y="291242"/>
                  </a:lnTo>
                  <a:lnTo>
                    <a:pt x="246299" y="290600"/>
                  </a:lnTo>
                  <a:lnTo>
                    <a:pt x="247292" y="291375"/>
                  </a:lnTo>
                  <a:lnTo>
                    <a:pt x="248596" y="291845"/>
                  </a:lnTo>
                  <a:lnTo>
                    <a:pt x="250913" y="291355"/>
                  </a:lnTo>
                  <a:lnTo>
                    <a:pt x="259843" y="285601"/>
                  </a:lnTo>
                  <a:lnTo>
                    <a:pt x="263318" y="282344"/>
                  </a:lnTo>
                  <a:lnTo>
                    <a:pt x="265400" y="281073"/>
                  </a:lnTo>
                  <a:lnTo>
                    <a:pt x="268684" y="278137"/>
                  </a:lnTo>
                  <a:lnTo>
                    <a:pt x="270288" y="277185"/>
                  </a:lnTo>
                  <a:lnTo>
                    <a:pt x="273046" y="276790"/>
                  </a:lnTo>
                  <a:lnTo>
                    <a:pt x="276011" y="275634"/>
                  </a:lnTo>
                  <a:lnTo>
                    <a:pt x="279240" y="273451"/>
                  </a:lnTo>
                  <a:lnTo>
                    <a:pt x="283590" y="271605"/>
                  </a:lnTo>
                  <a:lnTo>
                    <a:pt x="284291" y="271530"/>
                  </a:lnTo>
                  <a:lnTo>
                    <a:pt x="285133" y="271805"/>
                  </a:lnTo>
                  <a:lnTo>
                    <a:pt x="286935" y="273952"/>
                  </a:lnTo>
                  <a:lnTo>
                    <a:pt x="286268" y="275156"/>
                  </a:lnTo>
                  <a:lnTo>
                    <a:pt x="285762" y="276466"/>
                  </a:lnTo>
                  <a:lnTo>
                    <a:pt x="286633" y="277156"/>
                  </a:lnTo>
                  <a:lnTo>
                    <a:pt x="287359" y="277488"/>
                  </a:lnTo>
                  <a:lnTo>
                    <a:pt x="288216" y="277133"/>
                  </a:lnTo>
                  <a:lnTo>
                    <a:pt x="289117" y="276234"/>
                  </a:lnTo>
                  <a:lnTo>
                    <a:pt x="291358" y="274915"/>
                  </a:lnTo>
                  <a:lnTo>
                    <a:pt x="291967" y="273223"/>
                  </a:lnTo>
                  <a:lnTo>
                    <a:pt x="291104" y="272569"/>
                  </a:lnTo>
                  <a:lnTo>
                    <a:pt x="289981" y="270020"/>
                  </a:lnTo>
                  <a:lnTo>
                    <a:pt x="288657" y="269495"/>
                  </a:lnTo>
                  <a:lnTo>
                    <a:pt x="287610" y="269555"/>
                  </a:lnTo>
                  <a:lnTo>
                    <a:pt x="291518" y="265919"/>
                  </a:lnTo>
                  <a:lnTo>
                    <a:pt x="299910" y="260561"/>
                  </a:lnTo>
                  <a:lnTo>
                    <a:pt x="304388" y="258098"/>
                  </a:lnTo>
                  <a:lnTo>
                    <a:pt x="308806" y="257878"/>
                  </a:lnTo>
                  <a:lnTo>
                    <a:pt x="312320" y="258203"/>
                  </a:lnTo>
                  <a:lnTo>
                    <a:pt x="310997" y="259018"/>
                  </a:lnTo>
                  <a:lnTo>
                    <a:pt x="305222" y="260145"/>
                  </a:lnTo>
                  <a:lnTo>
                    <a:pt x="304338" y="260711"/>
                  </a:lnTo>
                  <a:lnTo>
                    <a:pt x="304345" y="261384"/>
                  </a:lnTo>
                  <a:lnTo>
                    <a:pt x="305741" y="261781"/>
                  </a:lnTo>
                  <a:lnTo>
                    <a:pt x="306329" y="262578"/>
                  </a:lnTo>
                  <a:lnTo>
                    <a:pt x="305853" y="263536"/>
                  </a:lnTo>
                  <a:lnTo>
                    <a:pt x="305415" y="263842"/>
                  </a:lnTo>
                  <a:lnTo>
                    <a:pt x="304755" y="266577"/>
                  </a:lnTo>
                  <a:lnTo>
                    <a:pt x="303892" y="268792"/>
                  </a:lnTo>
                  <a:lnTo>
                    <a:pt x="305720" y="271659"/>
                  </a:lnTo>
                  <a:lnTo>
                    <a:pt x="305871" y="274656"/>
                  </a:lnTo>
                  <a:lnTo>
                    <a:pt x="304705" y="276218"/>
                  </a:lnTo>
                  <a:lnTo>
                    <a:pt x="303100" y="275631"/>
                  </a:lnTo>
                  <a:lnTo>
                    <a:pt x="301680" y="276678"/>
                  </a:lnTo>
                  <a:lnTo>
                    <a:pt x="299101" y="277384"/>
                  </a:lnTo>
                  <a:lnTo>
                    <a:pt x="298535" y="278316"/>
                  </a:lnTo>
                  <a:lnTo>
                    <a:pt x="298157" y="279622"/>
                  </a:lnTo>
                  <a:lnTo>
                    <a:pt x="299798" y="279936"/>
                  </a:lnTo>
                  <a:lnTo>
                    <a:pt x="301087" y="279853"/>
                  </a:lnTo>
                  <a:lnTo>
                    <a:pt x="305673" y="280694"/>
                  </a:lnTo>
                  <a:lnTo>
                    <a:pt x="306297" y="280808"/>
                  </a:lnTo>
                  <a:lnTo>
                    <a:pt x="307809" y="279871"/>
                  </a:lnTo>
                  <a:lnTo>
                    <a:pt x="309347" y="279657"/>
                  </a:lnTo>
                  <a:lnTo>
                    <a:pt x="311200" y="279397"/>
                  </a:lnTo>
                  <a:lnTo>
                    <a:pt x="312147" y="278834"/>
                  </a:lnTo>
                  <a:lnTo>
                    <a:pt x="313126" y="279457"/>
                  </a:lnTo>
                  <a:lnTo>
                    <a:pt x="314929" y="282083"/>
                  </a:lnTo>
                  <a:lnTo>
                    <a:pt x="316579" y="281561"/>
                  </a:lnTo>
                  <a:lnTo>
                    <a:pt x="317289" y="276479"/>
                  </a:lnTo>
                  <a:lnTo>
                    <a:pt x="319911" y="273341"/>
                  </a:lnTo>
                  <a:lnTo>
                    <a:pt x="322986" y="270747"/>
                  </a:lnTo>
                  <a:lnTo>
                    <a:pt x="325946" y="270509"/>
                  </a:lnTo>
                  <a:lnTo>
                    <a:pt x="328815" y="268694"/>
                  </a:lnTo>
                  <a:lnTo>
                    <a:pt x="330185" y="268352"/>
                  </a:lnTo>
                  <a:lnTo>
                    <a:pt x="332856" y="269085"/>
                  </a:lnTo>
                  <a:lnTo>
                    <a:pt x="336820" y="269233"/>
                  </a:lnTo>
                  <a:lnTo>
                    <a:pt x="340148" y="270780"/>
                  </a:lnTo>
                  <a:lnTo>
                    <a:pt x="342651" y="271155"/>
                  </a:lnTo>
                  <a:lnTo>
                    <a:pt x="346305" y="268570"/>
                  </a:lnTo>
                  <a:lnTo>
                    <a:pt x="354691" y="261234"/>
                  </a:lnTo>
                  <a:lnTo>
                    <a:pt x="355427" y="262883"/>
                  </a:lnTo>
                  <a:lnTo>
                    <a:pt x="356772" y="260452"/>
                  </a:lnTo>
                  <a:lnTo>
                    <a:pt x="363274" y="257864"/>
                  </a:lnTo>
                  <a:lnTo>
                    <a:pt x="364867" y="257798"/>
                  </a:lnTo>
                  <a:lnTo>
                    <a:pt x="364896" y="258787"/>
                  </a:lnTo>
                  <a:lnTo>
                    <a:pt x="365475" y="261041"/>
                  </a:lnTo>
                  <a:lnTo>
                    <a:pt x="366744" y="262420"/>
                  </a:lnTo>
                  <a:lnTo>
                    <a:pt x="368471" y="265707"/>
                  </a:lnTo>
                  <a:lnTo>
                    <a:pt x="367641" y="266592"/>
                  </a:lnTo>
                  <a:lnTo>
                    <a:pt x="366768" y="267098"/>
                  </a:lnTo>
                  <a:lnTo>
                    <a:pt x="365500" y="269314"/>
                  </a:lnTo>
                  <a:lnTo>
                    <a:pt x="365347" y="274396"/>
                  </a:lnTo>
                  <a:lnTo>
                    <a:pt x="367783" y="275697"/>
                  </a:lnTo>
                  <a:lnTo>
                    <a:pt x="371161" y="277150"/>
                  </a:lnTo>
                  <a:lnTo>
                    <a:pt x="372558" y="277136"/>
                  </a:lnTo>
                  <a:lnTo>
                    <a:pt x="373731" y="276287"/>
                  </a:lnTo>
                  <a:lnTo>
                    <a:pt x="374090" y="275823"/>
                  </a:lnTo>
                  <a:lnTo>
                    <a:pt x="374534" y="275058"/>
                  </a:lnTo>
                  <a:lnTo>
                    <a:pt x="374827" y="273598"/>
                  </a:lnTo>
                  <a:lnTo>
                    <a:pt x="375041" y="272441"/>
                  </a:lnTo>
                  <a:lnTo>
                    <a:pt x="374163" y="269650"/>
                  </a:lnTo>
                  <a:lnTo>
                    <a:pt x="374518" y="266654"/>
                  </a:lnTo>
                  <a:lnTo>
                    <a:pt x="377559" y="266856"/>
                  </a:lnTo>
                  <a:lnTo>
                    <a:pt x="381345" y="265986"/>
                  </a:lnTo>
                  <a:lnTo>
                    <a:pt x="383054" y="264270"/>
                  </a:lnTo>
                  <a:lnTo>
                    <a:pt x="385096" y="261073"/>
                  </a:lnTo>
                  <a:lnTo>
                    <a:pt x="386459" y="258367"/>
                  </a:lnTo>
                  <a:lnTo>
                    <a:pt x="385596" y="253677"/>
                  </a:lnTo>
                  <a:lnTo>
                    <a:pt x="383363" y="254719"/>
                  </a:lnTo>
                  <a:lnTo>
                    <a:pt x="379597" y="244472"/>
                  </a:lnTo>
                  <a:lnTo>
                    <a:pt x="377679" y="240515"/>
                  </a:lnTo>
                  <a:lnTo>
                    <a:pt x="378897" y="238692"/>
                  </a:lnTo>
                  <a:lnTo>
                    <a:pt x="382145" y="237519"/>
                  </a:lnTo>
                  <a:lnTo>
                    <a:pt x="385071" y="233712"/>
                  </a:lnTo>
                  <a:lnTo>
                    <a:pt x="386177" y="232945"/>
                  </a:lnTo>
                  <a:lnTo>
                    <a:pt x="387407" y="232817"/>
                  </a:lnTo>
                  <a:lnTo>
                    <a:pt x="396090" y="235429"/>
                  </a:lnTo>
                  <a:lnTo>
                    <a:pt x="405996" y="236018"/>
                  </a:lnTo>
                  <a:lnTo>
                    <a:pt x="414399" y="238022"/>
                  </a:lnTo>
                  <a:lnTo>
                    <a:pt x="423939" y="242178"/>
                  </a:lnTo>
                  <a:lnTo>
                    <a:pt x="428563" y="245104"/>
                  </a:lnTo>
                  <a:lnTo>
                    <a:pt x="432433" y="248362"/>
                  </a:lnTo>
                  <a:lnTo>
                    <a:pt x="432062" y="250654"/>
                  </a:lnTo>
                  <a:lnTo>
                    <a:pt x="433619" y="250003"/>
                  </a:lnTo>
                  <a:lnTo>
                    <a:pt x="437016" y="252026"/>
                  </a:lnTo>
                  <a:lnTo>
                    <a:pt x="439331" y="252852"/>
                  </a:lnTo>
                  <a:lnTo>
                    <a:pt x="441723" y="254066"/>
                  </a:lnTo>
                  <a:lnTo>
                    <a:pt x="442608" y="255701"/>
                  </a:lnTo>
                  <a:lnTo>
                    <a:pt x="445739" y="256903"/>
                  </a:lnTo>
                  <a:lnTo>
                    <a:pt x="448971" y="259119"/>
                  </a:lnTo>
                  <a:lnTo>
                    <a:pt x="449552" y="259517"/>
                  </a:lnTo>
                  <a:lnTo>
                    <a:pt x="453469" y="261168"/>
                  </a:lnTo>
                  <a:lnTo>
                    <a:pt x="456300" y="261712"/>
                  </a:lnTo>
                  <a:lnTo>
                    <a:pt x="457989" y="265247"/>
                  </a:lnTo>
                  <a:lnTo>
                    <a:pt x="463633" y="270408"/>
                  </a:lnTo>
                  <a:lnTo>
                    <a:pt x="464681" y="272347"/>
                  </a:lnTo>
                  <a:lnTo>
                    <a:pt x="469586" y="275598"/>
                  </a:lnTo>
                  <a:lnTo>
                    <a:pt x="472051" y="278240"/>
                  </a:lnTo>
                  <a:lnTo>
                    <a:pt x="473582" y="277229"/>
                  </a:lnTo>
                  <a:lnTo>
                    <a:pt x="477326" y="270759"/>
                  </a:lnTo>
                  <a:lnTo>
                    <a:pt x="479568" y="263355"/>
                  </a:lnTo>
                  <a:lnTo>
                    <a:pt x="480905" y="259435"/>
                  </a:lnTo>
                  <a:lnTo>
                    <a:pt x="478418" y="259271"/>
                  </a:lnTo>
                  <a:lnTo>
                    <a:pt x="476559" y="260418"/>
                  </a:lnTo>
                  <a:lnTo>
                    <a:pt x="475370" y="260122"/>
                  </a:lnTo>
                  <a:lnTo>
                    <a:pt x="474026" y="258949"/>
                  </a:lnTo>
                  <a:lnTo>
                    <a:pt x="471866" y="255980"/>
                  </a:lnTo>
                  <a:lnTo>
                    <a:pt x="469131" y="250996"/>
                  </a:lnTo>
                  <a:lnTo>
                    <a:pt x="468620" y="245542"/>
                  </a:lnTo>
                  <a:lnTo>
                    <a:pt x="467847" y="243792"/>
                  </a:lnTo>
                  <a:lnTo>
                    <a:pt x="465183" y="242316"/>
                  </a:lnTo>
                  <a:lnTo>
                    <a:pt x="463454" y="240707"/>
                  </a:lnTo>
                  <a:lnTo>
                    <a:pt x="457013" y="237478"/>
                  </a:lnTo>
                  <a:lnTo>
                    <a:pt x="455858" y="238605"/>
                  </a:lnTo>
                  <a:lnTo>
                    <a:pt x="455514" y="240345"/>
                  </a:lnTo>
                  <a:lnTo>
                    <a:pt x="455083" y="241612"/>
                  </a:lnTo>
                  <a:lnTo>
                    <a:pt x="454433" y="239976"/>
                  </a:lnTo>
                  <a:lnTo>
                    <a:pt x="454016" y="238497"/>
                  </a:lnTo>
                  <a:lnTo>
                    <a:pt x="454004" y="236106"/>
                  </a:lnTo>
                  <a:lnTo>
                    <a:pt x="454341" y="233091"/>
                  </a:lnTo>
                  <a:lnTo>
                    <a:pt x="455424" y="228006"/>
                  </a:lnTo>
                  <a:lnTo>
                    <a:pt x="457066" y="228262"/>
                  </a:lnTo>
                  <a:lnTo>
                    <a:pt x="457934" y="227523"/>
                  </a:lnTo>
                  <a:lnTo>
                    <a:pt x="459025" y="225235"/>
                  </a:lnTo>
                  <a:lnTo>
                    <a:pt x="458544" y="223356"/>
                  </a:lnTo>
                  <a:lnTo>
                    <a:pt x="457957" y="221929"/>
                  </a:lnTo>
                  <a:lnTo>
                    <a:pt x="458077" y="219707"/>
                  </a:lnTo>
                  <a:lnTo>
                    <a:pt x="459113" y="213650"/>
                  </a:lnTo>
                  <a:lnTo>
                    <a:pt x="459549" y="206599"/>
                  </a:lnTo>
                  <a:lnTo>
                    <a:pt x="458706" y="204835"/>
                  </a:lnTo>
                  <a:lnTo>
                    <a:pt x="457922" y="203679"/>
                  </a:lnTo>
                  <a:lnTo>
                    <a:pt x="454229" y="204866"/>
                  </a:lnTo>
                  <a:lnTo>
                    <a:pt x="452845" y="204241"/>
                  </a:lnTo>
                  <a:lnTo>
                    <a:pt x="452534" y="202877"/>
                  </a:lnTo>
                  <a:lnTo>
                    <a:pt x="452429" y="201816"/>
                  </a:lnTo>
                  <a:lnTo>
                    <a:pt x="453496" y="199991"/>
                  </a:lnTo>
                  <a:lnTo>
                    <a:pt x="454512" y="196996"/>
                  </a:lnTo>
                  <a:lnTo>
                    <a:pt x="452734" y="197646"/>
                  </a:lnTo>
                  <a:lnTo>
                    <a:pt x="452125" y="196473"/>
                  </a:lnTo>
                  <a:lnTo>
                    <a:pt x="453603" y="194745"/>
                  </a:lnTo>
                  <a:lnTo>
                    <a:pt x="455323" y="190535"/>
                  </a:lnTo>
                  <a:lnTo>
                    <a:pt x="459427" y="188600"/>
                  </a:lnTo>
                  <a:lnTo>
                    <a:pt x="462507" y="186704"/>
                  </a:lnTo>
                  <a:lnTo>
                    <a:pt x="467312" y="182674"/>
                  </a:lnTo>
                  <a:lnTo>
                    <a:pt x="470878" y="178702"/>
                  </a:lnTo>
                  <a:lnTo>
                    <a:pt x="473182" y="173684"/>
                  </a:lnTo>
                  <a:lnTo>
                    <a:pt x="474770" y="168953"/>
                  </a:lnTo>
                  <a:lnTo>
                    <a:pt x="477328" y="157759"/>
                  </a:lnTo>
                  <a:lnTo>
                    <a:pt x="479737" y="149534"/>
                  </a:lnTo>
                  <a:lnTo>
                    <a:pt x="483792" y="141095"/>
                  </a:lnTo>
                  <a:lnTo>
                    <a:pt x="486329" y="140314"/>
                  </a:lnTo>
                  <a:lnTo>
                    <a:pt x="487278" y="140444"/>
                  </a:lnTo>
                  <a:lnTo>
                    <a:pt x="487447" y="141069"/>
                  </a:lnTo>
                  <a:lnTo>
                    <a:pt x="486869" y="141794"/>
                  </a:lnTo>
                  <a:lnTo>
                    <a:pt x="486712" y="142807"/>
                  </a:lnTo>
                  <a:lnTo>
                    <a:pt x="487784" y="143180"/>
                  </a:lnTo>
                  <a:lnTo>
                    <a:pt x="489501" y="143250"/>
                  </a:lnTo>
                  <a:lnTo>
                    <a:pt x="492777" y="142701"/>
                  </a:lnTo>
                  <a:lnTo>
                    <a:pt x="498338" y="143019"/>
                  </a:lnTo>
                  <a:lnTo>
                    <a:pt x="508060" y="142331"/>
                  </a:lnTo>
                  <a:lnTo>
                    <a:pt x="509404" y="142673"/>
                  </a:lnTo>
                  <a:lnTo>
                    <a:pt x="513002" y="145109"/>
                  </a:lnTo>
                  <a:lnTo>
                    <a:pt x="514974" y="144833"/>
                  </a:lnTo>
                  <a:lnTo>
                    <a:pt x="518949" y="145976"/>
                  </a:lnTo>
                  <a:lnTo>
                    <a:pt x="521106" y="147331"/>
                  </a:lnTo>
                  <a:lnTo>
                    <a:pt x="523158" y="148899"/>
                  </a:lnTo>
                  <a:lnTo>
                    <a:pt x="522873" y="155058"/>
                  </a:lnTo>
                  <a:lnTo>
                    <a:pt x="522477" y="159189"/>
                  </a:lnTo>
                  <a:lnTo>
                    <a:pt x="520998" y="166982"/>
                  </a:lnTo>
                  <a:lnTo>
                    <a:pt x="520419" y="168959"/>
                  </a:lnTo>
                  <a:lnTo>
                    <a:pt x="518128" y="174600"/>
                  </a:lnTo>
                  <a:lnTo>
                    <a:pt x="517028" y="178327"/>
                  </a:lnTo>
                  <a:lnTo>
                    <a:pt x="515304" y="180878"/>
                  </a:lnTo>
                  <a:lnTo>
                    <a:pt x="512799" y="182687"/>
                  </a:lnTo>
                  <a:lnTo>
                    <a:pt x="512481" y="183768"/>
                  </a:lnTo>
                  <a:lnTo>
                    <a:pt x="512285" y="185363"/>
                  </a:lnTo>
                  <a:lnTo>
                    <a:pt x="514725" y="189816"/>
                  </a:lnTo>
                  <a:lnTo>
                    <a:pt x="520502" y="194413"/>
                  </a:lnTo>
                  <a:lnTo>
                    <a:pt x="521919" y="199965"/>
                  </a:lnTo>
                  <a:lnTo>
                    <a:pt x="522232" y="204113"/>
                  </a:lnTo>
                  <a:lnTo>
                    <a:pt x="521868" y="214914"/>
                  </a:lnTo>
                  <a:lnTo>
                    <a:pt x="521330" y="216507"/>
                  </a:lnTo>
                  <a:lnTo>
                    <a:pt x="520279" y="218217"/>
                  </a:lnTo>
                  <a:lnTo>
                    <a:pt x="519214" y="220303"/>
                  </a:lnTo>
                  <a:lnTo>
                    <a:pt x="519908" y="223330"/>
                  </a:lnTo>
                  <a:lnTo>
                    <a:pt x="520710" y="234538"/>
                  </a:lnTo>
                  <a:lnTo>
                    <a:pt x="520897" y="243674"/>
                  </a:lnTo>
                  <a:lnTo>
                    <a:pt x="520226" y="246795"/>
                  </a:lnTo>
                  <a:lnTo>
                    <a:pt x="519877" y="253419"/>
                  </a:lnTo>
                  <a:lnTo>
                    <a:pt x="519881" y="255597"/>
                  </a:lnTo>
                  <a:lnTo>
                    <a:pt x="520449" y="258901"/>
                  </a:lnTo>
                  <a:lnTo>
                    <a:pt x="521618" y="261674"/>
                  </a:lnTo>
                  <a:lnTo>
                    <a:pt x="523156" y="263436"/>
                  </a:lnTo>
                  <a:lnTo>
                    <a:pt x="527515" y="266641"/>
                  </a:lnTo>
                  <a:lnTo>
                    <a:pt x="531627" y="270549"/>
                  </a:lnTo>
                  <a:lnTo>
                    <a:pt x="531919" y="271787"/>
                  </a:lnTo>
                  <a:lnTo>
                    <a:pt x="532129" y="273286"/>
                  </a:lnTo>
                  <a:lnTo>
                    <a:pt x="530674" y="274797"/>
                  </a:lnTo>
                  <a:lnTo>
                    <a:pt x="528386" y="278824"/>
                  </a:lnTo>
                  <a:lnTo>
                    <a:pt x="526925" y="282167"/>
                  </a:lnTo>
                  <a:lnTo>
                    <a:pt x="526809" y="284839"/>
                  </a:lnTo>
                  <a:lnTo>
                    <a:pt x="527311" y="288322"/>
                  </a:lnTo>
                  <a:lnTo>
                    <a:pt x="527071" y="291514"/>
                  </a:lnTo>
                  <a:lnTo>
                    <a:pt x="526089" y="294412"/>
                  </a:lnTo>
                  <a:lnTo>
                    <a:pt x="524730" y="296502"/>
                  </a:lnTo>
                  <a:lnTo>
                    <a:pt x="520652" y="299731"/>
                  </a:lnTo>
                  <a:lnTo>
                    <a:pt x="512057" y="316849"/>
                  </a:lnTo>
                  <a:lnTo>
                    <a:pt x="509993" y="318856"/>
                  </a:lnTo>
                  <a:lnTo>
                    <a:pt x="506507" y="318212"/>
                  </a:lnTo>
                  <a:lnTo>
                    <a:pt x="507470" y="320651"/>
                  </a:lnTo>
                  <a:lnTo>
                    <a:pt x="508647" y="324153"/>
                  </a:lnTo>
                  <a:lnTo>
                    <a:pt x="508513" y="326439"/>
                  </a:lnTo>
                  <a:lnTo>
                    <a:pt x="506240" y="326332"/>
                  </a:lnTo>
                  <a:lnTo>
                    <a:pt x="503059" y="328761"/>
                  </a:lnTo>
                  <a:lnTo>
                    <a:pt x="501607" y="330427"/>
                  </a:lnTo>
                  <a:lnTo>
                    <a:pt x="499138" y="331275"/>
                  </a:lnTo>
                  <a:lnTo>
                    <a:pt x="497257" y="330411"/>
                  </a:lnTo>
                  <a:lnTo>
                    <a:pt x="495201" y="328821"/>
                  </a:lnTo>
                  <a:lnTo>
                    <a:pt x="495501" y="327488"/>
                  </a:lnTo>
                  <a:lnTo>
                    <a:pt x="495889" y="326877"/>
                  </a:lnTo>
                  <a:lnTo>
                    <a:pt x="497332" y="325913"/>
                  </a:lnTo>
                  <a:lnTo>
                    <a:pt x="498745" y="324600"/>
                  </a:lnTo>
                  <a:lnTo>
                    <a:pt x="498055" y="324338"/>
                  </a:lnTo>
                  <a:lnTo>
                    <a:pt x="497460" y="324351"/>
                  </a:lnTo>
                  <a:lnTo>
                    <a:pt x="495905" y="326019"/>
                  </a:lnTo>
                  <a:lnTo>
                    <a:pt x="494057" y="326359"/>
                  </a:lnTo>
                  <a:lnTo>
                    <a:pt x="491875" y="324333"/>
                  </a:lnTo>
                  <a:lnTo>
                    <a:pt x="490205" y="322099"/>
                  </a:lnTo>
                  <a:lnTo>
                    <a:pt x="489382" y="321641"/>
                  </a:lnTo>
                  <a:lnTo>
                    <a:pt x="487809" y="322553"/>
                  </a:lnTo>
                  <a:lnTo>
                    <a:pt x="481794" y="322139"/>
                  </a:lnTo>
                  <a:lnTo>
                    <a:pt x="480194" y="322514"/>
                  </a:lnTo>
                  <a:lnTo>
                    <a:pt x="479443" y="323329"/>
                  </a:lnTo>
                  <a:lnTo>
                    <a:pt x="479877" y="323979"/>
                  </a:lnTo>
                  <a:lnTo>
                    <a:pt x="480336" y="325242"/>
                  </a:lnTo>
                  <a:lnTo>
                    <a:pt x="480944" y="327691"/>
                  </a:lnTo>
                  <a:lnTo>
                    <a:pt x="481524" y="329525"/>
                  </a:lnTo>
                  <a:lnTo>
                    <a:pt x="484029" y="331532"/>
                  </a:lnTo>
                  <a:lnTo>
                    <a:pt x="487355" y="332305"/>
                  </a:lnTo>
                  <a:lnTo>
                    <a:pt x="490594" y="334762"/>
                  </a:lnTo>
                  <a:lnTo>
                    <a:pt x="494702" y="336507"/>
                  </a:lnTo>
                  <a:lnTo>
                    <a:pt x="503978" y="335789"/>
                  </a:lnTo>
                  <a:lnTo>
                    <a:pt x="506424" y="336003"/>
                  </a:lnTo>
                  <a:lnTo>
                    <a:pt x="508813" y="336762"/>
                  </a:lnTo>
                  <a:lnTo>
                    <a:pt x="512857" y="339333"/>
                  </a:lnTo>
                  <a:lnTo>
                    <a:pt x="514590" y="339138"/>
                  </a:lnTo>
                  <a:lnTo>
                    <a:pt x="517513" y="336810"/>
                  </a:lnTo>
                  <a:lnTo>
                    <a:pt x="518231" y="331656"/>
                  </a:lnTo>
                  <a:lnTo>
                    <a:pt x="518615" y="330053"/>
                  </a:lnTo>
                  <a:lnTo>
                    <a:pt x="529251" y="322782"/>
                  </a:lnTo>
                  <a:lnTo>
                    <a:pt x="531230" y="321179"/>
                  </a:lnTo>
                  <a:lnTo>
                    <a:pt x="534435" y="317213"/>
                  </a:lnTo>
                  <a:lnTo>
                    <a:pt x="535485" y="314564"/>
                  </a:lnTo>
                  <a:lnTo>
                    <a:pt x="536670" y="307392"/>
                  </a:lnTo>
                  <a:lnTo>
                    <a:pt x="537686" y="304838"/>
                  </a:lnTo>
                  <a:lnTo>
                    <a:pt x="544608" y="296549"/>
                  </a:lnTo>
                  <a:lnTo>
                    <a:pt x="545684" y="294429"/>
                  </a:lnTo>
                  <a:lnTo>
                    <a:pt x="545889" y="290554"/>
                  </a:lnTo>
                  <a:lnTo>
                    <a:pt x="545784" y="287941"/>
                  </a:lnTo>
                  <a:lnTo>
                    <a:pt x="545375" y="285353"/>
                  </a:lnTo>
                  <a:lnTo>
                    <a:pt x="544106" y="281075"/>
                  </a:lnTo>
                  <a:lnTo>
                    <a:pt x="542711" y="278570"/>
                  </a:lnTo>
                  <a:lnTo>
                    <a:pt x="541333" y="275097"/>
                  </a:lnTo>
                  <a:lnTo>
                    <a:pt x="542363" y="268056"/>
                  </a:lnTo>
                  <a:lnTo>
                    <a:pt x="543498" y="265328"/>
                  </a:lnTo>
                  <a:lnTo>
                    <a:pt x="549770" y="262062"/>
                  </a:lnTo>
                  <a:lnTo>
                    <a:pt x="555121" y="260897"/>
                  </a:lnTo>
                  <a:lnTo>
                    <a:pt x="561082" y="258694"/>
                  </a:lnTo>
                  <a:lnTo>
                    <a:pt x="563481" y="258228"/>
                  </a:lnTo>
                  <a:lnTo>
                    <a:pt x="565129" y="258619"/>
                  </a:lnTo>
                  <a:lnTo>
                    <a:pt x="566815" y="261002"/>
                  </a:lnTo>
                  <a:lnTo>
                    <a:pt x="568303" y="264569"/>
                  </a:lnTo>
                  <a:lnTo>
                    <a:pt x="572638" y="269909"/>
                  </a:lnTo>
                  <a:lnTo>
                    <a:pt x="574097" y="273650"/>
                  </a:lnTo>
                  <a:lnTo>
                    <a:pt x="574356" y="278201"/>
                  </a:lnTo>
                  <a:lnTo>
                    <a:pt x="574211" y="289268"/>
                  </a:lnTo>
                  <a:lnTo>
                    <a:pt x="573359" y="294070"/>
                  </a:lnTo>
                  <a:lnTo>
                    <a:pt x="575094" y="295337"/>
                  </a:lnTo>
                  <a:lnTo>
                    <a:pt x="575905" y="296429"/>
                  </a:lnTo>
                  <a:lnTo>
                    <a:pt x="578018" y="298047"/>
                  </a:lnTo>
                  <a:lnTo>
                    <a:pt x="579121" y="299653"/>
                  </a:lnTo>
                  <a:lnTo>
                    <a:pt x="580232" y="300224"/>
                  </a:lnTo>
                  <a:lnTo>
                    <a:pt x="582694" y="300552"/>
                  </a:lnTo>
                  <a:lnTo>
                    <a:pt x="589645" y="299981"/>
                  </a:lnTo>
                  <a:lnTo>
                    <a:pt x="593476" y="299667"/>
                  </a:lnTo>
                  <a:lnTo>
                    <a:pt x="593075" y="298957"/>
                  </a:lnTo>
                  <a:lnTo>
                    <a:pt x="592516" y="298423"/>
                  </a:lnTo>
                  <a:lnTo>
                    <a:pt x="589294" y="298189"/>
                  </a:lnTo>
                  <a:lnTo>
                    <a:pt x="584716" y="297029"/>
                  </a:lnTo>
                  <a:lnTo>
                    <a:pt x="578122" y="294856"/>
                  </a:lnTo>
                  <a:lnTo>
                    <a:pt x="577338" y="290196"/>
                  </a:lnTo>
                  <a:lnTo>
                    <a:pt x="577520" y="287299"/>
                  </a:lnTo>
                  <a:lnTo>
                    <a:pt x="579003" y="281900"/>
                  </a:lnTo>
                  <a:lnTo>
                    <a:pt x="580062" y="280955"/>
                  </a:lnTo>
                  <a:lnTo>
                    <a:pt x="581344" y="280590"/>
                  </a:lnTo>
                  <a:lnTo>
                    <a:pt x="582804" y="279859"/>
                  </a:lnTo>
                  <a:lnTo>
                    <a:pt x="582385" y="276384"/>
                  </a:lnTo>
                  <a:lnTo>
                    <a:pt x="581788" y="273275"/>
                  </a:lnTo>
                  <a:lnTo>
                    <a:pt x="580389" y="268896"/>
                  </a:lnTo>
                  <a:lnTo>
                    <a:pt x="578840" y="260842"/>
                  </a:lnTo>
                  <a:lnTo>
                    <a:pt x="576719" y="260780"/>
                  </a:lnTo>
                  <a:lnTo>
                    <a:pt x="575131" y="259199"/>
                  </a:lnTo>
                  <a:lnTo>
                    <a:pt x="567266" y="254508"/>
                  </a:lnTo>
                  <a:lnTo>
                    <a:pt x="559855" y="251031"/>
                  </a:lnTo>
                  <a:lnTo>
                    <a:pt x="554794" y="250536"/>
                  </a:lnTo>
                  <a:lnTo>
                    <a:pt x="553170" y="250925"/>
                  </a:lnTo>
                  <a:lnTo>
                    <a:pt x="548952" y="254540"/>
                  </a:lnTo>
                  <a:lnTo>
                    <a:pt x="546205" y="255300"/>
                  </a:lnTo>
                  <a:lnTo>
                    <a:pt x="541001" y="253704"/>
                  </a:lnTo>
                  <a:lnTo>
                    <a:pt x="536569" y="254589"/>
                  </a:lnTo>
                  <a:lnTo>
                    <a:pt x="534941" y="253745"/>
                  </a:lnTo>
                  <a:lnTo>
                    <a:pt x="534247" y="252119"/>
                  </a:lnTo>
                  <a:lnTo>
                    <a:pt x="535573" y="245626"/>
                  </a:lnTo>
                  <a:lnTo>
                    <a:pt x="534903" y="243087"/>
                  </a:lnTo>
                  <a:lnTo>
                    <a:pt x="532953" y="239742"/>
                  </a:lnTo>
                  <a:lnTo>
                    <a:pt x="531766" y="237079"/>
                  </a:lnTo>
                  <a:lnTo>
                    <a:pt x="531973" y="234249"/>
                  </a:lnTo>
                  <a:lnTo>
                    <a:pt x="534874" y="223236"/>
                  </a:lnTo>
                  <a:lnTo>
                    <a:pt x="536108" y="220365"/>
                  </a:lnTo>
                  <a:lnTo>
                    <a:pt x="539207" y="215265"/>
                  </a:lnTo>
                  <a:lnTo>
                    <a:pt x="540780" y="211327"/>
                  </a:lnTo>
                  <a:lnTo>
                    <a:pt x="540406" y="209114"/>
                  </a:lnTo>
                  <a:lnTo>
                    <a:pt x="533739" y="196849"/>
                  </a:lnTo>
                  <a:lnTo>
                    <a:pt x="531955" y="192481"/>
                  </a:lnTo>
                  <a:lnTo>
                    <a:pt x="531157" y="191091"/>
                  </a:lnTo>
                  <a:lnTo>
                    <a:pt x="529523" y="189429"/>
                  </a:lnTo>
                  <a:lnTo>
                    <a:pt x="527052" y="187496"/>
                  </a:lnTo>
                  <a:lnTo>
                    <a:pt x="526312" y="185732"/>
                  </a:lnTo>
                  <a:lnTo>
                    <a:pt x="533051" y="173908"/>
                  </a:lnTo>
                  <a:lnTo>
                    <a:pt x="536131" y="171848"/>
                  </a:lnTo>
                  <a:lnTo>
                    <a:pt x="540410" y="170576"/>
                  </a:lnTo>
                  <a:lnTo>
                    <a:pt x="542456" y="169417"/>
                  </a:lnTo>
                  <a:lnTo>
                    <a:pt x="546082" y="167043"/>
                  </a:lnTo>
                  <a:lnTo>
                    <a:pt x="548246" y="165050"/>
                  </a:lnTo>
                  <a:lnTo>
                    <a:pt x="548949" y="163443"/>
                  </a:lnTo>
                  <a:lnTo>
                    <a:pt x="549371" y="161554"/>
                  </a:lnTo>
                  <a:lnTo>
                    <a:pt x="549453" y="156899"/>
                  </a:lnTo>
                  <a:lnTo>
                    <a:pt x="549031" y="153113"/>
                  </a:lnTo>
                  <a:lnTo>
                    <a:pt x="548428" y="151026"/>
                  </a:lnTo>
                  <a:lnTo>
                    <a:pt x="547149" y="148346"/>
                  </a:lnTo>
                  <a:lnTo>
                    <a:pt x="545883" y="145339"/>
                  </a:lnTo>
                  <a:lnTo>
                    <a:pt x="546782" y="144555"/>
                  </a:lnTo>
                  <a:lnTo>
                    <a:pt x="547671" y="144100"/>
                  </a:lnTo>
                  <a:lnTo>
                    <a:pt x="550091" y="144132"/>
                  </a:lnTo>
                  <a:lnTo>
                    <a:pt x="552586" y="145790"/>
                  </a:lnTo>
                  <a:lnTo>
                    <a:pt x="553801" y="149088"/>
                  </a:lnTo>
                  <a:lnTo>
                    <a:pt x="555281" y="152160"/>
                  </a:lnTo>
                  <a:lnTo>
                    <a:pt x="555277" y="154196"/>
                  </a:lnTo>
                  <a:lnTo>
                    <a:pt x="555142" y="155819"/>
                  </a:lnTo>
                  <a:lnTo>
                    <a:pt x="555751" y="158034"/>
                  </a:lnTo>
                  <a:lnTo>
                    <a:pt x="556290" y="158987"/>
                  </a:lnTo>
                  <a:lnTo>
                    <a:pt x="556868" y="160576"/>
                  </a:lnTo>
                  <a:lnTo>
                    <a:pt x="556328" y="161838"/>
                  </a:lnTo>
                  <a:lnTo>
                    <a:pt x="555751" y="162464"/>
                  </a:lnTo>
                  <a:lnTo>
                    <a:pt x="554668" y="164282"/>
                  </a:lnTo>
                  <a:lnTo>
                    <a:pt x="552876" y="169826"/>
                  </a:lnTo>
                  <a:lnTo>
                    <a:pt x="551487" y="170543"/>
                  </a:lnTo>
                  <a:lnTo>
                    <a:pt x="551184" y="174844"/>
                  </a:lnTo>
                  <a:lnTo>
                    <a:pt x="554127" y="179534"/>
                  </a:lnTo>
                  <a:lnTo>
                    <a:pt x="553728" y="183088"/>
                  </a:lnTo>
                  <a:lnTo>
                    <a:pt x="553137" y="184261"/>
                  </a:lnTo>
                  <a:lnTo>
                    <a:pt x="551562" y="186170"/>
                  </a:lnTo>
                  <a:lnTo>
                    <a:pt x="551766" y="187695"/>
                  </a:lnTo>
                  <a:lnTo>
                    <a:pt x="552157" y="188780"/>
                  </a:lnTo>
                  <a:lnTo>
                    <a:pt x="556778" y="191021"/>
                  </a:lnTo>
                  <a:lnTo>
                    <a:pt x="561115" y="192420"/>
                  </a:lnTo>
                  <a:lnTo>
                    <a:pt x="568383" y="192908"/>
                  </a:lnTo>
                  <a:lnTo>
                    <a:pt x="570535" y="195100"/>
                  </a:lnTo>
                  <a:lnTo>
                    <a:pt x="571297" y="193528"/>
                  </a:lnTo>
                  <a:lnTo>
                    <a:pt x="578138" y="193916"/>
                  </a:lnTo>
                  <a:lnTo>
                    <a:pt x="583646" y="199282"/>
                  </a:lnTo>
                  <a:lnTo>
                    <a:pt x="586550" y="200934"/>
                  </a:lnTo>
                  <a:lnTo>
                    <a:pt x="588911" y="201484"/>
                  </a:lnTo>
                  <a:lnTo>
                    <a:pt x="593703" y="200835"/>
                  </a:lnTo>
                  <a:lnTo>
                    <a:pt x="594546" y="200350"/>
                  </a:lnTo>
                  <a:lnTo>
                    <a:pt x="595334" y="198819"/>
                  </a:lnTo>
                  <a:lnTo>
                    <a:pt x="593087" y="198962"/>
                  </a:lnTo>
                  <a:lnTo>
                    <a:pt x="592107" y="199660"/>
                  </a:lnTo>
                  <a:lnTo>
                    <a:pt x="591191" y="199588"/>
                  </a:lnTo>
                  <a:lnTo>
                    <a:pt x="589624" y="199059"/>
                  </a:lnTo>
                  <a:lnTo>
                    <a:pt x="588516" y="198128"/>
                  </a:lnTo>
                  <a:lnTo>
                    <a:pt x="587308" y="196305"/>
                  </a:lnTo>
                  <a:lnTo>
                    <a:pt x="585307" y="191009"/>
                  </a:lnTo>
                  <a:lnTo>
                    <a:pt x="581806" y="189302"/>
                  </a:lnTo>
                  <a:lnTo>
                    <a:pt x="579484" y="189996"/>
                  </a:lnTo>
                  <a:lnTo>
                    <a:pt x="576888" y="189672"/>
                  </a:lnTo>
                  <a:lnTo>
                    <a:pt x="572660" y="186782"/>
                  </a:lnTo>
                  <a:lnTo>
                    <a:pt x="569870" y="185682"/>
                  </a:lnTo>
                  <a:lnTo>
                    <a:pt x="564832" y="182553"/>
                  </a:lnTo>
                  <a:lnTo>
                    <a:pt x="563436" y="181283"/>
                  </a:lnTo>
                  <a:lnTo>
                    <a:pt x="562327" y="178701"/>
                  </a:lnTo>
                  <a:lnTo>
                    <a:pt x="561037" y="174382"/>
                  </a:lnTo>
                  <a:lnTo>
                    <a:pt x="560217" y="171977"/>
                  </a:lnTo>
                  <a:lnTo>
                    <a:pt x="561272" y="171498"/>
                  </a:lnTo>
                  <a:lnTo>
                    <a:pt x="564697" y="169152"/>
                  </a:lnTo>
                  <a:lnTo>
                    <a:pt x="569872" y="168354"/>
                  </a:lnTo>
                  <a:lnTo>
                    <a:pt x="572058" y="169205"/>
                  </a:lnTo>
                  <a:lnTo>
                    <a:pt x="577691" y="173996"/>
                  </a:lnTo>
                  <a:lnTo>
                    <a:pt x="580300" y="174163"/>
                  </a:lnTo>
                  <a:lnTo>
                    <a:pt x="585011" y="172075"/>
                  </a:lnTo>
                  <a:lnTo>
                    <a:pt x="585535" y="170739"/>
                  </a:lnTo>
                  <a:lnTo>
                    <a:pt x="584481" y="168009"/>
                  </a:lnTo>
                  <a:lnTo>
                    <a:pt x="583049" y="166610"/>
                  </a:lnTo>
                  <a:lnTo>
                    <a:pt x="580336" y="165952"/>
                  </a:lnTo>
                  <a:lnTo>
                    <a:pt x="577024" y="167210"/>
                  </a:lnTo>
                  <a:lnTo>
                    <a:pt x="576080" y="166145"/>
                  </a:lnTo>
                  <a:lnTo>
                    <a:pt x="576413" y="164704"/>
                  </a:lnTo>
                  <a:lnTo>
                    <a:pt x="576779" y="163652"/>
                  </a:lnTo>
                  <a:lnTo>
                    <a:pt x="578548" y="163378"/>
                  </a:lnTo>
                  <a:lnTo>
                    <a:pt x="579790" y="162557"/>
                  </a:lnTo>
                  <a:lnTo>
                    <a:pt x="582494" y="159616"/>
                  </a:lnTo>
                  <a:lnTo>
                    <a:pt x="585454" y="158176"/>
                  </a:lnTo>
                  <a:lnTo>
                    <a:pt x="588414" y="157658"/>
                  </a:lnTo>
                  <a:lnTo>
                    <a:pt x="599226" y="158078"/>
                  </a:lnTo>
                  <a:lnTo>
                    <a:pt x="605346" y="162739"/>
                  </a:lnTo>
                  <a:lnTo>
                    <a:pt x="611332" y="164805"/>
                  </a:lnTo>
                  <a:lnTo>
                    <a:pt x="613923" y="166425"/>
                  </a:lnTo>
                  <a:lnTo>
                    <a:pt x="614651" y="166695"/>
                  </a:lnTo>
                  <a:lnTo>
                    <a:pt x="615253" y="167725"/>
                  </a:lnTo>
                  <a:lnTo>
                    <a:pt x="615728" y="170210"/>
                  </a:lnTo>
                  <a:lnTo>
                    <a:pt x="623268" y="176830"/>
                  </a:lnTo>
                  <a:lnTo>
                    <a:pt x="624999" y="177722"/>
                  </a:lnTo>
                  <a:lnTo>
                    <a:pt x="629812" y="177992"/>
                  </a:lnTo>
                  <a:lnTo>
                    <a:pt x="635191" y="176463"/>
                  </a:lnTo>
                  <a:lnTo>
                    <a:pt x="637614" y="176300"/>
                  </a:lnTo>
                  <a:lnTo>
                    <a:pt x="640241" y="176756"/>
                  </a:lnTo>
                  <a:lnTo>
                    <a:pt x="641628" y="177588"/>
                  </a:lnTo>
                  <a:lnTo>
                    <a:pt x="643089" y="179135"/>
                  </a:lnTo>
                  <a:lnTo>
                    <a:pt x="642306" y="181084"/>
                  </a:lnTo>
                  <a:lnTo>
                    <a:pt x="641617" y="182258"/>
                  </a:lnTo>
                  <a:lnTo>
                    <a:pt x="640137" y="185541"/>
                  </a:lnTo>
                  <a:lnTo>
                    <a:pt x="639457" y="186470"/>
                  </a:lnTo>
                  <a:lnTo>
                    <a:pt x="634568" y="190224"/>
                  </a:lnTo>
                  <a:lnTo>
                    <a:pt x="632608" y="191195"/>
                  </a:lnTo>
                  <a:lnTo>
                    <a:pt x="632080" y="196117"/>
                  </a:lnTo>
                  <a:lnTo>
                    <a:pt x="631819" y="197218"/>
                  </a:lnTo>
                  <a:lnTo>
                    <a:pt x="631645" y="198946"/>
                  </a:lnTo>
                  <a:lnTo>
                    <a:pt x="632529" y="202441"/>
                  </a:lnTo>
                  <a:lnTo>
                    <a:pt x="632759" y="204570"/>
                  </a:lnTo>
                  <a:lnTo>
                    <a:pt x="632008" y="207544"/>
                  </a:lnTo>
                  <a:lnTo>
                    <a:pt x="630771" y="210753"/>
                  </a:lnTo>
                  <a:lnTo>
                    <a:pt x="630992" y="213314"/>
                  </a:lnTo>
                  <a:lnTo>
                    <a:pt x="631438" y="216735"/>
                  </a:lnTo>
                  <a:lnTo>
                    <a:pt x="631607" y="215713"/>
                  </a:lnTo>
                  <a:lnTo>
                    <a:pt x="631556" y="214158"/>
                  </a:lnTo>
                  <a:lnTo>
                    <a:pt x="631866" y="212365"/>
                  </a:lnTo>
                  <a:lnTo>
                    <a:pt x="634090" y="208036"/>
                  </a:lnTo>
                  <a:lnTo>
                    <a:pt x="635711" y="202131"/>
                  </a:lnTo>
                  <a:lnTo>
                    <a:pt x="637383" y="200590"/>
                  </a:lnTo>
                  <a:lnTo>
                    <a:pt x="638895" y="200213"/>
                  </a:lnTo>
                  <a:lnTo>
                    <a:pt x="640518" y="201969"/>
                  </a:lnTo>
                  <a:lnTo>
                    <a:pt x="640989" y="204338"/>
                  </a:lnTo>
                  <a:lnTo>
                    <a:pt x="641073" y="207899"/>
                  </a:lnTo>
                  <a:lnTo>
                    <a:pt x="640748" y="211274"/>
                  </a:lnTo>
                  <a:lnTo>
                    <a:pt x="639478" y="216389"/>
                  </a:lnTo>
                  <a:lnTo>
                    <a:pt x="637437" y="219963"/>
                  </a:lnTo>
                  <a:lnTo>
                    <a:pt x="636745" y="221994"/>
                  </a:lnTo>
                  <a:lnTo>
                    <a:pt x="637723" y="223875"/>
                  </a:lnTo>
                  <a:lnTo>
                    <a:pt x="638750" y="225338"/>
                  </a:lnTo>
                  <a:lnTo>
                    <a:pt x="639952" y="225819"/>
                  </a:lnTo>
                  <a:lnTo>
                    <a:pt x="641330" y="225679"/>
                  </a:lnTo>
                  <a:lnTo>
                    <a:pt x="641662" y="225190"/>
                  </a:lnTo>
                  <a:lnTo>
                    <a:pt x="641920" y="223783"/>
                  </a:lnTo>
                  <a:lnTo>
                    <a:pt x="641484" y="221894"/>
                  </a:lnTo>
                  <a:lnTo>
                    <a:pt x="641250" y="220251"/>
                  </a:lnTo>
                  <a:lnTo>
                    <a:pt x="643778" y="218932"/>
                  </a:lnTo>
                  <a:lnTo>
                    <a:pt x="646121" y="218225"/>
                  </a:lnTo>
                  <a:lnTo>
                    <a:pt x="647994" y="216065"/>
                  </a:lnTo>
                  <a:lnTo>
                    <a:pt x="648462" y="214646"/>
                  </a:lnTo>
                  <a:lnTo>
                    <a:pt x="648870" y="212279"/>
                  </a:lnTo>
                  <a:lnTo>
                    <a:pt x="647896" y="208564"/>
                  </a:lnTo>
                  <a:lnTo>
                    <a:pt x="647063" y="205795"/>
                  </a:lnTo>
                  <a:lnTo>
                    <a:pt x="644243" y="199217"/>
                  </a:lnTo>
                  <a:lnTo>
                    <a:pt x="642141" y="195817"/>
                  </a:lnTo>
                  <a:lnTo>
                    <a:pt x="643462" y="190726"/>
                  </a:lnTo>
                  <a:lnTo>
                    <a:pt x="645667" y="185063"/>
                  </a:lnTo>
                  <a:lnTo>
                    <a:pt x="646512" y="183683"/>
                  </a:lnTo>
                  <a:lnTo>
                    <a:pt x="646736" y="182814"/>
                  </a:lnTo>
                  <a:lnTo>
                    <a:pt x="646975" y="181315"/>
                  </a:lnTo>
                  <a:lnTo>
                    <a:pt x="646771" y="179677"/>
                  </a:lnTo>
                  <a:lnTo>
                    <a:pt x="646550" y="178669"/>
                  </a:lnTo>
                  <a:lnTo>
                    <a:pt x="644318" y="174425"/>
                  </a:lnTo>
                  <a:lnTo>
                    <a:pt x="642706" y="173032"/>
                  </a:lnTo>
                  <a:lnTo>
                    <a:pt x="637582" y="172201"/>
                  </a:lnTo>
                  <a:lnTo>
                    <a:pt x="636320" y="171538"/>
                  </a:lnTo>
                  <a:lnTo>
                    <a:pt x="632565" y="167207"/>
                  </a:lnTo>
                  <a:lnTo>
                    <a:pt x="632123" y="166223"/>
                  </a:lnTo>
                  <a:lnTo>
                    <a:pt x="631301" y="163089"/>
                  </a:lnTo>
                  <a:lnTo>
                    <a:pt x="631005" y="162310"/>
                  </a:lnTo>
                  <a:lnTo>
                    <a:pt x="629970" y="161486"/>
                  </a:lnTo>
                  <a:lnTo>
                    <a:pt x="626509" y="159678"/>
                  </a:lnTo>
                  <a:lnTo>
                    <a:pt x="624131" y="158937"/>
                  </a:lnTo>
                  <a:lnTo>
                    <a:pt x="620638" y="158726"/>
                  </a:lnTo>
                  <a:lnTo>
                    <a:pt x="618514" y="157813"/>
                  </a:lnTo>
                  <a:lnTo>
                    <a:pt x="615394" y="154901"/>
                  </a:lnTo>
                  <a:lnTo>
                    <a:pt x="615057" y="153965"/>
                  </a:lnTo>
                  <a:lnTo>
                    <a:pt x="614158" y="150184"/>
                  </a:lnTo>
                  <a:lnTo>
                    <a:pt x="613429" y="148290"/>
                  </a:lnTo>
                  <a:lnTo>
                    <a:pt x="613649" y="146896"/>
                  </a:lnTo>
                  <a:lnTo>
                    <a:pt x="614781" y="143894"/>
                  </a:lnTo>
                  <a:lnTo>
                    <a:pt x="615562" y="141282"/>
                  </a:lnTo>
                  <a:lnTo>
                    <a:pt x="614593" y="139034"/>
                  </a:lnTo>
                  <a:lnTo>
                    <a:pt x="613226" y="138328"/>
                  </a:lnTo>
                  <a:lnTo>
                    <a:pt x="611742" y="137237"/>
                  </a:lnTo>
                  <a:lnTo>
                    <a:pt x="611118" y="135194"/>
                  </a:lnTo>
                  <a:lnTo>
                    <a:pt x="610762" y="132950"/>
                  </a:lnTo>
                  <a:lnTo>
                    <a:pt x="610698" y="131221"/>
                  </a:lnTo>
                  <a:lnTo>
                    <a:pt x="610457" y="129236"/>
                  </a:lnTo>
                  <a:lnTo>
                    <a:pt x="611151" y="127555"/>
                  </a:lnTo>
                  <a:lnTo>
                    <a:pt x="612734" y="125773"/>
                  </a:lnTo>
                  <a:lnTo>
                    <a:pt x="612343" y="124563"/>
                  </a:lnTo>
                  <a:lnTo>
                    <a:pt x="612588" y="122983"/>
                  </a:lnTo>
                  <a:lnTo>
                    <a:pt x="622780" y="120856"/>
                  </a:lnTo>
                  <a:lnTo>
                    <a:pt x="626787" y="120312"/>
                  </a:lnTo>
                  <a:lnTo>
                    <a:pt x="646669" y="120086"/>
                  </a:lnTo>
                  <a:lnTo>
                    <a:pt x="648076" y="119496"/>
                  </a:lnTo>
                  <a:lnTo>
                    <a:pt x="656712" y="118445"/>
                  </a:lnTo>
                  <a:lnTo>
                    <a:pt x="660400" y="117239"/>
                  </a:lnTo>
                  <a:lnTo>
                    <a:pt x="664308" y="118519"/>
                  </a:lnTo>
                  <a:lnTo>
                    <a:pt x="665725" y="118460"/>
                  </a:lnTo>
                  <a:lnTo>
                    <a:pt x="668576" y="118073"/>
                  </a:lnTo>
                  <a:lnTo>
                    <a:pt x="670453" y="115503"/>
                  </a:lnTo>
                  <a:lnTo>
                    <a:pt x="674687" y="114459"/>
                  </a:lnTo>
                  <a:lnTo>
                    <a:pt x="681731" y="113355"/>
                  </a:lnTo>
                  <a:lnTo>
                    <a:pt x="685201" y="113567"/>
                  </a:lnTo>
                  <a:lnTo>
                    <a:pt x="685988" y="114346"/>
                  </a:lnTo>
                  <a:lnTo>
                    <a:pt x="686772" y="115427"/>
                  </a:lnTo>
                  <a:lnTo>
                    <a:pt x="682954" y="118598"/>
                  </a:lnTo>
                  <a:lnTo>
                    <a:pt x="679136" y="121467"/>
                  </a:lnTo>
                  <a:lnTo>
                    <a:pt x="676008" y="122691"/>
                  </a:lnTo>
                  <a:lnTo>
                    <a:pt x="672935" y="125219"/>
                  </a:lnTo>
                  <a:lnTo>
                    <a:pt x="672629" y="126219"/>
                  </a:lnTo>
                  <a:lnTo>
                    <a:pt x="672538" y="126828"/>
                  </a:lnTo>
                  <a:lnTo>
                    <a:pt x="672651" y="128798"/>
                  </a:lnTo>
                  <a:lnTo>
                    <a:pt x="672832" y="130119"/>
                  </a:lnTo>
                  <a:lnTo>
                    <a:pt x="676054" y="131725"/>
                  </a:lnTo>
                  <a:lnTo>
                    <a:pt x="678468" y="133996"/>
                  </a:lnTo>
                  <a:lnTo>
                    <a:pt x="680844" y="135629"/>
                  </a:lnTo>
                  <a:lnTo>
                    <a:pt x="682716" y="136625"/>
                  </a:lnTo>
                  <a:lnTo>
                    <a:pt x="683154" y="136062"/>
                  </a:lnTo>
                  <a:lnTo>
                    <a:pt x="676325" y="130716"/>
                  </a:lnTo>
                  <a:lnTo>
                    <a:pt x="674589" y="129525"/>
                  </a:lnTo>
                  <a:lnTo>
                    <a:pt x="673890" y="128244"/>
                  </a:lnTo>
                  <a:lnTo>
                    <a:pt x="674222" y="126292"/>
                  </a:lnTo>
                  <a:lnTo>
                    <a:pt x="674912" y="125424"/>
                  </a:lnTo>
                  <a:lnTo>
                    <a:pt x="675988" y="124440"/>
                  </a:lnTo>
                  <a:lnTo>
                    <a:pt x="676709" y="123981"/>
                  </a:lnTo>
                  <a:lnTo>
                    <a:pt x="679255" y="122971"/>
                  </a:lnTo>
                  <a:lnTo>
                    <a:pt x="687815" y="121606"/>
                  </a:lnTo>
                  <a:lnTo>
                    <a:pt x="689821" y="118957"/>
                  </a:lnTo>
                  <a:lnTo>
                    <a:pt x="690686" y="117444"/>
                  </a:lnTo>
                  <a:lnTo>
                    <a:pt x="693006" y="115824"/>
                  </a:lnTo>
                  <a:lnTo>
                    <a:pt x="692224" y="115182"/>
                  </a:lnTo>
                  <a:lnTo>
                    <a:pt x="690317" y="114780"/>
                  </a:lnTo>
                  <a:lnTo>
                    <a:pt x="688846" y="113817"/>
                  </a:lnTo>
                  <a:lnTo>
                    <a:pt x="682947" y="104460"/>
                  </a:lnTo>
                  <a:lnTo>
                    <a:pt x="681497" y="103029"/>
                  </a:lnTo>
                  <a:lnTo>
                    <a:pt x="676971" y="101975"/>
                  </a:lnTo>
                  <a:lnTo>
                    <a:pt x="674941" y="100893"/>
                  </a:lnTo>
                  <a:lnTo>
                    <a:pt x="677030" y="97731"/>
                  </a:lnTo>
                  <a:lnTo>
                    <a:pt x="679480" y="96931"/>
                  </a:lnTo>
                  <a:lnTo>
                    <a:pt x="681122" y="97105"/>
                  </a:lnTo>
                  <a:lnTo>
                    <a:pt x="682575" y="97991"/>
                  </a:lnTo>
                  <a:lnTo>
                    <a:pt x="685259" y="100618"/>
                  </a:lnTo>
                  <a:lnTo>
                    <a:pt x="689076" y="99479"/>
                  </a:lnTo>
                  <a:lnTo>
                    <a:pt x="687655" y="98306"/>
                  </a:lnTo>
                  <a:lnTo>
                    <a:pt x="685216" y="96943"/>
                  </a:lnTo>
                  <a:lnTo>
                    <a:pt x="682982" y="94793"/>
                  </a:lnTo>
                  <a:lnTo>
                    <a:pt x="679824" y="92930"/>
                  </a:lnTo>
                  <a:lnTo>
                    <a:pt x="676261" y="91658"/>
                  </a:lnTo>
                  <a:lnTo>
                    <a:pt x="672520" y="91169"/>
                  </a:lnTo>
                  <a:lnTo>
                    <a:pt x="673553" y="88358"/>
                  </a:lnTo>
                  <a:lnTo>
                    <a:pt x="675603" y="88713"/>
                  </a:lnTo>
                  <a:lnTo>
                    <a:pt x="676300" y="87850"/>
                  </a:lnTo>
                  <a:lnTo>
                    <a:pt x="677241" y="86113"/>
                  </a:lnTo>
                  <a:lnTo>
                    <a:pt x="682422" y="90066"/>
                  </a:lnTo>
                  <a:lnTo>
                    <a:pt x="684855" y="89019"/>
                  </a:lnTo>
                  <a:lnTo>
                    <a:pt x="686914" y="87217"/>
                  </a:lnTo>
                  <a:lnTo>
                    <a:pt x="691259" y="82428"/>
                  </a:lnTo>
                  <a:lnTo>
                    <a:pt x="691814" y="80291"/>
                  </a:lnTo>
                  <a:lnTo>
                    <a:pt x="689740" y="79130"/>
                  </a:lnTo>
                  <a:lnTo>
                    <a:pt x="688052" y="78547"/>
                  </a:lnTo>
                  <a:lnTo>
                    <a:pt x="685732" y="78670"/>
                  </a:lnTo>
                  <a:lnTo>
                    <a:pt x="685532" y="77349"/>
                  </a:lnTo>
                  <a:lnTo>
                    <a:pt x="686502" y="75664"/>
                  </a:lnTo>
                  <a:lnTo>
                    <a:pt x="688399" y="75016"/>
                  </a:lnTo>
                  <a:lnTo>
                    <a:pt x="694159" y="76853"/>
                  </a:lnTo>
                  <a:lnTo>
                    <a:pt x="703738" y="72099"/>
                  </a:lnTo>
                  <a:lnTo>
                    <a:pt x="706378" y="69773"/>
                  </a:lnTo>
                  <a:lnTo>
                    <a:pt x="713020" y="66791"/>
                  </a:lnTo>
                  <a:lnTo>
                    <a:pt x="716298" y="67141"/>
                  </a:lnTo>
                  <a:lnTo>
                    <a:pt x="723086" y="63217"/>
                  </a:lnTo>
                  <a:lnTo>
                    <a:pt x="732519" y="61488"/>
                  </a:lnTo>
                  <a:lnTo>
                    <a:pt x="737983" y="61485"/>
                  </a:lnTo>
                  <a:lnTo>
                    <a:pt x="742194" y="59298"/>
                  </a:lnTo>
                  <a:lnTo>
                    <a:pt x="748663" y="58531"/>
                  </a:lnTo>
                  <a:lnTo>
                    <a:pt x="750907" y="57660"/>
                  </a:lnTo>
                  <a:lnTo>
                    <a:pt x="761808" y="55444"/>
                  </a:lnTo>
                  <a:lnTo>
                    <a:pt x="767855" y="53707"/>
                  </a:lnTo>
                  <a:lnTo>
                    <a:pt x="768789" y="52338"/>
                  </a:lnTo>
                  <a:lnTo>
                    <a:pt x="763387" y="53450"/>
                  </a:lnTo>
                  <a:lnTo>
                    <a:pt x="762087" y="52425"/>
                  </a:lnTo>
                  <a:lnTo>
                    <a:pt x="760953" y="53117"/>
                  </a:lnTo>
                  <a:lnTo>
                    <a:pt x="760154" y="54051"/>
                  </a:lnTo>
                  <a:lnTo>
                    <a:pt x="757531" y="52345"/>
                  </a:lnTo>
                  <a:lnTo>
                    <a:pt x="756820" y="52769"/>
                  </a:lnTo>
                  <a:lnTo>
                    <a:pt x="756271" y="53709"/>
                  </a:lnTo>
                  <a:lnTo>
                    <a:pt x="755327" y="54009"/>
                  </a:lnTo>
                  <a:lnTo>
                    <a:pt x="754220" y="53794"/>
                  </a:lnTo>
                  <a:lnTo>
                    <a:pt x="753854" y="51739"/>
                  </a:lnTo>
                  <a:lnTo>
                    <a:pt x="755154" y="48914"/>
                  </a:lnTo>
                  <a:lnTo>
                    <a:pt x="756688" y="50370"/>
                  </a:lnTo>
                  <a:lnTo>
                    <a:pt x="758465" y="48214"/>
                  </a:lnTo>
                  <a:lnTo>
                    <a:pt x="759619" y="48157"/>
                  </a:lnTo>
                  <a:lnTo>
                    <a:pt x="762944" y="49533"/>
                  </a:lnTo>
                  <a:lnTo>
                    <a:pt x="765181" y="48139"/>
                  </a:lnTo>
                  <a:lnTo>
                    <a:pt x="768167" y="47481"/>
                  </a:lnTo>
                  <a:lnTo>
                    <a:pt x="771458" y="48096"/>
                  </a:lnTo>
                  <a:lnTo>
                    <a:pt x="772821" y="47943"/>
                  </a:lnTo>
                  <a:lnTo>
                    <a:pt x="773613" y="46649"/>
                  </a:lnTo>
                  <a:lnTo>
                    <a:pt x="778940" y="47779"/>
                  </a:lnTo>
                  <a:lnTo>
                    <a:pt x="782632" y="47008"/>
                  </a:lnTo>
                  <a:lnTo>
                    <a:pt x="785157" y="47076"/>
                  </a:lnTo>
                  <a:lnTo>
                    <a:pt x="789084" y="47790"/>
                  </a:lnTo>
                  <a:lnTo>
                    <a:pt x="790874" y="48711"/>
                  </a:lnTo>
                  <a:lnTo>
                    <a:pt x="789845" y="50847"/>
                  </a:lnTo>
                  <a:lnTo>
                    <a:pt x="786016" y="54319"/>
                  </a:lnTo>
                  <a:lnTo>
                    <a:pt x="787058" y="54906"/>
                  </a:lnTo>
                  <a:lnTo>
                    <a:pt x="789255" y="53319"/>
                  </a:lnTo>
                  <a:lnTo>
                    <a:pt x="795858" y="50969"/>
                  </a:lnTo>
                  <a:lnTo>
                    <a:pt x="796917" y="51432"/>
                  </a:lnTo>
                  <a:lnTo>
                    <a:pt x="796193" y="53449"/>
                  </a:lnTo>
                  <a:lnTo>
                    <a:pt x="795726" y="54348"/>
                  </a:lnTo>
                  <a:lnTo>
                    <a:pt x="800123" y="53171"/>
                  </a:lnTo>
                  <a:lnTo>
                    <a:pt x="803878" y="50581"/>
                  </a:lnTo>
                  <a:lnTo>
                    <a:pt x="805549" y="50146"/>
                  </a:lnTo>
                  <a:lnTo>
                    <a:pt x="807259" y="51718"/>
                  </a:lnTo>
                  <a:lnTo>
                    <a:pt x="808852" y="50275"/>
                  </a:lnTo>
                  <a:lnTo>
                    <a:pt x="809222" y="48828"/>
                  </a:lnTo>
                  <a:lnTo>
                    <a:pt x="812082" y="48513"/>
                  </a:lnTo>
                  <a:lnTo>
                    <a:pt x="813252" y="47183"/>
                  </a:lnTo>
                  <a:lnTo>
                    <a:pt x="815261" y="46216"/>
                  </a:lnTo>
                  <a:lnTo>
                    <a:pt x="816957" y="45797"/>
                  </a:lnTo>
                  <a:lnTo>
                    <a:pt x="820640" y="43962"/>
                  </a:lnTo>
                  <a:lnTo>
                    <a:pt x="821898" y="44514"/>
                  </a:lnTo>
                  <a:lnTo>
                    <a:pt x="824353" y="45000"/>
                  </a:lnTo>
                  <a:lnTo>
                    <a:pt x="826685" y="45884"/>
                  </a:lnTo>
                  <a:lnTo>
                    <a:pt x="831005" y="47903"/>
                  </a:lnTo>
                  <a:lnTo>
                    <a:pt x="831614" y="48701"/>
                  </a:lnTo>
                  <a:lnTo>
                    <a:pt x="832162" y="48828"/>
                  </a:lnTo>
                  <a:lnTo>
                    <a:pt x="833396" y="50283"/>
                  </a:lnTo>
                  <a:lnTo>
                    <a:pt x="832462" y="52423"/>
                  </a:lnTo>
                  <a:lnTo>
                    <a:pt x="831462" y="55505"/>
                  </a:lnTo>
                  <a:lnTo>
                    <a:pt x="829618" y="56949"/>
                  </a:lnTo>
                  <a:lnTo>
                    <a:pt x="830752" y="57085"/>
                  </a:lnTo>
                  <a:lnTo>
                    <a:pt x="831542" y="56710"/>
                  </a:lnTo>
                  <a:lnTo>
                    <a:pt x="833017" y="54660"/>
                  </a:lnTo>
                  <a:lnTo>
                    <a:pt x="834327" y="53194"/>
                  </a:lnTo>
                  <a:lnTo>
                    <a:pt x="834028" y="47117"/>
                  </a:lnTo>
                  <a:lnTo>
                    <a:pt x="831628" y="44036"/>
                  </a:lnTo>
                  <a:lnTo>
                    <a:pt x="829831" y="43004"/>
                  </a:lnTo>
                  <a:lnTo>
                    <a:pt x="825610" y="39777"/>
                  </a:lnTo>
                  <a:lnTo>
                    <a:pt x="824179" y="38403"/>
                  </a:lnTo>
                  <a:lnTo>
                    <a:pt x="822293" y="36930"/>
                  </a:lnTo>
                  <a:lnTo>
                    <a:pt x="823027" y="36076"/>
                  </a:lnTo>
                  <a:lnTo>
                    <a:pt x="831161" y="37203"/>
                  </a:lnTo>
                  <a:lnTo>
                    <a:pt x="835298" y="36657"/>
                  </a:lnTo>
                  <a:lnTo>
                    <a:pt x="839748" y="36975"/>
                  </a:lnTo>
                  <a:lnTo>
                    <a:pt x="845748" y="35614"/>
                  </a:lnTo>
                  <a:lnTo>
                    <a:pt x="848245" y="37031"/>
                  </a:lnTo>
                  <a:lnTo>
                    <a:pt x="851122" y="36982"/>
                  </a:lnTo>
                  <a:lnTo>
                    <a:pt x="854425" y="38155"/>
                  </a:lnTo>
                  <a:lnTo>
                    <a:pt x="855415" y="36787"/>
                  </a:lnTo>
                  <a:lnTo>
                    <a:pt x="849997" y="35304"/>
                  </a:lnTo>
                  <a:lnTo>
                    <a:pt x="847576" y="35457"/>
                  </a:lnTo>
                  <a:lnTo>
                    <a:pt x="846718" y="34682"/>
                  </a:lnTo>
                  <a:lnTo>
                    <a:pt x="847618" y="32958"/>
                  </a:lnTo>
                  <a:lnTo>
                    <a:pt x="848689" y="30331"/>
                  </a:lnTo>
                  <a:lnTo>
                    <a:pt x="847640" y="28045"/>
                  </a:lnTo>
                  <a:lnTo>
                    <a:pt x="846630" y="26829"/>
                  </a:lnTo>
                  <a:lnTo>
                    <a:pt x="846462" y="24519"/>
                  </a:lnTo>
                  <a:lnTo>
                    <a:pt x="847430" y="21866"/>
                  </a:lnTo>
                  <a:lnTo>
                    <a:pt x="849683" y="20740"/>
                  </a:lnTo>
                  <a:lnTo>
                    <a:pt x="850916" y="18583"/>
                  </a:lnTo>
                  <a:lnTo>
                    <a:pt x="853503" y="15731"/>
                  </a:lnTo>
                  <a:lnTo>
                    <a:pt x="866076" y="6557"/>
                  </a:lnTo>
                  <a:lnTo>
                    <a:pt x="872075" y="3073"/>
                  </a:lnTo>
                  <a:lnTo>
                    <a:pt x="874374" y="2641"/>
                  </a:lnTo>
                  <a:lnTo>
                    <a:pt x="877015" y="2911"/>
                  </a:lnTo>
                  <a:lnTo>
                    <a:pt x="882238" y="1"/>
                  </a:lnTo>
                  <a:lnTo>
                    <a:pt x="884197" y="0"/>
                  </a:lnTo>
                  <a:lnTo>
                    <a:pt x="891441" y="2315"/>
                  </a:lnTo>
                  <a:lnTo>
                    <a:pt x="893178" y="4011"/>
                  </a:lnTo>
                  <a:lnTo>
                    <a:pt x="897134" y="5355"/>
                  </a:lnTo>
                  <a:lnTo>
                    <a:pt x="901752" y="6064"/>
                  </a:lnTo>
                  <a:lnTo>
                    <a:pt x="903872" y="7139"/>
                  </a:lnTo>
                  <a:lnTo>
                    <a:pt x="904895" y="8358"/>
                  </a:lnTo>
                  <a:lnTo>
                    <a:pt x="905772" y="10044"/>
                  </a:lnTo>
                  <a:lnTo>
                    <a:pt x="902027" y="11183"/>
                  </a:lnTo>
                  <a:lnTo>
                    <a:pt x="898004" y="14556"/>
                  </a:lnTo>
                  <a:lnTo>
                    <a:pt x="892564" y="16422"/>
                  </a:lnTo>
                  <a:lnTo>
                    <a:pt x="885794" y="17664"/>
                  </a:lnTo>
                  <a:lnTo>
                    <a:pt x="884400" y="18576"/>
                  </a:lnTo>
                  <a:lnTo>
                    <a:pt x="897263" y="18856"/>
                  </a:lnTo>
                  <a:lnTo>
                    <a:pt x="901011" y="18609"/>
                  </a:lnTo>
                  <a:lnTo>
                    <a:pt x="901772" y="21541"/>
                  </a:lnTo>
                  <a:lnTo>
                    <a:pt x="903040" y="21658"/>
                  </a:lnTo>
                  <a:lnTo>
                    <a:pt x="906759" y="20245"/>
                  </a:lnTo>
                  <a:lnTo>
                    <a:pt x="908984" y="20170"/>
                  </a:lnTo>
                  <a:lnTo>
                    <a:pt x="913200" y="21177"/>
                  </a:lnTo>
                  <a:lnTo>
                    <a:pt x="914105" y="20645"/>
                  </a:lnTo>
                  <a:lnTo>
                    <a:pt x="915922" y="20568"/>
                  </a:lnTo>
                  <a:lnTo>
                    <a:pt x="919804" y="21851"/>
                  </a:lnTo>
                  <a:lnTo>
                    <a:pt x="921540" y="23754"/>
                  </a:lnTo>
                  <a:lnTo>
                    <a:pt x="918783" y="26843"/>
                  </a:lnTo>
                  <a:lnTo>
                    <a:pt x="915914" y="29549"/>
                  </a:lnTo>
                  <a:lnTo>
                    <a:pt x="912437" y="34190"/>
                  </a:lnTo>
                  <a:lnTo>
                    <a:pt x="911364" y="33809"/>
                  </a:lnTo>
                  <a:lnTo>
                    <a:pt x="909513" y="33715"/>
                  </a:lnTo>
                  <a:lnTo>
                    <a:pt x="909846" y="35996"/>
                  </a:lnTo>
                  <a:lnTo>
                    <a:pt x="912948" y="35924"/>
                  </a:lnTo>
                  <a:lnTo>
                    <a:pt x="914585" y="36947"/>
                  </a:lnTo>
                  <a:lnTo>
                    <a:pt x="918409" y="35647"/>
                  </a:lnTo>
                  <a:lnTo>
                    <a:pt x="923778" y="36060"/>
                  </a:lnTo>
                  <a:lnTo>
                    <a:pt x="924905" y="35699"/>
                  </a:lnTo>
                  <a:lnTo>
                    <a:pt x="926977" y="34300"/>
                  </a:lnTo>
                  <a:lnTo>
                    <a:pt x="927526" y="31612"/>
                  </a:lnTo>
                  <a:lnTo>
                    <a:pt x="928424" y="29904"/>
                  </a:lnTo>
                  <a:lnTo>
                    <a:pt x="930193" y="29331"/>
                  </a:lnTo>
                  <a:lnTo>
                    <a:pt x="932154" y="29872"/>
                  </a:lnTo>
                  <a:lnTo>
                    <a:pt x="935449" y="29854"/>
                  </a:lnTo>
                  <a:lnTo>
                    <a:pt x="943861" y="28995"/>
                  </a:lnTo>
                  <a:lnTo>
                    <a:pt x="950902" y="30098"/>
                  </a:lnTo>
                  <a:lnTo>
                    <a:pt x="956544" y="28723"/>
                  </a:lnTo>
                  <a:lnTo>
                    <a:pt x="963948" y="29768"/>
                  </a:lnTo>
                  <a:lnTo>
                    <a:pt x="967143" y="30843"/>
                  </a:lnTo>
                  <a:lnTo>
                    <a:pt x="969538" y="32744"/>
                  </a:lnTo>
                  <a:lnTo>
                    <a:pt x="971673" y="33299"/>
                  </a:lnTo>
                  <a:lnTo>
                    <a:pt x="973429" y="34780"/>
                  </a:lnTo>
                  <a:lnTo>
                    <a:pt x="975216" y="36940"/>
                  </a:lnTo>
                  <a:lnTo>
                    <a:pt x="974328" y="38706"/>
                  </a:lnTo>
                  <a:lnTo>
                    <a:pt x="973475" y="39891"/>
                  </a:lnTo>
                  <a:lnTo>
                    <a:pt x="975777" y="38605"/>
                  </a:lnTo>
                  <a:lnTo>
                    <a:pt x="977553" y="38289"/>
                  </a:lnTo>
                  <a:lnTo>
                    <a:pt x="978891" y="39068"/>
                  </a:lnTo>
                  <a:lnTo>
                    <a:pt x="981264" y="39800"/>
                  </a:lnTo>
                  <a:lnTo>
                    <a:pt x="982008" y="44666"/>
                  </a:lnTo>
                  <a:lnTo>
                    <a:pt x="982680" y="45610"/>
                  </a:lnTo>
                  <a:lnTo>
                    <a:pt x="983323" y="47303"/>
                  </a:lnTo>
                  <a:lnTo>
                    <a:pt x="982442" y="48852"/>
                  </a:lnTo>
                  <a:lnTo>
                    <a:pt x="981687" y="49550"/>
                  </a:lnTo>
                  <a:lnTo>
                    <a:pt x="983559" y="49402"/>
                  </a:lnTo>
                  <a:lnTo>
                    <a:pt x="986180" y="47761"/>
                  </a:lnTo>
                  <a:lnTo>
                    <a:pt x="986725" y="47206"/>
                  </a:lnTo>
                  <a:lnTo>
                    <a:pt x="987373" y="45976"/>
                  </a:lnTo>
                  <a:lnTo>
                    <a:pt x="986402" y="44773"/>
                  </a:lnTo>
                  <a:lnTo>
                    <a:pt x="985504" y="44049"/>
                  </a:lnTo>
                  <a:lnTo>
                    <a:pt x="986633" y="43507"/>
                  </a:lnTo>
                  <a:lnTo>
                    <a:pt x="988780" y="43697"/>
                  </a:lnTo>
                  <a:lnTo>
                    <a:pt x="989849" y="45848"/>
                  </a:lnTo>
                  <a:lnTo>
                    <a:pt x="990565" y="47820"/>
                  </a:lnTo>
                  <a:lnTo>
                    <a:pt x="992132" y="54335"/>
                  </a:lnTo>
                  <a:lnTo>
                    <a:pt x="995508" y="53459"/>
                  </a:lnTo>
                  <a:lnTo>
                    <a:pt x="995666" y="55388"/>
                  </a:lnTo>
                  <a:lnTo>
                    <a:pt x="994259" y="59856"/>
                  </a:lnTo>
                  <a:lnTo>
                    <a:pt x="992777" y="63169"/>
                  </a:lnTo>
                  <a:lnTo>
                    <a:pt x="992174" y="63886"/>
                  </a:lnTo>
                  <a:lnTo>
                    <a:pt x="991235" y="64018"/>
                  </a:lnTo>
                  <a:lnTo>
                    <a:pt x="991594" y="62307"/>
                  </a:lnTo>
                  <a:lnTo>
                    <a:pt x="991040" y="61278"/>
                  </a:lnTo>
                  <a:lnTo>
                    <a:pt x="990149" y="60652"/>
                  </a:lnTo>
                  <a:lnTo>
                    <a:pt x="987097" y="60037"/>
                  </a:lnTo>
                  <a:lnTo>
                    <a:pt x="981375" y="55997"/>
                  </a:lnTo>
                  <a:lnTo>
                    <a:pt x="979850" y="55569"/>
                  </a:lnTo>
                  <a:lnTo>
                    <a:pt x="979499" y="55753"/>
                  </a:lnTo>
                  <a:lnTo>
                    <a:pt x="979348" y="56151"/>
                  </a:lnTo>
                  <a:lnTo>
                    <a:pt x="982531" y="58885"/>
                  </a:lnTo>
                  <a:lnTo>
                    <a:pt x="985132" y="63782"/>
                  </a:lnTo>
                  <a:lnTo>
                    <a:pt x="987501" y="62347"/>
                  </a:lnTo>
                  <a:lnTo>
                    <a:pt x="988439" y="62615"/>
                  </a:lnTo>
                  <a:lnTo>
                    <a:pt x="989742" y="64895"/>
                  </a:lnTo>
                  <a:lnTo>
                    <a:pt x="992074" y="65847"/>
                  </a:lnTo>
                  <a:lnTo>
                    <a:pt x="993999" y="67366"/>
                  </a:lnTo>
                  <a:lnTo>
                    <a:pt x="992704" y="72025"/>
                  </a:lnTo>
                  <a:lnTo>
                    <a:pt x="984778" y="80238"/>
                  </a:lnTo>
                  <a:lnTo>
                    <a:pt x="976344" y="85021"/>
                  </a:lnTo>
                  <a:lnTo>
                    <a:pt x="972618" y="88364"/>
                  </a:lnTo>
                  <a:lnTo>
                    <a:pt x="966068" y="90775"/>
                  </a:lnTo>
                  <a:lnTo>
                    <a:pt x="961392" y="94036"/>
                  </a:lnTo>
                  <a:lnTo>
                    <a:pt x="955417" y="96460"/>
                  </a:lnTo>
                  <a:lnTo>
                    <a:pt x="953718" y="99042"/>
                  </a:lnTo>
                  <a:lnTo>
                    <a:pt x="949281" y="100717"/>
                  </a:lnTo>
                  <a:lnTo>
                    <a:pt x="949581" y="101571"/>
                  </a:lnTo>
                  <a:lnTo>
                    <a:pt x="950098" y="102509"/>
                  </a:lnTo>
                  <a:lnTo>
                    <a:pt x="949552" y="104059"/>
                  </a:lnTo>
                  <a:lnTo>
                    <a:pt x="948935" y="105232"/>
                  </a:lnTo>
                  <a:lnTo>
                    <a:pt x="945489" y="107607"/>
                  </a:lnTo>
                  <a:lnTo>
                    <a:pt x="940473" y="109276"/>
                  </a:lnTo>
                  <a:lnTo>
                    <a:pt x="930398" y="119271"/>
                  </a:lnTo>
                  <a:lnTo>
                    <a:pt x="925403" y="121312"/>
                  </a:lnTo>
                  <a:lnTo>
                    <a:pt x="919714" y="121429"/>
                  </a:lnTo>
                  <a:lnTo>
                    <a:pt x="918516" y="122364"/>
                  </a:lnTo>
                  <a:lnTo>
                    <a:pt x="914226" y="128650"/>
                  </a:lnTo>
                  <a:lnTo>
                    <a:pt x="912905" y="130009"/>
                  </a:lnTo>
                  <a:lnTo>
                    <a:pt x="907257" y="130679"/>
                  </a:lnTo>
                  <a:lnTo>
                    <a:pt x="901371" y="140984"/>
                  </a:lnTo>
                  <a:lnTo>
                    <a:pt x="898098" y="144478"/>
                  </a:lnTo>
                  <a:lnTo>
                    <a:pt x="895235" y="146368"/>
                  </a:lnTo>
                  <a:lnTo>
                    <a:pt x="898213" y="145987"/>
                  </a:lnTo>
                  <a:lnTo>
                    <a:pt x="901728" y="144607"/>
                  </a:lnTo>
                  <a:lnTo>
                    <a:pt x="905854" y="141262"/>
                  </a:lnTo>
                  <a:lnTo>
                    <a:pt x="906922" y="139721"/>
                  </a:lnTo>
                  <a:lnTo>
                    <a:pt x="907489" y="137991"/>
                  </a:lnTo>
                  <a:lnTo>
                    <a:pt x="908712" y="136636"/>
                  </a:lnTo>
                  <a:lnTo>
                    <a:pt x="910586" y="135661"/>
                  </a:lnTo>
                  <a:lnTo>
                    <a:pt x="917846" y="134542"/>
                  </a:lnTo>
                  <a:lnTo>
                    <a:pt x="920838" y="134960"/>
                  </a:lnTo>
                  <a:lnTo>
                    <a:pt x="925230" y="134664"/>
                  </a:lnTo>
                  <a:lnTo>
                    <a:pt x="928117" y="132819"/>
                  </a:lnTo>
                  <a:lnTo>
                    <a:pt x="929840" y="132159"/>
                  </a:lnTo>
                  <a:lnTo>
                    <a:pt x="931386" y="131924"/>
                  </a:lnTo>
                  <a:lnTo>
                    <a:pt x="932147" y="130614"/>
                  </a:lnTo>
                  <a:lnTo>
                    <a:pt x="934724" y="130353"/>
                  </a:lnTo>
                  <a:lnTo>
                    <a:pt x="940645" y="128598"/>
                  </a:lnTo>
                  <a:lnTo>
                    <a:pt x="941516" y="127972"/>
                  </a:lnTo>
                  <a:lnTo>
                    <a:pt x="943420" y="125377"/>
                  </a:lnTo>
                  <a:lnTo>
                    <a:pt x="946942" y="126365"/>
                  </a:lnTo>
                  <a:lnTo>
                    <a:pt x="949453" y="125820"/>
                  </a:lnTo>
                  <a:lnTo>
                    <a:pt x="956052" y="121197"/>
                  </a:lnTo>
                  <a:lnTo>
                    <a:pt x="960018" y="119416"/>
                  </a:lnTo>
                  <a:lnTo>
                    <a:pt x="961109" y="118188"/>
                  </a:lnTo>
                  <a:lnTo>
                    <a:pt x="960316" y="117330"/>
                  </a:lnTo>
                  <a:lnTo>
                    <a:pt x="959431" y="116734"/>
                  </a:lnTo>
                  <a:lnTo>
                    <a:pt x="955587" y="118327"/>
                  </a:lnTo>
                  <a:lnTo>
                    <a:pt x="952168" y="118843"/>
                  </a:lnTo>
                  <a:lnTo>
                    <a:pt x="948273" y="118429"/>
                  </a:lnTo>
                  <a:lnTo>
                    <a:pt x="947743" y="117803"/>
                  </a:lnTo>
                  <a:lnTo>
                    <a:pt x="947270" y="116134"/>
                  </a:lnTo>
                  <a:lnTo>
                    <a:pt x="948519" y="113740"/>
                  </a:lnTo>
                  <a:lnTo>
                    <a:pt x="949612" y="112281"/>
                  </a:lnTo>
                  <a:lnTo>
                    <a:pt x="952084" y="110397"/>
                  </a:lnTo>
                  <a:lnTo>
                    <a:pt x="954127" y="109716"/>
                  </a:lnTo>
                  <a:lnTo>
                    <a:pt x="961707" y="111771"/>
                  </a:lnTo>
                  <a:lnTo>
                    <a:pt x="963274" y="112023"/>
                  </a:lnTo>
                  <a:lnTo>
                    <a:pt x="964132" y="108670"/>
                  </a:lnTo>
                  <a:lnTo>
                    <a:pt x="966555" y="108832"/>
                  </a:lnTo>
                  <a:lnTo>
                    <a:pt x="968963" y="109389"/>
                  </a:lnTo>
                  <a:lnTo>
                    <a:pt x="967920" y="110088"/>
                  </a:lnTo>
                  <a:lnTo>
                    <a:pt x="965252" y="111161"/>
                  </a:lnTo>
                  <a:lnTo>
                    <a:pt x="966073" y="113633"/>
                  </a:lnTo>
                  <a:lnTo>
                    <a:pt x="967234" y="115322"/>
                  </a:lnTo>
                  <a:lnTo>
                    <a:pt x="971876" y="117759"/>
                  </a:lnTo>
                  <a:lnTo>
                    <a:pt x="975829" y="118832"/>
                  </a:lnTo>
                  <a:lnTo>
                    <a:pt x="978738" y="118767"/>
                  </a:lnTo>
                  <a:lnTo>
                    <a:pt x="983288" y="117734"/>
                  </a:lnTo>
                  <a:lnTo>
                    <a:pt x="983985" y="116994"/>
                  </a:lnTo>
                  <a:lnTo>
                    <a:pt x="984948" y="115088"/>
                  </a:lnTo>
                  <a:lnTo>
                    <a:pt x="983755" y="111352"/>
                  </a:lnTo>
                  <a:lnTo>
                    <a:pt x="984894" y="111836"/>
                  </a:lnTo>
                  <a:lnTo>
                    <a:pt x="986020" y="112776"/>
                  </a:lnTo>
                  <a:lnTo>
                    <a:pt x="987732" y="115036"/>
                  </a:lnTo>
                  <a:lnTo>
                    <a:pt x="989404" y="118877"/>
                  </a:lnTo>
                  <a:lnTo>
                    <a:pt x="990432" y="120644"/>
                  </a:lnTo>
                  <a:lnTo>
                    <a:pt x="989837" y="122560"/>
                  </a:lnTo>
                  <a:lnTo>
                    <a:pt x="987449" y="126200"/>
                  </a:lnTo>
                  <a:lnTo>
                    <a:pt x="988830" y="128212"/>
                  </a:lnTo>
                  <a:lnTo>
                    <a:pt x="991292" y="129554"/>
                  </a:lnTo>
                  <a:lnTo>
                    <a:pt x="991254" y="135492"/>
                  </a:lnTo>
                  <a:lnTo>
                    <a:pt x="991104" y="138366"/>
                  </a:lnTo>
                  <a:lnTo>
                    <a:pt x="989893" y="141497"/>
                  </a:lnTo>
                  <a:lnTo>
                    <a:pt x="988489" y="142817"/>
                  </a:lnTo>
                  <a:lnTo>
                    <a:pt x="987114" y="144784"/>
                  </a:lnTo>
                  <a:lnTo>
                    <a:pt x="987463" y="146592"/>
                  </a:lnTo>
                  <a:lnTo>
                    <a:pt x="987785" y="147753"/>
                  </a:lnTo>
                  <a:lnTo>
                    <a:pt x="989235" y="149905"/>
                  </a:lnTo>
                  <a:lnTo>
                    <a:pt x="993290" y="150580"/>
                  </a:lnTo>
                  <a:lnTo>
                    <a:pt x="993835" y="150000"/>
                  </a:lnTo>
                  <a:lnTo>
                    <a:pt x="992894" y="149322"/>
                  </a:lnTo>
                  <a:lnTo>
                    <a:pt x="990147" y="148319"/>
                  </a:lnTo>
                  <a:lnTo>
                    <a:pt x="989074" y="147497"/>
                  </a:lnTo>
                  <a:lnTo>
                    <a:pt x="988123" y="145517"/>
                  </a:lnTo>
                  <a:lnTo>
                    <a:pt x="989228" y="143376"/>
                  </a:lnTo>
                  <a:lnTo>
                    <a:pt x="990447" y="141784"/>
                  </a:lnTo>
                  <a:lnTo>
                    <a:pt x="991889" y="138175"/>
                  </a:lnTo>
                  <a:lnTo>
                    <a:pt x="992334" y="135577"/>
                  </a:lnTo>
                  <a:lnTo>
                    <a:pt x="992074" y="132907"/>
                  </a:lnTo>
                  <a:lnTo>
                    <a:pt x="992998" y="131696"/>
                  </a:lnTo>
                  <a:lnTo>
                    <a:pt x="994449" y="130385"/>
                  </a:lnTo>
                  <a:lnTo>
                    <a:pt x="995186" y="130131"/>
                  </a:lnTo>
                  <a:lnTo>
                    <a:pt x="995841" y="129562"/>
                  </a:lnTo>
                  <a:lnTo>
                    <a:pt x="994793" y="128923"/>
                  </a:lnTo>
                  <a:lnTo>
                    <a:pt x="993829" y="128594"/>
                  </a:lnTo>
                  <a:lnTo>
                    <a:pt x="991851" y="126966"/>
                  </a:lnTo>
                  <a:lnTo>
                    <a:pt x="991516" y="124859"/>
                  </a:lnTo>
                  <a:lnTo>
                    <a:pt x="995504" y="124019"/>
                  </a:lnTo>
                  <a:lnTo>
                    <a:pt x="997847" y="122504"/>
                  </a:lnTo>
                  <a:lnTo>
                    <a:pt x="1006541" y="121839"/>
                  </a:lnTo>
                  <a:lnTo>
                    <a:pt x="1012545" y="119019"/>
                  </a:lnTo>
                  <a:lnTo>
                    <a:pt x="1025869" y="119803"/>
                  </a:lnTo>
                  <a:lnTo>
                    <a:pt x="1035226" y="122076"/>
                  </a:lnTo>
                  <a:lnTo>
                    <a:pt x="1048364" y="122352"/>
                  </a:lnTo>
                  <a:lnTo>
                    <a:pt x="1053205" y="123886"/>
                  </a:lnTo>
                  <a:lnTo>
                    <a:pt x="1053669" y="124463"/>
                  </a:lnTo>
                  <a:lnTo>
                    <a:pt x="1053959" y="125561"/>
                  </a:lnTo>
                  <a:lnTo>
                    <a:pt x="1051866" y="126055"/>
                  </a:lnTo>
                  <a:lnTo>
                    <a:pt x="1048442" y="126058"/>
                  </a:lnTo>
                  <a:lnTo>
                    <a:pt x="1047516" y="128929"/>
                  </a:lnTo>
                  <a:lnTo>
                    <a:pt x="1048134" y="132496"/>
                  </a:lnTo>
                  <a:lnTo>
                    <a:pt x="1054235" y="136315"/>
                  </a:lnTo>
                  <a:lnTo>
                    <a:pt x="1059585" y="137890"/>
                  </a:lnTo>
                  <a:lnTo>
                    <a:pt x="1063326" y="140398"/>
                  </a:lnTo>
                  <a:lnTo>
                    <a:pt x="1065298" y="140627"/>
                  </a:lnTo>
                  <a:lnTo>
                    <a:pt x="1073080" y="140339"/>
                  </a:lnTo>
                  <a:lnTo>
                    <a:pt x="1077674" y="141650"/>
                  </a:lnTo>
                  <a:lnTo>
                    <a:pt x="1081784" y="140642"/>
                  </a:lnTo>
                  <a:lnTo>
                    <a:pt x="1086313" y="140676"/>
                  </a:lnTo>
                  <a:lnTo>
                    <a:pt x="1087904" y="140936"/>
                  </a:lnTo>
                  <a:lnTo>
                    <a:pt x="1089558" y="142817"/>
                  </a:lnTo>
                  <a:lnTo>
                    <a:pt x="1092209" y="143310"/>
                  </a:lnTo>
                  <a:lnTo>
                    <a:pt x="1095401" y="143392"/>
                  </a:lnTo>
                  <a:lnTo>
                    <a:pt x="1097180" y="143006"/>
                  </a:lnTo>
                  <a:lnTo>
                    <a:pt x="1097869" y="142543"/>
                  </a:lnTo>
                  <a:lnTo>
                    <a:pt x="1097626" y="141810"/>
                  </a:lnTo>
                  <a:lnTo>
                    <a:pt x="1094992" y="140647"/>
                  </a:lnTo>
                  <a:lnTo>
                    <a:pt x="1095277" y="139287"/>
                  </a:lnTo>
                  <a:lnTo>
                    <a:pt x="1096295" y="138955"/>
                  </a:lnTo>
                  <a:lnTo>
                    <a:pt x="1100715" y="140825"/>
                  </a:lnTo>
                  <a:lnTo>
                    <a:pt x="1102568" y="141114"/>
                  </a:lnTo>
                  <a:lnTo>
                    <a:pt x="1104189" y="139727"/>
                  </a:lnTo>
                  <a:lnTo>
                    <a:pt x="1105379" y="137250"/>
                  </a:lnTo>
                  <a:lnTo>
                    <a:pt x="1106036" y="135520"/>
                  </a:lnTo>
                  <a:lnTo>
                    <a:pt x="1106729" y="134671"/>
                  </a:lnTo>
                  <a:lnTo>
                    <a:pt x="1107311" y="134540"/>
                  </a:lnTo>
                  <a:lnTo>
                    <a:pt x="1107884" y="134070"/>
                  </a:lnTo>
                  <a:lnTo>
                    <a:pt x="1106489" y="132050"/>
                  </a:lnTo>
                  <a:lnTo>
                    <a:pt x="1105141" y="129518"/>
                  </a:lnTo>
                  <a:lnTo>
                    <a:pt x="1104812" y="127887"/>
                  </a:lnTo>
                  <a:lnTo>
                    <a:pt x="1104436" y="127050"/>
                  </a:lnTo>
                  <a:lnTo>
                    <a:pt x="1104234" y="124033"/>
                  </a:lnTo>
                  <a:lnTo>
                    <a:pt x="1105513" y="120962"/>
                  </a:lnTo>
                  <a:lnTo>
                    <a:pt x="1106375" y="120090"/>
                  </a:lnTo>
                  <a:lnTo>
                    <a:pt x="1109894" y="121260"/>
                  </a:lnTo>
                  <a:lnTo>
                    <a:pt x="1111470" y="119412"/>
                  </a:lnTo>
                  <a:lnTo>
                    <a:pt x="1112450" y="118732"/>
                  </a:lnTo>
                  <a:lnTo>
                    <a:pt x="1116697" y="117476"/>
                  </a:lnTo>
                  <a:lnTo>
                    <a:pt x="1118459" y="117581"/>
                  </a:lnTo>
                  <a:lnTo>
                    <a:pt x="1121395" y="118748"/>
                  </a:lnTo>
                  <a:lnTo>
                    <a:pt x="1130841" y="124397"/>
                  </a:lnTo>
                  <a:lnTo>
                    <a:pt x="1130627" y="126560"/>
                  </a:lnTo>
                  <a:lnTo>
                    <a:pt x="1132882" y="125938"/>
                  </a:lnTo>
                  <a:lnTo>
                    <a:pt x="1133957" y="125062"/>
                  </a:lnTo>
                  <a:lnTo>
                    <a:pt x="1136484" y="124489"/>
                  </a:lnTo>
                  <a:lnTo>
                    <a:pt x="1138176" y="123582"/>
                  </a:lnTo>
                  <a:lnTo>
                    <a:pt x="1138654" y="123922"/>
                  </a:lnTo>
                  <a:lnTo>
                    <a:pt x="1139217" y="124820"/>
                  </a:lnTo>
                  <a:lnTo>
                    <a:pt x="1138802" y="126079"/>
                  </a:lnTo>
                  <a:lnTo>
                    <a:pt x="1138210" y="127377"/>
                  </a:lnTo>
                  <a:lnTo>
                    <a:pt x="1138613" y="128132"/>
                  </a:lnTo>
                  <a:lnTo>
                    <a:pt x="1139108" y="128293"/>
                  </a:lnTo>
                  <a:lnTo>
                    <a:pt x="1141606" y="129884"/>
                  </a:lnTo>
                  <a:lnTo>
                    <a:pt x="1144897" y="126951"/>
                  </a:lnTo>
                  <a:lnTo>
                    <a:pt x="1146240" y="124172"/>
                  </a:lnTo>
                  <a:lnTo>
                    <a:pt x="1147116" y="123603"/>
                  </a:lnTo>
                  <a:lnTo>
                    <a:pt x="1155275" y="125551"/>
                  </a:lnTo>
                  <a:lnTo>
                    <a:pt x="1157747" y="126615"/>
                  </a:lnTo>
                  <a:lnTo>
                    <a:pt x="1158227" y="127203"/>
                  </a:lnTo>
                  <a:lnTo>
                    <a:pt x="1158559" y="128233"/>
                  </a:lnTo>
                  <a:lnTo>
                    <a:pt x="1159894" y="129367"/>
                  </a:lnTo>
                  <a:lnTo>
                    <a:pt x="1161502" y="130012"/>
                  </a:lnTo>
                  <a:lnTo>
                    <a:pt x="1161303" y="130894"/>
                  </a:lnTo>
                  <a:lnTo>
                    <a:pt x="1161230" y="131877"/>
                  </a:lnTo>
                  <a:lnTo>
                    <a:pt x="1165019" y="132027"/>
                  </a:lnTo>
                  <a:lnTo>
                    <a:pt x="1166670" y="132884"/>
                  </a:lnTo>
                  <a:lnTo>
                    <a:pt x="1168490" y="134159"/>
                  </a:lnTo>
                  <a:lnTo>
                    <a:pt x="1168295" y="135663"/>
                  </a:lnTo>
                  <a:lnTo>
                    <a:pt x="1168775" y="136512"/>
                  </a:lnTo>
                  <a:lnTo>
                    <a:pt x="1170453" y="136603"/>
                  </a:lnTo>
                  <a:lnTo>
                    <a:pt x="1170929" y="136460"/>
                  </a:lnTo>
                  <a:lnTo>
                    <a:pt x="1170390" y="138439"/>
                  </a:lnTo>
                  <a:lnTo>
                    <a:pt x="1168086" y="140590"/>
                  </a:lnTo>
                  <a:lnTo>
                    <a:pt x="1166725" y="141457"/>
                  </a:lnTo>
                  <a:lnTo>
                    <a:pt x="1165157" y="142878"/>
                  </a:lnTo>
                  <a:lnTo>
                    <a:pt x="1166020" y="143152"/>
                  </a:lnTo>
                  <a:lnTo>
                    <a:pt x="1169971" y="143549"/>
                  </a:lnTo>
                  <a:lnTo>
                    <a:pt x="1172408" y="146407"/>
                  </a:lnTo>
                  <a:lnTo>
                    <a:pt x="1172653" y="148492"/>
                  </a:lnTo>
                  <a:lnTo>
                    <a:pt x="1171125" y="149326"/>
                  </a:lnTo>
                  <a:lnTo>
                    <a:pt x="1167646" y="152017"/>
                  </a:lnTo>
                  <a:lnTo>
                    <a:pt x="1165553" y="153073"/>
                  </a:lnTo>
                  <a:lnTo>
                    <a:pt x="1164115" y="153157"/>
                  </a:lnTo>
                  <a:lnTo>
                    <a:pt x="1163077" y="153516"/>
                  </a:lnTo>
                  <a:lnTo>
                    <a:pt x="1164586" y="154677"/>
                  </a:lnTo>
                  <a:lnTo>
                    <a:pt x="1171113" y="154976"/>
                  </a:lnTo>
                  <a:lnTo>
                    <a:pt x="1173009" y="156396"/>
                  </a:lnTo>
                  <a:lnTo>
                    <a:pt x="1174510" y="160007"/>
                  </a:lnTo>
                  <a:lnTo>
                    <a:pt x="1174497" y="164415"/>
                  </a:lnTo>
                  <a:lnTo>
                    <a:pt x="1173034" y="166610"/>
                  </a:lnTo>
                  <a:lnTo>
                    <a:pt x="1169023" y="166981"/>
                  </a:lnTo>
                  <a:lnTo>
                    <a:pt x="1163732" y="162074"/>
                  </a:lnTo>
                  <a:lnTo>
                    <a:pt x="1160530" y="160180"/>
                  </a:lnTo>
                  <a:lnTo>
                    <a:pt x="1156001" y="156504"/>
                  </a:lnTo>
                  <a:lnTo>
                    <a:pt x="1155111" y="157120"/>
                  </a:lnTo>
                  <a:lnTo>
                    <a:pt x="1156438" y="160221"/>
                  </a:lnTo>
                  <a:lnTo>
                    <a:pt x="1158569" y="161942"/>
                  </a:lnTo>
                  <a:lnTo>
                    <a:pt x="1162393" y="166719"/>
                  </a:lnTo>
                  <a:lnTo>
                    <a:pt x="1168752" y="176559"/>
                  </a:lnTo>
                  <a:lnTo>
                    <a:pt x="1170234" y="175759"/>
                  </a:lnTo>
                  <a:lnTo>
                    <a:pt x="1171113" y="174512"/>
                  </a:lnTo>
                  <a:lnTo>
                    <a:pt x="1171546" y="172915"/>
                  </a:lnTo>
                  <a:lnTo>
                    <a:pt x="1171171" y="170712"/>
                  </a:lnTo>
                  <a:lnTo>
                    <a:pt x="1172191" y="171784"/>
                  </a:lnTo>
                  <a:lnTo>
                    <a:pt x="1173130" y="173756"/>
                  </a:lnTo>
                  <a:lnTo>
                    <a:pt x="1175075" y="177033"/>
                  </a:lnTo>
                  <a:lnTo>
                    <a:pt x="1172466" y="176869"/>
                  </a:lnTo>
                  <a:lnTo>
                    <a:pt x="1169185" y="177971"/>
                  </a:lnTo>
                  <a:lnTo>
                    <a:pt x="1167968" y="179273"/>
                  </a:lnTo>
                  <a:lnTo>
                    <a:pt x="1168882" y="181097"/>
                  </a:lnTo>
                  <a:lnTo>
                    <a:pt x="1171317" y="181360"/>
                  </a:lnTo>
                  <a:lnTo>
                    <a:pt x="1172355" y="183843"/>
                  </a:lnTo>
                  <a:lnTo>
                    <a:pt x="1174258" y="186914"/>
                  </a:lnTo>
                  <a:lnTo>
                    <a:pt x="1178540" y="195346"/>
                  </a:lnTo>
                  <a:lnTo>
                    <a:pt x="1181578" y="196947"/>
                  </a:lnTo>
                  <a:lnTo>
                    <a:pt x="1184516" y="200435"/>
                  </a:lnTo>
                  <a:lnTo>
                    <a:pt x="1187461" y="202054"/>
                  </a:lnTo>
                  <a:lnTo>
                    <a:pt x="1188972" y="202178"/>
                  </a:lnTo>
                  <a:lnTo>
                    <a:pt x="1189993" y="199991"/>
                  </a:lnTo>
                  <a:lnTo>
                    <a:pt x="1190853" y="200773"/>
                  </a:lnTo>
                  <a:lnTo>
                    <a:pt x="1191614" y="204683"/>
                  </a:lnTo>
                  <a:lnTo>
                    <a:pt x="1193036" y="206381"/>
                  </a:lnTo>
                  <a:lnTo>
                    <a:pt x="1194599" y="206497"/>
                  </a:lnTo>
                  <a:lnTo>
                    <a:pt x="1195875" y="205807"/>
                  </a:lnTo>
                  <a:lnTo>
                    <a:pt x="1197763" y="203953"/>
                  </a:lnTo>
                  <a:lnTo>
                    <a:pt x="1199255" y="201803"/>
                  </a:lnTo>
                  <a:lnTo>
                    <a:pt x="1201638" y="195882"/>
                  </a:lnTo>
                  <a:lnTo>
                    <a:pt x="1203219" y="192891"/>
                  </a:lnTo>
                  <a:lnTo>
                    <a:pt x="1204703" y="191667"/>
                  </a:lnTo>
                  <a:lnTo>
                    <a:pt x="1204190" y="190214"/>
                  </a:lnTo>
                  <a:lnTo>
                    <a:pt x="1204338" y="188530"/>
                  </a:lnTo>
                  <a:lnTo>
                    <a:pt x="1205433" y="184577"/>
                  </a:lnTo>
                  <a:lnTo>
                    <a:pt x="1206915" y="179885"/>
                  </a:lnTo>
                  <a:lnTo>
                    <a:pt x="1208045" y="177419"/>
                  </a:lnTo>
                  <a:lnTo>
                    <a:pt x="1210767" y="172423"/>
                  </a:lnTo>
                  <a:lnTo>
                    <a:pt x="1211821" y="171517"/>
                  </a:lnTo>
                  <a:lnTo>
                    <a:pt x="1212533" y="173127"/>
                  </a:lnTo>
                  <a:lnTo>
                    <a:pt x="1213140" y="175277"/>
                  </a:lnTo>
                  <a:lnTo>
                    <a:pt x="1213544" y="176197"/>
                  </a:lnTo>
                  <a:lnTo>
                    <a:pt x="1213954" y="176564"/>
                  </a:lnTo>
                  <a:lnTo>
                    <a:pt x="1217310" y="180951"/>
                  </a:lnTo>
                  <a:lnTo>
                    <a:pt x="1220708" y="184371"/>
                  </a:lnTo>
                  <a:lnTo>
                    <a:pt x="1223731" y="186047"/>
                  </a:lnTo>
                  <a:lnTo>
                    <a:pt x="1228495" y="187681"/>
                  </a:lnTo>
                  <a:lnTo>
                    <a:pt x="1235399" y="187448"/>
                  </a:lnTo>
                  <a:lnTo>
                    <a:pt x="1236678" y="185268"/>
                  </a:lnTo>
                  <a:lnTo>
                    <a:pt x="1239077" y="183660"/>
                  </a:lnTo>
                  <a:lnTo>
                    <a:pt x="1242956" y="182818"/>
                  </a:lnTo>
                  <a:lnTo>
                    <a:pt x="1245255" y="180843"/>
                  </a:lnTo>
                  <a:lnTo>
                    <a:pt x="1249002" y="180246"/>
                  </a:lnTo>
                  <a:lnTo>
                    <a:pt x="1251368" y="180570"/>
                  </a:lnTo>
                  <a:lnTo>
                    <a:pt x="1255002" y="182013"/>
                  </a:lnTo>
                  <a:lnTo>
                    <a:pt x="1263169" y="186596"/>
                  </a:lnTo>
                  <a:lnTo>
                    <a:pt x="1265466" y="188258"/>
                  </a:lnTo>
                  <a:lnTo>
                    <a:pt x="1266640" y="190042"/>
                  </a:lnTo>
                  <a:lnTo>
                    <a:pt x="1269323" y="192727"/>
                  </a:lnTo>
                  <a:lnTo>
                    <a:pt x="1271018" y="194035"/>
                  </a:lnTo>
                  <a:lnTo>
                    <a:pt x="1272650" y="194937"/>
                  </a:lnTo>
                  <a:lnTo>
                    <a:pt x="1273249" y="194661"/>
                  </a:lnTo>
                  <a:lnTo>
                    <a:pt x="1273042" y="193895"/>
                  </a:lnTo>
                  <a:lnTo>
                    <a:pt x="1272216" y="193145"/>
                  </a:lnTo>
                  <a:lnTo>
                    <a:pt x="1271549" y="192177"/>
                  </a:lnTo>
                  <a:lnTo>
                    <a:pt x="1273490" y="191171"/>
                  </a:lnTo>
                  <a:lnTo>
                    <a:pt x="1273718" y="190432"/>
                  </a:lnTo>
                  <a:lnTo>
                    <a:pt x="1274387" y="189794"/>
                  </a:lnTo>
                  <a:lnTo>
                    <a:pt x="1276958" y="189259"/>
                  </a:lnTo>
                  <a:lnTo>
                    <a:pt x="1274462" y="188282"/>
                  </a:lnTo>
                  <a:lnTo>
                    <a:pt x="1273599" y="188140"/>
                  </a:lnTo>
                  <a:lnTo>
                    <a:pt x="1272405" y="187529"/>
                  </a:lnTo>
                  <a:lnTo>
                    <a:pt x="1272508" y="186179"/>
                  </a:lnTo>
                  <a:lnTo>
                    <a:pt x="1273295" y="185182"/>
                  </a:lnTo>
                  <a:lnTo>
                    <a:pt x="1273900" y="183337"/>
                  </a:lnTo>
                  <a:lnTo>
                    <a:pt x="1274707" y="182149"/>
                  </a:lnTo>
                  <a:lnTo>
                    <a:pt x="1276039" y="181257"/>
                  </a:lnTo>
                  <a:lnTo>
                    <a:pt x="1277004" y="181065"/>
                  </a:lnTo>
                  <a:lnTo>
                    <a:pt x="1279388" y="182250"/>
                  </a:lnTo>
                  <a:lnTo>
                    <a:pt x="1281055" y="180120"/>
                  </a:lnTo>
                  <a:lnTo>
                    <a:pt x="1282322" y="180292"/>
                  </a:lnTo>
                  <a:lnTo>
                    <a:pt x="1284908" y="182448"/>
                  </a:lnTo>
                  <a:lnTo>
                    <a:pt x="1287262" y="185736"/>
                  </a:lnTo>
                  <a:lnTo>
                    <a:pt x="1288537" y="185737"/>
                  </a:lnTo>
                  <a:lnTo>
                    <a:pt x="1292127" y="184421"/>
                  </a:lnTo>
                  <a:lnTo>
                    <a:pt x="1296178" y="184355"/>
                  </a:lnTo>
                  <a:lnTo>
                    <a:pt x="1295656" y="182400"/>
                  </a:lnTo>
                  <a:lnTo>
                    <a:pt x="1292852" y="178181"/>
                  </a:lnTo>
                  <a:lnTo>
                    <a:pt x="1293172" y="172729"/>
                  </a:lnTo>
                  <a:lnTo>
                    <a:pt x="1291209" y="171495"/>
                  </a:lnTo>
                  <a:lnTo>
                    <a:pt x="1288987" y="170767"/>
                  </a:lnTo>
                  <a:lnTo>
                    <a:pt x="1292220" y="169378"/>
                  </a:lnTo>
                  <a:lnTo>
                    <a:pt x="1294600" y="164939"/>
                  </a:lnTo>
                  <a:lnTo>
                    <a:pt x="1296522" y="164539"/>
                  </a:lnTo>
                  <a:lnTo>
                    <a:pt x="1298520" y="163676"/>
                  </a:lnTo>
                  <a:lnTo>
                    <a:pt x="1297907" y="163135"/>
                  </a:lnTo>
                  <a:lnTo>
                    <a:pt x="1291953" y="162661"/>
                  </a:lnTo>
                  <a:lnTo>
                    <a:pt x="1290667" y="163193"/>
                  </a:lnTo>
                  <a:lnTo>
                    <a:pt x="1289806" y="164499"/>
                  </a:lnTo>
                  <a:lnTo>
                    <a:pt x="1286882" y="164499"/>
                  </a:lnTo>
                  <a:lnTo>
                    <a:pt x="1286521" y="161516"/>
                  </a:lnTo>
                  <a:lnTo>
                    <a:pt x="1286473" y="159586"/>
                  </a:lnTo>
                  <a:lnTo>
                    <a:pt x="1290303" y="155545"/>
                  </a:lnTo>
                  <a:lnTo>
                    <a:pt x="1291770" y="154670"/>
                  </a:lnTo>
                  <a:lnTo>
                    <a:pt x="1301546" y="154758"/>
                  </a:lnTo>
                  <a:lnTo>
                    <a:pt x="1304474" y="153995"/>
                  </a:lnTo>
                  <a:lnTo>
                    <a:pt x="1308781" y="151987"/>
                  </a:lnTo>
                  <a:lnTo>
                    <a:pt x="1307675" y="150712"/>
                  </a:lnTo>
                  <a:lnTo>
                    <a:pt x="1307556" y="148143"/>
                  </a:lnTo>
                  <a:lnTo>
                    <a:pt x="1303867" y="144425"/>
                  </a:lnTo>
                  <a:lnTo>
                    <a:pt x="1304139" y="143574"/>
                  </a:lnTo>
                  <a:lnTo>
                    <a:pt x="1304509" y="143030"/>
                  </a:lnTo>
                  <a:lnTo>
                    <a:pt x="1305661" y="143002"/>
                  </a:lnTo>
                  <a:lnTo>
                    <a:pt x="1311433" y="143985"/>
                  </a:lnTo>
                  <a:lnTo>
                    <a:pt x="1313834" y="146025"/>
                  </a:lnTo>
                  <a:lnTo>
                    <a:pt x="1320083" y="148030"/>
                  </a:lnTo>
                  <a:lnTo>
                    <a:pt x="1336821" y="148697"/>
                  </a:lnTo>
                  <a:lnTo>
                    <a:pt x="1338721" y="149437"/>
                  </a:lnTo>
                  <a:lnTo>
                    <a:pt x="1345890" y="150329"/>
                  </a:lnTo>
                  <a:lnTo>
                    <a:pt x="1348937" y="151307"/>
                  </a:lnTo>
                  <a:lnTo>
                    <a:pt x="1356194" y="152480"/>
                  </a:lnTo>
                  <a:lnTo>
                    <a:pt x="1359491" y="153311"/>
                  </a:lnTo>
                  <a:lnTo>
                    <a:pt x="1362119" y="154633"/>
                  </a:lnTo>
                  <a:lnTo>
                    <a:pt x="1366367" y="155400"/>
                  </a:lnTo>
                  <a:lnTo>
                    <a:pt x="1368319" y="156262"/>
                  </a:lnTo>
                  <a:lnTo>
                    <a:pt x="1368110" y="158996"/>
                  </a:lnTo>
                  <a:lnTo>
                    <a:pt x="1359276" y="158631"/>
                  </a:lnTo>
                  <a:lnTo>
                    <a:pt x="1356351" y="157726"/>
                  </a:lnTo>
                  <a:lnTo>
                    <a:pt x="1352721" y="157621"/>
                  </a:lnTo>
                  <a:lnTo>
                    <a:pt x="1351327" y="158034"/>
                  </a:lnTo>
                  <a:lnTo>
                    <a:pt x="1349154" y="160302"/>
                  </a:lnTo>
                  <a:lnTo>
                    <a:pt x="1346546" y="161489"/>
                  </a:lnTo>
                  <a:lnTo>
                    <a:pt x="1344340" y="161682"/>
                  </a:lnTo>
                  <a:lnTo>
                    <a:pt x="1345786" y="163637"/>
                  </a:lnTo>
                  <a:lnTo>
                    <a:pt x="1347809" y="164165"/>
                  </a:lnTo>
                  <a:lnTo>
                    <a:pt x="1354351" y="161651"/>
                  </a:lnTo>
                  <a:lnTo>
                    <a:pt x="1372246" y="160392"/>
                  </a:lnTo>
                  <a:lnTo>
                    <a:pt x="1374982" y="160600"/>
                  </a:lnTo>
                  <a:lnTo>
                    <a:pt x="1374696" y="162339"/>
                  </a:lnTo>
                  <a:lnTo>
                    <a:pt x="1372304" y="165679"/>
                  </a:lnTo>
                  <a:lnTo>
                    <a:pt x="1370031" y="168280"/>
                  </a:lnTo>
                  <a:lnTo>
                    <a:pt x="1366712" y="170955"/>
                  </a:lnTo>
                  <a:lnTo>
                    <a:pt x="1365476" y="170941"/>
                  </a:lnTo>
                  <a:lnTo>
                    <a:pt x="1368059" y="165266"/>
                  </a:lnTo>
                  <a:lnTo>
                    <a:pt x="1366989" y="165001"/>
                  </a:lnTo>
                  <a:lnTo>
                    <a:pt x="1366001" y="165125"/>
                  </a:lnTo>
                  <a:lnTo>
                    <a:pt x="1363100" y="162773"/>
                  </a:lnTo>
                  <a:lnTo>
                    <a:pt x="1362631" y="162655"/>
                  </a:lnTo>
                  <a:lnTo>
                    <a:pt x="1362067" y="163232"/>
                  </a:lnTo>
                  <a:lnTo>
                    <a:pt x="1362073" y="164082"/>
                  </a:lnTo>
                  <a:lnTo>
                    <a:pt x="1361543" y="167350"/>
                  </a:lnTo>
                  <a:lnTo>
                    <a:pt x="1362609" y="168719"/>
                  </a:lnTo>
                  <a:lnTo>
                    <a:pt x="1362609" y="171064"/>
                  </a:lnTo>
                  <a:lnTo>
                    <a:pt x="1358587" y="172576"/>
                  </a:lnTo>
                  <a:lnTo>
                    <a:pt x="1357021" y="172443"/>
                  </a:lnTo>
                  <a:lnTo>
                    <a:pt x="1355348" y="171482"/>
                  </a:lnTo>
                  <a:lnTo>
                    <a:pt x="1354637" y="171514"/>
                  </a:lnTo>
                  <a:lnTo>
                    <a:pt x="1354440" y="172254"/>
                  </a:lnTo>
                  <a:lnTo>
                    <a:pt x="1354795" y="173624"/>
                  </a:lnTo>
                  <a:lnTo>
                    <a:pt x="1354749" y="174327"/>
                  </a:lnTo>
                  <a:lnTo>
                    <a:pt x="1354106" y="175425"/>
                  </a:lnTo>
                  <a:lnTo>
                    <a:pt x="1353781" y="176617"/>
                  </a:lnTo>
                  <a:lnTo>
                    <a:pt x="1354770" y="177976"/>
                  </a:lnTo>
                  <a:lnTo>
                    <a:pt x="1356071" y="178318"/>
                  </a:lnTo>
                  <a:lnTo>
                    <a:pt x="1363162" y="176821"/>
                  </a:lnTo>
                  <a:lnTo>
                    <a:pt x="1366251" y="174992"/>
                  </a:lnTo>
                  <a:lnTo>
                    <a:pt x="1369643" y="171632"/>
                  </a:lnTo>
                  <a:lnTo>
                    <a:pt x="1375705" y="163493"/>
                  </a:lnTo>
                  <a:lnTo>
                    <a:pt x="1378379" y="160700"/>
                  </a:lnTo>
                  <a:lnTo>
                    <a:pt x="1379930" y="159641"/>
                  </a:lnTo>
                  <a:lnTo>
                    <a:pt x="1381911" y="159256"/>
                  </a:lnTo>
                  <a:lnTo>
                    <a:pt x="1393052" y="160111"/>
                  </a:lnTo>
                  <a:lnTo>
                    <a:pt x="1399528" y="161873"/>
                  </a:lnTo>
                  <a:lnTo>
                    <a:pt x="1405705" y="164474"/>
                  </a:lnTo>
                  <a:lnTo>
                    <a:pt x="1408751" y="166633"/>
                  </a:lnTo>
                  <a:lnTo>
                    <a:pt x="1411016" y="169560"/>
                  </a:lnTo>
                  <a:lnTo>
                    <a:pt x="1411419" y="170792"/>
                  </a:lnTo>
                  <a:lnTo>
                    <a:pt x="1411635" y="172413"/>
                  </a:lnTo>
                  <a:lnTo>
                    <a:pt x="1410072" y="173968"/>
                  </a:lnTo>
                  <a:lnTo>
                    <a:pt x="1403151" y="174485"/>
                  </a:lnTo>
                  <a:lnTo>
                    <a:pt x="1400494" y="175365"/>
                  </a:lnTo>
                  <a:lnTo>
                    <a:pt x="1399534" y="176339"/>
                  </a:lnTo>
                  <a:lnTo>
                    <a:pt x="1399414" y="176890"/>
                  </a:lnTo>
                  <a:lnTo>
                    <a:pt x="1399051" y="177761"/>
                  </a:lnTo>
                  <a:lnTo>
                    <a:pt x="1399566" y="178476"/>
                  </a:lnTo>
                  <a:lnTo>
                    <a:pt x="1402670" y="178551"/>
                  </a:lnTo>
                  <a:lnTo>
                    <a:pt x="1405664" y="179258"/>
                  </a:lnTo>
                  <a:lnTo>
                    <a:pt x="1409797" y="181106"/>
                  </a:lnTo>
                  <a:lnTo>
                    <a:pt x="1410436" y="181719"/>
                  </a:lnTo>
                  <a:lnTo>
                    <a:pt x="1411746" y="183474"/>
                  </a:lnTo>
                  <a:lnTo>
                    <a:pt x="1412141" y="183784"/>
                  </a:lnTo>
                  <a:lnTo>
                    <a:pt x="1418343" y="183509"/>
                  </a:lnTo>
                  <a:lnTo>
                    <a:pt x="1418747" y="184137"/>
                  </a:lnTo>
                  <a:lnTo>
                    <a:pt x="1419126" y="185427"/>
                  </a:lnTo>
                  <a:lnTo>
                    <a:pt x="1417484" y="187477"/>
                  </a:lnTo>
                  <a:lnTo>
                    <a:pt x="1415869" y="188867"/>
                  </a:lnTo>
                  <a:lnTo>
                    <a:pt x="1412565" y="192184"/>
                  </a:lnTo>
                  <a:lnTo>
                    <a:pt x="1414237" y="190983"/>
                  </a:lnTo>
                  <a:lnTo>
                    <a:pt x="1420897" y="188155"/>
                  </a:lnTo>
                  <a:lnTo>
                    <a:pt x="1422578" y="187636"/>
                  </a:lnTo>
                  <a:lnTo>
                    <a:pt x="1424621" y="187835"/>
                  </a:lnTo>
                  <a:lnTo>
                    <a:pt x="1429651" y="190399"/>
                  </a:lnTo>
                  <a:lnTo>
                    <a:pt x="1431692" y="192442"/>
                  </a:lnTo>
                  <a:lnTo>
                    <a:pt x="1435525" y="198190"/>
                  </a:lnTo>
                  <a:lnTo>
                    <a:pt x="1434455" y="198805"/>
                  </a:lnTo>
                  <a:lnTo>
                    <a:pt x="1431718" y="199396"/>
                  </a:lnTo>
                  <a:lnTo>
                    <a:pt x="1440312" y="203770"/>
                  </a:lnTo>
                  <a:lnTo>
                    <a:pt x="1443644" y="203735"/>
                  </a:lnTo>
                  <a:lnTo>
                    <a:pt x="1451266" y="202465"/>
                  </a:lnTo>
                  <a:lnTo>
                    <a:pt x="1455104" y="202425"/>
                  </a:lnTo>
                  <a:lnTo>
                    <a:pt x="1462237" y="199633"/>
                  </a:lnTo>
                  <a:lnTo>
                    <a:pt x="1469321" y="197867"/>
                  </a:lnTo>
                  <a:lnTo>
                    <a:pt x="1475839" y="197737"/>
                  </a:lnTo>
                  <a:lnTo>
                    <a:pt x="1479283" y="196056"/>
                  </a:lnTo>
                  <a:lnTo>
                    <a:pt x="1488367" y="196108"/>
                  </a:lnTo>
                  <a:lnTo>
                    <a:pt x="1497146" y="196677"/>
                  </a:lnTo>
                  <a:lnTo>
                    <a:pt x="1503931" y="197718"/>
                  </a:lnTo>
                  <a:lnTo>
                    <a:pt x="1511586" y="200799"/>
                  </a:lnTo>
                  <a:lnTo>
                    <a:pt x="1519049" y="205062"/>
                  </a:lnTo>
                  <a:lnTo>
                    <a:pt x="1523391" y="209231"/>
                  </a:lnTo>
                  <a:lnTo>
                    <a:pt x="1524274" y="210552"/>
                  </a:lnTo>
                  <a:lnTo>
                    <a:pt x="1525507" y="213473"/>
                  </a:lnTo>
                  <a:lnTo>
                    <a:pt x="1526045" y="215909"/>
                  </a:lnTo>
                  <a:lnTo>
                    <a:pt x="1526596" y="219277"/>
                  </a:lnTo>
                  <a:lnTo>
                    <a:pt x="1526330" y="221886"/>
                  </a:lnTo>
                  <a:lnTo>
                    <a:pt x="1525252" y="223735"/>
                  </a:lnTo>
                  <a:lnTo>
                    <a:pt x="1524582" y="226021"/>
                  </a:lnTo>
                  <a:lnTo>
                    <a:pt x="1524670" y="228723"/>
                  </a:lnTo>
                  <a:lnTo>
                    <a:pt x="1523407" y="232263"/>
                  </a:lnTo>
                  <a:lnTo>
                    <a:pt x="1524594" y="234782"/>
                  </a:lnTo>
                  <a:lnTo>
                    <a:pt x="1527893" y="236412"/>
                  </a:lnTo>
                  <a:lnTo>
                    <a:pt x="1535031" y="238617"/>
                  </a:lnTo>
                  <a:lnTo>
                    <a:pt x="1537002" y="240060"/>
                  </a:lnTo>
                  <a:lnTo>
                    <a:pt x="1537211" y="244427"/>
                  </a:lnTo>
                  <a:lnTo>
                    <a:pt x="1537823" y="248093"/>
                  </a:lnTo>
                  <a:lnTo>
                    <a:pt x="1538439" y="255075"/>
                  </a:lnTo>
                  <a:lnTo>
                    <a:pt x="1539650" y="256828"/>
                  </a:lnTo>
                  <a:lnTo>
                    <a:pt x="1541595" y="258500"/>
                  </a:lnTo>
                  <a:lnTo>
                    <a:pt x="1541949" y="260779"/>
                  </a:lnTo>
                  <a:lnTo>
                    <a:pt x="1539514" y="268205"/>
                  </a:lnTo>
                  <a:lnTo>
                    <a:pt x="1537991" y="269574"/>
                  </a:lnTo>
                  <a:lnTo>
                    <a:pt x="1536373" y="271618"/>
                  </a:lnTo>
                  <a:lnTo>
                    <a:pt x="1539232" y="270904"/>
                  </a:lnTo>
                  <a:lnTo>
                    <a:pt x="1540678" y="268203"/>
                  </a:lnTo>
                  <a:lnTo>
                    <a:pt x="1542231" y="263207"/>
                  </a:lnTo>
                  <a:lnTo>
                    <a:pt x="1543730" y="262413"/>
                  </a:lnTo>
                  <a:lnTo>
                    <a:pt x="1544539" y="260779"/>
                  </a:lnTo>
                  <a:lnTo>
                    <a:pt x="1544539" y="256086"/>
                  </a:lnTo>
                  <a:lnTo>
                    <a:pt x="1543554" y="252016"/>
                  </a:lnTo>
                  <a:lnTo>
                    <a:pt x="1543554" y="249109"/>
                  </a:lnTo>
                  <a:lnTo>
                    <a:pt x="1544208" y="246761"/>
                  </a:lnTo>
                  <a:lnTo>
                    <a:pt x="1548906" y="241869"/>
                  </a:lnTo>
                  <a:lnTo>
                    <a:pt x="1551448" y="239905"/>
                  </a:lnTo>
                  <a:lnTo>
                    <a:pt x="1553861" y="238797"/>
                  </a:lnTo>
                  <a:lnTo>
                    <a:pt x="1560408" y="237802"/>
                  </a:lnTo>
                  <a:lnTo>
                    <a:pt x="1563363" y="236856"/>
                  </a:lnTo>
                  <a:lnTo>
                    <a:pt x="1566777" y="237491"/>
                  </a:lnTo>
                  <a:lnTo>
                    <a:pt x="1569162" y="237239"/>
                  </a:lnTo>
                  <a:lnTo>
                    <a:pt x="1571932" y="236253"/>
                  </a:lnTo>
                  <a:lnTo>
                    <a:pt x="1574390" y="236722"/>
                  </a:lnTo>
                  <a:lnTo>
                    <a:pt x="1578461" y="239977"/>
                  </a:lnTo>
                  <a:lnTo>
                    <a:pt x="1592816" y="240707"/>
                  </a:lnTo>
                  <a:lnTo>
                    <a:pt x="1595345" y="241843"/>
                  </a:lnTo>
                  <a:lnTo>
                    <a:pt x="1605010" y="243215"/>
                  </a:lnTo>
                  <a:lnTo>
                    <a:pt x="1605747" y="243205"/>
                  </a:lnTo>
                  <a:lnTo>
                    <a:pt x="1607920" y="241593"/>
                  </a:lnTo>
                  <a:lnTo>
                    <a:pt x="1614306" y="236101"/>
                  </a:lnTo>
                  <a:lnTo>
                    <a:pt x="1616938" y="236458"/>
                  </a:lnTo>
                  <a:lnTo>
                    <a:pt x="1618012" y="237317"/>
                  </a:lnTo>
                  <a:lnTo>
                    <a:pt x="1619134" y="239490"/>
                  </a:lnTo>
                  <a:lnTo>
                    <a:pt x="1620312" y="240915"/>
                  </a:lnTo>
                  <a:lnTo>
                    <a:pt x="1621233" y="244767"/>
                  </a:lnTo>
                  <a:lnTo>
                    <a:pt x="1622073" y="249954"/>
                  </a:lnTo>
                  <a:lnTo>
                    <a:pt x="1623454" y="250899"/>
                  </a:lnTo>
                  <a:lnTo>
                    <a:pt x="1625348" y="251228"/>
                  </a:lnTo>
                  <a:lnTo>
                    <a:pt x="1629475" y="253150"/>
                  </a:lnTo>
                  <a:lnTo>
                    <a:pt x="1633669" y="255626"/>
                  </a:lnTo>
                  <a:lnTo>
                    <a:pt x="1634866" y="260352"/>
                  </a:lnTo>
                  <a:lnTo>
                    <a:pt x="1637112" y="264299"/>
                  </a:lnTo>
                  <a:lnTo>
                    <a:pt x="1642357" y="263925"/>
                  </a:lnTo>
                  <a:lnTo>
                    <a:pt x="1647789" y="263136"/>
                  </a:lnTo>
                  <a:lnTo>
                    <a:pt x="1653057" y="256638"/>
                  </a:lnTo>
                  <a:lnTo>
                    <a:pt x="1653072" y="253996"/>
                  </a:lnTo>
                  <a:lnTo>
                    <a:pt x="1651773" y="250187"/>
                  </a:lnTo>
                  <a:lnTo>
                    <a:pt x="1649821" y="246504"/>
                  </a:lnTo>
                  <a:lnTo>
                    <a:pt x="1648302" y="240739"/>
                  </a:lnTo>
                  <a:lnTo>
                    <a:pt x="1643454" y="239462"/>
                  </a:lnTo>
                  <a:lnTo>
                    <a:pt x="1643917" y="237788"/>
                  </a:lnTo>
                  <a:lnTo>
                    <a:pt x="1645740" y="235786"/>
                  </a:lnTo>
                  <a:lnTo>
                    <a:pt x="1647392" y="232666"/>
                  </a:lnTo>
                  <a:lnTo>
                    <a:pt x="1647648" y="230263"/>
                  </a:lnTo>
                  <a:lnTo>
                    <a:pt x="1647204" y="225249"/>
                  </a:lnTo>
                  <a:lnTo>
                    <a:pt x="1651591" y="225589"/>
                  </a:lnTo>
                  <a:lnTo>
                    <a:pt x="1655949" y="226178"/>
                  </a:lnTo>
                  <a:lnTo>
                    <a:pt x="1664279" y="228417"/>
                  </a:lnTo>
                  <a:lnTo>
                    <a:pt x="1671058" y="229362"/>
                  </a:lnTo>
                  <a:lnTo>
                    <a:pt x="1674621" y="230798"/>
                  </a:lnTo>
                  <a:lnTo>
                    <a:pt x="1676775" y="232418"/>
                  </a:lnTo>
                  <a:lnTo>
                    <a:pt x="1679319" y="233633"/>
                  </a:lnTo>
                  <a:lnTo>
                    <a:pt x="1680192" y="230673"/>
                  </a:lnTo>
                  <a:lnTo>
                    <a:pt x="1681174" y="229999"/>
                  </a:lnTo>
                  <a:lnTo>
                    <a:pt x="1684566" y="231645"/>
                  </a:lnTo>
                  <a:lnTo>
                    <a:pt x="1687036" y="232147"/>
                  </a:lnTo>
                  <a:lnTo>
                    <a:pt x="1691310" y="231925"/>
                  </a:lnTo>
                  <a:lnTo>
                    <a:pt x="1696675" y="232692"/>
                  </a:lnTo>
                  <a:lnTo>
                    <a:pt x="1702544" y="232563"/>
                  </a:lnTo>
                  <a:lnTo>
                    <a:pt x="1707787" y="231260"/>
                  </a:lnTo>
                  <a:lnTo>
                    <a:pt x="1709747" y="231521"/>
                  </a:lnTo>
                  <a:lnTo>
                    <a:pt x="1711888" y="232556"/>
                  </a:lnTo>
                  <a:lnTo>
                    <a:pt x="1715374" y="235268"/>
                  </a:lnTo>
                  <a:lnTo>
                    <a:pt x="1721289" y="238888"/>
                  </a:lnTo>
                  <a:lnTo>
                    <a:pt x="1726699" y="239904"/>
                  </a:lnTo>
                  <a:lnTo>
                    <a:pt x="1732904" y="243332"/>
                  </a:lnTo>
                  <a:lnTo>
                    <a:pt x="1738762" y="244591"/>
                  </a:lnTo>
                  <a:lnTo>
                    <a:pt x="1743429" y="246535"/>
                  </a:lnTo>
                  <a:lnTo>
                    <a:pt x="1744104" y="247277"/>
                  </a:lnTo>
                  <a:lnTo>
                    <a:pt x="1744312" y="248344"/>
                  </a:lnTo>
                  <a:lnTo>
                    <a:pt x="1744607" y="249236"/>
                  </a:lnTo>
                  <a:lnTo>
                    <a:pt x="1748312" y="250304"/>
                  </a:lnTo>
                  <a:lnTo>
                    <a:pt x="1755167" y="257601"/>
                  </a:lnTo>
                  <a:lnTo>
                    <a:pt x="1756683" y="258465"/>
                  </a:lnTo>
                  <a:lnTo>
                    <a:pt x="1759001" y="259737"/>
                  </a:lnTo>
                  <a:lnTo>
                    <a:pt x="1761339" y="260740"/>
                  </a:lnTo>
                  <a:lnTo>
                    <a:pt x="1762270" y="260425"/>
                  </a:lnTo>
                  <a:lnTo>
                    <a:pt x="1762772" y="260565"/>
                  </a:lnTo>
                  <a:lnTo>
                    <a:pt x="1764094" y="262321"/>
                  </a:lnTo>
                  <a:lnTo>
                    <a:pt x="1764977" y="263142"/>
                  </a:lnTo>
                  <a:lnTo>
                    <a:pt x="1769642" y="265242"/>
                  </a:lnTo>
                  <a:lnTo>
                    <a:pt x="1771766" y="267576"/>
                  </a:lnTo>
                  <a:lnTo>
                    <a:pt x="1773501" y="270220"/>
                  </a:lnTo>
                  <a:lnTo>
                    <a:pt x="1772637" y="269705"/>
                  </a:lnTo>
                  <a:lnTo>
                    <a:pt x="1771051" y="268010"/>
                  </a:lnTo>
                  <a:lnTo>
                    <a:pt x="1771223" y="270002"/>
                  </a:lnTo>
                  <a:lnTo>
                    <a:pt x="1771728" y="271392"/>
                  </a:lnTo>
                  <a:lnTo>
                    <a:pt x="1774245" y="272699"/>
                  </a:lnTo>
                  <a:lnTo>
                    <a:pt x="1776885" y="273736"/>
                  </a:lnTo>
                  <a:lnTo>
                    <a:pt x="1778577" y="274973"/>
                  </a:lnTo>
                  <a:lnTo>
                    <a:pt x="1779139" y="276048"/>
                  </a:lnTo>
                  <a:lnTo>
                    <a:pt x="1779484" y="277988"/>
                  </a:lnTo>
                  <a:lnTo>
                    <a:pt x="1779057" y="279698"/>
                  </a:lnTo>
                  <a:lnTo>
                    <a:pt x="1780592" y="279059"/>
                  </a:lnTo>
                  <a:lnTo>
                    <a:pt x="1782037" y="277538"/>
                  </a:lnTo>
                  <a:lnTo>
                    <a:pt x="1781289" y="276349"/>
                  </a:lnTo>
                  <a:lnTo>
                    <a:pt x="1776424" y="272203"/>
                  </a:lnTo>
                  <a:lnTo>
                    <a:pt x="1775406" y="270810"/>
                  </a:lnTo>
                  <a:lnTo>
                    <a:pt x="1776824" y="271528"/>
                  </a:lnTo>
                  <a:lnTo>
                    <a:pt x="1783344" y="276805"/>
                  </a:lnTo>
                  <a:lnTo>
                    <a:pt x="1785139" y="278827"/>
                  </a:lnTo>
                  <a:lnTo>
                    <a:pt x="1784380" y="279218"/>
                  </a:lnTo>
                  <a:lnTo>
                    <a:pt x="1783849" y="280398"/>
                  </a:lnTo>
                  <a:lnTo>
                    <a:pt x="1784426" y="280900"/>
                  </a:lnTo>
                  <a:lnTo>
                    <a:pt x="1785212" y="280526"/>
                  </a:lnTo>
                  <a:lnTo>
                    <a:pt x="1786517" y="280281"/>
                  </a:lnTo>
                  <a:lnTo>
                    <a:pt x="1787784" y="280951"/>
                  </a:lnTo>
                  <a:lnTo>
                    <a:pt x="1789229" y="282365"/>
                  </a:lnTo>
                  <a:lnTo>
                    <a:pt x="1792274" y="284005"/>
                  </a:lnTo>
                  <a:lnTo>
                    <a:pt x="1810250" y="297038"/>
                  </a:lnTo>
                  <a:lnTo>
                    <a:pt x="1810657" y="299285"/>
                  </a:lnTo>
                  <a:lnTo>
                    <a:pt x="1811163" y="300335"/>
                  </a:lnTo>
                  <a:lnTo>
                    <a:pt x="1811466" y="301677"/>
                  </a:lnTo>
                  <a:lnTo>
                    <a:pt x="1811547" y="303876"/>
                  </a:lnTo>
                  <a:lnTo>
                    <a:pt x="1809911" y="306515"/>
                  </a:lnTo>
                  <a:lnTo>
                    <a:pt x="1812438" y="306278"/>
                  </a:lnTo>
                  <a:lnTo>
                    <a:pt x="1812810" y="305936"/>
                  </a:lnTo>
                  <a:lnTo>
                    <a:pt x="1813468" y="304858"/>
                  </a:lnTo>
                  <a:lnTo>
                    <a:pt x="1814192" y="304147"/>
                  </a:lnTo>
                  <a:lnTo>
                    <a:pt x="1815166" y="305031"/>
                  </a:lnTo>
                  <a:lnTo>
                    <a:pt x="1815951" y="306766"/>
                  </a:lnTo>
                  <a:lnTo>
                    <a:pt x="1815720" y="309141"/>
                  </a:lnTo>
                  <a:lnTo>
                    <a:pt x="1815024" y="311062"/>
                  </a:lnTo>
                  <a:lnTo>
                    <a:pt x="1814935" y="314326"/>
                  </a:lnTo>
                  <a:lnTo>
                    <a:pt x="1815546" y="317067"/>
                  </a:lnTo>
                  <a:lnTo>
                    <a:pt x="1816194" y="318216"/>
                  </a:lnTo>
                  <a:lnTo>
                    <a:pt x="1816713" y="319533"/>
                  </a:lnTo>
                  <a:lnTo>
                    <a:pt x="1816856" y="323448"/>
                  </a:lnTo>
                  <a:lnTo>
                    <a:pt x="1815718" y="325203"/>
                  </a:lnTo>
                  <a:lnTo>
                    <a:pt x="1815087" y="328210"/>
                  </a:lnTo>
                  <a:lnTo>
                    <a:pt x="1815785" y="328506"/>
                  </a:lnTo>
                  <a:lnTo>
                    <a:pt x="1817967" y="328793"/>
                  </a:lnTo>
                  <a:lnTo>
                    <a:pt x="1818683" y="329326"/>
                  </a:lnTo>
                  <a:lnTo>
                    <a:pt x="1819934" y="330728"/>
                  </a:lnTo>
                  <a:lnTo>
                    <a:pt x="1820233" y="332080"/>
                  </a:lnTo>
                  <a:lnTo>
                    <a:pt x="1820509" y="333921"/>
                  </a:lnTo>
                  <a:lnTo>
                    <a:pt x="1820913" y="335632"/>
                  </a:lnTo>
                  <a:lnTo>
                    <a:pt x="1821196" y="336452"/>
                  </a:lnTo>
                  <a:lnTo>
                    <a:pt x="1821518" y="336330"/>
                  </a:lnTo>
                  <a:lnTo>
                    <a:pt x="1822774" y="333963"/>
                  </a:lnTo>
                  <a:lnTo>
                    <a:pt x="1823361" y="333257"/>
                  </a:lnTo>
                  <a:lnTo>
                    <a:pt x="1824756" y="332644"/>
                  </a:lnTo>
                  <a:lnTo>
                    <a:pt x="1825527" y="335320"/>
                  </a:lnTo>
                  <a:lnTo>
                    <a:pt x="1824983" y="339839"/>
                  </a:lnTo>
                  <a:lnTo>
                    <a:pt x="1825438" y="339837"/>
                  </a:lnTo>
                  <a:lnTo>
                    <a:pt x="1825795" y="339361"/>
                  </a:lnTo>
                  <a:lnTo>
                    <a:pt x="1826243" y="338150"/>
                  </a:lnTo>
                  <a:lnTo>
                    <a:pt x="1826883" y="337449"/>
                  </a:lnTo>
                  <a:lnTo>
                    <a:pt x="1827664" y="335807"/>
                  </a:lnTo>
                  <a:lnTo>
                    <a:pt x="1828332" y="333780"/>
                  </a:lnTo>
                  <a:lnTo>
                    <a:pt x="1827543" y="332195"/>
                  </a:lnTo>
                  <a:lnTo>
                    <a:pt x="1826641" y="331205"/>
                  </a:lnTo>
                  <a:lnTo>
                    <a:pt x="1824559" y="330649"/>
                  </a:lnTo>
                  <a:lnTo>
                    <a:pt x="1823472" y="329464"/>
                  </a:lnTo>
                  <a:lnTo>
                    <a:pt x="1823066" y="327952"/>
                  </a:lnTo>
                  <a:lnTo>
                    <a:pt x="1824125" y="327339"/>
                  </a:lnTo>
                  <a:lnTo>
                    <a:pt x="1825034" y="326241"/>
                  </a:lnTo>
                  <a:lnTo>
                    <a:pt x="1825668" y="323616"/>
                  </a:lnTo>
                  <a:lnTo>
                    <a:pt x="1825514" y="322175"/>
                  </a:lnTo>
                  <a:lnTo>
                    <a:pt x="1825259" y="320754"/>
                  </a:lnTo>
                  <a:lnTo>
                    <a:pt x="1824737" y="318763"/>
                  </a:lnTo>
                  <a:lnTo>
                    <a:pt x="1823955" y="317606"/>
                  </a:lnTo>
                  <a:lnTo>
                    <a:pt x="1822468" y="317028"/>
                  </a:lnTo>
                  <a:lnTo>
                    <a:pt x="1821797" y="315900"/>
                  </a:lnTo>
                  <a:lnTo>
                    <a:pt x="1820772" y="315962"/>
                  </a:lnTo>
                  <a:lnTo>
                    <a:pt x="1819759" y="315625"/>
                  </a:lnTo>
                  <a:lnTo>
                    <a:pt x="1819350" y="315212"/>
                  </a:lnTo>
                  <a:lnTo>
                    <a:pt x="1819401" y="314397"/>
                  </a:lnTo>
                  <a:lnTo>
                    <a:pt x="1820580" y="314027"/>
                  </a:lnTo>
                  <a:lnTo>
                    <a:pt x="1827066" y="313929"/>
                  </a:lnTo>
                  <a:lnTo>
                    <a:pt x="1829417" y="312797"/>
                  </a:lnTo>
                  <a:lnTo>
                    <a:pt x="1830489" y="313152"/>
                  </a:lnTo>
                  <a:lnTo>
                    <a:pt x="1831554" y="313967"/>
                  </a:lnTo>
                  <a:lnTo>
                    <a:pt x="1835423" y="315033"/>
                  </a:lnTo>
                  <a:lnTo>
                    <a:pt x="1835310" y="315531"/>
                  </a:lnTo>
                  <a:lnTo>
                    <a:pt x="1834659" y="316037"/>
                  </a:lnTo>
                  <a:lnTo>
                    <a:pt x="1833516" y="318409"/>
                  </a:lnTo>
                  <a:lnTo>
                    <a:pt x="1833291" y="319757"/>
                  </a:lnTo>
                  <a:lnTo>
                    <a:pt x="1833242" y="321467"/>
                  </a:lnTo>
                  <a:lnTo>
                    <a:pt x="1834259" y="321800"/>
                  </a:lnTo>
                  <a:lnTo>
                    <a:pt x="1835221" y="321076"/>
                  </a:lnTo>
                  <a:lnTo>
                    <a:pt x="1834752" y="319698"/>
                  </a:lnTo>
                  <a:lnTo>
                    <a:pt x="1834612" y="318004"/>
                  </a:lnTo>
                  <a:lnTo>
                    <a:pt x="1835018" y="317264"/>
                  </a:lnTo>
                  <a:lnTo>
                    <a:pt x="1835549" y="317105"/>
                  </a:lnTo>
                  <a:lnTo>
                    <a:pt x="1836566" y="318379"/>
                  </a:lnTo>
                  <a:lnTo>
                    <a:pt x="1837670" y="318784"/>
                  </a:lnTo>
                  <a:lnTo>
                    <a:pt x="1841375" y="319291"/>
                  </a:lnTo>
                  <a:lnTo>
                    <a:pt x="1842425" y="319128"/>
                  </a:lnTo>
                  <a:lnTo>
                    <a:pt x="1842762" y="318478"/>
                  </a:lnTo>
                  <a:lnTo>
                    <a:pt x="1842038" y="317730"/>
                  </a:lnTo>
                  <a:lnTo>
                    <a:pt x="1837217" y="316070"/>
                  </a:lnTo>
                  <a:lnTo>
                    <a:pt x="1837153" y="315157"/>
                  </a:lnTo>
                  <a:lnTo>
                    <a:pt x="1841600" y="316283"/>
                  </a:lnTo>
                  <a:lnTo>
                    <a:pt x="1843600" y="317319"/>
                  </a:lnTo>
                  <a:lnTo>
                    <a:pt x="1845595" y="318092"/>
                  </a:lnTo>
                  <a:lnTo>
                    <a:pt x="1848385" y="317864"/>
                  </a:lnTo>
                  <a:lnTo>
                    <a:pt x="1851100" y="319092"/>
                  </a:lnTo>
                  <a:lnTo>
                    <a:pt x="1853701" y="322432"/>
                  </a:lnTo>
                  <a:lnTo>
                    <a:pt x="1856107" y="326626"/>
                  </a:lnTo>
                  <a:lnTo>
                    <a:pt x="1858537" y="329109"/>
                  </a:lnTo>
                  <a:lnTo>
                    <a:pt x="1861099" y="330970"/>
                  </a:lnTo>
                  <a:lnTo>
                    <a:pt x="1865369" y="336068"/>
                  </a:lnTo>
                  <a:lnTo>
                    <a:pt x="1865900" y="336469"/>
                  </a:lnTo>
                  <a:lnTo>
                    <a:pt x="1866319" y="337160"/>
                  </a:lnTo>
                  <a:lnTo>
                    <a:pt x="1865517" y="338023"/>
                  </a:lnTo>
                  <a:lnTo>
                    <a:pt x="1864807" y="339268"/>
                  </a:lnTo>
                  <a:lnTo>
                    <a:pt x="1866201" y="338407"/>
                  </a:lnTo>
                  <a:lnTo>
                    <a:pt x="1867607" y="337821"/>
                  </a:lnTo>
                  <a:lnTo>
                    <a:pt x="1868297" y="337935"/>
                  </a:lnTo>
                  <a:lnTo>
                    <a:pt x="1868921" y="338590"/>
                  </a:lnTo>
                  <a:lnTo>
                    <a:pt x="1869328" y="339637"/>
                  </a:lnTo>
                  <a:lnTo>
                    <a:pt x="1869554" y="340677"/>
                  </a:lnTo>
                  <a:lnTo>
                    <a:pt x="1868956" y="341621"/>
                  </a:lnTo>
                  <a:lnTo>
                    <a:pt x="1873043" y="341793"/>
                  </a:lnTo>
                  <a:lnTo>
                    <a:pt x="1874320" y="342395"/>
                  </a:lnTo>
                  <a:lnTo>
                    <a:pt x="1874880" y="344907"/>
                  </a:lnTo>
                  <a:lnTo>
                    <a:pt x="1873700" y="346655"/>
                  </a:lnTo>
                  <a:lnTo>
                    <a:pt x="1873010" y="346443"/>
                  </a:lnTo>
                  <a:lnTo>
                    <a:pt x="1872347" y="345707"/>
                  </a:lnTo>
                  <a:lnTo>
                    <a:pt x="1871719" y="345634"/>
                  </a:lnTo>
                  <a:lnTo>
                    <a:pt x="1869929" y="346386"/>
                  </a:lnTo>
                  <a:lnTo>
                    <a:pt x="1867148" y="348736"/>
                  </a:lnTo>
                  <a:lnTo>
                    <a:pt x="1865541" y="350600"/>
                  </a:lnTo>
                  <a:lnTo>
                    <a:pt x="1865284" y="351837"/>
                  </a:lnTo>
                  <a:lnTo>
                    <a:pt x="1865533" y="355185"/>
                  </a:lnTo>
                  <a:lnTo>
                    <a:pt x="1865307" y="356781"/>
                  </a:lnTo>
                  <a:lnTo>
                    <a:pt x="1864095" y="357807"/>
                  </a:lnTo>
                  <a:lnTo>
                    <a:pt x="1861442" y="357184"/>
                  </a:lnTo>
                  <a:lnTo>
                    <a:pt x="1860238" y="356526"/>
                  </a:lnTo>
                  <a:lnTo>
                    <a:pt x="1858886" y="355635"/>
                  </a:lnTo>
                  <a:lnTo>
                    <a:pt x="1857585" y="354399"/>
                  </a:lnTo>
                  <a:lnTo>
                    <a:pt x="1855919" y="352417"/>
                  </a:lnTo>
                  <a:lnTo>
                    <a:pt x="1855404" y="352227"/>
                  </a:lnTo>
                  <a:lnTo>
                    <a:pt x="1855063" y="352704"/>
                  </a:lnTo>
                  <a:lnTo>
                    <a:pt x="1855632" y="353959"/>
                  </a:lnTo>
                  <a:lnTo>
                    <a:pt x="1856766" y="355533"/>
                  </a:lnTo>
                  <a:lnTo>
                    <a:pt x="1858708" y="357614"/>
                  </a:lnTo>
                  <a:lnTo>
                    <a:pt x="1859631" y="359922"/>
                  </a:lnTo>
                  <a:lnTo>
                    <a:pt x="1859037" y="361072"/>
                  </a:lnTo>
                  <a:lnTo>
                    <a:pt x="1858299" y="361336"/>
                  </a:lnTo>
                  <a:lnTo>
                    <a:pt x="1857769" y="361316"/>
                  </a:lnTo>
                  <a:lnTo>
                    <a:pt x="1856069" y="360594"/>
                  </a:lnTo>
                  <a:lnTo>
                    <a:pt x="1854890" y="360420"/>
                  </a:lnTo>
                  <a:lnTo>
                    <a:pt x="1851160" y="361090"/>
                  </a:lnTo>
                  <a:lnTo>
                    <a:pt x="1849816" y="361518"/>
                  </a:lnTo>
                  <a:lnTo>
                    <a:pt x="1849355" y="361163"/>
                  </a:lnTo>
                  <a:lnTo>
                    <a:pt x="1849240" y="360154"/>
                  </a:lnTo>
                  <a:lnTo>
                    <a:pt x="1847234" y="359420"/>
                  </a:lnTo>
                  <a:lnTo>
                    <a:pt x="1846056" y="359316"/>
                  </a:lnTo>
                  <a:lnTo>
                    <a:pt x="1845499" y="358966"/>
                  </a:lnTo>
                  <a:lnTo>
                    <a:pt x="1845039" y="357925"/>
                  </a:lnTo>
                  <a:lnTo>
                    <a:pt x="1843733" y="356386"/>
                  </a:lnTo>
                  <a:lnTo>
                    <a:pt x="1841754" y="355783"/>
                  </a:lnTo>
                  <a:lnTo>
                    <a:pt x="1840471" y="355712"/>
                  </a:lnTo>
                  <a:lnTo>
                    <a:pt x="1839733" y="356048"/>
                  </a:lnTo>
                  <a:lnTo>
                    <a:pt x="1842343" y="358088"/>
                  </a:lnTo>
                  <a:lnTo>
                    <a:pt x="1844674" y="361517"/>
                  </a:lnTo>
                  <a:lnTo>
                    <a:pt x="1844236" y="362150"/>
                  </a:lnTo>
                  <a:lnTo>
                    <a:pt x="1843939" y="362889"/>
                  </a:lnTo>
                  <a:lnTo>
                    <a:pt x="1845229" y="362941"/>
                  </a:lnTo>
                  <a:lnTo>
                    <a:pt x="1846068" y="362707"/>
                  </a:lnTo>
                  <a:lnTo>
                    <a:pt x="1846312" y="363609"/>
                  </a:lnTo>
                  <a:lnTo>
                    <a:pt x="1845642" y="367227"/>
                  </a:lnTo>
                  <a:lnTo>
                    <a:pt x="1845188" y="368028"/>
                  </a:lnTo>
                  <a:lnTo>
                    <a:pt x="1841130" y="368829"/>
                  </a:lnTo>
                  <a:lnTo>
                    <a:pt x="1842151" y="369429"/>
                  </a:lnTo>
                  <a:lnTo>
                    <a:pt x="1843200" y="369617"/>
                  </a:lnTo>
                  <a:lnTo>
                    <a:pt x="1844389" y="369474"/>
                  </a:lnTo>
                  <a:lnTo>
                    <a:pt x="1845455" y="370094"/>
                  </a:lnTo>
                  <a:lnTo>
                    <a:pt x="1846173" y="372370"/>
                  </a:lnTo>
                  <a:lnTo>
                    <a:pt x="1846294" y="374750"/>
                  </a:lnTo>
                  <a:lnTo>
                    <a:pt x="1845245" y="376109"/>
                  </a:lnTo>
                  <a:lnTo>
                    <a:pt x="1844159" y="377214"/>
                  </a:lnTo>
                  <a:lnTo>
                    <a:pt x="1841925" y="378892"/>
                  </a:lnTo>
                  <a:lnTo>
                    <a:pt x="1839627" y="379633"/>
                  </a:lnTo>
                  <a:lnTo>
                    <a:pt x="1838420" y="379447"/>
                  </a:lnTo>
                  <a:lnTo>
                    <a:pt x="1837249" y="379819"/>
                  </a:lnTo>
                  <a:lnTo>
                    <a:pt x="1836477" y="380689"/>
                  </a:lnTo>
                  <a:lnTo>
                    <a:pt x="1836252" y="381570"/>
                  </a:lnTo>
                  <a:lnTo>
                    <a:pt x="1837262" y="380986"/>
                  </a:lnTo>
                  <a:lnTo>
                    <a:pt x="1838426" y="381312"/>
                  </a:lnTo>
                  <a:lnTo>
                    <a:pt x="1839528" y="382362"/>
                  </a:lnTo>
                  <a:lnTo>
                    <a:pt x="1839408" y="383229"/>
                  </a:lnTo>
                  <a:lnTo>
                    <a:pt x="1838360" y="384175"/>
                  </a:lnTo>
                  <a:lnTo>
                    <a:pt x="1838113" y="384892"/>
                  </a:lnTo>
                  <a:lnTo>
                    <a:pt x="1838516" y="386101"/>
                  </a:lnTo>
                  <a:lnTo>
                    <a:pt x="1838380" y="387140"/>
                  </a:lnTo>
                  <a:lnTo>
                    <a:pt x="1838918" y="387699"/>
                  </a:lnTo>
                  <a:lnTo>
                    <a:pt x="1840152" y="387896"/>
                  </a:lnTo>
                  <a:lnTo>
                    <a:pt x="1841657" y="388646"/>
                  </a:lnTo>
                  <a:lnTo>
                    <a:pt x="1843138" y="389641"/>
                  </a:lnTo>
                  <a:lnTo>
                    <a:pt x="1843722" y="390494"/>
                  </a:lnTo>
                  <a:lnTo>
                    <a:pt x="1844215" y="391696"/>
                  </a:lnTo>
                  <a:lnTo>
                    <a:pt x="1844389" y="392970"/>
                  </a:lnTo>
                  <a:lnTo>
                    <a:pt x="1844127" y="393491"/>
                  </a:lnTo>
                  <a:lnTo>
                    <a:pt x="1840753" y="393693"/>
                  </a:lnTo>
                  <a:lnTo>
                    <a:pt x="1840241" y="393540"/>
                  </a:lnTo>
                  <a:lnTo>
                    <a:pt x="1840048" y="392130"/>
                  </a:lnTo>
                  <a:lnTo>
                    <a:pt x="1839639" y="390979"/>
                  </a:lnTo>
                  <a:lnTo>
                    <a:pt x="1838354" y="390177"/>
                  </a:lnTo>
                  <a:lnTo>
                    <a:pt x="1837826" y="390729"/>
                  </a:lnTo>
                  <a:lnTo>
                    <a:pt x="1838207" y="394805"/>
                  </a:lnTo>
                  <a:lnTo>
                    <a:pt x="1837699" y="396039"/>
                  </a:lnTo>
                  <a:lnTo>
                    <a:pt x="1837134" y="396932"/>
                  </a:lnTo>
                  <a:lnTo>
                    <a:pt x="1835428" y="397456"/>
                  </a:lnTo>
                  <a:lnTo>
                    <a:pt x="1834069" y="397163"/>
                  </a:lnTo>
                  <a:lnTo>
                    <a:pt x="1832916" y="395235"/>
                  </a:lnTo>
                  <a:lnTo>
                    <a:pt x="1832917" y="393595"/>
                  </a:lnTo>
                  <a:lnTo>
                    <a:pt x="1833681" y="392641"/>
                  </a:lnTo>
                  <a:lnTo>
                    <a:pt x="1833679" y="391318"/>
                  </a:lnTo>
                  <a:lnTo>
                    <a:pt x="1833470" y="389779"/>
                  </a:lnTo>
                  <a:lnTo>
                    <a:pt x="1832686" y="391568"/>
                  </a:lnTo>
                  <a:lnTo>
                    <a:pt x="1831773" y="393057"/>
                  </a:lnTo>
                  <a:lnTo>
                    <a:pt x="1830293" y="394922"/>
                  </a:lnTo>
                  <a:lnTo>
                    <a:pt x="1829575" y="395163"/>
                  </a:lnTo>
                  <a:lnTo>
                    <a:pt x="1828841" y="394951"/>
                  </a:lnTo>
                  <a:lnTo>
                    <a:pt x="1826907" y="393615"/>
                  </a:lnTo>
                  <a:lnTo>
                    <a:pt x="1825715" y="392455"/>
                  </a:lnTo>
                  <a:lnTo>
                    <a:pt x="1823374" y="388649"/>
                  </a:lnTo>
                  <a:lnTo>
                    <a:pt x="1822071" y="386880"/>
                  </a:lnTo>
                  <a:lnTo>
                    <a:pt x="1819165" y="384512"/>
                  </a:lnTo>
                  <a:lnTo>
                    <a:pt x="1816174" y="382792"/>
                  </a:lnTo>
                  <a:lnTo>
                    <a:pt x="1813808" y="381678"/>
                  </a:lnTo>
                  <a:lnTo>
                    <a:pt x="1812545" y="381809"/>
                  </a:lnTo>
                  <a:lnTo>
                    <a:pt x="1811278" y="382260"/>
                  </a:lnTo>
                  <a:lnTo>
                    <a:pt x="1809676" y="382012"/>
                  </a:lnTo>
                  <a:lnTo>
                    <a:pt x="1809135" y="381589"/>
                  </a:lnTo>
                  <a:lnTo>
                    <a:pt x="1808662" y="380647"/>
                  </a:lnTo>
                  <a:lnTo>
                    <a:pt x="1808231" y="380100"/>
                  </a:lnTo>
                  <a:lnTo>
                    <a:pt x="1805985" y="377765"/>
                  </a:lnTo>
                  <a:lnTo>
                    <a:pt x="1804397" y="375852"/>
                  </a:lnTo>
                  <a:lnTo>
                    <a:pt x="1804332" y="374571"/>
                  </a:lnTo>
                  <a:lnTo>
                    <a:pt x="1804669" y="373055"/>
                  </a:lnTo>
                  <a:lnTo>
                    <a:pt x="1804371" y="369293"/>
                  </a:lnTo>
                  <a:lnTo>
                    <a:pt x="1803602" y="365757"/>
                  </a:lnTo>
                  <a:lnTo>
                    <a:pt x="1801642" y="362254"/>
                  </a:lnTo>
                  <a:lnTo>
                    <a:pt x="1796415" y="359993"/>
                  </a:lnTo>
                  <a:lnTo>
                    <a:pt x="1792103" y="358403"/>
                  </a:lnTo>
                  <a:lnTo>
                    <a:pt x="1790559" y="358041"/>
                  </a:lnTo>
                  <a:lnTo>
                    <a:pt x="1789190" y="358394"/>
                  </a:lnTo>
                  <a:lnTo>
                    <a:pt x="1785582" y="361288"/>
                  </a:lnTo>
                  <a:lnTo>
                    <a:pt x="1783167" y="361703"/>
                  </a:lnTo>
                  <a:lnTo>
                    <a:pt x="1776129" y="361845"/>
                  </a:lnTo>
                  <a:lnTo>
                    <a:pt x="1774952" y="361529"/>
                  </a:lnTo>
                  <a:lnTo>
                    <a:pt x="1773891" y="360299"/>
                  </a:lnTo>
                  <a:lnTo>
                    <a:pt x="1773646" y="358650"/>
                  </a:lnTo>
                  <a:lnTo>
                    <a:pt x="1773953" y="355588"/>
                  </a:lnTo>
                  <a:lnTo>
                    <a:pt x="1773918" y="354294"/>
                  </a:lnTo>
                  <a:lnTo>
                    <a:pt x="1773643" y="353857"/>
                  </a:lnTo>
                  <a:lnTo>
                    <a:pt x="1773271" y="353893"/>
                  </a:lnTo>
                  <a:lnTo>
                    <a:pt x="1771883" y="352670"/>
                  </a:lnTo>
                  <a:lnTo>
                    <a:pt x="1770595" y="350620"/>
                  </a:lnTo>
                  <a:lnTo>
                    <a:pt x="1769579" y="348501"/>
                  </a:lnTo>
                  <a:lnTo>
                    <a:pt x="1768892" y="345655"/>
                  </a:lnTo>
                  <a:lnTo>
                    <a:pt x="1769822" y="345514"/>
                  </a:lnTo>
                  <a:lnTo>
                    <a:pt x="1771106" y="346220"/>
                  </a:lnTo>
                  <a:lnTo>
                    <a:pt x="1771292" y="345523"/>
                  </a:lnTo>
                  <a:lnTo>
                    <a:pt x="1771715" y="342953"/>
                  </a:lnTo>
                  <a:lnTo>
                    <a:pt x="1772607" y="341718"/>
                  </a:lnTo>
                  <a:lnTo>
                    <a:pt x="1772949" y="340760"/>
                  </a:lnTo>
                  <a:lnTo>
                    <a:pt x="1773552" y="337270"/>
                  </a:lnTo>
                  <a:lnTo>
                    <a:pt x="1773639" y="334758"/>
                  </a:lnTo>
                  <a:lnTo>
                    <a:pt x="1772613" y="336128"/>
                  </a:lnTo>
                  <a:lnTo>
                    <a:pt x="1771036" y="339613"/>
                  </a:lnTo>
                  <a:lnTo>
                    <a:pt x="1770252" y="340634"/>
                  </a:lnTo>
                  <a:lnTo>
                    <a:pt x="1769709" y="341096"/>
                  </a:lnTo>
                  <a:lnTo>
                    <a:pt x="1769163" y="341307"/>
                  </a:lnTo>
                  <a:lnTo>
                    <a:pt x="1767890" y="340610"/>
                  </a:lnTo>
                  <a:lnTo>
                    <a:pt x="1766982" y="339770"/>
                  </a:lnTo>
                  <a:lnTo>
                    <a:pt x="1766961" y="336397"/>
                  </a:lnTo>
                  <a:lnTo>
                    <a:pt x="1766541" y="335541"/>
                  </a:lnTo>
                  <a:lnTo>
                    <a:pt x="1766138" y="336183"/>
                  </a:lnTo>
                  <a:lnTo>
                    <a:pt x="1765973" y="337388"/>
                  </a:lnTo>
                  <a:lnTo>
                    <a:pt x="1764817" y="337609"/>
                  </a:lnTo>
                  <a:lnTo>
                    <a:pt x="1764277" y="338128"/>
                  </a:lnTo>
                  <a:lnTo>
                    <a:pt x="1764552" y="340128"/>
                  </a:lnTo>
                  <a:lnTo>
                    <a:pt x="1764425" y="341819"/>
                  </a:lnTo>
                  <a:lnTo>
                    <a:pt x="1763327" y="342455"/>
                  </a:lnTo>
                  <a:lnTo>
                    <a:pt x="1761100" y="342845"/>
                  </a:lnTo>
                  <a:lnTo>
                    <a:pt x="1760327" y="341183"/>
                  </a:lnTo>
                  <a:lnTo>
                    <a:pt x="1759665" y="343499"/>
                  </a:lnTo>
                  <a:lnTo>
                    <a:pt x="1759173" y="346093"/>
                  </a:lnTo>
                  <a:lnTo>
                    <a:pt x="1759103" y="349553"/>
                  </a:lnTo>
                  <a:lnTo>
                    <a:pt x="1759809" y="352421"/>
                  </a:lnTo>
                  <a:lnTo>
                    <a:pt x="1760818" y="353787"/>
                  </a:lnTo>
                  <a:lnTo>
                    <a:pt x="1763023" y="355848"/>
                  </a:lnTo>
                  <a:lnTo>
                    <a:pt x="1763979" y="357302"/>
                  </a:lnTo>
                  <a:lnTo>
                    <a:pt x="1764228" y="359175"/>
                  </a:lnTo>
                  <a:lnTo>
                    <a:pt x="1764139" y="360903"/>
                  </a:lnTo>
                  <a:lnTo>
                    <a:pt x="1762993" y="363014"/>
                  </a:lnTo>
                  <a:lnTo>
                    <a:pt x="1762214" y="364758"/>
                  </a:lnTo>
                  <a:lnTo>
                    <a:pt x="1760881" y="368959"/>
                  </a:lnTo>
                  <a:lnTo>
                    <a:pt x="1760082" y="370641"/>
                  </a:lnTo>
                  <a:lnTo>
                    <a:pt x="1756683" y="374186"/>
                  </a:lnTo>
                  <a:lnTo>
                    <a:pt x="1754696" y="375163"/>
                  </a:lnTo>
                  <a:lnTo>
                    <a:pt x="1752671" y="378508"/>
                  </a:lnTo>
                  <a:lnTo>
                    <a:pt x="1750333" y="381432"/>
                  </a:lnTo>
                  <a:lnTo>
                    <a:pt x="1746901" y="382626"/>
                  </a:lnTo>
                  <a:lnTo>
                    <a:pt x="1741704" y="387073"/>
                  </a:lnTo>
                  <a:lnTo>
                    <a:pt x="1739645" y="387904"/>
                  </a:lnTo>
                  <a:lnTo>
                    <a:pt x="1736950" y="385857"/>
                  </a:lnTo>
                  <a:lnTo>
                    <a:pt x="1730774" y="384534"/>
                  </a:lnTo>
                  <a:lnTo>
                    <a:pt x="1728852" y="382736"/>
                  </a:lnTo>
                  <a:lnTo>
                    <a:pt x="1726037" y="378201"/>
                  </a:lnTo>
                  <a:lnTo>
                    <a:pt x="1725057" y="377543"/>
                  </a:lnTo>
                  <a:lnTo>
                    <a:pt x="1724221" y="375756"/>
                  </a:lnTo>
                  <a:lnTo>
                    <a:pt x="1720787" y="373752"/>
                  </a:lnTo>
                  <a:lnTo>
                    <a:pt x="1717841" y="375062"/>
                  </a:lnTo>
                  <a:lnTo>
                    <a:pt x="1715404" y="374068"/>
                  </a:lnTo>
                  <a:lnTo>
                    <a:pt x="1714575" y="374775"/>
                  </a:lnTo>
                  <a:lnTo>
                    <a:pt x="1715854" y="375427"/>
                  </a:lnTo>
                  <a:lnTo>
                    <a:pt x="1718079" y="375961"/>
                  </a:lnTo>
                  <a:lnTo>
                    <a:pt x="1721468" y="375699"/>
                  </a:lnTo>
                  <a:lnTo>
                    <a:pt x="1722588" y="376183"/>
                  </a:lnTo>
                  <a:lnTo>
                    <a:pt x="1723579" y="377738"/>
                  </a:lnTo>
                  <a:lnTo>
                    <a:pt x="1724723" y="380260"/>
                  </a:lnTo>
                  <a:lnTo>
                    <a:pt x="1723864" y="381940"/>
                  </a:lnTo>
                  <a:lnTo>
                    <a:pt x="1722950" y="382476"/>
                  </a:lnTo>
                  <a:lnTo>
                    <a:pt x="1720214" y="380628"/>
                  </a:lnTo>
                  <a:lnTo>
                    <a:pt x="1717056" y="380901"/>
                  </a:lnTo>
                  <a:lnTo>
                    <a:pt x="1715593" y="380452"/>
                  </a:lnTo>
                  <a:lnTo>
                    <a:pt x="1711354" y="377328"/>
                  </a:lnTo>
                  <a:lnTo>
                    <a:pt x="1708132" y="380781"/>
                  </a:lnTo>
                  <a:lnTo>
                    <a:pt x="1703705" y="382564"/>
                  </a:lnTo>
                  <a:lnTo>
                    <a:pt x="1700267" y="382766"/>
                  </a:lnTo>
                  <a:lnTo>
                    <a:pt x="1693950" y="385514"/>
                  </a:lnTo>
                  <a:lnTo>
                    <a:pt x="1695674" y="385586"/>
                  </a:lnTo>
                  <a:lnTo>
                    <a:pt x="1700260" y="383660"/>
                  </a:lnTo>
                  <a:lnTo>
                    <a:pt x="1702948" y="383660"/>
                  </a:lnTo>
                  <a:lnTo>
                    <a:pt x="1706944" y="382600"/>
                  </a:lnTo>
                  <a:lnTo>
                    <a:pt x="1709023" y="381335"/>
                  </a:lnTo>
                  <a:lnTo>
                    <a:pt x="1710028" y="380156"/>
                  </a:lnTo>
                  <a:lnTo>
                    <a:pt x="1711301" y="378988"/>
                  </a:lnTo>
                  <a:lnTo>
                    <a:pt x="1712598" y="379578"/>
                  </a:lnTo>
                  <a:lnTo>
                    <a:pt x="1713493" y="380811"/>
                  </a:lnTo>
                  <a:lnTo>
                    <a:pt x="1714113" y="382560"/>
                  </a:lnTo>
                  <a:lnTo>
                    <a:pt x="1714690" y="384886"/>
                  </a:lnTo>
                  <a:lnTo>
                    <a:pt x="1713910" y="386107"/>
                  </a:lnTo>
                  <a:lnTo>
                    <a:pt x="1713176" y="386753"/>
                  </a:lnTo>
                  <a:lnTo>
                    <a:pt x="1712272" y="388411"/>
                  </a:lnTo>
                  <a:lnTo>
                    <a:pt x="1716492" y="385557"/>
                  </a:lnTo>
                  <a:lnTo>
                    <a:pt x="1719062" y="387258"/>
                  </a:lnTo>
                  <a:lnTo>
                    <a:pt x="1720350" y="386994"/>
                  </a:lnTo>
                  <a:lnTo>
                    <a:pt x="1722732" y="384469"/>
                  </a:lnTo>
                  <a:lnTo>
                    <a:pt x="1726618" y="382850"/>
                  </a:lnTo>
                  <a:lnTo>
                    <a:pt x="1727078" y="383165"/>
                  </a:lnTo>
                  <a:lnTo>
                    <a:pt x="1727535" y="383950"/>
                  </a:lnTo>
                  <a:lnTo>
                    <a:pt x="1726875" y="388796"/>
                  </a:lnTo>
                  <a:lnTo>
                    <a:pt x="1727140" y="392588"/>
                  </a:lnTo>
                  <a:lnTo>
                    <a:pt x="1730070" y="396717"/>
                  </a:lnTo>
                  <a:lnTo>
                    <a:pt x="1733129" y="399154"/>
                  </a:lnTo>
                  <a:lnTo>
                    <a:pt x="1734181" y="399233"/>
                  </a:lnTo>
                  <a:lnTo>
                    <a:pt x="1735169" y="398770"/>
                  </a:lnTo>
                  <a:lnTo>
                    <a:pt x="1735554" y="396589"/>
                  </a:lnTo>
                  <a:lnTo>
                    <a:pt x="1736308" y="394954"/>
                  </a:lnTo>
                  <a:lnTo>
                    <a:pt x="1737268" y="396431"/>
                  </a:lnTo>
                  <a:lnTo>
                    <a:pt x="1738056" y="398013"/>
                  </a:lnTo>
                  <a:lnTo>
                    <a:pt x="1739158" y="401943"/>
                  </a:lnTo>
                  <a:lnTo>
                    <a:pt x="1739131" y="403092"/>
                  </a:lnTo>
                  <a:lnTo>
                    <a:pt x="1738861" y="405386"/>
                  </a:lnTo>
                  <a:lnTo>
                    <a:pt x="1739835" y="406442"/>
                  </a:lnTo>
                  <a:lnTo>
                    <a:pt x="1741150" y="406748"/>
                  </a:lnTo>
                  <a:lnTo>
                    <a:pt x="1741636" y="410381"/>
                  </a:lnTo>
                  <a:lnTo>
                    <a:pt x="1742084" y="415559"/>
                  </a:lnTo>
                  <a:lnTo>
                    <a:pt x="1741507" y="416042"/>
                  </a:lnTo>
                  <a:lnTo>
                    <a:pt x="1740870" y="416042"/>
                  </a:lnTo>
                  <a:lnTo>
                    <a:pt x="1738735" y="417377"/>
                  </a:lnTo>
                  <a:lnTo>
                    <a:pt x="1739031" y="418308"/>
                  </a:lnTo>
                  <a:lnTo>
                    <a:pt x="1741189" y="418823"/>
                  </a:lnTo>
                  <a:lnTo>
                    <a:pt x="1741796" y="419860"/>
                  </a:lnTo>
                  <a:lnTo>
                    <a:pt x="1741364" y="422271"/>
                  </a:lnTo>
                  <a:lnTo>
                    <a:pt x="1741477" y="423383"/>
                  </a:lnTo>
                  <a:lnTo>
                    <a:pt x="1742229" y="423606"/>
                  </a:lnTo>
                  <a:lnTo>
                    <a:pt x="1742720" y="422197"/>
                  </a:lnTo>
                  <a:lnTo>
                    <a:pt x="1742590" y="420193"/>
                  </a:lnTo>
                  <a:lnTo>
                    <a:pt x="1742792" y="419304"/>
                  </a:lnTo>
                  <a:lnTo>
                    <a:pt x="1744237" y="423444"/>
                  </a:lnTo>
                  <a:lnTo>
                    <a:pt x="1744271" y="425076"/>
                  </a:lnTo>
                  <a:lnTo>
                    <a:pt x="1745498" y="426926"/>
                  </a:lnTo>
                  <a:lnTo>
                    <a:pt x="1748999" y="429651"/>
                  </a:lnTo>
                  <a:lnTo>
                    <a:pt x="1749646" y="430921"/>
                  </a:lnTo>
                  <a:lnTo>
                    <a:pt x="1749836" y="432974"/>
                  </a:lnTo>
                  <a:lnTo>
                    <a:pt x="1748961" y="433560"/>
                  </a:lnTo>
                  <a:lnTo>
                    <a:pt x="1748162" y="435025"/>
                  </a:lnTo>
                  <a:lnTo>
                    <a:pt x="1748652" y="437048"/>
                  </a:lnTo>
                  <a:lnTo>
                    <a:pt x="1749560" y="438708"/>
                  </a:lnTo>
                  <a:lnTo>
                    <a:pt x="1751055" y="439325"/>
                  </a:lnTo>
                  <a:lnTo>
                    <a:pt x="1751740" y="441964"/>
                  </a:lnTo>
                  <a:lnTo>
                    <a:pt x="1751740" y="444505"/>
                  </a:lnTo>
                  <a:lnTo>
                    <a:pt x="1750667" y="446704"/>
                  </a:lnTo>
                  <a:lnTo>
                    <a:pt x="1748497" y="449740"/>
                  </a:lnTo>
                  <a:lnTo>
                    <a:pt x="1747211" y="450956"/>
                  </a:lnTo>
                  <a:lnTo>
                    <a:pt x="1746715" y="453106"/>
                  </a:lnTo>
                  <a:lnTo>
                    <a:pt x="1746564" y="455353"/>
                  </a:lnTo>
                  <a:lnTo>
                    <a:pt x="1745688" y="455255"/>
                  </a:lnTo>
                  <a:lnTo>
                    <a:pt x="1744759" y="454322"/>
                  </a:lnTo>
                  <a:lnTo>
                    <a:pt x="1733888" y="448657"/>
                  </a:lnTo>
                  <a:lnTo>
                    <a:pt x="1729789" y="447598"/>
                  </a:lnTo>
                  <a:lnTo>
                    <a:pt x="1726201" y="447461"/>
                  </a:lnTo>
                  <a:lnTo>
                    <a:pt x="1725525" y="447119"/>
                  </a:lnTo>
                  <a:lnTo>
                    <a:pt x="1725564" y="445776"/>
                  </a:lnTo>
                  <a:lnTo>
                    <a:pt x="1725793" y="444571"/>
                  </a:lnTo>
                  <a:lnTo>
                    <a:pt x="1726298" y="443043"/>
                  </a:lnTo>
                  <a:lnTo>
                    <a:pt x="1726059" y="441732"/>
                  </a:lnTo>
                  <a:lnTo>
                    <a:pt x="1725592" y="441647"/>
                  </a:lnTo>
                  <a:lnTo>
                    <a:pt x="1725136" y="442645"/>
                  </a:lnTo>
                  <a:lnTo>
                    <a:pt x="1724146" y="442648"/>
                  </a:lnTo>
                  <a:lnTo>
                    <a:pt x="1723208" y="441489"/>
                  </a:lnTo>
                  <a:lnTo>
                    <a:pt x="1722429" y="441853"/>
                  </a:lnTo>
                  <a:lnTo>
                    <a:pt x="1722044" y="443479"/>
                  </a:lnTo>
                  <a:lnTo>
                    <a:pt x="1721738" y="444335"/>
                  </a:lnTo>
                  <a:lnTo>
                    <a:pt x="1721753" y="445357"/>
                  </a:lnTo>
                  <a:lnTo>
                    <a:pt x="1722251" y="446305"/>
                  </a:lnTo>
                  <a:lnTo>
                    <a:pt x="1724341" y="447339"/>
                  </a:lnTo>
                  <a:lnTo>
                    <a:pt x="1723994" y="448243"/>
                  </a:lnTo>
                  <a:lnTo>
                    <a:pt x="1721093" y="448979"/>
                  </a:lnTo>
                  <a:lnTo>
                    <a:pt x="1718735" y="449875"/>
                  </a:lnTo>
                  <a:lnTo>
                    <a:pt x="1715674" y="452680"/>
                  </a:lnTo>
                  <a:lnTo>
                    <a:pt x="1714430" y="454595"/>
                  </a:lnTo>
                  <a:lnTo>
                    <a:pt x="1706207" y="459372"/>
                  </a:lnTo>
                  <a:lnTo>
                    <a:pt x="1704229" y="461040"/>
                  </a:lnTo>
                  <a:lnTo>
                    <a:pt x="1703352" y="461235"/>
                  </a:lnTo>
                  <a:lnTo>
                    <a:pt x="1702225" y="461794"/>
                  </a:lnTo>
                  <a:lnTo>
                    <a:pt x="1701356" y="463803"/>
                  </a:lnTo>
                  <a:lnTo>
                    <a:pt x="1696813" y="466626"/>
                  </a:lnTo>
                  <a:lnTo>
                    <a:pt x="1695863" y="466359"/>
                  </a:lnTo>
                  <a:lnTo>
                    <a:pt x="1694661" y="468731"/>
                  </a:lnTo>
                  <a:lnTo>
                    <a:pt x="1693554" y="470031"/>
                  </a:lnTo>
                  <a:lnTo>
                    <a:pt x="1690914" y="470212"/>
                  </a:lnTo>
                  <a:lnTo>
                    <a:pt x="1689232" y="470872"/>
                  </a:lnTo>
                  <a:lnTo>
                    <a:pt x="1685590" y="474293"/>
                  </a:lnTo>
                  <a:lnTo>
                    <a:pt x="1683301" y="473210"/>
                  </a:lnTo>
                  <a:lnTo>
                    <a:pt x="1680623" y="477918"/>
                  </a:lnTo>
                  <a:lnTo>
                    <a:pt x="1677643" y="482353"/>
                  </a:lnTo>
                  <a:lnTo>
                    <a:pt x="1676755" y="482366"/>
                  </a:lnTo>
                  <a:lnTo>
                    <a:pt x="1674475" y="480505"/>
                  </a:lnTo>
                  <a:lnTo>
                    <a:pt x="1673903" y="481482"/>
                  </a:lnTo>
                  <a:lnTo>
                    <a:pt x="1674261" y="483271"/>
                  </a:lnTo>
                  <a:lnTo>
                    <a:pt x="1675068" y="485161"/>
                  </a:lnTo>
                  <a:lnTo>
                    <a:pt x="1674605" y="485709"/>
                  </a:lnTo>
                  <a:lnTo>
                    <a:pt x="1673699" y="485188"/>
                  </a:lnTo>
                  <a:lnTo>
                    <a:pt x="1673027" y="485079"/>
                  </a:lnTo>
                  <a:lnTo>
                    <a:pt x="1672559" y="485647"/>
                  </a:lnTo>
                  <a:lnTo>
                    <a:pt x="1672639" y="487002"/>
                  </a:lnTo>
                  <a:lnTo>
                    <a:pt x="1671348" y="488742"/>
                  </a:lnTo>
                  <a:lnTo>
                    <a:pt x="1670339" y="488876"/>
                  </a:lnTo>
                  <a:lnTo>
                    <a:pt x="1669176" y="489423"/>
                  </a:lnTo>
                  <a:lnTo>
                    <a:pt x="1668789" y="490923"/>
                  </a:lnTo>
                  <a:lnTo>
                    <a:pt x="1669138" y="492544"/>
                  </a:lnTo>
                  <a:lnTo>
                    <a:pt x="1667073" y="494432"/>
                  </a:lnTo>
                  <a:lnTo>
                    <a:pt x="1665393" y="496861"/>
                  </a:lnTo>
                  <a:lnTo>
                    <a:pt x="1664591" y="497304"/>
                  </a:lnTo>
                  <a:lnTo>
                    <a:pt x="1663674" y="498384"/>
                  </a:lnTo>
                  <a:lnTo>
                    <a:pt x="1662668" y="499175"/>
                  </a:lnTo>
                  <a:lnTo>
                    <a:pt x="1661505" y="499005"/>
                  </a:lnTo>
                  <a:lnTo>
                    <a:pt x="1658746" y="502473"/>
                  </a:lnTo>
                  <a:lnTo>
                    <a:pt x="1652527" y="508465"/>
                  </a:lnTo>
                  <a:lnTo>
                    <a:pt x="1650801" y="509247"/>
                  </a:lnTo>
                  <a:lnTo>
                    <a:pt x="1648601" y="511067"/>
                  </a:lnTo>
                  <a:lnTo>
                    <a:pt x="1648389" y="512284"/>
                  </a:lnTo>
                  <a:lnTo>
                    <a:pt x="1648375" y="513786"/>
                  </a:lnTo>
                  <a:lnTo>
                    <a:pt x="1647498" y="516249"/>
                  </a:lnTo>
                  <a:lnTo>
                    <a:pt x="1646475" y="522505"/>
                  </a:lnTo>
                  <a:lnTo>
                    <a:pt x="1646165" y="523629"/>
                  </a:lnTo>
                  <a:lnTo>
                    <a:pt x="1645641" y="524936"/>
                  </a:lnTo>
                  <a:lnTo>
                    <a:pt x="1643375" y="524329"/>
                  </a:lnTo>
                  <a:lnTo>
                    <a:pt x="1641402" y="521936"/>
                  </a:lnTo>
                  <a:lnTo>
                    <a:pt x="1640765" y="520837"/>
                  </a:lnTo>
                  <a:lnTo>
                    <a:pt x="1640423" y="519549"/>
                  </a:lnTo>
                  <a:lnTo>
                    <a:pt x="1640302" y="517479"/>
                  </a:lnTo>
                  <a:lnTo>
                    <a:pt x="1639925" y="516523"/>
                  </a:lnTo>
                  <a:lnTo>
                    <a:pt x="1639470" y="516076"/>
                  </a:lnTo>
                  <a:lnTo>
                    <a:pt x="1637210" y="510974"/>
                  </a:lnTo>
                  <a:lnTo>
                    <a:pt x="1633267" y="507470"/>
                  </a:lnTo>
                  <a:lnTo>
                    <a:pt x="1632704" y="506308"/>
                  </a:lnTo>
                  <a:lnTo>
                    <a:pt x="1627658" y="507258"/>
                  </a:lnTo>
                  <a:lnTo>
                    <a:pt x="1626300" y="507285"/>
                  </a:lnTo>
                  <a:lnTo>
                    <a:pt x="1623912" y="506418"/>
                  </a:lnTo>
                  <a:lnTo>
                    <a:pt x="1620168" y="506959"/>
                  </a:lnTo>
                  <a:lnTo>
                    <a:pt x="1615663" y="508868"/>
                  </a:lnTo>
                  <a:lnTo>
                    <a:pt x="1614283" y="510061"/>
                  </a:lnTo>
                  <a:lnTo>
                    <a:pt x="1609687" y="511912"/>
                  </a:lnTo>
                  <a:lnTo>
                    <a:pt x="1606664" y="514845"/>
                  </a:lnTo>
                  <a:lnTo>
                    <a:pt x="1600778" y="525483"/>
                  </a:lnTo>
                  <a:lnTo>
                    <a:pt x="1599389" y="527688"/>
                  </a:lnTo>
                  <a:lnTo>
                    <a:pt x="1598712" y="528166"/>
                  </a:lnTo>
                  <a:lnTo>
                    <a:pt x="1597716" y="528366"/>
                  </a:lnTo>
                  <a:lnTo>
                    <a:pt x="1597284" y="526221"/>
                  </a:lnTo>
                  <a:lnTo>
                    <a:pt x="1597135" y="524528"/>
                  </a:lnTo>
                  <a:lnTo>
                    <a:pt x="1597507" y="521293"/>
                  </a:lnTo>
                  <a:lnTo>
                    <a:pt x="1598214" y="518649"/>
                  </a:lnTo>
                  <a:lnTo>
                    <a:pt x="1598936" y="513691"/>
                  </a:lnTo>
                  <a:lnTo>
                    <a:pt x="1599116" y="511677"/>
                  </a:lnTo>
                  <a:lnTo>
                    <a:pt x="1599623" y="509592"/>
                  </a:lnTo>
                  <a:lnTo>
                    <a:pt x="1597643" y="509723"/>
                  </a:lnTo>
                  <a:lnTo>
                    <a:pt x="1594902" y="513372"/>
                  </a:lnTo>
                  <a:lnTo>
                    <a:pt x="1590771" y="516930"/>
                  </a:lnTo>
                  <a:lnTo>
                    <a:pt x="1588847" y="517855"/>
                  </a:lnTo>
                  <a:lnTo>
                    <a:pt x="1587344" y="519931"/>
                  </a:lnTo>
                  <a:lnTo>
                    <a:pt x="1586278" y="520232"/>
                  </a:lnTo>
                  <a:lnTo>
                    <a:pt x="1585035" y="521005"/>
                  </a:lnTo>
                  <a:lnTo>
                    <a:pt x="1584909" y="525525"/>
                  </a:lnTo>
                  <a:lnTo>
                    <a:pt x="1584280" y="528033"/>
                  </a:lnTo>
                  <a:lnTo>
                    <a:pt x="1583529" y="528539"/>
                  </a:lnTo>
                  <a:lnTo>
                    <a:pt x="1582385" y="528617"/>
                  </a:lnTo>
                  <a:lnTo>
                    <a:pt x="1581523" y="527635"/>
                  </a:lnTo>
                  <a:lnTo>
                    <a:pt x="1580261" y="523993"/>
                  </a:lnTo>
                  <a:lnTo>
                    <a:pt x="1578599" y="522107"/>
                  </a:lnTo>
                  <a:lnTo>
                    <a:pt x="1577618" y="521770"/>
                  </a:lnTo>
                  <a:lnTo>
                    <a:pt x="1576891" y="522202"/>
                  </a:lnTo>
                  <a:lnTo>
                    <a:pt x="1575449" y="524693"/>
                  </a:lnTo>
                  <a:lnTo>
                    <a:pt x="1573857" y="526945"/>
                  </a:lnTo>
                  <a:lnTo>
                    <a:pt x="1574108" y="524380"/>
                  </a:lnTo>
                  <a:lnTo>
                    <a:pt x="1572756" y="523406"/>
                  </a:lnTo>
                  <a:lnTo>
                    <a:pt x="1571551" y="522823"/>
                  </a:lnTo>
                  <a:lnTo>
                    <a:pt x="1570023" y="522703"/>
                  </a:lnTo>
                  <a:lnTo>
                    <a:pt x="1569606" y="523090"/>
                  </a:lnTo>
                  <a:lnTo>
                    <a:pt x="1568987" y="524556"/>
                  </a:lnTo>
                  <a:lnTo>
                    <a:pt x="1567655" y="526457"/>
                  </a:lnTo>
                  <a:lnTo>
                    <a:pt x="1566728" y="527264"/>
                  </a:lnTo>
                  <a:lnTo>
                    <a:pt x="1565764" y="528795"/>
                  </a:lnTo>
                  <a:lnTo>
                    <a:pt x="1565244" y="530376"/>
                  </a:lnTo>
                  <a:lnTo>
                    <a:pt x="1564742" y="532622"/>
                  </a:lnTo>
                  <a:lnTo>
                    <a:pt x="1564142" y="538101"/>
                  </a:lnTo>
                  <a:lnTo>
                    <a:pt x="1564186" y="544526"/>
                  </a:lnTo>
                  <a:lnTo>
                    <a:pt x="1562022" y="549584"/>
                  </a:lnTo>
                  <a:lnTo>
                    <a:pt x="1561163" y="549085"/>
                  </a:lnTo>
                  <a:lnTo>
                    <a:pt x="1560757" y="549417"/>
                  </a:lnTo>
                  <a:lnTo>
                    <a:pt x="1560356" y="550089"/>
                  </a:lnTo>
                  <a:lnTo>
                    <a:pt x="1561095" y="552871"/>
                  </a:lnTo>
                  <a:lnTo>
                    <a:pt x="1560699" y="553867"/>
                  </a:lnTo>
                  <a:lnTo>
                    <a:pt x="1560293" y="554532"/>
                  </a:lnTo>
                  <a:lnTo>
                    <a:pt x="1559288" y="555262"/>
                  </a:lnTo>
                  <a:lnTo>
                    <a:pt x="1556941" y="559380"/>
                  </a:lnTo>
                  <a:lnTo>
                    <a:pt x="1554751" y="562078"/>
                  </a:lnTo>
                  <a:lnTo>
                    <a:pt x="1551167" y="569795"/>
                  </a:lnTo>
                  <a:lnTo>
                    <a:pt x="1550104" y="574954"/>
                  </a:lnTo>
                  <a:lnTo>
                    <a:pt x="1549078" y="580743"/>
                  </a:lnTo>
                  <a:lnTo>
                    <a:pt x="1549560" y="583579"/>
                  </a:lnTo>
                  <a:lnTo>
                    <a:pt x="1549994" y="585431"/>
                  </a:lnTo>
                  <a:lnTo>
                    <a:pt x="1550665" y="586720"/>
                  </a:lnTo>
                  <a:lnTo>
                    <a:pt x="1551810" y="588065"/>
                  </a:lnTo>
                  <a:lnTo>
                    <a:pt x="1554272" y="589565"/>
                  </a:lnTo>
                  <a:lnTo>
                    <a:pt x="1554051" y="590550"/>
                  </a:lnTo>
                  <a:lnTo>
                    <a:pt x="1554042" y="591371"/>
                  </a:lnTo>
                  <a:lnTo>
                    <a:pt x="1554912" y="589924"/>
                  </a:lnTo>
                  <a:lnTo>
                    <a:pt x="1555544" y="585850"/>
                  </a:lnTo>
                  <a:lnTo>
                    <a:pt x="1557067" y="584546"/>
                  </a:lnTo>
                  <a:lnTo>
                    <a:pt x="1557804" y="584609"/>
                  </a:lnTo>
                  <a:lnTo>
                    <a:pt x="1562715" y="587824"/>
                  </a:lnTo>
                  <a:lnTo>
                    <a:pt x="1563644" y="589210"/>
                  </a:lnTo>
                  <a:lnTo>
                    <a:pt x="1563507" y="592270"/>
                  </a:lnTo>
                  <a:lnTo>
                    <a:pt x="1563208" y="593730"/>
                  </a:lnTo>
                  <a:lnTo>
                    <a:pt x="1562298" y="595875"/>
                  </a:lnTo>
                  <a:lnTo>
                    <a:pt x="1560551" y="598456"/>
                  </a:lnTo>
                  <a:lnTo>
                    <a:pt x="1558506" y="601998"/>
                  </a:lnTo>
                  <a:lnTo>
                    <a:pt x="1558310" y="604171"/>
                  </a:lnTo>
                  <a:lnTo>
                    <a:pt x="1558301" y="605357"/>
                  </a:lnTo>
                  <a:lnTo>
                    <a:pt x="1558837" y="609528"/>
                  </a:lnTo>
                  <a:lnTo>
                    <a:pt x="1558915" y="611874"/>
                  </a:lnTo>
                  <a:lnTo>
                    <a:pt x="1558642" y="616247"/>
                  </a:lnTo>
                  <a:lnTo>
                    <a:pt x="1558774" y="618136"/>
                  </a:lnTo>
                  <a:lnTo>
                    <a:pt x="1559318" y="619750"/>
                  </a:lnTo>
                  <a:lnTo>
                    <a:pt x="1560149" y="620760"/>
                  </a:lnTo>
                  <a:lnTo>
                    <a:pt x="1561579" y="620209"/>
                  </a:lnTo>
                  <a:lnTo>
                    <a:pt x="1562950" y="620677"/>
                  </a:lnTo>
                  <a:lnTo>
                    <a:pt x="1563998" y="621783"/>
                  </a:lnTo>
                  <a:lnTo>
                    <a:pt x="1563845" y="625432"/>
                  </a:lnTo>
                  <a:lnTo>
                    <a:pt x="1564430" y="628885"/>
                  </a:lnTo>
                  <a:lnTo>
                    <a:pt x="1564907" y="635243"/>
                  </a:lnTo>
                  <a:lnTo>
                    <a:pt x="1564053" y="636981"/>
                  </a:lnTo>
                  <a:lnTo>
                    <a:pt x="1563224" y="638066"/>
                  </a:lnTo>
                  <a:lnTo>
                    <a:pt x="1561591" y="640794"/>
                  </a:lnTo>
                  <a:lnTo>
                    <a:pt x="1560720" y="641116"/>
                  </a:lnTo>
                  <a:lnTo>
                    <a:pt x="1559208" y="640175"/>
                  </a:lnTo>
                  <a:lnTo>
                    <a:pt x="1556766" y="635251"/>
                  </a:lnTo>
                  <a:lnTo>
                    <a:pt x="1557745" y="632338"/>
                  </a:lnTo>
                  <a:lnTo>
                    <a:pt x="1559817" y="630310"/>
                  </a:lnTo>
                  <a:lnTo>
                    <a:pt x="1560760" y="628846"/>
                  </a:lnTo>
                  <a:lnTo>
                    <a:pt x="1561487" y="626693"/>
                  </a:lnTo>
                  <a:lnTo>
                    <a:pt x="1560403" y="627102"/>
                  </a:lnTo>
                  <a:lnTo>
                    <a:pt x="1559638" y="628038"/>
                  </a:lnTo>
                  <a:lnTo>
                    <a:pt x="1557265" y="627633"/>
                  </a:lnTo>
                  <a:lnTo>
                    <a:pt x="1556317" y="628671"/>
                  </a:lnTo>
                  <a:lnTo>
                    <a:pt x="1555161" y="630320"/>
                  </a:lnTo>
                  <a:lnTo>
                    <a:pt x="1555616" y="634411"/>
                  </a:lnTo>
                  <a:lnTo>
                    <a:pt x="1554844" y="635155"/>
                  </a:lnTo>
                  <a:lnTo>
                    <a:pt x="1553382" y="636566"/>
                  </a:lnTo>
                  <a:lnTo>
                    <a:pt x="1551219" y="638324"/>
                  </a:lnTo>
                  <a:lnTo>
                    <a:pt x="1550515" y="639465"/>
                  </a:lnTo>
                  <a:lnTo>
                    <a:pt x="1548663" y="646831"/>
                  </a:lnTo>
                  <a:lnTo>
                    <a:pt x="1546955" y="652313"/>
                  </a:lnTo>
                  <a:lnTo>
                    <a:pt x="1546360" y="657003"/>
                  </a:lnTo>
                  <a:lnTo>
                    <a:pt x="1546424" y="661084"/>
                  </a:lnTo>
                  <a:lnTo>
                    <a:pt x="1547063" y="665596"/>
                  </a:lnTo>
                  <a:lnTo>
                    <a:pt x="1547515" y="667558"/>
                  </a:lnTo>
                  <a:lnTo>
                    <a:pt x="1549493" y="671722"/>
                  </a:lnTo>
                  <a:lnTo>
                    <a:pt x="1550461" y="675028"/>
                  </a:lnTo>
                  <a:lnTo>
                    <a:pt x="1550752" y="678987"/>
                  </a:lnTo>
                  <a:lnTo>
                    <a:pt x="1549157" y="680863"/>
                  </a:lnTo>
                  <a:lnTo>
                    <a:pt x="1546381" y="685464"/>
                  </a:lnTo>
                  <a:lnTo>
                    <a:pt x="1545220" y="685957"/>
                  </a:lnTo>
                  <a:lnTo>
                    <a:pt x="1541413" y="685830"/>
                  </a:lnTo>
                  <a:lnTo>
                    <a:pt x="1539524" y="683535"/>
                  </a:lnTo>
                  <a:lnTo>
                    <a:pt x="1537288" y="684122"/>
                  </a:lnTo>
                  <a:lnTo>
                    <a:pt x="1535413" y="685216"/>
                  </a:lnTo>
                  <a:lnTo>
                    <a:pt x="1532473" y="688481"/>
                  </a:lnTo>
                  <a:lnTo>
                    <a:pt x="1529846" y="692695"/>
                  </a:lnTo>
                  <a:lnTo>
                    <a:pt x="1527378" y="695623"/>
                  </a:lnTo>
                  <a:lnTo>
                    <a:pt x="1526638" y="697345"/>
                  </a:lnTo>
                  <a:lnTo>
                    <a:pt x="1525621" y="700964"/>
                  </a:lnTo>
                  <a:lnTo>
                    <a:pt x="1524723" y="707605"/>
                  </a:lnTo>
                  <a:lnTo>
                    <a:pt x="1525036" y="710885"/>
                  </a:lnTo>
                  <a:lnTo>
                    <a:pt x="1525535" y="712416"/>
                  </a:lnTo>
                  <a:lnTo>
                    <a:pt x="1526013" y="714444"/>
                  </a:lnTo>
                  <a:lnTo>
                    <a:pt x="1525361" y="717532"/>
                  </a:lnTo>
                  <a:lnTo>
                    <a:pt x="1525344" y="719510"/>
                  </a:lnTo>
                  <a:lnTo>
                    <a:pt x="1526546" y="722638"/>
                  </a:lnTo>
                  <a:lnTo>
                    <a:pt x="1526810" y="726932"/>
                  </a:lnTo>
                  <a:lnTo>
                    <a:pt x="1525917" y="727065"/>
                  </a:lnTo>
                  <a:lnTo>
                    <a:pt x="1523893" y="723974"/>
                  </a:lnTo>
                  <a:lnTo>
                    <a:pt x="1521756" y="723738"/>
                  </a:lnTo>
                  <a:lnTo>
                    <a:pt x="1516580" y="727300"/>
                  </a:lnTo>
                  <a:lnTo>
                    <a:pt x="1514462" y="729356"/>
                  </a:lnTo>
                  <a:lnTo>
                    <a:pt x="1512084" y="733452"/>
                  </a:lnTo>
                  <a:lnTo>
                    <a:pt x="1511373" y="732670"/>
                  </a:lnTo>
                  <a:lnTo>
                    <a:pt x="1510865" y="730324"/>
                  </a:lnTo>
                  <a:lnTo>
                    <a:pt x="1510003" y="729284"/>
                  </a:lnTo>
                  <a:lnTo>
                    <a:pt x="1508938" y="729805"/>
                  </a:lnTo>
                  <a:lnTo>
                    <a:pt x="1508481" y="732019"/>
                  </a:lnTo>
                  <a:lnTo>
                    <a:pt x="1509952" y="733061"/>
                  </a:lnTo>
                  <a:lnTo>
                    <a:pt x="1510511" y="734495"/>
                  </a:lnTo>
                  <a:lnTo>
                    <a:pt x="1509647" y="739968"/>
                  </a:lnTo>
                  <a:lnTo>
                    <a:pt x="1509038" y="741793"/>
                  </a:lnTo>
                  <a:lnTo>
                    <a:pt x="1509264" y="746709"/>
                  </a:lnTo>
                  <a:lnTo>
                    <a:pt x="1509181" y="748988"/>
                  </a:lnTo>
                  <a:lnTo>
                    <a:pt x="1508839" y="751298"/>
                  </a:lnTo>
                  <a:lnTo>
                    <a:pt x="1507322" y="757625"/>
                  </a:lnTo>
                  <a:lnTo>
                    <a:pt x="1504697" y="765936"/>
                  </a:lnTo>
                  <a:lnTo>
                    <a:pt x="1501471" y="771973"/>
                  </a:lnTo>
                  <a:lnTo>
                    <a:pt x="1499235" y="774063"/>
                  </a:lnTo>
                  <a:lnTo>
                    <a:pt x="1498107" y="775679"/>
                  </a:lnTo>
                  <a:lnTo>
                    <a:pt x="1497635" y="777776"/>
                  </a:lnTo>
                  <a:lnTo>
                    <a:pt x="1494325" y="783573"/>
                  </a:lnTo>
                  <a:lnTo>
                    <a:pt x="1490242" y="789665"/>
                  </a:lnTo>
                  <a:lnTo>
                    <a:pt x="1489094" y="790767"/>
                  </a:lnTo>
                  <a:lnTo>
                    <a:pt x="1488825" y="788468"/>
                  </a:lnTo>
                  <a:lnTo>
                    <a:pt x="1488700" y="786192"/>
                  </a:lnTo>
                  <a:lnTo>
                    <a:pt x="1488209" y="783156"/>
                  </a:lnTo>
                  <a:lnTo>
                    <a:pt x="1486743" y="780651"/>
                  </a:lnTo>
                  <a:lnTo>
                    <a:pt x="1486487" y="778623"/>
                  </a:lnTo>
                  <a:lnTo>
                    <a:pt x="1486248" y="775821"/>
                  </a:lnTo>
                  <a:lnTo>
                    <a:pt x="1486126" y="762880"/>
                  </a:lnTo>
                  <a:lnTo>
                    <a:pt x="1484832" y="749479"/>
                  </a:lnTo>
                  <a:lnTo>
                    <a:pt x="1484687" y="745259"/>
                  </a:lnTo>
                  <a:lnTo>
                    <a:pt x="1483120" y="741805"/>
                  </a:lnTo>
                  <a:lnTo>
                    <a:pt x="1482266" y="738229"/>
                  </a:lnTo>
                  <a:lnTo>
                    <a:pt x="1481759" y="734716"/>
                  </a:lnTo>
                  <a:lnTo>
                    <a:pt x="1481626" y="730569"/>
                  </a:lnTo>
                  <a:lnTo>
                    <a:pt x="1479916" y="708768"/>
                  </a:lnTo>
                  <a:lnTo>
                    <a:pt x="1479395" y="703336"/>
                  </a:lnTo>
                  <a:lnTo>
                    <a:pt x="1477111" y="685803"/>
                  </a:lnTo>
                  <a:lnTo>
                    <a:pt x="1476120" y="675666"/>
                  </a:lnTo>
                  <a:lnTo>
                    <a:pt x="1475470" y="665779"/>
                  </a:lnTo>
                  <a:lnTo>
                    <a:pt x="1475367" y="661366"/>
                  </a:lnTo>
                  <a:lnTo>
                    <a:pt x="1476386" y="648214"/>
                  </a:lnTo>
                  <a:lnTo>
                    <a:pt x="1477228" y="639980"/>
                  </a:lnTo>
                  <a:lnTo>
                    <a:pt x="1480288" y="621571"/>
                  </a:lnTo>
                  <a:lnTo>
                    <a:pt x="1480781" y="619893"/>
                  </a:lnTo>
                  <a:lnTo>
                    <a:pt x="1481266" y="619019"/>
                  </a:lnTo>
                  <a:lnTo>
                    <a:pt x="1486580" y="611939"/>
                  </a:lnTo>
                  <a:lnTo>
                    <a:pt x="1488872" y="608066"/>
                  </a:lnTo>
                  <a:lnTo>
                    <a:pt x="1490258" y="603990"/>
                  </a:lnTo>
                  <a:lnTo>
                    <a:pt x="1491730" y="598786"/>
                  </a:lnTo>
                  <a:lnTo>
                    <a:pt x="1491578" y="595990"/>
                  </a:lnTo>
                  <a:lnTo>
                    <a:pt x="1491402" y="594370"/>
                  </a:lnTo>
                  <a:lnTo>
                    <a:pt x="1490845" y="592563"/>
                  </a:lnTo>
                  <a:lnTo>
                    <a:pt x="1489599" y="590464"/>
                  </a:lnTo>
                  <a:lnTo>
                    <a:pt x="1490040" y="589528"/>
                  </a:lnTo>
                  <a:lnTo>
                    <a:pt x="1490524" y="588818"/>
                  </a:lnTo>
                  <a:lnTo>
                    <a:pt x="1491833" y="588034"/>
                  </a:lnTo>
                  <a:lnTo>
                    <a:pt x="1494492" y="589611"/>
                  </a:lnTo>
                  <a:lnTo>
                    <a:pt x="1497180" y="588947"/>
                  </a:lnTo>
                  <a:lnTo>
                    <a:pt x="1499666" y="582432"/>
                  </a:lnTo>
                  <a:lnTo>
                    <a:pt x="1503213" y="583432"/>
                  </a:lnTo>
                  <a:lnTo>
                    <a:pt x="1505927" y="582269"/>
                  </a:lnTo>
                  <a:lnTo>
                    <a:pt x="1506672" y="582751"/>
                  </a:lnTo>
                  <a:lnTo>
                    <a:pt x="1507200" y="580550"/>
                  </a:lnTo>
                  <a:lnTo>
                    <a:pt x="1508677" y="578204"/>
                  </a:lnTo>
                  <a:lnTo>
                    <a:pt x="1511412" y="574702"/>
                  </a:lnTo>
                  <a:lnTo>
                    <a:pt x="1515438" y="570489"/>
                  </a:lnTo>
                  <a:lnTo>
                    <a:pt x="1517438" y="567667"/>
                  </a:lnTo>
                  <a:lnTo>
                    <a:pt x="1518562" y="564975"/>
                  </a:lnTo>
                  <a:lnTo>
                    <a:pt x="1520222" y="562451"/>
                  </a:lnTo>
                  <a:lnTo>
                    <a:pt x="1521821" y="559269"/>
                  </a:lnTo>
                  <a:lnTo>
                    <a:pt x="1524765" y="549710"/>
                  </a:lnTo>
                  <a:lnTo>
                    <a:pt x="1530554" y="541823"/>
                  </a:lnTo>
                  <a:lnTo>
                    <a:pt x="1532822" y="537293"/>
                  </a:lnTo>
                  <a:lnTo>
                    <a:pt x="1534709" y="535689"/>
                  </a:lnTo>
                  <a:lnTo>
                    <a:pt x="1536364" y="534944"/>
                  </a:lnTo>
                  <a:lnTo>
                    <a:pt x="1540549" y="528480"/>
                  </a:lnTo>
                  <a:lnTo>
                    <a:pt x="1543200" y="523110"/>
                  </a:lnTo>
                  <a:lnTo>
                    <a:pt x="1546701" y="519418"/>
                  </a:lnTo>
                  <a:lnTo>
                    <a:pt x="1547765" y="517056"/>
                  </a:lnTo>
                  <a:lnTo>
                    <a:pt x="1549579" y="511502"/>
                  </a:lnTo>
                  <a:lnTo>
                    <a:pt x="1550322" y="510136"/>
                  </a:lnTo>
                  <a:lnTo>
                    <a:pt x="1552602" y="508058"/>
                  </a:lnTo>
                  <a:lnTo>
                    <a:pt x="1557745" y="504431"/>
                  </a:lnTo>
                  <a:lnTo>
                    <a:pt x="1560737" y="500784"/>
                  </a:lnTo>
                  <a:lnTo>
                    <a:pt x="1565100" y="500266"/>
                  </a:lnTo>
                  <a:lnTo>
                    <a:pt x="1566413" y="498808"/>
                  </a:lnTo>
                  <a:lnTo>
                    <a:pt x="1567780" y="497999"/>
                  </a:lnTo>
                  <a:lnTo>
                    <a:pt x="1569216" y="496827"/>
                  </a:lnTo>
                  <a:lnTo>
                    <a:pt x="1567416" y="493611"/>
                  </a:lnTo>
                  <a:lnTo>
                    <a:pt x="1567827" y="491876"/>
                  </a:lnTo>
                  <a:lnTo>
                    <a:pt x="1568176" y="491079"/>
                  </a:lnTo>
                  <a:lnTo>
                    <a:pt x="1571326" y="487263"/>
                  </a:lnTo>
                  <a:lnTo>
                    <a:pt x="1572617" y="484210"/>
                  </a:lnTo>
                  <a:lnTo>
                    <a:pt x="1572463" y="482897"/>
                  </a:lnTo>
                  <a:lnTo>
                    <a:pt x="1572240" y="481962"/>
                  </a:lnTo>
                  <a:lnTo>
                    <a:pt x="1570303" y="480736"/>
                  </a:lnTo>
                  <a:lnTo>
                    <a:pt x="1570679" y="477873"/>
                  </a:lnTo>
                  <a:lnTo>
                    <a:pt x="1571204" y="475453"/>
                  </a:lnTo>
                  <a:lnTo>
                    <a:pt x="1572778" y="473369"/>
                  </a:lnTo>
                  <a:lnTo>
                    <a:pt x="1573336" y="468547"/>
                  </a:lnTo>
                  <a:lnTo>
                    <a:pt x="1573408" y="463490"/>
                  </a:lnTo>
                  <a:lnTo>
                    <a:pt x="1574939" y="456185"/>
                  </a:lnTo>
                  <a:lnTo>
                    <a:pt x="1575862" y="454577"/>
                  </a:lnTo>
                  <a:lnTo>
                    <a:pt x="1579439" y="450915"/>
                  </a:lnTo>
                  <a:lnTo>
                    <a:pt x="1580272" y="450820"/>
                  </a:lnTo>
                  <a:lnTo>
                    <a:pt x="1582769" y="452058"/>
                  </a:lnTo>
                  <a:lnTo>
                    <a:pt x="1585490" y="452660"/>
                  </a:lnTo>
                  <a:lnTo>
                    <a:pt x="1586457" y="453769"/>
                  </a:lnTo>
                  <a:lnTo>
                    <a:pt x="1586659" y="452830"/>
                  </a:lnTo>
                  <a:lnTo>
                    <a:pt x="1586523" y="451576"/>
                  </a:lnTo>
                  <a:lnTo>
                    <a:pt x="1587288" y="451139"/>
                  </a:lnTo>
                  <a:lnTo>
                    <a:pt x="1588865" y="451609"/>
                  </a:lnTo>
                  <a:lnTo>
                    <a:pt x="1588626" y="450226"/>
                  </a:lnTo>
                  <a:lnTo>
                    <a:pt x="1584569" y="449543"/>
                  </a:lnTo>
                  <a:lnTo>
                    <a:pt x="1581673" y="447944"/>
                  </a:lnTo>
                  <a:lnTo>
                    <a:pt x="1579079" y="444860"/>
                  </a:lnTo>
                  <a:lnTo>
                    <a:pt x="1577368" y="443998"/>
                  </a:lnTo>
                  <a:lnTo>
                    <a:pt x="1575496" y="444237"/>
                  </a:lnTo>
                  <a:lnTo>
                    <a:pt x="1564863" y="448540"/>
                  </a:lnTo>
                  <a:lnTo>
                    <a:pt x="1564350" y="449708"/>
                  </a:lnTo>
                  <a:lnTo>
                    <a:pt x="1563856" y="451364"/>
                  </a:lnTo>
                  <a:lnTo>
                    <a:pt x="1564523" y="453798"/>
                  </a:lnTo>
                  <a:lnTo>
                    <a:pt x="1564015" y="454864"/>
                  </a:lnTo>
                  <a:lnTo>
                    <a:pt x="1563500" y="455558"/>
                  </a:lnTo>
                  <a:lnTo>
                    <a:pt x="1562927" y="457150"/>
                  </a:lnTo>
                  <a:lnTo>
                    <a:pt x="1562409" y="460301"/>
                  </a:lnTo>
                  <a:lnTo>
                    <a:pt x="1562554" y="463345"/>
                  </a:lnTo>
                  <a:lnTo>
                    <a:pt x="1561249" y="468039"/>
                  </a:lnTo>
                  <a:lnTo>
                    <a:pt x="1561152" y="470981"/>
                  </a:lnTo>
                  <a:lnTo>
                    <a:pt x="1563435" y="472604"/>
                  </a:lnTo>
                  <a:lnTo>
                    <a:pt x="1564013" y="473700"/>
                  </a:lnTo>
                  <a:lnTo>
                    <a:pt x="1563322" y="475316"/>
                  </a:lnTo>
                  <a:lnTo>
                    <a:pt x="1562644" y="476302"/>
                  </a:lnTo>
                  <a:lnTo>
                    <a:pt x="1562027" y="477509"/>
                  </a:lnTo>
                  <a:lnTo>
                    <a:pt x="1561590" y="477997"/>
                  </a:lnTo>
                  <a:lnTo>
                    <a:pt x="1560976" y="478289"/>
                  </a:lnTo>
                  <a:lnTo>
                    <a:pt x="1560144" y="476707"/>
                  </a:lnTo>
                  <a:lnTo>
                    <a:pt x="1559388" y="473536"/>
                  </a:lnTo>
                  <a:lnTo>
                    <a:pt x="1558196" y="473351"/>
                  </a:lnTo>
                  <a:lnTo>
                    <a:pt x="1557799" y="473829"/>
                  </a:lnTo>
                  <a:lnTo>
                    <a:pt x="1557582" y="475086"/>
                  </a:lnTo>
                  <a:lnTo>
                    <a:pt x="1556530" y="475160"/>
                  </a:lnTo>
                  <a:lnTo>
                    <a:pt x="1555366" y="474567"/>
                  </a:lnTo>
                  <a:lnTo>
                    <a:pt x="1554055" y="474804"/>
                  </a:lnTo>
                  <a:lnTo>
                    <a:pt x="1551705" y="478393"/>
                  </a:lnTo>
                  <a:lnTo>
                    <a:pt x="1538457" y="495466"/>
                  </a:lnTo>
                  <a:lnTo>
                    <a:pt x="1537052" y="497540"/>
                  </a:lnTo>
                  <a:lnTo>
                    <a:pt x="1535344" y="501658"/>
                  </a:lnTo>
                  <a:lnTo>
                    <a:pt x="1532069" y="502056"/>
                  </a:lnTo>
                  <a:lnTo>
                    <a:pt x="1530758" y="502981"/>
                  </a:lnTo>
                  <a:lnTo>
                    <a:pt x="1529828" y="504208"/>
                  </a:lnTo>
                  <a:lnTo>
                    <a:pt x="1528520" y="505053"/>
                  </a:lnTo>
                  <a:lnTo>
                    <a:pt x="1528562" y="503508"/>
                  </a:lnTo>
                  <a:lnTo>
                    <a:pt x="1528836" y="502358"/>
                  </a:lnTo>
                  <a:lnTo>
                    <a:pt x="1529120" y="499347"/>
                  </a:lnTo>
                  <a:lnTo>
                    <a:pt x="1530882" y="493616"/>
                  </a:lnTo>
                  <a:lnTo>
                    <a:pt x="1529758" y="493046"/>
                  </a:lnTo>
                  <a:lnTo>
                    <a:pt x="1528642" y="492961"/>
                  </a:lnTo>
                  <a:lnTo>
                    <a:pt x="1526567" y="494150"/>
                  </a:lnTo>
                  <a:lnTo>
                    <a:pt x="1525176" y="496041"/>
                  </a:lnTo>
                  <a:lnTo>
                    <a:pt x="1524110" y="495650"/>
                  </a:lnTo>
                  <a:lnTo>
                    <a:pt x="1524618" y="493956"/>
                  </a:lnTo>
                  <a:lnTo>
                    <a:pt x="1525937" y="490568"/>
                  </a:lnTo>
                  <a:lnTo>
                    <a:pt x="1525531" y="487441"/>
                  </a:lnTo>
                  <a:lnTo>
                    <a:pt x="1525176" y="485747"/>
                  </a:lnTo>
                  <a:lnTo>
                    <a:pt x="1525726" y="484797"/>
                  </a:lnTo>
                  <a:lnTo>
                    <a:pt x="1528394" y="478486"/>
                  </a:lnTo>
                  <a:lnTo>
                    <a:pt x="1529362" y="475233"/>
                  </a:lnTo>
                  <a:lnTo>
                    <a:pt x="1530174" y="470926"/>
                  </a:lnTo>
                  <a:lnTo>
                    <a:pt x="1530221" y="469590"/>
                  </a:lnTo>
                  <a:lnTo>
                    <a:pt x="1530082" y="467941"/>
                  </a:lnTo>
                  <a:lnTo>
                    <a:pt x="1529258" y="467661"/>
                  </a:lnTo>
                  <a:lnTo>
                    <a:pt x="1528622" y="467691"/>
                  </a:lnTo>
                  <a:lnTo>
                    <a:pt x="1523324" y="471959"/>
                  </a:lnTo>
                  <a:lnTo>
                    <a:pt x="1521370" y="473109"/>
                  </a:lnTo>
                  <a:lnTo>
                    <a:pt x="1520725" y="471278"/>
                  </a:lnTo>
                  <a:lnTo>
                    <a:pt x="1519882" y="470492"/>
                  </a:lnTo>
                  <a:lnTo>
                    <a:pt x="1518409" y="467356"/>
                  </a:lnTo>
                  <a:lnTo>
                    <a:pt x="1517191" y="466906"/>
                  </a:lnTo>
                  <a:lnTo>
                    <a:pt x="1515896" y="467117"/>
                  </a:lnTo>
                  <a:lnTo>
                    <a:pt x="1512992" y="469245"/>
                  </a:lnTo>
                  <a:lnTo>
                    <a:pt x="1509802" y="470408"/>
                  </a:lnTo>
                  <a:lnTo>
                    <a:pt x="1507346" y="469971"/>
                  </a:lnTo>
                  <a:lnTo>
                    <a:pt x="1505250" y="471768"/>
                  </a:lnTo>
                  <a:lnTo>
                    <a:pt x="1504312" y="472100"/>
                  </a:lnTo>
                  <a:lnTo>
                    <a:pt x="1501196" y="470870"/>
                  </a:lnTo>
                  <a:lnTo>
                    <a:pt x="1497399" y="470761"/>
                  </a:lnTo>
                  <a:lnTo>
                    <a:pt x="1496263" y="472294"/>
                  </a:lnTo>
                  <a:lnTo>
                    <a:pt x="1492966" y="474403"/>
                  </a:lnTo>
                  <a:lnTo>
                    <a:pt x="1490752" y="477668"/>
                  </a:lnTo>
                  <a:lnTo>
                    <a:pt x="1489588" y="478719"/>
                  </a:lnTo>
                  <a:lnTo>
                    <a:pt x="1488318" y="480167"/>
                  </a:lnTo>
                  <a:lnTo>
                    <a:pt x="1487736" y="486318"/>
                  </a:lnTo>
                  <a:lnTo>
                    <a:pt x="1486043" y="488282"/>
                  </a:lnTo>
                  <a:lnTo>
                    <a:pt x="1484450" y="489787"/>
                  </a:lnTo>
                  <a:lnTo>
                    <a:pt x="1481133" y="494499"/>
                  </a:lnTo>
                  <a:lnTo>
                    <a:pt x="1478801" y="500954"/>
                  </a:lnTo>
                  <a:lnTo>
                    <a:pt x="1477222" y="503754"/>
                  </a:lnTo>
                  <a:lnTo>
                    <a:pt x="1473905" y="507670"/>
                  </a:lnTo>
                  <a:lnTo>
                    <a:pt x="1468645" y="512788"/>
                  </a:lnTo>
                  <a:lnTo>
                    <a:pt x="1464127" y="521110"/>
                  </a:lnTo>
                  <a:lnTo>
                    <a:pt x="1462545" y="527352"/>
                  </a:lnTo>
                  <a:lnTo>
                    <a:pt x="1461959" y="527560"/>
                  </a:lnTo>
                  <a:lnTo>
                    <a:pt x="1460846" y="528842"/>
                  </a:lnTo>
                  <a:lnTo>
                    <a:pt x="1460541" y="531885"/>
                  </a:lnTo>
                  <a:lnTo>
                    <a:pt x="1460567" y="534012"/>
                  </a:lnTo>
                  <a:lnTo>
                    <a:pt x="1459880" y="535727"/>
                  </a:lnTo>
                  <a:lnTo>
                    <a:pt x="1459197" y="537850"/>
                  </a:lnTo>
                  <a:lnTo>
                    <a:pt x="1459923" y="539183"/>
                  </a:lnTo>
                  <a:lnTo>
                    <a:pt x="1460605" y="539427"/>
                  </a:lnTo>
                  <a:lnTo>
                    <a:pt x="1461589" y="539241"/>
                  </a:lnTo>
                  <a:lnTo>
                    <a:pt x="1464177" y="537508"/>
                  </a:lnTo>
                  <a:lnTo>
                    <a:pt x="1468651" y="540181"/>
                  </a:lnTo>
                  <a:lnTo>
                    <a:pt x="1470899" y="542825"/>
                  </a:lnTo>
                  <a:lnTo>
                    <a:pt x="1470742" y="545482"/>
                  </a:lnTo>
                  <a:lnTo>
                    <a:pt x="1470828" y="547849"/>
                  </a:lnTo>
                  <a:lnTo>
                    <a:pt x="1469173" y="547687"/>
                  </a:lnTo>
                  <a:lnTo>
                    <a:pt x="1466953" y="547925"/>
                  </a:lnTo>
                  <a:lnTo>
                    <a:pt x="1465569" y="549291"/>
                  </a:lnTo>
                  <a:lnTo>
                    <a:pt x="1462744" y="547068"/>
                  </a:lnTo>
                  <a:lnTo>
                    <a:pt x="1461800" y="547916"/>
                  </a:lnTo>
                  <a:lnTo>
                    <a:pt x="1460312" y="550258"/>
                  </a:lnTo>
                  <a:lnTo>
                    <a:pt x="1457599" y="551235"/>
                  </a:lnTo>
                  <a:lnTo>
                    <a:pt x="1456227" y="550094"/>
                  </a:lnTo>
                  <a:lnTo>
                    <a:pt x="1453966" y="546826"/>
                  </a:lnTo>
                  <a:lnTo>
                    <a:pt x="1450121" y="547120"/>
                  </a:lnTo>
                  <a:lnTo>
                    <a:pt x="1449106" y="550769"/>
                  </a:lnTo>
                  <a:lnTo>
                    <a:pt x="1448222" y="550677"/>
                  </a:lnTo>
                  <a:lnTo>
                    <a:pt x="1446860" y="551047"/>
                  </a:lnTo>
                  <a:lnTo>
                    <a:pt x="1444610" y="555268"/>
                  </a:lnTo>
                  <a:lnTo>
                    <a:pt x="1443869" y="555646"/>
                  </a:lnTo>
                  <a:lnTo>
                    <a:pt x="1441081" y="554823"/>
                  </a:lnTo>
                  <a:lnTo>
                    <a:pt x="1439068" y="552686"/>
                  </a:lnTo>
                  <a:lnTo>
                    <a:pt x="1438135" y="552558"/>
                  </a:lnTo>
                  <a:lnTo>
                    <a:pt x="1436359" y="553555"/>
                  </a:lnTo>
                  <a:lnTo>
                    <a:pt x="1435468" y="556113"/>
                  </a:lnTo>
                  <a:lnTo>
                    <a:pt x="1431057" y="557406"/>
                  </a:lnTo>
                  <a:lnTo>
                    <a:pt x="1426709" y="557158"/>
                  </a:lnTo>
                  <a:lnTo>
                    <a:pt x="1424342" y="551028"/>
                  </a:lnTo>
                  <a:lnTo>
                    <a:pt x="1428760" y="548621"/>
                  </a:lnTo>
                  <a:lnTo>
                    <a:pt x="1431390" y="549133"/>
                  </a:lnTo>
                  <a:lnTo>
                    <a:pt x="1434342" y="548737"/>
                  </a:lnTo>
                  <a:lnTo>
                    <a:pt x="1437456" y="546860"/>
                  </a:lnTo>
                  <a:lnTo>
                    <a:pt x="1436408" y="545254"/>
                  </a:lnTo>
                  <a:lnTo>
                    <a:pt x="1435659" y="544881"/>
                  </a:lnTo>
                  <a:lnTo>
                    <a:pt x="1433794" y="545073"/>
                  </a:lnTo>
                  <a:lnTo>
                    <a:pt x="1432133" y="543916"/>
                  </a:lnTo>
                  <a:lnTo>
                    <a:pt x="1428539" y="537980"/>
                  </a:lnTo>
                  <a:lnTo>
                    <a:pt x="1426956" y="536886"/>
                  </a:lnTo>
                  <a:lnTo>
                    <a:pt x="1424909" y="536232"/>
                  </a:lnTo>
                  <a:lnTo>
                    <a:pt x="1423336" y="536162"/>
                  </a:lnTo>
                  <a:lnTo>
                    <a:pt x="1422748" y="536584"/>
                  </a:lnTo>
                  <a:lnTo>
                    <a:pt x="1421935" y="538011"/>
                  </a:lnTo>
                  <a:lnTo>
                    <a:pt x="1421376" y="539418"/>
                  </a:lnTo>
                  <a:lnTo>
                    <a:pt x="1420917" y="539852"/>
                  </a:lnTo>
                  <a:lnTo>
                    <a:pt x="1419836" y="539604"/>
                  </a:lnTo>
                  <a:lnTo>
                    <a:pt x="1418521" y="538499"/>
                  </a:lnTo>
                  <a:lnTo>
                    <a:pt x="1417006" y="538858"/>
                  </a:lnTo>
                  <a:lnTo>
                    <a:pt x="1417653" y="537955"/>
                  </a:lnTo>
                  <a:lnTo>
                    <a:pt x="1419120" y="537027"/>
                  </a:lnTo>
                  <a:lnTo>
                    <a:pt x="1416703" y="536012"/>
                  </a:lnTo>
                  <a:lnTo>
                    <a:pt x="1415188" y="534589"/>
                  </a:lnTo>
                  <a:lnTo>
                    <a:pt x="1413772" y="534223"/>
                  </a:lnTo>
                  <a:lnTo>
                    <a:pt x="1407328" y="530702"/>
                  </a:lnTo>
                  <a:lnTo>
                    <a:pt x="1404818" y="530981"/>
                  </a:lnTo>
                  <a:lnTo>
                    <a:pt x="1403275" y="531941"/>
                  </a:lnTo>
                  <a:lnTo>
                    <a:pt x="1400683" y="534836"/>
                  </a:lnTo>
                  <a:lnTo>
                    <a:pt x="1401403" y="536955"/>
                  </a:lnTo>
                  <a:lnTo>
                    <a:pt x="1401951" y="537902"/>
                  </a:lnTo>
                  <a:lnTo>
                    <a:pt x="1402292" y="539042"/>
                  </a:lnTo>
                  <a:lnTo>
                    <a:pt x="1401463" y="539268"/>
                  </a:lnTo>
                  <a:lnTo>
                    <a:pt x="1399070" y="539431"/>
                  </a:lnTo>
                  <a:lnTo>
                    <a:pt x="1397597" y="537737"/>
                  </a:lnTo>
                  <a:lnTo>
                    <a:pt x="1396583" y="540213"/>
                  </a:lnTo>
                  <a:lnTo>
                    <a:pt x="1396988" y="542429"/>
                  </a:lnTo>
                  <a:lnTo>
                    <a:pt x="1398663" y="541647"/>
                  </a:lnTo>
                  <a:lnTo>
                    <a:pt x="1399526" y="542559"/>
                  </a:lnTo>
                  <a:lnTo>
                    <a:pt x="1398944" y="545113"/>
                  </a:lnTo>
                  <a:lnTo>
                    <a:pt x="1396787" y="545846"/>
                  </a:lnTo>
                  <a:lnTo>
                    <a:pt x="1394078" y="545716"/>
                  </a:lnTo>
                  <a:lnTo>
                    <a:pt x="1391387" y="541227"/>
                  </a:lnTo>
                  <a:lnTo>
                    <a:pt x="1386982" y="542001"/>
                  </a:lnTo>
                  <a:lnTo>
                    <a:pt x="1384833" y="544878"/>
                  </a:lnTo>
                  <a:lnTo>
                    <a:pt x="1382837" y="545531"/>
                  </a:lnTo>
                  <a:lnTo>
                    <a:pt x="1377377" y="542660"/>
                  </a:lnTo>
                  <a:lnTo>
                    <a:pt x="1374658" y="542447"/>
                  </a:lnTo>
                  <a:lnTo>
                    <a:pt x="1371591" y="539964"/>
                  </a:lnTo>
                  <a:lnTo>
                    <a:pt x="1370522" y="540747"/>
                  </a:lnTo>
                  <a:lnTo>
                    <a:pt x="1368555" y="546922"/>
                  </a:lnTo>
                  <a:lnTo>
                    <a:pt x="1365978" y="548427"/>
                  </a:lnTo>
                  <a:lnTo>
                    <a:pt x="1364622" y="547605"/>
                  </a:lnTo>
                  <a:lnTo>
                    <a:pt x="1363442" y="543706"/>
                  </a:lnTo>
                  <a:lnTo>
                    <a:pt x="1362606" y="542424"/>
                  </a:lnTo>
                  <a:lnTo>
                    <a:pt x="1360283" y="541248"/>
                  </a:lnTo>
                  <a:lnTo>
                    <a:pt x="1347955" y="542349"/>
                  </a:lnTo>
                  <a:lnTo>
                    <a:pt x="1343813" y="541402"/>
                  </a:lnTo>
                  <a:lnTo>
                    <a:pt x="1340882" y="541311"/>
                  </a:lnTo>
                  <a:lnTo>
                    <a:pt x="1336913" y="543312"/>
                  </a:lnTo>
                  <a:lnTo>
                    <a:pt x="1333096" y="542530"/>
                  </a:lnTo>
                  <a:lnTo>
                    <a:pt x="1326054" y="546371"/>
                  </a:lnTo>
                  <a:lnTo>
                    <a:pt x="1323178" y="548957"/>
                  </a:lnTo>
                  <a:lnTo>
                    <a:pt x="1319669" y="553477"/>
                  </a:lnTo>
                  <a:lnTo>
                    <a:pt x="1316553" y="560994"/>
                  </a:lnTo>
                  <a:lnTo>
                    <a:pt x="1314807" y="563838"/>
                  </a:lnTo>
                  <a:lnTo>
                    <a:pt x="1311862" y="567412"/>
                  </a:lnTo>
                  <a:lnTo>
                    <a:pt x="1307727" y="570699"/>
                  </a:lnTo>
                  <a:lnTo>
                    <a:pt x="1305454" y="574049"/>
                  </a:lnTo>
                  <a:lnTo>
                    <a:pt x="1304243" y="576747"/>
                  </a:lnTo>
                  <a:lnTo>
                    <a:pt x="1302058" y="586992"/>
                  </a:lnTo>
                  <a:lnTo>
                    <a:pt x="1301503" y="588522"/>
                  </a:lnTo>
                  <a:lnTo>
                    <a:pt x="1296387" y="592250"/>
                  </a:lnTo>
                  <a:lnTo>
                    <a:pt x="1294767" y="596333"/>
                  </a:lnTo>
                  <a:lnTo>
                    <a:pt x="1294097" y="597372"/>
                  </a:lnTo>
                  <a:lnTo>
                    <a:pt x="1291979" y="599099"/>
                  </a:lnTo>
                  <a:lnTo>
                    <a:pt x="1290683" y="601978"/>
                  </a:lnTo>
                  <a:lnTo>
                    <a:pt x="1289960" y="602823"/>
                  </a:lnTo>
                  <a:lnTo>
                    <a:pt x="1286943" y="604837"/>
                  </a:lnTo>
                  <a:lnTo>
                    <a:pt x="1284458" y="609961"/>
                  </a:lnTo>
                  <a:lnTo>
                    <a:pt x="1280964" y="613584"/>
                  </a:lnTo>
                  <a:lnTo>
                    <a:pt x="1275850" y="623528"/>
                  </a:lnTo>
                  <a:lnTo>
                    <a:pt x="1275417" y="624724"/>
                  </a:lnTo>
                  <a:lnTo>
                    <a:pt x="1274962" y="627378"/>
                  </a:lnTo>
                  <a:lnTo>
                    <a:pt x="1274194" y="629316"/>
                  </a:lnTo>
                  <a:lnTo>
                    <a:pt x="1269794" y="637996"/>
                  </a:lnTo>
                  <a:lnTo>
                    <a:pt x="1268430" y="638801"/>
                  </a:lnTo>
                  <a:lnTo>
                    <a:pt x="1266256" y="642860"/>
                  </a:lnTo>
                  <a:lnTo>
                    <a:pt x="1264021" y="645297"/>
                  </a:lnTo>
                  <a:lnTo>
                    <a:pt x="1261975" y="648164"/>
                  </a:lnTo>
                  <a:lnTo>
                    <a:pt x="1259460" y="651151"/>
                  </a:lnTo>
                  <a:lnTo>
                    <a:pt x="1255625" y="654622"/>
                  </a:lnTo>
                  <a:lnTo>
                    <a:pt x="1254369" y="656593"/>
                  </a:lnTo>
                  <a:lnTo>
                    <a:pt x="1252344" y="661255"/>
                  </a:lnTo>
                  <a:lnTo>
                    <a:pt x="1247460" y="666916"/>
                  </a:lnTo>
                  <a:lnTo>
                    <a:pt x="1245041" y="668301"/>
                  </a:lnTo>
                  <a:lnTo>
                    <a:pt x="1241841" y="673338"/>
                  </a:lnTo>
                  <a:lnTo>
                    <a:pt x="1241522" y="674523"/>
                  </a:lnTo>
                  <a:lnTo>
                    <a:pt x="1241254" y="676367"/>
                  </a:lnTo>
                  <a:lnTo>
                    <a:pt x="1241786" y="679597"/>
                  </a:lnTo>
                  <a:lnTo>
                    <a:pt x="1242565" y="680309"/>
                  </a:lnTo>
                  <a:lnTo>
                    <a:pt x="1243858" y="680750"/>
                  </a:lnTo>
                  <a:lnTo>
                    <a:pt x="1248620" y="683957"/>
                  </a:lnTo>
                  <a:lnTo>
                    <a:pt x="1253067" y="683067"/>
                  </a:lnTo>
                  <a:lnTo>
                    <a:pt x="1257006" y="683080"/>
                  </a:lnTo>
                  <a:lnTo>
                    <a:pt x="1258551" y="682764"/>
                  </a:lnTo>
                  <a:lnTo>
                    <a:pt x="1259503" y="682862"/>
                  </a:lnTo>
                  <a:lnTo>
                    <a:pt x="1259808" y="684621"/>
                  </a:lnTo>
                  <a:lnTo>
                    <a:pt x="1259769" y="687846"/>
                  </a:lnTo>
                  <a:lnTo>
                    <a:pt x="1259194" y="690772"/>
                  </a:lnTo>
                  <a:lnTo>
                    <a:pt x="1258722" y="699420"/>
                  </a:lnTo>
                  <a:lnTo>
                    <a:pt x="1258188" y="703242"/>
                  </a:lnTo>
                  <a:lnTo>
                    <a:pt x="1258600" y="707001"/>
                  </a:lnTo>
                  <a:lnTo>
                    <a:pt x="1259565" y="707654"/>
                  </a:lnTo>
                  <a:lnTo>
                    <a:pt x="1260529" y="705959"/>
                  </a:lnTo>
                  <a:lnTo>
                    <a:pt x="1262052" y="705699"/>
                  </a:lnTo>
                  <a:lnTo>
                    <a:pt x="1263624" y="706481"/>
                  </a:lnTo>
                  <a:lnTo>
                    <a:pt x="1264805" y="700466"/>
                  </a:lnTo>
                  <a:lnTo>
                    <a:pt x="1263821" y="699531"/>
                  </a:lnTo>
                  <a:lnTo>
                    <a:pt x="1262943" y="697413"/>
                  </a:lnTo>
                  <a:lnTo>
                    <a:pt x="1263466" y="695828"/>
                  </a:lnTo>
                  <a:lnTo>
                    <a:pt x="1266183" y="692870"/>
                  </a:lnTo>
                  <a:lnTo>
                    <a:pt x="1267879" y="692607"/>
                  </a:lnTo>
                  <a:lnTo>
                    <a:pt x="1269501" y="692841"/>
                  </a:lnTo>
                  <a:lnTo>
                    <a:pt x="1267742" y="696591"/>
                  </a:lnTo>
                  <a:lnTo>
                    <a:pt x="1267029" y="697357"/>
                  </a:lnTo>
                  <a:lnTo>
                    <a:pt x="1266479" y="697562"/>
                  </a:lnTo>
                  <a:lnTo>
                    <a:pt x="1265740" y="698241"/>
                  </a:lnTo>
                  <a:lnTo>
                    <a:pt x="1267319" y="700397"/>
                  </a:lnTo>
                  <a:lnTo>
                    <a:pt x="1269003" y="702085"/>
                  </a:lnTo>
                  <a:lnTo>
                    <a:pt x="1271443" y="702786"/>
                  </a:lnTo>
                  <a:lnTo>
                    <a:pt x="1270883" y="704069"/>
                  </a:lnTo>
                  <a:lnTo>
                    <a:pt x="1269257" y="705177"/>
                  </a:lnTo>
                  <a:lnTo>
                    <a:pt x="1267786" y="709868"/>
                  </a:lnTo>
                  <a:lnTo>
                    <a:pt x="1265446" y="712098"/>
                  </a:lnTo>
                  <a:lnTo>
                    <a:pt x="1264385" y="713646"/>
                  </a:lnTo>
                  <a:lnTo>
                    <a:pt x="1264756" y="714623"/>
                  </a:lnTo>
                  <a:lnTo>
                    <a:pt x="1265614" y="714835"/>
                  </a:lnTo>
                  <a:lnTo>
                    <a:pt x="1270331" y="714205"/>
                  </a:lnTo>
                  <a:lnTo>
                    <a:pt x="1272774" y="712926"/>
                  </a:lnTo>
                  <a:lnTo>
                    <a:pt x="1276255" y="709296"/>
                  </a:lnTo>
                  <a:lnTo>
                    <a:pt x="1277705" y="703893"/>
                  </a:lnTo>
                  <a:lnTo>
                    <a:pt x="1279024" y="702404"/>
                  </a:lnTo>
                  <a:lnTo>
                    <a:pt x="1279419" y="702398"/>
                  </a:lnTo>
                  <a:lnTo>
                    <a:pt x="1279883" y="702773"/>
                  </a:lnTo>
                  <a:lnTo>
                    <a:pt x="1279894" y="706566"/>
                  </a:lnTo>
                  <a:lnTo>
                    <a:pt x="1278028" y="710840"/>
                  </a:lnTo>
                  <a:lnTo>
                    <a:pt x="1276707" y="713255"/>
                  </a:lnTo>
                  <a:lnTo>
                    <a:pt x="1276218" y="715277"/>
                  </a:lnTo>
                  <a:lnTo>
                    <a:pt x="1277030" y="715310"/>
                  </a:lnTo>
                  <a:lnTo>
                    <a:pt x="1278531" y="714893"/>
                  </a:lnTo>
                  <a:lnTo>
                    <a:pt x="1279224" y="713918"/>
                  </a:lnTo>
                  <a:lnTo>
                    <a:pt x="1280948" y="708754"/>
                  </a:lnTo>
                  <a:lnTo>
                    <a:pt x="1281393" y="705062"/>
                  </a:lnTo>
                  <a:lnTo>
                    <a:pt x="1281649" y="699919"/>
                  </a:lnTo>
                  <a:lnTo>
                    <a:pt x="1281454" y="696849"/>
                  </a:lnTo>
                  <a:lnTo>
                    <a:pt x="1281583" y="694633"/>
                  </a:lnTo>
                  <a:lnTo>
                    <a:pt x="1280908" y="692397"/>
                  </a:lnTo>
                  <a:lnTo>
                    <a:pt x="1281350" y="691756"/>
                  </a:lnTo>
                  <a:lnTo>
                    <a:pt x="1286062" y="694776"/>
                  </a:lnTo>
                  <a:lnTo>
                    <a:pt x="1288532" y="695510"/>
                  </a:lnTo>
                  <a:lnTo>
                    <a:pt x="1292993" y="693023"/>
                  </a:lnTo>
                  <a:lnTo>
                    <a:pt x="1294007" y="693635"/>
                  </a:lnTo>
                  <a:lnTo>
                    <a:pt x="1294731" y="695145"/>
                  </a:lnTo>
                  <a:lnTo>
                    <a:pt x="1298417" y="699689"/>
                  </a:lnTo>
                  <a:lnTo>
                    <a:pt x="1299142" y="701182"/>
                  </a:lnTo>
                  <a:lnTo>
                    <a:pt x="1300354" y="706750"/>
                  </a:lnTo>
                  <a:lnTo>
                    <a:pt x="1304273" y="713137"/>
                  </a:lnTo>
                  <a:lnTo>
                    <a:pt x="1307933" y="716147"/>
                  </a:lnTo>
                  <a:lnTo>
                    <a:pt x="1308041" y="717339"/>
                  </a:lnTo>
                  <a:lnTo>
                    <a:pt x="1310373" y="720878"/>
                  </a:lnTo>
                  <a:lnTo>
                    <a:pt x="1312169" y="722110"/>
                  </a:lnTo>
                  <a:lnTo>
                    <a:pt x="1312495" y="725325"/>
                  </a:lnTo>
                  <a:lnTo>
                    <a:pt x="1311642" y="727887"/>
                  </a:lnTo>
                  <a:lnTo>
                    <a:pt x="1309954" y="730310"/>
                  </a:lnTo>
                  <a:lnTo>
                    <a:pt x="1306571" y="728057"/>
                  </a:lnTo>
                  <a:lnTo>
                    <a:pt x="1306023" y="728164"/>
                  </a:lnTo>
                  <a:lnTo>
                    <a:pt x="1306424" y="729584"/>
                  </a:lnTo>
                  <a:lnTo>
                    <a:pt x="1308867" y="733788"/>
                  </a:lnTo>
                  <a:lnTo>
                    <a:pt x="1310813" y="735485"/>
                  </a:lnTo>
                  <a:lnTo>
                    <a:pt x="1310928" y="741027"/>
                  </a:lnTo>
                  <a:lnTo>
                    <a:pt x="1310688" y="744054"/>
                  </a:lnTo>
                  <a:lnTo>
                    <a:pt x="1309392" y="747436"/>
                  </a:lnTo>
                  <a:lnTo>
                    <a:pt x="1309823" y="749424"/>
                  </a:lnTo>
                  <a:lnTo>
                    <a:pt x="1311662" y="752298"/>
                  </a:lnTo>
                  <a:lnTo>
                    <a:pt x="1312576" y="753386"/>
                  </a:lnTo>
                  <a:lnTo>
                    <a:pt x="1313453" y="755035"/>
                  </a:lnTo>
                  <a:lnTo>
                    <a:pt x="1312305" y="758619"/>
                  </a:lnTo>
                  <a:lnTo>
                    <a:pt x="1312091" y="762655"/>
                  </a:lnTo>
                  <a:lnTo>
                    <a:pt x="1310842" y="764427"/>
                  </a:lnTo>
                  <a:lnTo>
                    <a:pt x="1309357" y="768354"/>
                  </a:lnTo>
                  <a:lnTo>
                    <a:pt x="1307093" y="771541"/>
                  </a:lnTo>
                  <a:lnTo>
                    <a:pt x="1306010" y="777621"/>
                  </a:lnTo>
                  <a:lnTo>
                    <a:pt x="1304274" y="782996"/>
                  </a:lnTo>
                  <a:lnTo>
                    <a:pt x="1304079" y="788343"/>
                  </a:lnTo>
                  <a:lnTo>
                    <a:pt x="1303790" y="790250"/>
                  </a:lnTo>
                  <a:lnTo>
                    <a:pt x="1302355" y="795763"/>
                  </a:lnTo>
                  <a:lnTo>
                    <a:pt x="1301842" y="803275"/>
                  </a:lnTo>
                  <a:lnTo>
                    <a:pt x="1302522" y="815545"/>
                  </a:lnTo>
                  <a:lnTo>
                    <a:pt x="1302851" y="816256"/>
                  </a:lnTo>
                  <a:lnTo>
                    <a:pt x="1303547" y="816973"/>
                  </a:lnTo>
                  <a:lnTo>
                    <a:pt x="1303418" y="817821"/>
                  </a:lnTo>
                  <a:lnTo>
                    <a:pt x="1303087" y="818423"/>
                  </a:lnTo>
                  <a:lnTo>
                    <a:pt x="1301685" y="822024"/>
                  </a:lnTo>
                  <a:lnTo>
                    <a:pt x="1301706" y="824562"/>
                  </a:lnTo>
                  <a:lnTo>
                    <a:pt x="1302245" y="826451"/>
                  </a:lnTo>
                  <a:lnTo>
                    <a:pt x="1302312" y="831342"/>
                  </a:lnTo>
                  <a:lnTo>
                    <a:pt x="1301321" y="839162"/>
                  </a:lnTo>
                  <a:lnTo>
                    <a:pt x="1300953" y="840394"/>
                  </a:lnTo>
                  <a:lnTo>
                    <a:pt x="1300553" y="842432"/>
                  </a:lnTo>
                  <a:lnTo>
                    <a:pt x="1300372" y="844254"/>
                  </a:lnTo>
                  <a:lnTo>
                    <a:pt x="1300107" y="845411"/>
                  </a:lnTo>
                  <a:lnTo>
                    <a:pt x="1299916" y="847365"/>
                  </a:lnTo>
                  <a:lnTo>
                    <a:pt x="1300200" y="849110"/>
                  </a:lnTo>
                  <a:lnTo>
                    <a:pt x="1300714" y="850018"/>
                  </a:lnTo>
                  <a:lnTo>
                    <a:pt x="1298941" y="855669"/>
                  </a:lnTo>
                  <a:lnTo>
                    <a:pt x="1298324" y="863032"/>
                  </a:lnTo>
                  <a:lnTo>
                    <a:pt x="1297664" y="866017"/>
                  </a:lnTo>
                  <a:lnTo>
                    <a:pt x="1296342" y="868939"/>
                  </a:lnTo>
                  <a:lnTo>
                    <a:pt x="1293607" y="873171"/>
                  </a:lnTo>
                  <a:lnTo>
                    <a:pt x="1292635" y="875850"/>
                  </a:lnTo>
                  <a:lnTo>
                    <a:pt x="1290842" y="879237"/>
                  </a:lnTo>
                  <a:lnTo>
                    <a:pt x="1289141" y="881835"/>
                  </a:lnTo>
                  <a:lnTo>
                    <a:pt x="1286774" y="889296"/>
                  </a:lnTo>
                  <a:lnTo>
                    <a:pt x="1284868" y="896729"/>
                  </a:lnTo>
                  <a:lnTo>
                    <a:pt x="1280097" y="906364"/>
                  </a:lnTo>
                  <a:lnTo>
                    <a:pt x="1279440" y="908758"/>
                  </a:lnTo>
                  <a:lnTo>
                    <a:pt x="1279104" y="911311"/>
                  </a:lnTo>
                  <a:lnTo>
                    <a:pt x="1277853" y="915589"/>
                  </a:lnTo>
                  <a:lnTo>
                    <a:pt x="1277221" y="921547"/>
                  </a:lnTo>
                  <a:lnTo>
                    <a:pt x="1275763" y="923925"/>
                  </a:lnTo>
                  <a:lnTo>
                    <a:pt x="1274568" y="930196"/>
                  </a:lnTo>
                  <a:lnTo>
                    <a:pt x="1270687" y="939717"/>
                  </a:lnTo>
                  <a:lnTo>
                    <a:pt x="1269724" y="942972"/>
                  </a:lnTo>
                  <a:lnTo>
                    <a:pt x="1266729" y="948242"/>
                  </a:lnTo>
                  <a:lnTo>
                    <a:pt x="1263527" y="955526"/>
                  </a:lnTo>
                  <a:lnTo>
                    <a:pt x="1259575" y="962097"/>
                  </a:lnTo>
                  <a:lnTo>
                    <a:pt x="1258812" y="964789"/>
                  </a:lnTo>
                  <a:lnTo>
                    <a:pt x="1257280" y="967799"/>
                  </a:lnTo>
                  <a:lnTo>
                    <a:pt x="1255627" y="972410"/>
                  </a:lnTo>
                  <a:lnTo>
                    <a:pt x="1253219" y="976999"/>
                  </a:lnTo>
                  <a:lnTo>
                    <a:pt x="1252730" y="980096"/>
                  </a:lnTo>
                  <a:lnTo>
                    <a:pt x="1251965" y="982250"/>
                  </a:lnTo>
                  <a:lnTo>
                    <a:pt x="1250179" y="983706"/>
                  </a:lnTo>
                  <a:lnTo>
                    <a:pt x="1248885" y="985665"/>
                  </a:lnTo>
                  <a:lnTo>
                    <a:pt x="1244956" y="997545"/>
                  </a:lnTo>
                  <a:lnTo>
                    <a:pt x="1244448" y="999692"/>
                  </a:lnTo>
                  <a:lnTo>
                    <a:pt x="1244383" y="1001578"/>
                  </a:lnTo>
                  <a:lnTo>
                    <a:pt x="1241814" y="1006022"/>
                  </a:lnTo>
                  <a:lnTo>
                    <a:pt x="1240328" y="1010717"/>
                  </a:lnTo>
                  <a:lnTo>
                    <a:pt x="1237865" y="1013647"/>
                  </a:lnTo>
                  <a:lnTo>
                    <a:pt x="1235273" y="1017665"/>
                  </a:lnTo>
                  <a:lnTo>
                    <a:pt x="1229112" y="1025007"/>
                  </a:lnTo>
                  <a:lnTo>
                    <a:pt x="1227432" y="1027804"/>
                  </a:lnTo>
                  <a:lnTo>
                    <a:pt x="1223967" y="1031277"/>
                  </a:lnTo>
                  <a:lnTo>
                    <a:pt x="1222556" y="1031328"/>
                  </a:lnTo>
                  <a:lnTo>
                    <a:pt x="1219596" y="1033229"/>
                  </a:lnTo>
                  <a:lnTo>
                    <a:pt x="1217645" y="1035206"/>
                  </a:lnTo>
                  <a:lnTo>
                    <a:pt x="1216487" y="1034443"/>
                  </a:lnTo>
                  <a:lnTo>
                    <a:pt x="1215764" y="1031925"/>
                  </a:lnTo>
                  <a:lnTo>
                    <a:pt x="1214928" y="1032006"/>
                  </a:lnTo>
                  <a:lnTo>
                    <a:pt x="1214234" y="1032346"/>
                  </a:lnTo>
                  <a:lnTo>
                    <a:pt x="1212455" y="1029921"/>
                  </a:lnTo>
                  <a:lnTo>
                    <a:pt x="1210930" y="1030046"/>
                  </a:lnTo>
                  <a:lnTo>
                    <a:pt x="1209835" y="1028918"/>
                  </a:lnTo>
                  <a:lnTo>
                    <a:pt x="1207792" y="1029700"/>
                  </a:lnTo>
                  <a:lnTo>
                    <a:pt x="1208144" y="1019199"/>
                  </a:lnTo>
                  <a:lnTo>
                    <a:pt x="1207858" y="1016987"/>
                  </a:lnTo>
                  <a:lnTo>
                    <a:pt x="1206979" y="1019010"/>
                  </a:lnTo>
                  <a:lnTo>
                    <a:pt x="1204626" y="1022737"/>
                  </a:lnTo>
                  <a:lnTo>
                    <a:pt x="1203689" y="1023432"/>
                  </a:lnTo>
                  <a:lnTo>
                    <a:pt x="1202760" y="1023440"/>
                  </a:lnTo>
                  <a:lnTo>
                    <a:pt x="1203126" y="1021206"/>
                  </a:lnTo>
                  <a:lnTo>
                    <a:pt x="1204446" y="1017977"/>
                  </a:lnTo>
                  <a:lnTo>
                    <a:pt x="1204023" y="1017504"/>
                  </a:lnTo>
                  <a:lnTo>
                    <a:pt x="1203593" y="1017329"/>
                  </a:lnTo>
                  <a:lnTo>
                    <a:pt x="1201933" y="1018709"/>
                  </a:lnTo>
                  <a:lnTo>
                    <a:pt x="1201097" y="1020264"/>
                  </a:lnTo>
                  <a:lnTo>
                    <a:pt x="1198731" y="1026357"/>
                  </a:lnTo>
                  <a:lnTo>
                    <a:pt x="1197313" y="1031502"/>
                  </a:lnTo>
                  <a:lnTo>
                    <a:pt x="1196154" y="1032985"/>
                  </a:lnTo>
                  <a:lnTo>
                    <a:pt x="1195611" y="1035193"/>
                  </a:lnTo>
                  <a:lnTo>
                    <a:pt x="1194610" y="1037302"/>
                  </a:lnTo>
                  <a:lnTo>
                    <a:pt x="1193073" y="1036737"/>
                  </a:lnTo>
                  <a:lnTo>
                    <a:pt x="1192163" y="1037069"/>
                  </a:lnTo>
                  <a:lnTo>
                    <a:pt x="1189982" y="1035906"/>
                  </a:lnTo>
                  <a:lnTo>
                    <a:pt x="1189443" y="1036405"/>
                  </a:lnTo>
                  <a:lnTo>
                    <a:pt x="1190879" y="1040348"/>
                  </a:lnTo>
                  <a:lnTo>
                    <a:pt x="1189679" y="10461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3"/>
            <p:cNvSpPr/>
            <p:nvPr/>
          </p:nvSpPr>
          <p:spPr>
            <a:xfrm>
              <a:off x="4423542" y="1323648"/>
              <a:ext cx="14730" cy="3889"/>
            </a:xfrm>
            <a:custGeom>
              <a:avLst/>
              <a:pathLst>
                <a:path w="14730" h="3889">
                  <a:moveTo>
                    <a:pt x="14730" y="1728"/>
                  </a:moveTo>
                  <a:lnTo>
                    <a:pt x="13702" y="3156"/>
                  </a:lnTo>
                  <a:lnTo>
                    <a:pt x="12268" y="3889"/>
                  </a:lnTo>
                  <a:lnTo>
                    <a:pt x="10683" y="2683"/>
                  </a:lnTo>
                  <a:lnTo>
                    <a:pt x="6745" y="2770"/>
                  </a:lnTo>
                  <a:lnTo>
                    <a:pt x="0" y="1464"/>
                  </a:lnTo>
                  <a:lnTo>
                    <a:pt x="1930" y="644"/>
                  </a:lnTo>
                  <a:lnTo>
                    <a:pt x="12575" y="0"/>
                  </a:lnTo>
                  <a:lnTo>
                    <a:pt x="13323" y="1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4"/>
            <p:cNvSpPr/>
            <p:nvPr/>
          </p:nvSpPr>
          <p:spPr>
            <a:xfrm>
              <a:off x="4419032" y="1319197"/>
              <a:ext cx="8009" cy="4178"/>
            </a:xfrm>
            <a:custGeom>
              <a:avLst/>
              <a:pathLst>
                <a:path w="8009" h="4178">
                  <a:moveTo>
                    <a:pt x="2839" y="3954"/>
                  </a:moveTo>
                  <a:lnTo>
                    <a:pt x="1466" y="4178"/>
                  </a:lnTo>
                  <a:lnTo>
                    <a:pt x="0" y="3543"/>
                  </a:lnTo>
                  <a:lnTo>
                    <a:pt x="400" y="2227"/>
                  </a:lnTo>
                  <a:lnTo>
                    <a:pt x="3762" y="1992"/>
                  </a:lnTo>
                  <a:lnTo>
                    <a:pt x="4985" y="0"/>
                  </a:lnTo>
                  <a:lnTo>
                    <a:pt x="7098" y="112"/>
                  </a:lnTo>
                  <a:lnTo>
                    <a:pt x="7682" y="690"/>
                  </a:lnTo>
                  <a:lnTo>
                    <a:pt x="8009" y="1354"/>
                  </a:lnTo>
                  <a:lnTo>
                    <a:pt x="8001" y="2217"/>
                  </a:lnTo>
                  <a:lnTo>
                    <a:pt x="7543" y="2217"/>
                  </a:lnTo>
                  <a:lnTo>
                    <a:pt x="5536" y="2315"/>
                  </a:lnTo>
                  <a:lnTo>
                    <a:pt x="5165" y="28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5"/>
            <p:cNvSpPr/>
            <p:nvPr/>
          </p:nvSpPr>
          <p:spPr>
            <a:xfrm>
              <a:off x="4341508" y="1286895"/>
              <a:ext cx="69687" cy="43625"/>
            </a:xfrm>
            <a:custGeom>
              <a:avLst/>
              <a:pathLst>
                <a:path w="69687" h="43625">
                  <a:moveTo>
                    <a:pt x="41402" y="5296"/>
                  </a:moveTo>
                  <a:lnTo>
                    <a:pt x="40280" y="7587"/>
                  </a:lnTo>
                  <a:lnTo>
                    <a:pt x="39802" y="9666"/>
                  </a:lnTo>
                  <a:lnTo>
                    <a:pt x="36374" y="16445"/>
                  </a:lnTo>
                  <a:lnTo>
                    <a:pt x="35964" y="17663"/>
                  </a:lnTo>
                  <a:lnTo>
                    <a:pt x="37978" y="16603"/>
                  </a:lnTo>
                  <a:lnTo>
                    <a:pt x="39824" y="14291"/>
                  </a:lnTo>
                  <a:lnTo>
                    <a:pt x="40942" y="12376"/>
                  </a:lnTo>
                  <a:lnTo>
                    <a:pt x="42157" y="11153"/>
                  </a:lnTo>
                  <a:lnTo>
                    <a:pt x="43599" y="11131"/>
                  </a:lnTo>
                  <a:lnTo>
                    <a:pt x="45019" y="10694"/>
                  </a:lnTo>
                  <a:lnTo>
                    <a:pt x="47715" y="9074"/>
                  </a:lnTo>
                  <a:lnTo>
                    <a:pt x="50471" y="8368"/>
                  </a:lnTo>
                  <a:lnTo>
                    <a:pt x="51943" y="8390"/>
                  </a:lnTo>
                  <a:lnTo>
                    <a:pt x="53380" y="9159"/>
                  </a:lnTo>
                  <a:lnTo>
                    <a:pt x="54282" y="10952"/>
                  </a:lnTo>
                  <a:lnTo>
                    <a:pt x="55284" y="12411"/>
                  </a:lnTo>
                  <a:lnTo>
                    <a:pt x="58887" y="13477"/>
                  </a:lnTo>
                  <a:lnTo>
                    <a:pt x="59405" y="13867"/>
                  </a:lnTo>
                  <a:lnTo>
                    <a:pt x="59725" y="15066"/>
                  </a:lnTo>
                  <a:lnTo>
                    <a:pt x="59438" y="16345"/>
                  </a:lnTo>
                  <a:lnTo>
                    <a:pt x="61523" y="17671"/>
                  </a:lnTo>
                  <a:lnTo>
                    <a:pt x="64375" y="17088"/>
                  </a:lnTo>
                  <a:lnTo>
                    <a:pt x="65912" y="17430"/>
                  </a:lnTo>
                  <a:lnTo>
                    <a:pt x="67424" y="18153"/>
                  </a:lnTo>
                  <a:lnTo>
                    <a:pt x="68098" y="19303"/>
                  </a:lnTo>
                  <a:lnTo>
                    <a:pt x="68691" y="20690"/>
                  </a:lnTo>
                  <a:lnTo>
                    <a:pt x="69313" y="22665"/>
                  </a:lnTo>
                  <a:lnTo>
                    <a:pt x="69687" y="24799"/>
                  </a:lnTo>
                  <a:lnTo>
                    <a:pt x="69341" y="27578"/>
                  </a:lnTo>
                  <a:lnTo>
                    <a:pt x="63818" y="31926"/>
                  </a:lnTo>
                  <a:lnTo>
                    <a:pt x="62772" y="32310"/>
                  </a:lnTo>
                  <a:lnTo>
                    <a:pt x="60213" y="32030"/>
                  </a:lnTo>
                  <a:lnTo>
                    <a:pt x="57659" y="32449"/>
                  </a:lnTo>
                  <a:lnTo>
                    <a:pt x="51006" y="34718"/>
                  </a:lnTo>
                  <a:lnTo>
                    <a:pt x="42764" y="34789"/>
                  </a:lnTo>
                  <a:lnTo>
                    <a:pt x="40388" y="36797"/>
                  </a:lnTo>
                  <a:lnTo>
                    <a:pt x="39671" y="36738"/>
                  </a:lnTo>
                  <a:lnTo>
                    <a:pt x="38966" y="36389"/>
                  </a:lnTo>
                  <a:lnTo>
                    <a:pt x="38322" y="35712"/>
                  </a:lnTo>
                  <a:lnTo>
                    <a:pt x="33297" y="36282"/>
                  </a:lnTo>
                  <a:lnTo>
                    <a:pt x="27680" y="36607"/>
                  </a:lnTo>
                  <a:lnTo>
                    <a:pt x="22060" y="36677"/>
                  </a:lnTo>
                  <a:lnTo>
                    <a:pt x="20171" y="38125"/>
                  </a:lnTo>
                  <a:lnTo>
                    <a:pt x="14432" y="40945"/>
                  </a:lnTo>
                  <a:lnTo>
                    <a:pt x="9150" y="43088"/>
                  </a:lnTo>
                  <a:lnTo>
                    <a:pt x="6420" y="43625"/>
                  </a:lnTo>
                  <a:lnTo>
                    <a:pt x="2453" y="43056"/>
                  </a:lnTo>
                  <a:lnTo>
                    <a:pt x="1203" y="42329"/>
                  </a:lnTo>
                  <a:lnTo>
                    <a:pt x="0" y="41224"/>
                  </a:lnTo>
                  <a:lnTo>
                    <a:pt x="1744" y="39869"/>
                  </a:lnTo>
                  <a:lnTo>
                    <a:pt x="2974" y="37073"/>
                  </a:lnTo>
                  <a:lnTo>
                    <a:pt x="4497" y="35450"/>
                  </a:lnTo>
                  <a:lnTo>
                    <a:pt x="8421" y="32335"/>
                  </a:lnTo>
                  <a:lnTo>
                    <a:pt x="8865" y="31110"/>
                  </a:lnTo>
                  <a:lnTo>
                    <a:pt x="9625" y="28448"/>
                  </a:lnTo>
                  <a:lnTo>
                    <a:pt x="10079" y="27458"/>
                  </a:lnTo>
                  <a:lnTo>
                    <a:pt x="10678" y="26517"/>
                  </a:lnTo>
                  <a:lnTo>
                    <a:pt x="11164" y="25393"/>
                  </a:lnTo>
                  <a:lnTo>
                    <a:pt x="11227" y="23689"/>
                  </a:lnTo>
                  <a:lnTo>
                    <a:pt x="11472" y="22280"/>
                  </a:lnTo>
                  <a:lnTo>
                    <a:pt x="12996" y="20094"/>
                  </a:lnTo>
                  <a:lnTo>
                    <a:pt x="14137" y="19071"/>
                  </a:lnTo>
                  <a:lnTo>
                    <a:pt x="15334" y="18786"/>
                  </a:lnTo>
                  <a:lnTo>
                    <a:pt x="18280" y="19195"/>
                  </a:lnTo>
                  <a:lnTo>
                    <a:pt x="19202" y="19050"/>
                  </a:lnTo>
                  <a:lnTo>
                    <a:pt x="18537" y="18342"/>
                  </a:lnTo>
                  <a:lnTo>
                    <a:pt x="18057" y="15821"/>
                  </a:lnTo>
                  <a:lnTo>
                    <a:pt x="18153" y="14992"/>
                  </a:lnTo>
                  <a:lnTo>
                    <a:pt x="18576" y="13389"/>
                  </a:lnTo>
                  <a:lnTo>
                    <a:pt x="19314" y="12607"/>
                  </a:lnTo>
                  <a:lnTo>
                    <a:pt x="20067" y="12112"/>
                  </a:lnTo>
                  <a:lnTo>
                    <a:pt x="20496" y="9957"/>
                  </a:lnTo>
                  <a:lnTo>
                    <a:pt x="20313" y="9159"/>
                  </a:lnTo>
                  <a:lnTo>
                    <a:pt x="21424" y="8165"/>
                  </a:lnTo>
                  <a:lnTo>
                    <a:pt x="21968" y="6759"/>
                  </a:lnTo>
                  <a:lnTo>
                    <a:pt x="23284" y="5927"/>
                  </a:lnTo>
                  <a:lnTo>
                    <a:pt x="25961" y="5282"/>
                  </a:lnTo>
                  <a:lnTo>
                    <a:pt x="26102" y="3562"/>
                  </a:lnTo>
                  <a:lnTo>
                    <a:pt x="26509" y="2445"/>
                  </a:lnTo>
                  <a:lnTo>
                    <a:pt x="27115" y="2122"/>
                  </a:lnTo>
                  <a:lnTo>
                    <a:pt x="28473" y="1809"/>
                  </a:lnTo>
                  <a:lnTo>
                    <a:pt x="29197" y="1861"/>
                  </a:lnTo>
                  <a:lnTo>
                    <a:pt x="30208" y="3592"/>
                  </a:lnTo>
                  <a:lnTo>
                    <a:pt x="31280" y="5009"/>
                  </a:lnTo>
                  <a:lnTo>
                    <a:pt x="32699" y="5340"/>
                  </a:lnTo>
                  <a:lnTo>
                    <a:pt x="34111" y="5234"/>
                  </a:lnTo>
                  <a:lnTo>
                    <a:pt x="33259" y="3563"/>
                  </a:lnTo>
                  <a:lnTo>
                    <a:pt x="33299" y="1767"/>
                  </a:lnTo>
                  <a:lnTo>
                    <a:pt x="33810" y="598"/>
                  </a:lnTo>
                  <a:lnTo>
                    <a:pt x="34470" y="92"/>
                  </a:lnTo>
                  <a:lnTo>
                    <a:pt x="35879" y="0"/>
                  </a:lnTo>
                  <a:lnTo>
                    <a:pt x="40309" y="1213"/>
                  </a:lnTo>
                  <a:lnTo>
                    <a:pt x="43206" y="3004"/>
                  </a:lnTo>
                  <a:lnTo>
                    <a:pt x="43855" y="3961"/>
                  </a:lnTo>
                  <a:lnTo>
                    <a:pt x="43331" y="4452"/>
                  </a:lnTo>
                  <a:lnTo>
                    <a:pt x="42033" y="47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6"/>
            <p:cNvSpPr/>
            <p:nvPr/>
          </p:nvSpPr>
          <p:spPr>
            <a:xfrm>
              <a:off x="4074112" y="1280061"/>
              <a:ext cx="17692" cy="5169"/>
            </a:xfrm>
            <a:custGeom>
              <a:avLst/>
              <a:pathLst>
                <a:path w="17692" h="5169">
                  <a:moveTo>
                    <a:pt x="2271" y="395"/>
                  </a:moveTo>
                  <a:lnTo>
                    <a:pt x="3694" y="1454"/>
                  </a:lnTo>
                  <a:lnTo>
                    <a:pt x="4785" y="629"/>
                  </a:lnTo>
                  <a:lnTo>
                    <a:pt x="15059" y="3180"/>
                  </a:lnTo>
                  <a:lnTo>
                    <a:pt x="17236" y="4137"/>
                  </a:lnTo>
                  <a:lnTo>
                    <a:pt x="17692" y="4803"/>
                  </a:lnTo>
                  <a:lnTo>
                    <a:pt x="8729" y="5169"/>
                  </a:lnTo>
                  <a:lnTo>
                    <a:pt x="6881" y="5054"/>
                  </a:lnTo>
                  <a:lnTo>
                    <a:pt x="6731" y="3546"/>
                  </a:lnTo>
                  <a:lnTo>
                    <a:pt x="4672" y="3516"/>
                  </a:lnTo>
                  <a:lnTo>
                    <a:pt x="1175" y="2532"/>
                  </a:lnTo>
                  <a:lnTo>
                    <a:pt x="233" y="1147"/>
                  </a:lnTo>
                  <a:lnTo>
                    <a:pt x="0" y="582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7"/>
            <p:cNvSpPr/>
            <p:nvPr/>
          </p:nvSpPr>
          <p:spPr>
            <a:xfrm>
              <a:off x="4348739" y="1278981"/>
              <a:ext cx="4429" cy="2937"/>
            </a:xfrm>
            <a:custGeom>
              <a:avLst/>
              <a:pathLst>
                <a:path w="4429" h="2937">
                  <a:moveTo>
                    <a:pt x="2537" y="2565"/>
                  </a:moveTo>
                  <a:lnTo>
                    <a:pt x="0" y="2937"/>
                  </a:lnTo>
                  <a:lnTo>
                    <a:pt x="309" y="874"/>
                  </a:lnTo>
                  <a:lnTo>
                    <a:pt x="464" y="316"/>
                  </a:lnTo>
                  <a:lnTo>
                    <a:pt x="1759" y="0"/>
                  </a:lnTo>
                  <a:lnTo>
                    <a:pt x="2601" y="512"/>
                  </a:lnTo>
                  <a:lnTo>
                    <a:pt x="4429" y="9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8"/>
            <p:cNvSpPr/>
            <p:nvPr/>
          </p:nvSpPr>
          <p:spPr>
            <a:xfrm>
              <a:off x="4246949" y="1268601"/>
              <a:ext cx="31449" cy="11134"/>
            </a:xfrm>
            <a:custGeom>
              <a:avLst/>
              <a:pathLst>
                <a:path w="31449" h="11134">
                  <a:moveTo>
                    <a:pt x="18564" y="10847"/>
                  </a:moveTo>
                  <a:lnTo>
                    <a:pt x="15769" y="11134"/>
                  </a:lnTo>
                  <a:lnTo>
                    <a:pt x="12467" y="10863"/>
                  </a:lnTo>
                  <a:lnTo>
                    <a:pt x="7057" y="7733"/>
                  </a:lnTo>
                  <a:lnTo>
                    <a:pt x="3521" y="6406"/>
                  </a:lnTo>
                  <a:lnTo>
                    <a:pt x="641" y="4354"/>
                  </a:lnTo>
                  <a:lnTo>
                    <a:pt x="0" y="2092"/>
                  </a:lnTo>
                  <a:lnTo>
                    <a:pt x="1829" y="637"/>
                  </a:lnTo>
                  <a:lnTo>
                    <a:pt x="4092" y="91"/>
                  </a:lnTo>
                  <a:lnTo>
                    <a:pt x="7844" y="0"/>
                  </a:lnTo>
                  <a:lnTo>
                    <a:pt x="12694" y="202"/>
                  </a:lnTo>
                  <a:lnTo>
                    <a:pt x="17520" y="1647"/>
                  </a:lnTo>
                  <a:lnTo>
                    <a:pt x="27748" y="3285"/>
                  </a:lnTo>
                  <a:lnTo>
                    <a:pt x="31449" y="4366"/>
                  </a:lnTo>
                  <a:lnTo>
                    <a:pt x="29152" y="6960"/>
                  </a:lnTo>
                  <a:lnTo>
                    <a:pt x="26603" y="7931"/>
                  </a:lnTo>
                  <a:lnTo>
                    <a:pt x="23991" y="9299"/>
                  </a:lnTo>
                  <a:lnTo>
                    <a:pt x="21358" y="102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19"/>
            <p:cNvSpPr/>
            <p:nvPr/>
          </p:nvSpPr>
          <p:spPr>
            <a:xfrm>
              <a:off x="3775361" y="1267362"/>
              <a:ext cx="15464" cy="5133"/>
            </a:xfrm>
            <a:custGeom>
              <a:avLst/>
              <a:pathLst>
                <a:path w="15464" h="5133">
                  <a:moveTo>
                    <a:pt x="15166" y="4432"/>
                  </a:moveTo>
                  <a:lnTo>
                    <a:pt x="15464" y="4795"/>
                  </a:lnTo>
                  <a:lnTo>
                    <a:pt x="15419" y="5133"/>
                  </a:lnTo>
                  <a:lnTo>
                    <a:pt x="11333" y="4794"/>
                  </a:lnTo>
                  <a:lnTo>
                    <a:pt x="4173" y="5018"/>
                  </a:lnTo>
                  <a:lnTo>
                    <a:pt x="0" y="3358"/>
                  </a:lnTo>
                  <a:lnTo>
                    <a:pt x="4387" y="1737"/>
                  </a:lnTo>
                  <a:lnTo>
                    <a:pt x="6725" y="1350"/>
                  </a:lnTo>
                  <a:lnTo>
                    <a:pt x="9723" y="0"/>
                  </a:lnTo>
                  <a:lnTo>
                    <a:pt x="13383" y="1347"/>
                  </a:lnTo>
                  <a:lnTo>
                    <a:pt x="13193" y="2478"/>
                  </a:lnTo>
                  <a:lnTo>
                    <a:pt x="13250" y="3042"/>
                  </a:lnTo>
                  <a:lnTo>
                    <a:pt x="14218" y="36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0"/>
            <p:cNvSpPr/>
            <p:nvPr/>
          </p:nvSpPr>
          <p:spPr>
            <a:xfrm>
              <a:off x="3876952" y="1266634"/>
              <a:ext cx="11413" cy="5785"/>
            </a:xfrm>
            <a:custGeom>
              <a:avLst/>
              <a:pathLst>
                <a:path w="11413" h="5785">
                  <a:moveTo>
                    <a:pt x="8856" y="4817"/>
                  </a:moveTo>
                  <a:lnTo>
                    <a:pt x="4734" y="5785"/>
                  </a:lnTo>
                  <a:lnTo>
                    <a:pt x="3261" y="5492"/>
                  </a:lnTo>
                  <a:lnTo>
                    <a:pt x="2877" y="5039"/>
                  </a:lnTo>
                  <a:lnTo>
                    <a:pt x="2084" y="4571"/>
                  </a:lnTo>
                  <a:lnTo>
                    <a:pt x="0" y="3966"/>
                  </a:lnTo>
                  <a:lnTo>
                    <a:pt x="309" y="2261"/>
                  </a:lnTo>
                  <a:lnTo>
                    <a:pt x="946" y="1918"/>
                  </a:lnTo>
                  <a:lnTo>
                    <a:pt x="7195" y="0"/>
                  </a:lnTo>
                  <a:lnTo>
                    <a:pt x="10154" y="1069"/>
                  </a:lnTo>
                  <a:lnTo>
                    <a:pt x="11413" y="36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1"/>
            <p:cNvSpPr/>
            <p:nvPr/>
          </p:nvSpPr>
          <p:spPr>
            <a:xfrm>
              <a:off x="4269970" y="1265174"/>
              <a:ext cx="80446" cy="40791"/>
            </a:xfrm>
            <a:custGeom>
              <a:avLst/>
              <a:pathLst>
                <a:path w="80446" h="40791">
                  <a:moveTo>
                    <a:pt x="52979" y="295"/>
                  </a:moveTo>
                  <a:lnTo>
                    <a:pt x="55616" y="2164"/>
                  </a:lnTo>
                  <a:lnTo>
                    <a:pt x="56930" y="4296"/>
                  </a:lnTo>
                  <a:lnTo>
                    <a:pt x="55652" y="4860"/>
                  </a:lnTo>
                  <a:lnTo>
                    <a:pt x="54515" y="6263"/>
                  </a:lnTo>
                  <a:lnTo>
                    <a:pt x="53963" y="8049"/>
                  </a:lnTo>
                  <a:lnTo>
                    <a:pt x="52432" y="9391"/>
                  </a:lnTo>
                  <a:lnTo>
                    <a:pt x="52022" y="11621"/>
                  </a:lnTo>
                  <a:lnTo>
                    <a:pt x="52716" y="12044"/>
                  </a:lnTo>
                  <a:lnTo>
                    <a:pt x="53555" y="11431"/>
                  </a:lnTo>
                  <a:lnTo>
                    <a:pt x="55237" y="9326"/>
                  </a:lnTo>
                  <a:lnTo>
                    <a:pt x="57468" y="7894"/>
                  </a:lnTo>
                  <a:lnTo>
                    <a:pt x="59869" y="8691"/>
                  </a:lnTo>
                  <a:lnTo>
                    <a:pt x="60789" y="8389"/>
                  </a:lnTo>
                  <a:lnTo>
                    <a:pt x="62468" y="6356"/>
                  </a:lnTo>
                  <a:lnTo>
                    <a:pt x="62155" y="4702"/>
                  </a:lnTo>
                  <a:lnTo>
                    <a:pt x="62845" y="3683"/>
                  </a:lnTo>
                  <a:lnTo>
                    <a:pt x="63589" y="3429"/>
                  </a:lnTo>
                  <a:lnTo>
                    <a:pt x="66690" y="3630"/>
                  </a:lnTo>
                  <a:lnTo>
                    <a:pt x="71627" y="4488"/>
                  </a:lnTo>
                  <a:lnTo>
                    <a:pt x="72499" y="5374"/>
                  </a:lnTo>
                  <a:lnTo>
                    <a:pt x="73677" y="5853"/>
                  </a:lnTo>
                  <a:lnTo>
                    <a:pt x="74403" y="6706"/>
                  </a:lnTo>
                  <a:lnTo>
                    <a:pt x="76594" y="7338"/>
                  </a:lnTo>
                  <a:lnTo>
                    <a:pt x="77651" y="7980"/>
                  </a:lnTo>
                  <a:lnTo>
                    <a:pt x="79126" y="9434"/>
                  </a:lnTo>
                  <a:lnTo>
                    <a:pt x="80446" y="11558"/>
                  </a:lnTo>
                  <a:lnTo>
                    <a:pt x="78772" y="12703"/>
                  </a:lnTo>
                  <a:lnTo>
                    <a:pt x="77891" y="14754"/>
                  </a:lnTo>
                  <a:lnTo>
                    <a:pt x="77503" y="15223"/>
                  </a:lnTo>
                  <a:lnTo>
                    <a:pt x="77228" y="15956"/>
                  </a:lnTo>
                  <a:lnTo>
                    <a:pt x="77107" y="17745"/>
                  </a:lnTo>
                  <a:lnTo>
                    <a:pt x="76851" y="19297"/>
                  </a:lnTo>
                  <a:lnTo>
                    <a:pt x="76533" y="19987"/>
                  </a:lnTo>
                  <a:lnTo>
                    <a:pt x="76361" y="20825"/>
                  </a:lnTo>
                  <a:lnTo>
                    <a:pt x="76537" y="23141"/>
                  </a:lnTo>
                  <a:lnTo>
                    <a:pt x="76066" y="24966"/>
                  </a:lnTo>
                  <a:lnTo>
                    <a:pt x="74416" y="26348"/>
                  </a:lnTo>
                  <a:lnTo>
                    <a:pt x="72696" y="26402"/>
                  </a:lnTo>
                  <a:lnTo>
                    <a:pt x="70156" y="25470"/>
                  </a:lnTo>
                  <a:lnTo>
                    <a:pt x="69434" y="25497"/>
                  </a:lnTo>
                  <a:lnTo>
                    <a:pt x="68714" y="25862"/>
                  </a:lnTo>
                  <a:lnTo>
                    <a:pt x="71886" y="27807"/>
                  </a:lnTo>
                  <a:lnTo>
                    <a:pt x="74186" y="30674"/>
                  </a:lnTo>
                  <a:lnTo>
                    <a:pt x="76873" y="31339"/>
                  </a:lnTo>
                  <a:lnTo>
                    <a:pt x="77608" y="31688"/>
                  </a:lnTo>
                  <a:lnTo>
                    <a:pt x="78586" y="34332"/>
                  </a:lnTo>
                  <a:lnTo>
                    <a:pt x="78927" y="35660"/>
                  </a:lnTo>
                  <a:lnTo>
                    <a:pt x="74457" y="38872"/>
                  </a:lnTo>
                  <a:lnTo>
                    <a:pt x="73291" y="39419"/>
                  </a:lnTo>
                  <a:lnTo>
                    <a:pt x="66156" y="39891"/>
                  </a:lnTo>
                  <a:lnTo>
                    <a:pt x="61456" y="40791"/>
                  </a:lnTo>
                  <a:lnTo>
                    <a:pt x="59976" y="40577"/>
                  </a:lnTo>
                  <a:lnTo>
                    <a:pt x="57349" y="39810"/>
                  </a:lnTo>
                  <a:lnTo>
                    <a:pt x="55634" y="40129"/>
                  </a:lnTo>
                  <a:lnTo>
                    <a:pt x="53141" y="39622"/>
                  </a:lnTo>
                  <a:lnTo>
                    <a:pt x="51609" y="39645"/>
                  </a:lnTo>
                  <a:lnTo>
                    <a:pt x="48073" y="38420"/>
                  </a:lnTo>
                  <a:lnTo>
                    <a:pt x="44445" y="36473"/>
                  </a:lnTo>
                  <a:lnTo>
                    <a:pt x="43735" y="35590"/>
                  </a:lnTo>
                  <a:lnTo>
                    <a:pt x="43005" y="34965"/>
                  </a:lnTo>
                  <a:lnTo>
                    <a:pt x="38657" y="34431"/>
                  </a:lnTo>
                  <a:lnTo>
                    <a:pt x="37706" y="34052"/>
                  </a:lnTo>
                  <a:lnTo>
                    <a:pt x="31367" y="34478"/>
                  </a:lnTo>
                  <a:lnTo>
                    <a:pt x="30289" y="34166"/>
                  </a:lnTo>
                  <a:lnTo>
                    <a:pt x="28312" y="31622"/>
                  </a:lnTo>
                  <a:lnTo>
                    <a:pt x="27229" y="31586"/>
                  </a:lnTo>
                  <a:lnTo>
                    <a:pt x="23734" y="33054"/>
                  </a:lnTo>
                  <a:lnTo>
                    <a:pt x="22436" y="32964"/>
                  </a:lnTo>
                  <a:lnTo>
                    <a:pt x="19796" y="31961"/>
                  </a:lnTo>
                  <a:lnTo>
                    <a:pt x="18200" y="30753"/>
                  </a:lnTo>
                  <a:lnTo>
                    <a:pt x="17962" y="30358"/>
                  </a:lnTo>
                  <a:lnTo>
                    <a:pt x="17825" y="28836"/>
                  </a:lnTo>
                  <a:lnTo>
                    <a:pt x="16241" y="28061"/>
                  </a:lnTo>
                  <a:lnTo>
                    <a:pt x="14304" y="25434"/>
                  </a:lnTo>
                  <a:lnTo>
                    <a:pt x="13210" y="22632"/>
                  </a:lnTo>
                  <a:lnTo>
                    <a:pt x="7915" y="21182"/>
                  </a:lnTo>
                  <a:lnTo>
                    <a:pt x="4694" y="20847"/>
                  </a:lnTo>
                  <a:lnTo>
                    <a:pt x="2318" y="20975"/>
                  </a:lnTo>
                  <a:lnTo>
                    <a:pt x="0" y="19884"/>
                  </a:lnTo>
                  <a:lnTo>
                    <a:pt x="3842" y="15857"/>
                  </a:lnTo>
                  <a:lnTo>
                    <a:pt x="8935" y="13787"/>
                  </a:lnTo>
                  <a:lnTo>
                    <a:pt x="11132" y="12181"/>
                  </a:lnTo>
                  <a:lnTo>
                    <a:pt x="13652" y="10003"/>
                  </a:lnTo>
                  <a:lnTo>
                    <a:pt x="14689" y="6687"/>
                  </a:lnTo>
                  <a:lnTo>
                    <a:pt x="18972" y="4640"/>
                  </a:lnTo>
                  <a:lnTo>
                    <a:pt x="20072" y="3943"/>
                  </a:lnTo>
                  <a:lnTo>
                    <a:pt x="21588" y="2334"/>
                  </a:lnTo>
                  <a:lnTo>
                    <a:pt x="22055" y="2110"/>
                  </a:lnTo>
                  <a:lnTo>
                    <a:pt x="25439" y="4070"/>
                  </a:lnTo>
                  <a:lnTo>
                    <a:pt x="26090" y="3726"/>
                  </a:lnTo>
                  <a:lnTo>
                    <a:pt x="26697" y="2820"/>
                  </a:lnTo>
                  <a:lnTo>
                    <a:pt x="27927" y="1851"/>
                  </a:lnTo>
                  <a:lnTo>
                    <a:pt x="32073" y="1721"/>
                  </a:lnTo>
                  <a:lnTo>
                    <a:pt x="35579" y="2110"/>
                  </a:lnTo>
                  <a:lnTo>
                    <a:pt x="36901" y="1719"/>
                  </a:lnTo>
                  <a:lnTo>
                    <a:pt x="38503" y="1888"/>
                  </a:lnTo>
                  <a:lnTo>
                    <a:pt x="46604" y="449"/>
                  </a:lnTo>
                  <a:lnTo>
                    <a:pt x="5197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2"/>
            <p:cNvSpPr/>
            <p:nvPr/>
          </p:nvSpPr>
          <p:spPr>
            <a:xfrm>
              <a:off x="3769200" y="1263343"/>
              <a:ext cx="8781" cy="5007"/>
            </a:xfrm>
            <a:custGeom>
              <a:avLst/>
              <a:pathLst>
                <a:path w="8781" h="5007">
                  <a:moveTo>
                    <a:pt x="5704" y="4606"/>
                  </a:moveTo>
                  <a:lnTo>
                    <a:pt x="4774" y="5007"/>
                  </a:lnTo>
                  <a:lnTo>
                    <a:pt x="370" y="2780"/>
                  </a:lnTo>
                  <a:lnTo>
                    <a:pt x="0" y="2106"/>
                  </a:lnTo>
                  <a:lnTo>
                    <a:pt x="3770" y="0"/>
                  </a:lnTo>
                  <a:lnTo>
                    <a:pt x="7997" y="317"/>
                  </a:lnTo>
                  <a:lnTo>
                    <a:pt x="8676" y="1317"/>
                  </a:lnTo>
                  <a:lnTo>
                    <a:pt x="8781" y="1709"/>
                  </a:lnTo>
                  <a:lnTo>
                    <a:pt x="5940" y="35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3"/>
            <p:cNvSpPr/>
            <p:nvPr/>
          </p:nvSpPr>
          <p:spPr>
            <a:xfrm>
              <a:off x="3831615" y="1260531"/>
              <a:ext cx="5754" cy="2912"/>
            </a:xfrm>
            <a:custGeom>
              <a:avLst/>
              <a:pathLst>
                <a:path w="5754" h="2912">
                  <a:moveTo>
                    <a:pt x="5754" y="1523"/>
                  </a:moveTo>
                  <a:lnTo>
                    <a:pt x="2479" y="2912"/>
                  </a:lnTo>
                  <a:lnTo>
                    <a:pt x="791" y="2866"/>
                  </a:lnTo>
                  <a:lnTo>
                    <a:pt x="0" y="2037"/>
                  </a:lnTo>
                  <a:lnTo>
                    <a:pt x="1287" y="881"/>
                  </a:lnTo>
                  <a:lnTo>
                    <a:pt x="2996" y="0"/>
                  </a:lnTo>
                  <a:lnTo>
                    <a:pt x="4298" y="227"/>
                  </a:lnTo>
                  <a:lnTo>
                    <a:pt x="5237" y="6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4"/>
            <p:cNvSpPr/>
            <p:nvPr/>
          </p:nvSpPr>
          <p:spPr>
            <a:xfrm>
              <a:off x="3840181" y="1259327"/>
              <a:ext cx="16095" cy="8707"/>
            </a:xfrm>
            <a:custGeom>
              <a:avLst/>
              <a:pathLst>
                <a:path w="16095" h="8707">
                  <a:moveTo>
                    <a:pt x="15589" y="450"/>
                  </a:moveTo>
                  <a:lnTo>
                    <a:pt x="16095" y="1452"/>
                  </a:lnTo>
                  <a:lnTo>
                    <a:pt x="16052" y="5088"/>
                  </a:lnTo>
                  <a:lnTo>
                    <a:pt x="15521" y="6700"/>
                  </a:lnTo>
                  <a:lnTo>
                    <a:pt x="15606" y="8022"/>
                  </a:lnTo>
                  <a:lnTo>
                    <a:pt x="14533" y="8707"/>
                  </a:lnTo>
                  <a:lnTo>
                    <a:pt x="5484" y="8560"/>
                  </a:lnTo>
                  <a:lnTo>
                    <a:pt x="1008" y="8244"/>
                  </a:lnTo>
                  <a:lnTo>
                    <a:pt x="0" y="7724"/>
                  </a:lnTo>
                  <a:lnTo>
                    <a:pt x="2511" y="5995"/>
                  </a:lnTo>
                  <a:lnTo>
                    <a:pt x="3316" y="4794"/>
                  </a:lnTo>
                  <a:lnTo>
                    <a:pt x="3059" y="1362"/>
                  </a:lnTo>
                  <a:lnTo>
                    <a:pt x="3456" y="734"/>
                  </a:lnTo>
                  <a:lnTo>
                    <a:pt x="10714" y="1059"/>
                  </a:lnTo>
                  <a:lnTo>
                    <a:pt x="11314" y="8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5"/>
            <p:cNvSpPr/>
            <p:nvPr/>
          </p:nvSpPr>
          <p:spPr>
            <a:xfrm>
              <a:off x="3799781" y="1257953"/>
              <a:ext cx="18853" cy="7073"/>
            </a:xfrm>
            <a:custGeom>
              <a:avLst/>
              <a:pathLst>
                <a:path w="18853" h="7073">
                  <a:moveTo>
                    <a:pt x="15052" y="6720"/>
                  </a:moveTo>
                  <a:lnTo>
                    <a:pt x="7399" y="7073"/>
                  </a:lnTo>
                  <a:lnTo>
                    <a:pt x="4862" y="6907"/>
                  </a:lnTo>
                  <a:lnTo>
                    <a:pt x="4530" y="6544"/>
                  </a:lnTo>
                  <a:lnTo>
                    <a:pt x="3879" y="6228"/>
                  </a:lnTo>
                  <a:lnTo>
                    <a:pt x="1498" y="5892"/>
                  </a:lnTo>
                  <a:lnTo>
                    <a:pt x="0" y="4400"/>
                  </a:lnTo>
                  <a:lnTo>
                    <a:pt x="654" y="4028"/>
                  </a:lnTo>
                  <a:lnTo>
                    <a:pt x="4180" y="3419"/>
                  </a:lnTo>
                  <a:lnTo>
                    <a:pt x="5376" y="2781"/>
                  </a:lnTo>
                  <a:lnTo>
                    <a:pt x="5784" y="1923"/>
                  </a:lnTo>
                  <a:lnTo>
                    <a:pt x="7371" y="302"/>
                  </a:lnTo>
                  <a:lnTo>
                    <a:pt x="11188" y="0"/>
                  </a:lnTo>
                  <a:lnTo>
                    <a:pt x="12840" y="302"/>
                  </a:lnTo>
                  <a:lnTo>
                    <a:pt x="13033" y="1369"/>
                  </a:lnTo>
                  <a:lnTo>
                    <a:pt x="14646" y="2637"/>
                  </a:lnTo>
                  <a:lnTo>
                    <a:pt x="18853" y="4263"/>
                  </a:lnTo>
                  <a:lnTo>
                    <a:pt x="18004" y="5446"/>
                  </a:lnTo>
                  <a:lnTo>
                    <a:pt x="16566" y="56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6"/>
            <p:cNvSpPr/>
            <p:nvPr/>
          </p:nvSpPr>
          <p:spPr>
            <a:xfrm>
              <a:off x="3854993" y="1255551"/>
              <a:ext cx="25827" cy="11520"/>
            </a:xfrm>
            <a:custGeom>
              <a:avLst/>
              <a:pathLst>
                <a:path w="25827" h="11520">
                  <a:moveTo>
                    <a:pt x="10876" y="10953"/>
                  </a:moveTo>
                  <a:lnTo>
                    <a:pt x="9079" y="11520"/>
                  </a:lnTo>
                  <a:lnTo>
                    <a:pt x="4386" y="10483"/>
                  </a:lnTo>
                  <a:lnTo>
                    <a:pt x="3696" y="9923"/>
                  </a:lnTo>
                  <a:lnTo>
                    <a:pt x="3110" y="8866"/>
                  </a:lnTo>
                  <a:lnTo>
                    <a:pt x="2335" y="4895"/>
                  </a:lnTo>
                  <a:lnTo>
                    <a:pt x="2308" y="3707"/>
                  </a:lnTo>
                  <a:lnTo>
                    <a:pt x="2015" y="2887"/>
                  </a:lnTo>
                  <a:lnTo>
                    <a:pt x="831" y="1439"/>
                  </a:lnTo>
                  <a:lnTo>
                    <a:pt x="0" y="757"/>
                  </a:lnTo>
                  <a:lnTo>
                    <a:pt x="735" y="0"/>
                  </a:lnTo>
                  <a:lnTo>
                    <a:pt x="5878" y="548"/>
                  </a:lnTo>
                  <a:lnTo>
                    <a:pt x="16909" y="862"/>
                  </a:lnTo>
                  <a:lnTo>
                    <a:pt x="22562" y="2306"/>
                  </a:lnTo>
                  <a:lnTo>
                    <a:pt x="24222" y="3117"/>
                  </a:lnTo>
                  <a:lnTo>
                    <a:pt x="25827" y="4453"/>
                  </a:lnTo>
                  <a:lnTo>
                    <a:pt x="15959" y="5176"/>
                  </a:lnTo>
                  <a:lnTo>
                    <a:pt x="14646" y="5795"/>
                  </a:lnTo>
                  <a:lnTo>
                    <a:pt x="14668" y="7263"/>
                  </a:lnTo>
                  <a:lnTo>
                    <a:pt x="14319" y="8632"/>
                  </a:lnTo>
                  <a:lnTo>
                    <a:pt x="13257" y="87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7"/>
            <p:cNvSpPr/>
            <p:nvPr/>
          </p:nvSpPr>
          <p:spPr>
            <a:xfrm>
              <a:off x="3818177" y="1252261"/>
              <a:ext cx="7197" cy="5435"/>
            </a:xfrm>
            <a:custGeom>
              <a:avLst/>
              <a:pathLst>
                <a:path w="7197" h="5435">
                  <a:moveTo>
                    <a:pt x="6944" y="3914"/>
                  </a:moveTo>
                  <a:lnTo>
                    <a:pt x="5339" y="5435"/>
                  </a:lnTo>
                  <a:lnTo>
                    <a:pt x="0" y="3813"/>
                  </a:lnTo>
                  <a:lnTo>
                    <a:pt x="438" y="2997"/>
                  </a:lnTo>
                  <a:lnTo>
                    <a:pt x="1015" y="2654"/>
                  </a:lnTo>
                  <a:lnTo>
                    <a:pt x="1031" y="1855"/>
                  </a:lnTo>
                  <a:lnTo>
                    <a:pt x="540" y="1248"/>
                  </a:lnTo>
                  <a:lnTo>
                    <a:pt x="751" y="0"/>
                  </a:lnTo>
                  <a:lnTo>
                    <a:pt x="4198" y="913"/>
                  </a:lnTo>
                  <a:lnTo>
                    <a:pt x="4527" y="1285"/>
                  </a:lnTo>
                  <a:lnTo>
                    <a:pt x="6849" y="1924"/>
                  </a:lnTo>
                  <a:lnTo>
                    <a:pt x="7197" y="31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8"/>
            <p:cNvSpPr/>
            <p:nvPr/>
          </p:nvSpPr>
          <p:spPr>
            <a:xfrm>
              <a:off x="3715675" y="1244921"/>
              <a:ext cx="43518" cy="12024"/>
            </a:xfrm>
            <a:custGeom>
              <a:avLst/>
              <a:pathLst>
                <a:path w="43518" h="12024">
                  <a:moveTo>
                    <a:pt x="29196" y="0"/>
                  </a:moveTo>
                  <a:lnTo>
                    <a:pt x="34461" y="1210"/>
                  </a:lnTo>
                  <a:lnTo>
                    <a:pt x="38417" y="891"/>
                  </a:lnTo>
                  <a:lnTo>
                    <a:pt x="39590" y="1024"/>
                  </a:lnTo>
                  <a:lnTo>
                    <a:pt x="40746" y="1408"/>
                  </a:lnTo>
                  <a:lnTo>
                    <a:pt x="41916" y="2204"/>
                  </a:lnTo>
                  <a:lnTo>
                    <a:pt x="43518" y="4015"/>
                  </a:lnTo>
                  <a:lnTo>
                    <a:pt x="43484" y="6512"/>
                  </a:lnTo>
                  <a:lnTo>
                    <a:pt x="42815" y="6629"/>
                  </a:lnTo>
                  <a:lnTo>
                    <a:pt x="36127" y="5481"/>
                  </a:lnTo>
                  <a:lnTo>
                    <a:pt x="33055" y="2878"/>
                  </a:lnTo>
                  <a:lnTo>
                    <a:pt x="32225" y="2614"/>
                  </a:lnTo>
                  <a:lnTo>
                    <a:pt x="31015" y="3301"/>
                  </a:lnTo>
                  <a:lnTo>
                    <a:pt x="30005" y="4896"/>
                  </a:lnTo>
                  <a:lnTo>
                    <a:pt x="28875" y="5293"/>
                  </a:lnTo>
                  <a:lnTo>
                    <a:pt x="27606" y="7312"/>
                  </a:lnTo>
                  <a:lnTo>
                    <a:pt x="26391" y="7054"/>
                  </a:lnTo>
                  <a:lnTo>
                    <a:pt x="25777" y="7228"/>
                  </a:lnTo>
                  <a:lnTo>
                    <a:pt x="24236" y="8615"/>
                  </a:lnTo>
                  <a:lnTo>
                    <a:pt x="20398" y="8638"/>
                  </a:lnTo>
                  <a:lnTo>
                    <a:pt x="19781" y="9248"/>
                  </a:lnTo>
                  <a:lnTo>
                    <a:pt x="18512" y="11173"/>
                  </a:lnTo>
                  <a:lnTo>
                    <a:pt x="16953" y="11727"/>
                  </a:lnTo>
                  <a:lnTo>
                    <a:pt x="14228" y="12024"/>
                  </a:lnTo>
                  <a:lnTo>
                    <a:pt x="13290" y="10929"/>
                  </a:lnTo>
                  <a:lnTo>
                    <a:pt x="12873" y="9242"/>
                  </a:lnTo>
                  <a:lnTo>
                    <a:pt x="12245" y="8397"/>
                  </a:lnTo>
                  <a:lnTo>
                    <a:pt x="8468" y="9358"/>
                  </a:lnTo>
                  <a:lnTo>
                    <a:pt x="5573" y="8668"/>
                  </a:lnTo>
                  <a:lnTo>
                    <a:pt x="2810" y="7532"/>
                  </a:lnTo>
                  <a:lnTo>
                    <a:pt x="0" y="7162"/>
                  </a:lnTo>
                  <a:lnTo>
                    <a:pt x="2526" y="5951"/>
                  </a:lnTo>
                  <a:lnTo>
                    <a:pt x="16369" y="3501"/>
                  </a:lnTo>
                  <a:lnTo>
                    <a:pt x="21797" y="2908"/>
                  </a:lnTo>
                  <a:lnTo>
                    <a:pt x="24346" y="1160"/>
                  </a:lnTo>
                  <a:lnTo>
                    <a:pt x="28164" y="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29"/>
            <p:cNvSpPr/>
            <p:nvPr/>
          </p:nvSpPr>
          <p:spPr>
            <a:xfrm>
              <a:off x="3881198" y="1243761"/>
              <a:ext cx="33828" cy="14015"/>
            </a:xfrm>
            <a:custGeom>
              <a:avLst/>
              <a:pathLst>
                <a:path w="33828" h="14015">
                  <a:moveTo>
                    <a:pt x="33138" y="1718"/>
                  </a:moveTo>
                  <a:lnTo>
                    <a:pt x="33828" y="2911"/>
                  </a:lnTo>
                  <a:lnTo>
                    <a:pt x="33414" y="4807"/>
                  </a:lnTo>
                  <a:lnTo>
                    <a:pt x="32526" y="6182"/>
                  </a:lnTo>
                  <a:lnTo>
                    <a:pt x="32079" y="8154"/>
                  </a:lnTo>
                  <a:lnTo>
                    <a:pt x="28551" y="8625"/>
                  </a:lnTo>
                  <a:lnTo>
                    <a:pt x="27539" y="9059"/>
                  </a:lnTo>
                  <a:lnTo>
                    <a:pt x="26575" y="10577"/>
                  </a:lnTo>
                  <a:lnTo>
                    <a:pt x="22981" y="11470"/>
                  </a:lnTo>
                  <a:lnTo>
                    <a:pt x="20289" y="14015"/>
                  </a:lnTo>
                  <a:lnTo>
                    <a:pt x="16503" y="13540"/>
                  </a:lnTo>
                  <a:lnTo>
                    <a:pt x="11394" y="11774"/>
                  </a:lnTo>
                  <a:lnTo>
                    <a:pt x="7043" y="13203"/>
                  </a:lnTo>
                  <a:lnTo>
                    <a:pt x="4161" y="13641"/>
                  </a:lnTo>
                  <a:lnTo>
                    <a:pt x="669" y="11461"/>
                  </a:lnTo>
                  <a:lnTo>
                    <a:pt x="186" y="10974"/>
                  </a:lnTo>
                  <a:lnTo>
                    <a:pt x="0" y="9463"/>
                  </a:lnTo>
                  <a:lnTo>
                    <a:pt x="207" y="8130"/>
                  </a:lnTo>
                  <a:lnTo>
                    <a:pt x="1131" y="5329"/>
                  </a:lnTo>
                  <a:lnTo>
                    <a:pt x="2381" y="3735"/>
                  </a:lnTo>
                  <a:lnTo>
                    <a:pt x="3006" y="3230"/>
                  </a:lnTo>
                  <a:lnTo>
                    <a:pt x="3499" y="2258"/>
                  </a:lnTo>
                  <a:lnTo>
                    <a:pt x="4921" y="1670"/>
                  </a:lnTo>
                  <a:lnTo>
                    <a:pt x="9279" y="1310"/>
                  </a:lnTo>
                  <a:lnTo>
                    <a:pt x="10895" y="1630"/>
                  </a:lnTo>
                  <a:lnTo>
                    <a:pt x="11391" y="2702"/>
                  </a:lnTo>
                  <a:lnTo>
                    <a:pt x="13733" y="2620"/>
                  </a:lnTo>
                  <a:lnTo>
                    <a:pt x="17630" y="1960"/>
                  </a:lnTo>
                  <a:lnTo>
                    <a:pt x="23303" y="894"/>
                  </a:lnTo>
                  <a:lnTo>
                    <a:pt x="26575" y="0"/>
                  </a:lnTo>
                  <a:lnTo>
                    <a:pt x="29488" y="206"/>
                  </a:lnTo>
                  <a:lnTo>
                    <a:pt x="32392" y="7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0"/>
            <p:cNvSpPr/>
            <p:nvPr/>
          </p:nvSpPr>
          <p:spPr>
            <a:xfrm>
              <a:off x="3735693" y="1242747"/>
              <a:ext cx="58221" cy="24985"/>
            </a:xfrm>
            <a:custGeom>
              <a:avLst/>
              <a:pathLst>
                <a:path w="58221" h="24985">
                  <a:moveTo>
                    <a:pt x="41816" y="0"/>
                  </a:moveTo>
                  <a:lnTo>
                    <a:pt x="43581" y="483"/>
                  </a:lnTo>
                  <a:lnTo>
                    <a:pt x="47834" y="386"/>
                  </a:lnTo>
                  <a:lnTo>
                    <a:pt x="49176" y="1087"/>
                  </a:lnTo>
                  <a:lnTo>
                    <a:pt x="55357" y="5394"/>
                  </a:lnTo>
                  <a:lnTo>
                    <a:pt x="56925" y="5510"/>
                  </a:lnTo>
                  <a:lnTo>
                    <a:pt x="58221" y="7079"/>
                  </a:lnTo>
                  <a:lnTo>
                    <a:pt x="51806" y="9552"/>
                  </a:lnTo>
                  <a:lnTo>
                    <a:pt x="49673" y="11428"/>
                  </a:lnTo>
                  <a:lnTo>
                    <a:pt x="41834" y="11816"/>
                  </a:lnTo>
                  <a:lnTo>
                    <a:pt x="36843" y="12693"/>
                  </a:lnTo>
                  <a:lnTo>
                    <a:pt x="35736" y="13449"/>
                  </a:lnTo>
                  <a:lnTo>
                    <a:pt x="36246" y="14830"/>
                  </a:lnTo>
                  <a:lnTo>
                    <a:pt x="33850" y="16272"/>
                  </a:lnTo>
                  <a:lnTo>
                    <a:pt x="25912" y="16490"/>
                  </a:lnTo>
                  <a:lnTo>
                    <a:pt x="24933" y="16947"/>
                  </a:lnTo>
                  <a:lnTo>
                    <a:pt x="23391" y="18533"/>
                  </a:lnTo>
                  <a:lnTo>
                    <a:pt x="23528" y="18821"/>
                  </a:lnTo>
                  <a:lnTo>
                    <a:pt x="26210" y="19220"/>
                  </a:lnTo>
                  <a:lnTo>
                    <a:pt x="26642" y="19548"/>
                  </a:lnTo>
                  <a:lnTo>
                    <a:pt x="27002" y="20237"/>
                  </a:lnTo>
                  <a:lnTo>
                    <a:pt x="27231" y="21270"/>
                  </a:lnTo>
                  <a:lnTo>
                    <a:pt x="26849" y="22594"/>
                  </a:lnTo>
                  <a:lnTo>
                    <a:pt x="25863" y="22809"/>
                  </a:lnTo>
                  <a:lnTo>
                    <a:pt x="24776" y="22637"/>
                  </a:lnTo>
                  <a:lnTo>
                    <a:pt x="22294" y="21626"/>
                  </a:lnTo>
                  <a:lnTo>
                    <a:pt x="21982" y="21983"/>
                  </a:lnTo>
                  <a:lnTo>
                    <a:pt x="21729" y="22722"/>
                  </a:lnTo>
                  <a:lnTo>
                    <a:pt x="20971" y="24145"/>
                  </a:lnTo>
                  <a:lnTo>
                    <a:pt x="20044" y="24568"/>
                  </a:lnTo>
                  <a:lnTo>
                    <a:pt x="17523" y="23476"/>
                  </a:lnTo>
                  <a:lnTo>
                    <a:pt x="16703" y="23784"/>
                  </a:lnTo>
                  <a:lnTo>
                    <a:pt x="15896" y="24460"/>
                  </a:lnTo>
                  <a:lnTo>
                    <a:pt x="14908" y="24780"/>
                  </a:lnTo>
                  <a:lnTo>
                    <a:pt x="12576" y="24985"/>
                  </a:lnTo>
                  <a:lnTo>
                    <a:pt x="11369" y="24090"/>
                  </a:lnTo>
                  <a:lnTo>
                    <a:pt x="12413" y="22926"/>
                  </a:lnTo>
                  <a:lnTo>
                    <a:pt x="15341" y="21118"/>
                  </a:lnTo>
                  <a:lnTo>
                    <a:pt x="14368" y="20329"/>
                  </a:lnTo>
                  <a:lnTo>
                    <a:pt x="11484" y="20150"/>
                  </a:lnTo>
                  <a:lnTo>
                    <a:pt x="9205" y="20599"/>
                  </a:lnTo>
                  <a:lnTo>
                    <a:pt x="8039" y="21828"/>
                  </a:lnTo>
                  <a:lnTo>
                    <a:pt x="6953" y="22073"/>
                  </a:lnTo>
                  <a:lnTo>
                    <a:pt x="3988" y="21998"/>
                  </a:lnTo>
                  <a:lnTo>
                    <a:pt x="2318" y="20389"/>
                  </a:lnTo>
                  <a:lnTo>
                    <a:pt x="1078" y="19785"/>
                  </a:lnTo>
                  <a:lnTo>
                    <a:pt x="0" y="18524"/>
                  </a:lnTo>
                  <a:lnTo>
                    <a:pt x="8728" y="14256"/>
                  </a:lnTo>
                  <a:lnTo>
                    <a:pt x="11641" y="12608"/>
                  </a:lnTo>
                  <a:lnTo>
                    <a:pt x="14400" y="11766"/>
                  </a:lnTo>
                  <a:lnTo>
                    <a:pt x="17995" y="11327"/>
                  </a:lnTo>
                  <a:lnTo>
                    <a:pt x="19123" y="10805"/>
                  </a:lnTo>
                  <a:lnTo>
                    <a:pt x="20233" y="10591"/>
                  </a:lnTo>
                  <a:lnTo>
                    <a:pt x="20948" y="10909"/>
                  </a:lnTo>
                  <a:lnTo>
                    <a:pt x="22793" y="12379"/>
                  </a:lnTo>
                  <a:lnTo>
                    <a:pt x="28118" y="12158"/>
                  </a:lnTo>
                  <a:lnTo>
                    <a:pt x="29239" y="10891"/>
                  </a:lnTo>
                  <a:lnTo>
                    <a:pt x="29325" y="8014"/>
                  </a:lnTo>
                  <a:lnTo>
                    <a:pt x="28804" y="6357"/>
                  </a:lnTo>
                  <a:lnTo>
                    <a:pt x="29919" y="3127"/>
                  </a:lnTo>
                  <a:lnTo>
                    <a:pt x="32951" y="1829"/>
                  </a:lnTo>
                  <a:lnTo>
                    <a:pt x="40046" y="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1"/>
            <p:cNvSpPr/>
            <p:nvPr/>
          </p:nvSpPr>
          <p:spPr>
            <a:xfrm>
              <a:off x="4107785" y="1241325"/>
              <a:ext cx="16690" cy="4826"/>
            </a:xfrm>
            <a:custGeom>
              <a:avLst/>
              <a:pathLst>
                <a:path w="16690" h="4826">
                  <a:moveTo>
                    <a:pt x="12072" y="3759"/>
                  </a:moveTo>
                  <a:lnTo>
                    <a:pt x="1391" y="4826"/>
                  </a:lnTo>
                  <a:lnTo>
                    <a:pt x="336" y="4153"/>
                  </a:lnTo>
                  <a:lnTo>
                    <a:pt x="0" y="3757"/>
                  </a:lnTo>
                  <a:lnTo>
                    <a:pt x="1521" y="1530"/>
                  </a:lnTo>
                  <a:lnTo>
                    <a:pt x="2759" y="444"/>
                  </a:lnTo>
                  <a:lnTo>
                    <a:pt x="9540" y="0"/>
                  </a:lnTo>
                  <a:lnTo>
                    <a:pt x="14982" y="755"/>
                  </a:lnTo>
                  <a:lnTo>
                    <a:pt x="16690" y="1409"/>
                  </a:lnTo>
                  <a:lnTo>
                    <a:pt x="16061" y="2741"/>
                  </a:lnTo>
                  <a:lnTo>
                    <a:pt x="15733" y="31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2"/>
            <p:cNvSpPr/>
            <p:nvPr/>
          </p:nvSpPr>
          <p:spPr>
            <a:xfrm>
              <a:off x="3890059" y="1237525"/>
              <a:ext cx="17367" cy="5149"/>
            </a:xfrm>
            <a:custGeom>
              <a:avLst/>
              <a:pathLst>
                <a:path w="17367" h="5149">
                  <a:moveTo>
                    <a:pt x="12458" y="4539"/>
                  </a:moveTo>
                  <a:lnTo>
                    <a:pt x="8844" y="5149"/>
                  </a:lnTo>
                  <a:lnTo>
                    <a:pt x="3025" y="4386"/>
                  </a:lnTo>
                  <a:lnTo>
                    <a:pt x="0" y="3526"/>
                  </a:lnTo>
                  <a:lnTo>
                    <a:pt x="231" y="3096"/>
                  </a:lnTo>
                  <a:lnTo>
                    <a:pt x="1028" y="2579"/>
                  </a:lnTo>
                  <a:lnTo>
                    <a:pt x="6081" y="480"/>
                  </a:lnTo>
                  <a:lnTo>
                    <a:pt x="16102" y="0"/>
                  </a:lnTo>
                  <a:lnTo>
                    <a:pt x="17367" y="1585"/>
                  </a:lnTo>
                  <a:lnTo>
                    <a:pt x="16269" y="27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3"/>
            <p:cNvSpPr/>
            <p:nvPr/>
          </p:nvSpPr>
          <p:spPr>
            <a:xfrm>
              <a:off x="3820864" y="1237171"/>
              <a:ext cx="41989" cy="14406"/>
            </a:xfrm>
            <a:custGeom>
              <a:avLst/>
              <a:pathLst>
                <a:path w="41989" h="14406">
                  <a:moveTo>
                    <a:pt x="7751" y="0"/>
                  </a:moveTo>
                  <a:lnTo>
                    <a:pt x="16402" y="2839"/>
                  </a:lnTo>
                  <a:lnTo>
                    <a:pt x="24451" y="2565"/>
                  </a:lnTo>
                  <a:lnTo>
                    <a:pt x="27928" y="3478"/>
                  </a:lnTo>
                  <a:lnTo>
                    <a:pt x="32962" y="6000"/>
                  </a:lnTo>
                  <a:lnTo>
                    <a:pt x="40535" y="8753"/>
                  </a:lnTo>
                  <a:lnTo>
                    <a:pt x="41989" y="9564"/>
                  </a:lnTo>
                  <a:lnTo>
                    <a:pt x="40680" y="10652"/>
                  </a:lnTo>
                  <a:lnTo>
                    <a:pt x="31869" y="13366"/>
                  </a:lnTo>
                  <a:lnTo>
                    <a:pt x="26124" y="14275"/>
                  </a:lnTo>
                  <a:lnTo>
                    <a:pt x="21151" y="14406"/>
                  </a:lnTo>
                  <a:lnTo>
                    <a:pt x="19184" y="14144"/>
                  </a:lnTo>
                  <a:lnTo>
                    <a:pt x="17207" y="12193"/>
                  </a:lnTo>
                  <a:lnTo>
                    <a:pt x="12334" y="10757"/>
                  </a:lnTo>
                  <a:lnTo>
                    <a:pt x="7166" y="11148"/>
                  </a:lnTo>
                  <a:lnTo>
                    <a:pt x="6650" y="10363"/>
                  </a:lnTo>
                  <a:lnTo>
                    <a:pt x="5609" y="9838"/>
                  </a:lnTo>
                  <a:lnTo>
                    <a:pt x="3805" y="9721"/>
                  </a:lnTo>
                  <a:lnTo>
                    <a:pt x="243" y="8934"/>
                  </a:lnTo>
                  <a:lnTo>
                    <a:pt x="0" y="7209"/>
                  </a:lnTo>
                  <a:lnTo>
                    <a:pt x="2245" y="6326"/>
                  </a:lnTo>
                  <a:lnTo>
                    <a:pt x="3704" y="6269"/>
                  </a:lnTo>
                  <a:lnTo>
                    <a:pt x="4273" y="3824"/>
                  </a:lnTo>
                  <a:lnTo>
                    <a:pt x="6773" y="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4"/>
            <p:cNvSpPr/>
            <p:nvPr/>
          </p:nvSpPr>
          <p:spPr>
            <a:xfrm>
              <a:off x="3857293" y="1237097"/>
              <a:ext cx="19789" cy="10447"/>
            </a:xfrm>
            <a:custGeom>
              <a:avLst/>
              <a:pathLst>
                <a:path w="19789" h="10447">
                  <a:moveTo>
                    <a:pt x="16242" y="2269"/>
                  </a:moveTo>
                  <a:lnTo>
                    <a:pt x="17844" y="3767"/>
                  </a:lnTo>
                  <a:lnTo>
                    <a:pt x="18463" y="5462"/>
                  </a:lnTo>
                  <a:lnTo>
                    <a:pt x="19467" y="6524"/>
                  </a:lnTo>
                  <a:lnTo>
                    <a:pt x="19789" y="8473"/>
                  </a:lnTo>
                  <a:lnTo>
                    <a:pt x="18977" y="10018"/>
                  </a:lnTo>
                  <a:lnTo>
                    <a:pt x="16467" y="10356"/>
                  </a:lnTo>
                  <a:lnTo>
                    <a:pt x="12367" y="10447"/>
                  </a:lnTo>
                  <a:lnTo>
                    <a:pt x="8365" y="9606"/>
                  </a:lnTo>
                  <a:lnTo>
                    <a:pt x="6201" y="6778"/>
                  </a:lnTo>
                  <a:lnTo>
                    <a:pt x="2235" y="6008"/>
                  </a:lnTo>
                  <a:lnTo>
                    <a:pt x="0" y="2995"/>
                  </a:lnTo>
                  <a:lnTo>
                    <a:pt x="2293" y="2118"/>
                  </a:lnTo>
                  <a:lnTo>
                    <a:pt x="5124" y="2568"/>
                  </a:lnTo>
                  <a:lnTo>
                    <a:pt x="9650" y="0"/>
                  </a:lnTo>
                  <a:lnTo>
                    <a:pt x="10258" y="123"/>
                  </a:lnTo>
                  <a:lnTo>
                    <a:pt x="11266" y="705"/>
                  </a:lnTo>
                  <a:lnTo>
                    <a:pt x="14922" y="16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5"/>
            <p:cNvSpPr/>
            <p:nvPr/>
          </p:nvSpPr>
          <p:spPr>
            <a:xfrm>
              <a:off x="3778549" y="1235555"/>
              <a:ext cx="6648" cy="3823"/>
            </a:xfrm>
            <a:custGeom>
              <a:avLst/>
              <a:pathLst>
                <a:path w="6648" h="3823">
                  <a:moveTo>
                    <a:pt x="4433" y="3641"/>
                  </a:moveTo>
                  <a:lnTo>
                    <a:pt x="2848" y="3823"/>
                  </a:lnTo>
                  <a:lnTo>
                    <a:pt x="1722" y="3696"/>
                  </a:lnTo>
                  <a:lnTo>
                    <a:pt x="500" y="2549"/>
                  </a:lnTo>
                  <a:lnTo>
                    <a:pt x="103" y="2007"/>
                  </a:lnTo>
                  <a:lnTo>
                    <a:pt x="0" y="1422"/>
                  </a:lnTo>
                  <a:lnTo>
                    <a:pt x="1110" y="1312"/>
                  </a:lnTo>
                  <a:lnTo>
                    <a:pt x="1582" y="780"/>
                  </a:lnTo>
                  <a:lnTo>
                    <a:pt x="1762" y="367"/>
                  </a:lnTo>
                  <a:lnTo>
                    <a:pt x="2570" y="36"/>
                  </a:lnTo>
                  <a:lnTo>
                    <a:pt x="3998" y="0"/>
                  </a:lnTo>
                  <a:lnTo>
                    <a:pt x="5870" y="584"/>
                  </a:lnTo>
                  <a:lnTo>
                    <a:pt x="6648" y="1846"/>
                  </a:lnTo>
                  <a:lnTo>
                    <a:pt x="4837" y="29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6"/>
            <p:cNvSpPr/>
            <p:nvPr/>
          </p:nvSpPr>
          <p:spPr>
            <a:xfrm>
              <a:off x="3918393" y="1234732"/>
              <a:ext cx="33570" cy="14800"/>
            </a:xfrm>
            <a:custGeom>
              <a:avLst/>
              <a:pathLst>
                <a:path w="33570" h="14800">
                  <a:moveTo>
                    <a:pt x="9822" y="14726"/>
                  </a:moveTo>
                  <a:lnTo>
                    <a:pt x="7679" y="14800"/>
                  </a:lnTo>
                  <a:lnTo>
                    <a:pt x="5545" y="14350"/>
                  </a:lnTo>
                  <a:lnTo>
                    <a:pt x="2763" y="12877"/>
                  </a:lnTo>
                  <a:lnTo>
                    <a:pt x="0" y="11128"/>
                  </a:lnTo>
                  <a:lnTo>
                    <a:pt x="831" y="10207"/>
                  </a:lnTo>
                  <a:lnTo>
                    <a:pt x="3441" y="9003"/>
                  </a:lnTo>
                  <a:lnTo>
                    <a:pt x="6853" y="6846"/>
                  </a:lnTo>
                  <a:lnTo>
                    <a:pt x="12594" y="6429"/>
                  </a:lnTo>
                  <a:lnTo>
                    <a:pt x="15370" y="6421"/>
                  </a:lnTo>
                  <a:lnTo>
                    <a:pt x="18129" y="5914"/>
                  </a:lnTo>
                  <a:lnTo>
                    <a:pt x="18937" y="4808"/>
                  </a:lnTo>
                  <a:lnTo>
                    <a:pt x="19450" y="2722"/>
                  </a:lnTo>
                  <a:lnTo>
                    <a:pt x="19972" y="1597"/>
                  </a:lnTo>
                  <a:lnTo>
                    <a:pt x="20597" y="688"/>
                  </a:lnTo>
                  <a:lnTo>
                    <a:pt x="23649" y="0"/>
                  </a:lnTo>
                  <a:lnTo>
                    <a:pt x="26258" y="36"/>
                  </a:lnTo>
                  <a:lnTo>
                    <a:pt x="28855" y="857"/>
                  </a:lnTo>
                  <a:lnTo>
                    <a:pt x="30515" y="1608"/>
                  </a:lnTo>
                  <a:lnTo>
                    <a:pt x="32101" y="3015"/>
                  </a:lnTo>
                  <a:lnTo>
                    <a:pt x="32932" y="4188"/>
                  </a:lnTo>
                  <a:lnTo>
                    <a:pt x="32680" y="5622"/>
                  </a:lnTo>
                  <a:lnTo>
                    <a:pt x="32818" y="6810"/>
                  </a:lnTo>
                  <a:lnTo>
                    <a:pt x="33570" y="7912"/>
                  </a:lnTo>
                  <a:lnTo>
                    <a:pt x="28507" y="11216"/>
                  </a:lnTo>
                  <a:lnTo>
                    <a:pt x="23338" y="130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7"/>
            <p:cNvSpPr/>
            <p:nvPr/>
          </p:nvSpPr>
          <p:spPr>
            <a:xfrm>
              <a:off x="4233494" y="1234282"/>
              <a:ext cx="19172" cy="4429"/>
            </a:xfrm>
            <a:custGeom>
              <a:avLst/>
              <a:pathLst>
                <a:path w="19172" h="4429">
                  <a:moveTo>
                    <a:pt x="19172" y="2142"/>
                  </a:moveTo>
                  <a:lnTo>
                    <a:pt x="15210" y="4429"/>
                  </a:lnTo>
                  <a:lnTo>
                    <a:pt x="858" y="2972"/>
                  </a:lnTo>
                  <a:lnTo>
                    <a:pt x="210" y="1920"/>
                  </a:lnTo>
                  <a:lnTo>
                    <a:pt x="0" y="1271"/>
                  </a:lnTo>
                  <a:lnTo>
                    <a:pt x="1942" y="0"/>
                  </a:lnTo>
                  <a:lnTo>
                    <a:pt x="13899" y="431"/>
                  </a:lnTo>
                  <a:lnTo>
                    <a:pt x="18144" y="8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8"/>
            <p:cNvSpPr/>
            <p:nvPr/>
          </p:nvSpPr>
          <p:spPr>
            <a:xfrm>
              <a:off x="4252168" y="1232310"/>
              <a:ext cx="73031" cy="37552"/>
            </a:xfrm>
            <a:custGeom>
              <a:avLst/>
              <a:pathLst>
                <a:path w="73031" h="37552">
                  <a:moveTo>
                    <a:pt x="57571" y="6053"/>
                  </a:moveTo>
                  <a:lnTo>
                    <a:pt x="57992" y="7398"/>
                  </a:lnTo>
                  <a:lnTo>
                    <a:pt x="59490" y="8459"/>
                  </a:lnTo>
                  <a:lnTo>
                    <a:pt x="60200" y="9532"/>
                  </a:lnTo>
                  <a:lnTo>
                    <a:pt x="67780" y="12960"/>
                  </a:lnTo>
                  <a:lnTo>
                    <a:pt x="71110" y="13407"/>
                  </a:lnTo>
                  <a:lnTo>
                    <a:pt x="72593" y="14247"/>
                  </a:lnTo>
                  <a:lnTo>
                    <a:pt x="73031" y="15282"/>
                  </a:lnTo>
                  <a:lnTo>
                    <a:pt x="72876" y="17208"/>
                  </a:lnTo>
                  <a:lnTo>
                    <a:pt x="71618" y="17191"/>
                  </a:lnTo>
                  <a:lnTo>
                    <a:pt x="70677" y="17799"/>
                  </a:lnTo>
                  <a:lnTo>
                    <a:pt x="65567" y="18557"/>
                  </a:lnTo>
                  <a:lnTo>
                    <a:pt x="64321" y="19691"/>
                  </a:lnTo>
                  <a:lnTo>
                    <a:pt x="63312" y="22011"/>
                  </a:lnTo>
                  <a:lnTo>
                    <a:pt x="63855" y="22474"/>
                  </a:lnTo>
                  <a:lnTo>
                    <a:pt x="64343" y="23162"/>
                  </a:lnTo>
                  <a:lnTo>
                    <a:pt x="65899" y="27110"/>
                  </a:lnTo>
                  <a:lnTo>
                    <a:pt x="66320" y="27715"/>
                  </a:lnTo>
                  <a:lnTo>
                    <a:pt x="67818" y="28287"/>
                  </a:lnTo>
                  <a:lnTo>
                    <a:pt x="66454" y="29776"/>
                  </a:lnTo>
                  <a:lnTo>
                    <a:pt x="65036" y="30714"/>
                  </a:lnTo>
                  <a:lnTo>
                    <a:pt x="49852" y="32607"/>
                  </a:lnTo>
                  <a:lnTo>
                    <a:pt x="39558" y="33392"/>
                  </a:lnTo>
                  <a:lnTo>
                    <a:pt x="36105" y="34207"/>
                  </a:lnTo>
                  <a:lnTo>
                    <a:pt x="34998" y="34111"/>
                  </a:lnTo>
                  <a:lnTo>
                    <a:pt x="32275" y="35589"/>
                  </a:lnTo>
                  <a:lnTo>
                    <a:pt x="27027" y="37537"/>
                  </a:lnTo>
                  <a:lnTo>
                    <a:pt x="24522" y="37552"/>
                  </a:lnTo>
                  <a:lnTo>
                    <a:pt x="17014" y="34819"/>
                  </a:lnTo>
                  <a:lnTo>
                    <a:pt x="7799" y="32538"/>
                  </a:lnTo>
                  <a:lnTo>
                    <a:pt x="6540" y="31237"/>
                  </a:lnTo>
                  <a:lnTo>
                    <a:pt x="4232" y="30470"/>
                  </a:lnTo>
                  <a:lnTo>
                    <a:pt x="1307" y="29860"/>
                  </a:lnTo>
                  <a:lnTo>
                    <a:pt x="0" y="27241"/>
                  </a:lnTo>
                  <a:lnTo>
                    <a:pt x="1886" y="25470"/>
                  </a:lnTo>
                  <a:lnTo>
                    <a:pt x="4290" y="23725"/>
                  </a:lnTo>
                  <a:lnTo>
                    <a:pt x="8318" y="23087"/>
                  </a:lnTo>
                  <a:lnTo>
                    <a:pt x="12130" y="22079"/>
                  </a:lnTo>
                  <a:lnTo>
                    <a:pt x="14994" y="19558"/>
                  </a:lnTo>
                  <a:lnTo>
                    <a:pt x="16769" y="17064"/>
                  </a:lnTo>
                  <a:lnTo>
                    <a:pt x="20008" y="14455"/>
                  </a:lnTo>
                  <a:lnTo>
                    <a:pt x="14374" y="15123"/>
                  </a:lnTo>
                  <a:lnTo>
                    <a:pt x="12299" y="14762"/>
                  </a:lnTo>
                  <a:lnTo>
                    <a:pt x="12501" y="13901"/>
                  </a:lnTo>
                  <a:lnTo>
                    <a:pt x="13654" y="12064"/>
                  </a:lnTo>
                  <a:lnTo>
                    <a:pt x="14279" y="11447"/>
                  </a:lnTo>
                  <a:lnTo>
                    <a:pt x="16282" y="10479"/>
                  </a:lnTo>
                  <a:lnTo>
                    <a:pt x="17737" y="8627"/>
                  </a:lnTo>
                  <a:lnTo>
                    <a:pt x="21115" y="7350"/>
                  </a:lnTo>
                  <a:lnTo>
                    <a:pt x="22711" y="7128"/>
                  </a:lnTo>
                  <a:lnTo>
                    <a:pt x="24315" y="7160"/>
                  </a:lnTo>
                  <a:lnTo>
                    <a:pt x="27216" y="6561"/>
                  </a:lnTo>
                  <a:lnTo>
                    <a:pt x="30108" y="5644"/>
                  </a:lnTo>
                  <a:lnTo>
                    <a:pt x="32817" y="5114"/>
                  </a:lnTo>
                  <a:lnTo>
                    <a:pt x="35534" y="4899"/>
                  </a:lnTo>
                  <a:lnTo>
                    <a:pt x="38138" y="4168"/>
                  </a:lnTo>
                  <a:lnTo>
                    <a:pt x="40705" y="2729"/>
                  </a:lnTo>
                  <a:lnTo>
                    <a:pt x="41840" y="279"/>
                  </a:lnTo>
                  <a:lnTo>
                    <a:pt x="49218" y="0"/>
                  </a:lnTo>
                  <a:lnTo>
                    <a:pt x="50383" y="587"/>
                  </a:lnTo>
                  <a:lnTo>
                    <a:pt x="51327" y="2040"/>
                  </a:lnTo>
                  <a:lnTo>
                    <a:pt x="52377" y="2591"/>
                  </a:lnTo>
                  <a:lnTo>
                    <a:pt x="53663" y="2852"/>
                  </a:lnTo>
                  <a:lnTo>
                    <a:pt x="56933" y="5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39"/>
            <p:cNvSpPr/>
            <p:nvPr/>
          </p:nvSpPr>
          <p:spPr>
            <a:xfrm>
              <a:off x="3873395" y="1228845"/>
              <a:ext cx="8797" cy="3115"/>
            </a:xfrm>
            <a:custGeom>
              <a:avLst/>
              <a:pathLst>
                <a:path w="8797" h="3115">
                  <a:moveTo>
                    <a:pt x="8089" y="2732"/>
                  </a:moveTo>
                  <a:lnTo>
                    <a:pt x="5602" y="3115"/>
                  </a:lnTo>
                  <a:lnTo>
                    <a:pt x="1253" y="2487"/>
                  </a:lnTo>
                  <a:lnTo>
                    <a:pt x="0" y="1786"/>
                  </a:lnTo>
                  <a:lnTo>
                    <a:pt x="279" y="1103"/>
                  </a:lnTo>
                  <a:lnTo>
                    <a:pt x="3111" y="173"/>
                  </a:lnTo>
                  <a:lnTo>
                    <a:pt x="5349" y="0"/>
                  </a:lnTo>
                  <a:lnTo>
                    <a:pt x="7718" y="933"/>
                  </a:lnTo>
                  <a:lnTo>
                    <a:pt x="8797" y="21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0"/>
            <p:cNvSpPr/>
            <p:nvPr/>
          </p:nvSpPr>
          <p:spPr>
            <a:xfrm>
              <a:off x="3837212" y="1223912"/>
              <a:ext cx="35650" cy="12679"/>
            </a:xfrm>
            <a:custGeom>
              <a:avLst/>
              <a:pathLst>
                <a:path w="35650" h="12679">
                  <a:moveTo>
                    <a:pt x="26977" y="549"/>
                  </a:moveTo>
                  <a:lnTo>
                    <a:pt x="27581" y="1719"/>
                  </a:lnTo>
                  <a:lnTo>
                    <a:pt x="29352" y="2389"/>
                  </a:lnTo>
                  <a:lnTo>
                    <a:pt x="34179" y="2969"/>
                  </a:lnTo>
                  <a:lnTo>
                    <a:pt x="35650" y="4321"/>
                  </a:lnTo>
                  <a:lnTo>
                    <a:pt x="33440" y="5250"/>
                  </a:lnTo>
                  <a:lnTo>
                    <a:pt x="27535" y="5808"/>
                  </a:lnTo>
                  <a:lnTo>
                    <a:pt x="28147" y="7723"/>
                  </a:lnTo>
                  <a:lnTo>
                    <a:pt x="29337" y="9154"/>
                  </a:lnTo>
                  <a:lnTo>
                    <a:pt x="28158" y="10848"/>
                  </a:lnTo>
                  <a:lnTo>
                    <a:pt x="26511" y="11669"/>
                  </a:lnTo>
                  <a:lnTo>
                    <a:pt x="22843" y="12679"/>
                  </a:lnTo>
                  <a:lnTo>
                    <a:pt x="19488" y="11411"/>
                  </a:lnTo>
                  <a:lnTo>
                    <a:pt x="15603" y="9653"/>
                  </a:lnTo>
                  <a:lnTo>
                    <a:pt x="13846" y="10825"/>
                  </a:lnTo>
                  <a:lnTo>
                    <a:pt x="12043" y="11506"/>
                  </a:lnTo>
                  <a:lnTo>
                    <a:pt x="10333" y="11407"/>
                  </a:lnTo>
                  <a:lnTo>
                    <a:pt x="8354" y="10066"/>
                  </a:lnTo>
                  <a:lnTo>
                    <a:pt x="2884" y="11115"/>
                  </a:lnTo>
                  <a:lnTo>
                    <a:pt x="1227" y="9945"/>
                  </a:lnTo>
                  <a:lnTo>
                    <a:pt x="0" y="7489"/>
                  </a:lnTo>
                  <a:lnTo>
                    <a:pt x="3635" y="6950"/>
                  </a:lnTo>
                  <a:lnTo>
                    <a:pt x="7949" y="7729"/>
                  </a:lnTo>
                  <a:lnTo>
                    <a:pt x="10802" y="5249"/>
                  </a:lnTo>
                  <a:lnTo>
                    <a:pt x="14416" y="4174"/>
                  </a:lnTo>
                  <a:lnTo>
                    <a:pt x="17343" y="1598"/>
                  </a:lnTo>
                  <a:lnTo>
                    <a:pt x="18706" y="692"/>
                  </a:lnTo>
                  <a:lnTo>
                    <a:pt x="21854" y="868"/>
                  </a:lnTo>
                  <a:lnTo>
                    <a:pt x="22906" y="643"/>
                  </a:lnTo>
                  <a:lnTo>
                    <a:pt x="2589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1"/>
            <p:cNvSpPr/>
            <p:nvPr/>
          </p:nvSpPr>
          <p:spPr>
            <a:xfrm>
              <a:off x="3913631" y="1219353"/>
              <a:ext cx="19287" cy="3615"/>
            </a:xfrm>
            <a:custGeom>
              <a:avLst/>
              <a:pathLst>
                <a:path w="19287" h="3615">
                  <a:moveTo>
                    <a:pt x="17774" y="3239"/>
                  </a:moveTo>
                  <a:lnTo>
                    <a:pt x="16365" y="3615"/>
                  </a:lnTo>
                  <a:lnTo>
                    <a:pt x="8959" y="3252"/>
                  </a:lnTo>
                  <a:lnTo>
                    <a:pt x="5369" y="2538"/>
                  </a:lnTo>
                  <a:lnTo>
                    <a:pt x="4888" y="2125"/>
                  </a:lnTo>
                  <a:lnTo>
                    <a:pt x="4704" y="1767"/>
                  </a:lnTo>
                  <a:lnTo>
                    <a:pt x="0" y="1170"/>
                  </a:lnTo>
                  <a:lnTo>
                    <a:pt x="2043" y="366"/>
                  </a:lnTo>
                  <a:lnTo>
                    <a:pt x="7923" y="0"/>
                  </a:lnTo>
                  <a:lnTo>
                    <a:pt x="18448" y="934"/>
                  </a:lnTo>
                  <a:lnTo>
                    <a:pt x="19114" y="1618"/>
                  </a:lnTo>
                  <a:lnTo>
                    <a:pt x="19287" y="20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2"/>
            <p:cNvSpPr/>
            <p:nvPr/>
          </p:nvSpPr>
          <p:spPr>
            <a:xfrm>
              <a:off x="3865329" y="1215357"/>
              <a:ext cx="17253" cy="4684"/>
            </a:xfrm>
            <a:custGeom>
              <a:avLst/>
              <a:pathLst>
                <a:path w="17253" h="4684">
                  <a:moveTo>
                    <a:pt x="4443" y="4107"/>
                  </a:moveTo>
                  <a:lnTo>
                    <a:pt x="639" y="4684"/>
                  </a:lnTo>
                  <a:lnTo>
                    <a:pt x="130" y="4246"/>
                  </a:lnTo>
                  <a:lnTo>
                    <a:pt x="0" y="3908"/>
                  </a:lnTo>
                  <a:lnTo>
                    <a:pt x="412" y="3142"/>
                  </a:lnTo>
                  <a:lnTo>
                    <a:pt x="870" y="1689"/>
                  </a:lnTo>
                  <a:lnTo>
                    <a:pt x="2592" y="774"/>
                  </a:lnTo>
                  <a:lnTo>
                    <a:pt x="15565" y="0"/>
                  </a:lnTo>
                  <a:lnTo>
                    <a:pt x="17253" y="849"/>
                  </a:lnTo>
                  <a:lnTo>
                    <a:pt x="16658" y="2164"/>
                  </a:lnTo>
                  <a:lnTo>
                    <a:pt x="16654" y="28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3"/>
            <p:cNvSpPr/>
            <p:nvPr/>
          </p:nvSpPr>
          <p:spPr>
            <a:xfrm>
              <a:off x="3531001" y="3665483"/>
              <a:ext cx="23234" cy="51578"/>
            </a:xfrm>
            <a:custGeom>
              <a:avLst/>
              <a:pathLst>
                <a:path w="23234" h="51578">
                  <a:moveTo>
                    <a:pt x="19015" y="124"/>
                  </a:moveTo>
                  <a:lnTo>
                    <a:pt x="18636" y="588"/>
                  </a:lnTo>
                  <a:lnTo>
                    <a:pt x="18557" y="2011"/>
                  </a:lnTo>
                  <a:lnTo>
                    <a:pt x="18993" y="4288"/>
                  </a:lnTo>
                  <a:lnTo>
                    <a:pt x="20418" y="8994"/>
                  </a:lnTo>
                  <a:lnTo>
                    <a:pt x="21325" y="9860"/>
                  </a:lnTo>
                  <a:lnTo>
                    <a:pt x="21918" y="11689"/>
                  </a:lnTo>
                  <a:lnTo>
                    <a:pt x="22498" y="14774"/>
                  </a:lnTo>
                  <a:lnTo>
                    <a:pt x="22669" y="18632"/>
                  </a:lnTo>
                  <a:lnTo>
                    <a:pt x="22430" y="23272"/>
                  </a:lnTo>
                  <a:lnTo>
                    <a:pt x="22573" y="26723"/>
                  </a:lnTo>
                  <a:lnTo>
                    <a:pt x="23097" y="28986"/>
                  </a:lnTo>
                  <a:lnTo>
                    <a:pt x="23234" y="31921"/>
                  </a:lnTo>
                  <a:lnTo>
                    <a:pt x="22985" y="35528"/>
                  </a:lnTo>
                  <a:lnTo>
                    <a:pt x="22683" y="37686"/>
                  </a:lnTo>
                  <a:lnTo>
                    <a:pt x="22326" y="38402"/>
                  </a:lnTo>
                  <a:lnTo>
                    <a:pt x="21921" y="38667"/>
                  </a:lnTo>
                  <a:lnTo>
                    <a:pt x="21373" y="38425"/>
                  </a:lnTo>
                  <a:lnTo>
                    <a:pt x="20703" y="38731"/>
                  </a:lnTo>
                  <a:lnTo>
                    <a:pt x="19975" y="39409"/>
                  </a:lnTo>
                  <a:lnTo>
                    <a:pt x="19517" y="39507"/>
                  </a:lnTo>
                  <a:lnTo>
                    <a:pt x="19233" y="39374"/>
                  </a:lnTo>
                  <a:lnTo>
                    <a:pt x="18696" y="38797"/>
                  </a:lnTo>
                  <a:lnTo>
                    <a:pt x="17847" y="36933"/>
                  </a:lnTo>
                  <a:lnTo>
                    <a:pt x="16265" y="37963"/>
                  </a:lnTo>
                  <a:lnTo>
                    <a:pt x="15837" y="37940"/>
                  </a:lnTo>
                  <a:lnTo>
                    <a:pt x="15256" y="38826"/>
                  </a:lnTo>
                  <a:lnTo>
                    <a:pt x="14784" y="39917"/>
                  </a:lnTo>
                  <a:lnTo>
                    <a:pt x="14496" y="39995"/>
                  </a:lnTo>
                  <a:lnTo>
                    <a:pt x="14204" y="39845"/>
                  </a:lnTo>
                  <a:lnTo>
                    <a:pt x="12840" y="37646"/>
                  </a:lnTo>
                  <a:lnTo>
                    <a:pt x="12343" y="37718"/>
                  </a:lnTo>
                  <a:lnTo>
                    <a:pt x="12138" y="43896"/>
                  </a:lnTo>
                  <a:lnTo>
                    <a:pt x="11910" y="47324"/>
                  </a:lnTo>
                  <a:lnTo>
                    <a:pt x="11629" y="48854"/>
                  </a:lnTo>
                  <a:lnTo>
                    <a:pt x="10653" y="50331"/>
                  </a:lnTo>
                  <a:lnTo>
                    <a:pt x="9671" y="51168"/>
                  </a:lnTo>
                  <a:lnTo>
                    <a:pt x="9134" y="51110"/>
                  </a:lnTo>
                  <a:lnTo>
                    <a:pt x="6974" y="51572"/>
                  </a:lnTo>
                  <a:lnTo>
                    <a:pt x="6129" y="51578"/>
                  </a:lnTo>
                  <a:lnTo>
                    <a:pt x="5664" y="51073"/>
                  </a:lnTo>
                  <a:lnTo>
                    <a:pt x="5057" y="47572"/>
                  </a:lnTo>
                  <a:lnTo>
                    <a:pt x="3912" y="46014"/>
                  </a:lnTo>
                  <a:lnTo>
                    <a:pt x="2812" y="45287"/>
                  </a:lnTo>
                  <a:lnTo>
                    <a:pt x="2365" y="45489"/>
                  </a:lnTo>
                  <a:lnTo>
                    <a:pt x="1967" y="47321"/>
                  </a:lnTo>
                  <a:lnTo>
                    <a:pt x="1803" y="48966"/>
                  </a:lnTo>
                  <a:lnTo>
                    <a:pt x="738" y="47838"/>
                  </a:lnTo>
                  <a:lnTo>
                    <a:pt x="418" y="46450"/>
                  </a:lnTo>
                  <a:lnTo>
                    <a:pt x="388" y="44101"/>
                  </a:lnTo>
                  <a:lnTo>
                    <a:pt x="0" y="40883"/>
                  </a:lnTo>
                  <a:lnTo>
                    <a:pt x="215" y="39513"/>
                  </a:lnTo>
                  <a:lnTo>
                    <a:pt x="633" y="38627"/>
                  </a:lnTo>
                  <a:lnTo>
                    <a:pt x="1518" y="36927"/>
                  </a:lnTo>
                  <a:lnTo>
                    <a:pt x="2863" y="34575"/>
                  </a:lnTo>
                  <a:lnTo>
                    <a:pt x="3152" y="33450"/>
                  </a:lnTo>
                  <a:lnTo>
                    <a:pt x="3342" y="31580"/>
                  </a:lnTo>
                  <a:lnTo>
                    <a:pt x="3256" y="27228"/>
                  </a:lnTo>
                  <a:lnTo>
                    <a:pt x="3127" y="23555"/>
                  </a:lnTo>
                  <a:lnTo>
                    <a:pt x="3287" y="22248"/>
                  </a:lnTo>
                  <a:lnTo>
                    <a:pt x="3900" y="19408"/>
                  </a:lnTo>
                  <a:lnTo>
                    <a:pt x="4724" y="16503"/>
                  </a:lnTo>
                  <a:lnTo>
                    <a:pt x="5685" y="13429"/>
                  </a:lnTo>
                  <a:lnTo>
                    <a:pt x="6264" y="13129"/>
                  </a:lnTo>
                  <a:lnTo>
                    <a:pt x="7023" y="11966"/>
                  </a:lnTo>
                  <a:lnTo>
                    <a:pt x="7827" y="10244"/>
                  </a:lnTo>
                  <a:lnTo>
                    <a:pt x="8278" y="9597"/>
                  </a:lnTo>
                  <a:lnTo>
                    <a:pt x="8654" y="9574"/>
                  </a:lnTo>
                  <a:lnTo>
                    <a:pt x="11137" y="8050"/>
                  </a:lnTo>
                  <a:lnTo>
                    <a:pt x="11384" y="8527"/>
                  </a:lnTo>
                  <a:lnTo>
                    <a:pt x="11784" y="11484"/>
                  </a:lnTo>
                  <a:lnTo>
                    <a:pt x="11995" y="11914"/>
                  </a:lnTo>
                  <a:lnTo>
                    <a:pt x="12341" y="12021"/>
                  </a:lnTo>
                  <a:lnTo>
                    <a:pt x="13037" y="11343"/>
                  </a:lnTo>
                  <a:lnTo>
                    <a:pt x="14315" y="9029"/>
                  </a:lnTo>
                  <a:lnTo>
                    <a:pt x="14872" y="7623"/>
                  </a:lnTo>
                  <a:lnTo>
                    <a:pt x="15529" y="5647"/>
                  </a:lnTo>
                  <a:lnTo>
                    <a:pt x="16367" y="3419"/>
                  </a:lnTo>
                  <a:lnTo>
                    <a:pt x="16835" y="1477"/>
                  </a:lnTo>
                  <a:lnTo>
                    <a:pt x="17292" y="340"/>
                  </a:lnTo>
                  <a:lnTo>
                    <a:pt x="17891" y="0"/>
                  </a:lnTo>
                  <a:lnTo>
                    <a:pt x="18554" y="8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4"/>
            <p:cNvSpPr/>
            <p:nvPr/>
          </p:nvSpPr>
          <p:spPr>
            <a:xfrm>
              <a:off x="3002132" y="2816848"/>
              <a:ext cx="96859" cy="202419"/>
            </a:xfrm>
            <a:custGeom>
              <a:avLst/>
              <a:pathLst>
                <a:path w="96859" h="202419">
                  <a:moveTo>
                    <a:pt x="96845" y="10948"/>
                  </a:moveTo>
                  <a:lnTo>
                    <a:pt x="96848" y="15872"/>
                  </a:lnTo>
                  <a:lnTo>
                    <a:pt x="96850" y="21721"/>
                  </a:lnTo>
                  <a:lnTo>
                    <a:pt x="96853" y="27578"/>
                  </a:lnTo>
                  <a:lnTo>
                    <a:pt x="96857" y="34239"/>
                  </a:lnTo>
                  <a:lnTo>
                    <a:pt x="96859" y="40873"/>
                  </a:lnTo>
                  <a:lnTo>
                    <a:pt x="96859" y="45711"/>
                  </a:lnTo>
                  <a:lnTo>
                    <a:pt x="96858" y="49079"/>
                  </a:lnTo>
                  <a:lnTo>
                    <a:pt x="94517" y="49079"/>
                  </a:lnTo>
                  <a:lnTo>
                    <a:pt x="92373" y="49079"/>
                  </a:lnTo>
                  <a:lnTo>
                    <a:pt x="90229" y="49079"/>
                  </a:lnTo>
                  <a:lnTo>
                    <a:pt x="88085" y="49079"/>
                  </a:lnTo>
                  <a:lnTo>
                    <a:pt x="85941" y="49079"/>
                  </a:lnTo>
                  <a:lnTo>
                    <a:pt x="83797" y="49080"/>
                  </a:lnTo>
                  <a:lnTo>
                    <a:pt x="81652" y="49080"/>
                  </a:lnTo>
                  <a:lnTo>
                    <a:pt x="79509" y="49080"/>
                  </a:lnTo>
                  <a:lnTo>
                    <a:pt x="77364" y="49080"/>
                  </a:lnTo>
                  <a:lnTo>
                    <a:pt x="75220" y="49080"/>
                  </a:lnTo>
                  <a:lnTo>
                    <a:pt x="73076" y="49080"/>
                  </a:lnTo>
                  <a:lnTo>
                    <a:pt x="70931" y="49080"/>
                  </a:lnTo>
                  <a:lnTo>
                    <a:pt x="68788" y="49080"/>
                  </a:lnTo>
                  <a:lnTo>
                    <a:pt x="66643" y="49082"/>
                  </a:lnTo>
                  <a:lnTo>
                    <a:pt x="64499" y="49082"/>
                  </a:lnTo>
                  <a:lnTo>
                    <a:pt x="62355" y="49082"/>
                  </a:lnTo>
                  <a:lnTo>
                    <a:pt x="60211" y="49082"/>
                  </a:lnTo>
                  <a:lnTo>
                    <a:pt x="58489" y="49082"/>
                  </a:lnTo>
                  <a:lnTo>
                    <a:pt x="58489" y="52601"/>
                  </a:lnTo>
                  <a:lnTo>
                    <a:pt x="58489" y="56625"/>
                  </a:lnTo>
                  <a:lnTo>
                    <a:pt x="58489" y="60647"/>
                  </a:lnTo>
                  <a:lnTo>
                    <a:pt x="58489" y="64670"/>
                  </a:lnTo>
                  <a:lnTo>
                    <a:pt x="58489" y="68694"/>
                  </a:lnTo>
                  <a:lnTo>
                    <a:pt x="58489" y="72716"/>
                  </a:lnTo>
                  <a:lnTo>
                    <a:pt x="58489" y="76740"/>
                  </a:lnTo>
                  <a:lnTo>
                    <a:pt x="58489" y="80763"/>
                  </a:lnTo>
                  <a:lnTo>
                    <a:pt x="58489" y="84786"/>
                  </a:lnTo>
                  <a:lnTo>
                    <a:pt x="58489" y="88808"/>
                  </a:lnTo>
                  <a:lnTo>
                    <a:pt x="58489" y="92832"/>
                  </a:lnTo>
                  <a:lnTo>
                    <a:pt x="58489" y="96855"/>
                  </a:lnTo>
                  <a:lnTo>
                    <a:pt x="58489" y="100879"/>
                  </a:lnTo>
                  <a:lnTo>
                    <a:pt x="58489" y="104901"/>
                  </a:lnTo>
                  <a:lnTo>
                    <a:pt x="58489" y="108924"/>
                  </a:lnTo>
                  <a:lnTo>
                    <a:pt x="58489" y="112948"/>
                  </a:lnTo>
                  <a:lnTo>
                    <a:pt x="58489" y="116971"/>
                  </a:lnTo>
                  <a:lnTo>
                    <a:pt x="58489" y="120559"/>
                  </a:lnTo>
                  <a:lnTo>
                    <a:pt x="58407" y="123776"/>
                  </a:lnTo>
                  <a:lnTo>
                    <a:pt x="57717" y="124726"/>
                  </a:lnTo>
                  <a:lnTo>
                    <a:pt x="56074" y="126438"/>
                  </a:lnTo>
                  <a:lnTo>
                    <a:pt x="54385" y="128196"/>
                  </a:lnTo>
                  <a:lnTo>
                    <a:pt x="52239" y="129000"/>
                  </a:lnTo>
                  <a:lnTo>
                    <a:pt x="51537" y="129575"/>
                  </a:lnTo>
                  <a:lnTo>
                    <a:pt x="50165" y="131898"/>
                  </a:lnTo>
                  <a:lnTo>
                    <a:pt x="48365" y="134947"/>
                  </a:lnTo>
                  <a:lnTo>
                    <a:pt x="46806" y="137586"/>
                  </a:lnTo>
                  <a:lnTo>
                    <a:pt x="45777" y="141018"/>
                  </a:lnTo>
                  <a:lnTo>
                    <a:pt x="45405" y="142897"/>
                  </a:lnTo>
                  <a:lnTo>
                    <a:pt x="45252" y="144885"/>
                  </a:lnTo>
                  <a:lnTo>
                    <a:pt x="45374" y="146774"/>
                  </a:lnTo>
                  <a:lnTo>
                    <a:pt x="45933" y="150573"/>
                  </a:lnTo>
                  <a:lnTo>
                    <a:pt x="46083" y="152486"/>
                  </a:lnTo>
                  <a:lnTo>
                    <a:pt x="46170" y="155817"/>
                  </a:lnTo>
                  <a:lnTo>
                    <a:pt x="46266" y="159446"/>
                  </a:lnTo>
                  <a:lnTo>
                    <a:pt x="46368" y="163355"/>
                  </a:lnTo>
                  <a:lnTo>
                    <a:pt x="46471" y="167268"/>
                  </a:lnTo>
                  <a:lnTo>
                    <a:pt x="46579" y="171433"/>
                  </a:lnTo>
                  <a:lnTo>
                    <a:pt x="46688" y="175598"/>
                  </a:lnTo>
                  <a:lnTo>
                    <a:pt x="46798" y="179787"/>
                  </a:lnTo>
                  <a:lnTo>
                    <a:pt x="46880" y="182898"/>
                  </a:lnTo>
                  <a:lnTo>
                    <a:pt x="46982" y="186824"/>
                  </a:lnTo>
                  <a:lnTo>
                    <a:pt x="45242" y="186828"/>
                  </a:lnTo>
                  <a:lnTo>
                    <a:pt x="42603" y="186835"/>
                  </a:lnTo>
                  <a:lnTo>
                    <a:pt x="39964" y="186844"/>
                  </a:lnTo>
                  <a:lnTo>
                    <a:pt x="37325" y="186852"/>
                  </a:lnTo>
                  <a:lnTo>
                    <a:pt x="34686" y="186860"/>
                  </a:lnTo>
                  <a:lnTo>
                    <a:pt x="32047" y="186868"/>
                  </a:lnTo>
                  <a:lnTo>
                    <a:pt x="29409" y="186877"/>
                  </a:lnTo>
                  <a:lnTo>
                    <a:pt x="26769" y="186884"/>
                  </a:lnTo>
                  <a:lnTo>
                    <a:pt x="24130" y="186893"/>
                  </a:lnTo>
                  <a:lnTo>
                    <a:pt x="21492" y="186902"/>
                  </a:lnTo>
                  <a:lnTo>
                    <a:pt x="18852" y="186909"/>
                  </a:lnTo>
                  <a:lnTo>
                    <a:pt x="16214" y="186917"/>
                  </a:lnTo>
                  <a:lnTo>
                    <a:pt x="13575" y="186926"/>
                  </a:lnTo>
                  <a:lnTo>
                    <a:pt x="10936" y="186933"/>
                  </a:lnTo>
                  <a:lnTo>
                    <a:pt x="8297" y="186942"/>
                  </a:lnTo>
                  <a:lnTo>
                    <a:pt x="5659" y="186951"/>
                  </a:lnTo>
                  <a:lnTo>
                    <a:pt x="3020" y="186958"/>
                  </a:lnTo>
                  <a:lnTo>
                    <a:pt x="1544" y="186962"/>
                  </a:lnTo>
                  <a:lnTo>
                    <a:pt x="1068" y="192482"/>
                  </a:lnTo>
                  <a:lnTo>
                    <a:pt x="649" y="196454"/>
                  </a:lnTo>
                  <a:lnTo>
                    <a:pt x="400" y="199681"/>
                  </a:lnTo>
                  <a:lnTo>
                    <a:pt x="583" y="202419"/>
                  </a:lnTo>
                  <a:lnTo>
                    <a:pt x="0" y="200920"/>
                  </a:lnTo>
                  <a:lnTo>
                    <a:pt x="1026" y="185548"/>
                  </a:lnTo>
                  <a:lnTo>
                    <a:pt x="1102" y="184258"/>
                  </a:lnTo>
                  <a:lnTo>
                    <a:pt x="1699" y="183977"/>
                  </a:lnTo>
                  <a:lnTo>
                    <a:pt x="4232" y="182794"/>
                  </a:lnTo>
                  <a:lnTo>
                    <a:pt x="5958" y="182476"/>
                  </a:lnTo>
                  <a:lnTo>
                    <a:pt x="10448" y="182476"/>
                  </a:lnTo>
                  <a:lnTo>
                    <a:pt x="12172" y="181899"/>
                  </a:lnTo>
                  <a:lnTo>
                    <a:pt x="13555" y="181899"/>
                  </a:lnTo>
                  <a:lnTo>
                    <a:pt x="15511" y="182188"/>
                  </a:lnTo>
                  <a:lnTo>
                    <a:pt x="17123" y="182794"/>
                  </a:lnTo>
                  <a:lnTo>
                    <a:pt x="18848" y="183371"/>
                  </a:lnTo>
                  <a:lnTo>
                    <a:pt x="20804" y="183371"/>
                  </a:lnTo>
                  <a:lnTo>
                    <a:pt x="22416" y="183660"/>
                  </a:lnTo>
                  <a:lnTo>
                    <a:pt x="24484" y="183660"/>
                  </a:lnTo>
                  <a:lnTo>
                    <a:pt x="25984" y="183371"/>
                  </a:lnTo>
                  <a:lnTo>
                    <a:pt x="27018" y="181899"/>
                  </a:lnTo>
                  <a:lnTo>
                    <a:pt x="27940" y="178956"/>
                  </a:lnTo>
                  <a:lnTo>
                    <a:pt x="28282" y="176590"/>
                  </a:lnTo>
                  <a:lnTo>
                    <a:pt x="28631" y="174512"/>
                  </a:lnTo>
                  <a:lnTo>
                    <a:pt x="28513" y="172434"/>
                  </a:lnTo>
                  <a:lnTo>
                    <a:pt x="28400" y="171251"/>
                  </a:lnTo>
                  <a:lnTo>
                    <a:pt x="28974" y="169780"/>
                  </a:lnTo>
                  <a:lnTo>
                    <a:pt x="29665" y="167412"/>
                  </a:lnTo>
                  <a:lnTo>
                    <a:pt x="30357" y="165942"/>
                  </a:lnTo>
                  <a:lnTo>
                    <a:pt x="30586" y="164759"/>
                  </a:lnTo>
                  <a:lnTo>
                    <a:pt x="31278" y="163575"/>
                  </a:lnTo>
                  <a:lnTo>
                    <a:pt x="32081" y="161498"/>
                  </a:lnTo>
                  <a:lnTo>
                    <a:pt x="32542" y="160026"/>
                  </a:lnTo>
                  <a:lnTo>
                    <a:pt x="33115" y="157977"/>
                  </a:lnTo>
                  <a:lnTo>
                    <a:pt x="33233" y="156188"/>
                  </a:lnTo>
                  <a:lnTo>
                    <a:pt x="33464" y="153822"/>
                  </a:lnTo>
                  <a:lnTo>
                    <a:pt x="33464" y="149695"/>
                  </a:lnTo>
                  <a:lnTo>
                    <a:pt x="33694" y="144674"/>
                  </a:lnTo>
                  <a:lnTo>
                    <a:pt x="34037" y="141414"/>
                  </a:lnTo>
                  <a:lnTo>
                    <a:pt x="34267" y="138759"/>
                  </a:lnTo>
                  <a:lnTo>
                    <a:pt x="34497" y="134632"/>
                  </a:lnTo>
                  <a:lnTo>
                    <a:pt x="35189" y="127534"/>
                  </a:lnTo>
                  <a:lnTo>
                    <a:pt x="35419" y="125456"/>
                  </a:lnTo>
                  <a:lnTo>
                    <a:pt x="35880" y="122224"/>
                  </a:lnTo>
                  <a:lnTo>
                    <a:pt x="36453" y="119252"/>
                  </a:lnTo>
                  <a:lnTo>
                    <a:pt x="36914" y="117174"/>
                  </a:lnTo>
                  <a:lnTo>
                    <a:pt x="37493" y="115414"/>
                  </a:lnTo>
                  <a:lnTo>
                    <a:pt x="38296" y="114231"/>
                  </a:lnTo>
                  <a:lnTo>
                    <a:pt x="39561" y="113048"/>
                  </a:lnTo>
                  <a:lnTo>
                    <a:pt x="40482" y="111865"/>
                  </a:lnTo>
                  <a:lnTo>
                    <a:pt x="41634" y="110681"/>
                  </a:lnTo>
                  <a:lnTo>
                    <a:pt x="42668" y="109787"/>
                  </a:lnTo>
                  <a:lnTo>
                    <a:pt x="43590" y="108604"/>
                  </a:lnTo>
                  <a:lnTo>
                    <a:pt x="43937" y="107450"/>
                  </a:lnTo>
                  <a:lnTo>
                    <a:pt x="44511" y="105372"/>
                  </a:lnTo>
                  <a:lnTo>
                    <a:pt x="45314" y="101534"/>
                  </a:lnTo>
                  <a:lnTo>
                    <a:pt x="45775" y="99168"/>
                  </a:lnTo>
                  <a:lnTo>
                    <a:pt x="46466" y="96195"/>
                  </a:lnTo>
                  <a:lnTo>
                    <a:pt x="47270" y="94147"/>
                  </a:lnTo>
                  <a:lnTo>
                    <a:pt x="47769" y="93350"/>
                  </a:lnTo>
                  <a:lnTo>
                    <a:pt x="48191" y="92675"/>
                  </a:lnTo>
                  <a:lnTo>
                    <a:pt x="49231" y="91174"/>
                  </a:lnTo>
                  <a:lnTo>
                    <a:pt x="50495" y="89414"/>
                  </a:lnTo>
                  <a:lnTo>
                    <a:pt x="51417" y="87943"/>
                  </a:lnTo>
                  <a:lnTo>
                    <a:pt x="52220" y="86442"/>
                  </a:lnTo>
                  <a:lnTo>
                    <a:pt x="52911" y="85288"/>
                  </a:lnTo>
                  <a:lnTo>
                    <a:pt x="53715" y="83499"/>
                  </a:lnTo>
                  <a:lnTo>
                    <a:pt x="54063" y="82027"/>
                  </a:lnTo>
                  <a:lnTo>
                    <a:pt x="54524" y="79372"/>
                  </a:lnTo>
                  <a:lnTo>
                    <a:pt x="55098" y="75217"/>
                  </a:lnTo>
                  <a:lnTo>
                    <a:pt x="55558" y="70803"/>
                  </a:lnTo>
                  <a:lnTo>
                    <a:pt x="56019" y="66069"/>
                  </a:lnTo>
                  <a:lnTo>
                    <a:pt x="56362" y="63126"/>
                  </a:lnTo>
                  <a:lnTo>
                    <a:pt x="56710" y="59577"/>
                  </a:lnTo>
                  <a:lnTo>
                    <a:pt x="57171" y="56893"/>
                  </a:lnTo>
                  <a:lnTo>
                    <a:pt x="57514" y="53950"/>
                  </a:lnTo>
                  <a:lnTo>
                    <a:pt x="57744" y="52766"/>
                  </a:lnTo>
                  <a:lnTo>
                    <a:pt x="57744" y="51295"/>
                  </a:lnTo>
                  <a:lnTo>
                    <a:pt x="57975" y="49217"/>
                  </a:lnTo>
                  <a:lnTo>
                    <a:pt x="58023" y="49054"/>
                  </a:lnTo>
                  <a:lnTo>
                    <a:pt x="58323" y="48034"/>
                  </a:lnTo>
                  <a:lnTo>
                    <a:pt x="59127" y="47457"/>
                  </a:lnTo>
                  <a:lnTo>
                    <a:pt x="60048" y="46851"/>
                  </a:lnTo>
                  <a:lnTo>
                    <a:pt x="61497" y="46389"/>
                  </a:lnTo>
                  <a:lnTo>
                    <a:pt x="61919" y="45870"/>
                  </a:lnTo>
                  <a:lnTo>
                    <a:pt x="62138" y="44138"/>
                  </a:lnTo>
                  <a:lnTo>
                    <a:pt x="62307" y="42638"/>
                  </a:lnTo>
                  <a:lnTo>
                    <a:pt x="62852" y="40214"/>
                  </a:lnTo>
                  <a:lnTo>
                    <a:pt x="63464" y="38281"/>
                  </a:lnTo>
                  <a:lnTo>
                    <a:pt x="63819" y="37097"/>
                  </a:lnTo>
                  <a:lnTo>
                    <a:pt x="64296" y="35049"/>
                  </a:lnTo>
                  <a:lnTo>
                    <a:pt x="64768" y="33577"/>
                  </a:lnTo>
                  <a:lnTo>
                    <a:pt x="65583" y="31701"/>
                  </a:lnTo>
                  <a:lnTo>
                    <a:pt x="66296" y="30230"/>
                  </a:lnTo>
                  <a:lnTo>
                    <a:pt x="66538" y="28729"/>
                  </a:lnTo>
                  <a:lnTo>
                    <a:pt x="66538" y="26940"/>
                  </a:lnTo>
                  <a:lnTo>
                    <a:pt x="66027" y="25497"/>
                  </a:lnTo>
                  <a:lnTo>
                    <a:pt x="65667" y="22842"/>
                  </a:lnTo>
                  <a:lnTo>
                    <a:pt x="67151" y="22034"/>
                  </a:lnTo>
                  <a:lnTo>
                    <a:pt x="68454" y="21140"/>
                  </a:lnTo>
                  <a:lnTo>
                    <a:pt x="69646" y="20274"/>
                  </a:lnTo>
                  <a:lnTo>
                    <a:pt x="71073" y="19091"/>
                  </a:lnTo>
                  <a:lnTo>
                    <a:pt x="72140" y="19091"/>
                  </a:lnTo>
                  <a:lnTo>
                    <a:pt x="72972" y="18802"/>
                  </a:lnTo>
                  <a:lnTo>
                    <a:pt x="74164" y="19380"/>
                  </a:lnTo>
                  <a:lnTo>
                    <a:pt x="75349" y="19668"/>
                  </a:lnTo>
                  <a:lnTo>
                    <a:pt x="76181" y="20563"/>
                  </a:lnTo>
                  <a:lnTo>
                    <a:pt x="77608" y="22323"/>
                  </a:lnTo>
                  <a:lnTo>
                    <a:pt x="78799" y="23506"/>
                  </a:lnTo>
                  <a:lnTo>
                    <a:pt x="79512" y="23506"/>
                  </a:lnTo>
                  <a:lnTo>
                    <a:pt x="80277" y="22929"/>
                  </a:lnTo>
                  <a:lnTo>
                    <a:pt x="80923" y="22092"/>
                  </a:lnTo>
                  <a:lnTo>
                    <a:pt x="81316" y="22034"/>
                  </a:lnTo>
                  <a:lnTo>
                    <a:pt x="81912" y="22640"/>
                  </a:lnTo>
                  <a:lnTo>
                    <a:pt x="82840" y="23823"/>
                  </a:lnTo>
                  <a:lnTo>
                    <a:pt x="83789" y="23823"/>
                  </a:lnTo>
                  <a:lnTo>
                    <a:pt x="84738" y="23506"/>
                  </a:lnTo>
                  <a:lnTo>
                    <a:pt x="85452" y="22034"/>
                  </a:lnTo>
                  <a:lnTo>
                    <a:pt x="86643" y="19668"/>
                  </a:lnTo>
                  <a:lnTo>
                    <a:pt x="87593" y="17908"/>
                  </a:lnTo>
                  <a:lnTo>
                    <a:pt x="88448" y="16782"/>
                  </a:lnTo>
                  <a:lnTo>
                    <a:pt x="89139" y="16494"/>
                  </a:lnTo>
                  <a:lnTo>
                    <a:pt x="89914" y="16494"/>
                  </a:lnTo>
                  <a:lnTo>
                    <a:pt x="90802" y="16436"/>
                  </a:lnTo>
                  <a:lnTo>
                    <a:pt x="92229" y="16725"/>
                  </a:lnTo>
                  <a:lnTo>
                    <a:pt x="93179" y="16725"/>
                  </a:lnTo>
                  <a:lnTo>
                    <a:pt x="94477" y="16321"/>
                  </a:lnTo>
                  <a:lnTo>
                    <a:pt x="95561" y="15830"/>
                  </a:lnTo>
                  <a:lnTo>
                    <a:pt x="96033" y="14936"/>
                  </a:lnTo>
                  <a:lnTo>
                    <a:pt x="96033" y="13752"/>
                  </a:lnTo>
                  <a:lnTo>
                    <a:pt x="95797" y="11992"/>
                  </a:lnTo>
                  <a:lnTo>
                    <a:pt x="95539" y="10290"/>
                  </a:lnTo>
                  <a:lnTo>
                    <a:pt x="95471" y="8731"/>
                  </a:lnTo>
                  <a:lnTo>
                    <a:pt x="95629" y="7088"/>
                  </a:lnTo>
                  <a:lnTo>
                    <a:pt x="95797" y="5788"/>
                  </a:lnTo>
                  <a:lnTo>
                    <a:pt x="95680" y="3710"/>
                  </a:lnTo>
                  <a:lnTo>
                    <a:pt x="95342" y="1258"/>
                  </a:lnTo>
                  <a:lnTo>
                    <a:pt x="95297" y="0"/>
                  </a:lnTo>
                  <a:lnTo>
                    <a:pt x="96845" y="0"/>
                  </a:lnTo>
                  <a:lnTo>
                    <a:pt x="96845" y="491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5"/>
            <p:cNvSpPr/>
            <p:nvPr/>
          </p:nvSpPr>
          <p:spPr>
            <a:xfrm>
              <a:off x="3679667" y="3131661"/>
              <a:ext cx="4538" cy="12760"/>
            </a:xfrm>
            <a:custGeom>
              <a:avLst/>
              <a:pathLst>
                <a:path w="4538" h="12760">
                  <a:moveTo>
                    <a:pt x="2435" y="8478"/>
                  </a:moveTo>
                  <a:lnTo>
                    <a:pt x="3325" y="8642"/>
                  </a:lnTo>
                  <a:lnTo>
                    <a:pt x="2959" y="7700"/>
                  </a:lnTo>
                  <a:lnTo>
                    <a:pt x="2880" y="7235"/>
                  </a:lnTo>
                  <a:lnTo>
                    <a:pt x="3266" y="5880"/>
                  </a:lnTo>
                  <a:lnTo>
                    <a:pt x="4538" y="8684"/>
                  </a:lnTo>
                  <a:lnTo>
                    <a:pt x="4500" y="12001"/>
                  </a:lnTo>
                  <a:lnTo>
                    <a:pt x="4393" y="12760"/>
                  </a:lnTo>
                  <a:lnTo>
                    <a:pt x="4046" y="12047"/>
                  </a:lnTo>
                  <a:lnTo>
                    <a:pt x="3824" y="11349"/>
                  </a:lnTo>
                  <a:lnTo>
                    <a:pt x="3754" y="10596"/>
                  </a:lnTo>
                  <a:lnTo>
                    <a:pt x="3402" y="9782"/>
                  </a:lnTo>
                  <a:lnTo>
                    <a:pt x="2164" y="10314"/>
                  </a:lnTo>
                  <a:lnTo>
                    <a:pt x="1394" y="9404"/>
                  </a:lnTo>
                  <a:lnTo>
                    <a:pt x="293" y="6612"/>
                  </a:lnTo>
                  <a:lnTo>
                    <a:pt x="0" y="4599"/>
                  </a:lnTo>
                  <a:lnTo>
                    <a:pt x="460" y="4207"/>
                  </a:lnTo>
                  <a:lnTo>
                    <a:pt x="945" y="3239"/>
                  </a:lnTo>
                  <a:lnTo>
                    <a:pt x="1253" y="1646"/>
                  </a:lnTo>
                  <a:lnTo>
                    <a:pt x="971" y="0"/>
                  </a:lnTo>
                  <a:lnTo>
                    <a:pt x="1625" y="262"/>
                  </a:lnTo>
                  <a:lnTo>
                    <a:pt x="1977" y="1953"/>
                  </a:lnTo>
                  <a:lnTo>
                    <a:pt x="2046" y="5800"/>
                  </a:lnTo>
                  <a:lnTo>
                    <a:pt x="2145" y="6615"/>
                  </a:lnTo>
                  <a:lnTo>
                    <a:pt x="1963" y="74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6"/>
            <p:cNvSpPr/>
            <p:nvPr/>
          </p:nvSpPr>
          <p:spPr>
            <a:xfrm>
              <a:off x="3618999" y="2874993"/>
              <a:ext cx="5184" cy="9032"/>
            </a:xfrm>
            <a:custGeom>
              <a:avLst/>
              <a:pathLst>
                <a:path w="5184" h="9032">
                  <a:moveTo>
                    <a:pt x="4572" y="9032"/>
                  </a:moveTo>
                  <a:lnTo>
                    <a:pt x="4268" y="9032"/>
                  </a:lnTo>
                  <a:lnTo>
                    <a:pt x="3461" y="7032"/>
                  </a:lnTo>
                  <a:lnTo>
                    <a:pt x="2987" y="5559"/>
                  </a:lnTo>
                  <a:lnTo>
                    <a:pt x="2506" y="4570"/>
                  </a:lnTo>
                  <a:lnTo>
                    <a:pt x="298" y="2575"/>
                  </a:lnTo>
                  <a:lnTo>
                    <a:pt x="0" y="1288"/>
                  </a:lnTo>
                  <a:lnTo>
                    <a:pt x="337" y="0"/>
                  </a:lnTo>
                  <a:lnTo>
                    <a:pt x="573" y="1281"/>
                  </a:lnTo>
                  <a:lnTo>
                    <a:pt x="972" y="2035"/>
                  </a:lnTo>
                  <a:lnTo>
                    <a:pt x="2799" y="3840"/>
                  </a:lnTo>
                  <a:lnTo>
                    <a:pt x="4834" y="7776"/>
                  </a:lnTo>
                  <a:lnTo>
                    <a:pt x="5184" y="80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7"/>
            <p:cNvSpPr/>
            <p:nvPr/>
          </p:nvSpPr>
          <p:spPr>
            <a:xfrm>
              <a:off x="3619456" y="2870064"/>
              <a:ext cx="594" cy="4618"/>
            </a:xfrm>
            <a:custGeom>
              <a:avLst/>
              <a:pathLst>
                <a:path w="594" h="4618">
                  <a:moveTo>
                    <a:pt x="593" y="4217"/>
                  </a:moveTo>
                  <a:lnTo>
                    <a:pt x="485" y="4618"/>
                  </a:lnTo>
                  <a:lnTo>
                    <a:pt x="0" y="3582"/>
                  </a:lnTo>
                  <a:lnTo>
                    <a:pt x="29" y="1297"/>
                  </a:lnTo>
                  <a:lnTo>
                    <a:pt x="446" y="0"/>
                  </a:lnTo>
                  <a:lnTo>
                    <a:pt x="413" y="1776"/>
                  </a:lnTo>
                  <a:lnTo>
                    <a:pt x="594" y="35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8"/>
            <p:cNvSpPr/>
            <p:nvPr/>
          </p:nvSpPr>
          <p:spPr>
            <a:xfrm>
              <a:off x="3597271" y="2684821"/>
              <a:ext cx="241954" cy="465478"/>
            </a:xfrm>
            <a:custGeom>
              <a:avLst/>
              <a:pathLst>
                <a:path w="241954" h="465478">
                  <a:moveTo>
                    <a:pt x="137121" y="89482"/>
                  </a:moveTo>
                  <a:lnTo>
                    <a:pt x="139346" y="90121"/>
                  </a:lnTo>
                  <a:lnTo>
                    <a:pt x="142308" y="90977"/>
                  </a:lnTo>
                  <a:lnTo>
                    <a:pt x="144110" y="91552"/>
                  </a:lnTo>
                  <a:lnTo>
                    <a:pt x="147498" y="92635"/>
                  </a:lnTo>
                  <a:lnTo>
                    <a:pt x="148512" y="97117"/>
                  </a:lnTo>
                  <a:lnTo>
                    <a:pt x="148879" y="100258"/>
                  </a:lnTo>
                  <a:lnTo>
                    <a:pt x="149223" y="103319"/>
                  </a:lnTo>
                  <a:lnTo>
                    <a:pt x="150238" y="106121"/>
                  </a:lnTo>
                  <a:lnTo>
                    <a:pt x="152548" y="106053"/>
                  </a:lnTo>
                  <a:lnTo>
                    <a:pt x="154592" y="105992"/>
                  </a:lnTo>
                  <a:lnTo>
                    <a:pt x="157114" y="105903"/>
                  </a:lnTo>
                  <a:lnTo>
                    <a:pt x="159113" y="105832"/>
                  </a:lnTo>
                  <a:lnTo>
                    <a:pt x="159758" y="108611"/>
                  </a:lnTo>
                  <a:lnTo>
                    <a:pt x="160040" y="111384"/>
                  </a:lnTo>
                  <a:lnTo>
                    <a:pt x="161229" y="117958"/>
                  </a:lnTo>
                  <a:lnTo>
                    <a:pt x="162925" y="123084"/>
                  </a:lnTo>
                  <a:lnTo>
                    <a:pt x="163331" y="124951"/>
                  </a:lnTo>
                  <a:lnTo>
                    <a:pt x="163605" y="127764"/>
                  </a:lnTo>
                  <a:lnTo>
                    <a:pt x="163311" y="128811"/>
                  </a:lnTo>
                  <a:lnTo>
                    <a:pt x="163195" y="130021"/>
                  </a:lnTo>
                  <a:lnTo>
                    <a:pt x="164452" y="132836"/>
                  </a:lnTo>
                  <a:lnTo>
                    <a:pt x="166529" y="135214"/>
                  </a:lnTo>
                  <a:lnTo>
                    <a:pt x="167342" y="135815"/>
                  </a:lnTo>
                  <a:lnTo>
                    <a:pt x="168262" y="136864"/>
                  </a:lnTo>
                  <a:lnTo>
                    <a:pt x="167544" y="138492"/>
                  </a:lnTo>
                  <a:lnTo>
                    <a:pt x="168769" y="142249"/>
                  </a:lnTo>
                  <a:lnTo>
                    <a:pt x="170193" y="146077"/>
                  </a:lnTo>
                  <a:lnTo>
                    <a:pt x="171717" y="146940"/>
                  </a:lnTo>
                  <a:lnTo>
                    <a:pt x="173775" y="152728"/>
                  </a:lnTo>
                  <a:lnTo>
                    <a:pt x="176877" y="156480"/>
                  </a:lnTo>
                  <a:lnTo>
                    <a:pt x="178761" y="161392"/>
                  </a:lnTo>
                  <a:lnTo>
                    <a:pt x="178587" y="161485"/>
                  </a:lnTo>
                  <a:lnTo>
                    <a:pt x="178034" y="160986"/>
                  </a:lnTo>
                  <a:lnTo>
                    <a:pt x="177341" y="160312"/>
                  </a:lnTo>
                  <a:lnTo>
                    <a:pt x="177130" y="160923"/>
                  </a:lnTo>
                  <a:lnTo>
                    <a:pt x="177167" y="162984"/>
                  </a:lnTo>
                  <a:lnTo>
                    <a:pt x="177352" y="165405"/>
                  </a:lnTo>
                  <a:lnTo>
                    <a:pt x="178312" y="167500"/>
                  </a:lnTo>
                  <a:lnTo>
                    <a:pt x="179166" y="169008"/>
                  </a:lnTo>
                  <a:lnTo>
                    <a:pt x="179498" y="171857"/>
                  </a:lnTo>
                  <a:lnTo>
                    <a:pt x="178826" y="178002"/>
                  </a:lnTo>
                  <a:lnTo>
                    <a:pt x="178594" y="177998"/>
                  </a:lnTo>
                  <a:lnTo>
                    <a:pt x="178142" y="177465"/>
                  </a:lnTo>
                  <a:lnTo>
                    <a:pt x="177657" y="177343"/>
                  </a:lnTo>
                  <a:lnTo>
                    <a:pt x="177401" y="177693"/>
                  </a:lnTo>
                  <a:lnTo>
                    <a:pt x="177970" y="182114"/>
                  </a:lnTo>
                  <a:lnTo>
                    <a:pt x="178536" y="185505"/>
                  </a:lnTo>
                  <a:lnTo>
                    <a:pt x="179220" y="188189"/>
                  </a:lnTo>
                  <a:lnTo>
                    <a:pt x="179787" y="192117"/>
                  </a:lnTo>
                  <a:lnTo>
                    <a:pt x="180274" y="193794"/>
                  </a:lnTo>
                  <a:lnTo>
                    <a:pt x="182275" y="197969"/>
                  </a:lnTo>
                  <a:lnTo>
                    <a:pt x="182889" y="201460"/>
                  </a:lnTo>
                  <a:lnTo>
                    <a:pt x="183458" y="207961"/>
                  </a:lnTo>
                  <a:lnTo>
                    <a:pt x="184712" y="211591"/>
                  </a:lnTo>
                  <a:lnTo>
                    <a:pt x="185387" y="214382"/>
                  </a:lnTo>
                  <a:lnTo>
                    <a:pt x="186294" y="216749"/>
                  </a:lnTo>
                  <a:lnTo>
                    <a:pt x="186884" y="219988"/>
                  </a:lnTo>
                  <a:lnTo>
                    <a:pt x="187720" y="222486"/>
                  </a:lnTo>
                  <a:lnTo>
                    <a:pt x="188154" y="223112"/>
                  </a:lnTo>
                  <a:lnTo>
                    <a:pt x="188807" y="223369"/>
                  </a:lnTo>
                  <a:lnTo>
                    <a:pt x="189620" y="223386"/>
                  </a:lnTo>
                  <a:lnTo>
                    <a:pt x="190594" y="222734"/>
                  </a:lnTo>
                  <a:lnTo>
                    <a:pt x="191629" y="222128"/>
                  </a:lnTo>
                  <a:lnTo>
                    <a:pt x="192440" y="223395"/>
                  </a:lnTo>
                  <a:lnTo>
                    <a:pt x="193278" y="223204"/>
                  </a:lnTo>
                  <a:lnTo>
                    <a:pt x="193360" y="224382"/>
                  </a:lnTo>
                  <a:lnTo>
                    <a:pt x="192802" y="225979"/>
                  </a:lnTo>
                  <a:lnTo>
                    <a:pt x="192111" y="230013"/>
                  </a:lnTo>
                  <a:lnTo>
                    <a:pt x="193093" y="230649"/>
                  </a:lnTo>
                  <a:lnTo>
                    <a:pt x="194032" y="230964"/>
                  </a:lnTo>
                  <a:lnTo>
                    <a:pt x="194699" y="231610"/>
                  </a:lnTo>
                  <a:lnTo>
                    <a:pt x="195086" y="231615"/>
                  </a:lnTo>
                  <a:lnTo>
                    <a:pt x="195086" y="232450"/>
                  </a:lnTo>
                  <a:lnTo>
                    <a:pt x="195130" y="236279"/>
                  </a:lnTo>
                  <a:lnTo>
                    <a:pt x="195365" y="237741"/>
                  </a:lnTo>
                  <a:lnTo>
                    <a:pt x="195787" y="239037"/>
                  </a:lnTo>
                  <a:lnTo>
                    <a:pt x="196421" y="240971"/>
                  </a:lnTo>
                  <a:lnTo>
                    <a:pt x="197054" y="242908"/>
                  </a:lnTo>
                  <a:lnTo>
                    <a:pt x="197686" y="244844"/>
                  </a:lnTo>
                  <a:lnTo>
                    <a:pt x="198320" y="246779"/>
                  </a:lnTo>
                  <a:lnTo>
                    <a:pt x="198953" y="248714"/>
                  </a:lnTo>
                  <a:lnTo>
                    <a:pt x="199587" y="250650"/>
                  </a:lnTo>
                  <a:lnTo>
                    <a:pt x="200220" y="252586"/>
                  </a:lnTo>
                  <a:lnTo>
                    <a:pt x="200852" y="254521"/>
                  </a:lnTo>
                  <a:lnTo>
                    <a:pt x="201486" y="256457"/>
                  </a:lnTo>
                  <a:lnTo>
                    <a:pt x="202119" y="258392"/>
                  </a:lnTo>
                  <a:lnTo>
                    <a:pt x="202753" y="260328"/>
                  </a:lnTo>
                  <a:lnTo>
                    <a:pt x="203385" y="262263"/>
                  </a:lnTo>
                  <a:lnTo>
                    <a:pt x="204018" y="264198"/>
                  </a:lnTo>
                  <a:lnTo>
                    <a:pt x="204652" y="266134"/>
                  </a:lnTo>
                  <a:lnTo>
                    <a:pt x="205285" y="268070"/>
                  </a:lnTo>
                  <a:lnTo>
                    <a:pt x="205917" y="270005"/>
                  </a:lnTo>
                  <a:lnTo>
                    <a:pt x="206441" y="271605"/>
                  </a:lnTo>
                  <a:lnTo>
                    <a:pt x="207409" y="271910"/>
                  </a:lnTo>
                  <a:lnTo>
                    <a:pt x="207717" y="272005"/>
                  </a:lnTo>
                  <a:lnTo>
                    <a:pt x="208588" y="272279"/>
                  </a:lnTo>
                  <a:lnTo>
                    <a:pt x="209942" y="272705"/>
                  </a:lnTo>
                  <a:lnTo>
                    <a:pt x="211698" y="273255"/>
                  </a:lnTo>
                  <a:lnTo>
                    <a:pt x="213775" y="273907"/>
                  </a:lnTo>
                  <a:lnTo>
                    <a:pt x="216096" y="274634"/>
                  </a:lnTo>
                  <a:lnTo>
                    <a:pt x="218576" y="275412"/>
                  </a:lnTo>
                  <a:lnTo>
                    <a:pt x="221137" y="276215"/>
                  </a:lnTo>
                  <a:lnTo>
                    <a:pt x="223698" y="277017"/>
                  </a:lnTo>
                  <a:lnTo>
                    <a:pt x="226178" y="277795"/>
                  </a:lnTo>
                  <a:lnTo>
                    <a:pt x="228497" y="278522"/>
                  </a:lnTo>
                  <a:lnTo>
                    <a:pt x="230575" y="279174"/>
                  </a:lnTo>
                  <a:lnTo>
                    <a:pt x="232332" y="279726"/>
                  </a:lnTo>
                  <a:lnTo>
                    <a:pt x="233685" y="280150"/>
                  </a:lnTo>
                  <a:lnTo>
                    <a:pt x="234557" y="280424"/>
                  </a:lnTo>
                  <a:lnTo>
                    <a:pt x="234865" y="280519"/>
                  </a:lnTo>
                  <a:lnTo>
                    <a:pt x="235778" y="280805"/>
                  </a:lnTo>
                  <a:lnTo>
                    <a:pt x="235952" y="280733"/>
                  </a:lnTo>
                  <a:lnTo>
                    <a:pt x="236716" y="278364"/>
                  </a:lnTo>
                  <a:lnTo>
                    <a:pt x="237561" y="281708"/>
                  </a:lnTo>
                  <a:lnTo>
                    <a:pt x="238261" y="284486"/>
                  </a:lnTo>
                  <a:lnTo>
                    <a:pt x="239224" y="288300"/>
                  </a:lnTo>
                  <a:lnTo>
                    <a:pt x="240248" y="292353"/>
                  </a:lnTo>
                  <a:lnTo>
                    <a:pt x="241226" y="296229"/>
                  </a:lnTo>
                  <a:lnTo>
                    <a:pt x="241954" y="299114"/>
                  </a:lnTo>
                  <a:lnTo>
                    <a:pt x="241568" y="302113"/>
                  </a:lnTo>
                  <a:lnTo>
                    <a:pt x="241146" y="305383"/>
                  </a:lnTo>
                  <a:lnTo>
                    <a:pt x="240725" y="308654"/>
                  </a:lnTo>
                  <a:lnTo>
                    <a:pt x="240303" y="311925"/>
                  </a:lnTo>
                  <a:lnTo>
                    <a:pt x="239882" y="315196"/>
                  </a:lnTo>
                  <a:lnTo>
                    <a:pt x="239460" y="318467"/>
                  </a:lnTo>
                  <a:lnTo>
                    <a:pt x="239039" y="321738"/>
                  </a:lnTo>
                  <a:lnTo>
                    <a:pt x="238618" y="325009"/>
                  </a:lnTo>
                  <a:lnTo>
                    <a:pt x="238196" y="328281"/>
                  </a:lnTo>
                  <a:lnTo>
                    <a:pt x="237776" y="331552"/>
                  </a:lnTo>
                  <a:lnTo>
                    <a:pt x="237353" y="334823"/>
                  </a:lnTo>
                  <a:lnTo>
                    <a:pt x="236932" y="338094"/>
                  </a:lnTo>
                  <a:lnTo>
                    <a:pt x="236512" y="341365"/>
                  </a:lnTo>
                  <a:lnTo>
                    <a:pt x="236090" y="344635"/>
                  </a:lnTo>
                  <a:lnTo>
                    <a:pt x="235668" y="347906"/>
                  </a:lnTo>
                  <a:lnTo>
                    <a:pt x="235247" y="351177"/>
                  </a:lnTo>
                  <a:lnTo>
                    <a:pt x="234825" y="354448"/>
                  </a:lnTo>
                  <a:lnTo>
                    <a:pt x="234317" y="358387"/>
                  </a:lnTo>
                  <a:lnTo>
                    <a:pt x="233094" y="359434"/>
                  </a:lnTo>
                  <a:lnTo>
                    <a:pt x="231114" y="361130"/>
                  </a:lnTo>
                  <a:lnTo>
                    <a:pt x="229135" y="362824"/>
                  </a:lnTo>
                  <a:lnTo>
                    <a:pt x="227154" y="364518"/>
                  </a:lnTo>
                  <a:lnTo>
                    <a:pt x="225175" y="366211"/>
                  </a:lnTo>
                  <a:lnTo>
                    <a:pt x="223195" y="367905"/>
                  </a:lnTo>
                  <a:lnTo>
                    <a:pt x="221215" y="369599"/>
                  </a:lnTo>
                  <a:lnTo>
                    <a:pt x="219236" y="371294"/>
                  </a:lnTo>
                  <a:lnTo>
                    <a:pt x="217256" y="372988"/>
                  </a:lnTo>
                  <a:lnTo>
                    <a:pt x="215277" y="374682"/>
                  </a:lnTo>
                  <a:lnTo>
                    <a:pt x="213296" y="376376"/>
                  </a:lnTo>
                  <a:lnTo>
                    <a:pt x="211316" y="378071"/>
                  </a:lnTo>
                  <a:lnTo>
                    <a:pt x="209337" y="379765"/>
                  </a:lnTo>
                  <a:lnTo>
                    <a:pt x="207357" y="381459"/>
                  </a:lnTo>
                  <a:lnTo>
                    <a:pt x="205378" y="383153"/>
                  </a:lnTo>
                  <a:lnTo>
                    <a:pt x="203398" y="384847"/>
                  </a:lnTo>
                  <a:lnTo>
                    <a:pt x="201418" y="386541"/>
                  </a:lnTo>
                  <a:lnTo>
                    <a:pt x="199796" y="387930"/>
                  </a:lnTo>
                  <a:lnTo>
                    <a:pt x="197095" y="388864"/>
                  </a:lnTo>
                  <a:lnTo>
                    <a:pt x="194471" y="389770"/>
                  </a:lnTo>
                  <a:lnTo>
                    <a:pt x="191519" y="390790"/>
                  </a:lnTo>
                  <a:lnTo>
                    <a:pt x="187970" y="392016"/>
                  </a:lnTo>
                  <a:lnTo>
                    <a:pt x="185187" y="392979"/>
                  </a:lnTo>
                  <a:lnTo>
                    <a:pt x="181126" y="394383"/>
                  </a:lnTo>
                  <a:lnTo>
                    <a:pt x="177486" y="395639"/>
                  </a:lnTo>
                  <a:lnTo>
                    <a:pt x="174069" y="396820"/>
                  </a:lnTo>
                  <a:lnTo>
                    <a:pt x="170651" y="398001"/>
                  </a:lnTo>
                  <a:lnTo>
                    <a:pt x="167743" y="399005"/>
                  </a:lnTo>
                  <a:lnTo>
                    <a:pt x="166012" y="400174"/>
                  </a:lnTo>
                  <a:lnTo>
                    <a:pt x="163974" y="402732"/>
                  </a:lnTo>
                  <a:lnTo>
                    <a:pt x="160845" y="406657"/>
                  </a:lnTo>
                  <a:lnTo>
                    <a:pt x="157655" y="410656"/>
                  </a:lnTo>
                  <a:lnTo>
                    <a:pt x="156002" y="412728"/>
                  </a:lnTo>
                  <a:lnTo>
                    <a:pt x="154270" y="418046"/>
                  </a:lnTo>
                  <a:lnTo>
                    <a:pt x="153394" y="420739"/>
                  </a:lnTo>
                  <a:lnTo>
                    <a:pt x="151809" y="425607"/>
                  </a:lnTo>
                  <a:lnTo>
                    <a:pt x="150611" y="429279"/>
                  </a:lnTo>
                  <a:lnTo>
                    <a:pt x="149183" y="433666"/>
                  </a:lnTo>
                  <a:lnTo>
                    <a:pt x="148559" y="437574"/>
                  </a:lnTo>
                  <a:lnTo>
                    <a:pt x="147597" y="443609"/>
                  </a:lnTo>
                  <a:lnTo>
                    <a:pt x="146767" y="445130"/>
                  </a:lnTo>
                  <a:lnTo>
                    <a:pt x="145405" y="447093"/>
                  </a:lnTo>
                  <a:lnTo>
                    <a:pt x="144165" y="448490"/>
                  </a:lnTo>
                  <a:lnTo>
                    <a:pt x="142233" y="448289"/>
                  </a:lnTo>
                  <a:lnTo>
                    <a:pt x="141132" y="444580"/>
                  </a:lnTo>
                  <a:lnTo>
                    <a:pt x="139964" y="440647"/>
                  </a:lnTo>
                  <a:lnTo>
                    <a:pt x="139379" y="439067"/>
                  </a:lnTo>
                  <a:lnTo>
                    <a:pt x="138854" y="438979"/>
                  </a:lnTo>
                  <a:lnTo>
                    <a:pt x="136914" y="439478"/>
                  </a:lnTo>
                  <a:lnTo>
                    <a:pt x="134576" y="440080"/>
                  </a:lnTo>
                  <a:lnTo>
                    <a:pt x="131820" y="439433"/>
                  </a:lnTo>
                  <a:lnTo>
                    <a:pt x="128639" y="438687"/>
                  </a:lnTo>
                  <a:lnTo>
                    <a:pt x="125658" y="437989"/>
                  </a:lnTo>
                  <a:lnTo>
                    <a:pt x="124175" y="437465"/>
                  </a:lnTo>
                  <a:lnTo>
                    <a:pt x="122220" y="434912"/>
                  </a:lnTo>
                  <a:lnTo>
                    <a:pt x="121715" y="434404"/>
                  </a:lnTo>
                  <a:lnTo>
                    <a:pt x="121200" y="434284"/>
                  </a:lnTo>
                  <a:lnTo>
                    <a:pt x="118881" y="434220"/>
                  </a:lnTo>
                  <a:lnTo>
                    <a:pt x="116583" y="434158"/>
                  </a:lnTo>
                  <a:lnTo>
                    <a:pt x="114278" y="434966"/>
                  </a:lnTo>
                  <a:lnTo>
                    <a:pt x="112070" y="434671"/>
                  </a:lnTo>
                  <a:lnTo>
                    <a:pt x="109783" y="435138"/>
                  </a:lnTo>
                  <a:lnTo>
                    <a:pt x="108978" y="436113"/>
                  </a:lnTo>
                  <a:lnTo>
                    <a:pt x="108083" y="436056"/>
                  </a:lnTo>
                  <a:lnTo>
                    <a:pt x="107525" y="436917"/>
                  </a:lnTo>
                  <a:lnTo>
                    <a:pt x="107033" y="437320"/>
                  </a:lnTo>
                  <a:lnTo>
                    <a:pt x="106451" y="436584"/>
                  </a:lnTo>
                  <a:lnTo>
                    <a:pt x="105737" y="436745"/>
                  </a:lnTo>
                  <a:lnTo>
                    <a:pt x="104686" y="436113"/>
                  </a:lnTo>
                  <a:lnTo>
                    <a:pt x="104000" y="434448"/>
                  </a:lnTo>
                  <a:lnTo>
                    <a:pt x="103354" y="432984"/>
                  </a:lnTo>
                  <a:lnTo>
                    <a:pt x="102686" y="432177"/>
                  </a:lnTo>
                  <a:lnTo>
                    <a:pt x="101938" y="431670"/>
                  </a:lnTo>
                  <a:lnTo>
                    <a:pt x="101291" y="431659"/>
                  </a:lnTo>
                  <a:lnTo>
                    <a:pt x="100464" y="432552"/>
                  </a:lnTo>
                  <a:lnTo>
                    <a:pt x="99958" y="433417"/>
                  </a:lnTo>
                  <a:lnTo>
                    <a:pt x="98678" y="436295"/>
                  </a:lnTo>
                  <a:lnTo>
                    <a:pt x="98625" y="437320"/>
                  </a:lnTo>
                  <a:lnTo>
                    <a:pt x="99207" y="439041"/>
                  </a:lnTo>
                  <a:lnTo>
                    <a:pt x="99028" y="439845"/>
                  </a:lnTo>
                  <a:lnTo>
                    <a:pt x="98275" y="440856"/>
                  </a:lnTo>
                  <a:lnTo>
                    <a:pt x="98045" y="443576"/>
                  </a:lnTo>
                  <a:lnTo>
                    <a:pt x="97933" y="445069"/>
                  </a:lnTo>
                  <a:lnTo>
                    <a:pt x="97821" y="448628"/>
                  </a:lnTo>
                  <a:lnTo>
                    <a:pt x="98156" y="451442"/>
                  </a:lnTo>
                  <a:lnTo>
                    <a:pt x="98604" y="452475"/>
                  </a:lnTo>
                  <a:lnTo>
                    <a:pt x="98625" y="453681"/>
                  </a:lnTo>
                  <a:lnTo>
                    <a:pt x="98380" y="456092"/>
                  </a:lnTo>
                  <a:lnTo>
                    <a:pt x="97687" y="456838"/>
                  </a:lnTo>
                  <a:lnTo>
                    <a:pt x="97180" y="459129"/>
                  </a:lnTo>
                  <a:lnTo>
                    <a:pt x="96867" y="460200"/>
                  </a:lnTo>
                  <a:lnTo>
                    <a:pt x="96323" y="461421"/>
                  </a:lnTo>
                  <a:lnTo>
                    <a:pt x="94171" y="465478"/>
                  </a:lnTo>
                  <a:lnTo>
                    <a:pt x="94062" y="463120"/>
                  </a:lnTo>
                  <a:lnTo>
                    <a:pt x="93381" y="459626"/>
                  </a:lnTo>
                  <a:lnTo>
                    <a:pt x="93332" y="457158"/>
                  </a:lnTo>
                  <a:lnTo>
                    <a:pt x="93015" y="454687"/>
                  </a:lnTo>
                  <a:lnTo>
                    <a:pt x="92424" y="452784"/>
                  </a:lnTo>
                  <a:lnTo>
                    <a:pt x="91336" y="450801"/>
                  </a:lnTo>
                  <a:lnTo>
                    <a:pt x="91235" y="448106"/>
                  </a:lnTo>
                  <a:lnTo>
                    <a:pt x="90439" y="445441"/>
                  </a:lnTo>
                  <a:lnTo>
                    <a:pt x="89384" y="443296"/>
                  </a:lnTo>
                  <a:lnTo>
                    <a:pt x="88798" y="439331"/>
                  </a:lnTo>
                  <a:lnTo>
                    <a:pt x="88355" y="434062"/>
                  </a:lnTo>
                  <a:lnTo>
                    <a:pt x="85574" y="427136"/>
                  </a:lnTo>
                  <a:lnTo>
                    <a:pt x="82096" y="420742"/>
                  </a:lnTo>
                  <a:lnTo>
                    <a:pt x="81037" y="417139"/>
                  </a:lnTo>
                  <a:lnTo>
                    <a:pt x="79306" y="409798"/>
                  </a:lnTo>
                  <a:lnTo>
                    <a:pt x="78433" y="403996"/>
                  </a:lnTo>
                  <a:lnTo>
                    <a:pt x="76106" y="397319"/>
                  </a:lnTo>
                  <a:lnTo>
                    <a:pt x="76006" y="394753"/>
                  </a:lnTo>
                  <a:lnTo>
                    <a:pt x="75661" y="391622"/>
                  </a:lnTo>
                  <a:lnTo>
                    <a:pt x="75123" y="388139"/>
                  </a:lnTo>
                  <a:lnTo>
                    <a:pt x="74800" y="385388"/>
                  </a:lnTo>
                  <a:lnTo>
                    <a:pt x="72467" y="373333"/>
                  </a:lnTo>
                  <a:lnTo>
                    <a:pt x="71714" y="371409"/>
                  </a:lnTo>
                  <a:lnTo>
                    <a:pt x="71066" y="368716"/>
                  </a:lnTo>
                  <a:lnTo>
                    <a:pt x="70899" y="366633"/>
                  </a:lnTo>
                  <a:lnTo>
                    <a:pt x="70693" y="365493"/>
                  </a:lnTo>
                  <a:lnTo>
                    <a:pt x="69044" y="363516"/>
                  </a:lnTo>
                  <a:lnTo>
                    <a:pt x="67506" y="358461"/>
                  </a:lnTo>
                  <a:lnTo>
                    <a:pt x="62885" y="350410"/>
                  </a:lnTo>
                  <a:lnTo>
                    <a:pt x="60622" y="349610"/>
                  </a:lnTo>
                  <a:lnTo>
                    <a:pt x="58830" y="346733"/>
                  </a:lnTo>
                  <a:lnTo>
                    <a:pt x="57511" y="342970"/>
                  </a:lnTo>
                  <a:lnTo>
                    <a:pt x="56101" y="336489"/>
                  </a:lnTo>
                  <a:lnTo>
                    <a:pt x="53625" y="329487"/>
                  </a:lnTo>
                  <a:lnTo>
                    <a:pt x="51525" y="319548"/>
                  </a:lnTo>
                  <a:lnTo>
                    <a:pt x="52182" y="315930"/>
                  </a:lnTo>
                  <a:lnTo>
                    <a:pt x="52141" y="313382"/>
                  </a:lnTo>
                  <a:lnTo>
                    <a:pt x="51496" y="309099"/>
                  </a:lnTo>
                  <a:lnTo>
                    <a:pt x="50791" y="305789"/>
                  </a:lnTo>
                  <a:lnTo>
                    <a:pt x="50309" y="302664"/>
                  </a:lnTo>
                  <a:lnTo>
                    <a:pt x="50692" y="298181"/>
                  </a:lnTo>
                  <a:lnTo>
                    <a:pt x="50840" y="293160"/>
                  </a:lnTo>
                  <a:lnTo>
                    <a:pt x="51253" y="290492"/>
                  </a:lnTo>
                  <a:lnTo>
                    <a:pt x="51552" y="287563"/>
                  </a:lnTo>
                  <a:lnTo>
                    <a:pt x="51162" y="281671"/>
                  </a:lnTo>
                  <a:lnTo>
                    <a:pt x="50464" y="278515"/>
                  </a:lnTo>
                  <a:lnTo>
                    <a:pt x="50534" y="276414"/>
                  </a:lnTo>
                  <a:lnTo>
                    <a:pt x="49744" y="275388"/>
                  </a:lnTo>
                  <a:lnTo>
                    <a:pt x="49101" y="273106"/>
                  </a:lnTo>
                  <a:lnTo>
                    <a:pt x="49771" y="273112"/>
                  </a:lnTo>
                  <a:lnTo>
                    <a:pt x="48556" y="269943"/>
                  </a:lnTo>
                  <a:lnTo>
                    <a:pt x="48111" y="268184"/>
                  </a:lnTo>
                  <a:lnTo>
                    <a:pt x="47652" y="263879"/>
                  </a:lnTo>
                  <a:lnTo>
                    <a:pt x="47066" y="260592"/>
                  </a:lnTo>
                  <a:lnTo>
                    <a:pt x="45181" y="253134"/>
                  </a:lnTo>
                  <a:lnTo>
                    <a:pt x="44282" y="248585"/>
                  </a:lnTo>
                  <a:lnTo>
                    <a:pt x="42265" y="242701"/>
                  </a:lnTo>
                  <a:lnTo>
                    <a:pt x="40075" y="238357"/>
                  </a:lnTo>
                  <a:lnTo>
                    <a:pt x="38685" y="236390"/>
                  </a:lnTo>
                  <a:lnTo>
                    <a:pt x="38017" y="234593"/>
                  </a:lnTo>
                  <a:lnTo>
                    <a:pt x="36880" y="234531"/>
                  </a:lnTo>
                  <a:lnTo>
                    <a:pt x="35642" y="231962"/>
                  </a:lnTo>
                  <a:lnTo>
                    <a:pt x="34777" y="231864"/>
                  </a:lnTo>
                  <a:lnTo>
                    <a:pt x="33682" y="231453"/>
                  </a:lnTo>
                  <a:lnTo>
                    <a:pt x="32392" y="226507"/>
                  </a:lnTo>
                  <a:lnTo>
                    <a:pt x="31327" y="221874"/>
                  </a:lnTo>
                  <a:lnTo>
                    <a:pt x="29514" y="215840"/>
                  </a:lnTo>
                  <a:lnTo>
                    <a:pt x="29969" y="214265"/>
                  </a:lnTo>
                  <a:lnTo>
                    <a:pt x="30497" y="211702"/>
                  </a:lnTo>
                  <a:lnTo>
                    <a:pt x="30234" y="208352"/>
                  </a:lnTo>
                  <a:lnTo>
                    <a:pt x="29945" y="206069"/>
                  </a:lnTo>
                  <a:lnTo>
                    <a:pt x="29145" y="201920"/>
                  </a:lnTo>
                  <a:lnTo>
                    <a:pt x="26520" y="191576"/>
                  </a:lnTo>
                  <a:lnTo>
                    <a:pt x="25823" y="190060"/>
                  </a:lnTo>
                  <a:lnTo>
                    <a:pt x="24701" y="188321"/>
                  </a:lnTo>
                  <a:lnTo>
                    <a:pt x="24009" y="183843"/>
                  </a:lnTo>
                  <a:lnTo>
                    <a:pt x="23694" y="179825"/>
                  </a:lnTo>
                  <a:lnTo>
                    <a:pt x="21894" y="177874"/>
                  </a:lnTo>
                  <a:lnTo>
                    <a:pt x="18797" y="163398"/>
                  </a:lnTo>
                  <a:lnTo>
                    <a:pt x="17003" y="158344"/>
                  </a:lnTo>
                  <a:lnTo>
                    <a:pt x="16293" y="154940"/>
                  </a:lnTo>
                  <a:lnTo>
                    <a:pt x="14217" y="149342"/>
                  </a:lnTo>
                  <a:lnTo>
                    <a:pt x="13197" y="143777"/>
                  </a:lnTo>
                  <a:lnTo>
                    <a:pt x="11106" y="138645"/>
                  </a:lnTo>
                  <a:lnTo>
                    <a:pt x="9294" y="129741"/>
                  </a:lnTo>
                  <a:lnTo>
                    <a:pt x="6493" y="120845"/>
                  </a:lnTo>
                  <a:lnTo>
                    <a:pt x="5318" y="119304"/>
                  </a:lnTo>
                  <a:lnTo>
                    <a:pt x="2431" y="118666"/>
                  </a:lnTo>
                  <a:lnTo>
                    <a:pt x="1218" y="118014"/>
                  </a:lnTo>
                  <a:lnTo>
                    <a:pt x="101" y="119969"/>
                  </a:lnTo>
                  <a:lnTo>
                    <a:pt x="0" y="117492"/>
                  </a:lnTo>
                  <a:lnTo>
                    <a:pt x="772" y="114071"/>
                  </a:lnTo>
                  <a:lnTo>
                    <a:pt x="1883" y="106884"/>
                  </a:lnTo>
                  <a:lnTo>
                    <a:pt x="2104" y="100585"/>
                  </a:lnTo>
                  <a:lnTo>
                    <a:pt x="3850" y="81880"/>
                  </a:lnTo>
                  <a:lnTo>
                    <a:pt x="6301" y="82842"/>
                  </a:lnTo>
                  <a:lnTo>
                    <a:pt x="8319" y="83636"/>
                  </a:lnTo>
                  <a:lnTo>
                    <a:pt x="11267" y="84794"/>
                  </a:lnTo>
                  <a:lnTo>
                    <a:pt x="14317" y="85995"/>
                  </a:lnTo>
                  <a:lnTo>
                    <a:pt x="16102" y="86697"/>
                  </a:lnTo>
                  <a:lnTo>
                    <a:pt x="16712" y="86400"/>
                  </a:lnTo>
                  <a:lnTo>
                    <a:pt x="19179" y="81825"/>
                  </a:lnTo>
                  <a:lnTo>
                    <a:pt x="21403" y="77696"/>
                  </a:lnTo>
                  <a:lnTo>
                    <a:pt x="22735" y="72643"/>
                  </a:lnTo>
                  <a:lnTo>
                    <a:pt x="24025" y="67752"/>
                  </a:lnTo>
                  <a:lnTo>
                    <a:pt x="24616" y="66736"/>
                  </a:lnTo>
                  <a:lnTo>
                    <a:pt x="26593" y="65818"/>
                  </a:lnTo>
                  <a:lnTo>
                    <a:pt x="29727" y="64364"/>
                  </a:lnTo>
                  <a:lnTo>
                    <a:pt x="32832" y="62922"/>
                  </a:lnTo>
                  <a:lnTo>
                    <a:pt x="33080" y="62431"/>
                  </a:lnTo>
                  <a:lnTo>
                    <a:pt x="33803" y="58505"/>
                  </a:lnTo>
                  <a:lnTo>
                    <a:pt x="34724" y="53520"/>
                  </a:lnTo>
                  <a:lnTo>
                    <a:pt x="34911" y="52997"/>
                  </a:lnTo>
                  <a:lnTo>
                    <a:pt x="35140" y="52489"/>
                  </a:lnTo>
                  <a:lnTo>
                    <a:pt x="37363" y="49698"/>
                  </a:lnTo>
                  <a:lnTo>
                    <a:pt x="38711" y="48002"/>
                  </a:lnTo>
                  <a:lnTo>
                    <a:pt x="36788" y="43000"/>
                  </a:lnTo>
                  <a:lnTo>
                    <a:pt x="34975" y="38282"/>
                  </a:lnTo>
                  <a:lnTo>
                    <a:pt x="32945" y="32998"/>
                  </a:lnTo>
                  <a:lnTo>
                    <a:pt x="31224" y="28889"/>
                  </a:lnTo>
                  <a:lnTo>
                    <a:pt x="28644" y="22733"/>
                  </a:lnTo>
                  <a:lnTo>
                    <a:pt x="26956" y="18704"/>
                  </a:lnTo>
                  <a:lnTo>
                    <a:pt x="29914" y="16795"/>
                  </a:lnTo>
                  <a:lnTo>
                    <a:pt x="33110" y="14734"/>
                  </a:lnTo>
                  <a:lnTo>
                    <a:pt x="36338" y="12652"/>
                  </a:lnTo>
                  <a:lnTo>
                    <a:pt x="40223" y="10145"/>
                  </a:lnTo>
                  <a:lnTo>
                    <a:pt x="43261" y="8186"/>
                  </a:lnTo>
                  <a:lnTo>
                    <a:pt x="47797" y="5260"/>
                  </a:lnTo>
                  <a:lnTo>
                    <a:pt x="50015" y="3829"/>
                  </a:lnTo>
                  <a:lnTo>
                    <a:pt x="50415" y="3458"/>
                  </a:lnTo>
                  <a:lnTo>
                    <a:pt x="52122" y="0"/>
                  </a:lnTo>
                  <a:lnTo>
                    <a:pt x="54691" y="968"/>
                  </a:lnTo>
                  <a:lnTo>
                    <a:pt x="58551" y="2422"/>
                  </a:lnTo>
                  <a:lnTo>
                    <a:pt x="62277" y="3826"/>
                  </a:lnTo>
                  <a:lnTo>
                    <a:pt x="66207" y="5482"/>
                  </a:lnTo>
                  <a:lnTo>
                    <a:pt x="67468" y="6830"/>
                  </a:lnTo>
                  <a:lnTo>
                    <a:pt x="71260" y="11792"/>
                  </a:lnTo>
                  <a:lnTo>
                    <a:pt x="73723" y="15015"/>
                  </a:lnTo>
                  <a:lnTo>
                    <a:pt x="76600" y="18778"/>
                  </a:lnTo>
                  <a:lnTo>
                    <a:pt x="80197" y="23484"/>
                  </a:lnTo>
                  <a:lnTo>
                    <a:pt x="82668" y="26716"/>
                  </a:lnTo>
                  <a:lnTo>
                    <a:pt x="85829" y="30853"/>
                  </a:lnTo>
                  <a:lnTo>
                    <a:pt x="88294" y="35580"/>
                  </a:lnTo>
                  <a:lnTo>
                    <a:pt x="91414" y="41567"/>
                  </a:lnTo>
                  <a:lnTo>
                    <a:pt x="94843" y="48144"/>
                  </a:lnTo>
                  <a:lnTo>
                    <a:pt x="97667" y="53256"/>
                  </a:lnTo>
                  <a:lnTo>
                    <a:pt x="101554" y="60295"/>
                  </a:lnTo>
                  <a:lnTo>
                    <a:pt x="105385" y="67232"/>
                  </a:lnTo>
                  <a:lnTo>
                    <a:pt x="109135" y="74025"/>
                  </a:lnTo>
                  <a:lnTo>
                    <a:pt x="112140" y="79465"/>
                  </a:lnTo>
                  <a:lnTo>
                    <a:pt x="115939" y="86347"/>
                  </a:lnTo>
                  <a:lnTo>
                    <a:pt x="116234" y="86605"/>
                  </a:lnTo>
                  <a:lnTo>
                    <a:pt x="120076" y="87389"/>
                  </a:lnTo>
                  <a:lnTo>
                    <a:pt x="125238" y="88439"/>
                  </a:lnTo>
                  <a:lnTo>
                    <a:pt x="130426" y="89494"/>
                  </a:lnTo>
                  <a:lnTo>
                    <a:pt x="135107" y="904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49"/>
            <p:cNvSpPr/>
            <p:nvPr/>
          </p:nvSpPr>
          <p:spPr>
            <a:xfrm>
              <a:off x="3450073" y="2978009"/>
              <a:ext cx="193153" cy="400000"/>
            </a:xfrm>
            <a:custGeom>
              <a:avLst/>
              <a:pathLst>
                <a:path w="193153" h="400000">
                  <a:moveTo>
                    <a:pt x="173151" y="6078"/>
                  </a:moveTo>
                  <a:lnTo>
                    <a:pt x="173280" y="12813"/>
                  </a:lnTo>
                  <a:lnTo>
                    <a:pt x="173790" y="18199"/>
                  </a:lnTo>
                  <a:lnTo>
                    <a:pt x="175565" y="25897"/>
                  </a:lnTo>
                  <a:lnTo>
                    <a:pt x="177067" y="30039"/>
                  </a:lnTo>
                  <a:lnTo>
                    <a:pt x="177607" y="32323"/>
                  </a:lnTo>
                  <a:lnTo>
                    <a:pt x="177660" y="33384"/>
                  </a:lnTo>
                  <a:lnTo>
                    <a:pt x="177591" y="34366"/>
                  </a:lnTo>
                  <a:lnTo>
                    <a:pt x="177134" y="33236"/>
                  </a:lnTo>
                  <a:lnTo>
                    <a:pt x="176364" y="32465"/>
                  </a:lnTo>
                  <a:lnTo>
                    <a:pt x="176255" y="36069"/>
                  </a:lnTo>
                  <a:lnTo>
                    <a:pt x="176436" y="38635"/>
                  </a:lnTo>
                  <a:lnTo>
                    <a:pt x="176618" y="43450"/>
                  </a:lnTo>
                  <a:lnTo>
                    <a:pt x="177250" y="48628"/>
                  </a:lnTo>
                  <a:lnTo>
                    <a:pt x="176793" y="53410"/>
                  </a:lnTo>
                  <a:lnTo>
                    <a:pt x="176854" y="61513"/>
                  </a:lnTo>
                  <a:lnTo>
                    <a:pt x="177653" y="71229"/>
                  </a:lnTo>
                  <a:lnTo>
                    <a:pt x="177490" y="77434"/>
                  </a:lnTo>
                  <a:lnTo>
                    <a:pt x="178791" y="91910"/>
                  </a:lnTo>
                  <a:lnTo>
                    <a:pt x="180055" y="99944"/>
                  </a:lnTo>
                  <a:lnTo>
                    <a:pt x="180749" y="101924"/>
                  </a:lnTo>
                  <a:lnTo>
                    <a:pt x="181529" y="102978"/>
                  </a:lnTo>
                  <a:lnTo>
                    <a:pt x="183029" y="103661"/>
                  </a:lnTo>
                  <a:lnTo>
                    <a:pt x="185240" y="107751"/>
                  </a:lnTo>
                  <a:lnTo>
                    <a:pt x="186991" y="112069"/>
                  </a:lnTo>
                  <a:lnTo>
                    <a:pt x="187614" y="114329"/>
                  </a:lnTo>
                  <a:lnTo>
                    <a:pt x="188461" y="116808"/>
                  </a:lnTo>
                  <a:lnTo>
                    <a:pt x="189041" y="116365"/>
                  </a:lnTo>
                  <a:lnTo>
                    <a:pt x="189397" y="115705"/>
                  </a:lnTo>
                  <a:lnTo>
                    <a:pt x="189970" y="117705"/>
                  </a:lnTo>
                  <a:lnTo>
                    <a:pt x="192745" y="122022"/>
                  </a:lnTo>
                  <a:lnTo>
                    <a:pt x="193153" y="124028"/>
                  </a:lnTo>
                  <a:lnTo>
                    <a:pt x="192156" y="125994"/>
                  </a:lnTo>
                  <a:lnTo>
                    <a:pt x="191001" y="129381"/>
                  </a:lnTo>
                  <a:lnTo>
                    <a:pt x="190710" y="130727"/>
                  </a:lnTo>
                  <a:lnTo>
                    <a:pt x="190576" y="131527"/>
                  </a:lnTo>
                  <a:lnTo>
                    <a:pt x="190440" y="132530"/>
                  </a:lnTo>
                  <a:lnTo>
                    <a:pt x="190137" y="133527"/>
                  </a:lnTo>
                  <a:lnTo>
                    <a:pt x="189475" y="134904"/>
                  </a:lnTo>
                  <a:lnTo>
                    <a:pt x="189215" y="135504"/>
                  </a:lnTo>
                  <a:lnTo>
                    <a:pt x="189057" y="136447"/>
                  </a:lnTo>
                  <a:lnTo>
                    <a:pt x="188660" y="137062"/>
                  </a:lnTo>
                  <a:lnTo>
                    <a:pt x="188228" y="137095"/>
                  </a:lnTo>
                  <a:lnTo>
                    <a:pt x="187848" y="137518"/>
                  </a:lnTo>
                  <a:lnTo>
                    <a:pt x="187277" y="138170"/>
                  </a:lnTo>
                  <a:lnTo>
                    <a:pt x="186430" y="137835"/>
                  </a:lnTo>
                  <a:lnTo>
                    <a:pt x="185565" y="138430"/>
                  </a:lnTo>
                  <a:lnTo>
                    <a:pt x="185248" y="139179"/>
                  </a:lnTo>
                  <a:lnTo>
                    <a:pt x="184562" y="139831"/>
                  </a:lnTo>
                  <a:lnTo>
                    <a:pt x="183876" y="139971"/>
                  </a:lnTo>
                  <a:lnTo>
                    <a:pt x="183635" y="140193"/>
                  </a:lnTo>
                  <a:lnTo>
                    <a:pt x="182986" y="141301"/>
                  </a:lnTo>
                  <a:lnTo>
                    <a:pt x="182189" y="142845"/>
                  </a:lnTo>
                  <a:lnTo>
                    <a:pt x="181259" y="143827"/>
                  </a:lnTo>
                  <a:lnTo>
                    <a:pt x="180931" y="144149"/>
                  </a:lnTo>
                  <a:lnTo>
                    <a:pt x="180502" y="145213"/>
                  </a:lnTo>
                  <a:lnTo>
                    <a:pt x="179843" y="150515"/>
                  </a:lnTo>
                  <a:lnTo>
                    <a:pt x="179361" y="151903"/>
                  </a:lnTo>
                  <a:lnTo>
                    <a:pt x="178549" y="152040"/>
                  </a:lnTo>
                  <a:lnTo>
                    <a:pt x="177495" y="152046"/>
                  </a:lnTo>
                  <a:lnTo>
                    <a:pt x="176582" y="152503"/>
                  </a:lnTo>
                  <a:lnTo>
                    <a:pt x="175339" y="151916"/>
                  </a:lnTo>
                  <a:lnTo>
                    <a:pt x="174734" y="151987"/>
                  </a:lnTo>
                  <a:lnTo>
                    <a:pt x="174576" y="153119"/>
                  </a:lnTo>
                  <a:lnTo>
                    <a:pt x="174352" y="157670"/>
                  </a:lnTo>
                  <a:lnTo>
                    <a:pt x="174386" y="159619"/>
                  </a:lnTo>
                  <a:lnTo>
                    <a:pt x="173891" y="161931"/>
                  </a:lnTo>
                  <a:lnTo>
                    <a:pt x="173340" y="164818"/>
                  </a:lnTo>
                  <a:lnTo>
                    <a:pt x="173543" y="169697"/>
                  </a:lnTo>
                  <a:lnTo>
                    <a:pt x="173639" y="174524"/>
                  </a:lnTo>
                  <a:lnTo>
                    <a:pt x="172627" y="181790"/>
                  </a:lnTo>
                  <a:lnTo>
                    <a:pt x="172484" y="183455"/>
                  </a:lnTo>
                  <a:lnTo>
                    <a:pt x="171461" y="189219"/>
                  </a:lnTo>
                  <a:lnTo>
                    <a:pt x="170939" y="191361"/>
                  </a:lnTo>
                  <a:lnTo>
                    <a:pt x="169637" y="202125"/>
                  </a:lnTo>
                  <a:lnTo>
                    <a:pt x="169128" y="205433"/>
                  </a:lnTo>
                  <a:lnTo>
                    <a:pt x="168034" y="208922"/>
                  </a:lnTo>
                  <a:lnTo>
                    <a:pt x="168280" y="214595"/>
                  </a:lnTo>
                  <a:lnTo>
                    <a:pt x="168541" y="220612"/>
                  </a:lnTo>
                  <a:lnTo>
                    <a:pt x="168788" y="226289"/>
                  </a:lnTo>
                  <a:lnTo>
                    <a:pt x="169157" y="234785"/>
                  </a:lnTo>
                  <a:lnTo>
                    <a:pt x="168232" y="242716"/>
                  </a:lnTo>
                  <a:lnTo>
                    <a:pt x="168268" y="247041"/>
                  </a:lnTo>
                  <a:lnTo>
                    <a:pt x="167618" y="253423"/>
                  </a:lnTo>
                  <a:lnTo>
                    <a:pt x="167108" y="256372"/>
                  </a:lnTo>
                  <a:lnTo>
                    <a:pt x="166654" y="258128"/>
                  </a:lnTo>
                  <a:lnTo>
                    <a:pt x="166271" y="259933"/>
                  </a:lnTo>
                  <a:lnTo>
                    <a:pt x="165565" y="263912"/>
                  </a:lnTo>
                  <a:lnTo>
                    <a:pt x="164966" y="269166"/>
                  </a:lnTo>
                  <a:lnTo>
                    <a:pt x="164701" y="274549"/>
                  </a:lnTo>
                  <a:lnTo>
                    <a:pt x="164681" y="277675"/>
                  </a:lnTo>
                  <a:lnTo>
                    <a:pt x="164564" y="279102"/>
                  </a:lnTo>
                  <a:lnTo>
                    <a:pt x="164360" y="280006"/>
                  </a:lnTo>
                  <a:lnTo>
                    <a:pt x="162980" y="280601"/>
                  </a:lnTo>
                  <a:lnTo>
                    <a:pt x="161058" y="281235"/>
                  </a:lnTo>
                  <a:lnTo>
                    <a:pt x="160022" y="281939"/>
                  </a:lnTo>
                  <a:lnTo>
                    <a:pt x="159328" y="283041"/>
                  </a:lnTo>
                  <a:lnTo>
                    <a:pt x="158475" y="285595"/>
                  </a:lnTo>
                  <a:lnTo>
                    <a:pt x="156789" y="292590"/>
                  </a:lnTo>
                  <a:lnTo>
                    <a:pt x="155905" y="296875"/>
                  </a:lnTo>
                  <a:lnTo>
                    <a:pt x="154520" y="302742"/>
                  </a:lnTo>
                  <a:lnTo>
                    <a:pt x="152907" y="306893"/>
                  </a:lnTo>
                  <a:lnTo>
                    <a:pt x="152567" y="308910"/>
                  </a:lnTo>
                  <a:lnTo>
                    <a:pt x="152302" y="312670"/>
                  </a:lnTo>
                  <a:lnTo>
                    <a:pt x="151706" y="318614"/>
                  </a:lnTo>
                  <a:lnTo>
                    <a:pt x="151163" y="322843"/>
                  </a:lnTo>
                  <a:lnTo>
                    <a:pt x="151260" y="326241"/>
                  </a:lnTo>
                  <a:lnTo>
                    <a:pt x="150751" y="332141"/>
                  </a:lnTo>
                  <a:lnTo>
                    <a:pt x="150826" y="335016"/>
                  </a:lnTo>
                  <a:lnTo>
                    <a:pt x="150261" y="336619"/>
                  </a:lnTo>
                  <a:lnTo>
                    <a:pt x="149500" y="338137"/>
                  </a:lnTo>
                  <a:lnTo>
                    <a:pt x="148983" y="338521"/>
                  </a:lnTo>
                  <a:lnTo>
                    <a:pt x="147875" y="336785"/>
                  </a:lnTo>
                  <a:lnTo>
                    <a:pt x="147032" y="335023"/>
                  </a:lnTo>
                  <a:lnTo>
                    <a:pt x="146688" y="334562"/>
                  </a:lnTo>
                  <a:lnTo>
                    <a:pt x="145953" y="335664"/>
                  </a:lnTo>
                  <a:lnTo>
                    <a:pt x="145072" y="337290"/>
                  </a:lnTo>
                  <a:lnTo>
                    <a:pt x="144065" y="341108"/>
                  </a:lnTo>
                  <a:lnTo>
                    <a:pt x="143279" y="344964"/>
                  </a:lnTo>
                  <a:lnTo>
                    <a:pt x="143730" y="353137"/>
                  </a:lnTo>
                  <a:lnTo>
                    <a:pt x="143688" y="354930"/>
                  </a:lnTo>
                  <a:lnTo>
                    <a:pt x="143461" y="356884"/>
                  </a:lnTo>
                  <a:lnTo>
                    <a:pt x="142239" y="362977"/>
                  </a:lnTo>
                  <a:lnTo>
                    <a:pt x="141937" y="364901"/>
                  </a:lnTo>
                  <a:lnTo>
                    <a:pt x="141491" y="368557"/>
                  </a:lnTo>
                  <a:lnTo>
                    <a:pt x="141019" y="374946"/>
                  </a:lnTo>
                  <a:lnTo>
                    <a:pt x="140990" y="376481"/>
                  </a:lnTo>
                  <a:lnTo>
                    <a:pt x="138782" y="376337"/>
                  </a:lnTo>
                  <a:lnTo>
                    <a:pt x="138750" y="376196"/>
                  </a:lnTo>
                  <a:lnTo>
                    <a:pt x="138712" y="376002"/>
                  </a:lnTo>
                  <a:lnTo>
                    <a:pt x="138628" y="375163"/>
                  </a:lnTo>
                  <a:lnTo>
                    <a:pt x="138585" y="373857"/>
                  </a:lnTo>
                  <a:lnTo>
                    <a:pt x="138657" y="371599"/>
                  </a:lnTo>
                  <a:lnTo>
                    <a:pt x="138898" y="368914"/>
                  </a:lnTo>
                  <a:lnTo>
                    <a:pt x="139637" y="365142"/>
                  </a:lnTo>
                  <a:lnTo>
                    <a:pt x="139675" y="364831"/>
                  </a:lnTo>
                  <a:lnTo>
                    <a:pt x="139684" y="364655"/>
                  </a:lnTo>
                  <a:lnTo>
                    <a:pt x="139684" y="364450"/>
                  </a:lnTo>
                  <a:lnTo>
                    <a:pt x="139616" y="363777"/>
                  </a:lnTo>
                  <a:lnTo>
                    <a:pt x="139530" y="363196"/>
                  </a:lnTo>
                  <a:lnTo>
                    <a:pt x="139488" y="362316"/>
                  </a:lnTo>
                  <a:lnTo>
                    <a:pt x="139616" y="360358"/>
                  </a:lnTo>
                  <a:lnTo>
                    <a:pt x="139628" y="359750"/>
                  </a:lnTo>
                  <a:lnTo>
                    <a:pt x="139610" y="358968"/>
                  </a:lnTo>
                  <a:lnTo>
                    <a:pt x="139553" y="358474"/>
                  </a:lnTo>
                  <a:lnTo>
                    <a:pt x="139037" y="355208"/>
                  </a:lnTo>
                  <a:lnTo>
                    <a:pt x="138866" y="354691"/>
                  </a:lnTo>
                  <a:lnTo>
                    <a:pt x="133882" y="344294"/>
                  </a:lnTo>
                  <a:lnTo>
                    <a:pt x="132970" y="341476"/>
                  </a:lnTo>
                  <a:lnTo>
                    <a:pt x="132873" y="341282"/>
                  </a:lnTo>
                  <a:lnTo>
                    <a:pt x="132750" y="341132"/>
                  </a:lnTo>
                  <a:lnTo>
                    <a:pt x="130219" y="338766"/>
                  </a:lnTo>
                  <a:lnTo>
                    <a:pt x="130096" y="338528"/>
                  </a:lnTo>
                  <a:lnTo>
                    <a:pt x="130111" y="338180"/>
                  </a:lnTo>
                  <a:lnTo>
                    <a:pt x="130190" y="337730"/>
                  </a:lnTo>
                  <a:lnTo>
                    <a:pt x="130495" y="336364"/>
                  </a:lnTo>
                  <a:lnTo>
                    <a:pt x="130537" y="336002"/>
                  </a:lnTo>
                  <a:lnTo>
                    <a:pt x="130580" y="335449"/>
                  </a:lnTo>
                  <a:lnTo>
                    <a:pt x="129439" y="313543"/>
                  </a:lnTo>
                  <a:lnTo>
                    <a:pt x="129443" y="313111"/>
                  </a:lnTo>
                  <a:lnTo>
                    <a:pt x="129494" y="312826"/>
                  </a:lnTo>
                  <a:lnTo>
                    <a:pt x="129537" y="312649"/>
                  </a:lnTo>
                  <a:lnTo>
                    <a:pt x="129688" y="312183"/>
                  </a:lnTo>
                  <a:lnTo>
                    <a:pt x="129819" y="311700"/>
                  </a:lnTo>
                  <a:lnTo>
                    <a:pt x="129970" y="310856"/>
                  </a:lnTo>
                  <a:lnTo>
                    <a:pt x="130008" y="310539"/>
                  </a:lnTo>
                  <a:lnTo>
                    <a:pt x="130165" y="306626"/>
                  </a:lnTo>
                  <a:lnTo>
                    <a:pt x="130153" y="303198"/>
                  </a:lnTo>
                  <a:lnTo>
                    <a:pt x="130821" y="297483"/>
                  </a:lnTo>
                  <a:lnTo>
                    <a:pt x="130892" y="295051"/>
                  </a:lnTo>
                  <a:lnTo>
                    <a:pt x="125364" y="295005"/>
                  </a:lnTo>
                  <a:lnTo>
                    <a:pt x="125360" y="295155"/>
                  </a:lnTo>
                  <a:lnTo>
                    <a:pt x="125374" y="295325"/>
                  </a:lnTo>
                  <a:lnTo>
                    <a:pt x="125382" y="295509"/>
                  </a:lnTo>
                  <a:lnTo>
                    <a:pt x="125378" y="295893"/>
                  </a:lnTo>
                  <a:lnTo>
                    <a:pt x="125334" y="296601"/>
                  </a:lnTo>
                  <a:lnTo>
                    <a:pt x="125323" y="296975"/>
                  </a:lnTo>
                  <a:lnTo>
                    <a:pt x="125328" y="297357"/>
                  </a:lnTo>
                  <a:lnTo>
                    <a:pt x="125412" y="298726"/>
                  </a:lnTo>
                  <a:lnTo>
                    <a:pt x="125557" y="299756"/>
                  </a:lnTo>
                  <a:lnTo>
                    <a:pt x="125580" y="300100"/>
                  </a:lnTo>
                  <a:lnTo>
                    <a:pt x="125587" y="300475"/>
                  </a:lnTo>
                  <a:lnTo>
                    <a:pt x="125569" y="301186"/>
                  </a:lnTo>
                  <a:lnTo>
                    <a:pt x="117922" y="301273"/>
                  </a:lnTo>
                  <a:lnTo>
                    <a:pt x="120950" y="309863"/>
                  </a:lnTo>
                  <a:lnTo>
                    <a:pt x="120986" y="310038"/>
                  </a:lnTo>
                  <a:lnTo>
                    <a:pt x="121039" y="310505"/>
                  </a:lnTo>
                  <a:lnTo>
                    <a:pt x="121060" y="310847"/>
                  </a:lnTo>
                  <a:lnTo>
                    <a:pt x="121117" y="313870"/>
                  </a:lnTo>
                  <a:lnTo>
                    <a:pt x="120954" y="318653"/>
                  </a:lnTo>
                  <a:lnTo>
                    <a:pt x="120990" y="321728"/>
                  </a:lnTo>
                  <a:lnTo>
                    <a:pt x="121167" y="323725"/>
                  </a:lnTo>
                  <a:lnTo>
                    <a:pt x="121986" y="327653"/>
                  </a:lnTo>
                  <a:lnTo>
                    <a:pt x="121933" y="328388"/>
                  </a:lnTo>
                  <a:lnTo>
                    <a:pt x="121741" y="329314"/>
                  </a:lnTo>
                  <a:lnTo>
                    <a:pt x="116320" y="340994"/>
                  </a:lnTo>
                  <a:lnTo>
                    <a:pt x="116169" y="341545"/>
                  </a:lnTo>
                  <a:lnTo>
                    <a:pt x="115414" y="346414"/>
                  </a:lnTo>
                  <a:lnTo>
                    <a:pt x="114697" y="349248"/>
                  </a:lnTo>
                  <a:lnTo>
                    <a:pt x="114378" y="350059"/>
                  </a:lnTo>
                  <a:lnTo>
                    <a:pt x="113119" y="354035"/>
                  </a:lnTo>
                  <a:lnTo>
                    <a:pt x="108171" y="366501"/>
                  </a:lnTo>
                  <a:lnTo>
                    <a:pt x="107361" y="367338"/>
                  </a:lnTo>
                  <a:lnTo>
                    <a:pt x="104896" y="367680"/>
                  </a:lnTo>
                  <a:lnTo>
                    <a:pt x="103592" y="367771"/>
                  </a:lnTo>
                  <a:lnTo>
                    <a:pt x="103444" y="367865"/>
                  </a:lnTo>
                  <a:lnTo>
                    <a:pt x="103223" y="368080"/>
                  </a:lnTo>
                  <a:lnTo>
                    <a:pt x="103087" y="368402"/>
                  </a:lnTo>
                  <a:lnTo>
                    <a:pt x="102926" y="368643"/>
                  </a:lnTo>
                  <a:lnTo>
                    <a:pt x="102767" y="368513"/>
                  </a:lnTo>
                  <a:lnTo>
                    <a:pt x="102583" y="368174"/>
                  </a:lnTo>
                  <a:lnTo>
                    <a:pt x="99536" y="361192"/>
                  </a:lnTo>
                  <a:lnTo>
                    <a:pt x="94109" y="352373"/>
                  </a:lnTo>
                  <a:lnTo>
                    <a:pt x="93590" y="353176"/>
                  </a:lnTo>
                  <a:lnTo>
                    <a:pt x="90519" y="356967"/>
                  </a:lnTo>
                  <a:lnTo>
                    <a:pt x="89885" y="357951"/>
                  </a:lnTo>
                  <a:lnTo>
                    <a:pt x="89534" y="358647"/>
                  </a:lnTo>
                  <a:lnTo>
                    <a:pt x="89516" y="362893"/>
                  </a:lnTo>
                  <a:lnTo>
                    <a:pt x="88981" y="365053"/>
                  </a:lnTo>
                  <a:lnTo>
                    <a:pt x="88011" y="367408"/>
                  </a:lnTo>
                  <a:lnTo>
                    <a:pt x="85356" y="368901"/>
                  </a:lnTo>
                  <a:lnTo>
                    <a:pt x="83975" y="370184"/>
                  </a:lnTo>
                  <a:lnTo>
                    <a:pt x="82562" y="372090"/>
                  </a:lnTo>
                  <a:lnTo>
                    <a:pt x="82332" y="372561"/>
                  </a:lnTo>
                  <a:lnTo>
                    <a:pt x="81788" y="373883"/>
                  </a:lnTo>
                  <a:lnTo>
                    <a:pt x="80719" y="376554"/>
                  </a:lnTo>
                  <a:lnTo>
                    <a:pt x="80603" y="378630"/>
                  </a:lnTo>
                  <a:lnTo>
                    <a:pt x="80777" y="380484"/>
                  </a:lnTo>
                  <a:lnTo>
                    <a:pt x="71621" y="380409"/>
                  </a:lnTo>
                  <a:lnTo>
                    <a:pt x="71016" y="378926"/>
                  </a:lnTo>
                  <a:lnTo>
                    <a:pt x="69687" y="372342"/>
                  </a:lnTo>
                  <a:lnTo>
                    <a:pt x="68755" y="372747"/>
                  </a:lnTo>
                  <a:lnTo>
                    <a:pt x="60404" y="371981"/>
                  </a:lnTo>
                  <a:lnTo>
                    <a:pt x="59211" y="372667"/>
                  </a:lnTo>
                  <a:lnTo>
                    <a:pt x="56825" y="375368"/>
                  </a:lnTo>
                  <a:lnTo>
                    <a:pt x="55623" y="375813"/>
                  </a:lnTo>
                  <a:lnTo>
                    <a:pt x="54387" y="374581"/>
                  </a:lnTo>
                  <a:lnTo>
                    <a:pt x="49993" y="361577"/>
                  </a:lnTo>
                  <a:lnTo>
                    <a:pt x="49044" y="360025"/>
                  </a:lnTo>
                  <a:lnTo>
                    <a:pt x="48699" y="359188"/>
                  </a:lnTo>
                  <a:lnTo>
                    <a:pt x="48049" y="356923"/>
                  </a:lnTo>
                  <a:lnTo>
                    <a:pt x="47112" y="355566"/>
                  </a:lnTo>
                  <a:lnTo>
                    <a:pt x="46794" y="354579"/>
                  </a:lnTo>
                  <a:lnTo>
                    <a:pt x="46694" y="353194"/>
                  </a:lnTo>
                  <a:lnTo>
                    <a:pt x="46722" y="350343"/>
                  </a:lnTo>
                  <a:lnTo>
                    <a:pt x="46410" y="348559"/>
                  </a:lnTo>
                  <a:lnTo>
                    <a:pt x="45718" y="348144"/>
                  </a:lnTo>
                  <a:lnTo>
                    <a:pt x="39816" y="351158"/>
                  </a:lnTo>
                  <a:lnTo>
                    <a:pt x="38971" y="350821"/>
                  </a:lnTo>
                  <a:lnTo>
                    <a:pt x="37731" y="351356"/>
                  </a:lnTo>
                  <a:lnTo>
                    <a:pt x="37305" y="351889"/>
                  </a:lnTo>
                  <a:lnTo>
                    <a:pt x="36806" y="353603"/>
                  </a:lnTo>
                  <a:lnTo>
                    <a:pt x="36705" y="355373"/>
                  </a:lnTo>
                  <a:lnTo>
                    <a:pt x="36721" y="357165"/>
                  </a:lnTo>
                  <a:lnTo>
                    <a:pt x="36568" y="358937"/>
                  </a:lnTo>
                  <a:lnTo>
                    <a:pt x="36118" y="360899"/>
                  </a:lnTo>
                  <a:lnTo>
                    <a:pt x="34436" y="365310"/>
                  </a:lnTo>
                  <a:lnTo>
                    <a:pt x="34063" y="367229"/>
                  </a:lnTo>
                  <a:lnTo>
                    <a:pt x="34143" y="372085"/>
                  </a:lnTo>
                  <a:lnTo>
                    <a:pt x="34033" y="374537"/>
                  </a:lnTo>
                  <a:lnTo>
                    <a:pt x="33776" y="375672"/>
                  </a:lnTo>
                  <a:lnTo>
                    <a:pt x="33044" y="377541"/>
                  </a:lnTo>
                  <a:lnTo>
                    <a:pt x="32778" y="378615"/>
                  </a:lnTo>
                  <a:lnTo>
                    <a:pt x="32655" y="380128"/>
                  </a:lnTo>
                  <a:lnTo>
                    <a:pt x="32614" y="383325"/>
                  </a:lnTo>
                  <a:lnTo>
                    <a:pt x="32484" y="384827"/>
                  </a:lnTo>
                  <a:lnTo>
                    <a:pt x="31566" y="388591"/>
                  </a:lnTo>
                  <a:lnTo>
                    <a:pt x="31349" y="389919"/>
                  </a:lnTo>
                  <a:lnTo>
                    <a:pt x="31296" y="392635"/>
                  </a:lnTo>
                  <a:lnTo>
                    <a:pt x="31148" y="393461"/>
                  </a:lnTo>
                  <a:lnTo>
                    <a:pt x="28481" y="395608"/>
                  </a:lnTo>
                  <a:lnTo>
                    <a:pt x="27484" y="396980"/>
                  </a:lnTo>
                  <a:lnTo>
                    <a:pt x="26873" y="399093"/>
                  </a:lnTo>
                  <a:lnTo>
                    <a:pt x="26722" y="400000"/>
                  </a:lnTo>
                  <a:lnTo>
                    <a:pt x="25580" y="399241"/>
                  </a:lnTo>
                  <a:lnTo>
                    <a:pt x="24128" y="398697"/>
                  </a:lnTo>
                  <a:lnTo>
                    <a:pt x="21336" y="398024"/>
                  </a:lnTo>
                  <a:lnTo>
                    <a:pt x="20230" y="397039"/>
                  </a:lnTo>
                  <a:lnTo>
                    <a:pt x="19701" y="395561"/>
                  </a:lnTo>
                  <a:lnTo>
                    <a:pt x="19869" y="391797"/>
                  </a:lnTo>
                  <a:lnTo>
                    <a:pt x="19595" y="390988"/>
                  </a:lnTo>
                  <a:lnTo>
                    <a:pt x="19146" y="390317"/>
                  </a:lnTo>
                  <a:lnTo>
                    <a:pt x="18844" y="388686"/>
                  </a:lnTo>
                  <a:lnTo>
                    <a:pt x="18907" y="386728"/>
                  </a:lnTo>
                  <a:lnTo>
                    <a:pt x="20378" y="382380"/>
                  </a:lnTo>
                  <a:lnTo>
                    <a:pt x="20684" y="380054"/>
                  </a:lnTo>
                  <a:lnTo>
                    <a:pt x="20915" y="371978"/>
                  </a:lnTo>
                  <a:lnTo>
                    <a:pt x="21070" y="369129"/>
                  </a:lnTo>
                  <a:lnTo>
                    <a:pt x="20956" y="365803"/>
                  </a:lnTo>
                  <a:lnTo>
                    <a:pt x="19790" y="359681"/>
                  </a:lnTo>
                  <a:lnTo>
                    <a:pt x="18773" y="355421"/>
                  </a:lnTo>
                  <a:lnTo>
                    <a:pt x="17112" y="349107"/>
                  </a:lnTo>
                  <a:lnTo>
                    <a:pt x="16463" y="347042"/>
                  </a:lnTo>
                  <a:lnTo>
                    <a:pt x="13108" y="338355"/>
                  </a:lnTo>
                  <a:lnTo>
                    <a:pt x="12721" y="337069"/>
                  </a:lnTo>
                  <a:lnTo>
                    <a:pt x="11908" y="333394"/>
                  </a:lnTo>
                  <a:lnTo>
                    <a:pt x="12308" y="330164"/>
                  </a:lnTo>
                  <a:lnTo>
                    <a:pt x="12801" y="325346"/>
                  </a:lnTo>
                  <a:lnTo>
                    <a:pt x="12860" y="323126"/>
                  </a:lnTo>
                  <a:lnTo>
                    <a:pt x="12628" y="320830"/>
                  </a:lnTo>
                  <a:lnTo>
                    <a:pt x="11781" y="319105"/>
                  </a:lnTo>
                  <a:lnTo>
                    <a:pt x="11025" y="318907"/>
                  </a:lnTo>
                  <a:lnTo>
                    <a:pt x="10687" y="318024"/>
                  </a:lnTo>
                  <a:lnTo>
                    <a:pt x="10035" y="316759"/>
                  </a:lnTo>
                  <a:lnTo>
                    <a:pt x="9387" y="315776"/>
                  </a:lnTo>
                  <a:lnTo>
                    <a:pt x="8813" y="313886"/>
                  </a:lnTo>
                  <a:lnTo>
                    <a:pt x="8413" y="311237"/>
                  </a:lnTo>
                  <a:lnTo>
                    <a:pt x="8696" y="301763"/>
                  </a:lnTo>
                  <a:lnTo>
                    <a:pt x="8505" y="300498"/>
                  </a:lnTo>
                  <a:lnTo>
                    <a:pt x="7647" y="300150"/>
                  </a:lnTo>
                  <a:lnTo>
                    <a:pt x="7447" y="299469"/>
                  </a:lnTo>
                  <a:lnTo>
                    <a:pt x="7482" y="297653"/>
                  </a:lnTo>
                  <a:lnTo>
                    <a:pt x="7019" y="292255"/>
                  </a:lnTo>
                  <a:lnTo>
                    <a:pt x="6501" y="287791"/>
                  </a:lnTo>
                  <a:lnTo>
                    <a:pt x="6780" y="285327"/>
                  </a:lnTo>
                  <a:lnTo>
                    <a:pt x="6065" y="281956"/>
                  </a:lnTo>
                  <a:lnTo>
                    <a:pt x="4696" y="280508"/>
                  </a:lnTo>
                  <a:lnTo>
                    <a:pt x="3405" y="280948"/>
                  </a:lnTo>
                  <a:lnTo>
                    <a:pt x="2018" y="281619"/>
                  </a:lnTo>
                  <a:lnTo>
                    <a:pt x="1183" y="281434"/>
                  </a:lnTo>
                  <a:lnTo>
                    <a:pt x="608" y="280806"/>
                  </a:lnTo>
                  <a:lnTo>
                    <a:pt x="207" y="279570"/>
                  </a:lnTo>
                  <a:lnTo>
                    <a:pt x="0" y="278113"/>
                  </a:lnTo>
                  <a:lnTo>
                    <a:pt x="189" y="275919"/>
                  </a:lnTo>
                  <a:lnTo>
                    <a:pt x="948" y="271894"/>
                  </a:lnTo>
                  <a:lnTo>
                    <a:pt x="1898" y="268581"/>
                  </a:lnTo>
                  <a:lnTo>
                    <a:pt x="3828" y="265569"/>
                  </a:lnTo>
                  <a:lnTo>
                    <a:pt x="4342" y="263964"/>
                  </a:lnTo>
                  <a:lnTo>
                    <a:pt x="4635" y="262184"/>
                  </a:lnTo>
                  <a:lnTo>
                    <a:pt x="4687" y="260139"/>
                  </a:lnTo>
                  <a:lnTo>
                    <a:pt x="4558" y="257987"/>
                  </a:lnTo>
                  <a:lnTo>
                    <a:pt x="4339" y="256023"/>
                  </a:lnTo>
                  <a:lnTo>
                    <a:pt x="3770" y="253413"/>
                  </a:lnTo>
                  <a:lnTo>
                    <a:pt x="3249" y="250343"/>
                  </a:lnTo>
                  <a:lnTo>
                    <a:pt x="3235" y="248289"/>
                  </a:lnTo>
                  <a:lnTo>
                    <a:pt x="3486" y="246802"/>
                  </a:lnTo>
                  <a:lnTo>
                    <a:pt x="4003" y="245016"/>
                  </a:lnTo>
                  <a:lnTo>
                    <a:pt x="5026" y="243003"/>
                  </a:lnTo>
                  <a:lnTo>
                    <a:pt x="5273" y="242600"/>
                  </a:lnTo>
                  <a:lnTo>
                    <a:pt x="5915" y="241521"/>
                  </a:lnTo>
                  <a:lnTo>
                    <a:pt x="6477" y="240733"/>
                  </a:lnTo>
                  <a:lnTo>
                    <a:pt x="7879" y="238608"/>
                  </a:lnTo>
                  <a:lnTo>
                    <a:pt x="8208" y="237591"/>
                  </a:lnTo>
                  <a:lnTo>
                    <a:pt x="8089" y="236369"/>
                  </a:lnTo>
                  <a:lnTo>
                    <a:pt x="7745" y="235369"/>
                  </a:lnTo>
                  <a:lnTo>
                    <a:pt x="7181" y="233975"/>
                  </a:lnTo>
                  <a:lnTo>
                    <a:pt x="7066" y="232264"/>
                  </a:lnTo>
                  <a:lnTo>
                    <a:pt x="6901" y="229336"/>
                  </a:lnTo>
                  <a:lnTo>
                    <a:pt x="6610" y="227475"/>
                  </a:lnTo>
                  <a:lnTo>
                    <a:pt x="6401" y="226107"/>
                  </a:lnTo>
                  <a:lnTo>
                    <a:pt x="6800" y="225082"/>
                  </a:lnTo>
                  <a:lnTo>
                    <a:pt x="7393" y="223659"/>
                  </a:lnTo>
                  <a:lnTo>
                    <a:pt x="8133" y="222790"/>
                  </a:lnTo>
                  <a:lnTo>
                    <a:pt x="9281" y="222042"/>
                  </a:lnTo>
                  <a:lnTo>
                    <a:pt x="9731" y="221026"/>
                  </a:lnTo>
                  <a:lnTo>
                    <a:pt x="9863" y="219071"/>
                  </a:lnTo>
                  <a:lnTo>
                    <a:pt x="9826" y="217214"/>
                  </a:lnTo>
                  <a:lnTo>
                    <a:pt x="10238" y="215827"/>
                  </a:lnTo>
                  <a:lnTo>
                    <a:pt x="10794" y="212864"/>
                  </a:lnTo>
                  <a:lnTo>
                    <a:pt x="11241" y="211512"/>
                  </a:lnTo>
                  <a:lnTo>
                    <a:pt x="11990" y="209969"/>
                  </a:lnTo>
                  <a:lnTo>
                    <a:pt x="12739" y="208035"/>
                  </a:lnTo>
                  <a:lnTo>
                    <a:pt x="13073" y="205788"/>
                  </a:lnTo>
                  <a:lnTo>
                    <a:pt x="13167" y="203625"/>
                  </a:lnTo>
                  <a:lnTo>
                    <a:pt x="12757" y="197072"/>
                  </a:lnTo>
                  <a:lnTo>
                    <a:pt x="13624" y="194332"/>
                  </a:lnTo>
                  <a:lnTo>
                    <a:pt x="14728" y="192065"/>
                  </a:lnTo>
                  <a:lnTo>
                    <a:pt x="16320" y="192223"/>
                  </a:lnTo>
                  <a:lnTo>
                    <a:pt x="18789" y="191728"/>
                  </a:lnTo>
                  <a:lnTo>
                    <a:pt x="20469" y="190781"/>
                  </a:lnTo>
                  <a:lnTo>
                    <a:pt x="21668" y="190812"/>
                  </a:lnTo>
                  <a:lnTo>
                    <a:pt x="24405" y="192037"/>
                  </a:lnTo>
                  <a:lnTo>
                    <a:pt x="24626" y="191744"/>
                  </a:lnTo>
                  <a:lnTo>
                    <a:pt x="24690" y="191504"/>
                  </a:lnTo>
                  <a:lnTo>
                    <a:pt x="24835" y="189771"/>
                  </a:lnTo>
                  <a:lnTo>
                    <a:pt x="24834" y="185400"/>
                  </a:lnTo>
                  <a:lnTo>
                    <a:pt x="24829" y="172218"/>
                  </a:lnTo>
                  <a:lnTo>
                    <a:pt x="24825" y="159038"/>
                  </a:lnTo>
                  <a:lnTo>
                    <a:pt x="24822" y="145856"/>
                  </a:lnTo>
                  <a:lnTo>
                    <a:pt x="24817" y="132676"/>
                  </a:lnTo>
                  <a:lnTo>
                    <a:pt x="24813" y="119494"/>
                  </a:lnTo>
                  <a:lnTo>
                    <a:pt x="24808" y="106314"/>
                  </a:lnTo>
                  <a:lnTo>
                    <a:pt x="24804" y="93134"/>
                  </a:lnTo>
                  <a:lnTo>
                    <a:pt x="24799" y="79954"/>
                  </a:lnTo>
                  <a:lnTo>
                    <a:pt x="24799" y="76264"/>
                  </a:lnTo>
                  <a:lnTo>
                    <a:pt x="24799" y="72577"/>
                  </a:lnTo>
                  <a:lnTo>
                    <a:pt x="24799" y="68889"/>
                  </a:lnTo>
                  <a:lnTo>
                    <a:pt x="24799" y="65199"/>
                  </a:lnTo>
                  <a:lnTo>
                    <a:pt x="27638" y="65202"/>
                  </a:lnTo>
                  <a:lnTo>
                    <a:pt x="30477" y="65207"/>
                  </a:lnTo>
                  <a:lnTo>
                    <a:pt x="33317" y="65211"/>
                  </a:lnTo>
                  <a:lnTo>
                    <a:pt x="36298" y="65003"/>
                  </a:lnTo>
                  <a:lnTo>
                    <a:pt x="36300" y="50278"/>
                  </a:lnTo>
                  <a:lnTo>
                    <a:pt x="36303" y="35554"/>
                  </a:lnTo>
                  <a:lnTo>
                    <a:pt x="36305" y="20828"/>
                  </a:lnTo>
                  <a:lnTo>
                    <a:pt x="36307" y="6104"/>
                  </a:lnTo>
                  <a:lnTo>
                    <a:pt x="40704" y="6106"/>
                  </a:lnTo>
                  <a:lnTo>
                    <a:pt x="45100" y="6107"/>
                  </a:lnTo>
                  <a:lnTo>
                    <a:pt x="49497" y="6110"/>
                  </a:lnTo>
                  <a:lnTo>
                    <a:pt x="53893" y="6111"/>
                  </a:lnTo>
                  <a:lnTo>
                    <a:pt x="58289" y="6113"/>
                  </a:lnTo>
                  <a:lnTo>
                    <a:pt x="62686" y="6114"/>
                  </a:lnTo>
                  <a:lnTo>
                    <a:pt x="67082" y="6116"/>
                  </a:lnTo>
                  <a:lnTo>
                    <a:pt x="71478" y="6118"/>
                  </a:lnTo>
                  <a:lnTo>
                    <a:pt x="75875" y="6120"/>
                  </a:lnTo>
                  <a:lnTo>
                    <a:pt x="80272" y="6121"/>
                  </a:lnTo>
                  <a:lnTo>
                    <a:pt x="84667" y="6123"/>
                  </a:lnTo>
                  <a:lnTo>
                    <a:pt x="89063" y="6126"/>
                  </a:lnTo>
                  <a:lnTo>
                    <a:pt x="93461" y="6126"/>
                  </a:lnTo>
                  <a:lnTo>
                    <a:pt x="97856" y="6129"/>
                  </a:lnTo>
                  <a:lnTo>
                    <a:pt x="102253" y="6132"/>
                  </a:lnTo>
                  <a:lnTo>
                    <a:pt x="106649" y="6133"/>
                  </a:lnTo>
                  <a:lnTo>
                    <a:pt x="107990" y="6133"/>
                  </a:lnTo>
                  <a:lnTo>
                    <a:pt x="108582" y="5914"/>
                  </a:lnTo>
                  <a:lnTo>
                    <a:pt x="109708" y="408"/>
                  </a:lnTo>
                  <a:lnTo>
                    <a:pt x="110189" y="0"/>
                  </a:lnTo>
                  <a:lnTo>
                    <a:pt x="110925" y="323"/>
                  </a:lnTo>
                  <a:lnTo>
                    <a:pt x="111177" y="1614"/>
                  </a:lnTo>
                  <a:lnTo>
                    <a:pt x="110950" y="3480"/>
                  </a:lnTo>
                  <a:lnTo>
                    <a:pt x="110583" y="6104"/>
                  </a:lnTo>
                  <a:lnTo>
                    <a:pt x="112737" y="6104"/>
                  </a:lnTo>
                  <a:lnTo>
                    <a:pt x="116513" y="6103"/>
                  </a:lnTo>
                  <a:lnTo>
                    <a:pt x="120288" y="6100"/>
                  </a:lnTo>
                  <a:lnTo>
                    <a:pt x="124065" y="6100"/>
                  </a:lnTo>
                  <a:lnTo>
                    <a:pt x="127840" y="6097"/>
                  </a:lnTo>
                  <a:lnTo>
                    <a:pt x="131616" y="6095"/>
                  </a:lnTo>
                  <a:lnTo>
                    <a:pt x="135392" y="6094"/>
                  </a:lnTo>
                  <a:lnTo>
                    <a:pt x="139168" y="6093"/>
                  </a:lnTo>
                  <a:lnTo>
                    <a:pt x="142943" y="6091"/>
                  </a:lnTo>
                  <a:lnTo>
                    <a:pt x="146719" y="6090"/>
                  </a:lnTo>
                  <a:lnTo>
                    <a:pt x="150495" y="6088"/>
                  </a:lnTo>
                  <a:lnTo>
                    <a:pt x="154272" y="6087"/>
                  </a:lnTo>
                  <a:lnTo>
                    <a:pt x="158048" y="6085"/>
                  </a:lnTo>
                  <a:lnTo>
                    <a:pt x="161823" y="6084"/>
                  </a:lnTo>
                  <a:lnTo>
                    <a:pt x="165600" y="6082"/>
                  </a:lnTo>
                  <a:lnTo>
                    <a:pt x="169375" y="608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0"/>
            <p:cNvSpPr/>
            <p:nvPr/>
          </p:nvSpPr>
          <p:spPr>
            <a:xfrm>
              <a:off x="3476795" y="3272889"/>
              <a:ext cx="127981" cy="258033"/>
            </a:xfrm>
            <a:custGeom>
              <a:avLst/>
              <a:pathLst>
                <a:path w="127981" h="258033">
                  <a:moveTo>
                    <a:pt x="114283" y="81601"/>
                  </a:moveTo>
                  <a:lnTo>
                    <a:pt x="114272" y="82799"/>
                  </a:lnTo>
                  <a:lnTo>
                    <a:pt x="114358" y="88782"/>
                  </a:lnTo>
                  <a:lnTo>
                    <a:pt x="114432" y="94020"/>
                  </a:lnTo>
                  <a:lnTo>
                    <a:pt x="114553" y="102571"/>
                  </a:lnTo>
                  <a:lnTo>
                    <a:pt x="114555" y="104802"/>
                  </a:lnTo>
                  <a:lnTo>
                    <a:pt x="114472" y="107584"/>
                  </a:lnTo>
                  <a:lnTo>
                    <a:pt x="114222" y="108676"/>
                  </a:lnTo>
                  <a:lnTo>
                    <a:pt x="113611" y="110247"/>
                  </a:lnTo>
                  <a:lnTo>
                    <a:pt x="112847" y="111683"/>
                  </a:lnTo>
                  <a:lnTo>
                    <a:pt x="110911" y="112049"/>
                  </a:lnTo>
                  <a:lnTo>
                    <a:pt x="109297" y="112006"/>
                  </a:lnTo>
                  <a:lnTo>
                    <a:pt x="108152" y="111686"/>
                  </a:lnTo>
                  <a:lnTo>
                    <a:pt x="106587" y="111557"/>
                  </a:lnTo>
                  <a:lnTo>
                    <a:pt x="105111" y="111867"/>
                  </a:lnTo>
                  <a:lnTo>
                    <a:pt x="104572" y="113075"/>
                  </a:lnTo>
                  <a:lnTo>
                    <a:pt x="103778" y="117369"/>
                  </a:lnTo>
                  <a:lnTo>
                    <a:pt x="102627" y="123592"/>
                  </a:lnTo>
                  <a:lnTo>
                    <a:pt x="102021" y="126221"/>
                  </a:lnTo>
                  <a:lnTo>
                    <a:pt x="101864" y="127757"/>
                  </a:lnTo>
                  <a:lnTo>
                    <a:pt x="102045" y="128672"/>
                  </a:lnTo>
                  <a:lnTo>
                    <a:pt x="102806" y="129997"/>
                  </a:lnTo>
                  <a:lnTo>
                    <a:pt x="104477" y="131861"/>
                  </a:lnTo>
                  <a:lnTo>
                    <a:pt x="106391" y="132951"/>
                  </a:lnTo>
                  <a:lnTo>
                    <a:pt x="107818" y="133423"/>
                  </a:lnTo>
                  <a:lnTo>
                    <a:pt x="108792" y="133935"/>
                  </a:lnTo>
                  <a:lnTo>
                    <a:pt x="109542" y="134510"/>
                  </a:lnTo>
                  <a:lnTo>
                    <a:pt x="112262" y="139281"/>
                  </a:lnTo>
                  <a:lnTo>
                    <a:pt x="113130" y="141496"/>
                  </a:lnTo>
                  <a:lnTo>
                    <a:pt x="113619" y="143464"/>
                  </a:lnTo>
                  <a:lnTo>
                    <a:pt x="113731" y="145562"/>
                  </a:lnTo>
                  <a:lnTo>
                    <a:pt x="114124" y="147667"/>
                  </a:lnTo>
                  <a:lnTo>
                    <a:pt x="115690" y="151838"/>
                  </a:lnTo>
                  <a:lnTo>
                    <a:pt x="116598" y="154253"/>
                  </a:lnTo>
                  <a:lnTo>
                    <a:pt x="118958" y="157340"/>
                  </a:lnTo>
                  <a:lnTo>
                    <a:pt x="119861" y="160843"/>
                  </a:lnTo>
                  <a:lnTo>
                    <a:pt x="120735" y="162547"/>
                  </a:lnTo>
                  <a:lnTo>
                    <a:pt x="121562" y="164375"/>
                  </a:lnTo>
                  <a:lnTo>
                    <a:pt x="122006" y="167106"/>
                  </a:lnTo>
                  <a:lnTo>
                    <a:pt x="123029" y="175017"/>
                  </a:lnTo>
                  <a:lnTo>
                    <a:pt x="123717" y="179164"/>
                  </a:lnTo>
                  <a:lnTo>
                    <a:pt x="124420" y="182554"/>
                  </a:lnTo>
                  <a:lnTo>
                    <a:pt x="124704" y="188073"/>
                  </a:lnTo>
                  <a:lnTo>
                    <a:pt x="125260" y="190537"/>
                  </a:lnTo>
                  <a:lnTo>
                    <a:pt x="125835" y="193544"/>
                  </a:lnTo>
                  <a:lnTo>
                    <a:pt x="126785" y="196261"/>
                  </a:lnTo>
                  <a:lnTo>
                    <a:pt x="127797" y="198334"/>
                  </a:lnTo>
                  <a:lnTo>
                    <a:pt x="127981" y="198889"/>
                  </a:lnTo>
                  <a:lnTo>
                    <a:pt x="125864" y="204220"/>
                  </a:lnTo>
                  <a:lnTo>
                    <a:pt x="123492" y="210197"/>
                  </a:lnTo>
                  <a:lnTo>
                    <a:pt x="120748" y="217114"/>
                  </a:lnTo>
                  <a:lnTo>
                    <a:pt x="117759" y="224644"/>
                  </a:lnTo>
                  <a:lnTo>
                    <a:pt x="115420" y="230600"/>
                  </a:lnTo>
                  <a:lnTo>
                    <a:pt x="113109" y="236477"/>
                  </a:lnTo>
                  <a:lnTo>
                    <a:pt x="110411" y="243420"/>
                  </a:lnTo>
                  <a:lnTo>
                    <a:pt x="108418" y="248548"/>
                  </a:lnTo>
                  <a:lnTo>
                    <a:pt x="108085" y="249275"/>
                  </a:lnTo>
                  <a:lnTo>
                    <a:pt x="107508" y="250221"/>
                  </a:lnTo>
                  <a:lnTo>
                    <a:pt x="105608" y="250243"/>
                  </a:lnTo>
                  <a:lnTo>
                    <a:pt x="103650" y="249641"/>
                  </a:lnTo>
                  <a:lnTo>
                    <a:pt x="101845" y="246525"/>
                  </a:lnTo>
                  <a:lnTo>
                    <a:pt x="100013" y="248939"/>
                  </a:lnTo>
                  <a:lnTo>
                    <a:pt x="98851" y="249700"/>
                  </a:lnTo>
                  <a:lnTo>
                    <a:pt x="98159" y="249982"/>
                  </a:lnTo>
                  <a:lnTo>
                    <a:pt x="96522" y="250373"/>
                  </a:lnTo>
                  <a:lnTo>
                    <a:pt x="94232" y="251666"/>
                  </a:lnTo>
                  <a:lnTo>
                    <a:pt x="93193" y="253287"/>
                  </a:lnTo>
                  <a:lnTo>
                    <a:pt x="92632" y="254573"/>
                  </a:lnTo>
                  <a:lnTo>
                    <a:pt x="92166" y="256930"/>
                  </a:lnTo>
                  <a:lnTo>
                    <a:pt x="91932" y="257176"/>
                  </a:lnTo>
                  <a:lnTo>
                    <a:pt x="91512" y="256896"/>
                  </a:lnTo>
                  <a:lnTo>
                    <a:pt x="90923" y="255951"/>
                  </a:lnTo>
                  <a:lnTo>
                    <a:pt x="89698" y="254580"/>
                  </a:lnTo>
                  <a:lnTo>
                    <a:pt x="89082" y="251580"/>
                  </a:lnTo>
                  <a:lnTo>
                    <a:pt x="88512" y="249767"/>
                  </a:lnTo>
                  <a:lnTo>
                    <a:pt x="88044" y="248816"/>
                  </a:lnTo>
                  <a:lnTo>
                    <a:pt x="86098" y="251806"/>
                  </a:lnTo>
                  <a:lnTo>
                    <a:pt x="85157" y="252511"/>
                  </a:lnTo>
                  <a:lnTo>
                    <a:pt x="84384" y="252426"/>
                  </a:lnTo>
                  <a:lnTo>
                    <a:pt x="82973" y="250738"/>
                  </a:lnTo>
                  <a:lnTo>
                    <a:pt x="81415" y="249309"/>
                  </a:lnTo>
                  <a:lnTo>
                    <a:pt x="80613" y="249320"/>
                  </a:lnTo>
                  <a:lnTo>
                    <a:pt x="79413" y="251110"/>
                  </a:lnTo>
                  <a:lnTo>
                    <a:pt x="78048" y="253797"/>
                  </a:lnTo>
                  <a:lnTo>
                    <a:pt x="77343" y="256454"/>
                  </a:lnTo>
                  <a:lnTo>
                    <a:pt x="77002" y="258033"/>
                  </a:lnTo>
                  <a:lnTo>
                    <a:pt x="76753" y="256773"/>
                  </a:lnTo>
                  <a:lnTo>
                    <a:pt x="76524" y="255597"/>
                  </a:lnTo>
                  <a:lnTo>
                    <a:pt x="76066" y="254088"/>
                  </a:lnTo>
                  <a:lnTo>
                    <a:pt x="75407" y="253501"/>
                  </a:lnTo>
                  <a:lnTo>
                    <a:pt x="74805" y="253795"/>
                  </a:lnTo>
                  <a:lnTo>
                    <a:pt x="74104" y="254088"/>
                  </a:lnTo>
                  <a:lnTo>
                    <a:pt x="73789" y="253244"/>
                  </a:lnTo>
                  <a:lnTo>
                    <a:pt x="73722" y="251171"/>
                  </a:lnTo>
                  <a:lnTo>
                    <a:pt x="73531" y="249272"/>
                  </a:lnTo>
                  <a:lnTo>
                    <a:pt x="73202" y="247839"/>
                  </a:lnTo>
                  <a:lnTo>
                    <a:pt x="72193" y="246415"/>
                  </a:lnTo>
                  <a:lnTo>
                    <a:pt x="69595" y="243518"/>
                  </a:lnTo>
                  <a:lnTo>
                    <a:pt x="67598" y="237735"/>
                  </a:lnTo>
                  <a:lnTo>
                    <a:pt x="66592" y="235050"/>
                  </a:lnTo>
                  <a:lnTo>
                    <a:pt x="65858" y="233317"/>
                  </a:lnTo>
                  <a:lnTo>
                    <a:pt x="64819" y="228772"/>
                  </a:lnTo>
                  <a:lnTo>
                    <a:pt x="63633" y="225641"/>
                  </a:lnTo>
                  <a:lnTo>
                    <a:pt x="62197" y="224190"/>
                  </a:lnTo>
                  <a:lnTo>
                    <a:pt x="61248" y="224906"/>
                  </a:lnTo>
                  <a:lnTo>
                    <a:pt x="60273" y="228257"/>
                  </a:lnTo>
                  <a:lnTo>
                    <a:pt x="58432" y="231404"/>
                  </a:lnTo>
                  <a:lnTo>
                    <a:pt x="57587" y="231514"/>
                  </a:lnTo>
                  <a:lnTo>
                    <a:pt x="56505" y="229807"/>
                  </a:lnTo>
                  <a:lnTo>
                    <a:pt x="55146" y="228592"/>
                  </a:lnTo>
                  <a:lnTo>
                    <a:pt x="52703" y="228062"/>
                  </a:lnTo>
                  <a:lnTo>
                    <a:pt x="51696" y="229554"/>
                  </a:lnTo>
                  <a:lnTo>
                    <a:pt x="50375" y="231967"/>
                  </a:lnTo>
                  <a:lnTo>
                    <a:pt x="49256" y="233405"/>
                  </a:lnTo>
                  <a:lnTo>
                    <a:pt x="48561" y="233568"/>
                  </a:lnTo>
                  <a:lnTo>
                    <a:pt x="47915" y="232995"/>
                  </a:lnTo>
                  <a:lnTo>
                    <a:pt x="47181" y="232685"/>
                  </a:lnTo>
                  <a:lnTo>
                    <a:pt x="46546" y="232635"/>
                  </a:lnTo>
                  <a:lnTo>
                    <a:pt x="45241" y="230432"/>
                  </a:lnTo>
                  <a:lnTo>
                    <a:pt x="44564" y="228818"/>
                  </a:lnTo>
                  <a:lnTo>
                    <a:pt x="44113" y="227262"/>
                  </a:lnTo>
                  <a:lnTo>
                    <a:pt x="43376" y="226203"/>
                  </a:lnTo>
                  <a:lnTo>
                    <a:pt x="42513" y="225321"/>
                  </a:lnTo>
                  <a:lnTo>
                    <a:pt x="41897" y="223935"/>
                  </a:lnTo>
                  <a:lnTo>
                    <a:pt x="41590" y="222205"/>
                  </a:lnTo>
                  <a:lnTo>
                    <a:pt x="41105" y="219986"/>
                  </a:lnTo>
                  <a:lnTo>
                    <a:pt x="40471" y="217986"/>
                  </a:lnTo>
                  <a:lnTo>
                    <a:pt x="38478" y="214393"/>
                  </a:lnTo>
                  <a:lnTo>
                    <a:pt x="37883" y="212277"/>
                  </a:lnTo>
                  <a:lnTo>
                    <a:pt x="37469" y="210209"/>
                  </a:lnTo>
                  <a:lnTo>
                    <a:pt x="36653" y="207929"/>
                  </a:lnTo>
                  <a:lnTo>
                    <a:pt x="35782" y="204876"/>
                  </a:lnTo>
                  <a:lnTo>
                    <a:pt x="35504" y="200411"/>
                  </a:lnTo>
                  <a:lnTo>
                    <a:pt x="35464" y="196814"/>
                  </a:lnTo>
                  <a:lnTo>
                    <a:pt x="35283" y="195150"/>
                  </a:lnTo>
                  <a:lnTo>
                    <a:pt x="34914" y="193485"/>
                  </a:lnTo>
                  <a:lnTo>
                    <a:pt x="34484" y="192073"/>
                  </a:lnTo>
                  <a:lnTo>
                    <a:pt x="33788" y="190480"/>
                  </a:lnTo>
                  <a:lnTo>
                    <a:pt x="32164" y="188173"/>
                  </a:lnTo>
                  <a:lnTo>
                    <a:pt x="30486" y="185496"/>
                  </a:lnTo>
                  <a:lnTo>
                    <a:pt x="29679" y="183938"/>
                  </a:lnTo>
                  <a:lnTo>
                    <a:pt x="28152" y="183368"/>
                  </a:lnTo>
                  <a:lnTo>
                    <a:pt x="27238" y="181840"/>
                  </a:lnTo>
                  <a:lnTo>
                    <a:pt x="26469" y="178478"/>
                  </a:lnTo>
                  <a:lnTo>
                    <a:pt x="26159" y="175785"/>
                  </a:lnTo>
                  <a:lnTo>
                    <a:pt x="25386" y="173694"/>
                  </a:lnTo>
                  <a:lnTo>
                    <a:pt x="25055" y="172178"/>
                  </a:lnTo>
                  <a:lnTo>
                    <a:pt x="24871" y="170432"/>
                  </a:lnTo>
                  <a:lnTo>
                    <a:pt x="25484" y="165113"/>
                  </a:lnTo>
                  <a:lnTo>
                    <a:pt x="24595" y="163231"/>
                  </a:lnTo>
                  <a:lnTo>
                    <a:pt x="23268" y="160786"/>
                  </a:lnTo>
                  <a:lnTo>
                    <a:pt x="22320" y="158116"/>
                  </a:lnTo>
                  <a:lnTo>
                    <a:pt x="21740" y="155660"/>
                  </a:lnTo>
                  <a:lnTo>
                    <a:pt x="20042" y="152418"/>
                  </a:lnTo>
                  <a:lnTo>
                    <a:pt x="16332" y="147579"/>
                  </a:lnTo>
                  <a:lnTo>
                    <a:pt x="14192" y="144485"/>
                  </a:lnTo>
                  <a:lnTo>
                    <a:pt x="13021" y="141705"/>
                  </a:lnTo>
                  <a:lnTo>
                    <a:pt x="12000" y="138991"/>
                  </a:lnTo>
                  <a:lnTo>
                    <a:pt x="11899" y="137871"/>
                  </a:lnTo>
                  <a:lnTo>
                    <a:pt x="12558" y="135160"/>
                  </a:lnTo>
                  <a:lnTo>
                    <a:pt x="12658" y="132927"/>
                  </a:lnTo>
                  <a:lnTo>
                    <a:pt x="12118" y="130464"/>
                  </a:lnTo>
                  <a:lnTo>
                    <a:pt x="9895" y="125827"/>
                  </a:lnTo>
                  <a:lnTo>
                    <a:pt x="8124" y="120724"/>
                  </a:lnTo>
                  <a:lnTo>
                    <a:pt x="6782" y="119128"/>
                  </a:lnTo>
                  <a:lnTo>
                    <a:pt x="3552" y="117712"/>
                  </a:lnTo>
                  <a:lnTo>
                    <a:pt x="2625" y="117151"/>
                  </a:lnTo>
                  <a:lnTo>
                    <a:pt x="1657" y="116177"/>
                  </a:lnTo>
                  <a:lnTo>
                    <a:pt x="702" y="113880"/>
                  </a:lnTo>
                  <a:lnTo>
                    <a:pt x="375" y="111162"/>
                  </a:lnTo>
                  <a:lnTo>
                    <a:pt x="846" y="106815"/>
                  </a:lnTo>
                  <a:lnTo>
                    <a:pt x="546" y="105482"/>
                  </a:lnTo>
                  <a:lnTo>
                    <a:pt x="0" y="105119"/>
                  </a:lnTo>
                  <a:lnTo>
                    <a:pt x="150" y="104213"/>
                  </a:lnTo>
                  <a:lnTo>
                    <a:pt x="761" y="102100"/>
                  </a:lnTo>
                  <a:lnTo>
                    <a:pt x="1758" y="100727"/>
                  </a:lnTo>
                  <a:lnTo>
                    <a:pt x="4425" y="98581"/>
                  </a:lnTo>
                  <a:lnTo>
                    <a:pt x="4574" y="97755"/>
                  </a:lnTo>
                  <a:lnTo>
                    <a:pt x="4626" y="95038"/>
                  </a:lnTo>
                  <a:lnTo>
                    <a:pt x="4843" y="93711"/>
                  </a:lnTo>
                  <a:lnTo>
                    <a:pt x="5761" y="89947"/>
                  </a:lnTo>
                  <a:lnTo>
                    <a:pt x="5892" y="88445"/>
                  </a:lnTo>
                  <a:lnTo>
                    <a:pt x="5932" y="85247"/>
                  </a:lnTo>
                  <a:lnTo>
                    <a:pt x="6056" y="83735"/>
                  </a:lnTo>
                  <a:lnTo>
                    <a:pt x="6321" y="82660"/>
                  </a:lnTo>
                  <a:lnTo>
                    <a:pt x="7054" y="80792"/>
                  </a:lnTo>
                  <a:lnTo>
                    <a:pt x="7310" y="79656"/>
                  </a:lnTo>
                  <a:lnTo>
                    <a:pt x="7420" y="77205"/>
                  </a:lnTo>
                  <a:lnTo>
                    <a:pt x="7340" y="72348"/>
                  </a:lnTo>
                  <a:lnTo>
                    <a:pt x="7714" y="70430"/>
                  </a:lnTo>
                  <a:lnTo>
                    <a:pt x="9396" y="66019"/>
                  </a:lnTo>
                  <a:lnTo>
                    <a:pt x="9845" y="64057"/>
                  </a:lnTo>
                  <a:lnTo>
                    <a:pt x="9998" y="62285"/>
                  </a:lnTo>
                  <a:lnTo>
                    <a:pt x="9983" y="60493"/>
                  </a:lnTo>
                  <a:lnTo>
                    <a:pt x="10084" y="58722"/>
                  </a:lnTo>
                  <a:lnTo>
                    <a:pt x="10583" y="57008"/>
                  </a:lnTo>
                  <a:lnTo>
                    <a:pt x="11009" y="56476"/>
                  </a:lnTo>
                  <a:lnTo>
                    <a:pt x="12248" y="55941"/>
                  </a:lnTo>
                  <a:lnTo>
                    <a:pt x="13093" y="56278"/>
                  </a:lnTo>
                  <a:lnTo>
                    <a:pt x="18996" y="53264"/>
                  </a:lnTo>
                  <a:lnTo>
                    <a:pt x="19688" y="53678"/>
                  </a:lnTo>
                  <a:lnTo>
                    <a:pt x="19999" y="55463"/>
                  </a:lnTo>
                  <a:lnTo>
                    <a:pt x="19971" y="58314"/>
                  </a:lnTo>
                  <a:lnTo>
                    <a:pt x="20071" y="59699"/>
                  </a:lnTo>
                  <a:lnTo>
                    <a:pt x="20389" y="60686"/>
                  </a:lnTo>
                  <a:lnTo>
                    <a:pt x="21326" y="62042"/>
                  </a:lnTo>
                  <a:lnTo>
                    <a:pt x="21976" y="64308"/>
                  </a:lnTo>
                  <a:lnTo>
                    <a:pt x="22321" y="65144"/>
                  </a:lnTo>
                  <a:lnTo>
                    <a:pt x="23271" y="66697"/>
                  </a:lnTo>
                  <a:lnTo>
                    <a:pt x="27665" y="79701"/>
                  </a:lnTo>
                  <a:lnTo>
                    <a:pt x="28900" y="80933"/>
                  </a:lnTo>
                  <a:lnTo>
                    <a:pt x="30103" y="80487"/>
                  </a:lnTo>
                  <a:lnTo>
                    <a:pt x="32488" y="77787"/>
                  </a:lnTo>
                  <a:lnTo>
                    <a:pt x="33682" y="77101"/>
                  </a:lnTo>
                  <a:lnTo>
                    <a:pt x="42032" y="77867"/>
                  </a:lnTo>
                  <a:lnTo>
                    <a:pt x="43022" y="77520"/>
                  </a:lnTo>
                  <a:lnTo>
                    <a:pt x="44293" y="84045"/>
                  </a:lnTo>
                  <a:lnTo>
                    <a:pt x="44899" y="85529"/>
                  </a:lnTo>
                  <a:lnTo>
                    <a:pt x="54055" y="85604"/>
                  </a:lnTo>
                  <a:lnTo>
                    <a:pt x="53881" y="83750"/>
                  </a:lnTo>
                  <a:lnTo>
                    <a:pt x="53996" y="81673"/>
                  </a:lnTo>
                  <a:lnTo>
                    <a:pt x="55065" y="79003"/>
                  </a:lnTo>
                  <a:lnTo>
                    <a:pt x="55609" y="77687"/>
                  </a:lnTo>
                  <a:lnTo>
                    <a:pt x="55839" y="77209"/>
                  </a:lnTo>
                  <a:lnTo>
                    <a:pt x="57252" y="75303"/>
                  </a:lnTo>
                  <a:lnTo>
                    <a:pt x="58633" y="74021"/>
                  </a:lnTo>
                  <a:lnTo>
                    <a:pt x="61289" y="72527"/>
                  </a:lnTo>
                  <a:lnTo>
                    <a:pt x="62259" y="70173"/>
                  </a:lnTo>
                  <a:lnTo>
                    <a:pt x="62794" y="68013"/>
                  </a:lnTo>
                  <a:lnTo>
                    <a:pt x="62812" y="63767"/>
                  </a:lnTo>
                  <a:lnTo>
                    <a:pt x="63162" y="63071"/>
                  </a:lnTo>
                  <a:lnTo>
                    <a:pt x="63796" y="62087"/>
                  </a:lnTo>
                  <a:lnTo>
                    <a:pt x="66868" y="58295"/>
                  </a:lnTo>
                  <a:lnTo>
                    <a:pt x="67387" y="57493"/>
                  </a:lnTo>
                  <a:lnTo>
                    <a:pt x="72814" y="66312"/>
                  </a:lnTo>
                  <a:lnTo>
                    <a:pt x="75861" y="73294"/>
                  </a:lnTo>
                  <a:lnTo>
                    <a:pt x="76045" y="73633"/>
                  </a:lnTo>
                  <a:lnTo>
                    <a:pt x="76203" y="73762"/>
                  </a:lnTo>
                  <a:lnTo>
                    <a:pt x="76364" y="73521"/>
                  </a:lnTo>
                  <a:lnTo>
                    <a:pt x="76500" y="73200"/>
                  </a:lnTo>
                  <a:lnTo>
                    <a:pt x="76721" y="72985"/>
                  </a:lnTo>
                  <a:lnTo>
                    <a:pt x="76870" y="72891"/>
                  </a:lnTo>
                  <a:lnTo>
                    <a:pt x="78173" y="72800"/>
                  </a:lnTo>
                  <a:lnTo>
                    <a:pt x="80638" y="72458"/>
                  </a:lnTo>
                  <a:lnTo>
                    <a:pt x="81448" y="71621"/>
                  </a:lnTo>
                  <a:lnTo>
                    <a:pt x="86397" y="59155"/>
                  </a:lnTo>
                  <a:lnTo>
                    <a:pt x="87655" y="55179"/>
                  </a:lnTo>
                  <a:lnTo>
                    <a:pt x="87974" y="54368"/>
                  </a:lnTo>
                  <a:lnTo>
                    <a:pt x="88691" y="51534"/>
                  </a:lnTo>
                  <a:lnTo>
                    <a:pt x="89447" y="46665"/>
                  </a:lnTo>
                  <a:lnTo>
                    <a:pt x="89597" y="46114"/>
                  </a:lnTo>
                  <a:lnTo>
                    <a:pt x="95019" y="34434"/>
                  </a:lnTo>
                  <a:lnTo>
                    <a:pt x="95211" y="33508"/>
                  </a:lnTo>
                  <a:lnTo>
                    <a:pt x="95264" y="32773"/>
                  </a:lnTo>
                  <a:lnTo>
                    <a:pt x="94444" y="28844"/>
                  </a:lnTo>
                  <a:lnTo>
                    <a:pt x="94268" y="26848"/>
                  </a:lnTo>
                  <a:lnTo>
                    <a:pt x="94232" y="23773"/>
                  </a:lnTo>
                  <a:lnTo>
                    <a:pt x="94395" y="18990"/>
                  </a:lnTo>
                  <a:lnTo>
                    <a:pt x="94338" y="15967"/>
                  </a:lnTo>
                  <a:lnTo>
                    <a:pt x="94316" y="15625"/>
                  </a:lnTo>
                  <a:lnTo>
                    <a:pt x="94263" y="15158"/>
                  </a:lnTo>
                  <a:lnTo>
                    <a:pt x="94227" y="14983"/>
                  </a:lnTo>
                  <a:lnTo>
                    <a:pt x="91200" y="6393"/>
                  </a:lnTo>
                  <a:lnTo>
                    <a:pt x="98846" y="6306"/>
                  </a:lnTo>
                  <a:lnTo>
                    <a:pt x="98864" y="5595"/>
                  </a:lnTo>
                  <a:lnTo>
                    <a:pt x="98858" y="5220"/>
                  </a:lnTo>
                  <a:lnTo>
                    <a:pt x="98834" y="4876"/>
                  </a:lnTo>
                  <a:lnTo>
                    <a:pt x="98689" y="3846"/>
                  </a:lnTo>
                  <a:lnTo>
                    <a:pt x="98606" y="2477"/>
                  </a:lnTo>
                  <a:lnTo>
                    <a:pt x="98600" y="2094"/>
                  </a:lnTo>
                  <a:lnTo>
                    <a:pt x="98611" y="1721"/>
                  </a:lnTo>
                  <a:lnTo>
                    <a:pt x="98655" y="1012"/>
                  </a:lnTo>
                  <a:lnTo>
                    <a:pt x="98660" y="629"/>
                  </a:lnTo>
                  <a:lnTo>
                    <a:pt x="98652" y="445"/>
                  </a:lnTo>
                  <a:lnTo>
                    <a:pt x="98637" y="275"/>
                  </a:lnTo>
                  <a:lnTo>
                    <a:pt x="98676" y="0"/>
                  </a:lnTo>
                  <a:lnTo>
                    <a:pt x="104170" y="171"/>
                  </a:lnTo>
                  <a:lnTo>
                    <a:pt x="104098" y="2602"/>
                  </a:lnTo>
                  <a:lnTo>
                    <a:pt x="103430" y="8317"/>
                  </a:lnTo>
                  <a:lnTo>
                    <a:pt x="103443" y="11746"/>
                  </a:lnTo>
                  <a:lnTo>
                    <a:pt x="103285" y="15658"/>
                  </a:lnTo>
                  <a:lnTo>
                    <a:pt x="103247" y="15976"/>
                  </a:lnTo>
                  <a:lnTo>
                    <a:pt x="103097" y="16820"/>
                  </a:lnTo>
                  <a:lnTo>
                    <a:pt x="102965" y="17303"/>
                  </a:lnTo>
                  <a:lnTo>
                    <a:pt x="102815" y="17769"/>
                  </a:lnTo>
                  <a:lnTo>
                    <a:pt x="102772" y="17945"/>
                  </a:lnTo>
                  <a:lnTo>
                    <a:pt x="102720" y="18231"/>
                  </a:lnTo>
                  <a:lnTo>
                    <a:pt x="102717" y="18662"/>
                  </a:lnTo>
                  <a:lnTo>
                    <a:pt x="103858" y="40569"/>
                  </a:lnTo>
                  <a:lnTo>
                    <a:pt x="103815" y="41121"/>
                  </a:lnTo>
                  <a:lnTo>
                    <a:pt x="103772" y="41484"/>
                  </a:lnTo>
                  <a:lnTo>
                    <a:pt x="103468" y="42850"/>
                  </a:lnTo>
                  <a:lnTo>
                    <a:pt x="103389" y="43300"/>
                  </a:lnTo>
                  <a:lnTo>
                    <a:pt x="103373" y="43648"/>
                  </a:lnTo>
                  <a:lnTo>
                    <a:pt x="103497" y="43886"/>
                  </a:lnTo>
                  <a:lnTo>
                    <a:pt x="106028" y="46252"/>
                  </a:lnTo>
                  <a:lnTo>
                    <a:pt x="106150" y="46402"/>
                  </a:lnTo>
                  <a:lnTo>
                    <a:pt x="106248" y="46596"/>
                  </a:lnTo>
                  <a:lnTo>
                    <a:pt x="107159" y="49413"/>
                  </a:lnTo>
                  <a:lnTo>
                    <a:pt x="112144" y="59810"/>
                  </a:lnTo>
                  <a:lnTo>
                    <a:pt x="112314" y="60328"/>
                  </a:lnTo>
                  <a:lnTo>
                    <a:pt x="112830" y="63593"/>
                  </a:lnTo>
                  <a:lnTo>
                    <a:pt x="112888" y="64088"/>
                  </a:lnTo>
                  <a:lnTo>
                    <a:pt x="112906" y="64870"/>
                  </a:lnTo>
                  <a:lnTo>
                    <a:pt x="112893" y="65478"/>
                  </a:lnTo>
                  <a:lnTo>
                    <a:pt x="112765" y="67436"/>
                  </a:lnTo>
                  <a:lnTo>
                    <a:pt x="112808" y="68316"/>
                  </a:lnTo>
                  <a:lnTo>
                    <a:pt x="112893" y="68897"/>
                  </a:lnTo>
                  <a:lnTo>
                    <a:pt x="112962" y="69570"/>
                  </a:lnTo>
                  <a:lnTo>
                    <a:pt x="112962" y="69775"/>
                  </a:lnTo>
                  <a:lnTo>
                    <a:pt x="112953" y="69951"/>
                  </a:lnTo>
                  <a:lnTo>
                    <a:pt x="112915" y="70262"/>
                  </a:lnTo>
                  <a:lnTo>
                    <a:pt x="112175" y="74034"/>
                  </a:lnTo>
                  <a:lnTo>
                    <a:pt x="111935" y="76719"/>
                  </a:lnTo>
                  <a:lnTo>
                    <a:pt x="111863" y="78977"/>
                  </a:lnTo>
                  <a:lnTo>
                    <a:pt x="111905" y="80283"/>
                  </a:lnTo>
                  <a:lnTo>
                    <a:pt x="111990" y="81122"/>
                  </a:lnTo>
                  <a:lnTo>
                    <a:pt x="112028" y="81316"/>
                  </a:lnTo>
                  <a:lnTo>
                    <a:pt x="112129" y="8158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1"/>
            <p:cNvSpPr/>
            <p:nvPr/>
          </p:nvSpPr>
          <p:spPr>
            <a:xfrm>
              <a:off x="2997104" y="3141224"/>
              <a:ext cx="70811" cy="128564"/>
            </a:xfrm>
            <a:custGeom>
              <a:avLst/>
              <a:pathLst>
                <a:path w="70811" h="128564">
                  <a:moveTo>
                    <a:pt x="60475" y="55252"/>
                  </a:moveTo>
                  <a:lnTo>
                    <a:pt x="61558" y="60007"/>
                  </a:lnTo>
                  <a:lnTo>
                    <a:pt x="61324" y="62282"/>
                  </a:lnTo>
                  <a:lnTo>
                    <a:pt x="61075" y="65608"/>
                  </a:lnTo>
                  <a:lnTo>
                    <a:pt x="61687" y="68029"/>
                  </a:lnTo>
                  <a:lnTo>
                    <a:pt x="62405" y="69606"/>
                  </a:lnTo>
                  <a:lnTo>
                    <a:pt x="62917" y="71056"/>
                  </a:lnTo>
                  <a:lnTo>
                    <a:pt x="63483" y="73057"/>
                  </a:lnTo>
                  <a:lnTo>
                    <a:pt x="63575" y="77036"/>
                  </a:lnTo>
                  <a:lnTo>
                    <a:pt x="63473" y="79907"/>
                  </a:lnTo>
                  <a:lnTo>
                    <a:pt x="63841" y="81205"/>
                  </a:lnTo>
                  <a:lnTo>
                    <a:pt x="64154" y="82844"/>
                  </a:lnTo>
                  <a:lnTo>
                    <a:pt x="64091" y="84213"/>
                  </a:lnTo>
                  <a:lnTo>
                    <a:pt x="63886" y="85421"/>
                  </a:lnTo>
                  <a:lnTo>
                    <a:pt x="63196" y="87022"/>
                  </a:lnTo>
                  <a:lnTo>
                    <a:pt x="63080" y="90001"/>
                  </a:lnTo>
                  <a:lnTo>
                    <a:pt x="64198" y="93611"/>
                  </a:lnTo>
                  <a:lnTo>
                    <a:pt x="64917" y="95575"/>
                  </a:lnTo>
                  <a:lnTo>
                    <a:pt x="64910" y="96702"/>
                  </a:lnTo>
                  <a:lnTo>
                    <a:pt x="65111" y="97936"/>
                  </a:lnTo>
                  <a:lnTo>
                    <a:pt x="65641" y="99376"/>
                  </a:lnTo>
                  <a:lnTo>
                    <a:pt x="65967" y="99036"/>
                  </a:lnTo>
                  <a:lnTo>
                    <a:pt x="66325" y="97861"/>
                  </a:lnTo>
                  <a:lnTo>
                    <a:pt x="66486" y="97050"/>
                  </a:lnTo>
                  <a:lnTo>
                    <a:pt x="67450" y="97409"/>
                  </a:lnTo>
                  <a:lnTo>
                    <a:pt x="67905" y="97778"/>
                  </a:lnTo>
                  <a:lnTo>
                    <a:pt x="68522" y="100137"/>
                  </a:lnTo>
                  <a:lnTo>
                    <a:pt x="68748" y="101706"/>
                  </a:lnTo>
                  <a:lnTo>
                    <a:pt x="68897" y="103677"/>
                  </a:lnTo>
                  <a:lnTo>
                    <a:pt x="69541" y="106138"/>
                  </a:lnTo>
                  <a:lnTo>
                    <a:pt x="70101" y="107874"/>
                  </a:lnTo>
                  <a:lnTo>
                    <a:pt x="70218" y="108956"/>
                  </a:lnTo>
                  <a:lnTo>
                    <a:pt x="70720" y="110422"/>
                  </a:lnTo>
                  <a:lnTo>
                    <a:pt x="70408" y="113675"/>
                  </a:lnTo>
                  <a:lnTo>
                    <a:pt x="70444" y="115342"/>
                  </a:lnTo>
                  <a:lnTo>
                    <a:pt x="70101" y="119712"/>
                  </a:lnTo>
                  <a:lnTo>
                    <a:pt x="70027" y="121777"/>
                  </a:lnTo>
                  <a:lnTo>
                    <a:pt x="70048" y="122539"/>
                  </a:lnTo>
                  <a:lnTo>
                    <a:pt x="70811" y="124095"/>
                  </a:lnTo>
                  <a:lnTo>
                    <a:pt x="70731" y="126307"/>
                  </a:lnTo>
                  <a:lnTo>
                    <a:pt x="69956" y="125918"/>
                  </a:lnTo>
                  <a:lnTo>
                    <a:pt x="68610" y="125659"/>
                  </a:lnTo>
                  <a:lnTo>
                    <a:pt x="65912" y="126812"/>
                  </a:lnTo>
                  <a:lnTo>
                    <a:pt x="64986" y="126339"/>
                  </a:lnTo>
                  <a:lnTo>
                    <a:pt x="63216" y="126495"/>
                  </a:lnTo>
                  <a:lnTo>
                    <a:pt x="61955" y="127128"/>
                  </a:lnTo>
                  <a:lnTo>
                    <a:pt x="60353" y="128564"/>
                  </a:lnTo>
                  <a:lnTo>
                    <a:pt x="59111" y="128208"/>
                  </a:lnTo>
                  <a:lnTo>
                    <a:pt x="58441" y="127076"/>
                  </a:lnTo>
                  <a:lnTo>
                    <a:pt x="57556" y="127153"/>
                  </a:lnTo>
                  <a:lnTo>
                    <a:pt x="56560" y="126550"/>
                  </a:lnTo>
                  <a:lnTo>
                    <a:pt x="55498" y="125457"/>
                  </a:lnTo>
                  <a:lnTo>
                    <a:pt x="54529" y="124903"/>
                  </a:lnTo>
                  <a:lnTo>
                    <a:pt x="53483" y="122891"/>
                  </a:lnTo>
                  <a:lnTo>
                    <a:pt x="52993" y="122529"/>
                  </a:lnTo>
                  <a:lnTo>
                    <a:pt x="52650" y="123058"/>
                  </a:lnTo>
                  <a:lnTo>
                    <a:pt x="52361" y="123729"/>
                  </a:lnTo>
                  <a:lnTo>
                    <a:pt x="52059" y="124143"/>
                  </a:lnTo>
                  <a:lnTo>
                    <a:pt x="51491" y="123778"/>
                  </a:lnTo>
                  <a:lnTo>
                    <a:pt x="51277" y="122410"/>
                  </a:lnTo>
                  <a:lnTo>
                    <a:pt x="51455" y="121087"/>
                  </a:lnTo>
                  <a:lnTo>
                    <a:pt x="51508" y="120083"/>
                  </a:lnTo>
                  <a:lnTo>
                    <a:pt x="51242" y="119536"/>
                  </a:lnTo>
                  <a:lnTo>
                    <a:pt x="50602" y="119353"/>
                  </a:lnTo>
                  <a:lnTo>
                    <a:pt x="49571" y="119357"/>
                  </a:lnTo>
                  <a:lnTo>
                    <a:pt x="47909" y="118943"/>
                  </a:lnTo>
                  <a:lnTo>
                    <a:pt x="47526" y="118688"/>
                  </a:lnTo>
                  <a:lnTo>
                    <a:pt x="43804" y="118343"/>
                  </a:lnTo>
                  <a:lnTo>
                    <a:pt x="39942" y="118302"/>
                  </a:lnTo>
                  <a:lnTo>
                    <a:pt x="36669" y="118269"/>
                  </a:lnTo>
                  <a:lnTo>
                    <a:pt x="32538" y="118223"/>
                  </a:lnTo>
                  <a:lnTo>
                    <a:pt x="29633" y="118194"/>
                  </a:lnTo>
                  <a:lnTo>
                    <a:pt x="26923" y="118165"/>
                  </a:lnTo>
                  <a:lnTo>
                    <a:pt x="24831" y="120853"/>
                  </a:lnTo>
                  <a:lnTo>
                    <a:pt x="22565" y="123766"/>
                  </a:lnTo>
                  <a:lnTo>
                    <a:pt x="19518" y="125317"/>
                  </a:lnTo>
                  <a:lnTo>
                    <a:pt x="16012" y="124740"/>
                  </a:lnTo>
                  <a:lnTo>
                    <a:pt x="14893" y="125157"/>
                  </a:lnTo>
                  <a:lnTo>
                    <a:pt x="13733" y="126452"/>
                  </a:lnTo>
                  <a:lnTo>
                    <a:pt x="12881" y="127392"/>
                  </a:lnTo>
                  <a:lnTo>
                    <a:pt x="11672" y="127955"/>
                  </a:lnTo>
                  <a:lnTo>
                    <a:pt x="10112" y="127490"/>
                  </a:lnTo>
                  <a:lnTo>
                    <a:pt x="9480" y="127772"/>
                  </a:lnTo>
                  <a:lnTo>
                    <a:pt x="9089" y="126446"/>
                  </a:lnTo>
                  <a:lnTo>
                    <a:pt x="8640" y="124295"/>
                  </a:lnTo>
                  <a:lnTo>
                    <a:pt x="8922" y="122720"/>
                  </a:lnTo>
                  <a:lnTo>
                    <a:pt x="9874" y="121708"/>
                  </a:lnTo>
                  <a:lnTo>
                    <a:pt x="11305" y="120383"/>
                  </a:lnTo>
                  <a:lnTo>
                    <a:pt x="12055" y="121064"/>
                  </a:lnTo>
                  <a:lnTo>
                    <a:pt x="12494" y="121097"/>
                  </a:lnTo>
                  <a:lnTo>
                    <a:pt x="12575" y="120247"/>
                  </a:lnTo>
                  <a:lnTo>
                    <a:pt x="12435" y="119794"/>
                  </a:lnTo>
                  <a:lnTo>
                    <a:pt x="11356" y="118642"/>
                  </a:lnTo>
                  <a:lnTo>
                    <a:pt x="10794" y="117121"/>
                  </a:lnTo>
                  <a:lnTo>
                    <a:pt x="10331" y="118011"/>
                  </a:lnTo>
                  <a:lnTo>
                    <a:pt x="9932" y="119877"/>
                  </a:lnTo>
                  <a:lnTo>
                    <a:pt x="9600" y="120434"/>
                  </a:lnTo>
                  <a:lnTo>
                    <a:pt x="9111" y="120957"/>
                  </a:lnTo>
                  <a:lnTo>
                    <a:pt x="8834" y="119688"/>
                  </a:lnTo>
                  <a:lnTo>
                    <a:pt x="8714" y="118454"/>
                  </a:lnTo>
                  <a:lnTo>
                    <a:pt x="8937" y="117503"/>
                  </a:lnTo>
                  <a:lnTo>
                    <a:pt x="8823" y="112156"/>
                  </a:lnTo>
                  <a:lnTo>
                    <a:pt x="8956" y="109305"/>
                  </a:lnTo>
                  <a:lnTo>
                    <a:pt x="8887" y="106812"/>
                  </a:lnTo>
                  <a:lnTo>
                    <a:pt x="9564" y="105170"/>
                  </a:lnTo>
                  <a:lnTo>
                    <a:pt x="10206" y="104153"/>
                  </a:lnTo>
                  <a:lnTo>
                    <a:pt x="12713" y="104059"/>
                  </a:lnTo>
                  <a:lnTo>
                    <a:pt x="15044" y="103971"/>
                  </a:lnTo>
                  <a:lnTo>
                    <a:pt x="17291" y="104029"/>
                  </a:lnTo>
                  <a:lnTo>
                    <a:pt x="19579" y="104085"/>
                  </a:lnTo>
                  <a:lnTo>
                    <a:pt x="19808" y="99100"/>
                  </a:lnTo>
                  <a:lnTo>
                    <a:pt x="20531" y="98709"/>
                  </a:lnTo>
                  <a:lnTo>
                    <a:pt x="21615" y="98194"/>
                  </a:lnTo>
                  <a:lnTo>
                    <a:pt x="23635" y="97586"/>
                  </a:lnTo>
                  <a:lnTo>
                    <a:pt x="25886" y="97006"/>
                  </a:lnTo>
                  <a:lnTo>
                    <a:pt x="26366" y="96028"/>
                  </a:lnTo>
                  <a:lnTo>
                    <a:pt x="26739" y="94375"/>
                  </a:lnTo>
                  <a:lnTo>
                    <a:pt x="26975" y="92891"/>
                  </a:lnTo>
                  <a:lnTo>
                    <a:pt x="27441" y="92264"/>
                  </a:lnTo>
                  <a:lnTo>
                    <a:pt x="28071" y="92762"/>
                  </a:lnTo>
                  <a:lnTo>
                    <a:pt x="28897" y="93539"/>
                  </a:lnTo>
                  <a:lnTo>
                    <a:pt x="29752" y="94743"/>
                  </a:lnTo>
                  <a:lnTo>
                    <a:pt x="30733" y="95858"/>
                  </a:lnTo>
                  <a:lnTo>
                    <a:pt x="31387" y="96559"/>
                  </a:lnTo>
                  <a:lnTo>
                    <a:pt x="32955" y="98315"/>
                  </a:lnTo>
                  <a:lnTo>
                    <a:pt x="35641" y="100762"/>
                  </a:lnTo>
                  <a:lnTo>
                    <a:pt x="37848" y="101739"/>
                  </a:lnTo>
                  <a:lnTo>
                    <a:pt x="40517" y="99950"/>
                  </a:lnTo>
                  <a:lnTo>
                    <a:pt x="42443" y="98800"/>
                  </a:lnTo>
                  <a:lnTo>
                    <a:pt x="42682" y="96657"/>
                  </a:lnTo>
                  <a:lnTo>
                    <a:pt x="42382" y="94567"/>
                  </a:lnTo>
                  <a:lnTo>
                    <a:pt x="40948" y="92649"/>
                  </a:lnTo>
                  <a:lnTo>
                    <a:pt x="38997" y="92865"/>
                  </a:lnTo>
                  <a:lnTo>
                    <a:pt x="38398" y="93379"/>
                  </a:lnTo>
                  <a:lnTo>
                    <a:pt x="37488" y="94017"/>
                  </a:lnTo>
                  <a:lnTo>
                    <a:pt x="36942" y="94271"/>
                  </a:lnTo>
                  <a:lnTo>
                    <a:pt x="36022" y="93824"/>
                  </a:lnTo>
                  <a:lnTo>
                    <a:pt x="34854" y="92169"/>
                  </a:lnTo>
                  <a:lnTo>
                    <a:pt x="34119" y="90501"/>
                  </a:lnTo>
                  <a:lnTo>
                    <a:pt x="33091" y="89719"/>
                  </a:lnTo>
                  <a:lnTo>
                    <a:pt x="31873" y="88937"/>
                  </a:lnTo>
                  <a:lnTo>
                    <a:pt x="29919" y="85506"/>
                  </a:lnTo>
                  <a:lnTo>
                    <a:pt x="28898" y="84891"/>
                  </a:lnTo>
                  <a:lnTo>
                    <a:pt x="27933" y="84711"/>
                  </a:lnTo>
                  <a:lnTo>
                    <a:pt x="26078" y="85390"/>
                  </a:lnTo>
                  <a:lnTo>
                    <a:pt x="24268" y="87225"/>
                  </a:lnTo>
                  <a:lnTo>
                    <a:pt x="23315" y="91385"/>
                  </a:lnTo>
                  <a:lnTo>
                    <a:pt x="21502" y="91325"/>
                  </a:lnTo>
                  <a:lnTo>
                    <a:pt x="17653" y="91192"/>
                  </a:lnTo>
                  <a:lnTo>
                    <a:pt x="14119" y="91071"/>
                  </a:lnTo>
                  <a:lnTo>
                    <a:pt x="11201" y="91353"/>
                  </a:lnTo>
                  <a:lnTo>
                    <a:pt x="10907" y="88332"/>
                  </a:lnTo>
                  <a:lnTo>
                    <a:pt x="10216" y="85926"/>
                  </a:lnTo>
                  <a:lnTo>
                    <a:pt x="9094" y="83874"/>
                  </a:lnTo>
                  <a:lnTo>
                    <a:pt x="8846" y="81968"/>
                  </a:lnTo>
                  <a:lnTo>
                    <a:pt x="9226" y="80306"/>
                  </a:lnTo>
                  <a:lnTo>
                    <a:pt x="10311" y="78938"/>
                  </a:lnTo>
                  <a:lnTo>
                    <a:pt x="10558" y="77961"/>
                  </a:lnTo>
                  <a:lnTo>
                    <a:pt x="9990" y="78107"/>
                  </a:lnTo>
                  <a:lnTo>
                    <a:pt x="9131" y="78987"/>
                  </a:lnTo>
                  <a:lnTo>
                    <a:pt x="8560" y="79036"/>
                  </a:lnTo>
                  <a:lnTo>
                    <a:pt x="8491" y="76403"/>
                  </a:lnTo>
                  <a:lnTo>
                    <a:pt x="7539" y="73002"/>
                  </a:lnTo>
                  <a:lnTo>
                    <a:pt x="6465" y="67244"/>
                  </a:lnTo>
                  <a:lnTo>
                    <a:pt x="5250" y="64885"/>
                  </a:lnTo>
                  <a:lnTo>
                    <a:pt x="4230" y="60229"/>
                  </a:lnTo>
                  <a:lnTo>
                    <a:pt x="3164" y="58443"/>
                  </a:lnTo>
                  <a:lnTo>
                    <a:pt x="2184" y="57609"/>
                  </a:lnTo>
                  <a:lnTo>
                    <a:pt x="1348" y="57780"/>
                  </a:lnTo>
                  <a:lnTo>
                    <a:pt x="1042" y="59904"/>
                  </a:lnTo>
                  <a:lnTo>
                    <a:pt x="0" y="56845"/>
                  </a:lnTo>
                  <a:lnTo>
                    <a:pt x="1425" y="55750"/>
                  </a:lnTo>
                  <a:lnTo>
                    <a:pt x="4470" y="51914"/>
                  </a:lnTo>
                  <a:lnTo>
                    <a:pt x="7966" y="40922"/>
                  </a:lnTo>
                  <a:lnTo>
                    <a:pt x="11104" y="27908"/>
                  </a:lnTo>
                  <a:lnTo>
                    <a:pt x="11512" y="24836"/>
                  </a:lnTo>
                  <a:lnTo>
                    <a:pt x="11894" y="22503"/>
                  </a:lnTo>
                  <a:lnTo>
                    <a:pt x="12147" y="17188"/>
                  </a:lnTo>
                  <a:lnTo>
                    <a:pt x="12597" y="14017"/>
                  </a:lnTo>
                  <a:lnTo>
                    <a:pt x="13019" y="13415"/>
                  </a:lnTo>
                  <a:lnTo>
                    <a:pt x="13551" y="10984"/>
                  </a:lnTo>
                  <a:lnTo>
                    <a:pt x="14193" y="6725"/>
                  </a:lnTo>
                  <a:lnTo>
                    <a:pt x="14921" y="4361"/>
                  </a:lnTo>
                  <a:lnTo>
                    <a:pt x="15734" y="3895"/>
                  </a:lnTo>
                  <a:lnTo>
                    <a:pt x="16368" y="4100"/>
                  </a:lnTo>
                  <a:lnTo>
                    <a:pt x="16820" y="4977"/>
                  </a:lnTo>
                  <a:lnTo>
                    <a:pt x="18144" y="5518"/>
                  </a:lnTo>
                  <a:lnTo>
                    <a:pt x="20339" y="5726"/>
                  </a:lnTo>
                  <a:lnTo>
                    <a:pt x="22036" y="5091"/>
                  </a:lnTo>
                  <a:lnTo>
                    <a:pt x="23234" y="3614"/>
                  </a:lnTo>
                  <a:lnTo>
                    <a:pt x="24807" y="2864"/>
                  </a:lnTo>
                  <a:lnTo>
                    <a:pt x="26757" y="2845"/>
                  </a:lnTo>
                  <a:lnTo>
                    <a:pt x="27782" y="2224"/>
                  </a:lnTo>
                  <a:lnTo>
                    <a:pt x="27884" y="1004"/>
                  </a:lnTo>
                  <a:lnTo>
                    <a:pt x="28138" y="636"/>
                  </a:lnTo>
                  <a:lnTo>
                    <a:pt x="28544" y="1121"/>
                  </a:lnTo>
                  <a:lnTo>
                    <a:pt x="28928" y="929"/>
                  </a:lnTo>
                  <a:lnTo>
                    <a:pt x="29288" y="59"/>
                  </a:lnTo>
                  <a:lnTo>
                    <a:pt x="29646" y="0"/>
                  </a:lnTo>
                  <a:lnTo>
                    <a:pt x="30001" y="750"/>
                  </a:lnTo>
                  <a:lnTo>
                    <a:pt x="31634" y="975"/>
                  </a:lnTo>
                  <a:lnTo>
                    <a:pt x="34546" y="678"/>
                  </a:lnTo>
                  <a:lnTo>
                    <a:pt x="37234" y="2914"/>
                  </a:lnTo>
                  <a:lnTo>
                    <a:pt x="39702" y="7684"/>
                  </a:lnTo>
                  <a:lnTo>
                    <a:pt x="40975" y="10867"/>
                  </a:lnTo>
                  <a:lnTo>
                    <a:pt x="41054" y="12460"/>
                  </a:lnTo>
                  <a:lnTo>
                    <a:pt x="41463" y="14066"/>
                  </a:lnTo>
                  <a:lnTo>
                    <a:pt x="42202" y="15683"/>
                  </a:lnTo>
                  <a:lnTo>
                    <a:pt x="42877" y="15982"/>
                  </a:lnTo>
                  <a:lnTo>
                    <a:pt x="43489" y="14963"/>
                  </a:lnTo>
                  <a:lnTo>
                    <a:pt x="43968" y="15073"/>
                  </a:lnTo>
                  <a:lnTo>
                    <a:pt x="44317" y="16311"/>
                  </a:lnTo>
                  <a:lnTo>
                    <a:pt x="45020" y="16565"/>
                  </a:lnTo>
                  <a:lnTo>
                    <a:pt x="45803" y="15804"/>
                  </a:lnTo>
                  <a:lnTo>
                    <a:pt x="46362" y="16065"/>
                  </a:lnTo>
                  <a:lnTo>
                    <a:pt x="46463" y="16801"/>
                  </a:lnTo>
                  <a:lnTo>
                    <a:pt x="46592" y="17194"/>
                  </a:lnTo>
                  <a:lnTo>
                    <a:pt x="46970" y="17368"/>
                  </a:lnTo>
                  <a:lnTo>
                    <a:pt x="47481" y="18312"/>
                  </a:lnTo>
                  <a:lnTo>
                    <a:pt x="48196" y="20844"/>
                  </a:lnTo>
                  <a:lnTo>
                    <a:pt x="48778" y="24379"/>
                  </a:lnTo>
                  <a:lnTo>
                    <a:pt x="49227" y="28914"/>
                  </a:lnTo>
                  <a:lnTo>
                    <a:pt x="49820" y="31381"/>
                  </a:lnTo>
                  <a:lnTo>
                    <a:pt x="50557" y="31782"/>
                  </a:lnTo>
                  <a:lnTo>
                    <a:pt x="50984" y="32714"/>
                  </a:lnTo>
                  <a:lnTo>
                    <a:pt x="51069" y="33793"/>
                  </a:lnTo>
                  <a:lnTo>
                    <a:pt x="51283" y="34526"/>
                  </a:lnTo>
                  <a:lnTo>
                    <a:pt x="51637" y="34935"/>
                  </a:lnTo>
                  <a:lnTo>
                    <a:pt x="52261" y="34691"/>
                  </a:lnTo>
                  <a:lnTo>
                    <a:pt x="52992" y="36223"/>
                  </a:lnTo>
                  <a:lnTo>
                    <a:pt x="53776" y="39550"/>
                  </a:lnTo>
                  <a:lnTo>
                    <a:pt x="53900" y="41051"/>
                  </a:lnTo>
                  <a:lnTo>
                    <a:pt x="53777" y="41856"/>
                  </a:lnTo>
                  <a:lnTo>
                    <a:pt x="53824" y="42443"/>
                  </a:lnTo>
                  <a:lnTo>
                    <a:pt x="54346" y="43004"/>
                  </a:lnTo>
                  <a:lnTo>
                    <a:pt x="54839" y="44094"/>
                  </a:lnTo>
                  <a:lnTo>
                    <a:pt x="55243" y="45731"/>
                  </a:lnTo>
                  <a:lnTo>
                    <a:pt x="56113" y="47184"/>
                  </a:lnTo>
                  <a:lnTo>
                    <a:pt x="57449" y="48457"/>
                  </a:lnTo>
                  <a:lnTo>
                    <a:pt x="58412" y="50358"/>
                  </a:lnTo>
                  <a:lnTo>
                    <a:pt x="59001" y="52889"/>
                  </a:lnTo>
                  <a:lnTo>
                    <a:pt x="60222" y="55017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2"/>
            <p:cNvSpPr/>
            <p:nvPr/>
          </p:nvSpPr>
          <p:spPr>
            <a:xfrm>
              <a:off x="4391719" y="3591310"/>
              <a:ext cx="3983" cy="5368"/>
            </a:xfrm>
            <a:custGeom>
              <a:avLst/>
              <a:pathLst>
                <a:path w="3983" h="5368">
                  <a:moveTo>
                    <a:pt x="3677" y="3416"/>
                  </a:moveTo>
                  <a:lnTo>
                    <a:pt x="1953" y="5368"/>
                  </a:lnTo>
                  <a:lnTo>
                    <a:pt x="0" y="3591"/>
                  </a:lnTo>
                  <a:lnTo>
                    <a:pt x="633" y="698"/>
                  </a:lnTo>
                  <a:lnTo>
                    <a:pt x="1930" y="0"/>
                  </a:lnTo>
                  <a:lnTo>
                    <a:pt x="2978" y="919"/>
                  </a:lnTo>
                  <a:lnTo>
                    <a:pt x="3574" y="1620"/>
                  </a:lnTo>
                  <a:lnTo>
                    <a:pt x="3983" y="24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3"/>
            <p:cNvSpPr/>
            <p:nvPr/>
          </p:nvSpPr>
          <p:spPr>
            <a:xfrm>
              <a:off x="2894506" y="5359209"/>
              <a:ext cx="2199" cy="3252"/>
            </a:xfrm>
            <a:custGeom>
              <a:avLst/>
              <a:pathLst>
                <a:path w="2199" h="3252">
                  <a:moveTo>
                    <a:pt x="2151" y="1564"/>
                  </a:moveTo>
                  <a:lnTo>
                    <a:pt x="2199" y="3252"/>
                  </a:lnTo>
                  <a:lnTo>
                    <a:pt x="410" y="1702"/>
                  </a:lnTo>
                  <a:lnTo>
                    <a:pt x="0" y="978"/>
                  </a:lnTo>
                  <a:lnTo>
                    <a:pt x="573" y="28"/>
                  </a:lnTo>
                  <a:lnTo>
                    <a:pt x="1698" y="0"/>
                  </a:lnTo>
                  <a:lnTo>
                    <a:pt x="1975" y="57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4"/>
            <p:cNvSpPr/>
            <p:nvPr/>
          </p:nvSpPr>
          <p:spPr>
            <a:xfrm>
              <a:off x="2761399" y="5229248"/>
              <a:ext cx="25534" cy="26083"/>
            </a:xfrm>
            <a:custGeom>
              <a:avLst/>
              <a:pathLst>
                <a:path w="25534" h="26083">
                  <a:moveTo>
                    <a:pt x="10519" y="2409"/>
                  </a:moveTo>
                  <a:lnTo>
                    <a:pt x="11638" y="3846"/>
                  </a:lnTo>
                  <a:lnTo>
                    <a:pt x="12526" y="2868"/>
                  </a:lnTo>
                  <a:lnTo>
                    <a:pt x="13447" y="2983"/>
                  </a:lnTo>
                  <a:lnTo>
                    <a:pt x="13950" y="3468"/>
                  </a:lnTo>
                  <a:lnTo>
                    <a:pt x="14469" y="3653"/>
                  </a:lnTo>
                  <a:lnTo>
                    <a:pt x="15117" y="3664"/>
                  </a:lnTo>
                  <a:lnTo>
                    <a:pt x="16232" y="6079"/>
                  </a:lnTo>
                  <a:lnTo>
                    <a:pt x="15766" y="8221"/>
                  </a:lnTo>
                  <a:lnTo>
                    <a:pt x="16990" y="7799"/>
                  </a:lnTo>
                  <a:lnTo>
                    <a:pt x="18053" y="9583"/>
                  </a:lnTo>
                  <a:lnTo>
                    <a:pt x="18535" y="9433"/>
                  </a:lnTo>
                  <a:lnTo>
                    <a:pt x="18776" y="8711"/>
                  </a:lnTo>
                  <a:lnTo>
                    <a:pt x="19459" y="7892"/>
                  </a:lnTo>
                  <a:lnTo>
                    <a:pt x="19933" y="9000"/>
                  </a:lnTo>
                  <a:lnTo>
                    <a:pt x="20504" y="11121"/>
                  </a:lnTo>
                  <a:lnTo>
                    <a:pt x="21230" y="11764"/>
                  </a:lnTo>
                  <a:lnTo>
                    <a:pt x="21871" y="14012"/>
                  </a:lnTo>
                  <a:lnTo>
                    <a:pt x="22374" y="16843"/>
                  </a:lnTo>
                  <a:lnTo>
                    <a:pt x="22835" y="17244"/>
                  </a:lnTo>
                  <a:lnTo>
                    <a:pt x="23623" y="17256"/>
                  </a:lnTo>
                  <a:lnTo>
                    <a:pt x="24421" y="16863"/>
                  </a:lnTo>
                  <a:lnTo>
                    <a:pt x="24119" y="19307"/>
                  </a:lnTo>
                  <a:lnTo>
                    <a:pt x="24214" y="21474"/>
                  </a:lnTo>
                  <a:lnTo>
                    <a:pt x="25534" y="23030"/>
                  </a:lnTo>
                  <a:lnTo>
                    <a:pt x="24747" y="23884"/>
                  </a:lnTo>
                  <a:lnTo>
                    <a:pt x="23919" y="25122"/>
                  </a:lnTo>
                  <a:lnTo>
                    <a:pt x="22232" y="26083"/>
                  </a:lnTo>
                  <a:lnTo>
                    <a:pt x="21793" y="25673"/>
                  </a:lnTo>
                  <a:lnTo>
                    <a:pt x="20320" y="23515"/>
                  </a:lnTo>
                  <a:lnTo>
                    <a:pt x="19632" y="20969"/>
                  </a:lnTo>
                  <a:lnTo>
                    <a:pt x="18086" y="17333"/>
                  </a:lnTo>
                  <a:lnTo>
                    <a:pt x="17784" y="16263"/>
                  </a:lnTo>
                  <a:lnTo>
                    <a:pt x="17387" y="15576"/>
                  </a:lnTo>
                  <a:lnTo>
                    <a:pt x="15988" y="15129"/>
                  </a:lnTo>
                  <a:lnTo>
                    <a:pt x="14758" y="14257"/>
                  </a:lnTo>
                  <a:lnTo>
                    <a:pt x="13735" y="12416"/>
                  </a:lnTo>
                  <a:lnTo>
                    <a:pt x="13415" y="11285"/>
                  </a:lnTo>
                  <a:lnTo>
                    <a:pt x="13020" y="10500"/>
                  </a:lnTo>
                  <a:lnTo>
                    <a:pt x="11631" y="10544"/>
                  </a:lnTo>
                  <a:lnTo>
                    <a:pt x="10755" y="9675"/>
                  </a:lnTo>
                  <a:lnTo>
                    <a:pt x="9889" y="8492"/>
                  </a:lnTo>
                  <a:lnTo>
                    <a:pt x="5981" y="5075"/>
                  </a:lnTo>
                  <a:lnTo>
                    <a:pt x="4448" y="5419"/>
                  </a:lnTo>
                  <a:lnTo>
                    <a:pt x="3741" y="4452"/>
                  </a:lnTo>
                  <a:lnTo>
                    <a:pt x="3779" y="2738"/>
                  </a:lnTo>
                  <a:lnTo>
                    <a:pt x="4586" y="1713"/>
                  </a:lnTo>
                  <a:lnTo>
                    <a:pt x="1204" y="1324"/>
                  </a:lnTo>
                  <a:lnTo>
                    <a:pt x="0" y="706"/>
                  </a:lnTo>
                  <a:lnTo>
                    <a:pt x="827" y="340"/>
                  </a:lnTo>
                  <a:lnTo>
                    <a:pt x="5542" y="285"/>
                  </a:lnTo>
                  <a:lnTo>
                    <a:pt x="7309" y="0"/>
                  </a:lnTo>
                  <a:lnTo>
                    <a:pt x="7465" y="741"/>
                  </a:lnTo>
                  <a:lnTo>
                    <a:pt x="9029" y="22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5"/>
            <p:cNvSpPr/>
            <p:nvPr/>
          </p:nvSpPr>
          <p:spPr>
            <a:xfrm>
              <a:off x="3132360" y="4104082"/>
              <a:ext cx="1413" cy="2891"/>
            </a:xfrm>
            <a:custGeom>
              <a:avLst/>
              <a:pathLst>
                <a:path w="1413" h="2891">
                  <a:moveTo>
                    <a:pt x="1040" y="2706"/>
                  </a:moveTo>
                  <a:lnTo>
                    <a:pt x="0" y="2891"/>
                  </a:lnTo>
                  <a:lnTo>
                    <a:pt x="85" y="1494"/>
                  </a:lnTo>
                  <a:lnTo>
                    <a:pt x="859" y="0"/>
                  </a:lnTo>
                  <a:lnTo>
                    <a:pt x="1381" y="196"/>
                  </a:lnTo>
                  <a:lnTo>
                    <a:pt x="1413" y="191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6"/>
            <p:cNvSpPr/>
            <p:nvPr/>
          </p:nvSpPr>
          <p:spPr>
            <a:xfrm>
              <a:off x="3033018" y="3866994"/>
              <a:ext cx="1293" cy="2752"/>
            </a:xfrm>
            <a:custGeom>
              <a:avLst/>
              <a:pathLst>
                <a:path w="1293" h="2752">
                  <a:moveTo>
                    <a:pt x="582" y="2709"/>
                  </a:moveTo>
                  <a:lnTo>
                    <a:pt x="187" y="2752"/>
                  </a:lnTo>
                  <a:lnTo>
                    <a:pt x="71" y="2507"/>
                  </a:lnTo>
                  <a:lnTo>
                    <a:pt x="0" y="1806"/>
                  </a:lnTo>
                  <a:lnTo>
                    <a:pt x="188" y="683"/>
                  </a:lnTo>
                  <a:lnTo>
                    <a:pt x="360" y="0"/>
                  </a:lnTo>
                  <a:lnTo>
                    <a:pt x="627" y="98"/>
                  </a:lnTo>
                  <a:lnTo>
                    <a:pt x="990" y="885"/>
                  </a:lnTo>
                  <a:lnTo>
                    <a:pt x="1293" y="1561"/>
                  </a:lnTo>
                  <a:lnTo>
                    <a:pt x="1129" y="217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7"/>
            <p:cNvSpPr/>
            <p:nvPr/>
          </p:nvSpPr>
          <p:spPr>
            <a:xfrm>
              <a:off x="5117846" y="3975991"/>
              <a:ext cx="2091" cy="3252"/>
            </a:xfrm>
            <a:custGeom>
              <a:avLst/>
              <a:pathLst>
                <a:path w="2091" h="3252">
                  <a:moveTo>
                    <a:pt x="2091" y="2773"/>
                  </a:moveTo>
                  <a:lnTo>
                    <a:pt x="1074" y="3252"/>
                  </a:lnTo>
                  <a:lnTo>
                    <a:pt x="673" y="3133"/>
                  </a:lnTo>
                  <a:lnTo>
                    <a:pt x="0" y="577"/>
                  </a:lnTo>
                  <a:lnTo>
                    <a:pt x="500" y="0"/>
                  </a:lnTo>
                  <a:lnTo>
                    <a:pt x="1243" y="222"/>
                  </a:lnTo>
                  <a:lnTo>
                    <a:pt x="1469" y="172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8"/>
            <p:cNvSpPr/>
            <p:nvPr/>
          </p:nvSpPr>
          <p:spPr>
            <a:xfrm>
              <a:off x="5039957" y="3973056"/>
              <a:ext cx="6870" cy="10645"/>
            </a:xfrm>
            <a:custGeom>
              <a:avLst/>
              <a:pathLst>
                <a:path w="6870" h="10645">
                  <a:moveTo>
                    <a:pt x="6870" y="9629"/>
                  </a:moveTo>
                  <a:lnTo>
                    <a:pt x="6067" y="10645"/>
                  </a:lnTo>
                  <a:lnTo>
                    <a:pt x="5337" y="10134"/>
                  </a:lnTo>
                  <a:lnTo>
                    <a:pt x="4778" y="9363"/>
                  </a:lnTo>
                  <a:lnTo>
                    <a:pt x="4324" y="7090"/>
                  </a:lnTo>
                  <a:lnTo>
                    <a:pt x="3347" y="5673"/>
                  </a:lnTo>
                  <a:lnTo>
                    <a:pt x="1958" y="5081"/>
                  </a:lnTo>
                  <a:lnTo>
                    <a:pt x="1389" y="4100"/>
                  </a:lnTo>
                  <a:lnTo>
                    <a:pt x="1240" y="3615"/>
                  </a:lnTo>
                  <a:lnTo>
                    <a:pt x="278" y="3179"/>
                  </a:lnTo>
                  <a:lnTo>
                    <a:pt x="0" y="1950"/>
                  </a:lnTo>
                  <a:lnTo>
                    <a:pt x="80" y="672"/>
                  </a:lnTo>
                  <a:lnTo>
                    <a:pt x="238" y="0"/>
                  </a:lnTo>
                  <a:lnTo>
                    <a:pt x="1128" y="617"/>
                  </a:lnTo>
                  <a:lnTo>
                    <a:pt x="5402" y="6616"/>
                  </a:lnTo>
                  <a:lnTo>
                    <a:pt x="6419" y="847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59"/>
            <p:cNvSpPr/>
            <p:nvPr/>
          </p:nvSpPr>
          <p:spPr>
            <a:xfrm>
              <a:off x="5106832" y="3949096"/>
              <a:ext cx="4277" cy="5624"/>
            </a:xfrm>
            <a:custGeom>
              <a:avLst/>
              <a:pathLst>
                <a:path w="4277" h="5624">
                  <a:moveTo>
                    <a:pt x="3944" y="2856"/>
                  </a:moveTo>
                  <a:lnTo>
                    <a:pt x="3025" y="3367"/>
                  </a:lnTo>
                  <a:lnTo>
                    <a:pt x="2733" y="3223"/>
                  </a:lnTo>
                  <a:lnTo>
                    <a:pt x="2045" y="3497"/>
                  </a:lnTo>
                  <a:lnTo>
                    <a:pt x="1306" y="5624"/>
                  </a:lnTo>
                  <a:lnTo>
                    <a:pt x="760" y="5326"/>
                  </a:lnTo>
                  <a:lnTo>
                    <a:pt x="332" y="5404"/>
                  </a:lnTo>
                  <a:lnTo>
                    <a:pt x="6" y="3653"/>
                  </a:lnTo>
                  <a:lnTo>
                    <a:pt x="0" y="2804"/>
                  </a:lnTo>
                  <a:lnTo>
                    <a:pt x="523" y="2940"/>
                  </a:lnTo>
                  <a:lnTo>
                    <a:pt x="799" y="1237"/>
                  </a:lnTo>
                  <a:lnTo>
                    <a:pt x="1366" y="389"/>
                  </a:lnTo>
                  <a:lnTo>
                    <a:pt x="2685" y="0"/>
                  </a:lnTo>
                  <a:lnTo>
                    <a:pt x="3858" y="554"/>
                  </a:lnTo>
                  <a:lnTo>
                    <a:pt x="4277" y="943"/>
                  </a:lnTo>
                  <a:lnTo>
                    <a:pt x="3906" y="24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0"/>
            <p:cNvSpPr/>
            <p:nvPr/>
          </p:nvSpPr>
          <p:spPr>
            <a:xfrm>
              <a:off x="5054990" y="3935600"/>
              <a:ext cx="12518" cy="18548"/>
            </a:xfrm>
            <a:custGeom>
              <a:avLst/>
              <a:pathLst>
                <a:path w="12518" h="18548">
                  <a:moveTo>
                    <a:pt x="4945" y="5404"/>
                  </a:moveTo>
                  <a:lnTo>
                    <a:pt x="6393" y="7141"/>
                  </a:lnTo>
                  <a:lnTo>
                    <a:pt x="7236" y="6856"/>
                  </a:lnTo>
                  <a:lnTo>
                    <a:pt x="8484" y="8050"/>
                  </a:lnTo>
                  <a:lnTo>
                    <a:pt x="9434" y="7369"/>
                  </a:lnTo>
                  <a:lnTo>
                    <a:pt x="10026" y="8913"/>
                  </a:lnTo>
                  <a:lnTo>
                    <a:pt x="11527" y="14939"/>
                  </a:lnTo>
                  <a:lnTo>
                    <a:pt x="11535" y="16895"/>
                  </a:lnTo>
                  <a:lnTo>
                    <a:pt x="12518" y="18286"/>
                  </a:lnTo>
                  <a:lnTo>
                    <a:pt x="11688" y="18548"/>
                  </a:lnTo>
                  <a:lnTo>
                    <a:pt x="10538" y="17830"/>
                  </a:lnTo>
                  <a:lnTo>
                    <a:pt x="9644" y="18320"/>
                  </a:lnTo>
                  <a:lnTo>
                    <a:pt x="8713" y="17152"/>
                  </a:lnTo>
                  <a:lnTo>
                    <a:pt x="7138" y="16546"/>
                  </a:lnTo>
                  <a:lnTo>
                    <a:pt x="5768" y="15143"/>
                  </a:lnTo>
                  <a:lnTo>
                    <a:pt x="2903" y="10697"/>
                  </a:lnTo>
                  <a:lnTo>
                    <a:pt x="2919" y="8478"/>
                  </a:lnTo>
                  <a:lnTo>
                    <a:pt x="2457" y="7393"/>
                  </a:lnTo>
                  <a:lnTo>
                    <a:pt x="2318" y="4640"/>
                  </a:lnTo>
                  <a:lnTo>
                    <a:pt x="1293" y="3768"/>
                  </a:lnTo>
                  <a:lnTo>
                    <a:pt x="96" y="3607"/>
                  </a:lnTo>
                  <a:lnTo>
                    <a:pt x="0" y="2305"/>
                  </a:lnTo>
                  <a:lnTo>
                    <a:pt x="221" y="0"/>
                  </a:lnTo>
                  <a:lnTo>
                    <a:pt x="1113" y="34"/>
                  </a:lnTo>
                  <a:lnTo>
                    <a:pt x="2187" y="992"/>
                  </a:lnTo>
                  <a:lnTo>
                    <a:pt x="4237" y="4357"/>
                  </a:lnTo>
                  <a:lnTo>
                    <a:pt x="4745" y="493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1"/>
            <p:cNvSpPr/>
            <p:nvPr/>
          </p:nvSpPr>
          <p:spPr>
            <a:xfrm>
              <a:off x="5055895" y="3910455"/>
              <a:ext cx="2240" cy="12301"/>
            </a:xfrm>
            <a:custGeom>
              <a:avLst/>
              <a:pathLst>
                <a:path w="2240" h="12301">
                  <a:moveTo>
                    <a:pt x="2113" y="8045"/>
                  </a:moveTo>
                  <a:lnTo>
                    <a:pt x="2240" y="11207"/>
                  </a:lnTo>
                  <a:lnTo>
                    <a:pt x="2182" y="12301"/>
                  </a:lnTo>
                  <a:lnTo>
                    <a:pt x="1309" y="9978"/>
                  </a:lnTo>
                  <a:lnTo>
                    <a:pt x="901" y="10800"/>
                  </a:lnTo>
                  <a:lnTo>
                    <a:pt x="524" y="9698"/>
                  </a:lnTo>
                  <a:lnTo>
                    <a:pt x="550" y="7297"/>
                  </a:lnTo>
                  <a:lnTo>
                    <a:pt x="607" y="4738"/>
                  </a:lnTo>
                  <a:lnTo>
                    <a:pt x="438" y="2799"/>
                  </a:lnTo>
                  <a:lnTo>
                    <a:pt x="0" y="0"/>
                  </a:lnTo>
                  <a:lnTo>
                    <a:pt x="490" y="44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2"/>
            <p:cNvSpPr/>
            <p:nvPr/>
          </p:nvSpPr>
          <p:spPr>
            <a:xfrm>
              <a:off x="5035678" y="3907950"/>
              <a:ext cx="13942" cy="19501"/>
            </a:xfrm>
            <a:custGeom>
              <a:avLst/>
              <a:pathLst>
                <a:path w="13942" h="19501">
                  <a:moveTo>
                    <a:pt x="1645" y="118"/>
                  </a:moveTo>
                  <a:lnTo>
                    <a:pt x="4179" y="4865"/>
                  </a:lnTo>
                  <a:lnTo>
                    <a:pt x="5269" y="4432"/>
                  </a:lnTo>
                  <a:lnTo>
                    <a:pt x="8598" y="4518"/>
                  </a:lnTo>
                  <a:lnTo>
                    <a:pt x="10561" y="7906"/>
                  </a:lnTo>
                  <a:lnTo>
                    <a:pt x="11715" y="9462"/>
                  </a:lnTo>
                  <a:lnTo>
                    <a:pt x="12364" y="12497"/>
                  </a:lnTo>
                  <a:lnTo>
                    <a:pt x="13165" y="13190"/>
                  </a:lnTo>
                  <a:lnTo>
                    <a:pt x="13658" y="14737"/>
                  </a:lnTo>
                  <a:lnTo>
                    <a:pt x="13942" y="17556"/>
                  </a:lnTo>
                  <a:lnTo>
                    <a:pt x="13743" y="18015"/>
                  </a:lnTo>
                  <a:lnTo>
                    <a:pt x="12723" y="19065"/>
                  </a:lnTo>
                  <a:lnTo>
                    <a:pt x="11989" y="19501"/>
                  </a:lnTo>
                  <a:lnTo>
                    <a:pt x="10060" y="18499"/>
                  </a:lnTo>
                  <a:lnTo>
                    <a:pt x="8212" y="16329"/>
                  </a:lnTo>
                  <a:lnTo>
                    <a:pt x="4544" y="16067"/>
                  </a:lnTo>
                  <a:lnTo>
                    <a:pt x="2834" y="15449"/>
                  </a:lnTo>
                  <a:lnTo>
                    <a:pt x="2247" y="14621"/>
                  </a:lnTo>
                  <a:lnTo>
                    <a:pt x="1703" y="13516"/>
                  </a:lnTo>
                  <a:lnTo>
                    <a:pt x="840" y="10878"/>
                  </a:lnTo>
                  <a:lnTo>
                    <a:pt x="166" y="7785"/>
                  </a:lnTo>
                  <a:lnTo>
                    <a:pt x="56" y="5970"/>
                  </a:lnTo>
                  <a:lnTo>
                    <a:pt x="0" y="2516"/>
                  </a:lnTo>
                  <a:lnTo>
                    <a:pt x="209" y="1258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3"/>
            <p:cNvSpPr/>
            <p:nvPr/>
          </p:nvSpPr>
          <p:spPr>
            <a:xfrm>
              <a:off x="5041304" y="3899879"/>
              <a:ext cx="3581" cy="5488"/>
            </a:xfrm>
            <a:custGeom>
              <a:avLst/>
              <a:pathLst>
                <a:path w="3581" h="5488">
                  <a:moveTo>
                    <a:pt x="827" y="0"/>
                  </a:moveTo>
                  <a:lnTo>
                    <a:pt x="1489" y="415"/>
                  </a:lnTo>
                  <a:lnTo>
                    <a:pt x="1809" y="349"/>
                  </a:lnTo>
                  <a:lnTo>
                    <a:pt x="2566" y="1939"/>
                  </a:lnTo>
                  <a:lnTo>
                    <a:pt x="3581" y="4279"/>
                  </a:lnTo>
                  <a:lnTo>
                    <a:pt x="3167" y="5488"/>
                  </a:lnTo>
                  <a:lnTo>
                    <a:pt x="2344" y="4870"/>
                  </a:lnTo>
                  <a:lnTo>
                    <a:pt x="2067" y="5116"/>
                  </a:lnTo>
                  <a:lnTo>
                    <a:pt x="1977" y="4954"/>
                  </a:lnTo>
                  <a:lnTo>
                    <a:pt x="1804" y="3780"/>
                  </a:lnTo>
                  <a:lnTo>
                    <a:pt x="908" y="2617"/>
                  </a:lnTo>
                  <a:lnTo>
                    <a:pt x="104" y="2519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4"/>
            <p:cNvSpPr/>
            <p:nvPr/>
          </p:nvSpPr>
          <p:spPr>
            <a:xfrm>
              <a:off x="5029106" y="3899807"/>
              <a:ext cx="2274" cy="3927"/>
            </a:xfrm>
            <a:custGeom>
              <a:avLst/>
              <a:pathLst>
                <a:path w="2274" h="3927">
                  <a:moveTo>
                    <a:pt x="1751" y="3855"/>
                  </a:moveTo>
                  <a:lnTo>
                    <a:pt x="1596" y="3927"/>
                  </a:lnTo>
                  <a:lnTo>
                    <a:pt x="1056" y="3566"/>
                  </a:lnTo>
                  <a:lnTo>
                    <a:pt x="400" y="3445"/>
                  </a:lnTo>
                  <a:lnTo>
                    <a:pt x="0" y="2421"/>
                  </a:lnTo>
                  <a:lnTo>
                    <a:pt x="475" y="955"/>
                  </a:lnTo>
                  <a:lnTo>
                    <a:pt x="1075" y="0"/>
                  </a:lnTo>
                  <a:lnTo>
                    <a:pt x="1350" y="245"/>
                  </a:lnTo>
                  <a:lnTo>
                    <a:pt x="1608" y="857"/>
                  </a:lnTo>
                  <a:lnTo>
                    <a:pt x="2210" y="1090"/>
                  </a:lnTo>
                  <a:lnTo>
                    <a:pt x="2274" y="297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5"/>
            <p:cNvSpPr/>
            <p:nvPr/>
          </p:nvSpPr>
          <p:spPr>
            <a:xfrm>
              <a:off x="5010890" y="3891060"/>
              <a:ext cx="2208" cy="2865"/>
            </a:xfrm>
            <a:custGeom>
              <a:avLst/>
              <a:pathLst>
                <a:path w="2208" h="2865">
                  <a:moveTo>
                    <a:pt x="2208" y="1826"/>
                  </a:moveTo>
                  <a:lnTo>
                    <a:pt x="2182" y="2865"/>
                  </a:lnTo>
                  <a:lnTo>
                    <a:pt x="1522" y="2542"/>
                  </a:lnTo>
                  <a:lnTo>
                    <a:pt x="50" y="978"/>
                  </a:lnTo>
                  <a:lnTo>
                    <a:pt x="0" y="262"/>
                  </a:lnTo>
                  <a:lnTo>
                    <a:pt x="838" y="0"/>
                  </a:lnTo>
                  <a:lnTo>
                    <a:pt x="1447" y="196"/>
                  </a:lnTo>
                  <a:lnTo>
                    <a:pt x="1953" y="110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6"/>
            <p:cNvSpPr/>
            <p:nvPr/>
          </p:nvSpPr>
          <p:spPr>
            <a:xfrm>
              <a:off x="5018967" y="3890500"/>
              <a:ext cx="1128" cy="4363"/>
            </a:xfrm>
            <a:custGeom>
              <a:avLst/>
              <a:pathLst>
                <a:path w="1128" h="4363">
                  <a:moveTo>
                    <a:pt x="522" y="4250"/>
                  </a:moveTo>
                  <a:lnTo>
                    <a:pt x="269" y="4363"/>
                  </a:lnTo>
                  <a:lnTo>
                    <a:pt x="0" y="3185"/>
                  </a:lnTo>
                  <a:lnTo>
                    <a:pt x="628" y="0"/>
                  </a:lnTo>
                  <a:lnTo>
                    <a:pt x="931" y="2562"/>
                  </a:lnTo>
                  <a:lnTo>
                    <a:pt x="1128" y="352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7"/>
            <p:cNvSpPr/>
            <p:nvPr/>
          </p:nvSpPr>
          <p:spPr>
            <a:xfrm>
              <a:off x="5015791" y="3885479"/>
              <a:ext cx="2910" cy="7531"/>
            </a:xfrm>
            <a:custGeom>
              <a:avLst/>
              <a:pathLst>
                <a:path w="2910" h="7531">
                  <a:moveTo>
                    <a:pt x="2630" y="5199"/>
                  </a:moveTo>
                  <a:lnTo>
                    <a:pt x="1498" y="7531"/>
                  </a:lnTo>
                  <a:lnTo>
                    <a:pt x="670" y="6743"/>
                  </a:lnTo>
                  <a:lnTo>
                    <a:pt x="0" y="4743"/>
                  </a:lnTo>
                  <a:lnTo>
                    <a:pt x="220" y="2334"/>
                  </a:lnTo>
                  <a:lnTo>
                    <a:pt x="344" y="1696"/>
                  </a:lnTo>
                  <a:lnTo>
                    <a:pt x="678" y="1558"/>
                  </a:lnTo>
                  <a:lnTo>
                    <a:pt x="1009" y="1064"/>
                  </a:lnTo>
                  <a:lnTo>
                    <a:pt x="1370" y="0"/>
                  </a:lnTo>
                  <a:lnTo>
                    <a:pt x="2602" y="845"/>
                  </a:lnTo>
                  <a:lnTo>
                    <a:pt x="2910" y="1431"/>
                  </a:lnTo>
                  <a:lnTo>
                    <a:pt x="2175" y="2908"/>
                  </a:lnTo>
                  <a:lnTo>
                    <a:pt x="2420" y="3381"/>
                  </a:lnTo>
                  <a:lnTo>
                    <a:pt x="2580" y="408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8"/>
            <p:cNvSpPr/>
            <p:nvPr/>
          </p:nvSpPr>
          <p:spPr>
            <a:xfrm>
              <a:off x="5008115" y="3882899"/>
              <a:ext cx="2285" cy="9078"/>
            </a:xfrm>
            <a:custGeom>
              <a:avLst/>
              <a:pathLst>
                <a:path w="2285" h="9078">
                  <a:moveTo>
                    <a:pt x="2032" y="8645"/>
                  </a:moveTo>
                  <a:lnTo>
                    <a:pt x="2033" y="9078"/>
                  </a:lnTo>
                  <a:lnTo>
                    <a:pt x="1399" y="8247"/>
                  </a:lnTo>
                  <a:lnTo>
                    <a:pt x="0" y="4259"/>
                  </a:lnTo>
                  <a:lnTo>
                    <a:pt x="247" y="2926"/>
                  </a:lnTo>
                  <a:lnTo>
                    <a:pt x="1528" y="340"/>
                  </a:lnTo>
                  <a:lnTo>
                    <a:pt x="1924" y="0"/>
                  </a:lnTo>
                  <a:lnTo>
                    <a:pt x="2285" y="1601"/>
                  </a:lnTo>
                  <a:lnTo>
                    <a:pt x="1970" y="3964"/>
                  </a:lnTo>
                  <a:lnTo>
                    <a:pt x="1550" y="4568"/>
                  </a:lnTo>
                  <a:lnTo>
                    <a:pt x="1380" y="678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69"/>
            <p:cNvSpPr/>
            <p:nvPr/>
          </p:nvSpPr>
          <p:spPr>
            <a:xfrm>
              <a:off x="5034885" y="3881676"/>
              <a:ext cx="1717" cy="4195"/>
            </a:xfrm>
            <a:custGeom>
              <a:avLst/>
              <a:pathLst>
                <a:path w="1717" h="4195">
                  <a:moveTo>
                    <a:pt x="1717" y="3794"/>
                  </a:moveTo>
                  <a:lnTo>
                    <a:pt x="1168" y="4195"/>
                  </a:lnTo>
                  <a:lnTo>
                    <a:pt x="354" y="3110"/>
                  </a:lnTo>
                  <a:lnTo>
                    <a:pt x="0" y="2123"/>
                  </a:lnTo>
                  <a:lnTo>
                    <a:pt x="169" y="582"/>
                  </a:lnTo>
                  <a:lnTo>
                    <a:pt x="646" y="0"/>
                  </a:lnTo>
                  <a:lnTo>
                    <a:pt x="1186" y="1033"/>
                  </a:lnTo>
                  <a:lnTo>
                    <a:pt x="1240" y="209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0"/>
            <p:cNvSpPr/>
            <p:nvPr/>
          </p:nvSpPr>
          <p:spPr>
            <a:xfrm>
              <a:off x="5046990" y="3879740"/>
              <a:ext cx="9058" cy="38332"/>
            </a:xfrm>
            <a:custGeom>
              <a:avLst/>
              <a:pathLst>
                <a:path w="9058" h="38332">
                  <a:moveTo>
                    <a:pt x="1829" y="0"/>
                  </a:moveTo>
                  <a:lnTo>
                    <a:pt x="4686" y="8806"/>
                  </a:lnTo>
                  <a:lnTo>
                    <a:pt x="4572" y="10368"/>
                  </a:lnTo>
                  <a:lnTo>
                    <a:pt x="4185" y="11375"/>
                  </a:lnTo>
                  <a:lnTo>
                    <a:pt x="4072" y="14333"/>
                  </a:lnTo>
                  <a:lnTo>
                    <a:pt x="4432" y="15469"/>
                  </a:lnTo>
                  <a:lnTo>
                    <a:pt x="5213" y="15989"/>
                  </a:lnTo>
                  <a:lnTo>
                    <a:pt x="6539" y="19143"/>
                  </a:lnTo>
                  <a:lnTo>
                    <a:pt x="7069" y="23004"/>
                  </a:lnTo>
                  <a:lnTo>
                    <a:pt x="7116" y="24190"/>
                  </a:lnTo>
                  <a:lnTo>
                    <a:pt x="7666" y="25944"/>
                  </a:lnTo>
                  <a:lnTo>
                    <a:pt x="7688" y="29635"/>
                  </a:lnTo>
                  <a:lnTo>
                    <a:pt x="8948" y="34760"/>
                  </a:lnTo>
                  <a:lnTo>
                    <a:pt x="9058" y="37224"/>
                  </a:lnTo>
                  <a:lnTo>
                    <a:pt x="8941" y="38332"/>
                  </a:lnTo>
                  <a:lnTo>
                    <a:pt x="8417" y="37692"/>
                  </a:lnTo>
                  <a:lnTo>
                    <a:pt x="6911" y="31880"/>
                  </a:lnTo>
                  <a:lnTo>
                    <a:pt x="5191" y="29373"/>
                  </a:lnTo>
                  <a:lnTo>
                    <a:pt x="4994" y="28293"/>
                  </a:lnTo>
                  <a:lnTo>
                    <a:pt x="3257" y="24906"/>
                  </a:lnTo>
                  <a:lnTo>
                    <a:pt x="2090" y="19204"/>
                  </a:lnTo>
                  <a:lnTo>
                    <a:pt x="830" y="9060"/>
                  </a:lnTo>
                  <a:lnTo>
                    <a:pt x="1422" y="6657"/>
                  </a:lnTo>
                  <a:lnTo>
                    <a:pt x="0" y="1737"/>
                  </a:lnTo>
                  <a:lnTo>
                    <a:pt x="67" y="421"/>
                  </a:lnTo>
                  <a:lnTo>
                    <a:pt x="668" y="721"/>
                  </a:lnTo>
                  <a:lnTo>
                    <a:pt x="1085" y="660"/>
                  </a:lnTo>
                  <a:lnTo>
                    <a:pt x="1285" y="7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1"/>
            <p:cNvSpPr/>
            <p:nvPr/>
          </p:nvSpPr>
          <p:spPr>
            <a:xfrm>
              <a:off x="5008175" y="3869449"/>
              <a:ext cx="7835" cy="19097"/>
            </a:xfrm>
            <a:custGeom>
              <a:avLst/>
              <a:pathLst>
                <a:path w="7835" h="19097">
                  <a:moveTo>
                    <a:pt x="6282" y="8169"/>
                  </a:moveTo>
                  <a:lnTo>
                    <a:pt x="7004" y="10587"/>
                  </a:lnTo>
                  <a:lnTo>
                    <a:pt x="7835" y="15974"/>
                  </a:lnTo>
                  <a:lnTo>
                    <a:pt x="7685" y="17830"/>
                  </a:lnTo>
                  <a:lnTo>
                    <a:pt x="7090" y="17934"/>
                  </a:lnTo>
                  <a:lnTo>
                    <a:pt x="6925" y="19097"/>
                  </a:lnTo>
                  <a:lnTo>
                    <a:pt x="6118" y="16485"/>
                  </a:lnTo>
                  <a:lnTo>
                    <a:pt x="5044" y="15778"/>
                  </a:lnTo>
                  <a:lnTo>
                    <a:pt x="4261" y="14174"/>
                  </a:lnTo>
                  <a:lnTo>
                    <a:pt x="3993" y="10994"/>
                  </a:lnTo>
                  <a:lnTo>
                    <a:pt x="3917" y="8988"/>
                  </a:lnTo>
                  <a:lnTo>
                    <a:pt x="3298" y="8645"/>
                  </a:lnTo>
                  <a:lnTo>
                    <a:pt x="1539" y="9147"/>
                  </a:lnTo>
                  <a:lnTo>
                    <a:pt x="976" y="10861"/>
                  </a:lnTo>
                  <a:lnTo>
                    <a:pt x="170" y="10316"/>
                  </a:lnTo>
                  <a:lnTo>
                    <a:pt x="0" y="8778"/>
                  </a:lnTo>
                  <a:lnTo>
                    <a:pt x="125" y="7266"/>
                  </a:lnTo>
                  <a:lnTo>
                    <a:pt x="1196" y="5777"/>
                  </a:lnTo>
                  <a:lnTo>
                    <a:pt x="1416" y="3861"/>
                  </a:lnTo>
                  <a:lnTo>
                    <a:pt x="2483" y="559"/>
                  </a:lnTo>
                  <a:lnTo>
                    <a:pt x="3142" y="0"/>
                  </a:lnTo>
                  <a:lnTo>
                    <a:pt x="4387" y="1188"/>
                  </a:lnTo>
                  <a:lnTo>
                    <a:pt x="4542" y="5883"/>
                  </a:lnTo>
                  <a:lnTo>
                    <a:pt x="4991" y="74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2"/>
            <p:cNvSpPr/>
            <p:nvPr/>
          </p:nvSpPr>
          <p:spPr>
            <a:xfrm>
              <a:off x="5000374" y="3869245"/>
              <a:ext cx="837" cy="7017"/>
            </a:xfrm>
            <a:custGeom>
              <a:avLst/>
              <a:pathLst>
                <a:path w="837" h="7017">
                  <a:moveTo>
                    <a:pt x="739" y="6287"/>
                  </a:moveTo>
                  <a:lnTo>
                    <a:pt x="599" y="7017"/>
                  </a:lnTo>
                  <a:lnTo>
                    <a:pt x="0" y="3373"/>
                  </a:lnTo>
                  <a:lnTo>
                    <a:pt x="30" y="1538"/>
                  </a:lnTo>
                  <a:lnTo>
                    <a:pt x="133" y="360"/>
                  </a:lnTo>
                  <a:lnTo>
                    <a:pt x="352" y="0"/>
                  </a:lnTo>
                  <a:lnTo>
                    <a:pt x="837" y="40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3"/>
            <p:cNvSpPr/>
            <p:nvPr/>
          </p:nvSpPr>
          <p:spPr>
            <a:xfrm>
              <a:off x="5005192" y="3866192"/>
              <a:ext cx="2788" cy="7912"/>
            </a:xfrm>
            <a:custGeom>
              <a:avLst/>
              <a:pathLst>
                <a:path w="2788" h="7912">
                  <a:moveTo>
                    <a:pt x="2457" y="7465"/>
                  </a:moveTo>
                  <a:lnTo>
                    <a:pt x="2206" y="7912"/>
                  </a:lnTo>
                  <a:lnTo>
                    <a:pt x="954" y="7742"/>
                  </a:lnTo>
                  <a:lnTo>
                    <a:pt x="0" y="4694"/>
                  </a:lnTo>
                  <a:lnTo>
                    <a:pt x="7" y="2438"/>
                  </a:lnTo>
                  <a:lnTo>
                    <a:pt x="757" y="366"/>
                  </a:lnTo>
                  <a:lnTo>
                    <a:pt x="1662" y="0"/>
                  </a:lnTo>
                  <a:lnTo>
                    <a:pt x="2157" y="802"/>
                  </a:lnTo>
                  <a:lnTo>
                    <a:pt x="2621" y="2533"/>
                  </a:lnTo>
                  <a:lnTo>
                    <a:pt x="2788" y="4741"/>
                  </a:lnTo>
                  <a:lnTo>
                    <a:pt x="2683" y="668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4"/>
            <p:cNvSpPr/>
            <p:nvPr/>
          </p:nvSpPr>
          <p:spPr>
            <a:xfrm>
              <a:off x="4999946" y="3857875"/>
              <a:ext cx="3528" cy="10720"/>
            </a:xfrm>
            <a:custGeom>
              <a:avLst/>
              <a:pathLst>
                <a:path w="3528" h="10720">
                  <a:moveTo>
                    <a:pt x="2134" y="10313"/>
                  </a:moveTo>
                  <a:lnTo>
                    <a:pt x="1913" y="10720"/>
                  </a:lnTo>
                  <a:lnTo>
                    <a:pt x="1529" y="9124"/>
                  </a:lnTo>
                  <a:lnTo>
                    <a:pt x="1249" y="8625"/>
                  </a:lnTo>
                  <a:lnTo>
                    <a:pt x="1257" y="6847"/>
                  </a:lnTo>
                  <a:lnTo>
                    <a:pt x="97" y="3953"/>
                  </a:lnTo>
                  <a:lnTo>
                    <a:pt x="0" y="1956"/>
                  </a:lnTo>
                  <a:lnTo>
                    <a:pt x="673" y="0"/>
                  </a:lnTo>
                  <a:lnTo>
                    <a:pt x="1578" y="1139"/>
                  </a:lnTo>
                  <a:lnTo>
                    <a:pt x="2477" y="3595"/>
                  </a:lnTo>
                  <a:lnTo>
                    <a:pt x="3528" y="4397"/>
                  </a:lnTo>
                  <a:lnTo>
                    <a:pt x="3311" y="6025"/>
                  </a:lnTo>
                  <a:lnTo>
                    <a:pt x="2365" y="895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5"/>
            <p:cNvSpPr/>
            <p:nvPr/>
          </p:nvSpPr>
          <p:spPr>
            <a:xfrm>
              <a:off x="5022444" y="3857009"/>
              <a:ext cx="16380" cy="29924"/>
            </a:xfrm>
            <a:custGeom>
              <a:avLst/>
              <a:pathLst>
                <a:path w="16380" h="29924">
                  <a:moveTo>
                    <a:pt x="16360" y="29240"/>
                  </a:moveTo>
                  <a:lnTo>
                    <a:pt x="16380" y="29924"/>
                  </a:lnTo>
                  <a:lnTo>
                    <a:pt x="14834" y="27454"/>
                  </a:lnTo>
                  <a:lnTo>
                    <a:pt x="13661" y="24435"/>
                  </a:lnTo>
                  <a:lnTo>
                    <a:pt x="10319" y="21148"/>
                  </a:lnTo>
                  <a:lnTo>
                    <a:pt x="9600" y="19463"/>
                  </a:lnTo>
                  <a:lnTo>
                    <a:pt x="8997" y="19253"/>
                  </a:lnTo>
                  <a:lnTo>
                    <a:pt x="7282" y="16505"/>
                  </a:lnTo>
                  <a:lnTo>
                    <a:pt x="5600" y="14656"/>
                  </a:lnTo>
                  <a:lnTo>
                    <a:pt x="4570" y="12264"/>
                  </a:lnTo>
                  <a:lnTo>
                    <a:pt x="4308" y="11285"/>
                  </a:lnTo>
                  <a:lnTo>
                    <a:pt x="3689" y="10702"/>
                  </a:lnTo>
                  <a:lnTo>
                    <a:pt x="2633" y="8076"/>
                  </a:lnTo>
                  <a:lnTo>
                    <a:pt x="1606" y="6333"/>
                  </a:lnTo>
                  <a:lnTo>
                    <a:pt x="1242" y="3151"/>
                  </a:lnTo>
                  <a:lnTo>
                    <a:pt x="246" y="958"/>
                  </a:lnTo>
                  <a:lnTo>
                    <a:pt x="0" y="0"/>
                  </a:lnTo>
                  <a:lnTo>
                    <a:pt x="3187" y="1760"/>
                  </a:lnTo>
                  <a:lnTo>
                    <a:pt x="4664" y="5249"/>
                  </a:lnTo>
                  <a:lnTo>
                    <a:pt x="5926" y="7222"/>
                  </a:lnTo>
                  <a:lnTo>
                    <a:pt x="6365" y="8648"/>
                  </a:lnTo>
                  <a:lnTo>
                    <a:pt x="7502" y="10601"/>
                  </a:lnTo>
                  <a:lnTo>
                    <a:pt x="8523" y="10780"/>
                  </a:lnTo>
                  <a:lnTo>
                    <a:pt x="9544" y="12748"/>
                  </a:lnTo>
                  <a:lnTo>
                    <a:pt x="10475" y="13279"/>
                  </a:lnTo>
                  <a:lnTo>
                    <a:pt x="11209" y="14309"/>
                  </a:lnTo>
                  <a:lnTo>
                    <a:pt x="15945" y="23114"/>
                  </a:lnTo>
                  <a:lnTo>
                    <a:pt x="15380" y="25451"/>
                  </a:lnTo>
                  <a:lnTo>
                    <a:pt x="16010" y="2714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6"/>
            <p:cNvSpPr/>
            <p:nvPr/>
          </p:nvSpPr>
          <p:spPr>
            <a:xfrm>
              <a:off x="4990452" y="3840114"/>
              <a:ext cx="2153" cy="4377"/>
            </a:xfrm>
            <a:custGeom>
              <a:avLst/>
              <a:pathLst>
                <a:path w="2153" h="4377">
                  <a:moveTo>
                    <a:pt x="1867" y="3670"/>
                  </a:moveTo>
                  <a:lnTo>
                    <a:pt x="711" y="4377"/>
                  </a:lnTo>
                  <a:lnTo>
                    <a:pt x="0" y="3428"/>
                  </a:lnTo>
                  <a:lnTo>
                    <a:pt x="315" y="1174"/>
                  </a:lnTo>
                  <a:lnTo>
                    <a:pt x="706" y="0"/>
                  </a:lnTo>
                  <a:lnTo>
                    <a:pt x="2153" y="20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7"/>
            <p:cNvSpPr/>
            <p:nvPr/>
          </p:nvSpPr>
          <p:spPr>
            <a:xfrm>
              <a:off x="4999371" y="3829356"/>
              <a:ext cx="12268" cy="24135"/>
            </a:xfrm>
            <a:custGeom>
              <a:avLst/>
              <a:pathLst>
                <a:path w="12268" h="24135">
                  <a:moveTo>
                    <a:pt x="11901" y="21319"/>
                  </a:moveTo>
                  <a:lnTo>
                    <a:pt x="12268" y="22360"/>
                  </a:lnTo>
                  <a:lnTo>
                    <a:pt x="11378" y="24135"/>
                  </a:lnTo>
                  <a:lnTo>
                    <a:pt x="10204" y="23171"/>
                  </a:lnTo>
                  <a:lnTo>
                    <a:pt x="9951" y="22176"/>
                  </a:lnTo>
                  <a:lnTo>
                    <a:pt x="9921" y="21648"/>
                  </a:lnTo>
                  <a:lnTo>
                    <a:pt x="9101" y="21988"/>
                  </a:lnTo>
                  <a:lnTo>
                    <a:pt x="7468" y="21120"/>
                  </a:lnTo>
                  <a:lnTo>
                    <a:pt x="5198" y="16889"/>
                  </a:lnTo>
                  <a:lnTo>
                    <a:pt x="2799" y="8925"/>
                  </a:lnTo>
                  <a:lnTo>
                    <a:pt x="487" y="4513"/>
                  </a:lnTo>
                  <a:lnTo>
                    <a:pt x="56" y="3142"/>
                  </a:lnTo>
                  <a:lnTo>
                    <a:pt x="0" y="868"/>
                  </a:lnTo>
                  <a:lnTo>
                    <a:pt x="308" y="0"/>
                  </a:lnTo>
                  <a:lnTo>
                    <a:pt x="1745" y="949"/>
                  </a:lnTo>
                  <a:lnTo>
                    <a:pt x="3600" y="4585"/>
                  </a:lnTo>
                  <a:lnTo>
                    <a:pt x="6648" y="8365"/>
                  </a:lnTo>
                  <a:lnTo>
                    <a:pt x="7480" y="10293"/>
                  </a:lnTo>
                  <a:lnTo>
                    <a:pt x="8008" y="14918"/>
                  </a:lnTo>
                  <a:lnTo>
                    <a:pt x="8525" y="16295"/>
                  </a:lnTo>
                  <a:lnTo>
                    <a:pt x="10168" y="19844"/>
                  </a:lnTo>
                  <a:lnTo>
                    <a:pt x="11037" y="20675"/>
                  </a:lnTo>
                  <a:lnTo>
                    <a:pt x="11496" y="2082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8"/>
            <p:cNvSpPr/>
            <p:nvPr/>
          </p:nvSpPr>
          <p:spPr>
            <a:xfrm>
              <a:off x="3049858" y="3408398"/>
              <a:ext cx="5189" cy="6706"/>
            </a:xfrm>
            <a:custGeom>
              <a:avLst/>
              <a:pathLst>
                <a:path w="5189" h="6706">
                  <a:moveTo>
                    <a:pt x="4897" y="5935"/>
                  </a:moveTo>
                  <a:lnTo>
                    <a:pt x="4729" y="6706"/>
                  </a:lnTo>
                  <a:lnTo>
                    <a:pt x="3963" y="4807"/>
                  </a:lnTo>
                  <a:lnTo>
                    <a:pt x="0" y="1960"/>
                  </a:lnTo>
                  <a:lnTo>
                    <a:pt x="1118" y="448"/>
                  </a:lnTo>
                  <a:lnTo>
                    <a:pt x="3871" y="0"/>
                  </a:lnTo>
                  <a:lnTo>
                    <a:pt x="4688" y="881"/>
                  </a:lnTo>
                  <a:lnTo>
                    <a:pt x="5053" y="1618"/>
                  </a:lnTo>
                  <a:lnTo>
                    <a:pt x="5189" y="3016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79"/>
            <p:cNvSpPr/>
            <p:nvPr/>
          </p:nvSpPr>
          <p:spPr>
            <a:xfrm>
              <a:off x="3045933" y="3338682"/>
              <a:ext cx="34633" cy="91306"/>
            </a:xfrm>
            <a:custGeom>
              <a:avLst/>
              <a:pathLst>
                <a:path w="34633" h="91306">
                  <a:moveTo>
                    <a:pt x="34633" y="44659"/>
                  </a:moveTo>
                  <a:lnTo>
                    <a:pt x="34603" y="45577"/>
                  </a:lnTo>
                  <a:lnTo>
                    <a:pt x="34271" y="49810"/>
                  </a:lnTo>
                  <a:lnTo>
                    <a:pt x="33751" y="53442"/>
                  </a:lnTo>
                  <a:lnTo>
                    <a:pt x="33409" y="54338"/>
                  </a:lnTo>
                  <a:lnTo>
                    <a:pt x="31945" y="55293"/>
                  </a:lnTo>
                  <a:lnTo>
                    <a:pt x="31322" y="56893"/>
                  </a:lnTo>
                  <a:lnTo>
                    <a:pt x="30785" y="62055"/>
                  </a:lnTo>
                  <a:lnTo>
                    <a:pt x="30441" y="66105"/>
                  </a:lnTo>
                  <a:lnTo>
                    <a:pt x="29936" y="66784"/>
                  </a:lnTo>
                  <a:lnTo>
                    <a:pt x="27787" y="72640"/>
                  </a:lnTo>
                  <a:lnTo>
                    <a:pt x="26381" y="74862"/>
                  </a:lnTo>
                  <a:lnTo>
                    <a:pt x="25401" y="76766"/>
                  </a:lnTo>
                  <a:lnTo>
                    <a:pt x="24472" y="79254"/>
                  </a:lnTo>
                  <a:lnTo>
                    <a:pt x="23303" y="81671"/>
                  </a:lnTo>
                  <a:lnTo>
                    <a:pt x="22049" y="85747"/>
                  </a:lnTo>
                  <a:lnTo>
                    <a:pt x="21153" y="89986"/>
                  </a:lnTo>
                  <a:lnTo>
                    <a:pt x="20543" y="91306"/>
                  </a:lnTo>
                  <a:lnTo>
                    <a:pt x="20083" y="90111"/>
                  </a:lnTo>
                  <a:lnTo>
                    <a:pt x="17943" y="85927"/>
                  </a:lnTo>
                  <a:lnTo>
                    <a:pt x="15690" y="83121"/>
                  </a:lnTo>
                  <a:lnTo>
                    <a:pt x="10887" y="78444"/>
                  </a:lnTo>
                  <a:lnTo>
                    <a:pt x="9287" y="77130"/>
                  </a:lnTo>
                  <a:lnTo>
                    <a:pt x="9344" y="75469"/>
                  </a:lnTo>
                  <a:lnTo>
                    <a:pt x="9896" y="72439"/>
                  </a:lnTo>
                  <a:lnTo>
                    <a:pt x="9001" y="68873"/>
                  </a:lnTo>
                  <a:lnTo>
                    <a:pt x="9349" y="66286"/>
                  </a:lnTo>
                  <a:lnTo>
                    <a:pt x="9001" y="66283"/>
                  </a:lnTo>
                  <a:lnTo>
                    <a:pt x="8314" y="67843"/>
                  </a:lnTo>
                  <a:lnTo>
                    <a:pt x="6848" y="67391"/>
                  </a:lnTo>
                  <a:lnTo>
                    <a:pt x="5877" y="65168"/>
                  </a:lnTo>
                  <a:lnTo>
                    <a:pt x="5084" y="64352"/>
                  </a:lnTo>
                  <a:lnTo>
                    <a:pt x="4738" y="63231"/>
                  </a:lnTo>
                  <a:lnTo>
                    <a:pt x="4229" y="57365"/>
                  </a:lnTo>
                  <a:lnTo>
                    <a:pt x="3863" y="54701"/>
                  </a:lnTo>
                  <a:lnTo>
                    <a:pt x="3128" y="53058"/>
                  </a:lnTo>
                  <a:lnTo>
                    <a:pt x="1653" y="52654"/>
                  </a:lnTo>
                  <a:lnTo>
                    <a:pt x="1046" y="49071"/>
                  </a:lnTo>
                  <a:lnTo>
                    <a:pt x="229" y="46297"/>
                  </a:lnTo>
                  <a:lnTo>
                    <a:pt x="361" y="44587"/>
                  </a:lnTo>
                  <a:lnTo>
                    <a:pt x="1028" y="44685"/>
                  </a:lnTo>
                  <a:lnTo>
                    <a:pt x="1550" y="45926"/>
                  </a:lnTo>
                  <a:lnTo>
                    <a:pt x="2389" y="46444"/>
                  </a:lnTo>
                  <a:lnTo>
                    <a:pt x="3434" y="43439"/>
                  </a:lnTo>
                  <a:lnTo>
                    <a:pt x="4370" y="41811"/>
                  </a:lnTo>
                  <a:lnTo>
                    <a:pt x="4586" y="40386"/>
                  </a:lnTo>
                  <a:lnTo>
                    <a:pt x="4472" y="39604"/>
                  </a:lnTo>
                  <a:lnTo>
                    <a:pt x="3904" y="40818"/>
                  </a:lnTo>
                  <a:lnTo>
                    <a:pt x="2352" y="40505"/>
                  </a:lnTo>
                  <a:lnTo>
                    <a:pt x="1968" y="41598"/>
                  </a:lnTo>
                  <a:lnTo>
                    <a:pt x="1275" y="41948"/>
                  </a:lnTo>
                  <a:lnTo>
                    <a:pt x="739" y="38432"/>
                  </a:lnTo>
                  <a:lnTo>
                    <a:pt x="765" y="36362"/>
                  </a:lnTo>
                  <a:lnTo>
                    <a:pt x="986" y="34082"/>
                  </a:lnTo>
                  <a:lnTo>
                    <a:pt x="2550" y="33691"/>
                  </a:lnTo>
                  <a:lnTo>
                    <a:pt x="2683" y="32958"/>
                  </a:lnTo>
                  <a:lnTo>
                    <a:pt x="1599" y="32469"/>
                  </a:lnTo>
                  <a:lnTo>
                    <a:pt x="242" y="29818"/>
                  </a:lnTo>
                  <a:lnTo>
                    <a:pt x="0" y="27992"/>
                  </a:lnTo>
                  <a:lnTo>
                    <a:pt x="672" y="27374"/>
                  </a:lnTo>
                  <a:lnTo>
                    <a:pt x="1315" y="27647"/>
                  </a:lnTo>
                  <a:lnTo>
                    <a:pt x="1873" y="28041"/>
                  </a:lnTo>
                  <a:lnTo>
                    <a:pt x="2478" y="27389"/>
                  </a:lnTo>
                  <a:lnTo>
                    <a:pt x="3045" y="26386"/>
                  </a:lnTo>
                  <a:lnTo>
                    <a:pt x="3383" y="25105"/>
                  </a:lnTo>
                  <a:lnTo>
                    <a:pt x="3842" y="21665"/>
                  </a:lnTo>
                  <a:lnTo>
                    <a:pt x="5311" y="20515"/>
                  </a:lnTo>
                  <a:lnTo>
                    <a:pt x="6177" y="18407"/>
                  </a:lnTo>
                  <a:lnTo>
                    <a:pt x="6999" y="15139"/>
                  </a:lnTo>
                  <a:lnTo>
                    <a:pt x="7376" y="12842"/>
                  </a:lnTo>
                  <a:lnTo>
                    <a:pt x="7716" y="11698"/>
                  </a:lnTo>
                  <a:lnTo>
                    <a:pt x="7929" y="10705"/>
                  </a:lnTo>
                  <a:lnTo>
                    <a:pt x="8088" y="9614"/>
                  </a:lnTo>
                  <a:lnTo>
                    <a:pt x="8456" y="8615"/>
                  </a:lnTo>
                  <a:lnTo>
                    <a:pt x="8841" y="6185"/>
                  </a:lnTo>
                  <a:lnTo>
                    <a:pt x="9105" y="3970"/>
                  </a:lnTo>
                  <a:lnTo>
                    <a:pt x="9950" y="2907"/>
                  </a:lnTo>
                  <a:lnTo>
                    <a:pt x="11680" y="1972"/>
                  </a:lnTo>
                  <a:lnTo>
                    <a:pt x="13238" y="3579"/>
                  </a:lnTo>
                  <a:lnTo>
                    <a:pt x="15765" y="2180"/>
                  </a:lnTo>
                  <a:lnTo>
                    <a:pt x="15899" y="103"/>
                  </a:lnTo>
                  <a:lnTo>
                    <a:pt x="18212" y="69"/>
                  </a:lnTo>
                  <a:lnTo>
                    <a:pt x="20953" y="31"/>
                  </a:lnTo>
                  <a:lnTo>
                    <a:pt x="23235" y="0"/>
                  </a:lnTo>
                  <a:lnTo>
                    <a:pt x="24017" y="555"/>
                  </a:lnTo>
                  <a:lnTo>
                    <a:pt x="24302" y="2103"/>
                  </a:lnTo>
                  <a:lnTo>
                    <a:pt x="25053" y="4531"/>
                  </a:lnTo>
                  <a:lnTo>
                    <a:pt x="25838" y="6211"/>
                  </a:lnTo>
                  <a:lnTo>
                    <a:pt x="26809" y="9896"/>
                  </a:lnTo>
                  <a:lnTo>
                    <a:pt x="27940" y="14185"/>
                  </a:lnTo>
                  <a:lnTo>
                    <a:pt x="29162" y="18059"/>
                  </a:lnTo>
                  <a:lnTo>
                    <a:pt x="29945" y="20160"/>
                  </a:lnTo>
                  <a:lnTo>
                    <a:pt x="30035" y="20896"/>
                  </a:lnTo>
                  <a:lnTo>
                    <a:pt x="29978" y="21730"/>
                  </a:lnTo>
                  <a:lnTo>
                    <a:pt x="29592" y="23699"/>
                  </a:lnTo>
                  <a:lnTo>
                    <a:pt x="29261" y="25830"/>
                  </a:lnTo>
                  <a:lnTo>
                    <a:pt x="29295" y="26631"/>
                  </a:lnTo>
                  <a:lnTo>
                    <a:pt x="29527" y="27032"/>
                  </a:lnTo>
                  <a:lnTo>
                    <a:pt x="30803" y="27697"/>
                  </a:lnTo>
                  <a:lnTo>
                    <a:pt x="30921" y="30072"/>
                  </a:lnTo>
                  <a:lnTo>
                    <a:pt x="30922" y="33359"/>
                  </a:lnTo>
                  <a:lnTo>
                    <a:pt x="31542" y="36427"/>
                  </a:lnTo>
                  <a:lnTo>
                    <a:pt x="32132" y="38679"/>
                  </a:lnTo>
                  <a:lnTo>
                    <a:pt x="32102" y="39484"/>
                  </a:lnTo>
                  <a:lnTo>
                    <a:pt x="30659" y="43335"/>
                  </a:lnTo>
                  <a:lnTo>
                    <a:pt x="30097" y="47158"/>
                  </a:lnTo>
                  <a:lnTo>
                    <a:pt x="29811" y="48233"/>
                  </a:lnTo>
                  <a:lnTo>
                    <a:pt x="29697" y="49089"/>
                  </a:lnTo>
                  <a:lnTo>
                    <a:pt x="29986" y="49490"/>
                  </a:lnTo>
                  <a:lnTo>
                    <a:pt x="30381" y="49236"/>
                  </a:lnTo>
                  <a:lnTo>
                    <a:pt x="30941" y="49555"/>
                  </a:lnTo>
                  <a:lnTo>
                    <a:pt x="31474" y="49667"/>
                  </a:lnTo>
                  <a:lnTo>
                    <a:pt x="32179" y="48295"/>
                  </a:lnTo>
                  <a:lnTo>
                    <a:pt x="33353" y="44783"/>
                  </a:lnTo>
                  <a:lnTo>
                    <a:pt x="33748" y="44353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0"/>
            <p:cNvSpPr/>
            <p:nvPr/>
          </p:nvSpPr>
          <p:spPr>
            <a:xfrm>
              <a:off x="2161961" y="3207645"/>
              <a:ext cx="27510" cy="37441"/>
            </a:xfrm>
            <a:custGeom>
              <a:avLst/>
              <a:pathLst>
                <a:path w="27510" h="37441">
                  <a:moveTo>
                    <a:pt x="8554" y="445"/>
                  </a:moveTo>
                  <a:lnTo>
                    <a:pt x="8845" y="582"/>
                  </a:lnTo>
                  <a:lnTo>
                    <a:pt x="10769" y="2092"/>
                  </a:lnTo>
                  <a:lnTo>
                    <a:pt x="11340" y="1799"/>
                  </a:lnTo>
                  <a:lnTo>
                    <a:pt x="12069" y="3012"/>
                  </a:lnTo>
                  <a:lnTo>
                    <a:pt x="12417" y="3963"/>
                  </a:lnTo>
                  <a:lnTo>
                    <a:pt x="12724" y="5270"/>
                  </a:lnTo>
                  <a:lnTo>
                    <a:pt x="14242" y="7902"/>
                  </a:lnTo>
                  <a:lnTo>
                    <a:pt x="14499" y="9052"/>
                  </a:lnTo>
                  <a:lnTo>
                    <a:pt x="15634" y="10603"/>
                  </a:lnTo>
                  <a:lnTo>
                    <a:pt x="16091" y="11790"/>
                  </a:lnTo>
                  <a:lnTo>
                    <a:pt x="16574" y="12279"/>
                  </a:lnTo>
                  <a:lnTo>
                    <a:pt x="17523" y="12734"/>
                  </a:lnTo>
                  <a:lnTo>
                    <a:pt x="18336" y="13360"/>
                  </a:lnTo>
                  <a:lnTo>
                    <a:pt x="18430" y="13796"/>
                  </a:lnTo>
                  <a:lnTo>
                    <a:pt x="18507" y="15559"/>
                  </a:lnTo>
                  <a:lnTo>
                    <a:pt x="18680" y="17045"/>
                  </a:lnTo>
                  <a:lnTo>
                    <a:pt x="19066" y="17142"/>
                  </a:lnTo>
                  <a:lnTo>
                    <a:pt x="19533" y="16420"/>
                  </a:lnTo>
                  <a:lnTo>
                    <a:pt x="21056" y="14432"/>
                  </a:lnTo>
                  <a:lnTo>
                    <a:pt x="22496" y="13112"/>
                  </a:lnTo>
                  <a:lnTo>
                    <a:pt x="23308" y="13903"/>
                  </a:lnTo>
                  <a:lnTo>
                    <a:pt x="23789" y="15556"/>
                  </a:lnTo>
                  <a:lnTo>
                    <a:pt x="24338" y="16295"/>
                  </a:lnTo>
                  <a:lnTo>
                    <a:pt x="25477" y="15842"/>
                  </a:lnTo>
                  <a:lnTo>
                    <a:pt x="26510" y="15989"/>
                  </a:lnTo>
                  <a:lnTo>
                    <a:pt x="27325" y="17435"/>
                  </a:lnTo>
                  <a:lnTo>
                    <a:pt x="27510" y="18273"/>
                  </a:lnTo>
                  <a:lnTo>
                    <a:pt x="27013" y="23082"/>
                  </a:lnTo>
                  <a:lnTo>
                    <a:pt x="26833" y="25139"/>
                  </a:lnTo>
                  <a:lnTo>
                    <a:pt x="26744" y="26881"/>
                  </a:lnTo>
                  <a:lnTo>
                    <a:pt x="27037" y="27335"/>
                  </a:lnTo>
                  <a:lnTo>
                    <a:pt x="27323" y="28012"/>
                  </a:lnTo>
                  <a:lnTo>
                    <a:pt x="27261" y="28950"/>
                  </a:lnTo>
                  <a:lnTo>
                    <a:pt x="26372" y="30492"/>
                  </a:lnTo>
                  <a:lnTo>
                    <a:pt x="26094" y="30887"/>
                  </a:lnTo>
                  <a:lnTo>
                    <a:pt x="26298" y="33861"/>
                  </a:lnTo>
                  <a:lnTo>
                    <a:pt x="25637" y="35656"/>
                  </a:lnTo>
                  <a:lnTo>
                    <a:pt x="25030" y="36949"/>
                  </a:lnTo>
                  <a:lnTo>
                    <a:pt x="23965" y="37301"/>
                  </a:lnTo>
                  <a:lnTo>
                    <a:pt x="22155" y="37441"/>
                  </a:lnTo>
                  <a:lnTo>
                    <a:pt x="19434" y="35978"/>
                  </a:lnTo>
                  <a:lnTo>
                    <a:pt x="17427" y="33982"/>
                  </a:lnTo>
                  <a:lnTo>
                    <a:pt x="16344" y="33969"/>
                  </a:lnTo>
                  <a:lnTo>
                    <a:pt x="16687" y="34629"/>
                  </a:lnTo>
                  <a:lnTo>
                    <a:pt x="17542" y="35049"/>
                  </a:lnTo>
                  <a:lnTo>
                    <a:pt x="18666" y="36461"/>
                  </a:lnTo>
                  <a:lnTo>
                    <a:pt x="18342" y="36852"/>
                  </a:lnTo>
                  <a:lnTo>
                    <a:pt x="14256" y="33917"/>
                  </a:lnTo>
                  <a:lnTo>
                    <a:pt x="9531" y="28161"/>
                  </a:lnTo>
                  <a:lnTo>
                    <a:pt x="6705" y="27243"/>
                  </a:lnTo>
                  <a:lnTo>
                    <a:pt x="3472" y="25737"/>
                  </a:lnTo>
                  <a:lnTo>
                    <a:pt x="1558" y="22101"/>
                  </a:lnTo>
                  <a:lnTo>
                    <a:pt x="123" y="20524"/>
                  </a:lnTo>
                  <a:lnTo>
                    <a:pt x="0" y="19150"/>
                  </a:lnTo>
                  <a:lnTo>
                    <a:pt x="13" y="17621"/>
                  </a:lnTo>
                  <a:lnTo>
                    <a:pt x="664" y="15573"/>
                  </a:lnTo>
                  <a:lnTo>
                    <a:pt x="1878" y="12816"/>
                  </a:lnTo>
                  <a:lnTo>
                    <a:pt x="2683" y="11391"/>
                  </a:lnTo>
                  <a:lnTo>
                    <a:pt x="3060" y="11111"/>
                  </a:lnTo>
                  <a:lnTo>
                    <a:pt x="3592" y="11258"/>
                  </a:lnTo>
                  <a:lnTo>
                    <a:pt x="4103" y="10463"/>
                  </a:lnTo>
                  <a:lnTo>
                    <a:pt x="4543" y="8563"/>
                  </a:lnTo>
                  <a:lnTo>
                    <a:pt x="5001" y="7339"/>
                  </a:lnTo>
                  <a:lnTo>
                    <a:pt x="6164" y="6100"/>
                  </a:lnTo>
                  <a:lnTo>
                    <a:pt x="6429" y="5609"/>
                  </a:lnTo>
                  <a:lnTo>
                    <a:pt x="6339" y="4546"/>
                  </a:lnTo>
                  <a:lnTo>
                    <a:pt x="6087" y="2483"/>
                  </a:lnTo>
                  <a:lnTo>
                    <a:pt x="6125" y="1211"/>
                  </a:lnTo>
                  <a:lnTo>
                    <a:pt x="6506" y="626"/>
                  </a:lnTo>
                  <a:lnTo>
                    <a:pt x="6962" y="512"/>
                  </a:lnTo>
                  <a:lnTo>
                    <a:pt x="7906" y="0"/>
                  </a:lnTo>
                  <a:lnTo>
                    <a:pt x="8316" y="1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1"/>
            <p:cNvSpPr/>
            <p:nvPr/>
          </p:nvSpPr>
          <p:spPr>
            <a:xfrm>
              <a:off x="3341570" y="2334215"/>
              <a:ext cx="1355" cy="2826"/>
            </a:xfrm>
            <a:custGeom>
              <a:avLst/>
              <a:pathLst>
                <a:path w="1355" h="2826">
                  <a:moveTo>
                    <a:pt x="0" y="1630"/>
                  </a:moveTo>
                  <a:lnTo>
                    <a:pt x="509" y="216"/>
                  </a:lnTo>
                  <a:lnTo>
                    <a:pt x="1229" y="0"/>
                  </a:lnTo>
                  <a:lnTo>
                    <a:pt x="1355" y="1086"/>
                  </a:lnTo>
                  <a:lnTo>
                    <a:pt x="1017" y="2610"/>
                  </a:lnTo>
                  <a:lnTo>
                    <a:pt x="339" y="28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2"/>
            <p:cNvSpPr/>
            <p:nvPr/>
          </p:nvSpPr>
          <p:spPr>
            <a:xfrm>
              <a:off x="3689799" y="3294262"/>
              <a:ext cx="72295" cy="103502"/>
            </a:xfrm>
            <a:custGeom>
              <a:avLst/>
              <a:pathLst>
                <a:path w="72295" h="103502">
                  <a:moveTo>
                    <a:pt x="72295" y="7131"/>
                  </a:moveTo>
                  <a:lnTo>
                    <a:pt x="72294" y="15291"/>
                  </a:lnTo>
                  <a:lnTo>
                    <a:pt x="72294" y="23213"/>
                  </a:lnTo>
                  <a:lnTo>
                    <a:pt x="72292" y="31515"/>
                  </a:lnTo>
                  <a:lnTo>
                    <a:pt x="72291" y="45101"/>
                  </a:lnTo>
                  <a:lnTo>
                    <a:pt x="72291" y="50002"/>
                  </a:lnTo>
                  <a:lnTo>
                    <a:pt x="72289" y="57197"/>
                  </a:lnTo>
                  <a:lnTo>
                    <a:pt x="72289" y="60517"/>
                  </a:lnTo>
                  <a:lnTo>
                    <a:pt x="70626" y="66990"/>
                  </a:lnTo>
                  <a:lnTo>
                    <a:pt x="68589" y="74912"/>
                  </a:lnTo>
                  <a:lnTo>
                    <a:pt x="66426" y="83334"/>
                  </a:lnTo>
                  <a:lnTo>
                    <a:pt x="64632" y="90315"/>
                  </a:lnTo>
                  <a:lnTo>
                    <a:pt x="62952" y="96851"/>
                  </a:lnTo>
                  <a:lnTo>
                    <a:pt x="61243" y="103502"/>
                  </a:lnTo>
                  <a:lnTo>
                    <a:pt x="57324" y="103502"/>
                  </a:lnTo>
                  <a:lnTo>
                    <a:pt x="53503" y="103502"/>
                  </a:lnTo>
                  <a:lnTo>
                    <a:pt x="49735" y="103502"/>
                  </a:lnTo>
                  <a:lnTo>
                    <a:pt x="49059" y="102643"/>
                  </a:lnTo>
                  <a:lnTo>
                    <a:pt x="45897" y="99924"/>
                  </a:lnTo>
                  <a:lnTo>
                    <a:pt x="41884" y="96473"/>
                  </a:lnTo>
                  <a:lnTo>
                    <a:pt x="36904" y="92190"/>
                  </a:lnTo>
                  <a:lnTo>
                    <a:pt x="33362" y="89143"/>
                  </a:lnTo>
                  <a:lnTo>
                    <a:pt x="29581" y="85957"/>
                  </a:lnTo>
                  <a:lnTo>
                    <a:pt x="25744" y="82725"/>
                  </a:lnTo>
                  <a:lnTo>
                    <a:pt x="22735" y="80187"/>
                  </a:lnTo>
                  <a:lnTo>
                    <a:pt x="18986" y="77026"/>
                  </a:lnTo>
                  <a:lnTo>
                    <a:pt x="15724" y="74279"/>
                  </a:lnTo>
                  <a:lnTo>
                    <a:pt x="15275" y="73605"/>
                  </a:lnTo>
                  <a:lnTo>
                    <a:pt x="13468" y="69411"/>
                  </a:lnTo>
                  <a:lnTo>
                    <a:pt x="11094" y="63896"/>
                  </a:lnTo>
                  <a:lnTo>
                    <a:pt x="10640" y="63798"/>
                  </a:lnTo>
                  <a:lnTo>
                    <a:pt x="9506" y="62653"/>
                  </a:lnTo>
                  <a:lnTo>
                    <a:pt x="8491" y="59675"/>
                  </a:lnTo>
                  <a:lnTo>
                    <a:pt x="7442" y="55869"/>
                  </a:lnTo>
                  <a:lnTo>
                    <a:pt x="6467" y="51109"/>
                  </a:lnTo>
                  <a:lnTo>
                    <a:pt x="6043" y="47864"/>
                  </a:lnTo>
                  <a:lnTo>
                    <a:pt x="4747" y="46497"/>
                  </a:lnTo>
                  <a:lnTo>
                    <a:pt x="4123" y="43945"/>
                  </a:lnTo>
                  <a:lnTo>
                    <a:pt x="2946" y="40156"/>
                  </a:lnTo>
                  <a:lnTo>
                    <a:pt x="2130" y="38317"/>
                  </a:lnTo>
                  <a:lnTo>
                    <a:pt x="1840" y="36712"/>
                  </a:lnTo>
                  <a:lnTo>
                    <a:pt x="1464" y="33395"/>
                  </a:lnTo>
                  <a:lnTo>
                    <a:pt x="791" y="29787"/>
                  </a:lnTo>
                  <a:lnTo>
                    <a:pt x="147" y="27546"/>
                  </a:lnTo>
                  <a:lnTo>
                    <a:pt x="0" y="26588"/>
                  </a:lnTo>
                  <a:lnTo>
                    <a:pt x="35" y="25956"/>
                  </a:lnTo>
                  <a:lnTo>
                    <a:pt x="1227" y="21065"/>
                  </a:lnTo>
                  <a:lnTo>
                    <a:pt x="1764" y="19319"/>
                  </a:lnTo>
                  <a:lnTo>
                    <a:pt x="2375" y="17628"/>
                  </a:lnTo>
                  <a:lnTo>
                    <a:pt x="2873" y="15943"/>
                  </a:lnTo>
                  <a:lnTo>
                    <a:pt x="3064" y="14788"/>
                  </a:lnTo>
                  <a:lnTo>
                    <a:pt x="4513" y="9026"/>
                  </a:lnTo>
                  <a:lnTo>
                    <a:pt x="5787" y="3962"/>
                  </a:lnTo>
                  <a:lnTo>
                    <a:pt x="6784" y="0"/>
                  </a:lnTo>
                  <a:lnTo>
                    <a:pt x="9031" y="4531"/>
                  </a:lnTo>
                  <a:lnTo>
                    <a:pt x="11217" y="13721"/>
                  </a:lnTo>
                  <a:lnTo>
                    <a:pt x="13766" y="21143"/>
                  </a:lnTo>
                  <a:lnTo>
                    <a:pt x="17282" y="28042"/>
                  </a:lnTo>
                  <a:lnTo>
                    <a:pt x="18675" y="30374"/>
                  </a:lnTo>
                  <a:lnTo>
                    <a:pt x="19909" y="31605"/>
                  </a:lnTo>
                  <a:lnTo>
                    <a:pt x="26313" y="31413"/>
                  </a:lnTo>
                  <a:lnTo>
                    <a:pt x="30856" y="25118"/>
                  </a:lnTo>
                  <a:lnTo>
                    <a:pt x="34978" y="20563"/>
                  </a:lnTo>
                  <a:lnTo>
                    <a:pt x="36368" y="19618"/>
                  </a:lnTo>
                  <a:lnTo>
                    <a:pt x="38759" y="20864"/>
                  </a:lnTo>
                  <a:lnTo>
                    <a:pt x="41399" y="21236"/>
                  </a:lnTo>
                  <a:lnTo>
                    <a:pt x="43774" y="22623"/>
                  </a:lnTo>
                  <a:lnTo>
                    <a:pt x="44980" y="22274"/>
                  </a:lnTo>
                  <a:lnTo>
                    <a:pt x="49680" y="16973"/>
                  </a:lnTo>
                  <a:lnTo>
                    <a:pt x="52633" y="11816"/>
                  </a:lnTo>
                  <a:lnTo>
                    <a:pt x="54646" y="9626"/>
                  </a:lnTo>
                  <a:lnTo>
                    <a:pt x="55438" y="9603"/>
                  </a:lnTo>
                  <a:lnTo>
                    <a:pt x="58185" y="11458"/>
                  </a:lnTo>
                  <a:lnTo>
                    <a:pt x="61715" y="10650"/>
                  </a:lnTo>
                  <a:lnTo>
                    <a:pt x="66544" y="6195"/>
                  </a:lnTo>
                  <a:lnTo>
                    <a:pt x="68083" y="5298"/>
                  </a:lnTo>
                  <a:lnTo>
                    <a:pt x="69255" y="5234"/>
                  </a:lnTo>
                  <a:lnTo>
                    <a:pt x="71887" y="723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3"/>
            <p:cNvSpPr/>
            <p:nvPr/>
          </p:nvSpPr>
          <p:spPr>
            <a:xfrm>
              <a:off x="3670327" y="3279963"/>
              <a:ext cx="119980" cy="404201"/>
            </a:xfrm>
            <a:custGeom>
              <a:avLst/>
              <a:pathLst>
                <a:path w="119980" h="404201">
                  <a:moveTo>
                    <a:pt x="6539" y="404201"/>
                  </a:moveTo>
                  <a:lnTo>
                    <a:pt x="6595" y="401774"/>
                  </a:lnTo>
                  <a:lnTo>
                    <a:pt x="6414" y="400565"/>
                  </a:lnTo>
                  <a:lnTo>
                    <a:pt x="5322" y="396938"/>
                  </a:lnTo>
                  <a:lnTo>
                    <a:pt x="3283" y="390171"/>
                  </a:lnTo>
                  <a:lnTo>
                    <a:pt x="1741" y="385058"/>
                  </a:lnTo>
                  <a:lnTo>
                    <a:pt x="164" y="379823"/>
                  </a:lnTo>
                  <a:lnTo>
                    <a:pt x="158" y="375639"/>
                  </a:lnTo>
                  <a:lnTo>
                    <a:pt x="139" y="363187"/>
                  </a:lnTo>
                  <a:lnTo>
                    <a:pt x="101" y="338286"/>
                  </a:lnTo>
                  <a:lnTo>
                    <a:pt x="64" y="313382"/>
                  </a:lnTo>
                  <a:lnTo>
                    <a:pt x="25" y="288479"/>
                  </a:lnTo>
                  <a:lnTo>
                    <a:pt x="6" y="276028"/>
                  </a:lnTo>
                  <a:lnTo>
                    <a:pt x="0" y="270936"/>
                  </a:lnTo>
                  <a:lnTo>
                    <a:pt x="164" y="270115"/>
                  </a:lnTo>
                  <a:lnTo>
                    <a:pt x="1962" y="265546"/>
                  </a:lnTo>
                  <a:lnTo>
                    <a:pt x="4342" y="259500"/>
                  </a:lnTo>
                  <a:lnTo>
                    <a:pt x="7469" y="248011"/>
                  </a:lnTo>
                  <a:lnTo>
                    <a:pt x="9166" y="241772"/>
                  </a:lnTo>
                  <a:lnTo>
                    <a:pt x="10582" y="236568"/>
                  </a:lnTo>
                  <a:lnTo>
                    <a:pt x="10942" y="234985"/>
                  </a:lnTo>
                  <a:lnTo>
                    <a:pt x="12194" y="231834"/>
                  </a:lnTo>
                  <a:lnTo>
                    <a:pt x="14545" y="229951"/>
                  </a:lnTo>
                  <a:lnTo>
                    <a:pt x="16004" y="229638"/>
                  </a:lnTo>
                  <a:lnTo>
                    <a:pt x="21026" y="227282"/>
                  </a:lnTo>
                  <a:lnTo>
                    <a:pt x="21775" y="226330"/>
                  </a:lnTo>
                  <a:lnTo>
                    <a:pt x="22213" y="225240"/>
                  </a:lnTo>
                  <a:lnTo>
                    <a:pt x="22630" y="222751"/>
                  </a:lnTo>
                  <a:lnTo>
                    <a:pt x="23609" y="219264"/>
                  </a:lnTo>
                  <a:lnTo>
                    <a:pt x="24871" y="216866"/>
                  </a:lnTo>
                  <a:lnTo>
                    <a:pt x="27268" y="213737"/>
                  </a:lnTo>
                  <a:lnTo>
                    <a:pt x="29619" y="211079"/>
                  </a:lnTo>
                  <a:lnTo>
                    <a:pt x="30140" y="210646"/>
                  </a:lnTo>
                  <a:lnTo>
                    <a:pt x="32967" y="208978"/>
                  </a:lnTo>
                  <a:lnTo>
                    <a:pt x="33661" y="208407"/>
                  </a:lnTo>
                  <a:lnTo>
                    <a:pt x="34805" y="207823"/>
                  </a:lnTo>
                  <a:lnTo>
                    <a:pt x="35256" y="207810"/>
                  </a:lnTo>
                  <a:lnTo>
                    <a:pt x="39185" y="208394"/>
                  </a:lnTo>
                  <a:lnTo>
                    <a:pt x="42259" y="208850"/>
                  </a:lnTo>
                  <a:lnTo>
                    <a:pt x="45424" y="209319"/>
                  </a:lnTo>
                  <a:lnTo>
                    <a:pt x="45756" y="208961"/>
                  </a:lnTo>
                  <a:lnTo>
                    <a:pt x="47969" y="202765"/>
                  </a:lnTo>
                  <a:lnTo>
                    <a:pt x="51487" y="192904"/>
                  </a:lnTo>
                  <a:lnTo>
                    <a:pt x="53732" y="186614"/>
                  </a:lnTo>
                  <a:lnTo>
                    <a:pt x="57200" y="176894"/>
                  </a:lnTo>
                  <a:lnTo>
                    <a:pt x="59868" y="169878"/>
                  </a:lnTo>
                  <a:lnTo>
                    <a:pt x="62816" y="162118"/>
                  </a:lnTo>
                  <a:lnTo>
                    <a:pt x="65680" y="155027"/>
                  </a:lnTo>
                  <a:lnTo>
                    <a:pt x="69125" y="146494"/>
                  </a:lnTo>
                  <a:lnTo>
                    <a:pt x="71296" y="141121"/>
                  </a:lnTo>
                  <a:lnTo>
                    <a:pt x="74668" y="132770"/>
                  </a:lnTo>
                  <a:lnTo>
                    <a:pt x="77877" y="124825"/>
                  </a:lnTo>
                  <a:lnTo>
                    <a:pt x="80714" y="117800"/>
                  </a:lnTo>
                  <a:lnTo>
                    <a:pt x="82424" y="111149"/>
                  </a:lnTo>
                  <a:lnTo>
                    <a:pt x="84104" y="104613"/>
                  </a:lnTo>
                  <a:lnTo>
                    <a:pt x="85898" y="97633"/>
                  </a:lnTo>
                  <a:lnTo>
                    <a:pt x="88061" y="89211"/>
                  </a:lnTo>
                  <a:lnTo>
                    <a:pt x="90097" y="81288"/>
                  </a:lnTo>
                  <a:lnTo>
                    <a:pt x="91761" y="74816"/>
                  </a:lnTo>
                  <a:lnTo>
                    <a:pt x="91761" y="71496"/>
                  </a:lnTo>
                  <a:lnTo>
                    <a:pt x="91763" y="64300"/>
                  </a:lnTo>
                  <a:lnTo>
                    <a:pt x="91763" y="59399"/>
                  </a:lnTo>
                  <a:lnTo>
                    <a:pt x="91764" y="45813"/>
                  </a:lnTo>
                  <a:lnTo>
                    <a:pt x="91765" y="37511"/>
                  </a:lnTo>
                  <a:lnTo>
                    <a:pt x="91765" y="29589"/>
                  </a:lnTo>
                  <a:lnTo>
                    <a:pt x="91766" y="21430"/>
                  </a:lnTo>
                  <a:lnTo>
                    <a:pt x="93188" y="21063"/>
                  </a:lnTo>
                  <a:lnTo>
                    <a:pt x="96941" y="18939"/>
                  </a:lnTo>
                  <a:lnTo>
                    <a:pt x="99862" y="15742"/>
                  </a:lnTo>
                  <a:lnTo>
                    <a:pt x="105248" y="13426"/>
                  </a:lnTo>
                  <a:lnTo>
                    <a:pt x="109346" y="7569"/>
                  </a:lnTo>
                  <a:lnTo>
                    <a:pt x="110061" y="4742"/>
                  </a:lnTo>
                  <a:lnTo>
                    <a:pt x="111300" y="1178"/>
                  </a:lnTo>
                  <a:lnTo>
                    <a:pt x="113099" y="0"/>
                  </a:lnTo>
                  <a:lnTo>
                    <a:pt x="117691" y="4187"/>
                  </a:lnTo>
                  <a:lnTo>
                    <a:pt x="118422" y="4520"/>
                  </a:lnTo>
                  <a:lnTo>
                    <a:pt x="118157" y="7052"/>
                  </a:lnTo>
                  <a:lnTo>
                    <a:pt x="118000" y="9633"/>
                  </a:lnTo>
                  <a:lnTo>
                    <a:pt x="117058" y="14141"/>
                  </a:lnTo>
                  <a:lnTo>
                    <a:pt x="116459" y="19149"/>
                  </a:lnTo>
                  <a:lnTo>
                    <a:pt x="116896" y="26799"/>
                  </a:lnTo>
                  <a:lnTo>
                    <a:pt x="117108" y="39205"/>
                  </a:lnTo>
                  <a:lnTo>
                    <a:pt x="117000" y="41007"/>
                  </a:lnTo>
                  <a:lnTo>
                    <a:pt x="116696" y="42782"/>
                  </a:lnTo>
                  <a:lnTo>
                    <a:pt x="116569" y="44180"/>
                  </a:lnTo>
                  <a:lnTo>
                    <a:pt x="116074" y="44669"/>
                  </a:lnTo>
                  <a:lnTo>
                    <a:pt x="115856" y="45473"/>
                  </a:lnTo>
                  <a:lnTo>
                    <a:pt x="116216" y="45793"/>
                  </a:lnTo>
                  <a:lnTo>
                    <a:pt x="117656" y="44440"/>
                  </a:lnTo>
                  <a:lnTo>
                    <a:pt x="117625" y="42960"/>
                  </a:lnTo>
                  <a:lnTo>
                    <a:pt x="117710" y="42227"/>
                  </a:lnTo>
                  <a:lnTo>
                    <a:pt x="118892" y="43880"/>
                  </a:lnTo>
                  <a:lnTo>
                    <a:pt x="119737" y="44573"/>
                  </a:lnTo>
                  <a:lnTo>
                    <a:pt x="119980" y="46128"/>
                  </a:lnTo>
                  <a:lnTo>
                    <a:pt x="119915" y="47194"/>
                  </a:lnTo>
                  <a:lnTo>
                    <a:pt x="118575" y="46704"/>
                  </a:lnTo>
                  <a:lnTo>
                    <a:pt x="117892" y="45878"/>
                  </a:lnTo>
                  <a:lnTo>
                    <a:pt x="115903" y="47235"/>
                  </a:lnTo>
                  <a:lnTo>
                    <a:pt x="114685" y="48701"/>
                  </a:lnTo>
                  <a:lnTo>
                    <a:pt x="114320" y="51136"/>
                  </a:lnTo>
                  <a:lnTo>
                    <a:pt x="114036" y="60856"/>
                  </a:lnTo>
                  <a:lnTo>
                    <a:pt x="113565" y="67170"/>
                  </a:lnTo>
                  <a:lnTo>
                    <a:pt x="113475" y="75513"/>
                  </a:lnTo>
                  <a:lnTo>
                    <a:pt x="111866" y="81039"/>
                  </a:lnTo>
                  <a:lnTo>
                    <a:pt x="111323" y="84936"/>
                  </a:lnTo>
                  <a:lnTo>
                    <a:pt x="108927" y="92737"/>
                  </a:lnTo>
                  <a:lnTo>
                    <a:pt x="107677" y="99406"/>
                  </a:lnTo>
                  <a:lnTo>
                    <a:pt x="107269" y="102661"/>
                  </a:lnTo>
                  <a:lnTo>
                    <a:pt x="105165" y="111810"/>
                  </a:lnTo>
                  <a:lnTo>
                    <a:pt x="102279" y="118820"/>
                  </a:lnTo>
                  <a:lnTo>
                    <a:pt x="101233" y="127775"/>
                  </a:lnTo>
                  <a:lnTo>
                    <a:pt x="100197" y="133389"/>
                  </a:lnTo>
                  <a:lnTo>
                    <a:pt x="99033" y="138488"/>
                  </a:lnTo>
                  <a:lnTo>
                    <a:pt x="96484" y="147543"/>
                  </a:lnTo>
                  <a:lnTo>
                    <a:pt x="95177" y="153842"/>
                  </a:lnTo>
                  <a:lnTo>
                    <a:pt x="93540" y="164760"/>
                  </a:lnTo>
                  <a:lnTo>
                    <a:pt x="93041" y="171681"/>
                  </a:lnTo>
                  <a:lnTo>
                    <a:pt x="88434" y="191752"/>
                  </a:lnTo>
                  <a:lnTo>
                    <a:pt x="83658" y="207759"/>
                  </a:lnTo>
                  <a:lnTo>
                    <a:pt x="80681" y="221223"/>
                  </a:lnTo>
                  <a:lnTo>
                    <a:pt x="75342" y="236848"/>
                  </a:lnTo>
                  <a:lnTo>
                    <a:pt x="68062" y="257018"/>
                  </a:lnTo>
                  <a:lnTo>
                    <a:pt x="58538" y="280968"/>
                  </a:lnTo>
                  <a:lnTo>
                    <a:pt x="55950" y="285852"/>
                  </a:lnTo>
                  <a:lnTo>
                    <a:pt x="45523" y="300618"/>
                  </a:lnTo>
                  <a:lnTo>
                    <a:pt x="38762" y="313004"/>
                  </a:lnTo>
                  <a:lnTo>
                    <a:pt x="35309" y="321428"/>
                  </a:lnTo>
                  <a:lnTo>
                    <a:pt x="31683" y="328757"/>
                  </a:lnTo>
                  <a:lnTo>
                    <a:pt x="28807" y="335738"/>
                  </a:lnTo>
                  <a:lnTo>
                    <a:pt x="20112" y="359297"/>
                  </a:lnTo>
                  <a:lnTo>
                    <a:pt x="19215" y="361516"/>
                  </a:lnTo>
                  <a:lnTo>
                    <a:pt x="18370" y="363606"/>
                  </a:lnTo>
                  <a:lnTo>
                    <a:pt x="17275" y="367597"/>
                  </a:lnTo>
                  <a:lnTo>
                    <a:pt x="16513" y="369178"/>
                  </a:lnTo>
                  <a:lnTo>
                    <a:pt x="14436" y="375913"/>
                  </a:lnTo>
                  <a:lnTo>
                    <a:pt x="13139" y="379405"/>
                  </a:lnTo>
                  <a:lnTo>
                    <a:pt x="11685" y="382859"/>
                  </a:lnTo>
                  <a:lnTo>
                    <a:pt x="11068" y="385297"/>
                  </a:lnTo>
                  <a:lnTo>
                    <a:pt x="10631" y="388105"/>
                  </a:lnTo>
                  <a:lnTo>
                    <a:pt x="10147" y="389666"/>
                  </a:lnTo>
                  <a:lnTo>
                    <a:pt x="8835" y="396364"/>
                  </a:lnTo>
                  <a:lnTo>
                    <a:pt x="7682" y="40075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4"/>
            <p:cNvSpPr/>
            <p:nvPr/>
          </p:nvSpPr>
          <p:spPr>
            <a:xfrm>
              <a:off x="2551655" y="2250847"/>
              <a:ext cx="1218" cy="1721"/>
            </a:xfrm>
            <a:custGeom>
              <a:avLst/>
              <a:pathLst>
                <a:path w="1218" h="1721">
                  <a:moveTo>
                    <a:pt x="1064" y="1438"/>
                  </a:moveTo>
                  <a:lnTo>
                    <a:pt x="823" y="1721"/>
                  </a:lnTo>
                  <a:lnTo>
                    <a:pt x="0" y="1297"/>
                  </a:lnTo>
                  <a:lnTo>
                    <a:pt x="392" y="379"/>
                  </a:lnTo>
                  <a:lnTo>
                    <a:pt x="669" y="112"/>
                  </a:lnTo>
                  <a:lnTo>
                    <a:pt x="1042" y="0"/>
                  </a:lnTo>
                  <a:lnTo>
                    <a:pt x="1218" y="281"/>
                  </a:lnTo>
                  <a:lnTo>
                    <a:pt x="1196" y="95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5"/>
            <p:cNvSpPr/>
            <p:nvPr/>
          </p:nvSpPr>
          <p:spPr>
            <a:xfrm>
              <a:off x="2550002" y="2242340"/>
              <a:ext cx="1512" cy="8972"/>
            </a:xfrm>
            <a:custGeom>
              <a:avLst/>
              <a:pathLst>
                <a:path w="1512" h="8972">
                  <a:moveTo>
                    <a:pt x="1378" y="7697"/>
                  </a:moveTo>
                  <a:lnTo>
                    <a:pt x="376" y="8972"/>
                  </a:lnTo>
                  <a:lnTo>
                    <a:pt x="24" y="8260"/>
                  </a:lnTo>
                  <a:lnTo>
                    <a:pt x="111" y="7426"/>
                  </a:lnTo>
                  <a:lnTo>
                    <a:pt x="625" y="5407"/>
                  </a:lnTo>
                  <a:lnTo>
                    <a:pt x="609" y="4826"/>
                  </a:lnTo>
                  <a:lnTo>
                    <a:pt x="0" y="916"/>
                  </a:lnTo>
                  <a:lnTo>
                    <a:pt x="103" y="278"/>
                  </a:lnTo>
                  <a:lnTo>
                    <a:pt x="256" y="0"/>
                  </a:lnTo>
                  <a:lnTo>
                    <a:pt x="1145" y="826"/>
                  </a:lnTo>
                  <a:lnTo>
                    <a:pt x="1249" y="1890"/>
                  </a:lnTo>
                  <a:lnTo>
                    <a:pt x="828" y="4288"/>
                  </a:lnTo>
                  <a:lnTo>
                    <a:pt x="1117" y="5882"/>
                  </a:lnTo>
                  <a:lnTo>
                    <a:pt x="1512" y="703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6"/>
            <p:cNvSpPr/>
            <p:nvPr/>
          </p:nvSpPr>
          <p:spPr>
            <a:xfrm>
              <a:off x="3415707" y="2269814"/>
              <a:ext cx="47617" cy="116040"/>
            </a:xfrm>
            <a:custGeom>
              <a:avLst/>
              <a:pathLst>
                <a:path w="47617" h="116040">
                  <a:moveTo>
                    <a:pt x="16142" y="1790"/>
                  </a:moveTo>
                  <a:lnTo>
                    <a:pt x="16828" y="3501"/>
                  </a:lnTo>
                  <a:lnTo>
                    <a:pt x="17486" y="5723"/>
                  </a:lnTo>
                  <a:lnTo>
                    <a:pt x="18400" y="6749"/>
                  </a:lnTo>
                  <a:lnTo>
                    <a:pt x="19489" y="7968"/>
                  </a:lnTo>
                  <a:lnTo>
                    <a:pt x="20048" y="8856"/>
                  </a:lnTo>
                  <a:lnTo>
                    <a:pt x="20871" y="11518"/>
                  </a:lnTo>
                  <a:lnTo>
                    <a:pt x="21522" y="12822"/>
                  </a:lnTo>
                  <a:lnTo>
                    <a:pt x="21736" y="12758"/>
                  </a:lnTo>
                  <a:lnTo>
                    <a:pt x="21955" y="12416"/>
                  </a:lnTo>
                  <a:lnTo>
                    <a:pt x="22108" y="12147"/>
                  </a:lnTo>
                  <a:lnTo>
                    <a:pt x="22278" y="12392"/>
                  </a:lnTo>
                  <a:lnTo>
                    <a:pt x="22287" y="13199"/>
                  </a:lnTo>
                  <a:lnTo>
                    <a:pt x="22328" y="14986"/>
                  </a:lnTo>
                  <a:lnTo>
                    <a:pt x="22173" y="16894"/>
                  </a:lnTo>
                  <a:lnTo>
                    <a:pt x="22405" y="18696"/>
                  </a:lnTo>
                  <a:lnTo>
                    <a:pt x="22411" y="19257"/>
                  </a:lnTo>
                  <a:lnTo>
                    <a:pt x="22249" y="19770"/>
                  </a:lnTo>
                  <a:lnTo>
                    <a:pt x="22269" y="20234"/>
                  </a:lnTo>
                  <a:lnTo>
                    <a:pt x="22498" y="20723"/>
                  </a:lnTo>
                  <a:lnTo>
                    <a:pt x="23381" y="21915"/>
                  </a:lnTo>
                  <a:lnTo>
                    <a:pt x="24198" y="23753"/>
                  </a:lnTo>
                  <a:lnTo>
                    <a:pt x="25142" y="25047"/>
                  </a:lnTo>
                  <a:lnTo>
                    <a:pt x="26017" y="25874"/>
                  </a:lnTo>
                  <a:lnTo>
                    <a:pt x="26569" y="25927"/>
                  </a:lnTo>
                  <a:lnTo>
                    <a:pt x="27474" y="27417"/>
                  </a:lnTo>
                  <a:lnTo>
                    <a:pt x="29261" y="28488"/>
                  </a:lnTo>
                  <a:lnTo>
                    <a:pt x="29833" y="28859"/>
                  </a:lnTo>
                  <a:lnTo>
                    <a:pt x="30224" y="29469"/>
                  </a:lnTo>
                  <a:lnTo>
                    <a:pt x="30509" y="30178"/>
                  </a:lnTo>
                  <a:lnTo>
                    <a:pt x="30527" y="30935"/>
                  </a:lnTo>
                  <a:lnTo>
                    <a:pt x="30252" y="31302"/>
                  </a:lnTo>
                  <a:lnTo>
                    <a:pt x="29868" y="32327"/>
                  </a:lnTo>
                  <a:lnTo>
                    <a:pt x="29709" y="33574"/>
                  </a:lnTo>
                  <a:lnTo>
                    <a:pt x="29424" y="33891"/>
                  </a:lnTo>
                  <a:lnTo>
                    <a:pt x="29138" y="33916"/>
                  </a:lnTo>
                  <a:lnTo>
                    <a:pt x="28929" y="34282"/>
                  </a:lnTo>
                  <a:lnTo>
                    <a:pt x="28976" y="34821"/>
                  </a:lnTo>
                  <a:lnTo>
                    <a:pt x="29215" y="35333"/>
                  </a:lnTo>
                  <a:lnTo>
                    <a:pt x="29586" y="35797"/>
                  </a:lnTo>
                  <a:lnTo>
                    <a:pt x="30299" y="36262"/>
                  </a:lnTo>
                  <a:lnTo>
                    <a:pt x="31004" y="36946"/>
                  </a:lnTo>
                  <a:lnTo>
                    <a:pt x="30994" y="37483"/>
                  </a:lnTo>
                  <a:lnTo>
                    <a:pt x="30851" y="38070"/>
                  </a:lnTo>
                  <a:lnTo>
                    <a:pt x="29956" y="38289"/>
                  </a:lnTo>
                  <a:lnTo>
                    <a:pt x="29291" y="38387"/>
                  </a:lnTo>
                  <a:lnTo>
                    <a:pt x="28987" y="38631"/>
                  </a:lnTo>
                  <a:lnTo>
                    <a:pt x="29011" y="39670"/>
                  </a:lnTo>
                  <a:lnTo>
                    <a:pt x="30888" y="40751"/>
                  </a:lnTo>
                  <a:lnTo>
                    <a:pt x="31739" y="41775"/>
                  </a:lnTo>
                  <a:lnTo>
                    <a:pt x="32188" y="43104"/>
                  </a:lnTo>
                  <a:lnTo>
                    <a:pt x="33386" y="43984"/>
                  </a:lnTo>
                  <a:lnTo>
                    <a:pt x="35332" y="44414"/>
                  </a:lnTo>
                  <a:lnTo>
                    <a:pt x="36686" y="45780"/>
                  </a:lnTo>
                  <a:lnTo>
                    <a:pt x="37447" y="48083"/>
                  </a:lnTo>
                  <a:lnTo>
                    <a:pt x="38689" y="47529"/>
                  </a:lnTo>
                  <a:lnTo>
                    <a:pt x="40411" y="44118"/>
                  </a:lnTo>
                  <a:lnTo>
                    <a:pt x="42103" y="43228"/>
                  </a:lnTo>
                  <a:lnTo>
                    <a:pt x="43765" y="44861"/>
                  </a:lnTo>
                  <a:lnTo>
                    <a:pt x="44672" y="46204"/>
                  </a:lnTo>
                  <a:lnTo>
                    <a:pt x="44827" y="47256"/>
                  </a:lnTo>
                  <a:lnTo>
                    <a:pt x="44440" y="47682"/>
                  </a:lnTo>
                  <a:lnTo>
                    <a:pt x="43512" y="47480"/>
                  </a:lnTo>
                  <a:lnTo>
                    <a:pt x="42751" y="48131"/>
                  </a:lnTo>
                  <a:lnTo>
                    <a:pt x="42157" y="49630"/>
                  </a:lnTo>
                  <a:lnTo>
                    <a:pt x="42067" y="51230"/>
                  </a:lnTo>
                  <a:lnTo>
                    <a:pt x="42483" y="52928"/>
                  </a:lnTo>
                  <a:lnTo>
                    <a:pt x="43072" y="54100"/>
                  </a:lnTo>
                  <a:lnTo>
                    <a:pt x="43832" y="54746"/>
                  </a:lnTo>
                  <a:lnTo>
                    <a:pt x="44239" y="55632"/>
                  </a:lnTo>
                  <a:lnTo>
                    <a:pt x="44292" y="56760"/>
                  </a:lnTo>
                  <a:lnTo>
                    <a:pt x="44490" y="57070"/>
                  </a:lnTo>
                  <a:lnTo>
                    <a:pt x="44057" y="57590"/>
                  </a:lnTo>
                  <a:lnTo>
                    <a:pt x="43586" y="58362"/>
                  </a:lnTo>
                  <a:lnTo>
                    <a:pt x="43320" y="59707"/>
                  </a:lnTo>
                  <a:lnTo>
                    <a:pt x="43251" y="61872"/>
                  </a:lnTo>
                  <a:lnTo>
                    <a:pt x="41774" y="63565"/>
                  </a:lnTo>
                  <a:lnTo>
                    <a:pt x="41218" y="63878"/>
                  </a:lnTo>
                  <a:lnTo>
                    <a:pt x="40968" y="64997"/>
                  </a:lnTo>
                  <a:lnTo>
                    <a:pt x="40581" y="68171"/>
                  </a:lnTo>
                  <a:lnTo>
                    <a:pt x="40629" y="70559"/>
                  </a:lnTo>
                  <a:lnTo>
                    <a:pt x="40828" y="71776"/>
                  </a:lnTo>
                  <a:lnTo>
                    <a:pt x="40919" y="72766"/>
                  </a:lnTo>
                  <a:lnTo>
                    <a:pt x="41397" y="73982"/>
                  </a:lnTo>
                  <a:lnTo>
                    <a:pt x="41832" y="75850"/>
                  </a:lnTo>
                  <a:lnTo>
                    <a:pt x="42120" y="78315"/>
                  </a:lnTo>
                  <a:lnTo>
                    <a:pt x="42758" y="80216"/>
                  </a:lnTo>
                  <a:lnTo>
                    <a:pt x="44397" y="82090"/>
                  </a:lnTo>
                  <a:lnTo>
                    <a:pt x="45209" y="83181"/>
                  </a:lnTo>
                  <a:lnTo>
                    <a:pt x="45809" y="84760"/>
                  </a:lnTo>
                  <a:lnTo>
                    <a:pt x="46268" y="86190"/>
                  </a:lnTo>
                  <a:lnTo>
                    <a:pt x="47617" y="88091"/>
                  </a:lnTo>
                  <a:lnTo>
                    <a:pt x="47515" y="89449"/>
                  </a:lnTo>
                  <a:lnTo>
                    <a:pt x="47220" y="90778"/>
                  </a:lnTo>
                  <a:lnTo>
                    <a:pt x="46908" y="91401"/>
                  </a:lnTo>
                  <a:lnTo>
                    <a:pt x="46236" y="93106"/>
                  </a:lnTo>
                  <a:lnTo>
                    <a:pt x="45581" y="94067"/>
                  </a:lnTo>
                  <a:lnTo>
                    <a:pt x="44502" y="97076"/>
                  </a:lnTo>
                  <a:lnTo>
                    <a:pt x="42798" y="97237"/>
                  </a:lnTo>
                  <a:lnTo>
                    <a:pt x="42392" y="97478"/>
                  </a:lnTo>
                  <a:lnTo>
                    <a:pt x="41748" y="98301"/>
                  </a:lnTo>
                  <a:lnTo>
                    <a:pt x="41431" y="99802"/>
                  </a:lnTo>
                  <a:lnTo>
                    <a:pt x="41734" y="101010"/>
                  </a:lnTo>
                  <a:lnTo>
                    <a:pt x="41707" y="102231"/>
                  </a:lnTo>
                  <a:lnTo>
                    <a:pt x="41396" y="104606"/>
                  </a:lnTo>
                  <a:lnTo>
                    <a:pt x="41808" y="107141"/>
                  </a:lnTo>
                  <a:lnTo>
                    <a:pt x="42409" y="108305"/>
                  </a:lnTo>
                  <a:lnTo>
                    <a:pt x="42503" y="108976"/>
                  </a:lnTo>
                  <a:lnTo>
                    <a:pt x="42401" y="110165"/>
                  </a:lnTo>
                  <a:lnTo>
                    <a:pt x="41505" y="112583"/>
                  </a:lnTo>
                  <a:lnTo>
                    <a:pt x="41233" y="113478"/>
                  </a:lnTo>
                  <a:lnTo>
                    <a:pt x="40335" y="113918"/>
                  </a:lnTo>
                  <a:lnTo>
                    <a:pt x="40028" y="113688"/>
                  </a:lnTo>
                  <a:lnTo>
                    <a:pt x="39564" y="112857"/>
                  </a:lnTo>
                  <a:lnTo>
                    <a:pt x="39135" y="112612"/>
                  </a:lnTo>
                  <a:lnTo>
                    <a:pt x="38064" y="113592"/>
                  </a:lnTo>
                  <a:lnTo>
                    <a:pt x="36975" y="114193"/>
                  </a:lnTo>
                  <a:lnTo>
                    <a:pt x="36117" y="113737"/>
                  </a:lnTo>
                  <a:lnTo>
                    <a:pt x="35272" y="113678"/>
                  </a:lnTo>
                  <a:lnTo>
                    <a:pt x="34684" y="114082"/>
                  </a:lnTo>
                  <a:lnTo>
                    <a:pt x="34243" y="114238"/>
                  </a:lnTo>
                  <a:lnTo>
                    <a:pt x="33375" y="115284"/>
                  </a:lnTo>
                  <a:lnTo>
                    <a:pt x="31983" y="116040"/>
                  </a:lnTo>
                  <a:lnTo>
                    <a:pt x="31341" y="115881"/>
                  </a:lnTo>
                  <a:lnTo>
                    <a:pt x="31101" y="114897"/>
                  </a:lnTo>
                  <a:lnTo>
                    <a:pt x="30840" y="113491"/>
                  </a:lnTo>
                  <a:lnTo>
                    <a:pt x="30967" y="112853"/>
                  </a:lnTo>
                  <a:lnTo>
                    <a:pt x="31886" y="111746"/>
                  </a:lnTo>
                  <a:lnTo>
                    <a:pt x="31992" y="110689"/>
                  </a:lnTo>
                  <a:lnTo>
                    <a:pt x="33276" y="105600"/>
                  </a:lnTo>
                  <a:lnTo>
                    <a:pt x="33523" y="103944"/>
                  </a:lnTo>
                  <a:lnTo>
                    <a:pt x="33532" y="103402"/>
                  </a:lnTo>
                  <a:lnTo>
                    <a:pt x="33198" y="103043"/>
                  </a:lnTo>
                  <a:lnTo>
                    <a:pt x="32492" y="103058"/>
                  </a:lnTo>
                  <a:lnTo>
                    <a:pt x="29363" y="100991"/>
                  </a:lnTo>
                  <a:lnTo>
                    <a:pt x="29506" y="98624"/>
                  </a:lnTo>
                  <a:lnTo>
                    <a:pt x="28586" y="97348"/>
                  </a:lnTo>
                  <a:lnTo>
                    <a:pt x="27596" y="96210"/>
                  </a:lnTo>
                  <a:lnTo>
                    <a:pt x="27430" y="94940"/>
                  </a:lnTo>
                  <a:lnTo>
                    <a:pt x="26330" y="92375"/>
                  </a:lnTo>
                  <a:lnTo>
                    <a:pt x="25524" y="90936"/>
                  </a:lnTo>
                  <a:lnTo>
                    <a:pt x="24496" y="90218"/>
                  </a:lnTo>
                  <a:lnTo>
                    <a:pt x="23610" y="89165"/>
                  </a:lnTo>
                  <a:lnTo>
                    <a:pt x="23077" y="88521"/>
                  </a:lnTo>
                  <a:lnTo>
                    <a:pt x="22840" y="87324"/>
                  </a:lnTo>
                  <a:lnTo>
                    <a:pt x="22840" y="86615"/>
                  </a:lnTo>
                  <a:lnTo>
                    <a:pt x="22573" y="85931"/>
                  </a:lnTo>
                  <a:lnTo>
                    <a:pt x="22145" y="86005"/>
                  </a:lnTo>
                  <a:lnTo>
                    <a:pt x="21422" y="86957"/>
                  </a:lnTo>
                  <a:lnTo>
                    <a:pt x="20531" y="87777"/>
                  </a:lnTo>
                  <a:lnTo>
                    <a:pt x="20376" y="88374"/>
                  </a:lnTo>
                  <a:lnTo>
                    <a:pt x="20697" y="89794"/>
                  </a:lnTo>
                  <a:lnTo>
                    <a:pt x="20928" y="90695"/>
                  </a:lnTo>
                  <a:lnTo>
                    <a:pt x="20823" y="91550"/>
                  </a:lnTo>
                  <a:lnTo>
                    <a:pt x="20541" y="92636"/>
                  </a:lnTo>
                  <a:lnTo>
                    <a:pt x="18827" y="95034"/>
                  </a:lnTo>
                  <a:lnTo>
                    <a:pt x="18635" y="95875"/>
                  </a:lnTo>
                  <a:lnTo>
                    <a:pt x="18962" y="97220"/>
                  </a:lnTo>
                  <a:lnTo>
                    <a:pt x="18755" y="97845"/>
                  </a:lnTo>
                  <a:lnTo>
                    <a:pt x="17322" y="98731"/>
                  </a:lnTo>
                  <a:lnTo>
                    <a:pt x="17360" y="97996"/>
                  </a:lnTo>
                  <a:lnTo>
                    <a:pt x="17272" y="96812"/>
                  </a:lnTo>
                  <a:lnTo>
                    <a:pt x="16449" y="95553"/>
                  </a:lnTo>
                  <a:lnTo>
                    <a:pt x="15292" y="94577"/>
                  </a:lnTo>
                  <a:lnTo>
                    <a:pt x="12716" y="91234"/>
                  </a:lnTo>
                  <a:lnTo>
                    <a:pt x="11726" y="90794"/>
                  </a:lnTo>
                  <a:lnTo>
                    <a:pt x="10841" y="90402"/>
                  </a:lnTo>
                  <a:lnTo>
                    <a:pt x="9573" y="88801"/>
                  </a:lnTo>
                  <a:lnTo>
                    <a:pt x="8923" y="88521"/>
                  </a:lnTo>
                  <a:lnTo>
                    <a:pt x="8199" y="87374"/>
                  </a:lnTo>
                  <a:lnTo>
                    <a:pt x="6623" y="83516"/>
                  </a:lnTo>
                  <a:lnTo>
                    <a:pt x="5284" y="81414"/>
                  </a:lnTo>
                  <a:lnTo>
                    <a:pt x="4369" y="80350"/>
                  </a:lnTo>
                  <a:lnTo>
                    <a:pt x="4113" y="79314"/>
                  </a:lnTo>
                  <a:lnTo>
                    <a:pt x="4057" y="78250"/>
                  </a:lnTo>
                  <a:lnTo>
                    <a:pt x="4088" y="77888"/>
                  </a:lnTo>
                  <a:lnTo>
                    <a:pt x="4780" y="76378"/>
                  </a:lnTo>
                  <a:lnTo>
                    <a:pt x="5313" y="76159"/>
                  </a:lnTo>
                  <a:lnTo>
                    <a:pt x="5999" y="76110"/>
                  </a:lnTo>
                  <a:lnTo>
                    <a:pt x="6450" y="76875"/>
                  </a:lnTo>
                  <a:lnTo>
                    <a:pt x="7045" y="77038"/>
                  </a:lnTo>
                  <a:lnTo>
                    <a:pt x="7375" y="76059"/>
                  </a:lnTo>
                  <a:lnTo>
                    <a:pt x="7549" y="74650"/>
                  </a:lnTo>
                  <a:lnTo>
                    <a:pt x="7470" y="72856"/>
                  </a:lnTo>
                  <a:lnTo>
                    <a:pt x="6041" y="68684"/>
                  </a:lnTo>
                  <a:lnTo>
                    <a:pt x="4812" y="65772"/>
                  </a:lnTo>
                  <a:lnTo>
                    <a:pt x="4671" y="65130"/>
                  </a:lnTo>
                  <a:lnTo>
                    <a:pt x="4937" y="64586"/>
                  </a:lnTo>
                  <a:lnTo>
                    <a:pt x="5365" y="64293"/>
                  </a:lnTo>
                  <a:lnTo>
                    <a:pt x="5824" y="64537"/>
                  </a:lnTo>
                  <a:lnTo>
                    <a:pt x="7023" y="64746"/>
                  </a:lnTo>
                  <a:lnTo>
                    <a:pt x="8175" y="64478"/>
                  </a:lnTo>
                  <a:lnTo>
                    <a:pt x="8569" y="63769"/>
                  </a:lnTo>
                  <a:lnTo>
                    <a:pt x="8570" y="62813"/>
                  </a:lnTo>
                  <a:lnTo>
                    <a:pt x="8148" y="61926"/>
                  </a:lnTo>
                  <a:lnTo>
                    <a:pt x="6802" y="59532"/>
                  </a:lnTo>
                  <a:lnTo>
                    <a:pt x="5751" y="57424"/>
                  </a:lnTo>
                  <a:lnTo>
                    <a:pt x="4516" y="55806"/>
                  </a:lnTo>
                  <a:lnTo>
                    <a:pt x="3599" y="55157"/>
                  </a:lnTo>
                  <a:lnTo>
                    <a:pt x="3328" y="54338"/>
                  </a:lnTo>
                  <a:lnTo>
                    <a:pt x="3215" y="53460"/>
                  </a:lnTo>
                  <a:lnTo>
                    <a:pt x="3317" y="51847"/>
                  </a:lnTo>
                  <a:lnTo>
                    <a:pt x="3376" y="49802"/>
                  </a:lnTo>
                  <a:lnTo>
                    <a:pt x="3594" y="48514"/>
                  </a:lnTo>
                  <a:lnTo>
                    <a:pt x="4420" y="46085"/>
                  </a:lnTo>
                  <a:lnTo>
                    <a:pt x="5211" y="43508"/>
                  </a:lnTo>
                  <a:lnTo>
                    <a:pt x="5701" y="41029"/>
                  </a:lnTo>
                  <a:lnTo>
                    <a:pt x="5958" y="38728"/>
                  </a:lnTo>
                  <a:lnTo>
                    <a:pt x="5864" y="38067"/>
                  </a:lnTo>
                  <a:lnTo>
                    <a:pt x="5450" y="37578"/>
                  </a:lnTo>
                  <a:lnTo>
                    <a:pt x="4577" y="37082"/>
                  </a:lnTo>
                  <a:lnTo>
                    <a:pt x="3365" y="37514"/>
                  </a:lnTo>
                  <a:lnTo>
                    <a:pt x="2336" y="38350"/>
                  </a:lnTo>
                  <a:lnTo>
                    <a:pt x="1934" y="38413"/>
                  </a:lnTo>
                  <a:lnTo>
                    <a:pt x="1800" y="37385"/>
                  </a:lnTo>
                  <a:lnTo>
                    <a:pt x="1962" y="36930"/>
                  </a:lnTo>
                  <a:lnTo>
                    <a:pt x="2284" y="36985"/>
                  </a:lnTo>
                  <a:lnTo>
                    <a:pt x="2548" y="37178"/>
                  </a:lnTo>
                  <a:lnTo>
                    <a:pt x="2833" y="36712"/>
                  </a:lnTo>
                  <a:lnTo>
                    <a:pt x="3002" y="35323"/>
                  </a:lnTo>
                  <a:lnTo>
                    <a:pt x="2575" y="30494"/>
                  </a:lnTo>
                  <a:lnTo>
                    <a:pt x="3344" y="30065"/>
                  </a:lnTo>
                  <a:lnTo>
                    <a:pt x="3356" y="29362"/>
                  </a:lnTo>
                  <a:lnTo>
                    <a:pt x="3427" y="28749"/>
                  </a:lnTo>
                  <a:lnTo>
                    <a:pt x="4222" y="29590"/>
                  </a:lnTo>
                  <a:lnTo>
                    <a:pt x="5339" y="29605"/>
                  </a:lnTo>
                  <a:lnTo>
                    <a:pt x="6318" y="29436"/>
                  </a:lnTo>
                  <a:lnTo>
                    <a:pt x="6466" y="28961"/>
                  </a:lnTo>
                  <a:lnTo>
                    <a:pt x="6455" y="28269"/>
                  </a:lnTo>
                  <a:lnTo>
                    <a:pt x="6251" y="27733"/>
                  </a:lnTo>
                  <a:lnTo>
                    <a:pt x="5905" y="27296"/>
                  </a:lnTo>
                  <a:lnTo>
                    <a:pt x="5652" y="26627"/>
                  </a:lnTo>
                  <a:lnTo>
                    <a:pt x="4992" y="26334"/>
                  </a:lnTo>
                  <a:lnTo>
                    <a:pt x="2923" y="24592"/>
                  </a:lnTo>
                  <a:lnTo>
                    <a:pt x="1906" y="22743"/>
                  </a:lnTo>
                  <a:lnTo>
                    <a:pt x="1939" y="20783"/>
                  </a:lnTo>
                  <a:lnTo>
                    <a:pt x="2235" y="19708"/>
                  </a:lnTo>
                  <a:lnTo>
                    <a:pt x="2591" y="19330"/>
                  </a:lnTo>
                  <a:lnTo>
                    <a:pt x="2485" y="18968"/>
                  </a:lnTo>
                  <a:lnTo>
                    <a:pt x="1319" y="18059"/>
                  </a:lnTo>
                  <a:lnTo>
                    <a:pt x="906" y="16794"/>
                  </a:lnTo>
                  <a:lnTo>
                    <a:pt x="1245" y="15169"/>
                  </a:lnTo>
                  <a:lnTo>
                    <a:pt x="638" y="11881"/>
                  </a:lnTo>
                  <a:lnTo>
                    <a:pt x="0" y="9853"/>
                  </a:lnTo>
                  <a:lnTo>
                    <a:pt x="627" y="8972"/>
                  </a:lnTo>
                  <a:lnTo>
                    <a:pt x="713" y="7729"/>
                  </a:lnTo>
                  <a:lnTo>
                    <a:pt x="763" y="7016"/>
                  </a:lnTo>
                  <a:lnTo>
                    <a:pt x="1021" y="7026"/>
                  </a:lnTo>
                  <a:lnTo>
                    <a:pt x="2033" y="6189"/>
                  </a:lnTo>
                  <a:lnTo>
                    <a:pt x="2400" y="5511"/>
                  </a:lnTo>
                  <a:lnTo>
                    <a:pt x="2614" y="4718"/>
                  </a:lnTo>
                  <a:lnTo>
                    <a:pt x="2856" y="4521"/>
                  </a:lnTo>
                  <a:lnTo>
                    <a:pt x="3535" y="5383"/>
                  </a:lnTo>
                  <a:lnTo>
                    <a:pt x="4250" y="5459"/>
                  </a:lnTo>
                  <a:lnTo>
                    <a:pt x="5052" y="4914"/>
                  </a:lnTo>
                  <a:lnTo>
                    <a:pt x="5652" y="4156"/>
                  </a:lnTo>
                  <a:lnTo>
                    <a:pt x="6373" y="3527"/>
                  </a:lnTo>
                  <a:lnTo>
                    <a:pt x="6700" y="3094"/>
                  </a:lnTo>
                  <a:lnTo>
                    <a:pt x="7117" y="2418"/>
                  </a:lnTo>
                  <a:lnTo>
                    <a:pt x="7960" y="414"/>
                  </a:lnTo>
                  <a:lnTo>
                    <a:pt x="8912" y="0"/>
                  </a:lnTo>
                  <a:lnTo>
                    <a:pt x="10189" y="510"/>
                  </a:lnTo>
                  <a:lnTo>
                    <a:pt x="11569" y="688"/>
                  </a:lnTo>
                  <a:lnTo>
                    <a:pt x="12601" y="227"/>
                  </a:lnTo>
                  <a:lnTo>
                    <a:pt x="15217" y="806"/>
                  </a:lnTo>
                  <a:lnTo>
                    <a:pt x="15778" y="12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7"/>
            <p:cNvSpPr/>
            <p:nvPr/>
          </p:nvSpPr>
          <p:spPr>
            <a:xfrm>
              <a:off x="3273342" y="3622120"/>
              <a:ext cx="3243" cy="10549"/>
            </a:xfrm>
            <a:custGeom>
              <a:avLst/>
              <a:pathLst>
                <a:path w="3243" h="10549">
                  <a:moveTo>
                    <a:pt x="2207" y="8384"/>
                  </a:moveTo>
                  <a:lnTo>
                    <a:pt x="1020" y="10549"/>
                  </a:lnTo>
                  <a:lnTo>
                    <a:pt x="593" y="9990"/>
                  </a:lnTo>
                  <a:lnTo>
                    <a:pt x="331" y="8480"/>
                  </a:lnTo>
                  <a:lnTo>
                    <a:pt x="0" y="5231"/>
                  </a:lnTo>
                  <a:lnTo>
                    <a:pt x="107" y="3671"/>
                  </a:lnTo>
                  <a:lnTo>
                    <a:pt x="646" y="1894"/>
                  </a:lnTo>
                  <a:lnTo>
                    <a:pt x="1814" y="122"/>
                  </a:lnTo>
                  <a:lnTo>
                    <a:pt x="2517" y="0"/>
                  </a:lnTo>
                  <a:lnTo>
                    <a:pt x="3241" y="2327"/>
                  </a:lnTo>
                  <a:lnTo>
                    <a:pt x="3243" y="475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8"/>
            <p:cNvSpPr/>
            <p:nvPr/>
          </p:nvSpPr>
          <p:spPr>
            <a:xfrm>
              <a:off x="3283267" y="3583863"/>
              <a:ext cx="1400" cy="4656"/>
            </a:xfrm>
            <a:custGeom>
              <a:avLst/>
              <a:pathLst>
                <a:path w="1400" h="4656">
                  <a:moveTo>
                    <a:pt x="1072" y="3882"/>
                  </a:moveTo>
                  <a:lnTo>
                    <a:pt x="643" y="4656"/>
                  </a:lnTo>
                  <a:lnTo>
                    <a:pt x="134" y="4005"/>
                  </a:lnTo>
                  <a:lnTo>
                    <a:pt x="0" y="2829"/>
                  </a:lnTo>
                  <a:lnTo>
                    <a:pt x="655" y="559"/>
                  </a:lnTo>
                  <a:lnTo>
                    <a:pt x="964" y="0"/>
                  </a:lnTo>
                  <a:lnTo>
                    <a:pt x="1223" y="474"/>
                  </a:lnTo>
                  <a:lnTo>
                    <a:pt x="1377" y="1098"/>
                  </a:lnTo>
                  <a:lnTo>
                    <a:pt x="1400" y="20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89"/>
            <p:cNvSpPr/>
            <p:nvPr/>
          </p:nvSpPr>
          <p:spPr>
            <a:xfrm>
              <a:off x="2530811" y="3456969"/>
              <a:ext cx="46768" cy="122664"/>
            </a:xfrm>
            <a:custGeom>
              <a:avLst/>
              <a:pathLst>
                <a:path w="46768" h="122664">
                  <a:moveTo>
                    <a:pt x="44864" y="18748"/>
                  </a:moveTo>
                  <a:lnTo>
                    <a:pt x="43895" y="20838"/>
                  </a:lnTo>
                  <a:lnTo>
                    <a:pt x="42842" y="23818"/>
                  </a:lnTo>
                  <a:lnTo>
                    <a:pt x="41455" y="28957"/>
                  </a:lnTo>
                  <a:lnTo>
                    <a:pt x="41516" y="30573"/>
                  </a:lnTo>
                  <a:lnTo>
                    <a:pt x="41212" y="31876"/>
                  </a:lnTo>
                  <a:lnTo>
                    <a:pt x="41139" y="34186"/>
                  </a:lnTo>
                  <a:lnTo>
                    <a:pt x="41237" y="36763"/>
                  </a:lnTo>
                  <a:lnTo>
                    <a:pt x="41593" y="38457"/>
                  </a:lnTo>
                  <a:lnTo>
                    <a:pt x="41756" y="41677"/>
                  </a:lnTo>
                  <a:lnTo>
                    <a:pt x="41485" y="44573"/>
                  </a:lnTo>
                  <a:lnTo>
                    <a:pt x="41588" y="46256"/>
                  </a:lnTo>
                  <a:lnTo>
                    <a:pt x="41871" y="48927"/>
                  </a:lnTo>
                  <a:lnTo>
                    <a:pt x="42099" y="51771"/>
                  </a:lnTo>
                  <a:lnTo>
                    <a:pt x="42074" y="52921"/>
                  </a:lnTo>
                  <a:lnTo>
                    <a:pt x="42411" y="53853"/>
                  </a:lnTo>
                  <a:lnTo>
                    <a:pt x="42721" y="54766"/>
                  </a:lnTo>
                  <a:lnTo>
                    <a:pt x="42623" y="57306"/>
                  </a:lnTo>
                  <a:lnTo>
                    <a:pt x="43718" y="61827"/>
                  </a:lnTo>
                  <a:lnTo>
                    <a:pt x="44386" y="63797"/>
                  </a:lnTo>
                  <a:lnTo>
                    <a:pt x="45361" y="65717"/>
                  </a:lnTo>
                  <a:lnTo>
                    <a:pt x="45715" y="67593"/>
                  </a:lnTo>
                  <a:lnTo>
                    <a:pt x="46265" y="69855"/>
                  </a:lnTo>
                  <a:lnTo>
                    <a:pt x="46591" y="70121"/>
                  </a:lnTo>
                  <a:lnTo>
                    <a:pt x="46768" y="71033"/>
                  </a:lnTo>
                  <a:lnTo>
                    <a:pt x="46590" y="72777"/>
                  </a:lnTo>
                  <a:lnTo>
                    <a:pt x="46549" y="75200"/>
                  </a:lnTo>
                  <a:lnTo>
                    <a:pt x="45932" y="78013"/>
                  </a:lnTo>
                  <a:lnTo>
                    <a:pt x="44495" y="83171"/>
                  </a:lnTo>
                  <a:lnTo>
                    <a:pt x="44321" y="84370"/>
                  </a:lnTo>
                  <a:lnTo>
                    <a:pt x="44694" y="88642"/>
                  </a:lnTo>
                  <a:lnTo>
                    <a:pt x="44494" y="92151"/>
                  </a:lnTo>
                  <a:lnTo>
                    <a:pt x="44409" y="93835"/>
                  </a:lnTo>
                  <a:lnTo>
                    <a:pt x="43704" y="96913"/>
                  </a:lnTo>
                  <a:lnTo>
                    <a:pt x="42033" y="104365"/>
                  </a:lnTo>
                  <a:lnTo>
                    <a:pt x="41071" y="105707"/>
                  </a:lnTo>
                  <a:lnTo>
                    <a:pt x="40491" y="107858"/>
                  </a:lnTo>
                  <a:lnTo>
                    <a:pt x="40118" y="107879"/>
                  </a:lnTo>
                  <a:lnTo>
                    <a:pt x="39699" y="108080"/>
                  </a:lnTo>
                  <a:lnTo>
                    <a:pt x="39567" y="108347"/>
                  </a:lnTo>
                  <a:lnTo>
                    <a:pt x="39042" y="108324"/>
                  </a:lnTo>
                  <a:lnTo>
                    <a:pt x="38633" y="107370"/>
                  </a:lnTo>
                  <a:lnTo>
                    <a:pt x="38569" y="106243"/>
                  </a:lnTo>
                  <a:lnTo>
                    <a:pt x="38348" y="104952"/>
                  </a:lnTo>
                  <a:lnTo>
                    <a:pt x="37834" y="104565"/>
                  </a:lnTo>
                  <a:lnTo>
                    <a:pt x="36858" y="105014"/>
                  </a:lnTo>
                  <a:lnTo>
                    <a:pt x="36577" y="104694"/>
                  </a:lnTo>
                  <a:lnTo>
                    <a:pt x="35996" y="103306"/>
                  </a:lnTo>
                  <a:lnTo>
                    <a:pt x="35514" y="101799"/>
                  </a:lnTo>
                  <a:lnTo>
                    <a:pt x="35396" y="100342"/>
                  </a:lnTo>
                  <a:lnTo>
                    <a:pt x="35084" y="100481"/>
                  </a:lnTo>
                  <a:lnTo>
                    <a:pt x="34342" y="101799"/>
                  </a:lnTo>
                  <a:lnTo>
                    <a:pt x="33838" y="102069"/>
                  </a:lnTo>
                  <a:lnTo>
                    <a:pt x="33438" y="101727"/>
                  </a:lnTo>
                  <a:lnTo>
                    <a:pt x="32991" y="101824"/>
                  </a:lnTo>
                  <a:lnTo>
                    <a:pt x="31859" y="103238"/>
                  </a:lnTo>
                  <a:lnTo>
                    <a:pt x="31192" y="103560"/>
                  </a:lnTo>
                  <a:lnTo>
                    <a:pt x="30716" y="104982"/>
                  </a:lnTo>
                  <a:lnTo>
                    <a:pt x="27568" y="105629"/>
                  </a:lnTo>
                  <a:lnTo>
                    <a:pt x="26743" y="106001"/>
                  </a:lnTo>
                  <a:lnTo>
                    <a:pt x="24865" y="103538"/>
                  </a:lnTo>
                  <a:lnTo>
                    <a:pt x="24380" y="102737"/>
                  </a:lnTo>
                  <a:lnTo>
                    <a:pt x="24132" y="102623"/>
                  </a:lnTo>
                  <a:lnTo>
                    <a:pt x="23924" y="102756"/>
                  </a:lnTo>
                  <a:lnTo>
                    <a:pt x="23717" y="103301"/>
                  </a:lnTo>
                  <a:lnTo>
                    <a:pt x="23408" y="106396"/>
                  </a:lnTo>
                  <a:lnTo>
                    <a:pt x="23123" y="107235"/>
                  </a:lnTo>
                  <a:lnTo>
                    <a:pt x="22632" y="107917"/>
                  </a:lnTo>
                  <a:lnTo>
                    <a:pt x="22154" y="109152"/>
                  </a:lnTo>
                  <a:lnTo>
                    <a:pt x="22058" y="110348"/>
                  </a:lnTo>
                  <a:lnTo>
                    <a:pt x="22795" y="111006"/>
                  </a:lnTo>
                  <a:lnTo>
                    <a:pt x="23412" y="113329"/>
                  </a:lnTo>
                  <a:lnTo>
                    <a:pt x="24080" y="115192"/>
                  </a:lnTo>
                  <a:lnTo>
                    <a:pt x="24617" y="116834"/>
                  </a:lnTo>
                  <a:lnTo>
                    <a:pt x="24545" y="118692"/>
                  </a:lnTo>
                  <a:lnTo>
                    <a:pt x="24452" y="121327"/>
                  </a:lnTo>
                  <a:lnTo>
                    <a:pt x="24065" y="122226"/>
                  </a:lnTo>
                  <a:lnTo>
                    <a:pt x="23413" y="122664"/>
                  </a:lnTo>
                  <a:lnTo>
                    <a:pt x="21029" y="121390"/>
                  </a:lnTo>
                  <a:lnTo>
                    <a:pt x="19202" y="120252"/>
                  </a:lnTo>
                  <a:lnTo>
                    <a:pt x="18431" y="120002"/>
                  </a:lnTo>
                  <a:lnTo>
                    <a:pt x="18086" y="119712"/>
                  </a:lnTo>
                  <a:lnTo>
                    <a:pt x="17631" y="118747"/>
                  </a:lnTo>
                  <a:lnTo>
                    <a:pt x="17167" y="117852"/>
                  </a:lnTo>
                  <a:lnTo>
                    <a:pt x="16425" y="117529"/>
                  </a:lnTo>
                  <a:lnTo>
                    <a:pt x="15537" y="116925"/>
                  </a:lnTo>
                  <a:lnTo>
                    <a:pt x="14884" y="114607"/>
                  </a:lnTo>
                  <a:lnTo>
                    <a:pt x="14208" y="111305"/>
                  </a:lnTo>
                  <a:lnTo>
                    <a:pt x="13970" y="109813"/>
                  </a:lnTo>
                  <a:lnTo>
                    <a:pt x="13442" y="108370"/>
                  </a:lnTo>
                  <a:lnTo>
                    <a:pt x="12923" y="106320"/>
                  </a:lnTo>
                  <a:lnTo>
                    <a:pt x="12765" y="104503"/>
                  </a:lnTo>
                  <a:lnTo>
                    <a:pt x="12373" y="102837"/>
                  </a:lnTo>
                  <a:lnTo>
                    <a:pt x="12168" y="102277"/>
                  </a:lnTo>
                  <a:lnTo>
                    <a:pt x="11864" y="100007"/>
                  </a:lnTo>
                  <a:lnTo>
                    <a:pt x="11801" y="99165"/>
                  </a:lnTo>
                  <a:lnTo>
                    <a:pt x="11652" y="99058"/>
                  </a:lnTo>
                  <a:lnTo>
                    <a:pt x="11439" y="98332"/>
                  </a:lnTo>
                  <a:lnTo>
                    <a:pt x="11020" y="95904"/>
                  </a:lnTo>
                  <a:lnTo>
                    <a:pt x="10925" y="95301"/>
                  </a:lnTo>
                  <a:lnTo>
                    <a:pt x="10741" y="95086"/>
                  </a:lnTo>
                  <a:lnTo>
                    <a:pt x="10252" y="93381"/>
                  </a:lnTo>
                  <a:lnTo>
                    <a:pt x="9863" y="92789"/>
                  </a:lnTo>
                  <a:lnTo>
                    <a:pt x="9720" y="91916"/>
                  </a:lnTo>
                  <a:lnTo>
                    <a:pt x="9753" y="89535"/>
                  </a:lnTo>
                  <a:lnTo>
                    <a:pt x="9545" y="88362"/>
                  </a:lnTo>
                  <a:lnTo>
                    <a:pt x="9481" y="86132"/>
                  </a:lnTo>
                  <a:lnTo>
                    <a:pt x="9469" y="85236"/>
                  </a:lnTo>
                  <a:lnTo>
                    <a:pt x="9269" y="84249"/>
                  </a:lnTo>
                  <a:lnTo>
                    <a:pt x="8936" y="83598"/>
                  </a:lnTo>
                  <a:lnTo>
                    <a:pt x="8879" y="81987"/>
                  </a:lnTo>
                  <a:lnTo>
                    <a:pt x="8798" y="78004"/>
                  </a:lnTo>
                  <a:lnTo>
                    <a:pt x="8640" y="77310"/>
                  </a:lnTo>
                  <a:lnTo>
                    <a:pt x="7237" y="77359"/>
                  </a:lnTo>
                  <a:lnTo>
                    <a:pt x="7095" y="77749"/>
                  </a:lnTo>
                  <a:lnTo>
                    <a:pt x="6489" y="77984"/>
                  </a:lnTo>
                  <a:lnTo>
                    <a:pt x="5810" y="78027"/>
                  </a:lnTo>
                  <a:lnTo>
                    <a:pt x="5198" y="77492"/>
                  </a:lnTo>
                  <a:lnTo>
                    <a:pt x="4692" y="76795"/>
                  </a:lnTo>
                  <a:lnTo>
                    <a:pt x="4584" y="75932"/>
                  </a:lnTo>
                  <a:lnTo>
                    <a:pt x="4661" y="73165"/>
                  </a:lnTo>
                  <a:lnTo>
                    <a:pt x="3845" y="71070"/>
                  </a:lnTo>
                  <a:lnTo>
                    <a:pt x="2552" y="68479"/>
                  </a:lnTo>
                  <a:lnTo>
                    <a:pt x="2162" y="65191"/>
                  </a:lnTo>
                  <a:lnTo>
                    <a:pt x="1689" y="63139"/>
                  </a:lnTo>
                  <a:lnTo>
                    <a:pt x="256" y="58847"/>
                  </a:lnTo>
                  <a:lnTo>
                    <a:pt x="2" y="55900"/>
                  </a:lnTo>
                  <a:lnTo>
                    <a:pt x="0" y="53824"/>
                  </a:lnTo>
                  <a:lnTo>
                    <a:pt x="503" y="51917"/>
                  </a:lnTo>
                  <a:lnTo>
                    <a:pt x="1205" y="48564"/>
                  </a:lnTo>
                  <a:lnTo>
                    <a:pt x="1493" y="45515"/>
                  </a:lnTo>
                  <a:lnTo>
                    <a:pt x="1705" y="43929"/>
                  </a:lnTo>
                  <a:lnTo>
                    <a:pt x="2068" y="41852"/>
                  </a:lnTo>
                  <a:lnTo>
                    <a:pt x="2399" y="39161"/>
                  </a:lnTo>
                  <a:lnTo>
                    <a:pt x="2147" y="37501"/>
                  </a:lnTo>
                  <a:lnTo>
                    <a:pt x="1721" y="35877"/>
                  </a:lnTo>
                  <a:lnTo>
                    <a:pt x="1581" y="34662"/>
                  </a:lnTo>
                  <a:lnTo>
                    <a:pt x="1995" y="32883"/>
                  </a:lnTo>
                  <a:lnTo>
                    <a:pt x="2411" y="31629"/>
                  </a:lnTo>
                  <a:lnTo>
                    <a:pt x="2881" y="31452"/>
                  </a:lnTo>
                  <a:lnTo>
                    <a:pt x="3481" y="30700"/>
                  </a:lnTo>
                  <a:lnTo>
                    <a:pt x="3951" y="29619"/>
                  </a:lnTo>
                  <a:lnTo>
                    <a:pt x="4668" y="29335"/>
                  </a:lnTo>
                  <a:lnTo>
                    <a:pt x="5565" y="29222"/>
                  </a:lnTo>
                  <a:lnTo>
                    <a:pt x="7391" y="29220"/>
                  </a:lnTo>
                  <a:lnTo>
                    <a:pt x="8325" y="28759"/>
                  </a:lnTo>
                  <a:lnTo>
                    <a:pt x="8616" y="27891"/>
                  </a:lnTo>
                  <a:lnTo>
                    <a:pt x="8572" y="26227"/>
                  </a:lnTo>
                  <a:lnTo>
                    <a:pt x="9036" y="24715"/>
                  </a:lnTo>
                  <a:lnTo>
                    <a:pt x="9524" y="24080"/>
                  </a:lnTo>
                  <a:lnTo>
                    <a:pt x="9720" y="23581"/>
                  </a:lnTo>
                  <a:lnTo>
                    <a:pt x="9749" y="23026"/>
                  </a:lnTo>
                  <a:lnTo>
                    <a:pt x="9621" y="22513"/>
                  </a:lnTo>
                  <a:lnTo>
                    <a:pt x="9427" y="22179"/>
                  </a:lnTo>
                  <a:lnTo>
                    <a:pt x="8917" y="22063"/>
                  </a:lnTo>
                  <a:lnTo>
                    <a:pt x="8469" y="19446"/>
                  </a:lnTo>
                  <a:lnTo>
                    <a:pt x="8776" y="18305"/>
                  </a:lnTo>
                  <a:lnTo>
                    <a:pt x="9171" y="16201"/>
                  </a:lnTo>
                  <a:lnTo>
                    <a:pt x="9282" y="15016"/>
                  </a:lnTo>
                  <a:lnTo>
                    <a:pt x="9893" y="13149"/>
                  </a:lnTo>
                  <a:lnTo>
                    <a:pt x="10039" y="13727"/>
                  </a:lnTo>
                  <a:lnTo>
                    <a:pt x="10514" y="10332"/>
                  </a:lnTo>
                  <a:lnTo>
                    <a:pt x="10569" y="7571"/>
                  </a:lnTo>
                  <a:lnTo>
                    <a:pt x="10931" y="4847"/>
                  </a:lnTo>
                  <a:lnTo>
                    <a:pt x="11483" y="1618"/>
                  </a:lnTo>
                  <a:lnTo>
                    <a:pt x="12482" y="17"/>
                  </a:lnTo>
                  <a:lnTo>
                    <a:pt x="18280" y="1646"/>
                  </a:lnTo>
                  <a:lnTo>
                    <a:pt x="20931" y="3194"/>
                  </a:lnTo>
                  <a:lnTo>
                    <a:pt x="24338" y="5850"/>
                  </a:lnTo>
                  <a:lnTo>
                    <a:pt x="24821" y="8691"/>
                  </a:lnTo>
                  <a:lnTo>
                    <a:pt x="24845" y="5850"/>
                  </a:lnTo>
                  <a:lnTo>
                    <a:pt x="24679" y="2979"/>
                  </a:lnTo>
                  <a:lnTo>
                    <a:pt x="25620" y="939"/>
                  </a:lnTo>
                  <a:lnTo>
                    <a:pt x="27690" y="223"/>
                  </a:lnTo>
                  <a:lnTo>
                    <a:pt x="30786" y="1206"/>
                  </a:lnTo>
                  <a:lnTo>
                    <a:pt x="33444" y="0"/>
                  </a:lnTo>
                  <a:lnTo>
                    <a:pt x="37065" y="151"/>
                  </a:lnTo>
                  <a:lnTo>
                    <a:pt x="42560" y="2470"/>
                  </a:lnTo>
                  <a:lnTo>
                    <a:pt x="45021" y="4051"/>
                  </a:lnTo>
                  <a:lnTo>
                    <a:pt x="46035" y="5482"/>
                  </a:lnTo>
                  <a:lnTo>
                    <a:pt x="46228" y="8065"/>
                  </a:lnTo>
                  <a:lnTo>
                    <a:pt x="46130" y="11363"/>
                  </a:lnTo>
                  <a:lnTo>
                    <a:pt x="45733" y="145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0"/>
            <p:cNvSpPr/>
            <p:nvPr/>
          </p:nvSpPr>
          <p:spPr>
            <a:xfrm>
              <a:off x="3392963" y="2168505"/>
              <a:ext cx="65319" cy="54201"/>
            </a:xfrm>
            <a:custGeom>
              <a:avLst/>
              <a:pathLst>
                <a:path w="65319" h="54201">
                  <a:moveTo>
                    <a:pt x="65319" y="15513"/>
                  </a:moveTo>
                  <a:lnTo>
                    <a:pt x="65152" y="16733"/>
                  </a:lnTo>
                  <a:lnTo>
                    <a:pt x="64681" y="18156"/>
                  </a:lnTo>
                  <a:lnTo>
                    <a:pt x="64092" y="19625"/>
                  </a:lnTo>
                  <a:lnTo>
                    <a:pt x="63602" y="21400"/>
                  </a:lnTo>
                  <a:lnTo>
                    <a:pt x="62948" y="25194"/>
                  </a:lnTo>
                  <a:lnTo>
                    <a:pt x="62517" y="26944"/>
                  </a:lnTo>
                  <a:lnTo>
                    <a:pt x="60764" y="30411"/>
                  </a:lnTo>
                  <a:lnTo>
                    <a:pt x="60637" y="35233"/>
                  </a:lnTo>
                  <a:lnTo>
                    <a:pt x="60401" y="35587"/>
                  </a:lnTo>
                  <a:lnTo>
                    <a:pt x="56438" y="37220"/>
                  </a:lnTo>
                  <a:lnTo>
                    <a:pt x="55915" y="36969"/>
                  </a:lnTo>
                  <a:lnTo>
                    <a:pt x="55375" y="36030"/>
                  </a:lnTo>
                  <a:lnTo>
                    <a:pt x="55076" y="35347"/>
                  </a:lnTo>
                  <a:lnTo>
                    <a:pt x="54891" y="34844"/>
                  </a:lnTo>
                  <a:lnTo>
                    <a:pt x="54547" y="33509"/>
                  </a:lnTo>
                  <a:lnTo>
                    <a:pt x="54093" y="32563"/>
                  </a:lnTo>
                  <a:lnTo>
                    <a:pt x="53420" y="31789"/>
                  </a:lnTo>
                  <a:lnTo>
                    <a:pt x="52806" y="30892"/>
                  </a:lnTo>
                  <a:lnTo>
                    <a:pt x="52013" y="30856"/>
                  </a:lnTo>
                  <a:lnTo>
                    <a:pt x="49872" y="32123"/>
                  </a:lnTo>
                  <a:lnTo>
                    <a:pt x="48386" y="32261"/>
                  </a:lnTo>
                  <a:lnTo>
                    <a:pt x="47395" y="31854"/>
                  </a:lnTo>
                  <a:lnTo>
                    <a:pt x="46077" y="31087"/>
                  </a:lnTo>
                  <a:lnTo>
                    <a:pt x="43505" y="30967"/>
                  </a:lnTo>
                  <a:lnTo>
                    <a:pt x="41743" y="31641"/>
                  </a:lnTo>
                  <a:lnTo>
                    <a:pt x="41570" y="32580"/>
                  </a:lnTo>
                  <a:lnTo>
                    <a:pt x="39945" y="38477"/>
                  </a:lnTo>
                  <a:lnTo>
                    <a:pt x="37584" y="40650"/>
                  </a:lnTo>
                  <a:lnTo>
                    <a:pt x="35533" y="42877"/>
                  </a:lnTo>
                  <a:lnTo>
                    <a:pt x="34937" y="43329"/>
                  </a:lnTo>
                  <a:lnTo>
                    <a:pt x="33918" y="42629"/>
                  </a:lnTo>
                  <a:lnTo>
                    <a:pt x="32757" y="41306"/>
                  </a:lnTo>
                  <a:lnTo>
                    <a:pt x="31793" y="40618"/>
                  </a:lnTo>
                  <a:lnTo>
                    <a:pt x="31089" y="40921"/>
                  </a:lnTo>
                  <a:lnTo>
                    <a:pt x="30321" y="42420"/>
                  </a:lnTo>
                  <a:lnTo>
                    <a:pt x="29970" y="43939"/>
                  </a:lnTo>
                  <a:lnTo>
                    <a:pt x="27647" y="45052"/>
                  </a:lnTo>
                  <a:lnTo>
                    <a:pt x="23608" y="45708"/>
                  </a:lnTo>
                  <a:lnTo>
                    <a:pt x="22201" y="47202"/>
                  </a:lnTo>
                  <a:lnTo>
                    <a:pt x="21720" y="48999"/>
                  </a:lnTo>
                  <a:lnTo>
                    <a:pt x="21700" y="50382"/>
                  </a:lnTo>
                  <a:lnTo>
                    <a:pt x="22041" y="51557"/>
                  </a:lnTo>
                  <a:lnTo>
                    <a:pt x="21611" y="52928"/>
                  </a:lnTo>
                  <a:lnTo>
                    <a:pt x="21422" y="53499"/>
                  </a:lnTo>
                  <a:lnTo>
                    <a:pt x="18569" y="53799"/>
                  </a:lnTo>
                  <a:lnTo>
                    <a:pt x="14763" y="54201"/>
                  </a:lnTo>
                  <a:lnTo>
                    <a:pt x="12489" y="54098"/>
                  </a:lnTo>
                  <a:lnTo>
                    <a:pt x="10348" y="54002"/>
                  </a:lnTo>
                  <a:lnTo>
                    <a:pt x="8890" y="52827"/>
                  </a:lnTo>
                  <a:lnTo>
                    <a:pt x="7111" y="50532"/>
                  </a:lnTo>
                  <a:lnTo>
                    <a:pt x="5231" y="47479"/>
                  </a:lnTo>
                  <a:lnTo>
                    <a:pt x="5050" y="47406"/>
                  </a:lnTo>
                  <a:lnTo>
                    <a:pt x="4770" y="47082"/>
                  </a:lnTo>
                  <a:lnTo>
                    <a:pt x="3589" y="46854"/>
                  </a:lnTo>
                  <a:lnTo>
                    <a:pt x="3275" y="47034"/>
                  </a:lnTo>
                  <a:lnTo>
                    <a:pt x="2569" y="46041"/>
                  </a:lnTo>
                  <a:lnTo>
                    <a:pt x="2361" y="44750"/>
                  </a:lnTo>
                  <a:lnTo>
                    <a:pt x="1265" y="41357"/>
                  </a:lnTo>
                  <a:lnTo>
                    <a:pt x="31" y="35777"/>
                  </a:lnTo>
                  <a:lnTo>
                    <a:pt x="0" y="34167"/>
                  </a:lnTo>
                  <a:lnTo>
                    <a:pt x="481" y="32332"/>
                  </a:lnTo>
                  <a:lnTo>
                    <a:pt x="928" y="30931"/>
                  </a:lnTo>
                  <a:lnTo>
                    <a:pt x="991" y="29818"/>
                  </a:lnTo>
                  <a:lnTo>
                    <a:pt x="1040" y="29515"/>
                  </a:lnTo>
                  <a:lnTo>
                    <a:pt x="1410" y="27208"/>
                  </a:lnTo>
                  <a:lnTo>
                    <a:pt x="2308" y="24139"/>
                  </a:lnTo>
                  <a:lnTo>
                    <a:pt x="3141" y="22358"/>
                  </a:lnTo>
                  <a:lnTo>
                    <a:pt x="3749" y="21770"/>
                  </a:lnTo>
                  <a:lnTo>
                    <a:pt x="4996" y="22306"/>
                  </a:lnTo>
                  <a:lnTo>
                    <a:pt x="7134" y="22750"/>
                  </a:lnTo>
                  <a:lnTo>
                    <a:pt x="8777" y="22334"/>
                  </a:lnTo>
                  <a:lnTo>
                    <a:pt x="10308" y="20967"/>
                  </a:lnTo>
                  <a:lnTo>
                    <a:pt x="11141" y="19771"/>
                  </a:lnTo>
                  <a:lnTo>
                    <a:pt x="11853" y="18514"/>
                  </a:lnTo>
                  <a:lnTo>
                    <a:pt x="12090" y="17699"/>
                  </a:lnTo>
                  <a:lnTo>
                    <a:pt x="12406" y="17308"/>
                  </a:lnTo>
                  <a:lnTo>
                    <a:pt x="13673" y="16582"/>
                  </a:lnTo>
                  <a:lnTo>
                    <a:pt x="14077" y="15736"/>
                  </a:lnTo>
                  <a:lnTo>
                    <a:pt x="14243" y="14135"/>
                  </a:lnTo>
                  <a:lnTo>
                    <a:pt x="14353" y="12349"/>
                  </a:lnTo>
                  <a:lnTo>
                    <a:pt x="14614" y="11026"/>
                  </a:lnTo>
                  <a:lnTo>
                    <a:pt x="14940" y="10056"/>
                  </a:lnTo>
                  <a:lnTo>
                    <a:pt x="17286" y="7726"/>
                  </a:lnTo>
                  <a:lnTo>
                    <a:pt x="17496" y="6908"/>
                  </a:lnTo>
                  <a:lnTo>
                    <a:pt x="17873" y="6110"/>
                  </a:lnTo>
                  <a:lnTo>
                    <a:pt x="18566" y="5218"/>
                  </a:lnTo>
                  <a:lnTo>
                    <a:pt x="19240" y="3930"/>
                  </a:lnTo>
                  <a:lnTo>
                    <a:pt x="19952" y="3139"/>
                  </a:lnTo>
                  <a:lnTo>
                    <a:pt x="20869" y="3227"/>
                  </a:lnTo>
                  <a:lnTo>
                    <a:pt x="21715" y="3064"/>
                  </a:lnTo>
                  <a:lnTo>
                    <a:pt x="22375" y="2614"/>
                  </a:lnTo>
                  <a:lnTo>
                    <a:pt x="22665" y="2568"/>
                  </a:lnTo>
                  <a:lnTo>
                    <a:pt x="23884" y="2937"/>
                  </a:lnTo>
                  <a:lnTo>
                    <a:pt x="24103" y="4415"/>
                  </a:lnTo>
                  <a:lnTo>
                    <a:pt x="24232" y="5953"/>
                  </a:lnTo>
                  <a:lnTo>
                    <a:pt x="26315" y="5842"/>
                  </a:lnTo>
                  <a:lnTo>
                    <a:pt x="27475" y="2549"/>
                  </a:lnTo>
                  <a:lnTo>
                    <a:pt x="28075" y="2152"/>
                  </a:lnTo>
                  <a:lnTo>
                    <a:pt x="29040" y="1007"/>
                  </a:lnTo>
                  <a:lnTo>
                    <a:pt x="29678" y="0"/>
                  </a:lnTo>
                  <a:lnTo>
                    <a:pt x="30116" y="630"/>
                  </a:lnTo>
                  <a:lnTo>
                    <a:pt x="30750" y="2745"/>
                  </a:lnTo>
                  <a:lnTo>
                    <a:pt x="31421" y="4449"/>
                  </a:lnTo>
                  <a:lnTo>
                    <a:pt x="31807" y="5122"/>
                  </a:lnTo>
                  <a:lnTo>
                    <a:pt x="31849" y="5645"/>
                  </a:lnTo>
                  <a:lnTo>
                    <a:pt x="32239" y="5958"/>
                  </a:lnTo>
                  <a:lnTo>
                    <a:pt x="32998" y="6149"/>
                  </a:lnTo>
                  <a:lnTo>
                    <a:pt x="33502" y="6664"/>
                  </a:lnTo>
                  <a:lnTo>
                    <a:pt x="33653" y="8248"/>
                  </a:lnTo>
                  <a:lnTo>
                    <a:pt x="33664" y="9684"/>
                  </a:lnTo>
                  <a:lnTo>
                    <a:pt x="33427" y="10711"/>
                  </a:lnTo>
                  <a:lnTo>
                    <a:pt x="33303" y="11621"/>
                  </a:lnTo>
                  <a:lnTo>
                    <a:pt x="33828" y="11978"/>
                  </a:lnTo>
                  <a:lnTo>
                    <a:pt x="34596" y="11633"/>
                  </a:lnTo>
                  <a:lnTo>
                    <a:pt x="35138" y="11119"/>
                  </a:lnTo>
                  <a:lnTo>
                    <a:pt x="36767" y="12304"/>
                  </a:lnTo>
                  <a:lnTo>
                    <a:pt x="37342" y="9661"/>
                  </a:lnTo>
                  <a:lnTo>
                    <a:pt x="37987" y="8312"/>
                  </a:lnTo>
                  <a:lnTo>
                    <a:pt x="38826" y="7684"/>
                  </a:lnTo>
                  <a:lnTo>
                    <a:pt x="39585" y="6860"/>
                  </a:lnTo>
                  <a:lnTo>
                    <a:pt x="40281" y="6277"/>
                  </a:lnTo>
                  <a:lnTo>
                    <a:pt x="40761" y="6312"/>
                  </a:lnTo>
                  <a:lnTo>
                    <a:pt x="40968" y="6068"/>
                  </a:lnTo>
                  <a:lnTo>
                    <a:pt x="41565" y="6132"/>
                  </a:lnTo>
                  <a:lnTo>
                    <a:pt x="42256" y="6397"/>
                  </a:lnTo>
                  <a:lnTo>
                    <a:pt x="43194" y="6087"/>
                  </a:lnTo>
                  <a:lnTo>
                    <a:pt x="44493" y="6730"/>
                  </a:lnTo>
                  <a:lnTo>
                    <a:pt x="45305" y="7950"/>
                  </a:lnTo>
                  <a:lnTo>
                    <a:pt x="46098" y="8362"/>
                  </a:lnTo>
                  <a:lnTo>
                    <a:pt x="47005" y="8291"/>
                  </a:lnTo>
                  <a:lnTo>
                    <a:pt x="47625" y="7619"/>
                  </a:lnTo>
                  <a:lnTo>
                    <a:pt x="48526" y="5302"/>
                  </a:lnTo>
                  <a:lnTo>
                    <a:pt x="49178" y="5338"/>
                  </a:lnTo>
                  <a:lnTo>
                    <a:pt x="50201" y="4971"/>
                  </a:lnTo>
                  <a:lnTo>
                    <a:pt x="51645" y="4992"/>
                  </a:lnTo>
                  <a:lnTo>
                    <a:pt x="54973" y="5488"/>
                  </a:lnTo>
                  <a:lnTo>
                    <a:pt x="55807" y="6375"/>
                  </a:lnTo>
                  <a:lnTo>
                    <a:pt x="57856" y="7512"/>
                  </a:lnTo>
                  <a:lnTo>
                    <a:pt x="58748" y="8824"/>
                  </a:lnTo>
                  <a:lnTo>
                    <a:pt x="59145" y="10389"/>
                  </a:lnTo>
                  <a:lnTo>
                    <a:pt x="59351" y="11470"/>
                  </a:lnTo>
                  <a:lnTo>
                    <a:pt x="61451" y="13133"/>
                  </a:lnTo>
                  <a:lnTo>
                    <a:pt x="64564" y="152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1"/>
            <p:cNvSpPr/>
            <p:nvPr/>
          </p:nvSpPr>
          <p:spPr>
            <a:xfrm>
              <a:off x="3352863" y="2249305"/>
              <a:ext cx="36112" cy="42400"/>
            </a:xfrm>
            <a:custGeom>
              <a:avLst/>
              <a:pathLst>
                <a:path w="36112" h="42400">
                  <a:moveTo>
                    <a:pt x="36112" y="10737"/>
                  </a:moveTo>
                  <a:lnTo>
                    <a:pt x="35092" y="10013"/>
                  </a:lnTo>
                  <a:lnTo>
                    <a:pt x="33867" y="9711"/>
                  </a:lnTo>
                  <a:lnTo>
                    <a:pt x="33637" y="10102"/>
                  </a:lnTo>
                  <a:lnTo>
                    <a:pt x="33145" y="10500"/>
                  </a:lnTo>
                  <a:lnTo>
                    <a:pt x="32895" y="11212"/>
                  </a:lnTo>
                  <a:lnTo>
                    <a:pt x="33086" y="14011"/>
                  </a:lnTo>
                  <a:lnTo>
                    <a:pt x="32788" y="14491"/>
                  </a:lnTo>
                  <a:lnTo>
                    <a:pt x="31396" y="14214"/>
                  </a:lnTo>
                  <a:lnTo>
                    <a:pt x="30936" y="14536"/>
                  </a:lnTo>
                  <a:lnTo>
                    <a:pt x="30179" y="16485"/>
                  </a:lnTo>
                  <a:lnTo>
                    <a:pt x="29404" y="17305"/>
                  </a:lnTo>
                  <a:lnTo>
                    <a:pt x="28417" y="17889"/>
                  </a:lnTo>
                  <a:lnTo>
                    <a:pt x="27689" y="18595"/>
                  </a:lnTo>
                  <a:lnTo>
                    <a:pt x="26767" y="19208"/>
                  </a:lnTo>
                  <a:lnTo>
                    <a:pt x="25981" y="19577"/>
                  </a:lnTo>
                  <a:lnTo>
                    <a:pt x="25671" y="20428"/>
                  </a:lnTo>
                  <a:lnTo>
                    <a:pt x="25482" y="21372"/>
                  </a:lnTo>
                  <a:lnTo>
                    <a:pt x="25532" y="22281"/>
                  </a:lnTo>
                  <a:lnTo>
                    <a:pt x="26330" y="24076"/>
                  </a:lnTo>
                  <a:lnTo>
                    <a:pt x="26438" y="25991"/>
                  </a:lnTo>
                  <a:lnTo>
                    <a:pt x="26351" y="28332"/>
                  </a:lnTo>
                  <a:lnTo>
                    <a:pt x="26168" y="29582"/>
                  </a:lnTo>
                  <a:lnTo>
                    <a:pt x="25853" y="30413"/>
                  </a:lnTo>
                  <a:lnTo>
                    <a:pt x="23889" y="31489"/>
                  </a:lnTo>
                  <a:lnTo>
                    <a:pt x="21851" y="33410"/>
                  </a:lnTo>
                  <a:lnTo>
                    <a:pt x="21804" y="33850"/>
                  </a:lnTo>
                  <a:lnTo>
                    <a:pt x="22734" y="35558"/>
                  </a:lnTo>
                  <a:lnTo>
                    <a:pt x="22771" y="35984"/>
                  </a:lnTo>
                  <a:lnTo>
                    <a:pt x="22002" y="36955"/>
                  </a:lnTo>
                  <a:lnTo>
                    <a:pt x="21927" y="37929"/>
                  </a:lnTo>
                  <a:lnTo>
                    <a:pt x="22014" y="39055"/>
                  </a:lnTo>
                  <a:lnTo>
                    <a:pt x="22422" y="40215"/>
                  </a:lnTo>
                  <a:lnTo>
                    <a:pt x="22569" y="41257"/>
                  </a:lnTo>
                  <a:lnTo>
                    <a:pt x="21449" y="42015"/>
                  </a:lnTo>
                  <a:lnTo>
                    <a:pt x="19934" y="41738"/>
                  </a:lnTo>
                  <a:lnTo>
                    <a:pt x="18140" y="40286"/>
                  </a:lnTo>
                  <a:lnTo>
                    <a:pt x="17512" y="40500"/>
                  </a:lnTo>
                  <a:lnTo>
                    <a:pt x="16903" y="41248"/>
                  </a:lnTo>
                  <a:lnTo>
                    <a:pt x="16282" y="40927"/>
                  </a:lnTo>
                  <a:lnTo>
                    <a:pt x="15597" y="40032"/>
                  </a:lnTo>
                  <a:lnTo>
                    <a:pt x="14630" y="38171"/>
                  </a:lnTo>
                  <a:lnTo>
                    <a:pt x="14159" y="37030"/>
                  </a:lnTo>
                  <a:lnTo>
                    <a:pt x="13965" y="35813"/>
                  </a:lnTo>
                  <a:lnTo>
                    <a:pt x="13701" y="35637"/>
                  </a:lnTo>
                  <a:lnTo>
                    <a:pt x="13300" y="35991"/>
                  </a:lnTo>
                  <a:lnTo>
                    <a:pt x="12969" y="37470"/>
                  </a:lnTo>
                  <a:lnTo>
                    <a:pt x="12073" y="40113"/>
                  </a:lnTo>
                  <a:lnTo>
                    <a:pt x="11412" y="40831"/>
                  </a:lnTo>
                  <a:lnTo>
                    <a:pt x="10412" y="40678"/>
                  </a:lnTo>
                  <a:lnTo>
                    <a:pt x="9010" y="40722"/>
                  </a:lnTo>
                  <a:lnTo>
                    <a:pt x="8139" y="40938"/>
                  </a:lnTo>
                  <a:lnTo>
                    <a:pt x="7072" y="40005"/>
                  </a:lnTo>
                  <a:lnTo>
                    <a:pt x="6813" y="40184"/>
                  </a:lnTo>
                  <a:lnTo>
                    <a:pt x="6811" y="40797"/>
                  </a:lnTo>
                  <a:lnTo>
                    <a:pt x="6414" y="41766"/>
                  </a:lnTo>
                  <a:lnTo>
                    <a:pt x="5759" y="42400"/>
                  </a:lnTo>
                  <a:lnTo>
                    <a:pt x="2727" y="40970"/>
                  </a:lnTo>
                  <a:lnTo>
                    <a:pt x="2298" y="39784"/>
                  </a:lnTo>
                  <a:lnTo>
                    <a:pt x="2981" y="39221"/>
                  </a:lnTo>
                  <a:lnTo>
                    <a:pt x="3931" y="37695"/>
                  </a:lnTo>
                  <a:lnTo>
                    <a:pt x="4577" y="37861"/>
                  </a:lnTo>
                  <a:lnTo>
                    <a:pt x="5368" y="37539"/>
                  </a:lnTo>
                  <a:lnTo>
                    <a:pt x="5713" y="36890"/>
                  </a:lnTo>
                  <a:lnTo>
                    <a:pt x="5212" y="34952"/>
                  </a:lnTo>
                  <a:lnTo>
                    <a:pt x="3952" y="32563"/>
                  </a:lnTo>
                  <a:lnTo>
                    <a:pt x="3282" y="31655"/>
                  </a:lnTo>
                  <a:lnTo>
                    <a:pt x="2361" y="31053"/>
                  </a:lnTo>
                  <a:lnTo>
                    <a:pt x="2202" y="30410"/>
                  </a:lnTo>
                  <a:lnTo>
                    <a:pt x="2712" y="26641"/>
                  </a:lnTo>
                  <a:lnTo>
                    <a:pt x="2558" y="26106"/>
                  </a:lnTo>
                  <a:lnTo>
                    <a:pt x="1507" y="26283"/>
                  </a:lnTo>
                  <a:lnTo>
                    <a:pt x="1259" y="25890"/>
                  </a:lnTo>
                  <a:lnTo>
                    <a:pt x="1174" y="25236"/>
                  </a:lnTo>
                  <a:lnTo>
                    <a:pt x="1245" y="24340"/>
                  </a:lnTo>
                  <a:lnTo>
                    <a:pt x="1954" y="22875"/>
                  </a:lnTo>
                  <a:lnTo>
                    <a:pt x="2743" y="21575"/>
                  </a:lnTo>
                  <a:lnTo>
                    <a:pt x="2954" y="20847"/>
                  </a:lnTo>
                  <a:lnTo>
                    <a:pt x="2926" y="20277"/>
                  </a:lnTo>
                  <a:lnTo>
                    <a:pt x="1916" y="19700"/>
                  </a:lnTo>
                  <a:lnTo>
                    <a:pt x="1307" y="19108"/>
                  </a:lnTo>
                  <a:lnTo>
                    <a:pt x="823" y="18903"/>
                  </a:lnTo>
                  <a:lnTo>
                    <a:pt x="492" y="19235"/>
                  </a:lnTo>
                  <a:lnTo>
                    <a:pt x="246" y="18861"/>
                  </a:lnTo>
                  <a:lnTo>
                    <a:pt x="0" y="17778"/>
                  </a:lnTo>
                  <a:lnTo>
                    <a:pt x="245" y="16126"/>
                  </a:lnTo>
                  <a:lnTo>
                    <a:pt x="1154" y="14599"/>
                  </a:lnTo>
                  <a:lnTo>
                    <a:pt x="2129" y="13243"/>
                  </a:lnTo>
                  <a:lnTo>
                    <a:pt x="2979" y="12255"/>
                  </a:lnTo>
                  <a:lnTo>
                    <a:pt x="3469" y="11831"/>
                  </a:lnTo>
                  <a:lnTo>
                    <a:pt x="3703" y="10135"/>
                  </a:lnTo>
                  <a:lnTo>
                    <a:pt x="4208" y="10311"/>
                  </a:lnTo>
                  <a:lnTo>
                    <a:pt x="5214" y="10402"/>
                  </a:lnTo>
                  <a:lnTo>
                    <a:pt x="6336" y="10788"/>
                  </a:lnTo>
                  <a:lnTo>
                    <a:pt x="7381" y="11261"/>
                  </a:lnTo>
                  <a:lnTo>
                    <a:pt x="8300" y="11860"/>
                  </a:lnTo>
                  <a:lnTo>
                    <a:pt x="10231" y="12486"/>
                  </a:lnTo>
                  <a:lnTo>
                    <a:pt x="11987" y="12864"/>
                  </a:lnTo>
                  <a:lnTo>
                    <a:pt x="12517" y="13213"/>
                  </a:lnTo>
                  <a:lnTo>
                    <a:pt x="12949" y="13185"/>
                  </a:lnTo>
                  <a:lnTo>
                    <a:pt x="13482" y="13698"/>
                  </a:lnTo>
                  <a:lnTo>
                    <a:pt x="13797" y="13307"/>
                  </a:lnTo>
                  <a:lnTo>
                    <a:pt x="14025" y="12623"/>
                  </a:lnTo>
                  <a:lnTo>
                    <a:pt x="14982" y="11815"/>
                  </a:lnTo>
                  <a:lnTo>
                    <a:pt x="15864" y="10760"/>
                  </a:lnTo>
                  <a:lnTo>
                    <a:pt x="16483" y="9417"/>
                  </a:lnTo>
                  <a:lnTo>
                    <a:pt x="16829" y="8356"/>
                  </a:lnTo>
                  <a:lnTo>
                    <a:pt x="17435" y="7605"/>
                  </a:lnTo>
                  <a:lnTo>
                    <a:pt x="18081" y="7388"/>
                  </a:lnTo>
                  <a:lnTo>
                    <a:pt x="18671" y="7012"/>
                  </a:lnTo>
                  <a:lnTo>
                    <a:pt x="21160" y="6510"/>
                  </a:lnTo>
                  <a:lnTo>
                    <a:pt x="23718" y="6903"/>
                  </a:lnTo>
                  <a:lnTo>
                    <a:pt x="24939" y="6165"/>
                  </a:lnTo>
                  <a:lnTo>
                    <a:pt x="25943" y="4870"/>
                  </a:lnTo>
                  <a:lnTo>
                    <a:pt x="27488" y="4491"/>
                  </a:lnTo>
                  <a:lnTo>
                    <a:pt x="29683" y="5485"/>
                  </a:lnTo>
                  <a:lnTo>
                    <a:pt x="29852" y="4907"/>
                  </a:lnTo>
                  <a:lnTo>
                    <a:pt x="29946" y="4651"/>
                  </a:lnTo>
                  <a:lnTo>
                    <a:pt x="29905" y="1829"/>
                  </a:lnTo>
                  <a:lnTo>
                    <a:pt x="30599" y="545"/>
                  </a:lnTo>
                  <a:lnTo>
                    <a:pt x="31242" y="0"/>
                  </a:lnTo>
                  <a:lnTo>
                    <a:pt x="33435" y="177"/>
                  </a:lnTo>
                  <a:lnTo>
                    <a:pt x="33721" y="1043"/>
                  </a:lnTo>
                  <a:lnTo>
                    <a:pt x="33836" y="2386"/>
                  </a:lnTo>
                  <a:lnTo>
                    <a:pt x="34031" y="4185"/>
                  </a:lnTo>
                  <a:lnTo>
                    <a:pt x="34397" y="4683"/>
                  </a:lnTo>
                  <a:lnTo>
                    <a:pt x="34597" y="5391"/>
                  </a:lnTo>
                  <a:lnTo>
                    <a:pt x="34559" y="6636"/>
                  </a:lnTo>
                  <a:lnTo>
                    <a:pt x="34987" y="7566"/>
                  </a:lnTo>
                  <a:lnTo>
                    <a:pt x="35990" y="100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2"/>
            <p:cNvSpPr/>
            <p:nvPr/>
          </p:nvSpPr>
          <p:spPr>
            <a:xfrm>
              <a:off x="3387570" y="1939578"/>
              <a:ext cx="8326" cy="32648"/>
            </a:xfrm>
            <a:custGeom>
              <a:avLst/>
              <a:pathLst>
                <a:path w="8326" h="32648">
                  <a:moveTo>
                    <a:pt x="1546" y="31160"/>
                  </a:moveTo>
                  <a:lnTo>
                    <a:pt x="955" y="32648"/>
                  </a:lnTo>
                  <a:lnTo>
                    <a:pt x="431" y="32542"/>
                  </a:lnTo>
                  <a:lnTo>
                    <a:pt x="82" y="30558"/>
                  </a:lnTo>
                  <a:lnTo>
                    <a:pt x="0" y="25454"/>
                  </a:lnTo>
                  <a:lnTo>
                    <a:pt x="209" y="22932"/>
                  </a:lnTo>
                  <a:lnTo>
                    <a:pt x="2718" y="13835"/>
                  </a:lnTo>
                  <a:lnTo>
                    <a:pt x="3839" y="13092"/>
                  </a:lnTo>
                  <a:lnTo>
                    <a:pt x="5414" y="7517"/>
                  </a:lnTo>
                  <a:lnTo>
                    <a:pt x="5839" y="5036"/>
                  </a:lnTo>
                  <a:lnTo>
                    <a:pt x="6522" y="2803"/>
                  </a:lnTo>
                  <a:lnTo>
                    <a:pt x="6926" y="806"/>
                  </a:lnTo>
                  <a:lnTo>
                    <a:pt x="7264" y="0"/>
                  </a:lnTo>
                  <a:lnTo>
                    <a:pt x="7999" y="378"/>
                  </a:lnTo>
                  <a:lnTo>
                    <a:pt x="8326" y="745"/>
                  </a:lnTo>
                  <a:lnTo>
                    <a:pt x="7552" y="1908"/>
                  </a:lnTo>
                  <a:lnTo>
                    <a:pt x="7642" y="3422"/>
                  </a:lnTo>
                  <a:lnTo>
                    <a:pt x="7588" y="4049"/>
                  </a:lnTo>
                  <a:lnTo>
                    <a:pt x="5633" y="10633"/>
                  </a:lnTo>
                  <a:lnTo>
                    <a:pt x="5111" y="14908"/>
                  </a:lnTo>
                  <a:lnTo>
                    <a:pt x="4417" y="159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3"/>
            <p:cNvSpPr/>
            <p:nvPr/>
          </p:nvSpPr>
          <p:spPr>
            <a:xfrm>
              <a:off x="3407260" y="1922723"/>
              <a:ext cx="11178" cy="29400"/>
            </a:xfrm>
            <a:custGeom>
              <a:avLst/>
              <a:pathLst>
                <a:path w="11178" h="29400">
                  <a:moveTo>
                    <a:pt x="11178" y="2350"/>
                  </a:moveTo>
                  <a:lnTo>
                    <a:pt x="10226" y="3054"/>
                  </a:lnTo>
                  <a:lnTo>
                    <a:pt x="9667" y="5137"/>
                  </a:lnTo>
                  <a:lnTo>
                    <a:pt x="8896" y="5489"/>
                  </a:lnTo>
                  <a:lnTo>
                    <a:pt x="8156" y="6183"/>
                  </a:lnTo>
                  <a:lnTo>
                    <a:pt x="7892" y="12776"/>
                  </a:lnTo>
                  <a:lnTo>
                    <a:pt x="9239" y="15280"/>
                  </a:lnTo>
                  <a:lnTo>
                    <a:pt x="8499" y="15631"/>
                  </a:lnTo>
                  <a:lnTo>
                    <a:pt x="7823" y="16381"/>
                  </a:lnTo>
                  <a:lnTo>
                    <a:pt x="7339" y="17491"/>
                  </a:lnTo>
                  <a:lnTo>
                    <a:pt x="6845" y="19879"/>
                  </a:lnTo>
                  <a:lnTo>
                    <a:pt x="4987" y="21232"/>
                  </a:lnTo>
                  <a:lnTo>
                    <a:pt x="4284" y="22233"/>
                  </a:lnTo>
                  <a:lnTo>
                    <a:pt x="3246" y="24461"/>
                  </a:lnTo>
                  <a:lnTo>
                    <a:pt x="2706" y="27694"/>
                  </a:lnTo>
                  <a:lnTo>
                    <a:pt x="1655" y="29074"/>
                  </a:lnTo>
                  <a:lnTo>
                    <a:pt x="475" y="29400"/>
                  </a:lnTo>
                  <a:lnTo>
                    <a:pt x="1167" y="26751"/>
                  </a:lnTo>
                  <a:lnTo>
                    <a:pt x="2074" y="24592"/>
                  </a:lnTo>
                  <a:lnTo>
                    <a:pt x="1202" y="23112"/>
                  </a:lnTo>
                  <a:lnTo>
                    <a:pt x="677" y="20795"/>
                  </a:lnTo>
                  <a:lnTo>
                    <a:pt x="0" y="19017"/>
                  </a:lnTo>
                  <a:lnTo>
                    <a:pt x="539" y="17032"/>
                  </a:lnTo>
                  <a:lnTo>
                    <a:pt x="274" y="13778"/>
                  </a:lnTo>
                  <a:lnTo>
                    <a:pt x="361" y="10603"/>
                  </a:lnTo>
                  <a:lnTo>
                    <a:pt x="1148" y="9000"/>
                  </a:lnTo>
                  <a:lnTo>
                    <a:pt x="2049" y="7692"/>
                  </a:lnTo>
                  <a:lnTo>
                    <a:pt x="3453" y="4687"/>
                  </a:lnTo>
                  <a:lnTo>
                    <a:pt x="4975" y="2508"/>
                  </a:lnTo>
                  <a:lnTo>
                    <a:pt x="7098" y="1529"/>
                  </a:lnTo>
                  <a:lnTo>
                    <a:pt x="8056" y="2432"/>
                  </a:lnTo>
                  <a:lnTo>
                    <a:pt x="8470" y="451"/>
                  </a:lnTo>
                  <a:lnTo>
                    <a:pt x="9154" y="0"/>
                  </a:lnTo>
                  <a:lnTo>
                    <a:pt x="9797" y="4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4"/>
            <p:cNvSpPr/>
            <p:nvPr/>
          </p:nvSpPr>
          <p:spPr>
            <a:xfrm>
              <a:off x="3418011" y="1920777"/>
              <a:ext cx="3362" cy="3578"/>
            </a:xfrm>
            <a:custGeom>
              <a:avLst/>
              <a:pathLst>
                <a:path w="3362" h="3578">
                  <a:moveTo>
                    <a:pt x="1347" y="1735"/>
                  </a:moveTo>
                  <a:lnTo>
                    <a:pt x="1140" y="3578"/>
                  </a:lnTo>
                  <a:lnTo>
                    <a:pt x="543" y="3438"/>
                  </a:lnTo>
                  <a:lnTo>
                    <a:pt x="0" y="2077"/>
                  </a:lnTo>
                  <a:lnTo>
                    <a:pt x="1100" y="0"/>
                  </a:lnTo>
                  <a:lnTo>
                    <a:pt x="2783" y="112"/>
                  </a:lnTo>
                  <a:lnTo>
                    <a:pt x="3362" y="5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5"/>
            <p:cNvSpPr/>
            <p:nvPr/>
          </p:nvSpPr>
          <p:spPr>
            <a:xfrm>
              <a:off x="3410078" y="1887489"/>
              <a:ext cx="1560" cy="2608"/>
            </a:xfrm>
            <a:custGeom>
              <a:avLst/>
              <a:pathLst>
                <a:path w="1560" h="2608">
                  <a:moveTo>
                    <a:pt x="763" y="2327"/>
                  </a:moveTo>
                  <a:lnTo>
                    <a:pt x="252" y="2608"/>
                  </a:lnTo>
                  <a:lnTo>
                    <a:pt x="0" y="2519"/>
                  </a:lnTo>
                  <a:lnTo>
                    <a:pt x="314" y="1147"/>
                  </a:lnTo>
                  <a:lnTo>
                    <a:pt x="548" y="554"/>
                  </a:lnTo>
                  <a:lnTo>
                    <a:pt x="1323" y="0"/>
                  </a:lnTo>
                  <a:lnTo>
                    <a:pt x="1560" y="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6"/>
            <p:cNvSpPr/>
            <p:nvPr/>
          </p:nvSpPr>
          <p:spPr>
            <a:xfrm>
              <a:off x="3412324" y="1874489"/>
              <a:ext cx="1764" cy="3266"/>
            </a:xfrm>
            <a:custGeom>
              <a:avLst/>
              <a:pathLst>
                <a:path w="1764" h="3266">
                  <a:moveTo>
                    <a:pt x="578" y="2288"/>
                  </a:moveTo>
                  <a:lnTo>
                    <a:pt x="289" y="3266"/>
                  </a:lnTo>
                  <a:lnTo>
                    <a:pt x="0" y="2067"/>
                  </a:lnTo>
                  <a:lnTo>
                    <a:pt x="115" y="1832"/>
                  </a:lnTo>
                  <a:lnTo>
                    <a:pt x="313" y="649"/>
                  </a:lnTo>
                  <a:lnTo>
                    <a:pt x="872" y="0"/>
                  </a:lnTo>
                  <a:lnTo>
                    <a:pt x="1764" y="389"/>
                  </a:lnTo>
                  <a:lnTo>
                    <a:pt x="1758" y="685"/>
                  </a:lnTo>
                  <a:lnTo>
                    <a:pt x="905" y="16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7"/>
            <p:cNvSpPr/>
            <p:nvPr/>
          </p:nvSpPr>
          <p:spPr>
            <a:xfrm>
              <a:off x="3327188" y="1594097"/>
              <a:ext cx="149700" cy="404540"/>
            </a:xfrm>
            <a:custGeom>
              <a:avLst/>
              <a:pathLst>
                <a:path w="149700" h="404540">
                  <a:moveTo>
                    <a:pt x="149700" y="95490"/>
                  </a:moveTo>
                  <a:lnTo>
                    <a:pt x="146651" y="96171"/>
                  </a:lnTo>
                  <a:lnTo>
                    <a:pt x="144359" y="94803"/>
                  </a:lnTo>
                  <a:lnTo>
                    <a:pt x="143216" y="95489"/>
                  </a:lnTo>
                  <a:lnTo>
                    <a:pt x="141217" y="95517"/>
                  </a:lnTo>
                  <a:lnTo>
                    <a:pt x="138947" y="96056"/>
                  </a:lnTo>
                  <a:lnTo>
                    <a:pt x="138182" y="97126"/>
                  </a:lnTo>
                  <a:lnTo>
                    <a:pt x="137580" y="97556"/>
                  </a:lnTo>
                  <a:lnTo>
                    <a:pt x="135474" y="96045"/>
                  </a:lnTo>
                  <a:lnTo>
                    <a:pt x="133486" y="93549"/>
                  </a:lnTo>
                  <a:lnTo>
                    <a:pt x="132033" y="95452"/>
                  </a:lnTo>
                  <a:lnTo>
                    <a:pt x="131093" y="95813"/>
                  </a:lnTo>
                  <a:lnTo>
                    <a:pt x="130247" y="94091"/>
                  </a:lnTo>
                  <a:lnTo>
                    <a:pt x="129509" y="93811"/>
                  </a:lnTo>
                  <a:lnTo>
                    <a:pt x="129110" y="94385"/>
                  </a:lnTo>
                  <a:lnTo>
                    <a:pt x="128761" y="95907"/>
                  </a:lnTo>
                  <a:lnTo>
                    <a:pt x="128204" y="97105"/>
                  </a:lnTo>
                  <a:lnTo>
                    <a:pt x="128059" y="97862"/>
                  </a:lnTo>
                  <a:lnTo>
                    <a:pt x="127963" y="100919"/>
                  </a:lnTo>
                  <a:lnTo>
                    <a:pt x="127818" y="101628"/>
                  </a:lnTo>
                  <a:lnTo>
                    <a:pt x="125887" y="101232"/>
                  </a:lnTo>
                  <a:lnTo>
                    <a:pt x="126003" y="102034"/>
                  </a:lnTo>
                  <a:lnTo>
                    <a:pt x="126423" y="102439"/>
                  </a:lnTo>
                  <a:lnTo>
                    <a:pt x="126593" y="102948"/>
                  </a:lnTo>
                  <a:lnTo>
                    <a:pt x="125893" y="103618"/>
                  </a:lnTo>
                  <a:lnTo>
                    <a:pt x="123975" y="103554"/>
                  </a:lnTo>
                  <a:lnTo>
                    <a:pt x="123780" y="104264"/>
                  </a:lnTo>
                  <a:lnTo>
                    <a:pt x="124319" y="105386"/>
                  </a:lnTo>
                  <a:lnTo>
                    <a:pt x="123899" y="106369"/>
                  </a:lnTo>
                  <a:lnTo>
                    <a:pt x="123509" y="106755"/>
                  </a:lnTo>
                  <a:lnTo>
                    <a:pt x="121220" y="107366"/>
                  </a:lnTo>
                  <a:lnTo>
                    <a:pt x="119895" y="107226"/>
                  </a:lnTo>
                  <a:lnTo>
                    <a:pt x="119516" y="107862"/>
                  </a:lnTo>
                  <a:lnTo>
                    <a:pt x="119410" y="108689"/>
                  </a:lnTo>
                  <a:lnTo>
                    <a:pt x="119661" y="109500"/>
                  </a:lnTo>
                  <a:lnTo>
                    <a:pt x="120245" y="109931"/>
                  </a:lnTo>
                  <a:lnTo>
                    <a:pt x="120437" y="110446"/>
                  </a:lnTo>
                  <a:lnTo>
                    <a:pt x="120397" y="111562"/>
                  </a:lnTo>
                  <a:lnTo>
                    <a:pt x="119910" y="111764"/>
                  </a:lnTo>
                  <a:lnTo>
                    <a:pt x="118529" y="109804"/>
                  </a:lnTo>
                  <a:lnTo>
                    <a:pt x="118109" y="109905"/>
                  </a:lnTo>
                  <a:lnTo>
                    <a:pt x="118425" y="110924"/>
                  </a:lnTo>
                  <a:lnTo>
                    <a:pt x="119214" y="112035"/>
                  </a:lnTo>
                  <a:lnTo>
                    <a:pt x="119670" y="113169"/>
                  </a:lnTo>
                  <a:lnTo>
                    <a:pt x="120069" y="114534"/>
                  </a:lnTo>
                  <a:lnTo>
                    <a:pt x="119991" y="115568"/>
                  </a:lnTo>
                  <a:lnTo>
                    <a:pt x="118276" y="118910"/>
                  </a:lnTo>
                  <a:lnTo>
                    <a:pt x="116767" y="121021"/>
                  </a:lnTo>
                  <a:lnTo>
                    <a:pt x="115641" y="122922"/>
                  </a:lnTo>
                  <a:lnTo>
                    <a:pt x="114977" y="124938"/>
                  </a:lnTo>
                  <a:lnTo>
                    <a:pt x="115745" y="125954"/>
                  </a:lnTo>
                  <a:lnTo>
                    <a:pt x="116601" y="127420"/>
                  </a:lnTo>
                  <a:lnTo>
                    <a:pt x="117202" y="130237"/>
                  </a:lnTo>
                  <a:lnTo>
                    <a:pt x="117919" y="132749"/>
                  </a:lnTo>
                  <a:lnTo>
                    <a:pt x="119366" y="135150"/>
                  </a:lnTo>
                  <a:lnTo>
                    <a:pt x="119075" y="136538"/>
                  </a:lnTo>
                  <a:lnTo>
                    <a:pt x="118738" y="137618"/>
                  </a:lnTo>
                  <a:lnTo>
                    <a:pt x="116330" y="139994"/>
                  </a:lnTo>
                  <a:lnTo>
                    <a:pt x="113599" y="143575"/>
                  </a:lnTo>
                  <a:lnTo>
                    <a:pt x="110656" y="152740"/>
                  </a:lnTo>
                  <a:lnTo>
                    <a:pt x="109677" y="153968"/>
                  </a:lnTo>
                  <a:lnTo>
                    <a:pt x="107100" y="155520"/>
                  </a:lnTo>
                  <a:lnTo>
                    <a:pt x="106152" y="157022"/>
                  </a:lnTo>
                  <a:lnTo>
                    <a:pt x="104234" y="158808"/>
                  </a:lnTo>
                  <a:lnTo>
                    <a:pt x="100885" y="160342"/>
                  </a:lnTo>
                  <a:lnTo>
                    <a:pt x="99366" y="162480"/>
                  </a:lnTo>
                  <a:lnTo>
                    <a:pt x="98680" y="164692"/>
                  </a:lnTo>
                  <a:lnTo>
                    <a:pt x="97917" y="164849"/>
                  </a:lnTo>
                  <a:lnTo>
                    <a:pt x="97161" y="163985"/>
                  </a:lnTo>
                  <a:lnTo>
                    <a:pt x="96151" y="163342"/>
                  </a:lnTo>
                  <a:lnTo>
                    <a:pt x="96020" y="164785"/>
                  </a:lnTo>
                  <a:lnTo>
                    <a:pt x="96063" y="165843"/>
                  </a:lnTo>
                  <a:lnTo>
                    <a:pt x="94448" y="164274"/>
                  </a:lnTo>
                  <a:lnTo>
                    <a:pt x="93686" y="165714"/>
                  </a:lnTo>
                  <a:lnTo>
                    <a:pt x="93090" y="168119"/>
                  </a:lnTo>
                  <a:lnTo>
                    <a:pt x="90766" y="171358"/>
                  </a:lnTo>
                  <a:lnTo>
                    <a:pt x="88261" y="170775"/>
                  </a:lnTo>
                  <a:lnTo>
                    <a:pt x="87980" y="171347"/>
                  </a:lnTo>
                  <a:lnTo>
                    <a:pt x="88646" y="171760"/>
                  </a:lnTo>
                  <a:lnTo>
                    <a:pt x="88748" y="172278"/>
                  </a:lnTo>
                  <a:lnTo>
                    <a:pt x="88292" y="172554"/>
                  </a:lnTo>
                  <a:lnTo>
                    <a:pt x="87604" y="172525"/>
                  </a:lnTo>
                  <a:lnTo>
                    <a:pt x="86540" y="173166"/>
                  </a:lnTo>
                  <a:lnTo>
                    <a:pt x="85841" y="173115"/>
                  </a:lnTo>
                  <a:lnTo>
                    <a:pt x="85510" y="174648"/>
                  </a:lnTo>
                  <a:lnTo>
                    <a:pt x="84969" y="176506"/>
                  </a:lnTo>
                  <a:lnTo>
                    <a:pt x="83554" y="177275"/>
                  </a:lnTo>
                  <a:lnTo>
                    <a:pt x="82824" y="177434"/>
                  </a:lnTo>
                  <a:lnTo>
                    <a:pt x="82463" y="178490"/>
                  </a:lnTo>
                  <a:lnTo>
                    <a:pt x="84640" y="178712"/>
                  </a:lnTo>
                  <a:lnTo>
                    <a:pt x="84466" y="179607"/>
                  </a:lnTo>
                  <a:lnTo>
                    <a:pt x="84416" y="180501"/>
                  </a:lnTo>
                  <a:lnTo>
                    <a:pt x="84192" y="181461"/>
                  </a:lnTo>
                  <a:lnTo>
                    <a:pt x="81717" y="182843"/>
                  </a:lnTo>
                  <a:lnTo>
                    <a:pt x="81336" y="183932"/>
                  </a:lnTo>
                  <a:lnTo>
                    <a:pt x="80819" y="184607"/>
                  </a:lnTo>
                  <a:lnTo>
                    <a:pt x="79719" y="184569"/>
                  </a:lnTo>
                  <a:lnTo>
                    <a:pt x="79759" y="183939"/>
                  </a:lnTo>
                  <a:lnTo>
                    <a:pt x="79939" y="183228"/>
                  </a:lnTo>
                  <a:lnTo>
                    <a:pt x="78299" y="183292"/>
                  </a:lnTo>
                  <a:lnTo>
                    <a:pt x="77788" y="181729"/>
                  </a:lnTo>
                  <a:lnTo>
                    <a:pt x="77477" y="182130"/>
                  </a:lnTo>
                  <a:lnTo>
                    <a:pt x="77661" y="183391"/>
                  </a:lnTo>
                  <a:lnTo>
                    <a:pt x="78090" y="184703"/>
                  </a:lnTo>
                  <a:lnTo>
                    <a:pt x="78568" y="186626"/>
                  </a:lnTo>
                  <a:lnTo>
                    <a:pt x="78180" y="187842"/>
                  </a:lnTo>
                  <a:lnTo>
                    <a:pt x="77746" y="188445"/>
                  </a:lnTo>
                  <a:lnTo>
                    <a:pt x="78062" y="189002"/>
                  </a:lnTo>
                  <a:lnTo>
                    <a:pt x="78938" y="189426"/>
                  </a:lnTo>
                  <a:lnTo>
                    <a:pt x="79292" y="190187"/>
                  </a:lnTo>
                  <a:lnTo>
                    <a:pt x="78253" y="190839"/>
                  </a:lnTo>
                  <a:lnTo>
                    <a:pt x="76957" y="193077"/>
                  </a:lnTo>
                  <a:lnTo>
                    <a:pt x="75614" y="193132"/>
                  </a:lnTo>
                  <a:lnTo>
                    <a:pt x="74793" y="194609"/>
                  </a:lnTo>
                  <a:lnTo>
                    <a:pt x="73921" y="194605"/>
                  </a:lnTo>
                  <a:lnTo>
                    <a:pt x="73212" y="193674"/>
                  </a:lnTo>
                  <a:lnTo>
                    <a:pt x="72075" y="192910"/>
                  </a:lnTo>
                  <a:lnTo>
                    <a:pt x="71709" y="194257"/>
                  </a:lnTo>
                  <a:lnTo>
                    <a:pt x="71651" y="195329"/>
                  </a:lnTo>
                  <a:lnTo>
                    <a:pt x="72291" y="198042"/>
                  </a:lnTo>
                  <a:lnTo>
                    <a:pt x="73514" y="200141"/>
                  </a:lnTo>
                  <a:lnTo>
                    <a:pt x="74647" y="201047"/>
                  </a:lnTo>
                  <a:lnTo>
                    <a:pt x="73832" y="201659"/>
                  </a:lnTo>
                  <a:lnTo>
                    <a:pt x="73225" y="203018"/>
                  </a:lnTo>
                  <a:lnTo>
                    <a:pt x="72494" y="207263"/>
                  </a:lnTo>
                  <a:lnTo>
                    <a:pt x="72096" y="208933"/>
                  </a:lnTo>
                  <a:lnTo>
                    <a:pt x="71664" y="211883"/>
                  </a:lnTo>
                  <a:lnTo>
                    <a:pt x="71937" y="214371"/>
                  </a:lnTo>
                  <a:lnTo>
                    <a:pt x="72156" y="215595"/>
                  </a:lnTo>
                  <a:lnTo>
                    <a:pt x="72710" y="217256"/>
                  </a:lnTo>
                  <a:lnTo>
                    <a:pt x="71205" y="217042"/>
                  </a:lnTo>
                  <a:lnTo>
                    <a:pt x="69614" y="216071"/>
                  </a:lnTo>
                  <a:lnTo>
                    <a:pt x="69836" y="218087"/>
                  </a:lnTo>
                  <a:lnTo>
                    <a:pt x="68859" y="220469"/>
                  </a:lnTo>
                  <a:lnTo>
                    <a:pt x="69041" y="222570"/>
                  </a:lnTo>
                  <a:lnTo>
                    <a:pt x="69245" y="223939"/>
                  </a:lnTo>
                  <a:lnTo>
                    <a:pt x="68942" y="226203"/>
                  </a:lnTo>
                  <a:lnTo>
                    <a:pt x="69402" y="226914"/>
                  </a:lnTo>
                  <a:lnTo>
                    <a:pt x="69651" y="228263"/>
                  </a:lnTo>
                  <a:lnTo>
                    <a:pt x="69240" y="229259"/>
                  </a:lnTo>
                  <a:lnTo>
                    <a:pt x="69423" y="230115"/>
                  </a:lnTo>
                  <a:lnTo>
                    <a:pt x="69492" y="233151"/>
                  </a:lnTo>
                  <a:lnTo>
                    <a:pt x="69804" y="237900"/>
                  </a:lnTo>
                  <a:lnTo>
                    <a:pt x="69690" y="238904"/>
                  </a:lnTo>
                  <a:lnTo>
                    <a:pt x="70564" y="243032"/>
                  </a:lnTo>
                  <a:lnTo>
                    <a:pt x="70361" y="244479"/>
                  </a:lnTo>
                  <a:lnTo>
                    <a:pt x="70243" y="246323"/>
                  </a:lnTo>
                  <a:lnTo>
                    <a:pt x="71496" y="248095"/>
                  </a:lnTo>
                  <a:lnTo>
                    <a:pt x="72614" y="248066"/>
                  </a:lnTo>
                  <a:lnTo>
                    <a:pt x="73747" y="248038"/>
                  </a:lnTo>
                  <a:lnTo>
                    <a:pt x="74179" y="248483"/>
                  </a:lnTo>
                  <a:lnTo>
                    <a:pt x="74613" y="249737"/>
                  </a:lnTo>
                  <a:lnTo>
                    <a:pt x="74963" y="251217"/>
                  </a:lnTo>
                  <a:lnTo>
                    <a:pt x="75895" y="251094"/>
                  </a:lnTo>
                  <a:lnTo>
                    <a:pt x="77384" y="249890"/>
                  </a:lnTo>
                  <a:lnTo>
                    <a:pt x="78353" y="249602"/>
                  </a:lnTo>
                  <a:lnTo>
                    <a:pt x="78993" y="251918"/>
                  </a:lnTo>
                  <a:lnTo>
                    <a:pt x="80732" y="254977"/>
                  </a:lnTo>
                  <a:lnTo>
                    <a:pt x="81745" y="256348"/>
                  </a:lnTo>
                  <a:lnTo>
                    <a:pt x="83466" y="257069"/>
                  </a:lnTo>
                  <a:lnTo>
                    <a:pt x="85278" y="259538"/>
                  </a:lnTo>
                  <a:lnTo>
                    <a:pt x="85024" y="262513"/>
                  </a:lnTo>
                  <a:lnTo>
                    <a:pt x="85781" y="263507"/>
                  </a:lnTo>
                  <a:lnTo>
                    <a:pt x="87919" y="264681"/>
                  </a:lnTo>
                  <a:lnTo>
                    <a:pt x="88676" y="266265"/>
                  </a:lnTo>
                  <a:lnTo>
                    <a:pt x="89039" y="267616"/>
                  </a:lnTo>
                  <a:lnTo>
                    <a:pt x="89602" y="268736"/>
                  </a:lnTo>
                  <a:lnTo>
                    <a:pt x="90260" y="272119"/>
                  </a:lnTo>
                  <a:lnTo>
                    <a:pt x="90031" y="274204"/>
                  </a:lnTo>
                  <a:lnTo>
                    <a:pt x="89169" y="274921"/>
                  </a:lnTo>
                  <a:lnTo>
                    <a:pt x="87134" y="277155"/>
                  </a:lnTo>
                  <a:lnTo>
                    <a:pt x="86227" y="278822"/>
                  </a:lnTo>
                  <a:lnTo>
                    <a:pt x="85515" y="279861"/>
                  </a:lnTo>
                  <a:lnTo>
                    <a:pt x="83494" y="282089"/>
                  </a:lnTo>
                  <a:lnTo>
                    <a:pt x="82753" y="282489"/>
                  </a:lnTo>
                  <a:lnTo>
                    <a:pt x="82044" y="283647"/>
                  </a:lnTo>
                  <a:lnTo>
                    <a:pt x="81358" y="284154"/>
                  </a:lnTo>
                  <a:lnTo>
                    <a:pt x="80745" y="283862"/>
                  </a:lnTo>
                  <a:lnTo>
                    <a:pt x="78451" y="285960"/>
                  </a:lnTo>
                  <a:lnTo>
                    <a:pt x="78630" y="286856"/>
                  </a:lnTo>
                  <a:lnTo>
                    <a:pt x="80389" y="287236"/>
                  </a:lnTo>
                  <a:lnTo>
                    <a:pt x="81285" y="286785"/>
                  </a:lnTo>
                  <a:lnTo>
                    <a:pt x="81975" y="285731"/>
                  </a:lnTo>
                  <a:lnTo>
                    <a:pt x="82729" y="285488"/>
                  </a:lnTo>
                  <a:lnTo>
                    <a:pt x="83417" y="285687"/>
                  </a:lnTo>
                  <a:lnTo>
                    <a:pt x="84147" y="284856"/>
                  </a:lnTo>
                  <a:lnTo>
                    <a:pt x="84719" y="284524"/>
                  </a:lnTo>
                  <a:lnTo>
                    <a:pt x="85310" y="284923"/>
                  </a:lnTo>
                  <a:lnTo>
                    <a:pt x="85969" y="286915"/>
                  </a:lnTo>
                  <a:lnTo>
                    <a:pt x="84601" y="287953"/>
                  </a:lnTo>
                  <a:lnTo>
                    <a:pt x="83630" y="288000"/>
                  </a:lnTo>
                  <a:lnTo>
                    <a:pt x="83155" y="291268"/>
                  </a:lnTo>
                  <a:lnTo>
                    <a:pt x="82568" y="292672"/>
                  </a:lnTo>
                  <a:lnTo>
                    <a:pt x="82146" y="293347"/>
                  </a:lnTo>
                  <a:lnTo>
                    <a:pt x="79992" y="294738"/>
                  </a:lnTo>
                  <a:lnTo>
                    <a:pt x="78570" y="296501"/>
                  </a:lnTo>
                  <a:lnTo>
                    <a:pt x="76894" y="297921"/>
                  </a:lnTo>
                  <a:lnTo>
                    <a:pt x="76163" y="297612"/>
                  </a:lnTo>
                  <a:lnTo>
                    <a:pt x="75060" y="299055"/>
                  </a:lnTo>
                  <a:lnTo>
                    <a:pt x="72610" y="300763"/>
                  </a:lnTo>
                  <a:lnTo>
                    <a:pt x="71355" y="303065"/>
                  </a:lnTo>
                  <a:lnTo>
                    <a:pt x="68538" y="305124"/>
                  </a:lnTo>
                  <a:lnTo>
                    <a:pt x="67103" y="306799"/>
                  </a:lnTo>
                  <a:lnTo>
                    <a:pt x="63204" y="306887"/>
                  </a:lnTo>
                  <a:lnTo>
                    <a:pt x="59481" y="306519"/>
                  </a:lnTo>
                  <a:lnTo>
                    <a:pt x="58312" y="307315"/>
                  </a:lnTo>
                  <a:lnTo>
                    <a:pt x="59507" y="307562"/>
                  </a:lnTo>
                  <a:lnTo>
                    <a:pt x="60344" y="308344"/>
                  </a:lnTo>
                  <a:lnTo>
                    <a:pt x="61347" y="308018"/>
                  </a:lnTo>
                  <a:lnTo>
                    <a:pt x="63706" y="308409"/>
                  </a:lnTo>
                  <a:lnTo>
                    <a:pt x="64920" y="308835"/>
                  </a:lnTo>
                  <a:lnTo>
                    <a:pt x="66478" y="311573"/>
                  </a:lnTo>
                  <a:lnTo>
                    <a:pt x="65332" y="312547"/>
                  </a:lnTo>
                  <a:lnTo>
                    <a:pt x="63349" y="313295"/>
                  </a:lnTo>
                  <a:lnTo>
                    <a:pt x="64093" y="317179"/>
                  </a:lnTo>
                  <a:lnTo>
                    <a:pt x="64706" y="319797"/>
                  </a:lnTo>
                  <a:lnTo>
                    <a:pt x="63903" y="321377"/>
                  </a:lnTo>
                  <a:lnTo>
                    <a:pt x="63843" y="328565"/>
                  </a:lnTo>
                  <a:lnTo>
                    <a:pt x="62716" y="328702"/>
                  </a:lnTo>
                  <a:lnTo>
                    <a:pt x="62237" y="331676"/>
                  </a:lnTo>
                  <a:lnTo>
                    <a:pt x="62593" y="333192"/>
                  </a:lnTo>
                  <a:lnTo>
                    <a:pt x="62564" y="336714"/>
                  </a:lnTo>
                  <a:lnTo>
                    <a:pt x="62799" y="338884"/>
                  </a:lnTo>
                  <a:lnTo>
                    <a:pt x="63352" y="340883"/>
                  </a:lnTo>
                  <a:lnTo>
                    <a:pt x="63106" y="342966"/>
                  </a:lnTo>
                  <a:lnTo>
                    <a:pt x="61324" y="347843"/>
                  </a:lnTo>
                  <a:lnTo>
                    <a:pt x="61364" y="350131"/>
                  </a:lnTo>
                  <a:lnTo>
                    <a:pt x="61685" y="351490"/>
                  </a:lnTo>
                  <a:lnTo>
                    <a:pt x="61922" y="353663"/>
                  </a:lnTo>
                  <a:lnTo>
                    <a:pt x="61111" y="357840"/>
                  </a:lnTo>
                  <a:lnTo>
                    <a:pt x="60539" y="361330"/>
                  </a:lnTo>
                  <a:lnTo>
                    <a:pt x="59859" y="364268"/>
                  </a:lnTo>
                  <a:lnTo>
                    <a:pt x="58338" y="367793"/>
                  </a:lnTo>
                  <a:lnTo>
                    <a:pt x="57580" y="370427"/>
                  </a:lnTo>
                  <a:lnTo>
                    <a:pt x="55808" y="378649"/>
                  </a:lnTo>
                  <a:lnTo>
                    <a:pt x="54929" y="380280"/>
                  </a:lnTo>
                  <a:lnTo>
                    <a:pt x="53851" y="381534"/>
                  </a:lnTo>
                  <a:lnTo>
                    <a:pt x="52650" y="380374"/>
                  </a:lnTo>
                  <a:lnTo>
                    <a:pt x="51549" y="379742"/>
                  </a:lnTo>
                  <a:lnTo>
                    <a:pt x="50203" y="379819"/>
                  </a:lnTo>
                  <a:lnTo>
                    <a:pt x="48096" y="380769"/>
                  </a:lnTo>
                  <a:lnTo>
                    <a:pt x="44927" y="380138"/>
                  </a:lnTo>
                  <a:lnTo>
                    <a:pt x="41830" y="380442"/>
                  </a:lnTo>
                  <a:lnTo>
                    <a:pt x="41046" y="381263"/>
                  </a:lnTo>
                  <a:lnTo>
                    <a:pt x="41516" y="384247"/>
                  </a:lnTo>
                  <a:lnTo>
                    <a:pt x="40374" y="384638"/>
                  </a:lnTo>
                  <a:lnTo>
                    <a:pt x="39258" y="383789"/>
                  </a:lnTo>
                  <a:lnTo>
                    <a:pt x="38276" y="384802"/>
                  </a:lnTo>
                  <a:lnTo>
                    <a:pt x="37456" y="385913"/>
                  </a:lnTo>
                  <a:lnTo>
                    <a:pt x="35844" y="388549"/>
                  </a:lnTo>
                  <a:lnTo>
                    <a:pt x="35305" y="390172"/>
                  </a:lnTo>
                  <a:lnTo>
                    <a:pt x="35165" y="393230"/>
                  </a:lnTo>
                  <a:lnTo>
                    <a:pt x="36012" y="395971"/>
                  </a:lnTo>
                  <a:lnTo>
                    <a:pt x="36762" y="399181"/>
                  </a:lnTo>
                  <a:lnTo>
                    <a:pt x="34829" y="403055"/>
                  </a:lnTo>
                  <a:lnTo>
                    <a:pt x="33751" y="403187"/>
                  </a:lnTo>
                  <a:lnTo>
                    <a:pt x="30602" y="402112"/>
                  </a:lnTo>
                  <a:lnTo>
                    <a:pt x="25021" y="404540"/>
                  </a:lnTo>
                  <a:lnTo>
                    <a:pt x="20008" y="402620"/>
                  </a:lnTo>
                  <a:lnTo>
                    <a:pt x="20639" y="400545"/>
                  </a:lnTo>
                  <a:lnTo>
                    <a:pt x="20617" y="399020"/>
                  </a:lnTo>
                  <a:lnTo>
                    <a:pt x="20901" y="396674"/>
                  </a:lnTo>
                  <a:lnTo>
                    <a:pt x="21069" y="394274"/>
                  </a:lnTo>
                  <a:lnTo>
                    <a:pt x="21022" y="392669"/>
                  </a:lnTo>
                  <a:lnTo>
                    <a:pt x="20654" y="390957"/>
                  </a:lnTo>
                  <a:lnTo>
                    <a:pt x="19418" y="388718"/>
                  </a:lnTo>
                  <a:lnTo>
                    <a:pt x="16633" y="381161"/>
                  </a:lnTo>
                  <a:lnTo>
                    <a:pt x="15810" y="377970"/>
                  </a:lnTo>
                  <a:lnTo>
                    <a:pt x="15236" y="376642"/>
                  </a:lnTo>
                  <a:lnTo>
                    <a:pt x="15649" y="376569"/>
                  </a:lnTo>
                  <a:lnTo>
                    <a:pt x="17943" y="378282"/>
                  </a:lnTo>
                  <a:lnTo>
                    <a:pt x="18478" y="378071"/>
                  </a:lnTo>
                  <a:lnTo>
                    <a:pt x="19040" y="377428"/>
                  </a:lnTo>
                  <a:lnTo>
                    <a:pt x="18355" y="374977"/>
                  </a:lnTo>
                  <a:lnTo>
                    <a:pt x="17767" y="373867"/>
                  </a:lnTo>
                  <a:lnTo>
                    <a:pt x="17368" y="372208"/>
                  </a:lnTo>
                  <a:lnTo>
                    <a:pt x="18711" y="371759"/>
                  </a:lnTo>
                  <a:lnTo>
                    <a:pt x="19681" y="371859"/>
                  </a:lnTo>
                  <a:lnTo>
                    <a:pt x="20396" y="369992"/>
                  </a:lnTo>
                  <a:lnTo>
                    <a:pt x="19984" y="366973"/>
                  </a:lnTo>
                  <a:lnTo>
                    <a:pt x="18942" y="366044"/>
                  </a:lnTo>
                  <a:lnTo>
                    <a:pt x="18072" y="365640"/>
                  </a:lnTo>
                  <a:lnTo>
                    <a:pt x="16404" y="360899"/>
                  </a:lnTo>
                  <a:lnTo>
                    <a:pt x="14664" y="358443"/>
                  </a:lnTo>
                  <a:lnTo>
                    <a:pt x="11562" y="348971"/>
                  </a:lnTo>
                  <a:lnTo>
                    <a:pt x="10426" y="342470"/>
                  </a:lnTo>
                  <a:lnTo>
                    <a:pt x="9371" y="343087"/>
                  </a:lnTo>
                  <a:lnTo>
                    <a:pt x="8859" y="340255"/>
                  </a:lnTo>
                  <a:lnTo>
                    <a:pt x="8491" y="337573"/>
                  </a:lnTo>
                  <a:lnTo>
                    <a:pt x="8418" y="335600"/>
                  </a:lnTo>
                  <a:lnTo>
                    <a:pt x="6764" y="334471"/>
                  </a:lnTo>
                  <a:lnTo>
                    <a:pt x="6696" y="333088"/>
                  </a:lnTo>
                  <a:lnTo>
                    <a:pt x="6399" y="326921"/>
                  </a:lnTo>
                  <a:lnTo>
                    <a:pt x="4624" y="326092"/>
                  </a:lnTo>
                  <a:lnTo>
                    <a:pt x="3477" y="322631"/>
                  </a:lnTo>
                  <a:lnTo>
                    <a:pt x="3272" y="316082"/>
                  </a:lnTo>
                  <a:lnTo>
                    <a:pt x="2103" y="314890"/>
                  </a:lnTo>
                  <a:lnTo>
                    <a:pt x="1163" y="315220"/>
                  </a:lnTo>
                  <a:lnTo>
                    <a:pt x="1207" y="313597"/>
                  </a:lnTo>
                  <a:lnTo>
                    <a:pt x="1431" y="312074"/>
                  </a:lnTo>
                  <a:lnTo>
                    <a:pt x="882" y="306037"/>
                  </a:lnTo>
                  <a:lnTo>
                    <a:pt x="699" y="300527"/>
                  </a:lnTo>
                  <a:lnTo>
                    <a:pt x="252" y="298863"/>
                  </a:lnTo>
                  <a:lnTo>
                    <a:pt x="0" y="296916"/>
                  </a:lnTo>
                  <a:lnTo>
                    <a:pt x="227" y="295233"/>
                  </a:lnTo>
                  <a:lnTo>
                    <a:pt x="559" y="294266"/>
                  </a:lnTo>
                  <a:lnTo>
                    <a:pt x="1704" y="294012"/>
                  </a:lnTo>
                  <a:lnTo>
                    <a:pt x="2774" y="295500"/>
                  </a:lnTo>
                  <a:lnTo>
                    <a:pt x="3723" y="299253"/>
                  </a:lnTo>
                  <a:lnTo>
                    <a:pt x="4561" y="299740"/>
                  </a:lnTo>
                  <a:lnTo>
                    <a:pt x="5703" y="298764"/>
                  </a:lnTo>
                  <a:lnTo>
                    <a:pt x="6502" y="296028"/>
                  </a:lnTo>
                  <a:lnTo>
                    <a:pt x="6958" y="291923"/>
                  </a:lnTo>
                  <a:lnTo>
                    <a:pt x="7491" y="288013"/>
                  </a:lnTo>
                  <a:lnTo>
                    <a:pt x="6861" y="283831"/>
                  </a:lnTo>
                  <a:lnTo>
                    <a:pt x="6187" y="280157"/>
                  </a:lnTo>
                  <a:lnTo>
                    <a:pt x="6140" y="279078"/>
                  </a:lnTo>
                  <a:lnTo>
                    <a:pt x="7907" y="275979"/>
                  </a:lnTo>
                  <a:lnTo>
                    <a:pt x="8447" y="273458"/>
                  </a:lnTo>
                  <a:lnTo>
                    <a:pt x="9033" y="271059"/>
                  </a:lnTo>
                  <a:lnTo>
                    <a:pt x="9679" y="270242"/>
                  </a:lnTo>
                  <a:lnTo>
                    <a:pt x="10641" y="270056"/>
                  </a:lnTo>
                  <a:lnTo>
                    <a:pt x="11762" y="269604"/>
                  </a:lnTo>
                  <a:lnTo>
                    <a:pt x="13174" y="267998"/>
                  </a:lnTo>
                  <a:lnTo>
                    <a:pt x="14441" y="265847"/>
                  </a:lnTo>
                  <a:lnTo>
                    <a:pt x="15408" y="263875"/>
                  </a:lnTo>
                  <a:lnTo>
                    <a:pt x="15737" y="259972"/>
                  </a:lnTo>
                  <a:lnTo>
                    <a:pt x="15750" y="258011"/>
                  </a:lnTo>
                  <a:lnTo>
                    <a:pt x="16176" y="256555"/>
                  </a:lnTo>
                  <a:lnTo>
                    <a:pt x="16588" y="253712"/>
                  </a:lnTo>
                  <a:lnTo>
                    <a:pt x="16187" y="250907"/>
                  </a:lnTo>
                  <a:lnTo>
                    <a:pt x="14939" y="246652"/>
                  </a:lnTo>
                  <a:lnTo>
                    <a:pt x="13435" y="240668"/>
                  </a:lnTo>
                  <a:lnTo>
                    <a:pt x="13199" y="237402"/>
                  </a:lnTo>
                  <a:lnTo>
                    <a:pt x="13884" y="236796"/>
                  </a:lnTo>
                  <a:lnTo>
                    <a:pt x="15195" y="236255"/>
                  </a:lnTo>
                  <a:lnTo>
                    <a:pt x="17674" y="236098"/>
                  </a:lnTo>
                  <a:lnTo>
                    <a:pt x="17939" y="235712"/>
                  </a:lnTo>
                  <a:lnTo>
                    <a:pt x="18190" y="234282"/>
                  </a:lnTo>
                  <a:lnTo>
                    <a:pt x="18748" y="232340"/>
                  </a:lnTo>
                  <a:lnTo>
                    <a:pt x="19345" y="230926"/>
                  </a:lnTo>
                  <a:lnTo>
                    <a:pt x="19753" y="228903"/>
                  </a:lnTo>
                  <a:lnTo>
                    <a:pt x="19950" y="227071"/>
                  </a:lnTo>
                  <a:lnTo>
                    <a:pt x="18532" y="224311"/>
                  </a:lnTo>
                  <a:lnTo>
                    <a:pt x="16674" y="221486"/>
                  </a:lnTo>
                  <a:lnTo>
                    <a:pt x="15416" y="220550"/>
                  </a:lnTo>
                  <a:lnTo>
                    <a:pt x="13175" y="218172"/>
                  </a:lnTo>
                  <a:lnTo>
                    <a:pt x="11602" y="216184"/>
                  </a:lnTo>
                  <a:lnTo>
                    <a:pt x="12503" y="208616"/>
                  </a:lnTo>
                  <a:lnTo>
                    <a:pt x="13174" y="202985"/>
                  </a:lnTo>
                  <a:lnTo>
                    <a:pt x="13282" y="201616"/>
                  </a:lnTo>
                  <a:lnTo>
                    <a:pt x="13307" y="199493"/>
                  </a:lnTo>
                  <a:lnTo>
                    <a:pt x="11132" y="190442"/>
                  </a:lnTo>
                  <a:lnTo>
                    <a:pt x="11216" y="188429"/>
                  </a:lnTo>
                  <a:lnTo>
                    <a:pt x="11423" y="186617"/>
                  </a:lnTo>
                  <a:lnTo>
                    <a:pt x="11191" y="183527"/>
                  </a:lnTo>
                  <a:lnTo>
                    <a:pt x="11064" y="180762"/>
                  </a:lnTo>
                  <a:lnTo>
                    <a:pt x="11437" y="179924"/>
                  </a:lnTo>
                  <a:lnTo>
                    <a:pt x="12325" y="178364"/>
                  </a:lnTo>
                  <a:lnTo>
                    <a:pt x="11478" y="175945"/>
                  </a:lnTo>
                  <a:lnTo>
                    <a:pt x="11410" y="175748"/>
                  </a:lnTo>
                  <a:lnTo>
                    <a:pt x="9813" y="169764"/>
                  </a:lnTo>
                  <a:lnTo>
                    <a:pt x="12255" y="163838"/>
                  </a:lnTo>
                  <a:lnTo>
                    <a:pt x="11830" y="160773"/>
                  </a:lnTo>
                  <a:lnTo>
                    <a:pt x="13289" y="158550"/>
                  </a:lnTo>
                  <a:lnTo>
                    <a:pt x="15944" y="153457"/>
                  </a:lnTo>
                  <a:lnTo>
                    <a:pt x="17438" y="150593"/>
                  </a:lnTo>
                  <a:lnTo>
                    <a:pt x="17755" y="150092"/>
                  </a:lnTo>
                  <a:lnTo>
                    <a:pt x="18937" y="148834"/>
                  </a:lnTo>
                  <a:lnTo>
                    <a:pt x="21179" y="147342"/>
                  </a:lnTo>
                  <a:lnTo>
                    <a:pt x="23664" y="146615"/>
                  </a:lnTo>
                  <a:lnTo>
                    <a:pt x="24770" y="146624"/>
                  </a:lnTo>
                  <a:lnTo>
                    <a:pt x="29041" y="147634"/>
                  </a:lnTo>
                  <a:lnTo>
                    <a:pt x="32376" y="148420"/>
                  </a:lnTo>
                  <a:lnTo>
                    <a:pt x="32862" y="147631"/>
                  </a:lnTo>
                  <a:lnTo>
                    <a:pt x="33558" y="146012"/>
                  </a:lnTo>
                  <a:lnTo>
                    <a:pt x="34455" y="143706"/>
                  </a:lnTo>
                  <a:lnTo>
                    <a:pt x="34534" y="141142"/>
                  </a:lnTo>
                  <a:lnTo>
                    <a:pt x="34210" y="137377"/>
                  </a:lnTo>
                  <a:lnTo>
                    <a:pt x="33724" y="135123"/>
                  </a:lnTo>
                  <a:lnTo>
                    <a:pt x="31375" y="133658"/>
                  </a:lnTo>
                  <a:lnTo>
                    <a:pt x="28806" y="131650"/>
                  </a:lnTo>
                  <a:lnTo>
                    <a:pt x="31965" y="125290"/>
                  </a:lnTo>
                  <a:lnTo>
                    <a:pt x="34155" y="120876"/>
                  </a:lnTo>
                  <a:lnTo>
                    <a:pt x="36886" y="114236"/>
                  </a:lnTo>
                  <a:lnTo>
                    <a:pt x="37736" y="111473"/>
                  </a:lnTo>
                  <a:lnTo>
                    <a:pt x="38350" y="110377"/>
                  </a:lnTo>
                  <a:lnTo>
                    <a:pt x="39154" y="100185"/>
                  </a:lnTo>
                  <a:lnTo>
                    <a:pt x="39687" y="97334"/>
                  </a:lnTo>
                  <a:lnTo>
                    <a:pt x="40133" y="95845"/>
                  </a:lnTo>
                  <a:lnTo>
                    <a:pt x="40139" y="94316"/>
                  </a:lnTo>
                  <a:lnTo>
                    <a:pt x="39850" y="91737"/>
                  </a:lnTo>
                  <a:lnTo>
                    <a:pt x="39082" y="85914"/>
                  </a:lnTo>
                  <a:lnTo>
                    <a:pt x="43394" y="85194"/>
                  </a:lnTo>
                  <a:lnTo>
                    <a:pt x="44799" y="84786"/>
                  </a:lnTo>
                  <a:lnTo>
                    <a:pt x="46103" y="84090"/>
                  </a:lnTo>
                  <a:lnTo>
                    <a:pt x="48653" y="82288"/>
                  </a:lnTo>
                  <a:lnTo>
                    <a:pt x="49906" y="80695"/>
                  </a:lnTo>
                  <a:lnTo>
                    <a:pt x="49205" y="75262"/>
                  </a:lnTo>
                  <a:lnTo>
                    <a:pt x="50748" y="73422"/>
                  </a:lnTo>
                  <a:lnTo>
                    <a:pt x="54513" y="67017"/>
                  </a:lnTo>
                  <a:lnTo>
                    <a:pt x="58582" y="60884"/>
                  </a:lnTo>
                  <a:lnTo>
                    <a:pt x="60490" y="58562"/>
                  </a:lnTo>
                  <a:lnTo>
                    <a:pt x="60688" y="57428"/>
                  </a:lnTo>
                  <a:lnTo>
                    <a:pt x="60844" y="55605"/>
                  </a:lnTo>
                  <a:lnTo>
                    <a:pt x="59997" y="52740"/>
                  </a:lnTo>
                  <a:lnTo>
                    <a:pt x="59086" y="50966"/>
                  </a:lnTo>
                  <a:lnTo>
                    <a:pt x="57313" y="47604"/>
                  </a:lnTo>
                  <a:lnTo>
                    <a:pt x="58074" y="45259"/>
                  </a:lnTo>
                  <a:lnTo>
                    <a:pt x="59381" y="44803"/>
                  </a:lnTo>
                  <a:lnTo>
                    <a:pt x="61107" y="43883"/>
                  </a:lnTo>
                  <a:lnTo>
                    <a:pt x="62453" y="41879"/>
                  </a:lnTo>
                  <a:lnTo>
                    <a:pt x="62585" y="41621"/>
                  </a:lnTo>
                  <a:lnTo>
                    <a:pt x="64864" y="33740"/>
                  </a:lnTo>
                  <a:lnTo>
                    <a:pt x="69316" y="29748"/>
                  </a:lnTo>
                  <a:lnTo>
                    <a:pt x="71090" y="27570"/>
                  </a:lnTo>
                  <a:lnTo>
                    <a:pt x="73853" y="29207"/>
                  </a:lnTo>
                  <a:lnTo>
                    <a:pt x="77904" y="31675"/>
                  </a:lnTo>
                  <a:lnTo>
                    <a:pt x="79705" y="28042"/>
                  </a:lnTo>
                  <a:lnTo>
                    <a:pt x="80301" y="26695"/>
                  </a:lnTo>
                  <a:lnTo>
                    <a:pt x="80895" y="24709"/>
                  </a:lnTo>
                  <a:lnTo>
                    <a:pt x="80657" y="21276"/>
                  </a:lnTo>
                  <a:lnTo>
                    <a:pt x="80555" y="16816"/>
                  </a:lnTo>
                  <a:lnTo>
                    <a:pt x="80734" y="15024"/>
                  </a:lnTo>
                  <a:lnTo>
                    <a:pt x="82350" y="14226"/>
                  </a:lnTo>
                  <a:lnTo>
                    <a:pt x="83219" y="14019"/>
                  </a:lnTo>
                  <a:lnTo>
                    <a:pt x="87722" y="15862"/>
                  </a:lnTo>
                  <a:lnTo>
                    <a:pt x="88854" y="15830"/>
                  </a:lnTo>
                  <a:lnTo>
                    <a:pt x="90976" y="16078"/>
                  </a:lnTo>
                  <a:lnTo>
                    <a:pt x="93351" y="16888"/>
                  </a:lnTo>
                  <a:lnTo>
                    <a:pt x="98325" y="19042"/>
                  </a:lnTo>
                  <a:lnTo>
                    <a:pt x="100383" y="19933"/>
                  </a:lnTo>
                  <a:lnTo>
                    <a:pt x="101531" y="20107"/>
                  </a:lnTo>
                  <a:lnTo>
                    <a:pt x="102522" y="19102"/>
                  </a:lnTo>
                  <a:lnTo>
                    <a:pt x="104641" y="16527"/>
                  </a:lnTo>
                  <a:lnTo>
                    <a:pt x="101520" y="14621"/>
                  </a:lnTo>
                  <a:lnTo>
                    <a:pt x="103575" y="12692"/>
                  </a:lnTo>
                  <a:lnTo>
                    <a:pt x="104641" y="10747"/>
                  </a:lnTo>
                  <a:lnTo>
                    <a:pt x="105555" y="8356"/>
                  </a:lnTo>
                  <a:lnTo>
                    <a:pt x="105884" y="5559"/>
                  </a:lnTo>
                  <a:lnTo>
                    <a:pt x="105758" y="4054"/>
                  </a:lnTo>
                  <a:lnTo>
                    <a:pt x="105127" y="3029"/>
                  </a:lnTo>
                  <a:lnTo>
                    <a:pt x="103221" y="471"/>
                  </a:lnTo>
                  <a:lnTo>
                    <a:pt x="107540" y="105"/>
                  </a:lnTo>
                  <a:lnTo>
                    <a:pt x="109038" y="0"/>
                  </a:lnTo>
                  <a:lnTo>
                    <a:pt x="112180" y="1685"/>
                  </a:lnTo>
                  <a:lnTo>
                    <a:pt x="112317" y="2050"/>
                  </a:lnTo>
                  <a:lnTo>
                    <a:pt x="112339" y="2928"/>
                  </a:lnTo>
                  <a:lnTo>
                    <a:pt x="112449" y="3839"/>
                  </a:lnTo>
                  <a:lnTo>
                    <a:pt x="115497" y="6148"/>
                  </a:lnTo>
                  <a:lnTo>
                    <a:pt x="116376" y="7369"/>
                  </a:lnTo>
                  <a:lnTo>
                    <a:pt x="118247" y="9226"/>
                  </a:lnTo>
                  <a:lnTo>
                    <a:pt x="118743" y="10229"/>
                  </a:lnTo>
                  <a:lnTo>
                    <a:pt x="120476" y="11402"/>
                  </a:lnTo>
                  <a:lnTo>
                    <a:pt x="121719" y="12656"/>
                  </a:lnTo>
                  <a:lnTo>
                    <a:pt x="123171" y="13673"/>
                  </a:lnTo>
                  <a:lnTo>
                    <a:pt x="124865" y="15254"/>
                  </a:lnTo>
                  <a:lnTo>
                    <a:pt x="127140" y="16514"/>
                  </a:lnTo>
                  <a:lnTo>
                    <a:pt x="129062" y="16925"/>
                  </a:lnTo>
                  <a:lnTo>
                    <a:pt x="133899" y="19084"/>
                  </a:lnTo>
                  <a:lnTo>
                    <a:pt x="134724" y="19784"/>
                  </a:lnTo>
                  <a:lnTo>
                    <a:pt x="136119" y="21287"/>
                  </a:lnTo>
                  <a:lnTo>
                    <a:pt x="137529" y="23027"/>
                  </a:lnTo>
                  <a:lnTo>
                    <a:pt x="138503" y="26601"/>
                  </a:lnTo>
                  <a:lnTo>
                    <a:pt x="140069" y="26787"/>
                  </a:lnTo>
                  <a:lnTo>
                    <a:pt x="140493" y="28018"/>
                  </a:lnTo>
                  <a:lnTo>
                    <a:pt x="141860" y="30126"/>
                  </a:lnTo>
                  <a:lnTo>
                    <a:pt x="143755" y="31986"/>
                  </a:lnTo>
                  <a:lnTo>
                    <a:pt x="143686" y="32612"/>
                  </a:lnTo>
                  <a:lnTo>
                    <a:pt x="142178" y="34326"/>
                  </a:lnTo>
                  <a:lnTo>
                    <a:pt x="142016" y="36649"/>
                  </a:lnTo>
                  <a:lnTo>
                    <a:pt x="142159" y="39615"/>
                  </a:lnTo>
                  <a:lnTo>
                    <a:pt x="142632" y="42035"/>
                  </a:lnTo>
                  <a:lnTo>
                    <a:pt x="142583" y="42742"/>
                  </a:lnTo>
                  <a:lnTo>
                    <a:pt x="142208" y="43576"/>
                  </a:lnTo>
                  <a:lnTo>
                    <a:pt x="141759" y="44884"/>
                  </a:lnTo>
                  <a:lnTo>
                    <a:pt x="141598" y="46027"/>
                  </a:lnTo>
                  <a:lnTo>
                    <a:pt x="141637" y="46587"/>
                  </a:lnTo>
                  <a:lnTo>
                    <a:pt x="141789" y="46891"/>
                  </a:lnTo>
                  <a:lnTo>
                    <a:pt x="142584" y="46914"/>
                  </a:lnTo>
                  <a:lnTo>
                    <a:pt x="144008" y="47184"/>
                  </a:lnTo>
                  <a:lnTo>
                    <a:pt x="144845" y="47691"/>
                  </a:lnTo>
                  <a:lnTo>
                    <a:pt x="145320" y="50477"/>
                  </a:lnTo>
                  <a:lnTo>
                    <a:pt x="145160" y="51012"/>
                  </a:lnTo>
                  <a:lnTo>
                    <a:pt x="143959" y="52273"/>
                  </a:lnTo>
                  <a:lnTo>
                    <a:pt x="143608" y="53274"/>
                  </a:lnTo>
                  <a:lnTo>
                    <a:pt x="143573" y="54746"/>
                  </a:lnTo>
                  <a:lnTo>
                    <a:pt x="143785" y="56363"/>
                  </a:lnTo>
                  <a:lnTo>
                    <a:pt x="144198" y="58174"/>
                  </a:lnTo>
                  <a:lnTo>
                    <a:pt x="145137" y="60110"/>
                  </a:lnTo>
                  <a:lnTo>
                    <a:pt x="146407" y="62136"/>
                  </a:lnTo>
                  <a:lnTo>
                    <a:pt x="147241" y="63797"/>
                  </a:lnTo>
                  <a:lnTo>
                    <a:pt x="147635" y="64967"/>
                  </a:lnTo>
                  <a:lnTo>
                    <a:pt x="147779" y="65785"/>
                  </a:lnTo>
                  <a:lnTo>
                    <a:pt x="147207" y="66814"/>
                  </a:lnTo>
                  <a:lnTo>
                    <a:pt x="146692" y="68848"/>
                  </a:lnTo>
                  <a:lnTo>
                    <a:pt x="146597" y="71179"/>
                  </a:lnTo>
                  <a:lnTo>
                    <a:pt x="146363" y="72698"/>
                  </a:lnTo>
                  <a:lnTo>
                    <a:pt x="145245" y="74788"/>
                  </a:lnTo>
                  <a:lnTo>
                    <a:pt x="144472" y="75530"/>
                  </a:lnTo>
                  <a:lnTo>
                    <a:pt x="144252" y="76634"/>
                  </a:lnTo>
                  <a:lnTo>
                    <a:pt x="144157" y="78486"/>
                  </a:lnTo>
                  <a:lnTo>
                    <a:pt x="144384" y="80744"/>
                  </a:lnTo>
                  <a:lnTo>
                    <a:pt x="144462" y="82271"/>
                  </a:lnTo>
                  <a:lnTo>
                    <a:pt x="144700" y="83370"/>
                  </a:lnTo>
                  <a:lnTo>
                    <a:pt x="145051" y="84087"/>
                  </a:lnTo>
                  <a:lnTo>
                    <a:pt x="146844" y="85355"/>
                  </a:lnTo>
                  <a:lnTo>
                    <a:pt x="147849" y="87953"/>
                  </a:lnTo>
                  <a:lnTo>
                    <a:pt x="148475" y="900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8"/>
            <p:cNvSpPr/>
            <p:nvPr/>
          </p:nvSpPr>
          <p:spPr>
            <a:xfrm>
              <a:off x="3553210" y="4394750"/>
              <a:ext cx="15252" cy="46303"/>
            </a:xfrm>
            <a:custGeom>
              <a:avLst/>
              <a:pathLst>
                <a:path w="15252" h="46303">
                  <a:moveTo>
                    <a:pt x="13357" y="6342"/>
                  </a:moveTo>
                  <a:lnTo>
                    <a:pt x="13590" y="6775"/>
                  </a:lnTo>
                  <a:lnTo>
                    <a:pt x="14650" y="8137"/>
                  </a:lnTo>
                  <a:lnTo>
                    <a:pt x="14745" y="10849"/>
                  </a:lnTo>
                  <a:lnTo>
                    <a:pt x="14643" y="13949"/>
                  </a:lnTo>
                  <a:lnTo>
                    <a:pt x="14430" y="15905"/>
                  </a:lnTo>
                  <a:lnTo>
                    <a:pt x="14509" y="17853"/>
                  </a:lnTo>
                  <a:lnTo>
                    <a:pt x="14850" y="20886"/>
                  </a:lnTo>
                  <a:lnTo>
                    <a:pt x="15172" y="22961"/>
                  </a:lnTo>
                  <a:lnTo>
                    <a:pt x="15252" y="32400"/>
                  </a:lnTo>
                  <a:lnTo>
                    <a:pt x="14893" y="31967"/>
                  </a:lnTo>
                  <a:lnTo>
                    <a:pt x="14238" y="31563"/>
                  </a:lnTo>
                  <a:lnTo>
                    <a:pt x="13892" y="31750"/>
                  </a:lnTo>
                  <a:lnTo>
                    <a:pt x="13575" y="35981"/>
                  </a:lnTo>
                  <a:lnTo>
                    <a:pt x="13333" y="42274"/>
                  </a:lnTo>
                  <a:lnTo>
                    <a:pt x="13474" y="46181"/>
                  </a:lnTo>
                  <a:lnTo>
                    <a:pt x="10991" y="46303"/>
                  </a:lnTo>
                  <a:lnTo>
                    <a:pt x="7848" y="45876"/>
                  </a:lnTo>
                  <a:lnTo>
                    <a:pt x="5598" y="44187"/>
                  </a:lnTo>
                  <a:lnTo>
                    <a:pt x="3174" y="40462"/>
                  </a:lnTo>
                  <a:lnTo>
                    <a:pt x="1732" y="34656"/>
                  </a:lnTo>
                  <a:lnTo>
                    <a:pt x="1102" y="31009"/>
                  </a:lnTo>
                  <a:lnTo>
                    <a:pt x="221" y="30798"/>
                  </a:lnTo>
                  <a:lnTo>
                    <a:pt x="78" y="30178"/>
                  </a:lnTo>
                  <a:lnTo>
                    <a:pt x="0" y="25728"/>
                  </a:lnTo>
                  <a:lnTo>
                    <a:pt x="17" y="21053"/>
                  </a:lnTo>
                  <a:lnTo>
                    <a:pt x="182" y="19812"/>
                  </a:lnTo>
                  <a:lnTo>
                    <a:pt x="1814" y="14058"/>
                  </a:lnTo>
                  <a:lnTo>
                    <a:pt x="2828" y="10483"/>
                  </a:lnTo>
                  <a:lnTo>
                    <a:pt x="3459" y="7023"/>
                  </a:lnTo>
                  <a:lnTo>
                    <a:pt x="4831" y="2966"/>
                  </a:lnTo>
                  <a:lnTo>
                    <a:pt x="6302" y="372"/>
                  </a:lnTo>
                  <a:lnTo>
                    <a:pt x="6848" y="0"/>
                  </a:lnTo>
                  <a:lnTo>
                    <a:pt x="7222" y="106"/>
                  </a:lnTo>
                  <a:lnTo>
                    <a:pt x="9815" y="3673"/>
                  </a:lnTo>
                  <a:lnTo>
                    <a:pt x="12474" y="7052"/>
                  </a:lnTo>
                  <a:lnTo>
                    <a:pt x="13052" y="66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399"/>
            <p:cNvSpPr/>
            <p:nvPr/>
          </p:nvSpPr>
          <p:spPr>
            <a:xfrm>
              <a:off x="2472463" y="3100150"/>
              <a:ext cx="1306" cy="1470"/>
            </a:xfrm>
            <a:custGeom>
              <a:avLst/>
              <a:pathLst>
                <a:path w="1306" h="1470">
                  <a:moveTo>
                    <a:pt x="19" y="0"/>
                  </a:moveTo>
                  <a:lnTo>
                    <a:pt x="1306" y="0"/>
                  </a:lnTo>
                  <a:lnTo>
                    <a:pt x="1293" y="695"/>
                  </a:lnTo>
                  <a:lnTo>
                    <a:pt x="1169" y="1470"/>
                  </a:lnTo>
                  <a:lnTo>
                    <a:pt x="394" y="813"/>
                  </a:lnTo>
                  <a:lnTo>
                    <a:pt x="0" y="1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0"/>
            <p:cNvSpPr/>
            <p:nvPr/>
          </p:nvSpPr>
          <p:spPr>
            <a:xfrm>
              <a:off x="3836261" y="3768778"/>
              <a:ext cx="1836" cy="6700"/>
            </a:xfrm>
            <a:custGeom>
              <a:avLst/>
              <a:pathLst>
                <a:path w="1836" h="6700">
                  <a:moveTo>
                    <a:pt x="1805" y="3967"/>
                  </a:moveTo>
                  <a:lnTo>
                    <a:pt x="1836" y="6700"/>
                  </a:lnTo>
                  <a:lnTo>
                    <a:pt x="1281" y="5785"/>
                  </a:lnTo>
                  <a:lnTo>
                    <a:pt x="1126" y="4019"/>
                  </a:lnTo>
                  <a:lnTo>
                    <a:pt x="384" y="2703"/>
                  </a:lnTo>
                  <a:lnTo>
                    <a:pt x="0" y="1491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1"/>
            <p:cNvSpPr/>
            <p:nvPr/>
          </p:nvSpPr>
          <p:spPr>
            <a:xfrm>
              <a:off x="3610485" y="2531971"/>
              <a:ext cx="75891" cy="147153"/>
            </a:xfrm>
            <a:custGeom>
              <a:avLst/>
              <a:pathLst>
                <a:path w="75891" h="147153">
                  <a:moveTo>
                    <a:pt x="75890" y="5574"/>
                  </a:moveTo>
                  <a:lnTo>
                    <a:pt x="75891" y="5976"/>
                  </a:lnTo>
                  <a:lnTo>
                    <a:pt x="75788" y="6993"/>
                  </a:lnTo>
                  <a:lnTo>
                    <a:pt x="74490" y="9932"/>
                  </a:lnTo>
                  <a:lnTo>
                    <a:pt x="72725" y="13924"/>
                  </a:lnTo>
                  <a:lnTo>
                    <a:pt x="71460" y="16442"/>
                  </a:lnTo>
                  <a:lnTo>
                    <a:pt x="69325" y="20687"/>
                  </a:lnTo>
                  <a:lnTo>
                    <a:pt x="67733" y="21596"/>
                  </a:lnTo>
                  <a:lnTo>
                    <a:pt x="65047" y="23125"/>
                  </a:lnTo>
                  <a:lnTo>
                    <a:pt x="64327" y="24610"/>
                  </a:lnTo>
                  <a:lnTo>
                    <a:pt x="63657" y="27005"/>
                  </a:lnTo>
                  <a:lnTo>
                    <a:pt x="63264" y="30281"/>
                  </a:lnTo>
                  <a:lnTo>
                    <a:pt x="63148" y="32333"/>
                  </a:lnTo>
                  <a:lnTo>
                    <a:pt x="63077" y="36164"/>
                  </a:lnTo>
                  <a:lnTo>
                    <a:pt x="63705" y="40136"/>
                  </a:lnTo>
                  <a:lnTo>
                    <a:pt x="64309" y="43948"/>
                  </a:lnTo>
                  <a:lnTo>
                    <a:pt x="64386" y="46470"/>
                  </a:lnTo>
                  <a:lnTo>
                    <a:pt x="64326" y="48957"/>
                  </a:lnTo>
                  <a:lnTo>
                    <a:pt x="63741" y="51611"/>
                  </a:lnTo>
                  <a:lnTo>
                    <a:pt x="63108" y="55250"/>
                  </a:lnTo>
                  <a:lnTo>
                    <a:pt x="62741" y="59366"/>
                  </a:lnTo>
                  <a:lnTo>
                    <a:pt x="62548" y="67072"/>
                  </a:lnTo>
                  <a:lnTo>
                    <a:pt x="62543" y="73634"/>
                  </a:lnTo>
                  <a:lnTo>
                    <a:pt x="62491" y="74707"/>
                  </a:lnTo>
                  <a:lnTo>
                    <a:pt x="61390" y="79337"/>
                  </a:lnTo>
                  <a:lnTo>
                    <a:pt x="60101" y="84752"/>
                  </a:lnTo>
                  <a:lnTo>
                    <a:pt x="59503" y="86008"/>
                  </a:lnTo>
                  <a:lnTo>
                    <a:pt x="56677" y="87619"/>
                  </a:lnTo>
                  <a:lnTo>
                    <a:pt x="53593" y="91587"/>
                  </a:lnTo>
                  <a:lnTo>
                    <a:pt x="50146" y="96022"/>
                  </a:lnTo>
                  <a:lnTo>
                    <a:pt x="47016" y="100049"/>
                  </a:lnTo>
                  <a:lnTo>
                    <a:pt x="43730" y="104275"/>
                  </a:lnTo>
                  <a:lnTo>
                    <a:pt x="40323" y="108659"/>
                  </a:lnTo>
                  <a:lnTo>
                    <a:pt x="37887" y="111791"/>
                  </a:lnTo>
                  <a:lnTo>
                    <a:pt x="34628" y="115981"/>
                  </a:lnTo>
                  <a:lnTo>
                    <a:pt x="31660" y="119988"/>
                  </a:lnTo>
                  <a:lnTo>
                    <a:pt x="28653" y="124048"/>
                  </a:lnTo>
                  <a:lnTo>
                    <a:pt x="26368" y="127131"/>
                  </a:lnTo>
                  <a:lnTo>
                    <a:pt x="22897" y="132008"/>
                  </a:lnTo>
                  <a:lnTo>
                    <a:pt x="20863" y="134868"/>
                  </a:lnTo>
                  <a:lnTo>
                    <a:pt x="17873" y="139072"/>
                  </a:lnTo>
                  <a:lnTo>
                    <a:pt x="15242" y="142773"/>
                  </a:lnTo>
                  <a:lnTo>
                    <a:pt x="12128" y="147153"/>
                  </a:lnTo>
                  <a:lnTo>
                    <a:pt x="8225" y="145852"/>
                  </a:lnTo>
                  <a:lnTo>
                    <a:pt x="6992" y="145096"/>
                  </a:lnTo>
                  <a:lnTo>
                    <a:pt x="5982" y="143011"/>
                  </a:lnTo>
                  <a:lnTo>
                    <a:pt x="5239" y="141898"/>
                  </a:lnTo>
                  <a:lnTo>
                    <a:pt x="3395" y="140756"/>
                  </a:lnTo>
                  <a:lnTo>
                    <a:pt x="2209" y="136828"/>
                  </a:lnTo>
                  <a:lnTo>
                    <a:pt x="1499" y="135437"/>
                  </a:lnTo>
                  <a:lnTo>
                    <a:pt x="263" y="134813"/>
                  </a:lnTo>
                  <a:lnTo>
                    <a:pt x="425" y="133412"/>
                  </a:lnTo>
                  <a:lnTo>
                    <a:pt x="1063" y="131047"/>
                  </a:lnTo>
                  <a:lnTo>
                    <a:pt x="1714" y="128469"/>
                  </a:lnTo>
                  <a:lnTo>
                    <a:pt x="1353" y="127036"/>
                  </a:lnTo>
                  <a:lnTo>
                    <a:pt x="1235" y="125817"/>
                  </a:lnTo>
                  <a:lnTo>
                    <a:pt x="1192" y="124362"/>
                  </a:lnTo>
                  <a:lnTo>
                    <a:pt x="1636" y="122970"/>
                  </a:lnTo>
                  <a:lnTo>
                    <a:pt x="1427" y="121292"/>
                  </a:lnTo>
                  <a:lnTo>
                    <a:pt x="1085" y="119605"/>
                  </a:lnTo>
                  <a:lnTo>
                    <a:pt x="835" y="118758"/>
                  </a:lnTo>
                  <a:lnTo>
                    <a:pt x="836" y="117213"/>
                  </a:lnTo>
                  <a:lnTo>
                    <a:pt x="1002" y="116033"/>
                  </a:lnTo>
                  <a:lnTo>
                    <a:pt x="1204" y="114222"/>
                  </a:lnTo>
                  <a:lnTo>
                    <a:pt x="1729" y="113228"/>
                  </a:lnTo>
                  <a:lnTo>
                    <a:pt x="1865" y="112196"/>
                  </a:lnTo>
                  <a:lnTo>
                    <a:pt x="2337" y="111184"/>
                  </a:lnTo>
                  <a:lnTo>
                    <a:pt x="2966" y="110358"/>
                  </a:lnTo>
                  <a:lnTo>
                    <a:pt x="3107" y="109692"/>
                  </a:lnTo>
                  <a:lnTo>
                    <a:pt x="3017" y="109311"/>
                  </a:lnTo>
                  <a:lnTo>
                    <a:pt x="2384" y="108568"/>
                  </a:lnTo>
                  <a:lnTo>
                    <a:pt x="2047" y="107253"/>
                  </a:lnTo>
                  <a:lnTo>
                    <a:pt x="2347" y="105337"/>
                  </a:lnTo>
                  <a:lnTo>
                    <a:pt x="2551" y="104740"/>
                  </a:lnTo>
                  <a:lnTo>
                    <a:pt x="2927" y="103815"/>
                  </a:lnTo>
                  <a:lnTo>
                    <a:pt x="3771" y="102407"/>
                  </a:lnTo>
                  <a:lnTo>
                    <a:pt x="4434" y="102173"/>
                  </a:lnTo>
                  <a:lnTo>
                    <a:pt x="5005" y="102172"/>
                  </a:lnTo>
                  <a:lnTo>
                    <a:pt x="5972" y="102289"/>
                  </a:lnTo>
                  <a:lnTo>
                    <a:pt x="6721" y="102541"/>
                  </a:lnTo>
                  <a:lnTo>
                    <a:pt x="6911" y="102177"/>
                  </a:lnTo>
                  <a:lnTo>
                    <a:pt x="6885" y="101711"/>
                  </a:lnTo>
                  <a:lnTo>
                    <a:pt x="5958" y="100557"/>
                  </a:lnTo>
                  <a:lnTo>
                    <a:pt x="5908" y="99638"/>
                  </a:lnTo>
                  <a:lnTo>
                    <a:pt x="6138" y="98653"/>
                  </a:lnTo>
                  <a:lnTo>
                    <a:pt x="6794" y="97096"/>
                  </a:lnTo>
                  <a:lnTo>
                    <a:pt x="7576" y="95957"/>
                  </a:lnTo>
                  <a:lnTo>
                    <a:pt x="7975" y="95751"/>
                  </a:lnTo>
                  <a:lnTo>
                    <a:pt x="8869" y="93461"/>
                  </a:lnTo>
                  <a:lnTo>
                    <a:pt x="9442" y="90893"/>
                  </a:lnTo>
                  <a:lnTo>
                    <a:pt x="8515" y="84654"/>
                  </a:lnTo>
                  <a:lnTo>
                    <a:pt x="7953" y="83656"/>
                  </a:lnTo>
                  <a:lnTo>
                    <a:pt x="7043" y="82799"/>
                  </a:lnTo>
                  <a:lnTo>
                    <a:pt x="6507" y="82667"/>
                  </a:lnTo>
                  <a:lnTo>
                    <a:pt x="6465" y="82262"/>
                  </a:lnTo>
                  <a:lnTo>
                    <a:pt x="7183" y="80679"/>
                  </a:lnTo>
                  <a:lnTo>
                    <a:pt x="7693" y="79303"/>
                  </a:lnTo>
                  <a:lnTo>
                    <a:pt x="7128" y="77990"/>
                  </a:lnTo>
                  <a:lnTo>
                    <a:pt x="6120" y="77375"/>
                  </a:lnTo>
                  <a:lnTo>
                    <a:pt x="5743" y="78730"/>
                  </a:lnTo>
                  <a:lnTo>
                    <a:pt x="4449" y="78855"/>
                  </a:lnTo>
                  <a:lnTo>
                    <a:pt x="2437" y="78838"/>
                  </a:lnTo>
                  <a:lnTo>
                    <a:pt x="1552" y="72252"/>
                  </a:lnTo>
                  <a:lnTo>
                    <a:pt x="1420" y="69399"/>
                  </a:lnTo>
                  <a:lnTo>
                    <a:pt x="1444" y="66100"/>
                  </a:lnTo>
                  <a:lnTo>
                    <a:pt x="2055" y="61268"/>
                  </a:lnTo>
                  <a:lnTo>
                    <a:pt x="1767" y="59031"/>
                  </a:lnTo>
                  <a:lnTo>
                    <a:pt x="1744" y="57523"/>
                  </a:lnTo>
                  <a:lnTo>
                    <a:pt x="1588" y="55450"/>
                  </a:lnTo>
                  <a:lnTo>
                    <a:pt x="0" y="50992"/>
                  </a:lnTo>
                  <a:lnTo>
                    <a:pt x="865" y="42788"/>
                  </a:lnTo>
                  <a:lnTo>
                    <a:pt x="1475" y="40798"/>
                  </a:lnTo>
                  <a:lnTo>
                    <a:pt x="2337" y="40990"/>
                  </a:lnTo>
                  <a:lnTo>
                    <a:pt x="4176" y="43313"/>
                  </a:lnTo>
                  <a:lnTo>
                    <a:pt x="4478" y="43241"/>
                  </a:lnTo>
                  <a:lnTo>
                    <a:pt x="5034" y="40178"/>
                  </a:lnTo>
                  <a:lnTo>
                    <a:pt x="5574" y="39139"/>
                  </a:lnTo>
                  <a:lnTo>
                    <a:pt x="6710" y="38229"/>
                  </a:lnTo>
                  <a:lnTo>
                    <a:pt x="7030" y="33272"/>
                  </a:lnTo>
                  <a:lnTo>
                    <a:pt x="7561" y="32320"/>
                  </a:lnTo>
                  <a:lnTo>
                    <a:pt x="8200" y="31811"/>
                  </a:lnTo>
                  <a:lnTo>
                    <a:pt x="9182" y="31716"/>
                  </a:lnTo>
                  <a:lnTo>
                    <a:pt x="10038" y="31418"/>
                  </a:lnTo>
                  <a:lnTo>
                    <a:pt x="10092" y="30545"/>
                  </a:lnTo>
                  <a:lnTo>
                    <a:pt x="8896" y="24816"/>
                  </a:lnTo>
                  <a:lnTo>
                    <a:pt x="9001" y="23370"/>
                  </a:lnTo>
                  <a:lnTo>
                    <a:pt x="9579" y="17608"/>
                  </a:lnTo>
                  <a:lnTo>
                    <a:pt x="9942" y="15353"/>
                  </a:lnTo>
                  <a:lnTo>
                    <a:pt x="10289" y="14618"/>
                  </a:lnTo>
                  <a:lnTo>
                    <a:pt x="11647" y="14910"/>
                  </a:lnTo>
                  <a:lnTo>
                    <a:pt x="13549" y="15923"/>
                  </a:lnTo>
                  <a:lnTo>
                    <a:pt x="14050" y="17577"/>
                  </a:lnTo>
                  <a:lnTo>
                    <a:pt x="14980" y="19048"/>
                  </a:lnTo>
                  <a:lnTo>
                    <a:pt x="16375" y="18951"/>
                  </a:lnTo>
                  <a:lnTo>
                    <a:pt x="17982" y="19227"/>
                  </a:lnTo>
                  <a:lnTo>
                    <a:pt x="19240" y="19323"/>
                  </a:lnTo>
                  <a:lnTo>
                    <a:pt x="20243" y="18289"/>
                  </a:lnTo>
                  <a:lnTo>
                    <a:pt x="22508" y="16357"/>
                  </a:lnTo>
                  <a:lnTo>
                    <a:pt x="23632" y="15710"/>
                  </a:lnTo>
                  <a:lnTo>
                    <a:pt x="24652" y="14852"/>
                  </a:lnTo>
                  <a:lnTo>
                    <a:pt x="27932" y="11692"/>
                  </a:lnTo>
                  <a:lnTo>
                    <a:pt x="29246" y="11934"/>
                  </a:lnTo>
                  <a:lnTo>
                    <a:pt x="30145" y="12351"/>
                  </a:lnTo>
                  <a:lnTo>
                    <a:pt x="30833" y="12854"/>
                  </a:lnTo>
                  <a:lnTo>
                    <a:pt x="32378" y="15015"/>
                  </a:lnTo>
                  <a:lnTo>
                    <a:pt x="33654" y="17202"/>
                  </a:lnTo>
                  <a:lnTo>
                    <a:pt x="34548" y="17852"/>
                  </a:lnTo>
                  <a:lnTo>
                    <a:pt x="36158" y="17805"/>
                  </a:lnTo>
                  <a:lnTo>
                    <a:pt x="38482" y="18222"/>
                  </a:lnTo>
                  <a:lnTo>
                    <a:pt x="41339" y="18192"/>
                  </a:lnTo>
                  <a:lnTo>
                    <a:pt x="43005" y="17582"/>
                  </a:lnTo>
                  <a:lnTo>
                    <a:pt x="45135" y="16507"/>
                  </a:lnTo>
                  <a:lnTo>
                    <a:pt x="48931" y="13923"/>
                  </a:lnTo>
                  <a:lnTo>
                    <a:pt x="53926" y="8521"/>
                  </a:lnTo>
                  <a:lnTo>
                    <a:pt x="56863" y="5896"/>
                  </a:lnTo>
                  <a:lnTo>
                    <a:pt x="58129" y="5588"/>
                  </a:lnTo>
                  <a:lnTo>
                    <a:pt x="59777" y="5557"/>
                  </a:lnTo>
                  <a:lnTo>
                    <a:pt x="61426" y="6245"/>
                  </a:lnTo>
                  <a:lnTo>
                    <a:pt x="63296" y="6735"/>
                  </a:lnTo>
                  <a:lnTo>
                    <a:pt x="64158" y="6691"/>
                  </a:lnTo>
                  <a:lnTo>
                    <a:pt x="66183" y="6149"/>
                  </a:lnTo>
                  <a:lnTo>
                    <a:pt x="68807" y="5057"/>
                  </a:lnTo>
                  <a:lnTo>
                    <a:pt x="70456" y="4162"/>
                  </a:lnTo>
                  <a:lnTo>
                    <a:pt x="72448" y="2695"/>
                  </a:lnTo>
                  <a:lnTo>
                    <a:pt x="73690" y="255"/>
                  </a:lnTo>
                  <a:lnTo>
                    <a:pt x="74092" y="0"/>
                  </a:lnTo>
                  <a:lnTo>
                    <a:pt x="74608" y="444"/>
                  </a:lnTo>
                  <a:lnTo>
                    <a:pt x="74849" y="611"/>
                  </a:lnTo>
                  <a:lnTo>
                    <a:pt x="75359" y="19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2"/>
            <p:cNvSpPr/>
            <p:nvPr/>
          </p:nvSpPr>
          <p:spPr>
            <a:xfrm>
              <a:off x="2366385" y="2988383"/>
              <a:ext cx="2279" cy="2840"/>
            </a:xfrm>
            <a:custGeom>
              <a:avLst/>
              <a:pathLst>
                <a:path w="2279" h="2840">
                  <a:moveTo>
                    <a:pt x="110" y="0"/>
                  </a:moveTo>
                  <a:lnTo>
                    <a:pt x="1423" y="1627"/>
                  </a:lnTo>
                  <a:lnTo>
                    <a:pt x="2216" y="1385"/>
                  </a:lnTo>
                  <a:lnTo>
                    <a:pt x="2279" y="1732"/>
                  </a:lnTo>
                  <a:lnTo>
                    <a:pt x="1850" y="2107"/>
                  </a:lnTo>
                  <a:lnTo>
                    <a:pt x="1745" y="2410"/>
                  </a:lnTo>
                  <a:lnTo>
                    <a:pt x="477" y="2840"/>
                  </a:lnTo>
                  <a:lnTo>
                    <a:pt x="79" y="2758"/>
                  </a:lnTo>
                  <a:lnTo>
                    <a:pt x="0" y="165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3"/>
            <p:cNvSpPr/>
            <p:nvPr/>
          </p:nvSpPr>
          <p:spPr>
            <a:xfrm>
              <a:off x="2372078" y="2988361"/>
              <a:ext cx="2425" cy="2966"/>
            </a:xfrm>
            <a:custGeom>
              <a:avLst/>
              <a:pathLst>
                <a:path w="2425" h="2966">
                  <a:moveTo>
                    <a:pt x="2143" y="2566"/>
                  </a:moveTo>
                  <a:lnTo>
                    <a:pt x="2097" y="2966"/>
                  </a:lnTo>
                  <a:lnTo>
                    <a:pt x="1448" y="1827"/>
                  </a:lnTo>
                  <a:lnTo>
                    <a:pt x="198" y="1816"/>
                  </a:lnTo>
                  <a:lnTo>
                    <a:pt x="0" y="255"/>
                  </a:lnTo>
                  <a:lnTo>
                    <a:pt x="477" y="0"/>
                  </a:lnTo>
                  <a:lnTo>
                    <a:pt x="2063" y="551"/>
                  </a:lnTo>
                  <a:lnTo>
                    <a:pt x="2425" y="190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4"/>
            <p:cNvSpPr/>
            <p:nvPr/>
          </p:nvSpPr>
          <p:spPr>
            <a:xfrm>
              <a:off x="2370106" y="2985412"/>
              <a:ext cx="1600" cy="3605"/>
            </a:xfrm>
            <a:custGeom>
              <a:avLst/>
              <a:pathLst>
                <a:path w="1600" h="3605">
                  <a:moveTo>
                    <a:pt x="1600" y="3294"/>
                  </a:moveTo>
                  <a:lnTo>
                    <a:pt x="1399" y="3605"/>
                  </a:lnTo>
                  <a:lnTo>
                    <a:pt x="731" y="2585"/>
                  </a:lnTo>
                  <a:lnTo>
                    <a:pt x="636" y="1768"/>
                  </a:lnTo>
                  <a:lnTo>
                    <a:pt x="397" y="1728"/>
                  </a:lnTo>
                  <a:lnTo>
                    <a:pt x="0" y="994"/>
                  </a:lnTo>
                  <a:lnTo>
                    <a:pt x="96" y="43"/>
                  </a:lnTo>
                  <a:lnTo>
                    <a:pt x="1006" y="0"/>
                  </a:lnTo>
                  <a:lnTo>
                    <a:pt x="1374" y="264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5"/>
            <p:cNvSpPr/>
            <p:nvPr/>
          </p:nvSpPr>
          <p:spPr>
            <a:xfrm>
              <a:off x="3353669" y="2941286"/>
              <a:ext cx="121239" cy="471895"/>
            </a:xfrm>
            <a:custGeom>
              <a:avLst/>
              <a:pathLst>
                <a:path w="121239" h="471895">
                  <a:moveTo>
                    <a:pt x="121203" y="116676"/>
                  </a:moveTo>
                  <a:lnTo>
                    <a:pt x="121207" y="129857"/>
                  </a:lnTo>
                  <a:lnTo>
                    <a:pt x="121212" y="143037"/>
                  </a:lnTo>
                  <a:lnTo>
                    <a:pt x="121216" y="156217"/>
                  </a:lnTo>
                  <a:lnTo>
                    <a:pt x="121221" y="169399"/>
                  </a:lnTo>
                  <a:lnTo>
                    <a:pt x="121225" y="182579"/>
                  </a:lnTo>
                  <a:lnTo>
                    <a:pt x="121229" y="195761"/>
                  </a:lnTo>
                  <a:lnTo>
                    <a:pt x="121233" y="208941"/>
                  </a:lnTo>
                  <a:lnTo>
                    <a:pt x="121238" y="222122"/>
                  </a:lnTo>
                  <a:lnTo>
                    <a:pt x="121239" y="226494"/>
                  </a:lnTo>
                  <a:lnTo>
                    <a:pt x="121094" y="228227"/>
                  </a:lnTo>
                  <a:lnTo>
                    <a:pt x="121030" y="228466"/>
                  </a:lnTo>
                  <a:lnTo>
                    <a:pt x="120808" y="228759"/>
                  </a:lnTo>
                  <a:lnTo>
                    <a:pt x="118072" y="227534"/>
                  </a:lnTo>
                  <a:lnTo>
                    <a:pt x="116873" y="227504"/>
                  </a:lnTo>
                  <a:lnTo>
                    <a:pt x="115193" y="228451"/>
                  </a:lnTo>
                  <a:lnTo>
                    <a:pt x="112723" y="228945"/>
                  </a:lnTo>
                  <a:lnTo>
                    <a:pt x="111132" y="228788"/>
                  </a:lnTo>
                  <a:lnTo>
                    <a:pt x="110027" y="231055"/>
                  </a:lnTo>
                  <a:lnTo>
                    <a:pt x="109161" y="233795"/>
                  </a:lnTo>
                  <a:lnTo>
                    <a:pt x="109571" y="240348"/>
                  </a:lnTo>
                  <a:lnTo>
                    <a:pt x="109477" y="242511"/>
                  </a:lnTo>
                  <a:lnTo>
                    <a:pt x="109143" y="244757"/>
                  </a:lnTo>
                  <a:lnTo>
                    <a:pt x="108393" y="246692"/>
                  </a:lnTo>
                  <a:lnTo>
                    <a:pt x="107645" y="248235"/>
                  </a:lnTo>
                  <a:lnTo>
                    <a:pt x="107198" y="249586"/>
                  </a:lnTo>
                  <a:lnTo>
                    <a:pt x="106641" y="252550"/>
                  </a:lnTo>
                  <a:lnTo>
                    <a:pt x="106230" y="253937"/>
                  </a:lnTo>
                  <a:lnTo>
                    <a:pt x="106267" y="255794"/>
                  </a:lnTo>
                  <a:lnTo>
                    <a:pt x="106134" y="257749"/>
                  </a:lnTo>
                  <a:lnTo>
                    <a:pt x="105685" y="258764"/>
                  </a:lnTo>
                  <a:lnTo>
                    <a:pt x="104536" y="259513"/>
                  </a:lnTo>
                  <a:lnTo>
                    <a:pt x="103797" y="260382"/>
                  </a:lnTo>
                  <a:lnTo>
                    <a:pt x="103203" y="261804"/>
                  </a:lnTo>
                  <a:lnTo>
                    <a:pt x="102804" y="262830"/>
                  </a:lnTo>
                  <a:lnTo>
                    <a:pt x="103014" y="264198"/>
                  </a:lnTo>
                  <a:lnTo>
                    <a:pt x="103305" y="266059"/>
                  </a:lnTo>
                  <a:lnTo>
                    <a:pt x="103470" y="268987"/>
                  </a:lnTo>
                  <a:lnTo>
                    <a:pt x="103584" y="270698"/>
                  </a:lnTo>
                  <a:lnTo>
                    <a:pt x="104149" y="272092"/>
                  </a:lnTo>
                  <a:lnTo>
                    <a:pt x="104492" y="273092"/>
                  </a:lnTo>
                  <a:lnTo>
                    <a:pt x="104612" y="274314"/>
                  </a:lnTo>
                  <a:lnTo>
                    <a:pt x="104282" y="275331"/>
                  </a:lnTo>
                  <a:lnTo>
                    <a:pt x="102881" y="277456"/>
                  </a:lnTo>
                  <a:lnTo>
                    <a:pt x="102319" y="278244"/>
                  </a:lnTo>
                  <a:lnTo>
                    <a:pt x="101676" y="279323"/>
                  </a:lnTo>
                  <a:lnTo>
                    <a:pt x="101430" y="279726"/>
                  </a:lnTo>
                  <a:lnTo>
                    <a:pt x="100406" y="281738"/>
                  </a:lnTo>
                  <a:lnTo>
                    <a:pt x="99889" y="283525"/>
                  </a:lnTo>
                  <a:lnTo>
                    <a:pt x="99639" y="285012"/>
                  </a:lnTo>
                  <a:lnTo>
                    <a:pt x="99652" y="287065"/>
                  </a:lnTo>
                  <a:lnTo>
                    <a:pt x="100174" y="290136"/>
                  </a:lnTo>
                  <a:lnTo>
                    <a:pt x="100742" y="292746"/>
                  </a:lnTo>
                  <a:lnTo>
                    <a:pt x="100961" y="294709"/>
                  </a:lnTo>
                  <a:lnTo>
                    <a:pt x="101091" y="296862"/>
                  </a:lnTo>
                  <a:lnTo>
                    <a:pt x="101039" y="298907"/>
                  </a:lnTo>
                  <a:lnTo>
                    <a:pt x="100746" y="300687"/>
                  </a:lnTo>
                  <a:lnTo>
                    <a:pt x="100232" y="302291"/>
                  </a:lnTo>
                  <a:lnTo>
                    <a:pt x="98301" y="305304"/>
                  </a:lnTo>
                  <a:lnTo>
                    <a:pt x="97352" y="308617"/>
                  </a:lnTo>
                  <a:lnTo>
                    <a:pt x="96593" y="312642"/>
                  </a:lnTo>
                  <a:lnTo>
                    <a:pt x="96403" y="314835"/>
                  </a:lnTo>
                  <a:lnTo>
                    <a:pt x="96611" y="316293"/>
                  </a:lnTo>
                  <a:lnTo>
                    <a:pt x="97011" y="317529"/>
                  </a:lnTo>
                  <a:lnTo>
                    <a:pt x="97587" y="318157"/>
                  </a:lnTo>
                  <a:lnTo>
                    <a:pt x="98422" y="318341"/>
                  </a:lnTo>
                  <a:lnTo>
                    <a:pt x="99808" y="317671"/>
                  </a:lnTo>
                  <a:lnTo>
                    <a:pt x="101100" y="317230"/>
                  </a:lnTo>
                  <a:lnTo>
                    <a:pt x="102468" y="318679"/>
                  </a:lnTo>
                  <a:lnTo>
                    <a:pt x="103183" y="322049"/>
                  </a:lnTo>
                  <a:lnTo>
                    <a:pt x="102904" y="324514"/>
                  </a:lnTo>
                  <a:lnTo>
                    <a:pt x="103423" y="328978"/>
                  </a:lnTo>
                  <a:lnTo>
                    <a:pt x="103886" y="334376"/>
                  </a:lnTo>
                  <a:lnTo>
                    <a:pt x="103851" y="336192"/>
                  </a:lnTo>
                  <a:lnTo>
                    <a:pt x="104051" y="336873"/>
                  </a:lnTo>
                  <a:lnTo>
                    <a:pt x="104908" y="337221"/>
                  </a:lnTo>
                  <a:lnTo>
                    <a:pt x="105099" y="338486"/>
                  </a:lnTo>
                  <a:lnTo>
                    <a:pt x="104816" y="347960"/>
                  </a:lnTo>
                  <a:lnTo>
                    <a:pt x="105216" y="350609"/>
                  </a:lnTo>
                  <a:lnTo>
                    <a:pt x="105790" y="352499"/>
                  </a:lnTo>
                  <a:lnTo>
                    <a:pt x="106439" y="353481"/>
                  </a:lnTo>
                  <a:lnTo>
                    <a:pt x="107091" y="354747"/>
                  </a:lnTo>
                  <a:lnTo>
                    <a:pt x="107429" y="355630"/>
                  </a:lnTo>
                  <a:lnTo>
                    <a:pt x="108184" y="355827"/>
                  </a:lnTo>
                  <a:lnTo>
                    <a:pt x="109032" y="357553"/>
                  </a:lnTo>
                  <a:lnTo>
                    <a:pt x="109263" y="359849"/>
                  </a:lnTo>
                  <a:lnTo>
                    <a:pt x="109205" y="362069"/>
                  </a:lnTo>
                  <a:lnTo>
                    <a:pt x="108711" y="366887"/>
                  </a:lnTo>
                  <a:lnTo>
                    <a:pt x="108311" y="370117"/>
                  </a:lnTo>
                  <a:lnTo>
                    <a:pt x="107820" y="369895"/>
                  </a:lnTo>
                  <a:lnTo>
                    <a:pt x="106817" y="369101"/>
                  </a:lnTo>
                  <a:lnTo>
                    <a:pt x="105595" y="368413"/>
                  </a:lnTo>
                  <a:lnTo>
                    <a:pt x="104097" y="367855"/>
                  </a:lnTo>
                  <a:lnTo>
                    <a:pt x="102670" y="369176"/>
                  </a:lnTo>
                  <a:lnTo>
                    <a:pt x="101129" y="370872"/>
                  </a:lnTo>
                  <a:lnTo>
                    <a:pt x="100642" y="372136"/>
                  </a:lnTo>
                  <a:lnTo>
                    <a:pt x="100212" y="372883"/>
                  </a:lnTo>
                  <a:lnTo>
                    <a:pt x="99532" y="372765"/>
                  </a:lnTo>
                  <a:lnTo>
                    <a:pt x="98910" y="372983"/>
                  </a:lnTo>
                  <a:lnTo>
                    <a:pt x="98572" y="374184"/>
                  </a:lnTo>
                  <a:lnTo>
                    <a:pt x="98009" y="375525"/>
                  </a:lnTo>
                  <a:lnTo>
                    <a:pt x="95784" y="378298"/>
                  </a:lnTo>
                  <a:lnTo>
                    <a:pt x="95314" y="379307"/>
                  </a:lnTo>
                  <a:lnTo>
                    <a:pt x="95037" y="380308"/>
                  </a:lnTo>
                  <a:lnTo>
                    <a:pt x="95037" y="381399"/>
                  </a:lnTo>
                  <a:lnTo>
                    <a:pt x="95262" y="383652"/>
                  </a:lnTo>
                  <a:lnTo>
                    <a:pt x="95258" y="386461"/>
                  </a:lnTo>
                  <a:lnTo>
                    <a:pt x="94762" y="388728"/>
                  </a:lnTo>
                  <a:lnTo>
                    <a:pt x="94187" y="390252"/>
                  </a:lnTo>
                  <a:lnTo>
                    <a:pt x="93532" y="390835"/>
                  </a:lnTo>
                  <a:lnTo>
                    <a:pt x="92982" y="391152"/>
                  </a:lnTo>
                  <a:lnTo>
                    <a:pt x="92624" y="392102"/>
                  </a:lnTo>
                  <a:lnTo>
                    <a:pt x="91463" y="397252"/>
                  </a:lnTo>
                  <a:lnTo>
                    <a:pt x="90962" y="398205"/>
                  </a:lnTo>
                  <a:lnTo>
                    <a:pt x="89942" y="398043"/>
                  </a:lnTo>
                  <a:lnTo>
                    <a:pt x="87015" y="405766"/>
                  </a:lnTo>
                  <a:lnTo>
                    <a:pt x="86724" y="408040"/>
                  </a:lnTo>
                  <a:lnTo>
                    <a:pt x="85651" y="411265"/>
                  </a:lnTo>
                  <a:lnTo>
                    <a:pt x="84296" y="414855"/>
                  </a:lnTo>
                  <a:lnTo>
                    <a:pt x="83087" y="416585"/>
                  </a:lnTo>
                  <a:lnTo>
                    <a:pt x="82989" y="417253"/>
                  </a:lnTo>
                  <a:lnTo>
                    <a:pt x="82664" y="417937"/>
                  </a:lnTo>
                  <a:lnTo>
                    <a:pt x="81921" y="418717"/>
                  </a:lnTo>
                  <a:lnTo>
                    <a:pt x="79334" y="423086"/>
                  </a:lnTo>
                  <a:lnTo>
                    <a:pt x="76234" y="422906"/>
                  </a:lnTo>
                  <a:lnTo>
                    <a:pt x="74863" y="424621"/>
                  </a:lnTo>
                  <a:lnTo>
                    <a:pt x="73530" y="425383"/>
                  </a:lnTo>
                  <a:lnTo>
                    <a:pt x="71581" y="426224"/>
                  </a:lnTo>
                  <a:lnTo>
                    <a:pt x="70995" y="426145"/>
                  </a:lnTo>
                  <a:lnTo>
                    <a:pt x="68496" y="426498"/>
                  </a:lnTo>
                  <a:lnTo>
                    <a:pt x="65564" y="426370"/>
                  </a:lnTo>
                  <a:lnTo>
                    <a:pt x="64440" y="426989"/>
                  </a:lnTo>
                  <a:lnTo>
                    <a:pt x="63386" y="428648"/>
                  </a:lnTo>
                  <a:lnTo>
                    <a:pt x="62604" y="430100"/>
                  </a:lnTo>
                  <a:lnTo>
                    <a:pt x="62489" y="430589"/>
                  </a:lnTo>
                  <a:lnTo>
                    <a:pt x="62607" y="431201"/>
                  </a:lnTo>
                  <a:lnTo>
                    <a:pt x="62578" y="431687"/>
                  </a:lnTo>
                  <a:lnTo>
                    <a:pt x="64628" y="435251"/>
                  </a:lnTo>
                  <a:lnTo>
                    <a:pt x="65140" y="437002"/>
                  </a:lnTo>
                  <a:lnTo>
                    <a:pt x="64624" y="438696"/>
                  </a:lnTo>
                  <a:lnTo>
                    <a:pt x="64348" y="439048"/>
                  </a:lnTo>
                  <a:lnTo>
                    <a:pt x="64014" y="440399"/>
                  </a:lnTo>
                  <a:lnTo>
                    <a:pt x="62813" y="444421"/>
                  </a:lnTo>
                  <a:lnTo>
                    <a:pt x="60983" y="449187"/>
                  </a:lnTo>
                  <a:lnTo>
                    <a:pt x="60048" y="450549"/>
                  </a:lnTo>
                  <a:lnTo>
                    <a:pt x="59673" y="451435"/>
                  </a:lnTo>
                  <a:lnTo>
                    <a:pt x="59190" y="454595"/>
                  </a:lnTo>
                  <a:lnTo>
                    <a:pt x="58874" y="455035"/>
                  </a:lnTo>
                  <a:lnTo>
                    <a:pt x="57618" y="455444"/>
                  </a:lnTo>
                  <a:lnTo>
                    <a:pt x="55130" y="455789"/>
                  </a:lnTo>
                  <a:lnTo>
                    <a:pt x="51693" y="456821"/>
                  </a:lnTo>
                  <a:lnTo>
                    <a:pt x="49629" y="457164"/>
                  </a:lnTo>
                  <a:lnTo>
                    <a:pt x="48347" y="456876"/>
                  </a:lnTo>
                  <a:lnTo>
                    <a:pt x="46543" y="459056"/>
                  </a:lnTo>
                  <a:lnTo>
                    <a:pt x="45896" y="459614"/>
                  </a:lnTo>
                  <a:lnTo>
                    <a:pt x="45501" y="459802"/>
                  </a:lnTo>
                  <a:lnTo>
                    <a:pt x="43716" y="461917"/>
                  </a:lnTo>
                  <a:lnTo>
                    <a:pt x="42231" y="465199"/>
                  </a:lnTo>
                  <a:lnTo>
                    <a:pt x="41702" y="465823"/>
                  </a:lnTo>
                  <a:lnTo>
                    <a:pt x="39611" y="467215"/>
                  </a:lnTo>
                  <a:lnTo>
                    <a:pt x="38781" y="469472"/>
                  </a:lnTo>
                  <a:lnTo>
                    <a:pt x="38396" y="469659"/>
                  </a:lnTo>
                  <a:lnTo>
                    <a:pt x="37057" y="466681"/>
                  </a:lnTo>
                  <a:lnTo>
                    <a:pt x="36143" y="463974"/>
                  </a:lnTo>
                  <a:lnTo>
                    <a:pt x="35697" y="461240"/>
                  </a:lnTo>
                  <a:lnTo>
                    <a:pt x="35641" y="460366"/>
                  </a:lnTo>
                  <a:lnTo>
                    <a:pt x="35387" y="460529"/>
                  </a:lnTo>
                  <a:lnTo>
                    <a:pt x="34652" y="461739"/>
                  </a:lnTo>
                  <a:lnTo>
                    <a:pt x="34019" y="463117"/>
                  </a:lnTo>
                  <a:lnTo>
                    <a:pt x="33726" y="465742"/>
                  </a:lnTo>
                  <a:lnTo>
                    <a:pt x="31565" y="467518"/>
                  </a:lnTo>
                  <a:lnTo>
                    <a:pt x="29718" y="469034"/>
                  </a:lnTo>
                  <a:lnTo>
                    <a:pt x="28878" y="470942"/>
                  </a:lnTo>
                  <a:lnTo>
                    <a:pt x="27582" y="471895"/>
                  </a:lnTo>
                  <a:lnTo>
                    <a:pt x="25927" y="471507"/>
                  </a:lnTo>
                  <a:lnTo>
                    <a:pt x="24638" y="470721"/>
                  </a:lnTo>
                  <a:lnTo>
                    <a:pt x="23382" y="470463"/>
                  </a:lnTo>
                  <a:lnTo>
                    <a:pt x="23984" y="468081"/>
                  </a:lnTo>
                  <a:lnTo>
                    <a:pt x="24217" y="466305"/>
                  </a:lnTo>
                  <a:lnTo>
                    <a:pt x="24277" y="464132"/>
                  </a:lnTo>
                  <a:lnTo>
                    <a:pt x="24184" y="462659"/>
                  </a:lnTo>
                  <a:lnTo>
                    <a:pt x="23433" y="461924"/>
                  </a:lnTo>
                  <a:lnTo>
                    <a:pt x="22955" y="460768"/>
                  </a:lnTo>
                  <a:lnTo>
                    <a:pt x="21874" y="453914"/>
                  </a:lnTo>
                  <a:lnTo>
                    <a:pt x="20761" y="446865"/>
                  </a:lnTo>
                  <a:lnTo>
                    <a:pt x="19195" y="439922"/>
                  </a:lnTo>
                  <a:lnTo>
                    <a:pt x="17489" y="435492"/>
                  </a:lnTo>
                  <a:lnTo>
                    <a:pt x="16255" y="432792"/>
                  </a:lnTo>
                  <a:lnTo>
                    <a:pt x="15858" y="432447"/>
                  </a:lnTo>
                  <a:lnTo>
                    <a:pt x="15225" y="431594"/>
                  </a:lnTo>
                  <a:lnTo>
                    <a:pt x="14782" y="430811"/>
                  </a:lnTo>
                  <a:lnTo>
                    <a:pt x="12519" y="426096"/>
                  </a:lnTo>
                  <a:lnTo>
                    <a:pt x="10174" y="420828"/>
                  </a:lnTo>
                  <a:lnTo>
                    <a:pt x="9572" y="418419"/>
                  </a:lnTo>
                  <a:lnTo>
                    <a:pt x="8397" y="414830"/>
                  </a:lnTo>
                  <a:lnTo>
                    <a:pt x="7088" y="411129"/>
                  </a:lnTo>
                  <a:lnTo>
                    <a:pt x="6406" y="409446"/>
                  </a:lnTo>
                  <a:lnTo>
                    <a:pt x="6087" y="406407"/>
                  </a:lnTo>
                  <a:lnTo>
                    <a:pt x="6993" y="403664"/>
                  </a:lnTo>
                  <a:lnTo>
                    <a:pt x="7957" y="400194"/>
                  </a:lnTo>
                  <a:lnTo>
                    <a:pt x="9149" y="397892"/>
                  </a:lnTo>
                  <a:lnTo>
                    <a:pt x="10691" y="397734"/>
                  </a:lnTo>
                  <a:lnTo>
                    <a:pt x="13230" y="398679"/>
                  </a:lnTo>
                  <a:lnTo>
                    <a:pt x="15968" y="399016"/>
                  </a:lnTo>
                  <a:lnTo>
                    <a:pt x="18681" y="398298"/>
                  </a:lnTo>
                  <a:lnTo>
                    <a:pt x="19385" y="397799"/>
                  </a:lnTo>
                  <a:lnTo>
                    <a:pt x="20080" y="397840"/>
                  </a:lnTo>
                  <a:lnTo>
                    <a:pt x="21540" y="398643"/>
                  </a:lnTo>
                  <a:lnTo>
                    <a:pt x="24082" y="398466"/>
                  </a:lnTo>
                  <a:lnTo>
                    <a:pt x="25394" y="397062"/>
                  </a:lnTo>
                  <a:lnTo>
                    <a:pt x="23979" y="394678"/>
                  </a:lnTo>
                  <a:lnTo>
                    <a:pt x="22459" y="390884"/>
                  </a:lnTo>
                  <a:lnTo>
                    <a:pt x="21034" y="386733"/>
                  </a:lnTo>
                  <a:lnTo>
                    <a:pt x="20170" y="382976"/>
                  </a:lnTo>
                  <a:lnTo>
                    <a:pt x="19379" y="378131"/>
                  </a:lnTo>
                  <a:lnTo>
                    <a:pt x="18647" y="372144"/>
                  </a:lnTo>
                  <a:lnTo>
                    <a:pt x="18201" y="364385"/>
                  </a:lnTo>
                  <a:lnTo>
                    <a:pt x="18269" y="359987"/>
                  </a:lnTo>
                  <a:lnTo>
                    <a:pt x="18496" y="356853"/>
                  </a:lnTo>
                  <a:lnTo>
                    <a:pt x="19261" y="351750"/>
                  </a:lnTo>
                  <a:lnTo>
                    <a:pt x="18755" y="348756"/>
                  </a:lnTo>
                  <a:lnTo>
                    <a:pt x="18866" y="346339"/>
                  </a:lnTo>
                  <a:lnTo>
                    <a:pt x="18792" y="342760"/>
                  </a:lnTo>
                  <a:lnTo>
                    <a:pt x="18546" y="340939"/>
                  </a:lnTo>
                  <a:lnTo>
                    <a:pt x="17556" y="334993"/>
                  </a:lnTo>
                  <a:lnTo>
                    <a:pt x="17359" y="334342"/>
                  </a:lnTo>
                  <a:lnTo>
                    <a:pt x="16484" y="330235"/>
                  </a:lnTo>
                  <a:lnTo>
                    <a:pt x="16097" y="323358"/>
                  </a:lnTo>
                  <a:lnTo>
                    <a:pt x="15109" y="318822"/>
                  </a:lnTo>
                  <a:lnTo>
                    <a:pt x="13521" y="316626"/>
                  </a:lnTo>
                  <a:lnTo>
                    <a:pt x="12618" y="313958"/>
                  </a:lnTo>
                  <a:lnTo>
                    <a:pt x="12290" y="309244"/>
                  </a:lnTo>
                  <a:lnTo>
                    <a:pt x="11663" y="308002"/>
                  </a:lnTo>
                  <a:lnTo>
                    <a:pt x="9167" y="306360"/>
                  </a:lnTo>
                  <a:lnTo>
                    <a:pt x="7085" y="306326"/>
                  </a:lnTo>
                  <a:lnTo>
                    <a:pt x="5570" y="301007"/>
                  </a:lnTo>
                  <a:lnTo>
                    <a:pt x="3627" y="294180"/>
                  </a:lnTo>
                  <a:lnTo>
                    <a:pt x="1819" y="287826"/>
                  </a:lnTo>
                  <a:lnTo>
                    <a:pt x="661" y="275125"/>
                  </a:lnTo>
                  <a:lnTo>
                    <a:pt x="0" y="267848"/>
                  </a:lnTo>
                  <a:lnTo>
                    <a:pt x="752" y="265636"/>
                  </a:lnTo>
                  <a:lnTo>
                    <a:pt x="2234" y="260458"/>
                  </a:lnTo>
                  <a:lnTo>
                    <a:pt x="4130" y="250549"/>
                  </a:lnTo>
                  <a:lnTo>
                    <a:pt x="8400" y="235223"/>
                  </a:lnTo>
                  <a:lnTo>
                    <a:pt x="10584" y="227381"/>
                  </a:lnTo>
                  <a:lnTo>
                    <a:pt x="14942" y="215666"/>
                  </a:lnTo>
                  <a:lnTo>
                    <a:pt x="20298" y="201268"/>
                  </a:lnTo>
                  <a:lnTo>
                    <a:pt x="23316" y="193156"/>
                  </a:lnTo>
                  <a:lnTo>
                    <a:pt x="23803" y="178379"/>
                  </a:lnTo>
                  <a:lnTo>
                    <a:pt x="24319" y="162754"/>
                  </a:lnTo>
                  <a:lnTo>
                    <a:pt x="24710" y="150941"/>
                  </a:lnTo>
                  <a:lnTo>
                    <a:pt x="25195" y="136941"/>
                  </a:lnTo>
                  <a:lnTo>
                    <a:pt x="25602" y="125241"/>
                  </a:lnTo>
                  <a:lnTo>
                    <a:pt x="25897" y="116718"/>
                  </a:lnTo>
                  <a:lnTo>
                    <a:pt x="26316" y="104637"/>
                  </a:lnTo>
                  <a:lnTo>
                    <a:pt x="26675" y="102317"/>
                  </a:lnTo>
                  <a:lnTo>
                    <a:pt x="28776" y="92844"/>
                  </a:lnTo>
                  <a:lnTo>
                    <a:pt x="28942" y="91573"/>
                  </a:lnTo>
                  <a:lnTo>
                    <a:pt x="28552" y="89987"/>
                  </a:lnTo>
                  <a:lnTo>
                    <a:pt x="25550" y="81935"/>
                  </a:lnTo>
                  <a:lnTo>
                    <a:pt x="24614" y="80134"/>
                  </a:lnTo>
                  <a:lnTo>
                    <a:pt x="24075" y="75950"/>
                  </a:lnTo>
                  <a:lnTo>
                    <a:pt x="24846" y="73601"/>
                  </a:lnTo>
                  <a:lnTo>
                    <a:pt x="21237" y="60093"/>
                  </a:lnTo>
                  <a:lnTo>
                    <a:pt x="20341" y="58441"/>
                  </a:lnTo>
                  <a:lnTo>
                    <a:pt x="19950" y="56788"/>
                  </a:lnTo>
                  <a:lnTo>
                    <a:pt x="19904" y="54352"/>
                  </a:lnTo>
                  <a:lnTo>
                    <a:pt x="19840" y="45007"/>
                  </a:lnTo>
                  <a:lnTo>
                    <a:pt x="18881" y="30342"/>
                  </a:lnTo>
                  <a:lnTo>
                    <a:pt x="17616" y="13268"/>
                  </a:lnTo>
                  <a:lnTo>
                    <a:pt x="21856" y="8407"/>
                  </a:lnTo>
                  <a:lnTo>
                    <a:pt x="25074" y="4712"/>
                  </a:lnTo>
                  <a:lnTo>
                    <a:pt x="29182" y="0"/>
                  </a:lnTo>
                  <a:lnTo>
                    <a:pt x="32991" y="4827"/>
                  </a:lnTo>
                  <a:lnTo>
                    <a:pt x="38504" y="11818"/>
                  </a:lnTo>
                  <a:lnTo>
                    <a:pt x="44018" y="18808"/>
                  </a:lnTo>
                  <a:lnTo>
                    <a:pt x="49530" y="25799"/>
                  </a:lnTo>
                  <a:lnTo>
                    <a:pt x="55044" y="32789"/>
                  </a:lnTo>
                  <a:lnTo>
                    <a:pt x="60557" y="39780"/>
                  </a:lnTo>
                  <a:lnTo>
                    <a:pt x="66070" y="46770"/>
                  </a:lnTo>
                  <a:lnTo>
                    <a:pt x="71583" y="53761"/>
                  </a:lnTo>
                  <a:lnTo>
                    <a:pt x="77097" y="60751"/>
                  </a:lnTo>
                  <a:lnTo>
                    <a:pt x="82610" y="67743"/>
                  </a:lnTo>
                  <a:lnTo>
                    <a:pt x="88124" y="74732"/>
                  </a:lnTo>
                  <a:lnTo>
                    <a:pt x="93637" y="81724"/>
                  </a:lnTo>
                  <a:lnTo>
                    <a:pt x="99151" y="88714"/>
                  </a:lnTo>
                  <a:lnTo>
                    <a:pt x="104663" y="95705"/>
                  </a:lnTo>
                  <a:lnTo>
                    <a:pt x="110177" y="102695"/>
                  </a:lnTo>
                  <a:lnTo>
                    <a:pt x="115690" y="109686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6"/>
            <p:cNvSpPr/>
            <p:nvPr/>
          </p:nvSpPr>
          <p:spPr>
            <a:xfrm>
              <a:off x="3197868" y="3305614"/>
              <a:ext cx="21498" cy="148520"/>
            </a:xfrm>
            <a:custGeom>
              <a:avLst/>
              <a:pathLst>
                <a:path w="21498" h="148520">
                  <a:moveTo>
                    <a:pt x="11400" y="3615"/>
                  </a:moveTo>
                  <a:lnTo>
                    <a:pt x="11105" y="6792"/>
                  </a:lnTo>
                  <a:lnTo>
                    <a:pt x="10496" y="10727"/>
                  </a:lnTo>
                  <a:lnTo>
                    <a:pt x="10100" y="11978"/>
                  </a:lnTo>
                  <a:lnTo>
                    <a:pt x="9822" y="21539"/>
                  </a:lnTo>
                  <a:lnTo>
                    <a:pt x="10013" y="22340"/>
                  </a:lnTo>
                  <a:lnTo>
                    <a:pt x="10154" y="22577"/>
                  </a:lnTo>
                  <a:lnTo>
                    <a:pt x="12066" y="25813"/>
                  </a:lnTo>
                  <a:lnTo>
                    <a:pt x="14573" y="30058"/>
                  </a:lnTo>
                  <a:lnTo>
                    <a:pt x="16344" y="33055"/>
                  </a:lnTo>
                  <a:lnTo>
                    <a:pt x="16491" y="34060"/>
                  </a:lnTo>
                  <a:lnTo>
                    <a:pt x="16517" y="40347"/>
                  </a:lnTo>
                  <a:lnTo>
                    <a:pt x="16540" y="45744"/>
                  </a:lnTo>
                  <a:lnTo>
                    <a:pt x="16906" y="48833"/>
                  </a:lnTo>
                  <a:lnTo>
                    <a:pt x="16985" y="51827"/>
                  </a:lnTo>
                  <a:lnTo>
                    <a:pt x="17428" y="54092"/>
                  </a:lnTo>
                  <a:lnTo>
                    <a:pt x="19063" y="58458"/>
                  </a:lnTo>
                  <a:lnTo>
                    <a:pt x="19453" y="61035"/>
                  </a:lnTo>
                  <a:lnTo>
                    <a:pt x="19494" y="69281"/>
                  </a:lnTo>
                  <a:lnTo>
                    <a:pt x="19527" y="75537"/>
                  </a:lnTo>
                  <a:lnTo>
                    <a:pt x="19733" y="84056"/>
                  </a:lnTo>
                  <a:lnTo>
                    <a:pt x="19733" y="91170"/>
                  </a:lnTo>
                  <a:lnTo>
                    <a:pt x="19733" y="100163"/>
                  </a:lnTo>
                  <a:lnTo>
                    <a:pt x="19735" y="110703"/>
                  </a:lnTo>
                  <a:lnTo>
                    <a:pt x="19735" y="121692"/>
                  </a:lnTo>
                  <a:lnTo>
                    <a:pt x="18656" y="121836"/>
                  </a:lnTo>
                  <a:lnTo>
                    <a:pt x="19243" y="125247"/>
                  </a:lnTo>
                  <a:lnTo>
                    <a:pt x="19345" y="128342"/>
                  </a:lnTo>
                  <a:lnTo>
                    <a:pt x="19484" y="129352"/>
                  </a:lnTo>
                  <a:lnTo>
                    <a:pt x="19192" y="130849"/>
                  </a:lnTo>
                  <a:lnTo>
                    <a:pt x="19433" y="133130"/>
                  </a:lnTo>
                  <a:lnTo>
                    <a:pt x="19902" y="133977"/>
                  </a:lnTo>
                  <a:lnTo>
                    <a:pt x="21098" y="138565"/>
                  </a:lnTo>
                  <a:lnTo>
                    <a:pt x="21498" y="142455"/>
                  </a:lnTo>
                  <a:lnTo>
                    <a:pt x="19576" y="143750"/>
                  </a:lnTo>
                  <a:lnTo>
                    <a:pt x="19711" y="144755"/>
                  </a:lnTo>
                  <a:lnTo>
                    <a:pt x="16120" y="146821"/>
                  </a:lnTo>
                  <a:lnTo>
                    <a:pt x="14700" y="148520"/>
                  </a:lnTo>
                  <a:lnTo>
                    <a:pt x="14675" y="146876"/>
                  </a:lnTo>
                  <a:lnTo>
                    <a:pt x="14153" y="146580"/>
                  </a:lnTo>
                  <a:lnTo>
                    <a:pt x="13518" y="146026"/>
                  </a:lnTo>
                  <a:lnTo>
                    <a:pt x="13120" y="145174"/>
                  </a:lnTo>
                  <a:lnTo>
                    <a:pt x="12570" y="143226"/>
                  </a:lnTo>
                  <a:lnTo>
                    <a:pt x="12372" y="141696"/>
                  </a:lnTo>
                  <a:lnTo>
                    <a:pt x="11535" y="141453"/>
                  </a:lnTo>
                  <a:lnTo>
                    <a:pt x="10502" y="139744"/>
                  </a:lnTo>
                  <a:lnTo>
                    <a:pt x="9518" y="137788"/>
                  </a:lnTo>
                  <a:lnTo>
                    <a:pt x="9176" y="135833"/>
                  </a:lnTo>
                  <a:lnTo>
                    <a:pt x="9271" y="134930"/>
                  </a:lnTo>
                  <a:lnTo>
                    <a:pt x="9119" y="134000"/>
                  </a:lnTo>
                  <a:lnTo>
                    <a:pt x="8779" y="133653"/>
                  </a:lnTo>
                  <a:lnTo>
                    <a:pt x="7893" y="129230"/>
                  </a:lnTo>
                  <a:lnTo>
                    <a:pt x="7344" y="127448"/>
                  </a:lnTo>
                  <a:lnTo>
                    <a:pt x="7086" y="126017"/>
                  </a:lnTo>
                  <a:lnTo>
                    <a:pt x="7176" y="124912"/>
                  </a:lnTo>
                  <a:lnTo>
                    <a:pt x="7057" y="123419"/>
                  </a:lnTo>
                  <a:lnTo>
                    <a:pt x="7230" y="122212"/>
                  </a:lnTo>
                  <a:lnTo>
                    <a:pt x="7706" y="121491"/>
                  </a:lnTo>
                  <a:lnTo>
                    <a:pt x="7856" y="120608"/>
                  </a:lnTo>
                  <a:lnTo>
                    <a:pt x="7898" y="118757"/>
                  </a:lnTo>
                  <a:lnTo>
                    <a:pt x="8167" y="114918"/>
                  </a:lnTo>
                  <a:lnTo>
                    <a:pt x="8342" y="111162"/>
                  </a:lnTo>
                  <a:lnTo>
                    <a:pt x="7839" y="110123"/>
                  </a:lnTo>
                  <a:lnTo>
                    <a:pt x="7221" y="109830"/>
                  </a:lnTo>
                  <a:lnTo>
                    <a:pt x="6902" y="108755"/>
                  </a:lnTo>
                  <a:lnTo>
                    <a:pt x="6779" y="106982"/>
                  </a:lnTo>
                  <a:lnTo>
                    <a:pt x="6791" y="105453"/>
                  </a:lnTo>
                  <a:lnTo>
                    <a:pt x="8002" y="100094"/>
                  </a:lnTo>
                  <a:lnTo>
                    <a:pt x="7753" y="87755"/>
                  </a:lnTo>
                  <a:lnTo>
                    <a:pt x="7933" y="85871"/>
                  </a:lnTo>
                  <a:lnTo>
                    <a:pt x="8484" y="84574"/>
                  </a:lnTo>
                  <a:lnTo>
                    <a:pt x="8956" y="83073"/>
                  </a:lnTo>
                  <a:lnTo>
                    <a:pt x="8936" y="81577"/>
                  </a:lnTo>
                  <a:lnTo>
                    <a:pt x="8129" y="77890"/>
                  </a:lnTo>
                  <a:lnTo>
                    <a:pt x="6599" y="75064"/>
                  </a:lnTo>
                  <a:lnTo>
                    <a:pt x="5817" y="72776"/>
                  </a:lnTo>
                  <a:lnTo>
                    <a:pt x="5394" y="70728"/>
                  </a:lnTo>
                  <a:lnTo>
                    <a:pt x="5325" y="69627"/>
                  </a:lnTo>
                  <a:lnTo>
                    <a:pt x="6252" y="68017"/>
                  </a:lnTo>
                  <a:lnTo>
                    <a:pt x="6662" y="66903"/>
                  </a:lnTo>
                  <a:lnTo>
                    <a:pt x="6714" y="65619"/>
                  </a:lnTo>
                  <a:lnTo>
                    <a:pt x="6335" y="63276"/>
                  </a:lnTo>
                  <a:lnTo>
                    <a:pt x="6401" y="59106"/>
                  </a:lnTo>
                  <a:lnTo>
                    <a:pt x="6759" y="55977"/>
                  </a:lnTo>
                  <a:lnTo>
                    <a:pt x="7125" y="51927"/>
                  </a:lnTo>
                  <a:lnTo>
                    <a:pt x="7087" y="50739"/>
                  </a:lnTo>
                  <a:lnTo>
                    <a:pt x="6188" y="48323"/>
                  </a:lnTo>
                  <a:lnTo>
                    <a:pt x="5701" y="47992"/>
                  </a:lnTo>
                  <a:lnTo>
                    <a:pt x="5307" y="48167"/>
                  </a:lnTo>
                  <a:lnTo>
                    <a:pt x="4367" y="49754"/>
                  </a:lnTo>
                  <a:lnTo>
                    <a:pt x="4029" y="49926"/>
                  </a:lnTo>
                  <a:lnTo>
                    <a:pt x="3817" y="49457"/>
                  </a:lnTo>
                  <a:lnTo>
                    <a:pt x="3723" y="48817"/>
                  </a:lnTo>
                  <a:lnTo>
                    <a:pt x="4051" y="47870"/>
                  </a:lnTo>
                  <a:lnTo>
                    <a:pt x="3932" y="46686"/>
                  </a:lnTo>
                  <a:lnTo>
                    <a:pt x="4208" y="45653"/>
                  </a:lnTo>
                  <a:lnTo>
                    <a:pt x="4804" y="45182"/>
                  </a:lnTo>
                  <a:lnTo>
                    <a:pt x="4980" y="44662"/>
                  </a:lnTo>
                  <a:lnTo>
                    <a:pt x="4176" y="44166"/>
                  </a:lnTo>
                  <a:lnTo>
                    <a:pt x="4082" y="43463"/>
                  </a:lnTo>
                  <a:lnTo>
                    <a:pt x="4139" y="42778"/>
                  </a:lnTo>
                  <a:lnTo>
                    <a:pt x="4371" y="42648"/>
                  </a:lnTo>
                  <a:lnTo>
                    <a:pt x="4625" y="42687"/>
                  </a:lnTo>
                  <a:lnTo>
                    <a:pt x="4765" y="42196"/>
                  </a:lnTo>
                  <a:lnTo>
                    <a:pt x="4888" y="38758"/>
                  </a:lnTo>
                  <a:lnTo>
                    <a:pt x="4985" y="37558"/>
                  </a:lnTo>
                  <a:lnTo>
                    <a:pt x="5087" y="35184"/>
                  </a:lnTo>
                  <a:lnTo>
                    <a:pt x="5211" y="25978"/>
                  </a:lnTo>
                  <a:lnTo>
                    <a:pt x="5394" y="25030"/>
                  </a:lnTo>
                  <a:lnTo>
                    <a:pt x="5420" y="24341"/>
                  </a:lnTo>
                  <a:lnTo>
                    <a:pt x="4856" y="23896"/>
                  </a:lnTo>
                  <a:lnTo>
                    <a:pt x="3523" y="21425"/>
                  </a:lnTo>
                  <a:lnTo>
                    <a:pt x="2743" y="19527"/>
                  </a:lnTo>
                  <a:lnTo>
                    <a:pt x="2065" y="17582"/>
                  </a:lnTo>
                  <a:lnTo>
                    <a:pt x="1491" y="16303"/>
                  </a:lnTo>
                  <a:lnTo>
                    <a:pt x="1037" y="15503"/>
                  </a:lnTo>
                  <a:lnTo>
                    <a:pt x="373" y="14331"/>
                  </a:lnTo>
                  <a:lnTo>
                    <a:pt x="44" y="13077"/>
                  </a:lnTo>
                  <a:lnTo>
                    <a:pt x="0" y="11822"/>
                  </a:lnTo>
                  <a:lnTo>
                    <a:pt x="340" y="9309"/>
                  </a:lnTo>
                  <a:lnTo>
                    <a:pt x="878" y="6626"/>
                  </a:lnTo>
                  <a:lnTo>
                    <a:pt x="1037" y="4346"/>
                  </a:lnTo>
                  <a:lnTo>
                    <a:pt x="1146" y="2796"/>
                  </a:lnTo>
                  <a:lnTo>
                    <a:pt x="1037" y="2116"/>
                  </a:lnTo>
                  <a:lnTo>
                    <a:pt x="983" y="1774"/>
                  </a:lnTo>
                  <a:lnTo>
                    <a:pt x="248" y="0"/>
                  </a:lnTo>
                  <a:lnTo>
                    <a:pt x="1037" y="409"/>
                  </a:lnTo>
                  <a:lnTo>
                    <a:pt x="2870" y="1359"/>
                  </a:lnTo>
                  <a:lnTo>
                    <a:pt x="6609" y="3653"/>
                  </a:lnTo>
                  <a:lnTo>
                    <a:pt x="6685" y="4061"/>
                  </a:lnTo>
                  <a:lnTo>
                    <a:pt x="6707" y="4746"/>
                  </a:lnTo>
                  <a:lnTo>
                    <a:pt x="7357" y="4733"/>
                  </a:lnTo>
                  <a:lnTo>
                    <a:pt x="8437" y="3917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7"/>
            <p:cNvSpPr/>
            <p:nvPr/>
          </p:nvSpPr>
          <p:spPr>
            <a:xfrm>
              <a:off x="4345185" y="3435674"/>
              <a:ext cx="1090" cy="5850"/>
            </a:xfrm>
            <a:custGeom>
              <a:avLst/>
              <a:pathLst>
                <a:path w="1090" h="5850">
                  <a:moveTo>
                    <a:pt x="649" y="5678"/>
                  </a:moveTo>
                  <a:lnTo>
                    <a:pt x="430" y="5850"/>
                  </a:lnTo>
                  <a:lnTo>
                    <a:pt x="0" y="3465"/>
                  </a:lnTo>
                  <a:lnTo>
                    <a:pt x="545" y="0"/>
                  </a:lnTo>
                  <a:lnTo>
                    <a:pt x="1090" y="424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8"/>
            <p:cNvSpPr/>
            <p:nvPr/>
          </p:nvSpPr>
          <p:spPr>
            <a:xfrm>
              <a:off x="4338638" y="3408418"/>
              <a:ext cx="767" cy="4882"/>
            </a:xfrm>
            <a:custGeom>
              <a:avLst/>
              <a:pathLst>
                <a:path w="767" h="4882">
                  <a:moveTo>
                    <a:pt x="468" y="1320"/>
                  </a:moveTo>
                  <a:lnTo>
                    <a:pt x="767" y="4882"/>
                  </a:lnTo>
                  <a:lnTo>
                    <a:pt x="347" y="4155"/>
                  </a:lnTo>
                  <a:lnTo>
                    <a:pt x="0" y="2601"/>
                  </a:lnTo>
                  <a:lnTo>
                    <a:pt x="4" y="318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09"/>
            <p:cNvSpPr/>
            <p:nvPr/>
          </p:nvSpPr>
          <p:spPr>
            <a:xfrm>
              <a:off x="4332788" y="3394470"/>
              <a:ext cx="862" cy="5658"/>
            </a:xfrm>
            <a:custGeom>
              <a:avLst/>
              <a:pathLst>
                <a:path w="862" h="5658">
                  <a:moveTo>
                    <a:pt x="720" y="5159"/>
                  </a:moveTo>
                  <a:lnTo>
                    <a:pt x="582" y="5658"/>
                  </a:lnTo>
                  <a:lnTo>
                    <a:pt x="0" y="0"/>
                  </a:lnTo>
                  <a:lnTo>
                    <a:pt x="862" y="151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g1410"/>
            <p:cNvSpPr/>
            <p:nvPr/>
          </p:nvSpPr>
          <p:spPr>
            <a:xfrm>
              <a:off x="4329714" y="3392763"/>
              <a:ext cx="1986" cy="11531"/>
            </a:xfrm>
            <a:custGeom>
              <a:avLst/>
              <a:pathLst>
                <a:path w="1986" h="11531">
                  <a:moveTo>
                    <a:pt x="1689" y="7808"/>
                  </a:moveTo>
                  <a:lnTo>
                    <a:pt x="1566" y="9984"/>
                  </a:lnTo>
                  <a:lnTo>
                    <a:pt x="1094" y="9954"/>
                  </a:lnTo>
                  <a:lnTo>
                    <a:pt x="613" y="11346"/>
                  </a:lnTo>
                  <a:lnTo>
                    <a:pt x="391" y="11531"/>
                  </a:lnTo>
                  <a:lnTo>
                    <a:pt x="0" y="7098"/>
                  </a:lnTo>
                  <a:lnTo>
                    <a:pt x="449" y="888"/>
                  </a:lnTo>
                  <a:lnTo>
                    <a:pt x="687" y="0"/>
                  </a:lnTo>
                  <a:lnTo>
                    <a:pt x="1020" y="1644"/>
                  </a:lnTo>
                  <a:lnTo>
                    <a:pt x="1986" y="2383"/>
                  </a:lnTo>
                  <a:lnTo>
                    <a:pt x="1571" y="596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1"/>
            <p:cNvSpPr/>
            <p:nvPr/>
          </p:nvSpPr>
          <p:spPr>
            <a:xfrm>
              <a:off x="4329582" y="3364018"/>
              <a:ext cx="710" cy="2904"/>
            </a:xfrm>
            <a:custGeom>
              <a:avLst/>
              <a:pathLst>
                <a:path w="710" h="2904">
                  <a:moveTo>
                    <a:pt x="652" y="2589"/>
                  </a:moveTo>
                  <a:lnTo>
                    <a:pt x="0" y="2904"/>
                  </a:lnTo>
                  <a:lnTo>
                    <a:pt x="87" y="1291"/>
                  </a:lnTo>
                  <a:lnTo>
                    <a:pt x="262" y="272"/>
                  </a:lnTo>
                  <a:lnTo>
                    <a:pt x="579" y="0"/>
                  </a:lnTo>
                  <a:lnTo>
                    <a:pt x="710" y="17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2"/>
            <p:cNvSpPr/>
            <p:nvPr/>
          </p:nvSpPr>
          <p:spPr>
            <a:xfrm>
              <a:off x="4348921" y="3350812"/>
              <a:ext cx="1657" cy="4858"/>
            </a:xfrm>
            <a:custGeom>
              <a:avLst/>
              <a:pathLst>
                <a:path w="1657" h="4858">
                  <a:moveTo>
                    <a:pt x="1604" y="0"/>
                  </a:moveTo>
                  <a:lnTo>
                    <a:pt x="1657" y="1672"/>
                  </a:lnTo>
                  <a:lnTo>
                    <a:pt x="1409" y="3682"/>
                  </a:lnTo>
                  <a:lnTo>
                    <a:pt x="358" y="4858"/>
                  </a:lnTo>
                  <a:lnTo>
                    <a:pt x="0" y="3249"/>
                  </a:lnTo>
                  <a:lnTo>
                    <a:pt x="95" y="770"/>
                  </a:lnTo>
                  <a:lnTo>
                    <a:pt x="257" y="148"/>
                  </a:lnTo>
                  <a:lnTo>
                    <a:pt x="1285" y="27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3"/>
            <p:cNvSpPr/>
            <p:nvPr/>
          </p:nvSpPr>
          <p:spPr>
            <a:xfrm>
              <a:off x="4349521" y="3344680"/>
              <a:ext cx="1044" cy="3356"/>
            </a:xfrm>
            <a:custGeom>
              <a:avLst/>
              <a:pathLst>
                <a:path w="1044" h="3356">
                  <a:moveTo>
                    <a:pt x="1044" y="2862"/>
                  </a:moveTo>
                  <a:lnTo>
                    <a:pt x="932" y="3356"/>
                  </a:lnTo>
                  <a:lnTo>
                    <a:pt x="486" y="2418"/>
                  </a:lnTo>
                  <a:lnTo>
                    <a:pt x="168" y="1357"/>
                  </a:lnTo>
                  <a:lnTo>
                    <a:pt x="0" y="0"/>
                  </a:lnTo>
                  <a:lnTo>
                    <a:pt x="691" y="56"/>
                  </a:lnTo>
                  <a:lnTo>
                    <a:pt x="1031" y="13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4"/>
            <p:cNvSpPr/>
            <p:nvPr/>
          </p:nvSpPr>
          <p:spPr>
            <a:xfrm>
              <a:off x="4378860" y="3288591"/>
              <a:ext cx="847" cy="3532"/>
            </a:xfrm>
            <a:custGeom>
              <a:avLst/>
              <a:pathLst>
                <a:path w="847" h="3532">
                  <a:moveTo>
                    <a:pt x="847" y="448"/>
                  </a:moveTo>
                  <a:lnTo>
                    <a:pt x="657" y="3532"/>
                  </a:lnTo>
                  <a:lnTo>
                    <a:pt x="0" y="2268"/>
                  </a:lnTo>
                  <a:lnTo>
                    <a:pt x="157" y="706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5"/>
            <p:cNvSpPr/>
            <p:nvPr/>
          </p:nvSpPr>
          <p:spPr>
            <a:xfrm>
              <a:off x="4375874" y="3274994"/>
              <a:ext cx="1802" cy="5528"/>
            </a:xfrm>
            <a:custGeom>
              <a:avLst/>
              <a:pathLst>
                <a:path w="1802" h="5528">
                  <a:moveTo>
                    <a:pt x="1765" y="4820"/>
                  </a:moveTo>
                  <a:lnTo>
                    <a:pt x="1802" y="5528"/>
                  </a:lnTo>
                  <a:lnTo>
                    <a:pt x="1205" y="4990"/>
                  </a:lnTo>
                  <a:lnTo>
                    <a:pt x="996" y="5243"/>
                  </a:lnTo>
                  <a:lnTo>
                    <a:pt x="329" y="5054"/>
                  </a:lnTo>
                  <a:lnTo>
                    <a:pt x="0" y="960"/>
                  </a:lnTo>
                  <a:lnTo>
                    <a:pt x="47" y="0"/>
                  </a:lnTo>
                  <a:lnTo>
                    <a:pt x="523" y="301"/>
                  </a:lnTo>
                  <a:lnTo>
                    <a:pt x="1205" y="2334"/>
                  </a:lnTo>
                  <a:lnTo>
                    <a:pt x="1554" y="374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6"/>
            <p:cNvSpPr/>
            <p:nvPr/>
          </p:nvSpPr>
          <p:spPr>
            <a:xfrm>
              <a:off x="4319491" y="3030548"/>
              <a:ext cx="95138" cy="436960"/>
            </a:xfrm>
            <a:custGeom>
              <a:avLst/>
              <a:pathLst>
                <a:path w="95138" h="436960">
                  <a:moveTo>
                    <a:pt x="31630" y="3184"/>
                  </a:moveTo>
                  <a:lnTo>
                    <a:pt x="31543" y="4927"/>
                  </a:lnTo>
                  <a:lnTo>
                    <a:pt x="31829" y="5289"/>
                  </a:lnTo>
                  <a:lnTo>
                    <a:pt x="32224" y="4481"/>
                  </a:lnTo>
                  <a:lnTo>
                    <a:pt x="32730" y="2506"/>
                  </a:lnTo>
                  <a:lnTo>
                    <a:pt x="33282" y="1392"/>
                  </a:lnTo>
                  <a:lnTo>
                    <a:pt x="33880" y="1138"/>
                  </a:lnTo>
                  <a:lnTo>
                    <a:pt x="34515" y="2483"/>
                  </a:lnTo>
                  <a:lnTo>
                    <a:pt x="35187" y="5427"/>
                  </a:lnTo>
                  <a:lnTo>
                    <a:pt x="35878" y="7101"/>
                  </a:lnTo>
                  <a:lnTo>
                    <a:pt x="36199" y="7283"/>
                  </a:lnTo>
                  <a:lnTo>
                    <a:pt x="36434" y="8629"/>
                  </a:lnTo>
                  <a:lnTo>
                    <a:pt x="36470" y="9920"/>
                  </a:lnTo>
                  <a:lnTo>
                    <a:pt x="36142" y="12649"/>
                  </a:lnTo>
                  <a:lnTo>
                    <a:pt x="35586" y="15823"/>
                  </a:lnTo>
                  <a:lnTo>
                    <a:pt x="34797" y="19747"/>
                  </a:lnTo>
                  <a:lnTo>
                    <a:pt x="35055" y="23046"/>
                  </a:lnTo>
                  <a:lnTo>
                    <a:pt x="36131" y="25735"/>
                  </a:lnTo>
                  <a:lnTo>
                    <a:pt x="37419" y="27319"/>
                  </a:lnTo>
                  <a:lnTo>
                    <a:pt x="38782" y="26879"/>
                  </a:lnTo>
                  <a:lnTo>
                    <a:pt x="39506" y="26076"/>
                  </a:lnTo>
                  <a:lnTo>
                    <a:pt x="40097" y="24802"/>
                  </a:lnTo>
                  <a:lnTo>
                    <a:pt x="40647" y="24201"/>
                  </a:lnTo>
                  <a:lnTo>
                    <a:pt x="41343" y="24041"/>
                  </a:lnTo>
                  <a:lnTo>
                    <a:pt x="43509" y="24975"/>
                  </a:lnTo>
                  <a:lnTo>
                    <a:pt x="44167" y="25887"/>
                  </a:lnTo>
                  <a:lnTo>
                    <a:pt x="44270" y="27710"/>
                  </a:lnTo>
                  <a:lnTo>
                    <a:pt x="44002" y="32400"/>
                  </a:lnTo>
                  <a:lnTo>
                    <a:pt x="44336" y="35839"/>
                  </a:lnTo>
                  <a:lnTo>
                    <a:pt x="44950" y="39462"/>
                  </a:lnTo>
                  <a:lnTo>
                    <a:pt x="45024" y="42765"/>
                  </a:lnTo>
                  <a:lnTo>
                    <a:pt x="44266" y="48213"/>
                  </a:lnTo>
                  <a:lnTo>
                    <a:pt x="43634" y="53368"/>
                  </a:lnTo>
                  <a:lnTo>
                    <a:pt x="42952" y="55873"/>
                  </a:lnTo>
                  <a:lnTo>
                    <a:pt x="42424" y="57485"/>
                  </a:lnTo>
                  <a:lnTo>
                    <a:pt x="42269" y="58578"/>
                  </a:lnTo>
                  <a:lnTo>
                    <a:pt x="42311" y="59611"/>
                  </a:lnTo>
                  <a:lnTo>
                    <a:pt x="42796" y="61162"/>
                  </a:lnTo>
                  <a:lnTo>
                    <a:pt x="43311" y="63162"/>
                  </a:lnTo>
                  <a:lnTo>
                    <a:pt x="43440" y="65074"/>
                  </a:lnTo>
                  <a:lnTo>
                    <a:pt x="43385" y="67424"/>
                  </a:lnTo>
                  <a:lnTo>
                    <a:pt x="43032" y="70647"/>
                  </a:lnTo>
                  <a:lnTo>
                    <a:pt x="41717" y="77632"/>
                  </a:lnTo>
                  <a:lnTo>
                    <a:pt x="40676" y="83934"/>
                  </a:lnTo>
                  <a:lnTo>
                    <a:pt x="41221" y="85198"/>
                  </a:lnTo>
                  <a:lnTo>
                    <a:pt x="42255" y="86119"/>
                  </a:lnTo>
                  <a:lnTo>
                    <a:pt x="42939" y="87018"/>
                  </a:lnTo>
                  <a:lnTo>
                    <a:pt x="43656" y="86442"/>
                  </a:lnTo>
                  <a:lnTo>
                    <a:pt x="45178" y="82720"/>
                  </a:lnTo>
                  <a:lnTo>
                    <a:pt x="46489" y="79949"/>
                  </a:lnTo>
                  <a:lnTo>
                    <a:pt x="48116" y="77183"/>
                  </a:lnTo>
                  <a:lnTo>
                    <a:pt x="48215" y="76942"/>
                  </a:lnTo>
                  <a:lnTo>
                    <a:pt x="49640" y="74907"/>
                  </a:lnTo>
                  <a:lnTo>
                    <a:pt x="50292" y="73037"/>
                  </a:lnTo>
                  <a:lnTo>
                    <a:pt x="50645" y="70652"/>
                  </a:lnTo>
                  <a:lnTo>
                    <a:pt x="51150" y="69728"/>
                  </a:lnTo>
                  <a:lnTo>
                    <a:pt x="51804" y="70266"/>
                  </a:lnTo>
                  <a:lnTo>
                    <a:pt x="52632" y="69231"/>
                  </a:lnTo>
                  <a:lnTo>
                    <a:pt x="53634" y="66620"/>
                  </a:lnTo>
                  <a:lnTo>
                    <a:pt x="54404" y="65414"/>
                  </a:lnTo>
                  <a:lnTo>
                    <a:pt x="54943" y="65615"/>
                  </a:lnTo>
                  <a:lnTo>
                    <a:pt x="55902" y="67237"/>
                  </a:lnTo>
                  <a:lnTo>
                    <a:pt x="57286" y="70281"/>
                  </a:lnTo>
                  <a:lnTo>
                    <a:pt x="58516" y="72093"/>
                  </a:lnTo>
                  <a:lnTo>
                    <a:pt x="59595" y="72670"/>
                  </a:lnTo>
                  <a:lnTo>
                    <a:pt x="60121" y="73803"/>
                  </a:lnTo>
                  <a:lnTo>
                    <a:pt x="60097" y="75491"/>
                  </a:lnTo>
                  <a:lnTo>
                    <a:pt x="60335" y="76563"/>
                  </a:lnTo>
                  <a:lnTo>
                    <a:pt x="60839" y="77017"/>
                  </a:lnTo>
                  <a:lnTo>
                    <a:pt x="61063" y="76836"/>
                  </a:lnTo>
                  <a:lnTo>
                    <a:pt x="61007" y="76019"/>
                  </a:lnTo>
                  <a:lnTo>
                    <a:pt x="61495" y="74823"/>
                  </a:lnTo>
                  <a:lnTo>
                    <a:pt x="62528" y="73247"/>
                  </a:lnTo>
                  <a:lnTo>
                    <a:pt x="63578" y="72321"/>
                  </a:lnTo>
                  <a:lnTo>
                    <a:pt x="64646" y="72045"/>
                  </a:lnTo>
                  <a:lnTo>
                    <a:pt x="65336" y="70796"/>
                  </a:lnTo>
                  <a:lnTo>
                    <a:pt x="65794" y="67554"/>
                  </a:lnTo>
                  <a:lnTo>
                    <a:pt x="66454" y="65087"/>
                  </a:lnTo>
                  <a:lnTo>
                    <a:pt x="67043" y="63971"/>
                  </a:lnTo>
                  <a:lnTo>
                    <a:pt x="67773" y="63410"/>
                  </a:lnTo>
                  <a:lnTo>
                    <a:pt x="67962" y="62627"/>
                  </a:lnTo>
                  <a:lnTo>
                    <a:pt x="67609" y="61622"/>
                  </a:lnTo>
                  <a:lnTo>
                    <a:pt x="67642" y="60602"/>
                  </a:lnTo>
                  <a:lnTo>
                    <a:pt x="68062" y="59571"/>
                  </a:lnTo>
                  <a:lnTo>
                    <a:pt x="68968" y="59129"/>
                  </a:lnTo>
                  <a:lnTo>
                    <a:pt x="70360" y="59282"/>
                  </a:lnTo>
                  <a:lnTo>
                    <a:pt x="71991" y="60334"/>
                  </a:lnTo>
                  <a:lnTo>
                    <a:pt x="73862" y="62286"/>
                  </a:lnTo>
                  <a:lnTo>
                    <a:pt x="75088" y="62912"/>
                  </a:lnTo>
                  <a:lnTo>
                    <a:pt x="75673" y="62213"/>
                  </a:lnTo>
                  <a:lnTo>
                    <a:pt x="76814" y="65235"/>
                  </a:lnTo>
                  <a:lnTo>
                    <a:pt x="78511" y="71982"/>
                  </a:lnTo>
                  <a:lnTo>
                    <a:pt x="79966" y="77081"/>
                  </a:lnTo>
                  <a:lnTo>
                    <a:pt x="81180" y="80534"/>
                  </a:lnTo>
                  <a:lnTo>
                    <a:pt x="82459" y="83184"/>
                  </a:lnTo>
                  <a:lnTo>
                    <a:pt x="83800" y="85032"/>
                  </a:lnTo>
                  <a:lnTo>
                    <a:pt x="84765" y="87546"/>
                  </a:lnTo>
                  <a:lnTo>
                    <a:pt x="85644" y="92314"/>
                  </a:lnTo>
                  <a:lnTo>
                    <a:pt x="84987" y="98908"/>
                  </a:lnTo>
                  <a:lnTo>
                    <a:pt x="84810" y="104604"/>
                  </a:lnTo>
                  <a:lnTo>
                    <a:pt x="84891" y="111602"/>
                  </a:lnTo>
                  <a:lnTo>
                    <a:pt x="85682" y="116965"/>
                  </a:lnTo>
                  <a:lnTo>
                    <a:pt x="87184" y="120692"/>
                  </a:lnTo>
                  <a:lnTo>
                    <a:pt x="88058" y="123704"/>
                  </a:lnTo>
                  <a:lnTo>
                    <a:pt x="88304" y="126001"/>
                  </a:lnTo>
                  <a:lnTo>
                    <a:pt x="89473" y="127972"/>
                  </a:lnTo>
                  <a:lnTo>
                    <a:pt x="91566" y="129617"/>
                  </a:lnTo>
                  <a:lnTo>
                    <a:pt x="92436" y="131107"/>
                  </a:lnTo>
                  <a:lnTo>
                    <a:pt x="92083" y="132445"/>
                  </a:lnTo>
                  <a:lnTo>
                    <a:pt x="92056" y="133996"/>
                  </a:lnTo>
                  <a:lnTo>
                    <a:pt x="92352" y="135763"/>
                  </a:lnTo>
                  <a:lnTo>
                    <a:pt x="93078" y="137225"/>
                  </a:lnTo>
                  <a:lnTo>
                    <a:pt x="94233" y="138382"/>
                  </a:lnTo>
                  <a:lnTo>
                    <a:pt x="94920" y="139603"/>
                  </a:lnTo>
                  <a:lnTo>
                    <a:pt x="95138" y="140886"/>
                  </a:lnTo>
                  <a:lnTo>
                    <a:pt x="95113" y="142972"/>
                  </a:lnTo>
                  <a:lnTo>
                    <a:pt x="94845" y="145858"/>
                  </a:lnTo>
                  <a:lnTo>
                    <a:pt x="94363" y="148075"/>
                  </a:lnTo>
                  <a:lnTo>
                    <a:pt x="93667" y="149622"/>
                  </a:lnTo>
                  <a:lnTo>
                    <a:pt x="93582" y="150841"/>
                  </a:lnTo>
                  <a:lnTo>
                    <a:pt x="93405" y="152704"/>
                  </a:lnTo>
                  <a:lnTo>
                    <a:pt x="93405" y="156516"/>
                  </a:lnTo>
                  <a:lnTo>
                    <a:pt x="93899" y="159056"/>
                  </a:lnTo>
                  <a:lnTo>
                    <a:pt x="94052" y="162281"/>
                  </a:lnTo>
                  <a:lnTo>
                    <a:pt x="93780" y="164916"/>
                  </a:lnTo>
                  <a:lnTo>
                    <a:pt x="93517" y="170296"/>
                  </a:lnTo>
                  <a:lnTo>
                    <a:pt x="93485" y="172381"/>
                  </a:lnTo>
                  <a:lnTo>
                    <a:pt x="93234" y="174170"/>
                  </a:lnTo>
                  <a:lnTo>
                    <a:pt x="92625" y="175899"/>
                  </a:lnTo>
                  <a:lnTo>
                    <a:pt x="91699" y="177522"/>
                  </a:lnTo>
                  <a:lnTo>
                    <a:pt x="90565" y="178965"/>
                  </a:lnTo>
                  <a:lnTo>
                    <a:pt x="89870" y="179604"/>
                  </a:lnTo>
                  <a:lnTo>
                    <a:pt x="89707" y="179904"/>
                  </a:lnTo>
                  <a:lnTo>
                    <a:pt x="89211" y="181533"/>
                  </a:lnTo>
                  <a:lnTo>
                    <a:pt x="88614" y="183114"/>
                  </a:lnTo>
                  <a:lnTo>
                    <a:pt x="88149" y="183116"/>
                  </a:lnTo>
                  <a:lnTo>
                    <a:pt x="87800" y="182316"/>
                  </a:lnTo>
                  <a:lnTo>
                    <a:pt x="87559" y="181282"/>
                  </a:lnTo>
                  <a:lnTo>
                    <a:pt x="87412" y="179017"/>
                  </a:lnTo>
                  <a:lnTo>
                    <a:pt x="86366" y="177897"/>
                  </a:lnTo>
                  <a:lnTo>
                    <a:pt x="85218" y="177193"/>
                  </a:lnTo>
                  <a:lnTo>
                    <a:pt x="82879" y="178310"/>
                  </a:lnTo>
                  <a:lnTo>
                    <a:pt x="80990" y="178914"/>
                  </a:lnTo>
                  <a:lnTo>
                    <a:pt x="78874" y="178148"/>
                  </a:lnTo>
                  <a:lnTo>
                    <a:pt x="76878" y="179116"/>
                  </a:lnTo>
                  <a:lnTo>
                    <a:pt x="76044" y="179259"/>
                  </a:lnTo>
                  <a:lnTo>
                    <a:pt x="75086" y="179115"/>
                  </a:lnTo>
                  <a:lnTo>
                    <a:pt x="74162" y="179133"/>
                  </a:lnTo>
                  <a:lnTo>
                    <a:pt x="73282" y="178778"/>
                  </a:lnTo>
                  <a:lnTo>
                    <a:pt x="71654" y="177392"/>
                  </a:lnTo>
                  <a:lnTo>
                    <a:pt x="71033" y="177500"/>
                  </a:lnTo>
                  <a:lnTo>
                    <a:pt x="69721" y="178647"/>
                  </a:lnTo>
                  <a:lnTo>
                    <a:pt x="68352" y="179454"/>
                  </a:lnTo>
                  <a:lnTo>
                    <a:pt x="67040" y="180006"/>
                  </a:lnTo>
                  <a:lnTo>
                    <a:pt x="65102" y="182373"/>
                  </a:lnTo>
                  <a:lnTo>
                    <a:pt x="63701" y="185795"/>
                  </a:lnTo>
                  <a:lnTo>
                    <a:pt x="63286" y="188213"/>
                  </a:lnTo>
                  <a:lnTo>
                    <a:pt x="62590" y="190649"/>
                  </a:lnTo>
                  <a:lnTo>
                    <a:pt x="61625" y="194507"/>
                  </a:lnTo>
                  <a:lnTo>
                    <a:pt x="60376" y="198199"/>
                  </a:lnTo>
                  <a:lnTo>
                    <a:pt x="59505" y="199883"/>
                  </a:lnTo>
                  <a:lnTo>
                    <a:pt x="59745" y="200875"/>
                  </a:lnTo>
                  <a:lnTo>
                    <a:pt x="59530" y="202077"/>
                  </a:lnTo>
                  <a:lnTo>
                    <a:pt x="58168" y="202612"/>
                  </a:lnTo>
                  <a:lnTo>
                    <a:pt x="57107" y="202827"/>
                  </a:lnTo>
                  <a:lnTo>
                    <a:pt x="56916" y="203428"/>
                  </a:lnTo>
                  <a:lnTo>
                    <a:pt x="57043" y="210867"/>
                  </a:lnTo>
                  <a:lnTo>
                    <a:pt x="57414" y="213682"/>
                  </a:lnTo>
                  <a:lnTo>
                    <a:pt x="58101" y="217080"/>
                  </a:lnTo>
                  <a:lnTo>
                    <a:pt x="58550" y="218939"/>
                  </a:lnTo>
                  <a:lnTo>
                    <a:pt x="58884" y="224457"/>
                  </a:lnTo>
                  <a:lnTo>
                    <a:pt x="58986" y="229136"/>
                  </a:lnTo>
                  <a:lnTo>
                    <a:pt x="60483" y="232092"/>
                  </a:lnTo>
                  <a:lnTo>
                    <a:pt x="61331" y="234350"/>
                  </a:lnTo>
                  <a:lnTo>
                    <a:pt x="61933" y="236337"/>
                  </a:lnTo>
                  <a:lnTo>
                    <a:pt x="61723" y="237604"/>
                  </a:lnTo>
                  <a:lnTo>
                    <a:pt x="61364" y="241378"/>
                  </a:lnTo>
                  <a:lnTo>
                    <a:pt x="61714" y="246280"/>
                  </a:lnTo>
                  <a:lnTo>
                    <a:pt x="63802" y="256850"/>
                  </a:lnTo>
                  <a:lnTo>
                    <a:pt x="63984" y="257600"/>
                  </a:lnTo>
                  <a:lnTo>
                    <a:pt x="63736" y="257684"/>
                  </a:lnTo>
                  <a:lnTo>
                    <a:pt x="63406" y="255648"/>
                  </a:lnTo>
                  <a:lnTo>
                    <a:pt x="62346" y="252224"/>
                  </a:lnTo>
                  <a:lnTo>
                    <a:pt x="62017" y="248565"/>
                  </a:lnTo>
                  <a:lnTo>
                    <a:pt x="60773" y="244535"/>
                  </a:lnTo>
                  <a:lnTo>
                    <a:pt x="60074" y="242934"/>
                  </a:lnTo>
                  <a:lnTo>
                    <a:pt x="59852" y="244270"/>
                  </a:lnTo>
                  <a:lnTo>
                    <a:pt x="59454" y="245705"/>
                  </a:lnTo>
                  <a:lnTo>
                    <a:pt x="58232" y="243636"/>
                  </a:lnTo>
                  <a:lnTo>
                    <a:pt x="57186" y="241469"/>
                  </a:lnTo>
                  <a:lnTo>
                    <a:pt x="56218" y="237281"/>
                  </a:lnTo>
                  <a:lnTo>
                    <a:pt x="56096" y="238253"/>
                  </a:lnTo>
                  <a:lnTo>
                    <a:pt x="55879" y="239133"/>
                  </a:lnTo>
                  <a:lnTo>
                    <a:pt x="54781" y="235842"/>
                  </a:lnTo>
                  <a:lnTo>
                    <a:pt x="53632" y="233216"/>
                  </a:lnTo>
                  <a:lnTo>
                    <a:pt x="52598" y="232277"/>
                  </a:lnTo>
                  <a:lnTo>
                    <a:pt x="51960" y="231403"/>
                  </a:lnTo>
                  <a:lnTo>
                    <a:pt x="51346" y="230010"/>
                  </a:lnTo>
                  <a:lnTo>
                    <a:pt x="50056" y="228563"/>
                  </a:lnTo>
                  <a:lnTo>
                    <a:pt x="46849" y="230644"/>
                  </a:lnTo>
                  <a:lnTo>
                    <a:pt x="42767" y="229028"/>
                  </a:lnTo>
                  <a:lnTo>
                    <a:pt x="41196" y="230576"/>
                  </a:lnTo>
                  <a:lnTo>
                    <a:pt x="40552" y="229613"/>
                  </a:lnTo>
                  <a:lnTo>
                    <a:pt x="40155" y="227820"/>
                  </a:lnTo>
                  <a:lnTo>
                    <a:pt x="40536" y="224757"/>
                  </a:lnTo>
                  <a:lnTo>
                    <a:pt x="40623" y="218352"/>
                  </a:lnTo>
                  <a:lnTo>
                    <a:pt x="41108" y="213851"/>
                  </a:lnTo>
                  <a:lnTo>
                    <a:pt x="40880" y="210430"/>
                  </a:lnTo>
                  <a:lnTo>
                    <a:pt x="41118" y="208818"/>
                  </a:lnTo>
                  <a:lnTo>
                    <a:pt x="41299" y="206619"/>
                  </a:lnTo>
                  <a:lnTo>
                    <a:pt x="40653" y="205720"/>
                  </a:lnTo>
                  <a:lnTo>
                    <a:pt x="37770" y="203980"/>
                  </a:lnTo>
                  <a:lnTo>
                    <a:pt x="37159" y="202595"/>
                  </a:lnTo>
                  <a:lnTo>
                    <a:pt x="36394" y="204182"/>
                  </a:lnTo>
                  <a:lnTo>
                    <a:pt x="32932" y="205068"/>
                  </a:lnTo>
                  <a:lnTo>
                    <a:pt x="31629" y="206396"/>
                  </a:lnTo>
                  <a:lnTo>
                    <a:pt x="30422" y="208948"/>
                  </a:lnTo>
                  <a:lnTo>
                    <a:pt x="30111" y="212190"/>
                  </a:lnTo>
                  <a:lnTo>
                    <a:pt x="30808" y="214324"/>
                  </a:lnTo>
                  <a:lnTo>
                    <a:pt x="31256" y="218035"/>
                  </a:lnTo>
                  <a:lnTo>
                    <a:pt x="30014" y="226136"/>
                  </a:lnTo>
                  <a:lnTo>
                    <a:pt x="29806" y="228543"/>
                  </a:lnTo>
                  <a:lnTo>
                    <a:pt x="30286" y="238451"/>
                  </a:lnTo>
                  <a:lnTo>
                    <a:pt x="30095" y="243886"/>
                  </a:lnTo>
                  <a:lnTo>
                    <a:pt x="29418" y="247530"/>
                  </a:lnTo>
                  <a:lnTo>
                    <a:pt x="28346" y="250806"/>
                  </a:lnTo>
                  <a:lnTo>
                    <a:pt x="27904" y="256356"/>
                  </a:lnTo>
                  <a:lnTo>
                    <a:pt x="27061" y="258927"/>
                  </a:lnTo>
                  <a:lnTo>
                    <a:pt x="25932" y="264804"/>
                  </a:lnTo>
                  <a:lnTo>
                    <a:pt x="25172" y="272123"/>
                  </a:lnTo>
                  <a:lnTo>
                    <a:pt x="24632" y="275510"/>
                  </a:lnTo>
                  <a:lnTo>
                    <a:pt x="24316" y="281746"/>
                  </a:lnTo>
                  <a:lnTo>
                    <a:pt x="21990" y="291213"/>
                  </a:lnTo>
                  <a:lnTo>
                    <a:pt x="21443" y="296562"/>
                  </a:lnTo>
                  <a:lnTo>
                    <a:pt x="20612" y="298580"/>
                  </a:lnTo>
                  <a:lnTo>
                    <a:pt x="20903" y="300175"/>
                  </a:lnTo>
                  <a:lnTo>
                    <a:pt x="20952" y="302847"/>
                  </a:lnTo>
                  <a:lnTo>
                    <a:pt x="20661" y="309976"/>
                  </a:lnTo>
                  <a:lnTo>
                    <a:pt x="20562" y="315890"/>
                  </a:lnTo>
                  <a:lnTo>
                    <a:pt x="20914" y="319048"/>
                  </a:lnTo>
                  <a:lnTo>
                    <a:pt x="22030" y="325329"/>
                  </a:lnTo>
                  <a:lnTo>
                    <a:pt x="21763" y="327150"/>
                  </a:lnTo>
                  <a:lnTo>
                    <a:pt x="21634" y="329743"/>
                  </a:lnTo>
                  <a:lnTo>
                    <a:pt x="22573" y="330919"/>
                  </a:lnTo>
                  <a:lnTo>
                    <a:pt x="23245" y="331265"/>
                  </a:lnTo>
                  <a:lnTo>
                    <a:pt x="27042" y="328295"/>
                  </a:lnTo>
                  <a:lnTo>
                    <a:pt x="28328" y="329059"/>
                  </a:lnTo>
                  <a:lnTo>
                    <a:pt x="28811" y="331829"/>
                  </a:lnTo>
                  <a:lnTo>
                    <a:pt x="29124" y="334244"/>
                  </a:lnTo>
                  <a:lnTo>
                    <a:pt x="29768" y="347295"/>
                  </a:lnTo>
                  <a:lnTo>
                    <a:pt x="30100" y="349719"/>
                  </a:lnTo>
                  <a:lnTo>
                    <a:pt x="30868" y="352026"/>
                  </a:lnTo>
                  <a:lnTo>
                    <a:pt x="31708" y="354480"/>
                  </a:lnTo>
                  <a:lnTo>
                    <a:pt x="31994" y="354040"/>
                  </a:lnTo>
                  <a:lnTo>
                    <a:pt x="32049" y="353129"/>
                  </a:lnTo>
                  <a:lnTo>
                    <a:pt x="32102" y="352106"/>
                  </a:lnTo>
                  <a:lnTo>
                    <a:pt x="32853" y="354579"/>
                  </a:lnTo>
                  <a:lnTo>
                    <a:pt x="33436" y="359195"/>
                  </a:lnTo>
                  <a:lnTo>
                    <a:pt x="35440" y="383609"/>
                  </a:lnTo>
                  <a:lnTo>
                    <a:pt x="36017" y="386711"/>
                  </a:lnTo>
                  <a:lnTo>
                    <a:pt x="36495" y="389973"/>
                  </a:lnTo>
                  <a:lnTo>
                    <a:pt x="35277" y="388382"/>
                  </a:lnTo>
                  <a:lnTo>
                    <a:pt x="34947" y="382958"/>
                  </a:lnTo>
                  <a:lnTo>
                    <a:pt x="34598" y="380677"/>
                  </a:lnTo>
                  <a:lnTo>
                    <a:pt x="34167" y="380341"/>
                  </a:lnTo>
                  <a:lnTo>
                    <a:pt x="33486" y="380381"/>
                  </a:lnTo>
                  <a:lnTo>
                    <a:pt x="33443" y="379412"/>
                  </a:lnTo>
                  <a:lnTo>
                    <a:pt x="33953" y="377643"/>
                  </a:lnTo>
                  <a:lnTo>
                    <a:pt x="33873" y="375522"/>
                  </a:lnTo>
                  <a:lnTo>
                    <a:pt x="33174" y="373780"/>
                  </a:lnTo>
                  <a:lnTo>
                    <a:pt x="32041" y="375163"/>
                  </a:lnTo>
                  <a:lnTo>
                    <a:pt x="32070" y="378970"/>
                  </a:lnTo>
                  <a:lnTo>
                    <a:pt x="32578" y="381888"/>
                  </a:lnTo>
                  <a:lnTo>
                    <a:pt x="34494" y="388401"/>
                  </a:lnTo>
                  <a:lnTo>
                    <a:pt x="35095" y="391128"/>
                  </a:lnTo>
                  <a:lnTo>
                    <a:pt x="35857" y="391910"/>
                  </a:lnTo>
                  <a:lnTo>
                    <a:pt x="36967" y="391478"/>
                  </a:lnTo>
                  <a:lnTo>
                    <a:pt x="38295" y="394256"/>
                  </a:lnTo>
                  <a:lnTo>
                    <a:pt x="39342" y="396835"/>
                  </a:lnTo>
                  <a:lnTo>
                    <a:pt x="41934" y="400787"/>
                  </a:lnTo>
                  <a:lnTo>
                    <a:pt x="43505" y="400367"/>
                  </a:lnTo>
                  <a:lnTo>
                    <a:pt x="45203" y="399388"/>
                  </a:lnTo>
                  <a:lnTo>
                    <a:pt x="46342" y="399646"/>
                  </a:lnTo>
                  <a:lnTo>
                    <a:pt x="47459" y="400659"/>
                  </a:lnTo>
                  <a:lnTo>
                    <a:pt x="48798" y="403949"/>
                  </a:lnTo>
                  <a:lnTo>
                    <a:pt x="50926" y="412203"/>
                  </a:lnTo>
                  <a:lnTo>
                    <a:pt x="54400" y="419069"/>
                  </a:lnTo>
                  <a:lnTo>
                    <a:pt x="54023" y="420770"/>
                  </a:lnTo>
                  <a:lnTo>
                    <a:pt x="53872" y="423370"/>
                  </a:lnTo>
                  <a:lnTo>
                    <a:pt x="52502" y="426837"/>
                  </a:lnTo>
                  <a:lnTo>
                    <a:pt x="52284" y="428846"/>
                  </a:lnTo>
                  <a:lnTo>
                    <a:pt x="51782" y="431390"/>
                  </a:lnTo>
                  <a:lnTo>
                    <a:pt x="50828" y="432747"/>
                  </a:lnTo>
                  <a:lnTo>
                    <a:pt x="50009" y="433006"/>
                  </a:lnTo>
                  <a:lnTo>
                    <a:pt x="49536" y="432763"/>
                  </a:lnTo>
                  <a:lnTo>
                    <a:pt x="49209" y="432255"/>
                  </a:lnTo>
                  <a:lnTo>
                    <a:pt x="48649" y="429857"/>
                  </a:lnTo>
                  <a:lnTo>
                    <a:pt x="48366" y="429123"/>
                  </a:lnTo>
                  <a:lnTo>
                    <a:pt x="48128" y="428953"/>
                  </a:lnTo>
                  <a:lnTo>
                    <a:pt x="46380" y="430610"/>
                  </a:lnTo>
                  <a:lnTo>
                    <a:pt x="44686" y="432452"/>
                  </a:lnTo>
                  <a:lnTo>
                    <a:pt x="44373" y="434096"/>
                  </a:lnTo>
                  <a:lnTo>
                    <a:pt x="43922" y="436015"/>
                  </a:lnTo>
                  <a:lnTo>
                    <a:pt x="43428" y="436774"/>
                  </a:lnTo>
                  <a:lnTo>
                    <a:pt x="43040" y="436960"/>
                  </a:lnTo>
                  <a:lnTo>
                    <a:pt x="42669" y="435833"/>
                  </a:lnTo>
                  <a:lnTo>
                    <a:pt x="42019" y="434368"/>
                  </a:lnTo>
                  <a:lnTo>
                    <a:pt x="41517" y="432993"/>
                  </a:lnTo>
                  <a:lnTo>
                    <a:pt x="41645" y="430772"/>
                  </a:lnTo>
                  <a:lnTo>
                    <a:pt x="42598" y="427513"/>
                  </a:lnTo>
                  <a:lnTo>
                    <a:pt x="42724" y="425232"/>
                  </a:lnTo>
                  <a:lnTo>
                    <a:pt x="42603" y="421320"/>
                  </a:lnTo>
                  <a:lnTo>
                    <a:pt x="42344" y="419059"/>
                  </a:lnTo>
                  <a:lnTo>
                    <a:pt x="42067" y="418978"/>
                  </a:lnTo>
                  <a:lnTo>
                    <a:pt x="41599" y="418613"/>
                  </a:lnTo>
                  <a:lnTo>
                    <a:pt x="40278" y="418976"/>
                  </a:lnTo>
                  <a:lnTo>
                    <a:pt x="39617" y="416427"/>
                  </a:lnTo>
                  <a:lnTo>
                    <a:pt x="39355" y="413634"/>
                  </a:lnTo>
                  <a:lnTo>
                    <a:pt x="38903" y="412633"/>
                  </a:lnTo>
                  <a:lnTo>
                    <a:pt x="38456" y="412024"/>
                  </a:lnTo>
                  <a:lnTo>
                    <a:pt x="37465" y="412989"/>
                  </a:lnTo>
                  <a:lnTo>
                    <a:pt x="36710" y="412412"/>
                  </a:lnTo>
                  <a:lnTo>
                    <a:pt x="34196" y="409978"/>
                  </a:lnTo>
                  <a:lnTo>
                    <a:pt x="33229" y="406054"/>
                  </a:lnTo>
                  <a:lnTo>
                    <a:pt x="32713" y="405938"/>
                  </a:lnTo>
                  <a:lnTo>
                    <a:pt x="32255" y="406375"/>
                  </a:lnTo>
                  <a:lnTo>
                    <a:pt x="32076" y="407268"/>
                  </a:lnTo>
                  <a:lnTo>
                    <a:pt x="31809" y="411787"/>
                  </a:lnTo>
                  <a:lnTo>
                    <a:pt x="31592" y="413167"/>
                  </a:lnTo>
                  <a:lnTo>
                    <a:pt x="28709" y="404068"/>
                  </a:lnTo>
                  <a:lnTo>
                    <a:pt x="26722" y="400323"/>
                  </a:lnTo>
                  <a:lnTo>
                    <a:pt x="27002" y="393540"/>
                  </a:lnTo>
                  <a:lnTo>
                    <a:pt x="26397" y="392220"/>
                  </a:lnTo>
                  <a:lnTo>
                    <a:pt x="25645" y="392088"/>
                  </a:lnTo>
                  <a:lnTo>
                    <a:pt x="25077" y="390213"/>
                  </a:lnTo>
                  <a:lnTo>
                    <a:pt x="25582" y="386170"/>
                  </a:lnTo>
                  <a:lnTo>
                    <a:pt x="24801" y="386942"/>
                  </a:lnTo>
                  <a:lnTo>
                    <a:pt x="23720" y="386798"/>
                  </a:lnTo>
                  <a:lnTo>
                    <a:pt x="22839" y="385679"/>
                  </a:lnTo>
                  <a:lnTo>
                    <a:pt x="22169" y="380091"/>
                  </a:lnTo>
                  <a:lnTo>
                    <a:pt x="21747" y="378386"/>
                  </a:lnTo>
                  <a:lnTo>
                    <a:pt x="20823" y="375460"/>
                  </a:lnTo>
                  <a:lnTo>
                    <a:pt x="19606" y="375460"/>
                  </a:lnTo>
                  <a:lnTo>
                    <a:pt x="19204" y="374055"/>
                  </a:lnTo>
                  <a:lnTo>
                    <a:pt x="19300" y="370443"/>
                  </a:lnTo>
                  <a:lnTo>
                    <a:pt x="18412" y="368229"/>
                  </a:lnTo>
                  <a:lnTo>
                    <a:pt x="17245" y="366422"/>
                  </a:lnTo>
                  <a:lnTo>
                    <a:pt x="16281" y="365362"/>
                  </a:lnTo>
                  <a:lnTo>
                    <a:pt x="15301" y="359543"/>
                  </a:lnTo>
                  <a:lnTo>
                    <a:pt x="14527" y="358116"/>
                  </a:lnTo>
                  <a:lnTo>
                    <a:pt x="13870" y="356956"/>
                  </a:lnTo>
                  <a:lnTo>
                    <a:pt x="12956" y="357738"/>
                  </a:lnTo>
                  <a:lnTo>
                    <a:pt x="12660" y="359833"/>
                  </a:lnTo>
                  <a:lnTo>
                    <a:pt x="12049" y="361863"/>
                  </a:lnTo>
                  <a:lnTo>
                    <a:pt x="11356" y="361604"/>
                  </a:lnTo>
                  <a:lnTo>
                    <a:pt x="10720" y="360444"/>
                  </a:lnTo>
                  <a:lnTo>
                    <a:pt x="9945" y="354627"/>
                  </a:lnTo>
                  <a:lnTo>
                    <a:pt x="9816" y="351065"/>
                  </a:lnTo>
                  <a:lnTo>
                    <a:pt x="9987" y="344439"/>
                  </a:lnTo>
                  <a:lnTo>
                    <a:pt x="10956" y="338498"/>
                  </a:lnTo>
                  <a:lnTo>
                    <a:pt x="11478" y="328995"/>
                  </a:lnTo>
                  <a:lnTo>
                    <a:pt x="12304" y="323018"/>
                  </a:lnTo>
                  <a:lnTo>
                    <a:pt x="12877" y="320990"/>
                  </a:lnTo>
                  <a:lnTo>
                    <a:pt x="13671" y="312833"/>
                  </a:lnTo>
                  <a:lnTo>
                    <a:pt x="15289" y="302405"/>
                  </a:lnTo>
                  <a:lnTo>
                    <a:pt x="15473" y="300170"/>
                  </a:lnTo>
                  <a:lnTo>
                    <a:pt x="15799" y="297664"/>
                  </a:lnTo>
                  <a:lnTo>
                    <a:pt x="16047" y="295299"/>
                  </a:lnTo>
                  <a:lnTo>
                    <a:pt x="16128" y="291571"/>
                  </a:lnTo>
                  <a:lnTo>
                    <a:pt x="15919" y="289605"/>
                  </a:lnTo>
                  <a:lnTo>
                    <a:pt x="15919" y="288501"/>
                  </a:lnTo>
                  <a:lnTo>
                    <a:pt x="16260" y="287097"/>
                  </a:lnTo>
                  <a:lnTo>
                    <a:pt x="17413" y="284737"/>
                  </a:lnTo>
                  <a:lnTo>
                    <a:pt x="19005" y="280847"/>
                  </a:lnTo>
                  <a:lnTo>
                    <a:pt x="20901" y="275371"/>
                  </a:lnTo>
                  <a:lnTo>
                    <a:pt x="22841" y="266974"/>
                  </a:lnTo>
                  <a:lnTo>
                    <a:pt x="23807" y="262100"/>
                  </a:lnTo>
                  <a:lnTo>
                    <a:pt x="24213" y="260383"/>
                  </a:lnTo>
                  <a:lnTo>
                    <a:pt x="24642" y="259846"/>
                  </a:lnTo>
                  <a:lnTo>
                    <a:pt x="25305" y="258177"/>
                  </a:lnTo>
                  <a:lnTo>
                    <a:pt x="25761" y="256330"/>
                  </a:lnTo>
                  <a:lnTo>
                    <a:pt x="25787" y="255398"/>
                  </a:lnTo>
                  <a:lnTo>
                    <a:pt x="24731" y="246284"/>
                  </a:lnTo>
                  <a:lnTo>
                    <a:pt x="24039" y="243312"/>
                  </a:lnTo>
                  <a:lnTo>
                    <a:pt x="23689" y="239801"/>
                  </a:lnTo>
                  <a:lnTo>
                    <a:pt x="23503" y="237266"/>
                  </a:lnTo>
                  <a:lnTo>
                    <a:pt x="23249" y="234937"/>
                  </a:lnTo>
                  <a:lnTo>
                    <a:pt x="23374" y="232743"/>
                  </a:lnTo>
                  <a:lnTo>
                    <a:pt x="22993" y="231374"/>
                  </a:lnTo>
                  <a:lnTo>
                    <a:pt x="22135" y="229641"/>
                  </a:lnTo>
                  <a:lnTo>
                    <a:pt x="21242" y="227074"/>
                  </a:lnTo>
                  <a:lnTo>
                    <a:pt x="20709" y="222873"/>
                  </a:lnTo>
                  <a:lnTo>
                    <a:pt x="20709" y="220527"/>
                  </a:lnTo>
                  <a:lnTo>
                    <a:pt x="20139" y="218475"/>
                  </a:lnTo>
                  <a:lnTo>
                    <a:pt x="19949" y="216325"/>
                  </a:lnTo>
                  <a:lnTo>
                    <a:pt x="20290" y="214272"/>
                  </a:lnTo>
                  <a:lnTo>
                    <a:pt x="20740" y="212497"/>
                  </a:lnTo>
                  <a:lnTo>
                    <a:pt x="20688" y="204700"/>
                  </a:lnTo>
                  <a:lnTo>
                    <a:pt x="20508" y="202370"/>
                  </a:lnTo>
                  <a:lnTo>
                    <a:pt x="20287" y="198206"/>
                  </a:lnTo>
                  <a:lnTo>
                    <a:pt x="19705" y="195072"/>
                  </a:lnTo>
                  <a:lnTo>
                    <a:pt x="18881" y="191396"/>
                  </a:lnTo>
                  <a:lnTo>
                    <a:pt x="17948" y="188362"/>
                  </a:lnTo>
                  <a:lnTo>
                    <a:pt x="15504" y="182869"/>
                  </a:lnTo>
                  <a:lnTo>
                    <a:pt x="13764" y="179200"/>
                  </a:lnTo>
                  <a:lnTo>
                    <a:pt x="12901" y="175861"/>
                  </a:lnTo>
                  <a:lnTo>
                    <a:pt x="11810" y="172017"/>
                  </a:lnTo>
                  <a:lnTo>
                    <a:pt x="11027" y="169254"/>
                  </a:lnTo>
                  <a:lnTo>
                    <a:pt x="10035" y="165760"/>
                  </a:lnTo>
                  <a:lnTo>
                    <a:pt x="9531" y="160997"/>
                  </a:lnTo>
                  <a:lnTo>
                    <a:pt x="9252" y="155930"/>
                  </a:lnTo>
                  <a:lnTo>
                    <a:pt x="9403" y="154255"/>
                  </a:lnTo>
                  <a:lnTo>
                    <a:pt x="9877" y="153154"/>
                  </a:lnTo>
                  <a:lnTo>
                    <a:pt x="10497" y="152261"/>
                  </a:lnTo>
                  <a:lnTo>
                    <a:pt x="10995" y="152054"/>
                  </a:lnTo>
                  <a:lnTo>
                    <a:pt x="12408" y="149726"/>
                  </a:lnTo>
                  <a:lnTo>
                    <a:pt x="13388" y="149923"/>
                  </a:lnTo>
                  <a:lnTo>
                    <a:pt x="13614" y="149421"/>
                  </a:lnTo>
                  <a:lnTo>
                    <a:pt x="13709" y="148361"/>
                  </a:lnTo>
                  <a:lnTo>
                    <a:pt x="13586" y="143745"/>
                  </a:lnTo>
                  <a:lnTo>
                    <a:pt x="13628" y="137574"/>
                  </a:lnTo>
                  <a:lnTo>
                    <a:pt x="13810" y="132550"/>
                  </a:lnTo>
                  <a:lnTo>
                    <a:pt x="14022" y="129239"/>
                  </a:lnTo>
                  <a:lnTo>
                    <a:pt x="16618" y="125394"/>
                  </a:lnTo>
                  <a:lnTo>
                    <a:pt x="17165" y="123732"/>
                  </a:lnTo>
                  <a:lnTo>
                    <a:pt x="17429" y="121928"/>
                  </a:lnTo>
                  <a:lnTo>
                    <a:pt x="17427" y="120338"/>
                  </a:lnTo>
                  <a:lnTo>
                    <a:pt x="17209" y="119089"/>
                  </a:lnTo>
                  <a:lnTo>
                    <a:pt x="16819" y="118398"/>
                  </a:lnTo>
                  <a:lnTo>
                    <a:pt x="15136" y="121712"/>
                  </a:lnTo>
                  <a:lnTo>
                    <a:pt x="14808" y="120973"/>
                  </a:lnTo>
                  <a:lnTo>
                    <a:pt x="14036" y="115525"/>
                  </a:lnTo>
                  <a:lnTo>
                    <a:pt x="13704" y="113866"/>
                  </a:lnTo>
                  <a:lnTo>
                    <a:pt x="13225" y="111879"/>
                  </a:lnTo>
                  <a:lnTo>
                    <a:pt x="12707" y="109100"/>
                  </a:lnTo>
                  <a:lnTo>
                    <a:pt x="12627" y="104290"/>
                  </a:lnTo>
                  <a:lnTo>
                    <a:pt x="12255" y="101906"/>
                  </a:lnTo>
                  <a:lnTo>
                    <a:pt x="10157" y="96825"/>
                  </a:lnTo>
                  <a:lnTo>
                    <a:pt x="9214" y="94099"/>
                  </a:lnTo>
                  <a:lnTo>
                    <a:pt x="7930" y="90157"/>
                  </a:lnTo>
                  <a:lnTo>
                    <a:pt x="6391" y="85429"/>
                  </a:lnTo>
                  <a:lnTo>
                    <a:pt x="4822" y="81057"/>
                  </a:lnTo>
                  <a:lnTo>
                    <a:pt x="4087" y="78263"/>
                  </a:lnTo>
                  <a:lnTo>
                    <a:pt x="3826" y="77634"/>
                  </a:lnTo>
                  <a:lnTo>
                    <a:pt x="3735" y="76557"/>
                  </a:lnTo>
                  <a:lnTo>
                    <a:pt x="4212" y="73550"/>
                  </a:lnTo>
                  <a:lnTo>
                    <a:pt x="3979" y="70533"/>
                  </a:lnTo>
                  <a:lnTo>
                    <a:pt x="3195" y="66505"/>
                  </a:lnTo>
                  <a:lnTo>
                    <a:pt x="2860" y="64015"/>
                  </a:lnTo>
                  <a:lnTo>
                    <a:pt x="2972" y="63060"/>
                  </a:lnTo>
                  <a:lnTo>
                    <a:pt x="2593" y="62686"/>
                  </a:lnTo>
                  <a:lnTo>
                    <a:pt x="1725" y="62895"/>
                  </a:lnTo>
                  <a:lnTo>
                    <a:pt x="884" y="61011"/>
                  </a:lnTo>
                  <a:lnTo>
                    <a:pt x="77" y="57033"/>
                  </a:lnTo>
                  <a:lnTo>
                    <a:pt x="0" y="56333"/>
                  </a:lnTo>
                  <a:lnTo>
                    <a:pt x="266" y="56346"/>
                  </a:lnTo>
                  <a:lnTo>
                    <a:pt x="1277" y="57034"/>
                  </a:lnTo>
                  <a:lnTo>
                    <a:pt x="1625" y="56930"/>
                  </a:lnTo>
                  <a:lnTo>
                    <a:pt x="2340" y="56016"/>
                  </a:lnTo>
                  <a:lnTo>
                    <a:pt x="3425" y="55055"/>
                  </a:lnTo>
                  <a:lnTo>
                    <a:pt x="4071" y="54736"/>
                  </a:lnTo>
                  <a:lnTo>
                    <a:pt x="4280" y="54258"/>
                  </a:lnTo>
                  <a:lnTo>
                    <a:pt x="4373" y="53295"/>
                  </a:lnTo>
                  <a:lnTo>
                    <a:pt x="3822" y="44105"/>
                  </a:lnTo>
                  <a:lnTo>
                    <a:pt x="3915" y="42193"/>
                  </a:lnTo>
                  <a:lnTo>
                    <a:pt x="4948" y="38234"/>
                  </a:lnTo>
                  <a:lnTo>
                    <a:pt x="4829" y="34233"/>
                  </a:lnTo>
                  <a:lnTo>
                    <a:pt x="5096" y="28498"/>
                  </a:lnTo>
                  <a:lnTo>
                    <a:pt x="6242" y="24571"/>
                  </a:lnTo>
                  <a:lnTo>
                    <a:pt x="7103" y="22773"/>
                  </a:lnTo>
                  <a:lnTo>
                    <a:pt x="7377" y="19942"/>
                  </a:lnTo>
                  <a:lnTo>
                    <a:pt x="7769" y="19345"/>
                  </a:lnTo>
                  <a:lnTo>
                    <a:pt x="8482" y="19568"/>
                  </a:lnTo>
                  <a:lnTo>
                    <a:pt x="9956" y="21681"/>
                  </a:lnTo>
                  <a:lnTo>
                    <a:pt x="10584" y="21782"/>
                  </a:lnTo>
                  <a:lnTo>
                    <a:pt x="11477" y="21726"/>
                  </a:lnTo>
                  <a:lnTo>
                    <a:pt x="12440" y="21570"/>
                  </a:lnTo>
                  <a:lnTo>
                    <a:pt x="12888" y="21366"/>
                  </a:lnTo>
                  <a:lnTo>
                    <a:pt x="15958" y="19304"/>
                  </a:lnTo>
                  <a:lnTo>
                    <a:pt x="16636" y="19087"/>
                  </a:lnTo>
                  <a:lnTo>
                    <a:pt x="17283" y="19349"/>
                  </a:lnTo>
                  <a:lnTo>
                    <a:pt x="17754" y="19251"/>
                  </a:lnTo>
                  <a:lnTo>
                    <a:pt x="18229" y="18305"/>
                  </a:lnTo>
                  <a:lnTo>
                    <a:pt x="18568" y="16637"/>
                  </a:lnTo>
                  <a:lnTo>
                    <a:pt x="18951" y="11305"/>
                  </a:lnTo>
                  <a:lnTo>
                    <a:pt x="19170" y="10365"/>
                  </a:lnTo>
                  <a:lnTo>
                    <a:pt x="19567" y="9604"/>
                  </a:lnTo>
                  <a:lnTo>
                    <a:pt x="20217" y="9095"/>
                  </a:lnTo>
                  <a:lnTo>
                    <a:pt x="20978" y="9138"/>
                  </a:lnTo>
                  <a:lnTo>
                    <a:pt x="21977" y="10164"/>
                  </a:lnTo>
                  <a:lnTo>
                    <a:pt x="22601" y="10209"/>
                  </a:lnTo>
                  <a:lnTo>
                    <a:pt x="23307" y="9779"/>
                  </a:lnTo>
                  <a:lnTo>
                    <a:pt x="23909" y="9045"/>
                  </a:lnTo>
                  <a:lnTo>
                    <a:pt x="24305" y="8112"/>
                  </a:lnTo>
                  <a:lnTo>
                    <a:pt x="24486" y="6993"/>
                  </a:lnTo>
                  <a:lnTo>
                    <a:pt x="24323" y="4839"/>
                  </a:lnTo>
                  <a:lnTo>
                    <a:pt x="23868" y="2138"/>
                  </a:lnTo>
                  <a:lnTo>
                    <a:pt x="23993" y="1813"/>
                  </a:lnTo>
                  <a:lnTo>
                    <a:pt x="24831" y="2410"/>
                  </a:lnTo>
                  <a:lnTo>
                    <a:pt x="26062" y="3071"/>
                  </a:lnTo>
                  <a:lnTo>
                    <a:pt x="27000" y="2924"/>
                  </a:lnTo>
                  <a:lnTo>
                    <a:pt x="27612" y="2455"/>
                  </a:lnTo>
                  <a:lnTo>
                    <a:pt x="28209" y="1180"/>
                  </a:lnTo>
                  <a:lnTo>
                    <a:pt x="28959" y="0"/>
                  </a:lnTo>
                  <a:lnTo>
                    <a:pt x="29695" y="265"/>
                  </a:lnTo>
                  <a:lnTo>
                    <a:pt x="30262" y="132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7"/>
            <p:cNvSpPr/>
            <p:nvPr/>
          </p:nvSpPr>
          <p:spPr>
            <a:xfrm>
              <a:off x="4010026" y="2455574"/>
              <a:ext cx="2518" cy="2835"/>
            </a:xfrm>
            <a:custGeom>
              <a:avLst/>
              <a:pathLst>
                <a:path w="2518" h="2835">
                  <a:moveTo>
                    <a:pt x="2518" y="1696"/>
                  </a:moveTo>
                  <a:lnTo>
                    <a:pt x="1487" y="2835"/>
                  </a:lnTo>
                  <a:lnTo>
                    <a:pt x="883" y="2712"/>
                  </a:lnTo>
                  <a:lnTo>
                    <a:pt x="412" y="1611"/>
                  </a:lnTo>
                  <a:lnTo>
                    <a:pt x="74" y="581"/>
                  </a:lnTo>
                  <a:lnTo>
                    <a:pt x="0" y="0"/>
                  </a:lnTo>
                  <a:lnTo>
                    <a:pt x="171" y="8"/>
                  </a:lnTo>
                  <a:lnTo>
                    <a:pt x="969" y="476"/>
                  </a:lnTo>
                  <a:lnTo>
                    <a:pt x="2086" y="805"/>
                  </a:lnTo>
                  <a:lnTo>
                    <a:pt x="2479" y="10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8"/>
            <p:cNvSpPr/>
            <p:nvPr/>
          </p:nvSpPr>
          <p:spPr>
            <a:xfrm>
              <a:off x="4010800" y="2421826"/>
              <a:ext cx="1180" cy="2670"/>
            </a:xfrm>
            <a:custGeom>
              <a:avLst/>
              <a:pathLst>
                <a:path w="1180" h="2670">
                  <a:moveTo>
                    <a:pt x="1180" y="2605"/>
                  </a:moveTo>
                  <a:lnTo>
                    <a:pt x="837" y="2670"/>
                  </a:lnTo>
                  <a:lnTo>
                    <a:pt x="215" y="1269"/>
                  </a:lnTo>
                  <a:lnTo>
                    <a:pt x="0" y="292"/>
                  </a:lnTo>
                  <a:lnTo>
                    <a:pt x="253" y="0"/>
                  </a:lnTo>
                  <a:lnTo>
                    <a:pt x="786" y="683"/>
                  </a:lnTo>
                  <a:lnTo>
                    <a:pt x="1141" y="189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19"/>
            <p:cNvSpPr/>
            <p:nvPr/>
          </p:nvSpPr>
          <p:spPr>
            <a:xfrm>
              <a:off x="3973969" y="2421522"/>
              <a:ext cx="89407" cy="128570"/>
            </a:xfrm>
            <a:custGeom>
              <a:avLst/>
              <a:pathLst>
                <a:path w="89407" h="128570">
                  <a:moveTo>
                    <a:pt x="41525" y="23528"/>
                  </a:moveTo>
                  <a:lnTo>
                    <a:pt x="41559" y="24066"/>
                  </a:lnTo>
                  <a:lnTo>
                    <a:pt x="41391" y="25043"/>
                  </a:lnTo>
                  <a:lnTo>
                    <a:pt x="39000" y="26710"/>
                  </a:lnTo>
                  <a:lnTo>
                    <a:pt x="37915" y="28120"/>
                  </a:lnTo>
                  <a:lnTo>
                    <a:pt x="37683" y="30616"/>
                  </a:lnTo>
                  <a:lnTo>
                    <a:pt x="37396" y="31339"/>
                  </a:lnTo>
                  <a:lnTo>
                    <a:pt x="36908" y="31931"/>
                  </a:lnTo>
                  <a:lnTo>
                    <a:pt x="36429" y="32066"/>
                  </a:lnTo>
                  <a:lnTo>
                    <a:pt x="35695" y="29132"/>
                  </a:lnTo>
                  <a:lnTo>
                    <a:pt x="34861" y="28521"/>
                  </a:lnTo>
                  <a:lnTo>
                    <a:pt x="33658" y="27488"/>
                  </a:lnTo>
                  <a:lnTo>
                    <a:pt x="31323" y="25481"/>
                  </a:lnTo>
                  <a:lnTo>
                    <a:pt x="30118" y="24610"/>
                  </a:lnTo>
                  <a:lnTo>
                    <a:pt x="27799" y="25917"/>
                  </a:lnTo>
                  <a:lnTo>
                    <a:pt x="25095" y="27710"/>
                  </a:lnTo>
                  <a:lnTo>
                    <a:pt x="24673" y="28803"/>
                  </a:lnTo>
                  <a:lnTo>
                    <a:pt x="24387" y="29973"/>
                  </a:lnTo>
                  <a:lnTo>
                    <a:pt x="24413" y="30863"/>
                  </a:lnTo>
                  <a:lnTo>
                    <a:pt x="24607" y="32050"/>
                  </a:lnTo>
                  <a:lnTo>
                    <a:pt x="24473" y="32958"/>
                  </a:lnTo>
                  <a:lnTo>
                    <a:pt x="23963" y="33252"/>
                  </a:lnTo>
                  <a:lnTo>
                    <a:pt x="23198" y="32150"/>
                  </a:lnTo>
                  <a:lnTo>
                    <a:pt x="22528" y="31515"/>
                  </a:lnTo>
                  <a:lnTo>
                    <a:pt x="22201" y="33016"/>
                  </a:lnTo>
                  <a:lnTo>
                    <a:pt x="21809" y="35695"/>
                  </a:lnTo>
                  <a:lnTo>
                    <a:pt x="21629" y="37646"/>
                  </a:lnTo>
                  <a:lnTo>
                    <a:pt x="22218" y="40459"/>
                  </a:lnTo>
                  <a:lnTo>
                    <a:pt x="22418" y="44627"/>
                  </a:lnTo>
                  <a:lnTo>
                    <a:pt x="23498" y="44401"/>
                  </a:lnTo>
                  <a:lnTo>
                    <a:pt x="24324" y="44413"/>
                  </a:lnTo>
                  <a:lnTo>
                    <a:pt x="25884" y="43180"/>
                  </a:lnTo>
                  <a:lnTo>
                    <a:pt x="26668" y="43147"/>
                  </a:lnTo>
                  <a:lnTo>
                    <a:pt x="27877" y="43684"/>
                  </a:lnTo>
                  <a:lnTo>
                    <a:pt x="29993" y="43792"/>
                  </a:lnTo>
                  <a:lnTo>
                    <a:pt x="31670" y="43570"/>
                  </a:lnTo>
                  <a:lnTo>
                    <a:pt x="32075" y="43659"/>
                  </a:lnTo>
                  <a:lnTo>
                    <a:pt x="32469" y="42873"/>
                  </a:lnTo>
                  <a:lnTo>
                    <a:pt x="32909" y="43144"/>
                  </a:lnTo>
                  <a:lnTo>
                    <a:pt x="33318" y="44101"/>
                  </a:lnTo>
                  <a:lnTo>
                    <a:pt x="35013" y="42941"/>
                  </a:lnTo>
                  <a:lnTo>
                    <a:pt x="36268" y="42779"/>
                  </a:lnTo>
                  <a:lnTo>
                    <a:pt x="37037" y="43118"/>
                  </a:lnTo>
                  <a:lnTo>
                    <a:pt x="37495" y="43457"/>
                  </a:lnTo>
                  <a:lnTo>
                    <a:pt x="38310" y="46209"/>
                  </a:lnTo>
                  <a:lnTo>
                    <a:pt x="38937" y="47923"/>
                  </a:lnTo>
                  <a:lnTo>
                    <a:pt x="39699" y="48471"/>
                  </a:lnTo>
                  <a:lnTo>
                    <a:pt x="42065" y="47965"/>
                  </a:lnTo>
                  <a:lnTo>
                    <a:pt x="42757" y="45555"/>
                  </a:lnTo>
                  <a:lnTo>
                    <a:pt x="43367" y="44959"/>
                  </a:lnTo>
                  <a:lnTo>
                    <a:pt x="44342" y="44775"/>
                  </a:lnTo>
                  <a:lnTo>
                    <a:pt x="45148" y="44317"/>
                  </a:lnTo>
                  <a:lnTo>
                    <a:pt x="45789" y="43330"/>
                  </a:lnTo>
                  <a:lnTo>
                    <a:pt x="46661" y="42469"/>
                  </a:lnTo>
                  <a:lnTo>
                    <a:pt x="47421" y="42297"/>
                  </a:lnTo>
                  <a:lnTo>
                    <a:pt x="47797" y="42932"/>
                  </a:lnTo>
                  <a:lnTo>
                    <a:pt x="47962" y="43769"/>
                  </a:lnTo>
                  <a:lnTo>
                    <a:pt x="47830" y="44855"/>
                  </a:lnTo>
                  <a:lnTo>
                    <a:pt x="47801" y="45987"/>
                  </a:lnTo>
                  <a:lnTo>
                    <a:pt x="48295" y="46747"/>
                  </a:lnTo>
                  <a:lnTo>
                    <a:pt x="49749" y="46924"/>
                  </a:lnTo>
                  <a:lnTo>
                    <a:pt x="50435" y="47636"/>
                  </a:lnTo>
                  <a:lnTo>
                    <a:pt x="50471" y="48973"/>
                  </a:lnTo>
                  <a:lnTo>
                    <a:pt x="50360" y="51075"/>
                  </a:lnTo>
                  <a:lnTo>
                    <a:pt x="50969" y="51921"/>
                  </a:lnTo>
                  <a:lnTo>
                    <a:pt x="51283" y="51992"/>
                  </a:lnTo>
                  <a:lnTo>
                    <a:pt x="53413" y="49765"/>
                  </a:lnTo>
                  <a:lnTo>
                    <a:pt x="54009" y="49729"/>
                  </a:lnTo>
                  <a:lnTo>
                    <a:pt x="54485" y="50956"/>
                  </a:lnTo>
                  <a:lnTo>
                    <a:pt x="55212" y="52430"/>
                  </a:lnTo>
                  <a:lnTo>
                    <a:pt x="56163" y="54003"/>
                  </a:lnTo>
                  <a:lnTo>
                    <a:pt x="56391" y="53762"/>
                  </a:lnTo>
                  <a:lnTo>
                    <a:pt x="56822" y="52046"/>
                  </a:lnTo>
                  <a:lnTo>
                    <a:pt x="57633" y="50181"/>
                  </a:lnTo>
                  <a:lnTo>
                    <a:pt x="59158" y="49575"/>
                  </a:lnTo>
                  <a:lnTo>
                    <a:pt x="60000" y="48989"/>
                  </a:lnTo>
                  <a:lnTo>
                    <a:pt x="60881" y="48729"/>
                  </a:lnTo>
                  <a:lnTo>
                    <a:pt x="63557" y="49485"/>
                  </a:lnTo>
                  <a:lnTo>
                    <a:pt x="64442" y="49584"/>
                  </a:lnTo>
                  <a:lnTo>
                    <a:pt x="66282" y="49441"/>
                  </a:lnTo>
                  <a:lnTo>
                    <a:pt x="67729" y="49067"/>
                  </a:lnTo>
                  <a:lnTo>
                    <a:pt x="68893" y="47950"/>
                  </a:lnTo>
                  <a:lnTo>
                    <a:pt x="69483" y="47053"/>
                  </a:lnTo>
                  <a:lnTo>
                    <a:pt x="70438" y="46525"/>
                  </a:lnTo>
                  <a:lnTo>
                    <a:pt x="71648" y="46613"/>
                  </a:lnTo>
                  <a:lnTo>
                    <a:pt x="72293" y="46871"/>
                  </a:lnTo>
                  <a:lnTo>
                    <a:pt x="72347" y="48413"/>
                  </a:lnTo>
                  <a:lnTo>
                    <a:pt x="72196" y="51334"/>
                  </a:lnTo>
                  <a:lnTo>
                    <a:pt x="72014" y="53362"/>
                  </a:lnTo>
                  <a:lnTo>
                    <a:pt x="72970" y="57046"/>
                  </a:lnTo>
                  <a:lnTo>
                    <a:pt x="73584" y="58819"/>
                  </a:lnTo>
                  <a:lnTo>
                    <a:pt x="74180" y="60071"/>
                  </a:lnTo>
                  <a:lnTo>
                    <a:pt x="74292" y="61061"/>
                  </a:lnTo>
                  <a:lnTo>
                    <a:pt x="74168" y="61869"/>
                  </a:lnTo>
                  <a:lnTo>
                    <a:pt x="73425" y="62656"/>
                  </a:lnTo>
                  <a:lnTo>
                    <a:pt x="73159" y="63497"/>
                  </a:lnTo>
                  <a:lnTo>
                    <a:pt x="73035" y="64440"/>
                  </a:lnTo>
                  <a:lnTo>
                    <a:pt x="73273" y="65536"/>
                  </a:lnTo>
                  <a:lnTo>
                    <a:pt x="73703" y="69031"/>
                  </a:lnTo>
                  <a:lnTo>
                    <a:pt x="74250" y="71751"/>
                  </a:lnTo>
                  <a:lnTo>
                    <a:pt x="75027" y="73051"/>
                  </a:lnTo>
                  <a:lnTo>
                    <a:pt x="76188" y="73914"/>
                  </a:lnTo>
                  <a:lnTo>
                    <a:pt x="76827" y="73732"/>
                  </a:lnTo>
                  <a:lnTo>
                    <a:pt x="77285" y="71704"/>
                  </a:lnTo>
                  <a:lnTo>
                    <a:pt x="78044" y="70147"/>
                  </a:lnTo>
                  <a:lnTo>
                    <a:pt x="78688" y="70255"/>
                  </a:lnTo>
                  <a:lnTo>
                    <a:pt x="79725" y="70189"/>
                  </a:lnTo>
                  <a:lnTo>
                    <a:pt x="82449" y="71955"/>
                  </a:lnTo>
                  <a:lnTo>
                    <a:pt x="85106" y="74614"/>
                  </a:lnTo>
                  <a:lnTo>
                    <a:pt x="85881" y="76082"/>
                  </a:lnTo>
                  <a:lnTo>
                    <a:pt x="86153" y="77737"/>
                  </a:lnTo>
                  <a:lnTo>
                    <a:pt x="85418" y="81565"/>
                  </a:lnTo>
                  <a:lnTo>
                    <a:pt x="85452" y="84014"/>
                  </a:lnTo>
                  <a:lnTo>
                    <a:pt x="85620" y="86622"/>
                  </a:lnTo>
                  <a:lnTo>
                    <a:pt x="86228" y="88559"/>
                  </a:lnTo>
                  <a:lnTo>
                    <a:pt x="86784" y="91877"/>
                  </a:lnTo>
                  <a:lnTo>
                    <a:pt x="86893" y="94627"/>
                  </a:lnTo>
                  <a:lnTo>
                    <a:pt x="87135" y="95447"/>
                  </a:lnTo>
                  <a:lnTo>
                    <a:pt x="87330" y="96406"/>
                  </a:lnTo>
                  <a:lnTo>
                    <a:pt x="87032" y="98924"/>
                  </a:lnTo>
                  <a:lnTo>
                    <a:pt x="86824" y="101462"/>
                  </a:lnTo>
                  <a:lnTo>
                    <a:pt x="87072" y="102307"/>
                  </a:lnTo>
                  <a:lnTo>
                    <a:pt x="87884" y="103561"/>
                  </a:lnTo>
                  <a:lnTo>
                    <a:pt x="89162" y="105898"/>
                  </a:lnTo>
                  <a:lnTo>
                    <a:pt x="89407" y="107836"/>
                  </a:lnTo>
                  <a:lnTo>
                    <a:pt x="88950" y="109067"/>
                  </a:lnTo>
                  <a:lnTo>
                    <a:pt x="88137" y="110559"/>
                  </a:lnTo>
                  <a:lnTo>
                    <a:pt x="87099" y="111846"/>
                  </a:lnTo>
                  <a:lnTo>
                    <a:pt x="86790" y="112388"/>
                  </a:lnTo>
                  <a:lnTo>
                    <a:pt x="86607" y="112082"/>
                  </a:lnTo>
                  <a:lnTo>
                    <a:pt x="86090" y="110784"/>
                  </a:lnTo>
                  <a:lnTo>
                    <a:pt x="84940" y="108683"/>
                  </a:lnTo>
                  <a:lnTo>
                    <a:pt x="84121" y="107576"/>
                  </a:lnTo>
                  <a:lnTo>
                    <a:pt x="82565" y="107934"/>
                  </a:lnTo>
                  <a:lnTo>
                    <a:pt x="81653" y="107543"/>
                  </a:lnTo>
                  <a:lnTo>
                    <a:pt x="80549" y="106859"/>
                  </a:lnTo>
                  <a:lnTo>
                    <a:pt x="79521" y="106957"/>
                  </a:lnTo>
                  <a:lnTo>
                    <a:pt x="78875" y="108227"/>
                  </a:lnTo>
                  <a:lnTo>
                    <a:pt x="78456" y="109498"/>
                  </a:lnTo>
                  <a:lnTo>
                    <a:pt x="77427" y="109889"/>
                  </a:lnTo>
                  <a:lnTo>
                    <a:pt x="75944" y="110866"/>
                  </a:lnTo>
                  <a:lnTo>
                    <a:pt x="73651" y="112384"/>
                  </a:lnTo>
                  <a:lnTo>
                    <a:pt x="72545" y="112160"/>
                  </a:lnTo>
                  <a:lnTo>
                    <a:pt x="72246" y="111504"/>
                  </a:lnTo>
                  <a:lnTo>
                    <a:pt x="72491" y="110628"/>
                  </a:lnTo>
                  <a:lnTo>
                    <a:pt x="73279" y="109498"/>
                  </a:lnTo>
                  <a:lnTo>
                    <a:pt x="73469" y="108129"/>
                  </a:lnTo>
                  <a:lnTo>
                    <a:pt x="73317" y="106859"/>
                  </a:lnTo>
                  <a:lnTo>
                    <a:pt x="72587" y="106513"/>
                  </a:lnTo>
                  <a:lnTo>
                    <a:pt x="72305" y="106314"/>
                  </a:lnTo>
                  <a:lnTo>
                    <a:pt x="71983" y="106053"/>
                  </a:lnTo>
                  <a:lnTo>
                    <a:pt x="70564" y="105295"/>
                  </a:lnTo>
                  <a:lnTo>
                    <a:pt x="69431" y="105574"/>
                  </a:lnTo>
                  <a:lnTo>
                    <a:pt x="67454" y="107162"/>
                  </a:lnTo>
                  <a:lnTo>
                    <a:pt x="63822" y="111328"/>
                  </a:lnTo>
                  <a:lnTo>
                    <a:pt x="62228" y="114130"/>
                  </a:lnTo>
                  <a:lnTo>
                    <a:pt x="61082" y="118375"/>
                  </a:lnTo>
                  <a:lnTo>
                    <a:pt x="57646" y="119738"/>
                  </a:lnTo>
                  <a:lnTo>
                    <a:pt x="55283" y="122172"/>
                  </a:lnTo>
                  <a:lnTo>
                    <a:pt x="52849" y="126134"/>
                  </a:lnTo>
                  <a:lnTo>
                    <a:pt x="51238" y="128267"/>
                  </a:lnTo>
                  <a:lnTo>
                    <a:pt x="50453" y="128570"/>
                  </a:lnTo>
                  <a:lnTo>
                    <a:pt x="49668" y="128189"/>
                  </a:lnTo>
                  <a:lnTo>
                    <a:pt x="48884" y="127125"/>
                  </a:lnTo>
                  <a:lnTo>
                    <a:pt x="48118" y="123810"/>
                  </a:lnTo>
                  <a:lnTo>
                    <a:pt x="47439" y="118787"/>
                  </a:lnTo>
                  <a:lnTo>
                    <a:pt x="46990" y="115464"/>
                  </a:lnTo>
                  <a:lnTo>
                    <a:pt x="47242" y="111201"/>
                  </a:lnTo>
                  <a:lnTo>
                    <a:pt x="47529" y="106349"/>
                  </a:lnTo>
                  <a:lnTo>
                    <a:pt x="47821" y="101417"/>
                  </a:lnTo>
                  <a:lnTo>
                    <a:pt x="48294" y="95722"/>
                  </a:lnTo>
                  <a:lnTo>
                    <a:pt x="48687" y="93695"/>
                  </a:lnTo>
                  <a:lnTo>
                    <a:pt x="48709" y="92340"/>
                  </a:lnTo>
                  <a:lnTo>
                    <a:pt x="48360" y="91659"/>
                  </a:lnTo>
                  <a:lnTo>
                    <a:pt x="47622" y="91697"/>
                  </a:lnTo>
                  <a:lnTo>
                    <a:pt x="46493" y="92453"/>
                  </a:lnTo>
                  <a:lnTo>
                    <a:pt x="45690" y="92584"/>
                  </a:lnTo>
                  <a:lnTo>
                    <a:pt x="45214" y="92095"/>
                  </a:lnTo>
                  <a:lnTo>
                    <a:pt x="45263" y="89450"/>
                  </a:lnTo>
                  <a:lnTo>
                    <a:pt x="45837" y="84653"/>
                  </a:lnTo>
                  <a:lnTo>
                    <a:pt x="44953" y="80613"/>
                  </a:lnTo>
                  <a:lnTo>
                    <a:pt x="42609" y="77336"/>
                  </a:lnTo>
                  <a:lnTo>
                    <a:pt x="40615" y="76198"/>
                  </a:lnTo>
                  <a:lnTo>
                    <a:pt x="38970" y="77198"/>
                  </a:lnTo>
                  <a:lnTo>
                    <a:pt x="37587" y="79802"/>
                  </a:lnTo>
                  <a:lnTo>
                    <a:pt x="36468" y="84011"/>
                  </a:lnTo>
                  <a:lnTo>
                    <a:pt x="35308" y="87455"/>
                  </a:lnTo>
                  <a:lnTo>
                    <a:pt x="34106" y="90133"/>
                  </a:lnTo>
                  <a:lnTo>
                    <a:pt x="33248" y="91421"/>
                  </a:lnTo>
                  <a:lnTo>
                    <a:pt x="32971" y="91918"/>
                  </a:lnTo>
                  <a:lnTo>
                    <a:pt x="32795" y="93052"/>
                  </a:lnTo>
                  <a:lnTo>
                    <a:pt x="33435" y="96617"/>
                  </a:lnTo>
                  <a:lnTo>
                    <a:pt x="33394" y="99608"/>
                  </a:lnTo>
                  <a:lnTo>
                    <a:pt x="32672" y="102022"/>
                  </a:lnTo>
                  <a:lnTo>
                    <a:pt x="31879" y="103173"/>
                  </a:lnTo>
                  <a:lnTo>
                    <a:pt x="31015" y="103063"/>
                  </a:lnTo>
                  <a:lnTo>
                    <a:pt x="30327" y="102503"/>
                  </a:lnTo>
                  <a:lnTo>
                    <a:pt x="29817" y="101495"/>
                  </a:lnTo>
                  <a:lnTo>
                    <a:pt x="28439" y="101221"/>
                  </a:lnTo>
                  <a:lnTo>
                    <a:pt x="26194" y="101680"/>
                  </a:lnTo>
                  <a:lnTo>
                    <a:pt x="24655" y="102890"/>
                  </a:lnTo>
                  <a:lnTo>
                    <a:pt x="23827" y="104851"/>
                  </a:lnTo>
                  <a:lnTo>
                    <a:pt x="23586" y="107434"/>
                  </a:lnTo>
                  <a:lnTo>
                    <a:pt x="23937" y="110638"/>
                  </a:lnTo>
                  <a:lnTo>
                    <a:pt x="23762" y="113094"/>
                  </a:lnTo>
                  <a:lnTo>
                    <a:pt x="23064" y="114799"/>
                  </a:lnTo>
                  <a:lnTo>
                    <a:pt x="22490" y="115777"/>
                  </a:lnTo>
                  <a:lnTo>
                    <a:pt x="22040" y="116030"/>
                  </a:lnTo>
                  <a:lnTo>
                    <a:pt x="21066" y="114555"/>
                  </a:lnTo>
                  <a:lnTo>
                    <a:pt x="19568" y="111358"/>
                  </a:lnTo>
                  <a:lnTo>
                    <a:pt x="18537" y="109628"/>
                  </a:lnTo>
                  <a:lnTo>
                    <a:pt x="17977" y="109365"/>
                  </a:lnTo>
                  <a:lnTo>
                    <a:pt x="17672" y="109539"/>
                  </a:lnTo>
                  <a:lnTo>
                    <a:pt x="17328" y="109871"/>
                  </a:lnTo>
                  <a:lnTo>
                    <a:pt x="17133" y="110285"/>
                  </a:lnTo>
                  <a:lnTo>
                    <a:pt x="16964" y="111234"/>
                  </a:lnTo>
                  <a:lnTo>
                    <a:pt x="16484" y="111609"/>
                  </a:lnTo>
                  <a:lnTo>
                    <a:pt x="15807" y="111313"/>
                  </a:lnTo>
                  <a:lnTo>
                    <a:pt x="15185" y="111598"/>
                  </a:lnTo>
                  <a:lnTo>
                    <a:pt x="14815" y="112600"/>
                  </a:lnTo>
                  <a:lnTo>
                    <a:pt x="13773" y="113812"/>
                  </a:lnTo>
                  <a:lnTo>
                    <a:pt x="11937" y="115170"/>
                  </a:lnTo>
                  <a:lnTo>
                    <a:pt x="10931" y="116620"/>
                  </a:lnTo>
                  <a:lnTo>
                    <a:pt x="10761" y="118160"/>
                  </a:lnTo>
                  <a:lnTo>
                    <a:pt x="10487" y="118846"/>
                  </a:lnTo>
                  <a:lnTo>
                    <a:pt x="9925" y="118597"/>
                  </a:lnTo>
                  <a:lnTo>
                    <a:pt x="8264" y="120716"/>
                  </a:lnTo>
                  <a:lnTo>
                    <a:pt x="7001" y="120060"/>
                  </a:lnTo>
                  <a:lnTo>
                    <a:pt x="5579" y="117336"/>
                  </a:lnTo>
                  <a:lnTo>
                    <a:pt x="4792" y="115092"/>
                  </a:lnTo>
                  <a:lnTo>
                    <a:pt x="4711" y="114144"/>
                  </a:lnTo>
                  <a:lnTo>
                    <a:pt x="5160" y="111994"/>
                  </a:lnTo>
                  <a:lnTo>
                    <a:pt x="5348" y="104842"/>
                  </a:lnTo>
                  <a:lnTo>
                    <a:pt x="5914" y="102369"/>
                  </a:lnTo>
                  <a:lnTo>
                    <a:pt x="7610" y="97930"/>
                  </a:lnTo>
                  <a:lnTo>
                    <a:pt x="8492" y="94546"/>
                  </a:lnTo>
                  <a:lnTo>
                    <a:pt x="9487" y="91799"/>
                  </a:lnTo>
                  <a:lnTo>
                    <a:pt x="10206" y="90876"/>
                  </a:lnTo>
                  <a:lnTo>
                    <a:pt x="10868" y="88712"/>
                  </a:lnTo>
                  <a:lnTo>
                    <a:pt x="11411" y="86233"/>
                  </a:lnTo>
                  <a:lnTo>
                    <a:pt x="11564" y="84674"/>
                  </a:lnTo>
                  <a:lnTo>
                    <a:pt x="11515" y="83448"/>
                  </a:lnTo>
                  <a:lnTo>
                    <a:pt x="11318" y="82657"/>
                  </a:lnTo>
                  <a:lnTo>
                    <a:pt x="10377" y="80981"/>
                  </a:lnTo>
                  <a:lnTo>
                    <a:pt x="9143" y="78364"/>
                  </a:lnTo>
                  <a:lnTo>
                    <a:pt x="8488" y="75692"/>
                  </a:lnTo>
                  <a:lnTo>
                    <a:pt x="8128" y="72282"/>
                  </a:lnTo>
                  <a:lnTo>
                    <a:pt x="8035" y="69907"/>
                  </a:lnTo>
                  <a:lnTo>
                    <a:pt x="9194" y="63367"/>
                  </a:lnTo>
                  <a:lnTo>
                    <a:pt x="9009" y="62273"/>
                  </a:lnTo>
                  <a:lnTo>
                    <a:pt x="8676" y="61257"/>
                  </a:lnTo>
                  <a:lnTo>
                    <a:pt x="7995" y="60620"/>
                  </a:lnTo>
                  <a:lnTo>
                    <a:pt x="7019" y="60344"/>
                  </a:lnTo>
                  <a:lnTo>
                    <a:pt x="6054" y="60637"/>
                  </a:lnTo>
                  <a:lnTo>
                    <a:pt x="4821" y="60660"/>
                  </a:lnTo>
                  <a:lnTo>
                    <a:pt x="3968" y="60294"/>
                  </a:lnTo>
                  <a:lnTo>
                    <a:pt x="3762" y="59884"/>
                  </a:lnTo>
                  <a:lnTo>
                    <a:pt x="3655" y="56909"/>
                  </a:lnTo>
                  <a:lnTo>
                    <a:pt x="3437" y="56262"/>
                  </a:lnTo>
                  <a:lnTo>
                    <a:pt x="3071" y="55694"/>
                  </a:lnTo>
                  <a:lnTo>
                    <a:pt x="584" y="54323"/>
                  </a:lnTo>
                  <a:lnTo>
                    <a:pt x="92" y="53732"/>
                  </a:lnTo>
                  <a:lnTo>
                    <a:pt x="0" y="52981"/>
                  </a:lnTo>
                  <a:lnTo>
                    <a:pt x="881" y="46378"/>
                  </a:lnTo>
                  <a:lnTo>
                    <a:pt x="1265" y="45880"/>
                  </a:lnTo>
                  <a:lnTo>
                    <a:pt x="1635" y="44806"/>
                  </a:lnTo>
                  <a:lnTo>
                    <a:pt x="2219" y="43658"/>
                  </a:lnTo>
                  <a:lnTo>
                    <a:pt x="4251" y="41774"/>
                  </a:lnTo>
                  <a:lnTo>
                    <a:pt x="6432" y="42589"/>
                  </a:lnTo>
                  <a:lnTo>
                    <a:pt x="8372" y="43465"/>
                  </a:lnTo>
                  <a:lnTo>
                    <a:pt x="10303" y="43934"/>
                  </a:lnTo>
                  <a:lnTo>
                    <a:pt x="10971" y="44247"/>
                  </a:lnTo>
                  <a:lnTo>
                    <a:pt x="12076" y="44508"/>
                  </a:lnTo>
                  <a:lnTo>
                    <a:pt x="12816" y="44275"/>
                  </a:lnTo>
                  <a:lnTo>
                    <a:pt x="13318" y="43505"/>
                  </a:lnTo>
                  <a:lnTo>
                    <a:pt x="14229" y="41372"/>
                  </a:lnTo>
                  <a:lnTo>
                    <a:pt x="14508" y="38172"/>
                  </a:lnTo>
                  <a:lnTo>
                    <a:pt x="14837" y="35347"/>
                  </a:lnTo>
                  <a:lnTo>
                    <a:pt x="15389" y="35128"/>
                  </a:lnTo>
                  <a:lnTo>
                    <a:pt x="15946" y="35425"/>
                  </a:lnTo>
                  <a:lnTo>
                    <a:pt x="16210" y="34854"/>
                  </a:lnTo>
                  <a:lnTo>
                    <a:pt x="16322" y="34078"/>
                  </a:lnTo>
                  <a:lnTo>
                    <a:pt x="16436" y="33417"/>
                  </a:lnTo>
                  <a:lnTo>
                    <a:pt x="16664" y="33271"/>
                  </a:lnTo>
                  <a:lnTo>
                    <a:pt x="17064" y="34004"/>
                  </a:lnTo>
                  <a:lnTo>
                    <a:pt x="17292" y="33808"/>
                  </a:lnTo>
                  <a:lnTo>
                    <a:pt x="17482" y="33320"/>
                  </a:lnTo>
                  <a:lnTo>
                    <a:pt x="17426" y="32733"/>
                  </a:lnTo>
                  <a:lnTo>
                    <a:pt x="16972" y="31745"/>
                  </a:lnTo>
                  <a:lnTo>
                    <a:pt x="16569" y="30192"/>
                  </a:lnTo>
                  <a:lnTo>
                    <a:pt x="16607" y="29655"/>
                  </a:lnTo>
                  <a:lnTo>
                    <a:pt x="16745" y="29098"/>
                  </a:lnTo>
                  <a:lnTo>
                    <a:pt x="17939" y="28570"/>
                  </a:lnTo>
                  <a:lnTo>
                    <a:pt x="18482" y="28478"/>
                  </a:lnTo>
                  <a:lnTo>
                    <a:pt x="18671" y="27928"/>
                  </a:lnTo>
                  <a:lnTo>
                    <a:pt x="18601" y="27052"/>
                  </a:lnTo>
                  <a:lnTo>
                    <a:pt x="18151" y="26558"/>
                  </a:lnTo>
                  <a:lnTo>
                    <a:pt x="16513" y="26830"/>
                  </a:lnTo>
                  <a:lnTo>
                    <a:pt x="14846" y="26768"/>
                  </a:lnTo>
                  <a:lnTo>
                    <a:pt x="14648" y="26234"/>
                  </a:lnTo>
                  <a:lnTo>
                    <a:pt x="14742" y="25649"/>
                  </a:lnTo>
                  <a:lnTo>
                    <a:pt x="14994" y="25188"/>
                  </a:lnTo>
                  <a:lnTo>
                    <a:pt x="18437" y="24008"/>
                  </a:lnTo>
                  <a:lnTo>
                    <a:pt x="20262" y="24418"/>
                  </a:lnTo>
                  <a:lnTo>
                    <a:pt x="21620" y="25043"/>
                  </a:lnTo>
                  <a:lnTo>
                    <a:pt x="22156" y="24732"/>
                  </a:lnTo>
                  <a:lnTo>
                    <a:pt x="21519" y="22072"/>
                  </a:lnTo>
                  <a:lnTo>
                    <a:pt x="22381" y="21822"/>
                  </a:lnTo>
                  <a:lnTo>
                    <a:pt x="22493" y="20912"/>
                  </a:lnTo>
                  <a:lnTo>
                    <a:pt x="21366" y="13845"/>
                  </a:lnTo>
                  <a:lnTo>
                    <a:pt x="21984" y="13222"/>
                  </a:lnTo>
                  <a:lnTo>
                    <a:pt x="22605" y="11829"/>
                  </a:lnTo>
                  <a:lnTo>
                    <a:pt x="22553" y="9195"/>
                  </a:lnTo>
                  <a:lnTo>
                    <a:pt x="23103" y="7910"/>
                  </a:lnTo>
                  <a:lnTo>
                    <a:pt x="23755" y="7030"/>
                  </a:lnTo>
                  <a:lnTo>
                    <a:pt x="24726" y="7919"/>
                  </a:lnTo>
                  <a:lnTo>
                    <a:pt x="26224" y="10521"/>
                  </a:lnTo>
                  <a:lnTo>
                    <a:pt x="26712" y="11025"/>
                  </a:lnTo>
                  <a:lnTo>
                    <a:pt x="27196" y="11173"/>
                  </a:lnTo>
                  <a:lnTo>
                    <a:pt x="27891" y="10366"/>
                  </a:lnTo>
                  <a:lnTo>
                    <a:pt x="30566" y="7791"/>
                  </a:lnTo>
                  <a:lnTo>
                    <a:pt x="32069" y="6344"/>
                  </a:lnTo>
                  <a:lnTo>
                    <a:pt x="33862" y="4237"/>
                  </a:lnTo>
                  <a:lnTo>
                    <a:pt x="34171" y="3423"/>
                  </a:lnTo>
                  <a:lnTo>
                    <a:pt x="34789" y="220"/>
                  </a:lnTo>
                  <a:lnTo>
                    <a:pt x="35126" y="0"/>
                  </a:lnTo>
                  <a:lnTo>
                    <a:pt x="35581" y="344"/>
                  </a:lnTo>
                  <a:lnTo>
                    <a:pt x="37155" y="3653"/>
                  </a:lnTo>
                  <a:lnTo>
                    <a:pt x="38065" y="5775"/>
                  </a:lnTo>
                  <a:lnTo>
                    <a:pt x="38065" y="6501"/>
                  </a:lnTo>
                  <a:lnTo>
                    <a:pt x="37805" y="7048"/>
                  </a:lnTo>
                  <a:lnTo>
                    <a:pt x="37856" y="7580"/>
                  </a:lnTo>
                  <a:lnTo>
                    <a:pt x="39143" y="8732"/>
                  </a:lnTo>
                  <a:lnTo>
                    <a:pt x="39144" y="9258"/>
                  </a:lnTo>
                  <a:lnTo>
                    <a:pt x="38850" y="10262"/>
                  </a:lnTo>
                  <a:lnTo>
                    <a:pt x="38694" y="10815"/>
                  </a:lnTo>
                  <a:lnTo>
                    <a:pt x="38537" y="11049"/>
                  </a:lnTo>
                  <a:lnTo>
                    <a:pt x="36816" y="13956"/>
                  </a:lnTo>
                  <a:lnTo>
                    <a:pt x="34904" y="17185"/>
                  </a:lnTo>
                  <a:lnTo>
                    <a:pt x="34841" y="17606"/>
                  </a:lnTo>
                  <a:lnTo>
                    <a:pt x="34755" y="18411"/>
                  </a:lnTo>
                  <a:lnTo>
                    <a:pt x="34777" y="19235"/>
                  </a:lnTo>
                  <a:lnTo>
                    <a:pt x="35083" y="19908"/>
                  </a:lnTo>
                  <a:lnTo>
                    <a:pt x="35908" y="20381"/>
                  </a:lnTo>
                  <a:lnTo>
                    <a:pt x="36641" y="20997"/>
                  </a:lnTo>
                  <a:lnTo>
                    <a:pt x="37012" y="22692"/>
                  </a:lnTo>
                  <a:lnTo>
                    <a:pt x="37437" y="24258"/>
                  </a:lnTo>
                  <a:lnTo>
                    <a:pt x="38017" y="24641"/>
                  </a:lnTo>
                  <a:lnTo>
                    <a:pt x="40851" y="236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0"/>
            <p:cNvSpPr/>
            <p:nvPr/>
          </p:nvSpPr>
          <p:spPr>
            <a:xfrm>
              <a:off x="3809047" y="2478803"/>
              <a:ext cx="1047" cy="10059"/>
            </a:xfrm>
            <a:custGeom>
              <a:avLst/>
              <a:pathLst>
                <a:path w="1047" h="10059">
                  <a:moveTo>
                    <a:pt x="1047" y="8672"/>
                  </a:moveTo>
                  <a:lnTo>
                    <a:pt x="939" y="10059"/>
                  </a:lnTo>
                  <a:lnTo>
                    <a:pt x="314" y="5891"/>
                  </a:lnTo>
                  <a:lnTo>
                    <a:pt x="0" y="1295"/>
                  </a:lnTo>
                  <a:lnTo>
                    <a:pt x="400" y="0"/>
                  </a:lnTo>
                  <a:lnTo>
                    <a:pt x="847" y="73"/>
                  </a:lnTo>
                  <a:lnTo>
                    <a:pt x="421" y="17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1"/>
            <p:cNvSpPr/>
            <p:nvPr/>
          </p:nvSpPr>
          <p:spPr>
            <a:xfrm>
              <a:off x="3803008" y="2370007"/>
              <a:ext cx="162671" cy="224799"/>
            </a:xfrm>
            <a:custGeom>
              <a:avLst/>
              <a:pathLst>
                <a:path w="162671" h="224799">
                  <a:moveTo>
                    <a:pt x="161439" y="160450"/>
                  </a:moveTo>
                  <a:lnTo>
                    <a:pt x="160859" y="160561"/>
                  </a:lnTo>
                  <a:lnTo>
                    <a:pt x="159460" y="159869"/>
                  </a:lnTo>
                  <a:lnTo>
                    <a:pt x="156677" y="158492"/>
                  </a:lnTo>
                  <a:lnTo>
                    <a:pt x="154286" y="155734"/>
                  </a:lnTo>
                  <a:lnTo>
                    <a:pt x="152725" y="153930"/>
                  </a:lnTo>
                  <a:lnTo>
                    <a:pt x="152481" y="154175"/>
                  </a:lnTo>
                  <a:lnTo>
                    <a:pt x="151781" y="155407"/>
                  </a:lnTo>
                  <a:lnTo>
                    <a:pt x="151300" y="156924"/>
                  </a:lnTo>
                  <a:lnTo>
                    <a:pt x="150918" y="159862"/>
                  </a:lnTo>
                  <a:lnTo>
                    <a:pt x="150308" y="163326"/>
                  </a:lnTo>
                  <a:lnTo>
                    <a:pt x="147415" y="163456"/>
                  </a:lnTo>
                  <a:lnTo>
                    <a:pt x="144953" y="163717"/>
                  </a:lnTo>
                  <a:lnTo>
                    <a:pt x="143364" y="165028"/>
                  </a:lnTo>
                  <a:lnTo>
                    <a:pt x="141807" y="166845"/>
                  </a:lnTo>
                  <a:lnTo>
                    <a:pt x="141417" y="168996"/>
                  </a:lnTo>
                  <a:lnTo>
                    <a:pt x="141080" y="171788"/>
                  </a:lnTo>
                  <a:lnTo>
                    <a:pt x="140173" y="178129"/>
                  </a:lnTo>
                  <a:lnTo>
                    <a:pt x="139347" y="183910"/>
                  </a:lnTo>
                  <a:lnTo>
                    <a:pt x="138924" y="187662"/>
                  </a:lnTo>
                  <a:lnTo>
                    <a:pt x="138294" y="190230"/>
                  </a:lnTo>
                  <a:lnTo>
                    <a:pt x="136533" y="193616"/>
                  </a:lnTo>
                  <a:lnTo>
                    <a:pt x="134535" y="195896"/>
                  </a:lnTo>
                  <a:lnTo>
                    <a:pt x="133474" y="196967"/>
                  </a:lnTo>
                  <a:lnTo>
                    <a:pt x="133004" y="198298"/>
                  </a:lnTo>
                  <a:lnTo>
                    <a:pt x="132901" y="199555"/>
                  </a:lnTo>
                  <a:lnTo>
                    <a:pt x="132524" y="199939"/>
                  </a:lnTo>
                  <a:lnTo>
                    <a:pt x="131700" y="199714"/>
                  </a:lnTo>
                  <a:lnTo>
                    <a:pt x="130831" y="199932"/>
                  </a:lnTo>
                  <a:lnTo>
                    <a:pt x="128921" y="201248"/>
                  </a:lnTo>
                  <a:lnTo>
                    <a:pt x="126854" y="202863"/>
                  </a:lnTo>
                  <a:lnTo>
                    <a:pt x="124376" y="204481"/>
                  </a:lnTo>
                  <a:lnTo>
                    <a:pt x="122964" y="204479"/>
                  </a:lnTo>
                  <a:lnTo>
                    <a:pt x="122401" y="204842"/>
                  </a:lnTo>
                  <a:lnTo>
                    <a:pt x="122155" y="205654"/>
                  </a:lnTo>
                  <a:lnTo>
                    <a:pt x="122401" y="207189"/>
                  </a:lnTo>
                  <a:lnTo>
                    <a:pt x="122640" y="208326"/>
                  </a:lnTo>
                  <a:lnTo>
                    <a:pt x="122858" y="209808"/>
                  </a:lnTo>
                  <a:lnTo>
                    <a:pt x="122278" y="211007"/>
                  </a:lnTo>
                  <a:lnTo>
                    <a:pt x="121874" y="213060"/>
                  </a:lnTo>
                  <a:lnTo>
                    <a:pt x="121557" y="216673"/>
                  </a:lnTo>
                  <a:lnTo>
                    <a:pt x="120678" y="217755"/>
                  </a:lnTo>
                  <a:lnTo>
                    <a:pt x="119271" y="219514"/>
                  </a:lnTo>
                  <a:lnTo>
                    <a:pt x="117713" y="221828"/>
                  </a:lnTo>
                  <a:lnTo>
                    <a:pt x="117315" y="222301"/>
                  </a:lnTo>
                  <a:lnTo>
                    <a:pt x="116423" y="222956"/>
                  </a:lnTo>
                  <a:lnTo>
                    <a:pt x="115532" y="222757"/>
                  </a:lnTo>
                  <a:lnTo>
                    <a:pt x="114724" y="222418"/>
                  </a:lnTo>
                  <a:lnTo>
                    <a:pt x="113846" y="223012"/>
                  </a:lnTo>
                  <a:lnTo>
                    <a:pt x="112939" y="224799"/>
                  </a:lnTo>
                  <a:lnTo>
                    <a:pt x="112518" y="224258"/>
                  </a:lnTo>
                  <a:lnTo>
                    <a:pt x="112306" y="222451"/>
                  </a:lnTo>
                  <a:lnTo>
                    <a:pt x="111849" y="221278"/>
                  </a:lnTo>
                  <a:lnTo>
                    <a:pt x="110429" y="218626"/>
                  </a:lnTo>
                  <a:lnTo>
                    <a:pt x="109211" y="216735"/>
                  </a:lnTo>
                  <a:lnTo>
                    <a:pt x="108684" y="216611"/>
                  </a:lnTo>
                  <a:lnTo>
                    <a:pt x="107567" y="217096"/>
                  </a:lnTo>
                  <a:lnTo>
                    <a:pt x="106171" y="217452"/>
                  </a:lnTo>
                  <a:lnTo>
                    <a:pt x="105035" y="217071"/>
                  </a:lnTo>
                  <a:lnTo>
                    <a:pt x="104135" y="216316"/>
                  </a:lnTo>
                  <a:lnTo>
                    <a:pt x="102743" y="213718"/>
                  </a:lnTo>
                  <a:lnTo>
                    <a:pt x="102236" y="212320"/>
                  </a:lnTo>
                  <a:lnTo>
                    <a:pt x="101856" y="211245"/>
                  </a:lnTo>
                  <a:lnTo>
                    <a:pt x="100904" y="211538"/>
                  </a:lnTo>
                  <a:lnTo>
                    <a:pt x="100638" y="210365"/>
                  </a:lnTo>
                  <a:lnTo>
                    <a:pt x="100600" y="208997"/>
                  </a:lnTo>
                  <a:lnTo>
                    <a:pt x="100866" y="207335"/>
                  </a:lnTo>
                  <a:lnTo>
                    <a:pt x="100791" y="204208"/>
                  </a:lnTo>
                  <a:lnTo>
                    <a:pt x="100258" y="201960"/>
                  </a:lnTo>
                  <a:lnTo>
                    <a:pt x="99649" y="200983"/>
                  </a:lnTo>
                  <a:lnTo>
                    <a:pt x="99724" y="200300"/>
                  </a:lnTo>
                  <a:lnTo>
                    <a:pt x="99990" y="198735"/>
                  </a:lnTo>
                  <a:lnTo>
                    <a:pt x="100333" y="197368"/>
                  </a:lnTo>
                  <a:lnTo>
                    <a:pt x="100329" y="194667"/>
                  </a:lnTo>
                  <a:lnTo>
                    <a:pt x="99904" y="191736"/>
                  </a:lnTo>
                  <a:lnTo>
                    <a:pt x="99734" y="187510"/>
                  </a:lnTo>
                  <a:lnTo>
                    <a:pt x="99844" y="183387"/>
                  </a:lnTo>
                  <a:lnTo>
                    <a:pt x="99265" y="181309"/>
                  </a:lnTo>
                  <a:lnTo>
                    <a:pt x="94527" y="181298"/>
                  </a:lnTo>
                  <a:lnTo>
                    <a:pt x="90308" y="181455"/>
                  </a:lnTo>
                  <a:lnTo>
                    <a:pt x="90071" y="180984"/>
                  </a:lnTo>
                  <a:lnTo>
                    <a:pt x="88433" y="175787"/>
                  </a:lnTo>
                  <a:lnTo>
                    <a:pt x="87103" y="171844"/>
                  </a:lnTo>
                  <a:lnTo>
                    <a:pt x="85790" y="169518"/>
                  </a:lnTo>
                  <a:lnTo>
                    <a:pt x="82781" y="166656"/>
                  </a:lnTo>
                  <a:lnTo>
                    <a:pt x="81343" y="165461"/>
                  </a:lnTo>
                  <a:lnTo>
                    <a:pt x="80109" y="163277"/>
                  </a:lnTo>
                  <a:lnTo>
                    <a:pt x="79101" y="160886"/>
                  </a:lnTo>
                  <a:lnTo>
                    <a:pt x="78840" y="157606"/>
                  </a:lnTo>
                  <a:lnTo>
                    <a:pt x="78635" y="156530"/>
                  </a:lnTo>
                  <a:lnTo>
                    <a:pt x="78345" y="155659"/>
                  </a:lnTo>
                  <a:lnTo>
                    <a:pt x="78027" y="155272"/>
                  </a:lnTo>
                  <a:lnTo>
                    <a:pt x="77644" y="155360"/>
                  </a:lnTo>
                  <a:lnTo>
                    <a:pt x="74150" y="151551"/>
                  </a:lnTo>
                  <a:lnTo>
                    <a:pt x="72749" y="150551"/>
                  </a:lnTo>
                  <a:lnTo>
                    <a:pt x="71429" y="151356"/>
                  </a:lnTo>
                  <a:lnTo>
                    <a:pt x="70847" y="151495"/>
                  </a:lnTo>
                  <a:lnTo>
                    <a:pt x="69700" y="150412"/>
                  </a:lnTo>
                  <a:lnTo>
                    <a:pt x="68379" y="151880"/>
                  </a:lnTo>
                  <a:lnTo>
                    <a:pt x="67815" y="151974"/>
                  </a:lnTo>
                  <a:lnTo>
                    <a:pt x="67026" y="151623"/>
                  </a:lnTo>
                  <a:lnTo>
                    <a:pt x="66375" y="151073"/>
                  </a:lnTo>
                  <a:lnTo>
                    <a:pt x="64617" y="147609"/>
                  </a:lnTo>
                  <a:lnTo>
                    <a:pt x="63141" y="146208"/>
                  </a:lnTo>
                  <a:lnTo>
                    <a:pt x="62078" y="145311"/>
                  </a:lnTo>
                  <a:lnTo>
                    <a:pt x="60034" y="143998"/>
                  </a:lnTo>
                  <a:lnTo>
                    <a:pt x="57852" y="143312"/>
                  </a:lnTo>
                  <a:lnTo>
                    <a:pt x="56734" y="142744"/>
                  </a:lnTo>
                  <a:lnTo>
                    <a:pt x="55927" y="141986"/>
                  </a:lnTo>
                  <a:lnTo>
                    <a:pt x="55720" y="141496"/>
                  </a:lnTo>
                  <a:lnTo>
                    <a:pt x="55732" y="140226"/>
                  </a:lnTo>
                  <a:lnTo>
                    <a:pt x="55671" y="138560"/>
                  </a:lnTo>
                  <a:lnTo>
                    <a:pt x="55402" y="137346"/>
                  </a:lnTo>
                  <a:lnTo>
                    <a:pt x="54850" y="135892"/>
                  </a:lnTo>
                  <a:lnTo>
                    <a:pt x="54084" y="134804"/>
                  </a:lnTo>
                  <a:lnTo>
                    <a:pt x="52766" y="134994"/>
                  </a:lnTo>
                  <a:lnTo>
                    <a:pt x="50782" y="134904"/>
                  </a:lnTo>
                  <a:lnTo>
                    <a:pt x="49263" y="133810"/>
                  </a:lnTo>
                  <a:lnTo>
                    <a:pt x="48058" y="133615"/>
                  </a:lnTo>
                  <a:lnTo>
                    <a:pt x="46609" y="133823"/>
                  </a:lnTo>
                  <a:lnTo>
                    <a:pt x="45419" y="133829"/>
                  </a:lnTo>
                  <a:lnTo>
                    <a:pt x="44571" y="134624"/>
                  </a:lnTo>
                  <a:lnTo>
                    <a:pt x="44078" y="135551"/>
                  </a:lnTo>
                  <a:lnTo>
                    <a:pt x="43766" y="138397"/>
                  </a:lnTo>
                  <a:lnTo>
                    <a:pt x="43480" y="138822"/>
                  </a:lnTo>
                  <a:lnTo>
                    <a:pt x="42982" y="139030"/>
                  </a:lnTo>
                  <a:lnTo>
                    <a:pt x="42319" y="138883"/>
                  </a:lnTo>
                  <a:lnTo>
                    <a:pt x="40927" y="138907"/>
                  </a:lnTo>
                  <a:lnTo>
                    <a:pt x="38522" y="138402"/>
                  </a:lnTo>
                  <a:lnTo>
                    <a:pt x="35497" y="138251"/>
                  </a:lnTo>
                  <a:lnTo>
                    <a:pt x="33223" y="139688"/>
                  </a:lnTo>
                  <a:lnTo>
                    <a:pt x="31426" y="141750"/>
                  </a:lnTo>
                  <a:lnTo>
                    <a:pt x="29710" y="144080"/>
                  </a:lnTo>
                  <a:lnTo>
                    <a:pt x="27691" y="147761"/>
                  </a:lnTo>
                  <a:lnTo>
                    <a:pt x="27098" y="149394"/>
                  </a:lnTo>
                  <a:lnTo>
                    <a:pt x="25908" y="155917"/>
                  </a:lnTo>
                  <a:lnTo>
                    <a:pt x="25381" y="156855"/>
                  </a:lnTo>
                  <a:lnTo>
                    <a:pt x="24693" y="157606"/>
                  </a:lnTo>
                  <a:lnTo>
                    <a:pt x="23994" y="157739"/>
                  </a:lnTo>
                  <a:lnTo>
                    <a:pt x="22611" y="158704"/>
                  </a:lnTo>
                  <a:lnTo>
                    <a:pt x="20783" y="160299"/>
                  </a:lnTo>
                  <a:lnTo>
                    <a:pt x="19537" y="160923"/>
                  </a:lnTo>
                  <a:lnTo>
                    <a:pt x="16344" y="160596"/>
                  </a:lnTo>
                  <a:lnTo>
                    <a:pt x="16157" y="158527"/>
                  </a:lnTo>
                  <a:lnTo>
                    <a:pt x="15581" y="150962"/>
                  </a:lnTo>
                  <a:lnTo>
                    <a:pt x="15302" y="143328"/>
                  </a:lnTo>
                  <a:lnTo>
                    <a:pt x="15321" y="139812"/>
                  </a:lnTo>
                  <a:lnTo>
                    <a:pt x="15653" y="132758"/>
                  </a:lnTo>
                  <a:lnTo>
                    <a:pt x="15628" y="129204"/>
                  </a:lnTo>
                  <a:lnTo>
                    <a:pt x="15492" y="125983"/>
                  </a:lnTo>
                  <a:lnTo>
                    <a:pt x="15624" y="122826"/>
                  </a:lnTo>
                  <a:lnTo>
                    <a:pt x="15879" y="119275"/>
                  </a:lnTo>
                  <a:lnTo>
                    <a:pt x="16013" y="115666"/>
                  </a:lnTo>
                  <a:lnTo>
                    <a:pt x="15821" y="113149"/>
                  </a:lnTo>
                  <a:lnTo>
                    <a:pt x="15203" y="111117"/>
                  </a:lnTo>
                  <a:lnTo>
                    <a:pt x="14158" y="108604"/>
                  </a:lnTo>
                  <a:lnTo>
                    <a:pt x="13992" y="107116"/>
                  </a:lnTo>
                  <a:lnTo>
                    <a:pt x="13933" y="105457"/>
                  </a:lnTo>
                  <a:lnTo>
                    <a:pt x="12931" y="105268"/>
                  </a:lnTo>
                  <a:lnTo>
                    <a:pt x="12032" y="103551"/>
                  </a:lnTo>
                  <a:lnTo>
                    <a:pt x="11291" y="102616"/>
                  </a:lnTo>
                  <a:lnTo>
                    <a:pt x="9695" y="101579"/>
                  </a:lnTo>
                  <a:lnTo>
                    <a:pt x="8895" y="101525"/>
                  </a:lnTo>
                  <a:lnTo>
                    <a:pt x="8164" y="102289"/>
                  </a:lnTo>
                  <a:lnTo>
                    <a:pt x="7627" y="103819"/>
                  </a:lnTo>
                  <a:lnTo>
                    <a:pt x="7252" y="101405"/>
                  </a:lnTo>
                  <a:lnTo>
                    <a:pt x="7261" y="98882"/>
                  </a:lnTo>
                  <a:lnTo>
                    <a:pt x="8536" y="93668"/>
                  </a:lnTo>
                  <a:lnTo>
                    <a:pt x="9334" y="95188"/>
                  </a:lnTo>
                  <a:lnTo>
                    <a:pt x="10308" y="95799"/>
                  </a:lnTo>
                  <a:lnTo>
                    <a:pt x="11548" y="95891"/>
                  </a:lnTo>
                  <a:lnTo>
                    <a:pt x="12765" y="95487"/>
                  </a:lnTo>
                  <a:lnTo>
                    <a:pt x="12527" y="93701"/>
                  </a:lnTo>
                  <a:lnTo>
                    <a:pt x="11962" y="92686"/>
                  </a:lnTo>
                  <a:lnTo>
                    <a:pt x="11259" y="91887"/>
                  </a:lnTo>
                  <a:lnTo>
                    <a:pt x="11009" y="89531"/>
                  </a:lnTo>
                  <a:lnTo>
                    <a:pt x="11098" y="87088"/>
                  </a:lnTo>
                  <a:lnTo>
                    <a:pt x="11432" y="84778"/>
                  </a:lnTo>
                  <a:lnTo>
                    <a:pt x="11052" y="83848"/>
                  </a:lnTo>
                  <a:lnTo>
                    <a:pt x="10476" y="83272"/>
                  </a:lnTo>
                  <a:lnTo>
                    <a:pt x="9145" y="83341"/>
                  </a:lnTo>
                  <a:lnTo>
                    <a:pt x="7419" y="82731"/>
                  </a:lnTo>
                  <a:lnTo>
                    <a:pt x="5680" y="82467"/>
                  </a:lnTo>
                  <a:lnTo>
                    <a:pt x="5274" y="85190"/>
                  </a:lnTo>
                  <a:lnTo>
                    <a:pt x="6233" y="88766"/>
                  </a:lnTo>
                  <a:lnTo>
                    <a:pt x="5420" y="87009"/>
                  </a:lnTo>
                  <a:lnTo>
                    <a:pt x="4653" y="84686"/>
                  </a:lnTo>
                  <a:lnTo>
                    <a:pt x="3577" y="80505"/>
                  </a:lnTo>
                  <a:lnTo>
                    <a:pt x="2883" y="75606"/>
                  </a:lnTo>
                  <a:lnTo>
                    <a:pt x="2760" y="70318"/>
                  </a:lnTo>
                  <a:lnTo>
                    <a:pt x="3347" y="65945"/>
                  </a:lnTo>
                  <a:lnTo>
                    <a:pt x="4097" y="61840"/>
                  </a:lnTo>
                  <a:lnTo>
                    <a:pt x="4550" y="56585"/>
                  </a:lnTo>
                  <a:lnTo>
                    <a:pt x="5174" y="51426"/>
                  </a:lnTo>
                  <a:lnTo>
                    <a:pt x="5797" y="53737"/>
                  </a:lnTo>
                  <a:lnTo>
                    <a:pt x="6510" y="55809"/>
                  </a:lnTo>
                  <a:lnTo>
                    <a:pt x="7495" y="57724"/>
                  </a:lnTo>
                  <a:lnTo>
                    <a:pt x="8034" y="58181"/>
                  </a:lnTo>
                  <a:lnTo>
                    <a:pt x="9655" y="58972"/>
                  </a:lnTo>
                  <a:lnTo>
                    <a:pt x="10699" y="58675"/>
                  </a:lnTo>
                  <a:lnTo>
                    <a:pt x="11812" y="57544"/>
                  </a:lnTo>
                  <a:lnTo>
                    <a:pt x="12904" y="57914"/>
                  </a:lnTo>
                  <a:lnTo>
                    <a:pt x="13808" y="60044"/>
                  </a:lnTo>
                  <a:lnTo>
                    <a:pt x="14614" y="62431"/>
                  </a:lnTo>
                  <a:lnTo>
                    <a:pt x="15837" y="62933"/>
                  </a:lnTo>
                  <a:lnTo>
                    <a:pt x="18355" y="61207"/>
                  </a:lnTo>
                  <a:lnTo>
                    <a:pt x="19553" y="60813"/>
                  </a:lnTo>
                  <a:lnTo>
                    <a:pt x="20593" y="61602"/>
                  </a:lnTo>
                  <a:lnTo>
                    <a:pt x="21129" y="61748"/>
                  </a:lnTo>
                  <a:lnTo>
                    <a:pt x="21675" y="61615"/>
                  </a:lnTo>
                  <a:lnTo>
                    <a:pt x="21202" y="59497"/>
                  </a:lnTo>
                  <a:lnTo>
                    <a:pt x="21008" y="57440"/>
                  </a:lnTo>
                  <a:lnTo>
                    <a:pt x="21641" y="56352"/>
                  </a:lnTo>
                  <a:lnTo>
                    <a:pt x="23628" y="57508"/>
                  </a:lnTo>
                  <a:lnTo>
                    <a:pt x="24894" y="56737"/>
                  </a:lnTo>
                  <a:lnTo>
                    <a:pt x="25216" y="56303"/>
                  </a:lnTo>
                  <a:lnTo>
                    <a:pt x="25504" y="55769"/>
                  </a:lnTo>
                  <a:lnTo>
                    <a:pt x="25655" y="53991"/>
                  </a:lnTo>
                  <a:lnTo>
                    <a:pt x="25595" y="52168"/>
                  </a:lnTo>
                  <a:lnTo>
                    <a:pt x="25431" y="50449"/>
                  </a:lnTo>
                  <a:lnTo>
                    <a:pt x="25060" y="48941"/>
                  </a:lnTo>
                  <a:lnTo>
                    <a:pt x="24147" y="46832"/>
                  </a:lnTo>
                  <a:lnTo>
                    <a:pt x="20607" y="41804"/>
                  </a:lnTo>
                  <a:lnTo>
                    <a:pt x="19416" y="39798"/>
                  </a:lnTo>
                  <a:lnTo>
                    <a:pt x="18424" y="37204"/>
                  </a:lnTo>
                  <a:lnTo>
                    <a:pt x="17791" y="33541"/>
                  </a:lnTo>
                  <a:lnTo>
                    <a:pt x="17277" y="29723"/>
                  </a:lnTo>
                  <a:lnTo>
                    <a:pt x="16801" y="26889"/>
                  </a:lnTo>
                  <a:lnTo>
                    <a:pt x="15566" y="20309"/>
                  </a:lnTo>
                  <a:lnTo>
                    <a:pt x="15085" y="19527"/>
                  </a:lnTo>
                  <a:lnTo>
                    <a:pt x="14482" y="19179"/>
                  </a:lnTo>
                  <a:lnTo>
                    <a:pt x="13016" y="18973"/>
                  </a:lnTo>
                  <a:lnTo>
                    <a:pt x="11531" y="19452"/>
                  </a:lnTo>
                  <a:lnTo>
                    <a:pt x="9104" y="20584"/>
                  </a:lnTo>
                  <a:lnTo>
                    <a:pt x="7713" y="20231"/>
                  </a:lnTo>
                  <a:lnTo>
                    <a:pt x="7071" y="20932"/>
                  </a:lnTo>
                  <a:lnTo>
                    <a:pt x="5479" y="23705"/>
                  </a:lnTo>
                  <a:lnTo>
                    <a:pt x="4734" y="26083"/>
                  </a:lnTo>
                  <a:lnTo>
                    <a:pt x="3694" y="31518"/>
                  </a:lnTo>
                  <a:lnTo>
                    <a:pt x="4484" y="33270"/>
                  </a:lnTo>
                  <a:lnTo>
                    <a:pt x="4469" y="34418"/>
                  </a:lnTo>
                  <a:lnTo>
                    <a:pt x="3870" y="42449"/>
                  </a:lnTo>
                  <a:lnTo>
                    <a:pt x="4234" y="46344"/>
                  </a:lnTo>
                  <a:lnTo>
                    <a:pt x="4103" y="46633"/>
                  </a:lnTo>
                  <a:lnTo>
                    <a:pt x="3817" y="45730"/>
                  </a:lnTo>
                  <a:lnTo>
                    <a:pt x="2916" y="41753"/>
                  </a:lnTo>
                  <a:lnTo>
                    <a:pt x="1329" y="36907"/>
                  </a:lnTo>
                  <a:lnTo>
                    <a:pt x="0" y="29492"/>
                  </a:lnTo>
                  <a:lnTo>
                    <a:pt x="2336" y="24646"/>
                  </a:lnTo>
                  <a:lnTo>
                    <a:pt x="4334" y="21212"/>
                  </a:lnTo>
                  <a:lnTo>
                    <a:pt x="5968" y="19140"/>
                  </a:lnTo>
                  <a:lnTo>
                    <a:pt x="6467" y="18636"/>
                  </a:lnTo>
                  <a:lnTo>
                    <a:pt x="8702" y="16919"/>
                  </a:lnTo>
                  <a:lnTo>
                    <a:pt x="11587" y="15371"/>
                  </a:lnTo>
                  <a:lnTo>
                    <a:pt x="13711" y="14230"/>
                  </a:lnTo>
                  <a:lnTo>
                    <a:pt x="16485" y="13257"/>
                  </a:lnTo>
                  <a:lnTo>
                    <a:pt x="17392" y="13077"/>
                  </a:lnTo>
                  <a:lnTo>
                    <a:pt x="18725" y="13097"/>
                  </a:lnTo>
                  <a:lnTo>
                    <a:pt x="19806" y="14014"/>
                  </a:lnTo>
                  <a:lnTo>
                    <a:pt x="20461" y="14729"/>
                  </a:lnTo>
                  <a:lnTo>
                    <a:pt x="22774" y="17678"/>
                  </a:lnTo>
                  <a:lnTo>
                    <a:pt x="25134" y="20691"/>
                  </a:lnTo>
                  <a:lnTo>
                    <a:pt x="27158" y="24031"/>
                  </a:lnTo>
                  <a:lnTo>
                    <a:pt x="27732" y="25393"/>
                  </a:lnTo>
                  <a:lnTo>
                    <a:pt x="28054" y="27021"/>
                  </a:lnTo>
                  <a:lnTo>
                    <a:pt x="28292" y="28616"/>
                  </a:lnTo>
                  <a:lnTo>
                    <a:pt x="30013" y="33678"/>
                  </a:lnTo>
                  <a:lnTo>
                    <a:pt x="30708" y="35997"/>
                  </a:lnTo>
                  <a:lnTo>
                    <a:pt x="31713" y="39015"/>
                  </a:lnTo>
                  <a:lnTo>
                    <a:pt x="32520" y="40484"/>
                  </a:lnTo>
                  <a:lnTo>
                    <a:pt x="33310" y="42300"/>
                  </a:lnTo>
                  <a:lnTo>
                    <a:pt x="33839" y="43796"/>
                  </a:lnTo>
                  <a:lnTo>
                    <a:pt x="34445" y="44506"/>
                  </a:lnTo>
                  <a:lnTo>
                    <a:pt x="35115" y="44788"/>
                  </a:lnTo>
                  <a:lnTo>
                    <a:pt x="36650" y="44313"/>
                  </a:lnTo>
                  <a:lnTo>
                    <a:pt x="38496" y="43368"/>
                  </a:lnTo>
                  <a:lnTo>
                    <a:pt x="39600" y="42974"/>
                  </a:lnTo>
                  <a:lnTo>
                    <a:pt x="40089" y="43030"/>
                  </a:lnTo>
                  <a:lnTo>
                    <a:pt x="43133" y="43367"/>
                  </a:lnTo>
                  <a:lnTo>
                    <a:pt x="45871" y="43668"/>
                  </a:lnTo>
                  <a:lnTo>
                    <a:pt x="49251" y="44042"/>
                  </a:lnTo>
                  <a:lnTo>
                    <a:pt x="50255" y="44392"/>
                  </a:lnTo>
                  <a:lnTo>
                    <a:pt x="51463" y="44717"/>
                  </a:lnTo>
                  <a:lnTo>
                    <a:pt x="52063" y="44766"/>
                  </a:lnTo>
                  <a:lnTo>
                    <a:pt x="52596" y="43472"/>
                  </a:lnTo>
                  <a:lnTo>
                    <a:pt x="52948" y="42762"/>
                  </a:lnTo>
                  <a:lnTo>
                    <a:pt x="53224" y="42201"/>
                  </a:lnTo>
                  <a:lnTo>
                    <a:pt x="53167" y="41566"/>
                  </a:lnTo>
                  <a:lnTo>
                    <a:pt x="52739" y="41028"/>
                  </a:lnTo>
                  <a:lnTo>
                    <a:pt x="52066" y="39237"/>
                  </a:lnTo>
                  <a:lnTo>
                    <a:pt x="51682" y="32773"/>
                  </a:lnTo>
                  <a:lnTo>
                    <a:pt x="51443" y="27241"/>
                  </a:lnTo>
                  <a:lnTo>
                    <a:pt x="52244" y="25519"/>
                  </a:lnTo>
                  <a:lnTo>
                    <a:pt x="53164" y="24269"/>
                  </a:lnTo>
                  <a:lnTo>
                    <a:pt x="54490" y="20506"/>
                  </a:lnTo>
                  <a:lnTo>
                    <a:pt x="55201" y="19345"/>
                  </a:lnTo>
                  <a:lnTo>
                    <a:pt x="56250" y="18384"/>
                  </a:lnTo>
                  <a:lnTo>
                    <a:pt x="59753" y="18133"/>
                  </a:lnTo>
                  <a:lnTo>
                    <a:pt x="61227" y="17393"/>
                  </a:lnTo>
                  <a:lnTo>
                    <a:pt x="61707" y="16175"/>
                  </a:lnTo>
                  <a:lnTo>
                    <a:pt x="62484" y="13097"/>
                  </a:lnTo>
                  <a:lnTo>
                    <a:pt x="62740" y="10591"/>
                  </a:lnTo>
                  <a:lnTo>
                    <a:pt x="63175" y="9446"/>
                  </a:lnTo>
                  <a:lnTo>
                    <a:pt x="63697" y="8593"/>
                  </a:lnTo>
                  <a:lnTo>
                    <a:pt x="64233" y="8626"/>
                  </a:lnTo>
                  <a:lnTo>
                    <a:pt x="65271" y="9363"/>
                  </a:lnTo>
                  <a:lnTo>
                    <a:pt x="66058" y="9773"/>
                  </a:lnTo>
                  <a:lnTo>
                    <a:pt x="66620" y="10330"/>
                  </a:lnTo>
                  <a:lnTo>
                    <a:pt x="67131" y="11215"/>
                  </a:lnTo>
                  <a:lnTo>
                    <a:pt x="67628" y="12756"/>
                  </a:lnTo>
                  <a:lnTo>
                    <a:pt x="67705" y="13770"/>
                  </a:lnTo>
                  <a:lnTo>
                    <a:pt x="67934" y="14360"/>
                  </a:lnTo>
                  <a:lnTo>
                    <a:pt x="68330" y="14371"/>
                  </a:lnTo>
                  <a:lnTo>
                    <a:pt x="68624" y="14380"/>
                  </a:lnTo>
                  <a:lnTo>
                    <a:pt x="68824" y="14156"/>
                  </a:lnTo>
                  <a:lnTo>
                    <a:pt x="68956" y="13640"/>
                  </a:lnTo>
                  <a:lnTo>
                    <a:pt x="68853" y="12952"/>
                  </a:lnTo>
                  <a:lnTo>
                    <a:pt x="68177" y="10985"/>
                  </a:lnTo>
                  <a:lnTo>
                    <a:pt x="66687" y="7421"/>
                  </a:lnTo>
                  <a:lnTo>
                    <a:pt x="65713" y="5971"/>
                  </a:lnTo>
                  <a:lnTo>
                    <a:pt x="65229" y="5185"/>
                  </a:lnTo>
                  <a:lnTo>
                    <a:pt x="65109" y="4443"/>
                  </a:lnTo>
                  <a:lnTo>
                    <a:pt x="65740" y="3314"/>
                  </a:lnTo>
                  <a:lnTo>
                    <a:pt x="66353" y="2670"/>
                  </a:lnTo>
                  <a:lnTo>
                    <a:pt x="67428" y="3153"/>
                  </a:lnTo>
                  <a:lnTo>
                    <a:pt x="68856" y="3416"/>
                  </a:lnTo>
                  <a:lnTo>
                    <a:pt x="69491" y="2852"/>
                  </a:lnTo>
                  <a:lnTo>
                    <a:pt x="70144" y="0"/>
                  </a:lnTo>
                  <a:lnTo>
                    <a:pt x="71765" y="3022"/>
                  </a:lnTo>
                  <a:lnTo>
                    <a:pt x="73457" y="6411"/>
                  </a:lnTo>
                  <a:lnTo>
                    <a:pt x="74077" y="7038"/>
                  </a:lnTo>
                  <a:lnTo>
                    <a:pt x="75285" y="7397"/>
                  </a:lnTo>
                  <a:lnTo>
                    <a:pt x="76290" y="7525"/>
                  </a:lnTo>
                  <a:lnTo>
                    <a:pt x="76709" y="7890"/>
                  </a:lnTo>
                  <a:lnTo>
                    <a:pt x="77164" y="8769"/>
                  </a:lnTo>
                  <a:lnTo>
                    <a:pt x="78055" y="12478"/>
                  </a:lnTo>
                  <a:lnTo>
                    <a:pt x="78950" y="13449"/>
                  </a:lnTo>
                  <a:lnTo>
                    <a:pt x="80064" y="14152"/>
                  </a:lnTo>
                  <a:lnTo>
                    <a:pt x="83649" y="14092"/>
                  </a:lnTo>
                  <a:lnTo>
                    <a:pt x="84750" y="14281"/>
                  </a:lnTo>
                  <a:lnTo>
                    <a:pt x="85650" y="16028"/>
                  </a:lnTo>
                  <a:lnTo>
                    <a:pt x="86210" y="16746"/>
                  </a:lnTo>
                  <a:lnTo>
                    <a:pt x="86450" y="17364"/>
                  </a:lnTo>
                  <a:lnTo>
                    <a:pt x="86390" y="18134"/>
                  </a:lnTo>
                  <a:lnTo>
                    <a:pt x="86169" y="19110"/>
                  </a:lnTo>
                  <a:lnTo>
                    <a:pt x="86141" y="20991"/>
                  </a:lnTo>
                  <a:lnTo>
                    <a:pt x="86083" y="22447"/>
                  </a:lnTo>
                  <a:lnTo>
                    <a:pt x="85797" y="23138"/>
                  </a:lnTo>
                  <a:lnTo>
                    <a:pt x="85711" y="23784"/>
                  </a:lnTo>
                  <a:lnTo>
                    <a:pt x="85950" y="24350"/>
                  </a:lnTo>
                  <a:lnTo>
                    <a:pt x="87611" y="25738"/>
                  </a:lnTo>
                  <a:lnTo>
                    <a:pt x="88171" y="27227"/>
                  </a:lnTo>
                  <a:lnTo>
                    <a:pt x="88591" y="27895"/>
                  </a:lnTo>
                  <a:lnTo>
                    <a:pt x="88691" y="28820"/>
                  </a:lnTo>
                  <a:lnTo>
                    <a:pt x="88410" y="29436"/>
                  </a:lnTo>
                  <a:lnTo>
                    <a:pt x="87630" y="29129"/>
                  </a:lnTo>
                  <a:lnTo>
                    <a:pt x="87251" y="30104"/>
                  </a:lnTo>
                  <a:lnTo>
                    <a:pt x="87251" y="31851"/>
                  </a:lnTo>
                  <a:lnTo>
                    <a:pt x="87808" y="33493"/>
                  </a:lnTo>
                  <a:lnTo>
                    <a:pt x="87969" y="34995"/>
                  </a:lnTo>
                  <a:lnTo>
                    <a:pt x="87601" y="36441"/>
                  </a:lnTo>
                  <a:lnTo>
                    <a:pt x="87172" y="38480"/>
                  </a:lnTo>
                  <a:lnTo>
                    <a:pt x="87156" y="39924"/>
                  </a:lnTo>
                  <a:lnTo>
                    <a:pt x="87412" y="40749"/>
                  </a:lnTo>
                  <a:lnTo>
                    <a:pt x="88682" y="42240"/>
                  </a:lnTo>
                  <a:lnTo>
                    <a:pt x="91617" y="46002"/>
                  </a:lnTo>
                  <a:lnTo>
                    <a:pt x="92291" y="46164"/>
                  </a:lnTo>
                  <a:lnTo>
                    <a:pt x="95068" y="45290"/>
                  </a:lnTo>
                  <a:lnTo>
                    <a:pt x="96360" y="45203"/>
                  </a:lnTo>
                  <a:lnTo>
                    <a:pt x="97120" y="45785"/>
                  </a:lnTo>
                  <a:lnTo>
                    <a:pt x="99269" y="46320"/>
                  </a:lnTo>
                  <a:lnTo>
                    <a:pt x="99952" y="46920"/>
                  </a:lnTo>
                  <a:lnTo>
                    <a:pt x="100678" y="46961"/>
                  </a:lnTo>
                  <a:lnTo>
                    <a:pt x="101674" y="46786"/>
                  </a:lnTo>
                  <a:lnTo>
                    <a:pt x="102348" y="45101"/>
                  </a:lnTo>
                  <a:lnTo>
                    <a:pt x="102692" y="44717"/>
                  </a:lnTo>
                  <a:lnTo>
                    <a:pt x="102994" y="44437"/>
                  </a:lnTo>
                  <a:lnTo>
                    <a:pt x="103608" y="44394"/>
                  </a:lnTo>
                  <a:lnTo>
                    <a:pt x="105306" y="45464"/>
                  </a:lnTo>
                  <a:lnTo>
                    <a:pt x="107094" y="47722"/>
                  </a:lnTo>
                  <a:lnTo>
                    <a:pt x="108279" y="49783"/>
                  </a:lnTo>
                  <a:lnTo>
                    <a:pt x="108862" y="51647"/>
                  </a:lnTo>
                  <a:lnTo>
                    <a:pt x="109599" y="55690"/>
                  </a:lnTo>
                  <a:lnTo>
                    <a:pt x="110490" y="61910"/>
                  </a:lnTo>
                  <a:lnTo>
                    <a:pt x="111566" y="66108"/>
                  </a:lnTo>
                  <a:lnTo>
                    <a:pt x="112827" y="68287"/>
                  </a:lnTo>
                  <a:lnTo>
                    <a:pt x="113712" y="72288"/>
                  </a:lnTo>
                  <a:lnTo>
                    <a:pt x="114479" y="81030"/>
                  </a:lnTo>
                  <a:lnTo>
                    <a:pt x="114958" y="82820"/>
                  </a:lnTo>
                  <a:lnTo>
                    <a:pt x="115444" y="83753"/>
                  </a:lnTo>
                  <a:lnTo>
                    <a:pt x="116885" y="86282"/>
                  </a:lnTo>
                  <a:lnTo>
                    <a:pt x="119833" y="90469"/>
                  </a:lnTo>
                  <a:lnTo>
                    <a:pt x="121574" y="92940"/>
                  </a:lnTo>
                  <a:lnTo>
                    <a:pt x="124264" y="96889"/>
                  </a:lnTo>
                  <a:lnTo>
                    <a:pt x="126729" y="100507"/>
                  </a:lnTo>
                  <a:lnTo>
                    <a:pt x="129200" y="106090"/>
                  </a:lnTo>
                  <a:lnTo>
                    <a:pt x="129693" y="106905"/>
                  </a:lnTo>
                  <a:lnTo>
                    <a:pt x="131867" y="109925"/>
                  </a:lnTo>
                  <a:lnTo>
                    <a:pt x="134286" y="113020"/>
                  </a:lnTo>
                  <a:lnTo>
                    <a:pt x="135980" y="112320"/>
                  </a:lnTo>
                  <a:lnTo>
                    <a:pt x="138531" y="117080"/>
                  </a:lnTo>
                  <a:lnTo>
                    <a:pt x="139570" y="118846"/>
                  </a:lnTo>
                  <a:lnTo>
                    <a:pt x="140008" y="119449"/>
                  </a:lnTo>
                  <a:lnTo>
                    <a:pt x="141858" y="121328"/>
                  </a:lnTo>
                  <a:lnTo>
                    <a:pt x="144803" y="125258"/>
                  </a:lnTo>
                  <a:lnTo>
                    <a:pt x="148520" y="130891"/>
                  </a:lnTo>
                  <a:lnTo>
                    <a:pt x="150974" y="134149"/>
                  </a:lnTo>
                  <a:lnTo>
                    <a:pt x="151642" y="134528"/>
                  </a:lnTo>
                  <a:lnTo>
                    <a:pt x="152305" y="134510"/>
                  </a:lnTo>
                  <a:lnTo>
                    <a:pt x="153015" y="133810"/>
                  </a:lnTo>
                  <a:lnTo>
                    <a:pt x="153785" y="133257"/>
                  </a:lnTo>
                  <a:lnTo>
                    <a:pt x="155098" y="133982"/>
                  </a:lnTo>
                  <a:lnTo>
                    <a:pt x="156520" y="135284"/>
                  </a:lnTo>
                  <a:lnTo>
                    <a:pt x="157422" y="136273"/>
                  </a:lnTo>
                  <a:lnTo>
                    <a:pt x="158463" y="137710"/>
                  </a:lnTo>
                  <a:lnTo>
                    <a:pt x="159288" y="139066"/>
                  </a:lnTo>
                  <a:lnTo>
                    <a:pt x="159914" y="139694"/>
                  </a:lnTo>
                  <a:lnTo>
                    <a:pt x="162041" y="140880"/>
                  </a:lnTo>
                  <a:lnTo>
                    <a:pt x="162406" y="141591"/>
                  </a:lnTo>
                  <a:lnTo>
                    <a:pt x="162637" y="142385"/>
                  </a:lnTo>
                  <a:lnTo>
                    <a:pt x="162671" y="143207"/>
                  </a:lnTo>
                  <a:lnTo>
                    <a:pt x="161478" y="147530"/>
                  </a:lnTo>
                  <a:lnTo>
                    <a:pt x="161314" y="153043"/>
                  </a:lnTo>
                  <a:lnTo>
                    <a:pt x="161306" y="1571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2"/>
            <p:cNvSpPr/>
            <p:nvPr/>
          </p:nvSpPr>
          <p:spPr>
            <a:xfrm>
              <a:off x="4626324" y="3905636"/>
              <a:ext cx="4696" cy="7020"/>
            </a:xfrm>
            <a:custGeom>
              <a:avLst/>
              <a:pathLst>
                <a:path w="4696" h="7020">
                  <a:moveTo>
                    <a:pt x="0" y="4469"/>
                  </a:moveTo>
                  <a:lnTo>
                    <a:pt x="1862" y="1944"/>
                  </a:lnTo>
                  <a:lnTo>
                    <a:pt x="4696" y="0"/>
                  </a:lnTo>
                  <a:lnTo>
                    <a:pt x="4625" y="1425"/>
                  </a:lnTo>
                  <a:lnTo>
                    <a:pt x="4334" y="3664"/>
                  </a:lnTo>
                  <a:lnTo>
                    <a:pt x="3905" y="4715"/>
                  </a:lnTo>
                  <a:lnTo>
                    <a:pt x="3256" y="6602"/>
                  </a:lnTo>
                  <a:lnTo>
                    <a:pt x="2830" y="7020"/>
                  </a:lnTo>
                  <a:lnTo>
                    <a:pt x="1130" y="6605"/>
                  </a:lnTo>
                  <a:lnTo>
                    <a:pt x="911" y="6879"/>
                  </a:lnTo>
                  <a:lnTo>
                    <a:pt x="619" y="6680"/>
                  </a:lnTo>
                  <a:lnTo>
                    <a:pt x="185" y="546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3"/>
            <p:cNvSpPr/>
            <p:nvPr/>
          </p:nvSpPr>
          <p:spPr>
            <a:xfrm>
              <a:off x="4636436" y="3879792"/>
              <a:ext cx="27401" cy="35346"/>
            </a:xfrm>
            <a:custGeom>
              <a:avLst/>
              <a:pathLst>
                <a:path w="27401" h="35346">
                  <a:moveTo>
                    <a:pt x="1762" y="35346"/>
                  </a:moveTo>
                  <a:lnTo>
                    <a:pt x="1364" y="31502"/>
                  </a:lnTo>
                  <a:lnTo>
                    <a:pt x="942" y="29852"/>
                  </a:lnTo>
                  <a:lnTo>
                    <a:pt x="612" y="28914"/>
                  </a:lnTo>
                  <a:lnTo>
                    <a:pt x="501" y="27745"/>
                  </a:lnTo>
                  <a:lnTo>
                    <a:pt x="519" y="26536"/>
                  </a:lnTo>
                  <a:lnTo>
                    <a:pt x="719" y="25979"/>
                  </a:lnTo>
                  <a:lnTo>
                    <a:pt x="2134" y="25829"/>
                  </a:lnTo>
                  <a:lnTo>
                    <a:pt x="2697" y="23852"/>
                  </a:lnTo>
                  <a:lnTo>
                    <a:pt x="2692" y="21477"/>
                  </a:lnTo>
                  <a:lnTo>
                    <a:pt x="2409" y="20675"/>
                  </a:lnTo>
                  <a:lnTo>
                    <a:pt x="2133" y="20338"/>
                  </a:lnTo>
                  <a:lnTo>
                    <a:pt x="669" y="22118"/>
                  </a:lnTo>
                  <a:lnTo>
                    <a:pt x="250" y="21798"/>
                  </a:lnTo>
                  <a:lnTo>
                    <a:pt x="0" y="21151"/>
                  </a:lnTo>
                  <a:lnTo>
                    <a:pt x="83" y="18520"/>
                  </a:lnTo>
                  <a:lnTo>
                    <a:pt x="1288" y="16055"/>
                  </a:lnTo>
                  <a:lnTo>
                    <a:pt x="2309" y="11591"/>
                  </a:lnTo>
                  <a:lnTo>
                    <a:pt x="3026" y="9814"/>
                  </a:lnTo>
                  <a:lnTo>
                    <a:pt x="4696" y="8143"/>
                  </a:lnTo>
                  <a:lnTo>
                    <a:pt x="5372" y="7672"/>
                  </a:lnTo>
                  <a:lnTo>
                    <a:pt x="10233" y="5214"/>
                  </a:lnTo>
                  <a:lnTo>
                    <a:pt x="11393" y="5047"/>
                  </a:lnTo>
                  <a:lnTo>
                    <a:pt x="14475" y="5119"/>
                  </a:lnTo>
                  <a:lnTo>
                    <a:pt x="18597" y="4582"/>
                  </a:lnTo>
                  <a:lnTo>
                    <a:pt x="19617" y="4247"/>
                  </a:lnTo>
                  <a:lnTo>
                    <a:pt x="20939" y="3162"/>
                  </a:lnTo>
                  <a:lnTo>
                    <a:pt x="22218" y="1820"/>
                  </a:lnTo>
                  <a:lnTo>
                    <a:pt x="22897" y="764"/>
                  </a:lnTo>
                  <a:lnTo>
                    <a:pt x="23607" y="0"/>
                  </a:lnTo>
                  <a:lnTo>
                    <a:pt x="24667" y="960"/>
                  </a:lnTo>
                  <a:lnTo>
                    <a:pt x="26466" y="1690"/>
                  </a:lnTo>
                  <a:lnTo>
                    <a:pt x="26951" y="2328"/>
                  </a:lnTo>
                  <a:lnTo>
                    <a:pt x="27401" y="3214"/>
                  </a:lnTo>
                  <a:lnTo>
                    <a:pt x="25312" y="7915"/>
                  </a:lnTo>
                  <a:lnTo>
                    <a:pt x="23018" y="11805"/>
                  </a:lnTo>
                  <a:lnTo>
                    <a:pt x="21605" y="12982"/>
                  </a:lnTo>
                  <a:lnTo>
                    <a:pt x="20143" y="13778"/>
                  </a:lnTo>
                  <a:lnTo>
                    <a:pt x="19028" y="15282"/>
                  </a:lnTo>
                  <a:lnTo>
                    <a:pt x="18089" y="17639"/>
                  </a:lnTo>
                  <a:lnTo>
                    <a:pt x="16887" y="18967"/>
                  </a:lnTo>
                  <a:lnTo>
                    <a:pt x="15532" y="19414"/>
                  </a:lnTo>
                  <a:lnTo>
                    <a:pt x="14376" y="20121"/>
                  </a:lnTo>
                  <a:lnTo>
                    <a:pt x="13326" y="21506"/>
                  </a:lnTo>
                  <a:lnTo>
                    <a:pt x="11865" y="23881"/>
                  </a:lnTo>
                  <a:lnTo>
                    <a:pt x="11274" y="24124"/>
                  </a:lnTo>
                  <a:lnTo>
                    <a:pt x="10648" y="24066"/>
                  </a:lnTo>
                  <a:lnTo>
                    <a:pt x="9438" y="24975"/>
                  </a:lnTo>
                  <a:lnTo>
                    <a:pt x="5673" y="28368"/>
                  </a:lnTo>
                  <a:lnTo>
                    <a:pt x="3397" y="3214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4"/>
            <p:cNvSpPr/>
            <p:nvPr/>
          </p:nvSpPr>
          <p:spPr>
            <a:xfrm>
              <a:off x="4643250" y="3874597"/>
              <a:ext cx="1599" cy="5078"/>
            </a:xfrm>
            <a:custGeom>
              <a:avLst/>
              <a:pathLst>
                <a:path w="1599" h="5078">
                  <a:moveTo>
                    <a:pt x="1599" y="0"/>
                  </a:moveTo>
                  <a:lnTo>
                    <a:pt x="832" y="5078"/>
                  </a:lnTo>
                  <a:lnTo>
                    <a:pt x="0" y="3993"/>
                  </a:lnTo>
                  <a:lnTo>
                    <a:pt x="885" y="1142"/>
                  </a:lnTo>
                  <a:lnTo>
                    <a:pt x="1311" y="29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5"/>
            <p:cNvSpPr/>
            <p:nvPr/>
          </p:nvSpPr>
          <p:spPr>
            <a:xfrm>
              <a:off x="1185306" y="4263479"/>
              <a:ext cx="688" cy="4435"/>
            </a:xfrm>
            <a:custGeom>
              <a:avLst/>
              <a:pathLst>
                <a:path w="688" h="4435">
                  <a:moveTo>
                    <a:pt x="688" y="0"/>
                  </a:moveTo>
                  <a:lnTo>
                    <a:pt x="624" y="4435"/>
                  </a:lnTo>
                  <a:lnTo>
                    <a:pt x="62" y="2400"/>
                  </a:lnTo>
                  <a:lnTo>
                    <a:pt x="0" y="14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6"/>
            <p:cNvSpPr/>
            <p:nvPr/>
          </p:nvSpPr>
          <p:spPr>
            <a:xfrm>
              <a:off x="1180825" y="4256617"/>
              <a:ext cx="3270" cy="5774"/>
            </a:xfrm>
            <a:custGeom>
              <a:avLst/>
              <a:pathLst>
                <a:path w="3270" h="5774">
                  <a:moveTo>
                    <a:pt x="2306" y="2986"/>
                  </a:moveTo>
                  <a:lnTo>
                    <a:pt x="2470" y="2989"/>
                  </a:lnTo>
                  <a:lnTo>
                    <a:pt x="2651" y="2112"/>
                  </a:lnTo>
                  <a:lnTo>
                    <a:pt x="3270" y="1794"/>
                  </a:lnTo>
                  <a:lnTo>
                    <a:pt x="3202" y="2732"/>
                  </a:lnTo>
                  <a:lnTo>
                    <a:pt x="2367" y="5774"/>
                  </a:lnTo>
                  <a:lnTo>
                    <a:pt x="1841" y="4585"/>
                  </a:lnTo>
                  <a:lnTo>
                    <a:pt x="309" y="2643"/>
                  </a:lnTo>
                  <a:lnTo>
                    <a:pt x="0" y="1139"/>
                  </a:lnTo>
                  <a:lnTo>
                    <a:pt x="509" y="0"/>
                  </a:lnTo>
                  <a:lnTo>
                    <a:pt x="457" y="917"/>
                  </a:lnTo>
                  <a:lnTo>
                    <a:pt x="712" y="1333"/>
                  </a:lnTo>
                  <a:lnTo>
                    <a:pt x="1576" y="1491"/>
                  </a:lnTo>
                  <a:lnTo>
                    <a:pt x="2351" y="2311"/>
                  </a:lnTo>
                  <a:lnTo>
                    <a:pt x="1871" y="25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7"/>
            <p:cNvSpPr/>
            <p:nvPr/>
          </p:nvSpPr>
          <p:spPr>
            <a:xfrm>
              <a:off x="1195707" y="4182658"/>
              <a:ext cx="1694" cy="3938"/>
            </a:xfrm>
            <a:custGeom>
              <a:avLst/>
              <a:pathLst>
                <a:path w="1694" h="3938">
                  <a:moveTo>
                    <a:pt x="1330" y="2187"/>
                  </a:moveTo>
                  <a:lnTo>
                    <a:pt x="895" y="3938"/>
                  </a:lnTo>
                  <a:lnTo>
                    <a:pt x="688" y="3912"/>
                  </a:lnTo>
                  <a:lnTo>
                    <a:pt x="184" y="2897"/>
                  </a:lnTo>
                  <a:lnTo>
                    <a:pt x="0" y="2213"/>
                  </a:lnTo>
                  <a:lnTo>
                    <a:pt x="767" y="158"/>
                  </a:lnTo>
                  <a:lnTo>
                    <a:pt x="1163" y="0"/>
                  </a:lnTo>
                  <a:lnTo>
                    <a:pt x="1694" y="686"/>
                  </a:lnTo>
                  <a:lnTo>
                    <a:pt x="1670" y="12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8"/>
            <p:cNvSpPr/>
            <p:nvPr/>
          </p:nvSpPr>
          <p:spPr>
            <a:xfrm>
              <a:off x="2486486" y="3313751"/>
              <a:ext cx="11375" cy="22917"/>
            </a:xfrm>
            <a:custGeom>
              <a:avLst/>
              <a:pathLst>
                <a:path w="11375" h="22917">
                  <a:moveTo>
                    <a:pt x="10288" y="20858"/>
                  </a:moveTo>
                  <a:lnTo>
                    <a:pt x="8421" y="22522"/>
                  </a:lnTo>
                  <a:lnTo>
                    <a:pt x="3560" y="22917"/>
                  </a:lnTo>
                  <a:lnTo>
                    <a:pt x="1546" y="22314"/>
                  </a:lnTo>
                  <a:lnTo>
                    <a:pt x="0" y="22785"/>
                  </a:lnTo>
                  <a:lnTo>
                    <a:pt x="2815" y="19163"/>
                  </a:lnTo>
                  <a:lnTo>
                    <a:pt x="3146" y="17635"/>
                  </a:lnTo>
                  <a:lnTo>
                    <a:pt x="4341" y="17348"/>
                  </a:lnTo>
                  <a:lnTo>
                    <a:pt x="4681" y="16892"/>
                  </a:lnTo>
                  <a:lnTo>
                    <a:pt x="5079" y="8902"/>
                  </a:lnTo>
                  <a:lnTo>
                    <a:pt x="4923" y="6999"/>
                  </a:lnTo>
                  <a:lnTo>
                    <a:pt x="4686" y="5950"/>
                  </a:lnTo>
                  <a:lnTo>
                    <a:pt x="4202" y="5194"/>
                  </a:lnTo>
                  <a:lnTo>
                    <a:pt x="3116" y="4162"/>
                  </a:lnTo>
                  <a:lnTo>
                    <a:pt x="2933" y="3609"/>
                  </a:lnTo>
                  <a:lnTo>
                    <a:pt x="3616" y="2726"/>
                  </a:lnTo>
                  <a:lnTo>
                    <a:pt x="5078" y="2239"/>
                  </a:lnTo>
                  <a:lnTo>
                    <a:pt x="6169" y="1282"/>
                  </a:lnTo>
                  <a:lnTo>
                    <a:pt x="8428" y="1090"/>
                  </a:lnTo>
                  <a:lnTo>
                    <a:pt x="9523" y="245"/>
                  </a:lnTo>
                  <a:lnTo>
                    <a:pt x="11375" y="0"/>
                  </a:lnTo>
                  <a:lnTo>
                    <a:pt x="10465" y="3666"/>
                  </a:lnTo>
                  <a:lnTo>
                    <a:pt x="10039" y="5033"/>
                  </a:lnTo>
                  <a:lnTo>
                    <a:pt x="10204" y="8336"/>
                  </a:lnTo>
                  <a:lnTo>
                    <a:pt x="9995" y="10577"/>
                  </a:lnTo>
                  <a:lnTo>
                    <a:pt x="10238" y="13411"/>
                  </a:lnTo>
                  <a:lnTo>
                    <a:pt x="10790" y="15272"/>
                  </a:lnTo>
                  <a:lnTo>
                    <a:pt x="10431" y="17101"/>
                  </a:lnTo>
                  <a:lnTo>
                    <a:pt x="10380" y="198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29"/>
            <p:cNvSpPr/>
            <p:nvPr/>
          </p:nvSpPr>
          <p:spPr>
            <a:xfrm>
              <a:off x="2499093" y="3299415"/>
              <a:ext cx="3281" cy="4632"/>
            </a:xfrm>
            <a:custGeom>
              <a:avLst/>
              <a:pathLst>
                <a:path w="3281" h="4632">
                  <a:moveTo>
                    <a:pt x="625" y="4340"/>
                  </a:moveTo>
                  <a:lnTo>
                    <a:pt x="0" y="4632"/>
                  </a:lnTo>
                  <a:lnTo>
                    <a:pt x="73" y="3457"/>
                  </a:lnTo>
                  <a:lnTo>
                    <a:pt x="1170" y="1422"/>
                  </a:lnTo>
                  <a:lnTo>
                    <a:pt x="2852" y="54"/>
                  </a:lnTo>
                  <a:lnTo>
                    <a:pt x="3281" y="0"/>
                  </a:lnTo>
                  <a:lnTo>
                    <a:pt x="3039" y="18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0"/>
            <p:cNvSpPr/>
            <p:nvPr/>
          </p:nvSpPr>
          <p:spPr>
            <a:xfrm>
              <a:off x="3322296" y="2632561"/>
              <a:ext cx="3631" cy="6085"/>
            </a:xfrm>
            <a:custGeom>
              <a:avLst/>
              <a:pathLst>
                <a:path w="3631" h="6085">
                  <a:moveTo>
                    <a:pt x="2710" y="5054"/>
                  </a:moveTo>
                  <a:lnTo>
                    <a:pt x="2408" y="5191"/>
                  </a:lnTo>
                  <a:lnTo>
                    <a:pt x="1852" y="5996"/>
                  </a:lnTo>
                  <a:lnTo>
                    <a:pt x="1557" y="6085"/>
                  </a:lnTo>
                  <a:lnTo>
                    <a:pt x="721" y="5184"/>
                  </a:lnTo>
                  <a:lnTo>
                    <a:pt x="402" y="5189"/>
                  </a:lnTo>
                  <a:lnTo>
                    <a:pt x="0" y="4556"/>
                  </a:lnTo>
                  <a:lnTo>
                    <a:pt x="135" y="1108"/>
                  </a:lnTo>
                  <a:lnTo>
                    <a:pt x="266" y="131"/>
                  </a:lnTo>
                  <a:lnTo>
                    <a:pt x="2300" y="0"/>
                  </a:lnTo>
                  <a:lnTo>
                    <a:pt x="3404" y="2061"/>
                  </a:lnTo>
                  <a:lnTo>
                    <a:pt x="3585" y="2602"/>
                  </a:lnTo>
                  <a:lnTo>
                    <a:pt x="3631" y="3192"/>
                  </a:lnTo>
                  <a:lnTo>
                    <a:pt x="3118" y="43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1"/>
            <p:cNvSpPr/>
            <p:nvPr/>
          </p:nvSpPr>
          <p:spPr>
            <a:xfrm>
              <a:off x="3326917" y="2605163"/>
              <a:ext cx="1811" cy="4096"/>
            </a:xfrm>
            <a:custGeom>
              <a:avLst/>
              <a:pathLst>
                <a:path w="1811" h="4096">
                  <a:moveTo>
                    <a:pt x="1776" y="1965"/>
                  </a:moveTo>
                  <a:lnTo>
                    <a:pt x="0" y="4096"/>
                  </a:lnTo>
                  <a:lnTo>
                    <a:pt x="338" y="2237"/>
                  </a:lnTo>
                  <a:lnTo>
                    <a:pt x="1510" y="0"/>
                  </a:lnTo>
                  <a:lnTo>
                    <a:pt x="1811" y="5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2"/>
            <p:cNvSpPr/>
            <p:nvPr/>
          </p:nvSpPr>
          <p:spPr>
            <a:xfrm>
              <a:off x="3285166" y="2530697"/>
              <a:ext cx="46496" cy="210122"/>
            </a:xfrm>
            <a:custGeom>
              <a:avLst/>
              <a:pathLst>
                <a:path w="46496" h="210122">
                  <a:moveTo>
                    <a:pt x="46135" y="122878"/>
                  </a:moveTo>
                  <a:lnTo>
                    <a:pt x="46110" y="123657"/>
                  </a:lnTo>
                  <a:lnTo>
                    <a:pt x="45705" y="129266"/>
                  </a:lnTo>
                  <a:lnTo>
                    <a:pt x="45613" y="131286"/>
                  </a:lnTo>
                  <a:lnTo>
                    <a:pt x="45552" y="134704"/>
                  </a:lnTo>
                  <a:lnTo>
                    <a:pt x="45552" y="138815"/>
                  </a:lnTo>
                  <a:lnTo>
                    <a:pt x="46471" y="142291"/>
                  </a:lnTo>
                  <a:lnTo>
                    <a:pt x="46496" y="143816"/>
                  </a:lnTo>
                  <a:lnTo>
                    <a:pt x="46140" y="145579"/>
                  </a:lnTo>
                  <a:lnTo>
                    <a:pt x="44448" y="147602"/>
                  </a:lnTo>
                  <a:lnTo>
                    <a:pt x="42265" y="150216"/>
                  </a:lnTo>
                  <a:lnTo>
                    <a:pt x="40388" y="152699"/>
                  </a:lnTo>
                  <a:lnTo>
                    <a:pt x="38330" y="155419"/>
                  </a:lnTo>
                  <a:lnTo>
                    <a:pt x="37700" y="157177"/>
                  </a:lnTo>
                  <a:lnTo>
                    <a:pt x="36680" y="158530"/>
                  </a:lnTo>
                  <a:lnTo>
                    <a:pt x="35827" y="159885"/>
                  </a:lnTo>
                  <a:lnTo>
                    <a:pt x="35673" y="161179"/>
                  </a:lnTo>
                  <a:lnTo>
                    <a:pt x="35077" y="163637"/>
                  </a:lnTo>
                  <a:lnTo>
                    <a:pt x="34296" y="165603"/>
                  </a:lnTo>
                  <a:lnTo>
                    <a:pt x="32342" y="166525"/>
                  </a:lnTo>
                  <a:lnTo>
                    <a:pt x="31980" y="167112"/>
                  </a:lnTo>
                  <a:lnTo>
                    <a:pt x="31076" y="170062"/>
                  </a:lnTo>
                  <a:lnTo>
                    <a:pt x="30660" y="171224"/>
                  </a:lnTo>
                  <a:lnTo>
                    <a:pt x="30143" y="173648"/>
                  </a:lnTo>
                  <a:lnTo>
                    <a:pt x="30807" y="179936"/>
                  </a:lnTo>
                  <a:lnTo>
                    <a:pt x="31621" y="186402"/>
                  </a:lnTo>
                  <a:lnTo>
                    <a:pt x="31778" y="189100"/>
                  </a:lnTo>
                  <a:lnTo>
                    <a:pt x="31767" y="191343"/>
                  </a:lnTo>
                  <a:lnTo>
                    <a:pt x="31311" y="193758"/>
                  </a:lnTo>
                  <a:lnTo>
                    <a:pt x="30270" y="197222"/>
                  </a:lnTo>
                  <a:lnTo>
                    <a:pt x="29508" y="199760"/>
                  </a:lnTo>
                  <a:lnTo>
                    <a:pt x="28044" y="204332"/>
                  </a:lnTo>
                  <a:lnTo>
                    <a:pt x="27612" y="205456"/>
                  </a:lnTo>
                  <a:lnTo>
                    <a:pt x="26604" y="206788"/>
                  </a:lnTo>
                  <a:lnTo>
                    <a:pt x="24654" y="208558"/>
                  </a:lnTo>
                  <a:lnTo>
                    <a:pt x="23282" y="210122"/>
                  </a:lnTo>
                  <a:lnTo>
                    <a:pt x="22583" y="203149"/>
                  </a:lnTo>
                  <a:lnTo>
                    <a:pt x="21985" y="197198"/>
                  </a:lnTo>
                  <a:lnTo>
                    <a:pt x="21493" y="192289"/>
                  </a:lnTo>
                  <a:lnTo>
                    <a:pt x="20625" y="183648"/>
                  </a:lnTo>
                  <a:lnTo>
                    <a:pt x="19890" y="176310"/>
                  </a:lnTo>
                  <a:lnTo>
                    <a:pt x="19156" y="168992"/>
                  </a:lnTo>
                  <a:lnTo>
                    <a:pt x="18490" y="162349"/>
                  </a:lnTo>
                  <a:lnTo>
                    <a:pt x="17819" y="155664"/>
                  </a:lnTo>
                  <a:lnTo>
                    <a:pt x="17530" y="154689"/>
                  </a:lnTo>
                  <a:lnTo>
                    <a:pt x="15517" y="151535"/>
                  </a:lnTo>
                  <a:lnTo>
                    <a:pt x="13663" y="148629"/>
                  </a:lnTo>
                  <a:lnTo>
                    <a:pt x="11732" y="145324"/>
                  </a:lnTo>
                  <a:lnTo>
                    <a:pt x="9641" y="141740"/>
                  </a:lnTo>
                  <a:lnTo>
                    <a:pt x="9305" y="137228"/>
                  </a:lnTo>
                  <a:lnTo>
                    <a:pt x="8232" y="130419"/>
                  </a:lnTo>
                  <a:lnTo>
                    <a:pt x="7099" y="126619"/>
                  </a:lnTo>
                  <a:lnTo>
                    <a:pt x="6674" y="125622"/>
                  </a:lnTo>
                  <a:lnTo>
                    <a:pt x="4391" y="123168"/>
                  </a:lnTo>
                  <a:lnTo>
                    <a:pt x="3073" y="121366"/>
                  </a:lnTo>
                  <a:lnTo>
                    <a:pt x="2712" y="120320"/>
                  </a:lnTo>
                  <a:lnTo>
                    <a:pt x="2457" y="117548"/>
                  </a:lnTo>
                  <a:lnTo>
                    <a:pt x="1518" y="112042"/>
                  </a:lnTo>
                  <a:lnTo>
                    <a:pt x="446" y="107040"/>
                  </a:lnTo>
                  <a:lnTo>
                    <a:pt x="52" y="103655"/>
                  </a:lnTo>
                  <a:lnTo>
                    <a:pt x="0" y="99399"/>
                  </a:lnTo>
                  <a:lnTo>
                    <a:pt x="210" y="96325"/>
                  </a:lnTo>
                  <a:lnTo>
                    <a:pt x="677" y="95011"/>
                  </a:lnTo>
                  <a:lnTo>
                    <a:pt x="2910" y="91185"/>
                  </a:lnTo>
                  <a:lnTo>
                    <a:pt x="3943" y="86581"/>
                  </a:lnTo>
                  <a:lnTo>
                    <a:pt x="5222" y="84855"/>
                  </a:lnTo>
                  <a:lnTo>
                    <a:pt x="6329" y="83555"/>
                  </a:lnTo>
                  <a:lnTo>
                    <a:pt x="7225" y="82041"/>
                  </a:lnTo>
                  <a:lnTo>
                    <a:pt x="8023" y="79607"/>
                  </a:lnTo>
                  <a:lnTo>
                    <a:pt x="8631" y="77013"/>
                  </a:lnTo>
                  <a:lnTo>
                    <a:pt x="8735" y="74210"/>
                  </a:lnTo>
                  <a:lnTo>
                    <a:pt x="8990" y="69762"/>
                  </a:lnTo>
                  <a:lnTo>
                    <a:pt x="9396" y="66655"/>
                  </a:lnTo>
                  <a:lnTo>
                    <a:pt x="10341" y="63132"/>
                  </a:lnTo>
                  <a:lnTo>
                    <a:pt x="9945" y="60302"/>
                  </a:lnTo>
                  <a:lnTo>
                    <a:pt x="9445" y="57244"/>
                  </a:lnTo>
                  <a:lnTo>
                    <a:pt x="9590" y="51951"/>
                  </a:lnTo>
                  <a:lnTo>
                    <a:pt x="9464" y="49803"/>
                  </a:lnTo>
                  <a:lnTo>
                    <a:pt x="9060" y="47901"/>
                  </a:lnTo>
                  <a:lnTo>
                    <a:pt x="8647" y="45463"/>
                  </a:lnTo>
                  <a:lnTo>
                    <a:pt x="8632" y="43431"/>
                  </a:lnTo>
                  <a:lnTo>
                    <a:pt x="9030" y="38100"/>
                  </a:lnTo>
                  <a:lnTo>
                    <a:pt x="9334" y="34029"/>
                  </a:lnTo>
                  <a:lnTo>
                    <a:pt x="9817" y="28733"/>
                  </a:lnTo>
                  <a:lnTo>
                    <a:pt x="9648" y="27250"/>
                  </a:lnTo>
                  <a:lnTo>
                    <a:pt x="9288" y="26143"/>
                  </a:lnTo>
                  <a:lnTo>
                    <a:pt x="8207" y="24976"/>
                  </a:lnTo>
                  <a:lnTo>
                    <a:pt x="8193" y="24272"/>
                  </a:lnTo>
                  <a:lnTo>
                    <a:pt x="8460" y="23494"/>
                  </a:lnTo>
                  <a:lnTo>
                    <a:pt x="10058" y="20916"/>
                  </a:lnTo>
                  <a:lnTo>
                    <a:pt x="10916" y="17127"/>
                  </a:lnTo>
                  <a:lnTo>
                    <a:pt x="11636" y="16337"/>
                  </a:lnTo>
                  <a:lnTo>
                    <a:pt x="12724" y="14965"/>
                  </a:lnTo>
                  <a:lnTo>
                    <a:pt x="12682" y="13489"/>
                  </a:lnTo>
                  <a:lnTo>
                    <a:pt x="12439" y="11913"/>
                  </a:lnTo>
                  <a:lnTo>
                    <a:pt x="15281" y="10128"/>
                  </a:lnTo>
                  <a:lnTo>
                    <a:pt x="17990" y="5452"/>
                  </a:lnTo>
                  <a:lnTo>
                    <a:pt x="18946" y="4306"/>
                  </a:lnTo>
                  <a:lnTo>
                    <a:pt x="25230" y="0"/>
                  </a:lnTo>
                  <a:lnTo>
                    <a:pt x="26045" y="298"/>
                  </a:lnTo>
                  <a:lnTo>
                    <a:pt x="26961" y="927"/>
                  </a:lnTo>
                  <a:lnTo>
                    <a:pt x="26697" y="2533"/>
                  </a:lnTo>
                  <a:lnTo>
                    <a:pt x="26334" y="3810"/>
                  </a:lnTo>
                  <a:lnTo>
                    <a:pt x="26867" y="6058"/>
                  </a:lnTo>
                  <a:lnTo>
                    <a:pt x="27628" y="4690"/>
                  </a:lnTo>
                  <a:lnTo>
                    <a:pt x="27432" y="3768"/>
                  </a:lnTo>
                  <a:lnTo>
                    <a:pt x="27388" y="2548"/>
                  </a:lnTo>
                  <a:lnTo>
                    <a:pt x="28683" y="2441"/>
                  </a:lnTo>
                  <a:lnTo>
                    <a:pt x="29826" y="2633"/>
                  </a:lnTo>
                  <a:lnTo>
                    <a:pt x="31080" y="3974"/>
                  </a:lnTo>
                  <a:lnTo>
                    <a:pt x="30993" y="9056"/>
                  </a:lnTo>
                  <a:lnTo>
                    <a:pt x="32665" y="14035"/>
                  </a:lnTo>
                  <a:lnTo>
                    <a:pt x="32195" y="16514"/>
                  </a:lnTo>
                  <a:lnTo>
                    <a:pt x="33565" y="17981"/>
                  </a:lnTo>
                  <a:lnTo>
                    <a:pt x="34783" y="16223"/>
                  </a:lnTo>
                  <a:lnTo>
                    <a:pt x="35395" y="13620"/>
                  </a:lnTo>
                  <a:lnTo>
                    <a:pt x="37638" y="12118"/>
                  </a:lnTo>
                  <a:lnTo>
                    <a:pt x="39769" y="8306"/>
                  </a:lnTo>
                  <a:lnTo>
                    <a:pt x="40949" y="7915"/>
                  </a:lnTo>
                  <a:lnTo>
                    <a:pt x="41215" y="11042"/>
                  </a:lnTo>
                  <a:lnTo>
                    <a:pt x="41786" y="13778"/>
                  </a:lnTo>
                  <a:lnTo>
                    <a:pt x="40979" y="14742"/>
                  </a:lnTo>
                  <a:lnTo>
                    <a:pt x="39951" y="17651"/>
                  </a:lnTo>
                  <a:lnTo>
                    <a:pt x="38005" y="25035"/>
                  </a:lnTo>
                  <a:lnTo>
                    <a:pt x="36213" y="27207"/>
                  </a:lnTo>
                  <a:lnTo>
                    <a:pt x="34870" y="30052"/>
                  </a:lnTo>
                  <a:lnTo>
                    <a:pt x="34436" y="32075"/>
                  </a:lnTo>
                  <a:lnTo>
                    <a:pt x="34305" y="34431"/>
                  </a:lnTo>
                  <a:lnTo>
                    <a:pt x="34641" y="38648"/>
                  </a:lnTo>
                  <a:lnTo>
                    <a:pt x="35619" y="42938"/>
                  </a:lnTo>
                  <a:lnTo>
                    <a:pt x="36749" y="45531"/>
                  </a:lnTo>
                  <a:lnTo>
                    <a:pt x="37839" y="46342"/>
                  </a:lnTo>
                  <a:lnTo>
                    <a:pt x="40378" y="50426"/>
                  </a:lnTo>
                  <a:lnTo>
                    <a:pt x="40336" y="52856"/>
                  </a:lnTo>
                  <a:lnTo>
                    <a:pt x="40691" y="55744"/>
                  </a:lnTo>
                  <a:lnTo>
                    <a:pt x="40826" y="59253"/>
                  </a:lnTo>
                  <a:lnTo>
                    <a:pt x="41711" y="62055"/>
                  </a:lnTo>
                  <a:lnTo>
                    <a:pt x="39820" y="68161"/>
                  </a:lnTo>
                  <a:lnTo>
                    <a:pt x="38789" y="72574"/>
                  </a:lnTo>
                  <a:lnTo>
                    <a:pt x="36771" y="78657"/>
                  </a:lnTo>
                  <a:lnTo>
                    <a:pt x="34975" y="82608"/>
                  </a:lnTo>
                  <a:lnTo>
                    <a:pt x="31126" y="88479"/>
                  </a:lnTo>
                  <a:lnTo>
                    <a:pt x="30182" y="90429"/>
                  </a:lnTo>
                  <a:lnTo>
                    <a:pt x="29566" y="92451"/>
                  </a:lnTo>
                  <a:lnTo>
                    <a:pt x="29281" y="94558"/>
                  </a:lnTo>
                  <a:lnTo>
                    <a:pt x="29384" y="97041"/>
                  </a:lnTo>
                  <a:lnTo>
                    <a:pt x="30650" y="103136"/>
                  </a:lnTo>
                  <a:lnTo>
                    <a:pt x="32333" y="106734"/>
                  </a:lnTo>
                  <a:lnTo>
                    <a:pt x="34048" y="108677"/>
                  </a:lnTo>
                  <a:lnTo>
                    <a:pt x="37028" y="107894"/>
                  </a:lnTo>
                  <a:lnTo>
                    <a:pt x="36925" y="110239"/>
                  </a:lnTo>
                  <a:lnTo>
                    <a:pt x="37138" y="113053"/>
                  </a:lnTo>
                  <a:lnTo>
                    <a:pt x="38350" y="112921"/>
                  </a:lnTo>
                  <a:lnTo>
                    <a:pt x="39160" y="112484"/>
                  </a:lnTo>
                  <a:lnTo>
                    <a:pt x="39845" y="109746"/>
                  </a:lnTo>
                  <a:lnTo>
                    <a:pt x="41302" y="111621"/>
                  </a:lnTo>
                  <a:lnTo>
                    <a:pt x="42058" y="117343"/>
                  </a:lnTo>
                  <a:lnTo>
                    <a:pt x="43291" y="119128"/>
                  </a:lnTo>
                  <a:lnTo>
                    <a:pt x="43435" y="119793"/>
                  </a:lnTo>
                  <a:lnTo>
                    <a:pt x="43000" y="120229"/>
                  </a:lnTo>
                  <a:lnTo>
                    <a:pt x="42660" y="120889"/>
                  </a:lnTo>
                  <a:lnTo>
                    <a:pt x="43024" y="121351"/>
                  </a:lnTo>
                  <a:lnTo>
                    <a:pt x="44219" y="122064"/>
                  </a:lnTo>
                  <a:lnTo>
                    <a:pt x="44938" y="1216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3"/>
            <p:cNvSpPr/>
            <p:nvPr/>
          </p:nvSpPr>
          <p:spPr>
            <a:xfrm>
              <a:off x="3494306" y="2445076"/>
              <a:ext cx="3545" cy="3915"/>
            </a:xfrm>
            <a:custGeom>
              <a:avLst/>
              <a:pathLst>
                <a:path w="3545" h="3915">
                  <a:moveTo>
                    <a:pt x="3464" y="3004"/>
                  </a:moveTo>
                  <a:lnTo>
                    <a:pt x="820" y="3915"/>
                  </a:lnTo>
                  <a:lnTo>
                    <a:pt x="0" y="3017"/>
                  </a:lnTo>
                  <a:lnTo>
                    <a:pt x="828" y="1232"/>
                  </a:lnTo>
                  <a:lnTo>
                    <a:pt x="2369" y="127"/>
                  </a:lnTo>
                  <a:lnTo>
                    <a:pt x="2870" y="0"/>
                  </a:lnTo>
                  <a:lnTo>
                    <a:pt x="3545" y="17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4"/>
            <p:cNvSpPr/>
            <p:nvPr/>
          </p:nvSpPr>
          <p:spPr>
            <a:xfrm>
              <a:off x="3499220" y="2391140"/>
              <a:ext cx="215444" cy="184144"/>
            </a:xfrm>
            <a:custGeom>
              <a:avLst/>
              <a:pathLst>
                <a:path w="215444" h="184144">
                  <a:moveTo>
                    <a:pt x="177385" y="16127"/>
                  </a:moveTo>
                  <a:lnTo>
                    <a:pt x="178151" y="16723"/>
                  </a:lnTo>
                  <a:lnTo>
                    <a:pt x="179592" y="17483"/>
                  </a:lnTo>
                  <a:lnTo>
                    <a:pt x="180485" y="18401"/>
                  </a:lnTo>
                  <a:lnTo>
                    <a:pt x="180993" y="18642"/>
                  </a:lnTo>
                  <a:lnTo>
                    <a:pt x="182170" y="16772"/>
                  </a:lnTo>
                  <a:lnTo>
                    <a:pt x="183918" y="16818"/>
                  </a:lnTo>
                  <a:lnTo>
                    <a:pt x="185453" y="17036"/>
                  </a:lnTo>
                  <a:lnTo>
                    <a:pt x="186246" y="17383"/>
                  </a:lnTo>
                  <a:lnTo>
                    <a:pt x="187217" y="18003"/>
                  </a:lnTo>
                  <a:lnTo>
                    <a:pt x="188391" y="18421"/>
                  </a:lnTo>
                  <a:lnTo>
                    <a:pt x="188869" y="17528"/>
                  </a:lnTo>
                  <a:lnTo>
                    <a:pt x="189553" y="14892"/>
                  </a:lnTo>
                  <a:lnTo>
                    <a:pt x="189818" y="14555"/>
                  </a:lnTo>
                  <a:lnTo>
                    <a:pt x="190007" y="14315"/>
                  </a:lnTo>
                  <a:lnTo>
                    <a:pt x="190877" y="14110"/>
                  </a:lnTo>
                  <a:lnTo>
                    <a:pt x="191702" y="14312"/>
                  </a:lnTo>
                  <a:lnTo>
                    <a:pt x="192091" y="14761"/>
                  </a:lnTo>
                  <a:lnTo>
                    <a:pt x="192480" y="16869"/>
                  </a:lnTo>
                  <a:lnTo>
                    <a:pt x="193459" y="17623"/>
                  </a:lnTo>
                  <a:lnTo>
                    <a:pt x="195189" y="20993"/>
                  </a:lnTo>
                  <a:lnTo>
                    <a:pt x="196247" y="22343"/>
                  </a:lnTo>
                  <a:lnTo>
                    <a:pt x="196503" y="22910"/>
                  </a:lnTo>
                  <a:lnTo>
                    <a:pt x="196155" y="23592"/>
                  </a:lnTo>
                  <a:lnTo>
                    <a:pt x="196291" y="24432"/>
                  </a:lnTo>
                  <a:lnTo>
                    <a:pt x="196896" y="25533"/>
                  </a:lnTo>
                  <a:lnTo>
                    <a:pt x="197746" y="25946"/>
                  </a:lnTo>
                  <a:lnTo>
                    <a:pt x="198663" y="25800"/>
                  </a:lnTo>
                  <a:lnTo>
                    <a:pt x="199162" y="26201"/>
                  </a:lnTo>
                  <a:lnTo>
                    <a:pt x="199519" y="26823"/>
                  </a:lnTo>
                  <a:lnTo>
                    <a:pt x="199614" y="27696"/>
                  </a:lnTo>
                  <a:lnTo>
                    <a:pt x="199589" y="28253"/>
                  </a:lnTo>
                  <a:lnTo>
                    <a:pt x="199771" y="29507"/>
                  </a:lnTo>
                  <a:lnTo>
                    <a:pt x="200487" y="31276"/>
                  </a:lnTo>
                  <a:lnTo>
                    <a:pt x="201341" y="32358"/>
                  </a:lnTo>
                  <a:lnTo>
                    <a:pt x="201801" y="33516"/>
                  </a:lnTo>
                  <a:lnTo>
                    <a:pt x="202547" y="37501"/>
                  </a:lnTo>
                  <a:lnTo>
                    <a:pt x="202848" y="39706"/>
                  </a:lnTo>
                  <a:lnTo>
                    <a:pt x="202736" y="41827"/>
                  </a:lnTo>
                  <a:lnTo>
                    <a:pt x="202218" y="44004"/>
                  </a:lnTo>
                  <a:lnTo>
                    <a:pt x="201084" y="46714"/>
                  </a:lnTo>
                  <a:lnTo>
                    <a:pt x="201365" y="47846"/>
                  </a:lnTo>
                  <a:lnTo>
                    <a:pt x="201619" y="49345"/>
                  </a:lnTo>
                  <a:lnTo>
                    <a:pt x="201533" y="50430"/>
                  </a:lnTo>
                  <a:lnTo>
                    <a:pt x="202336" y="53896"/>
                  </a:lnTo>
                  <a:lnTo>
                    <a:pt x="202701" y="56047"/>
                  </a:lnTo>
                  <a:lnTo>
                    <a:pt x="202395" y="56545"/>
                  </a:lnTo>
                  <a:lnTo>
                    <a:pt x="202199" y="57233"/>
                  </a:lnTo>
                  <a:lnTo>
                    <a:pt x="203643" y="58891"/>
                  </a:lnTo>
                  <a:lnTo>
                    <a:pt x="205372" y="60284"/>
                  </a:lnTo>
                  <a:lnTo>
                    <a:pt x="206102" y="60550"/>
                  </a:lnTo>
                  <a:lnTo>
                    <a:pt x="208089" y="59911"/>
                  </a:lnTo>
                  <a:lnTo>
                    <a:pt x="209369" y="59774"/>
                  </a:lnTo>
                  <a:lnTo>
                    <a:pt x="210639" y="61093"/>
                  </a:lnTo>
                  <a:lnTo>
                    <a:pt x="212490" y="64289"/>
                  </a:lnTo>
                  <a:lnTo>
                    <a:pt x="214484" y="68458"/>
                  </a:lnTo>
                  <a:lnTo>
                    <a:pt x="214881" y="69728"/>
                  </a:lnTo>
                  <a:lnTo>
                    <a:pt x="215055" y="70285"/>
                  </a:lnTo>
                  <a:lnTo>
                    <a:pt x="215444" y="71297"/>
                  </a:lnTo>
                  <a:lnTo>
                    <a:pt x="215041" y="71278"/>
                  </a:lnTo>
                  <a:lnTo>
                    <a:pt x="214383" y="70372"/>
                  </a:lnTo>
                  <a:lnTo>
                    <a:pt x="212796" y="67806"/>
                  </a:lnTo>
                  <a:lnTo>
                    <a:pt x="211986" y="68909"/>
                  </a:lnTo>
                  <a:lnTo>
                    <a:pt x="211287" y="70815"/>
                  </a:lnTo>
                  <a:lnTo>
                    <a:pt x="210521" y="78043"/>
                  </a:lnTo>
                  <a:lnTo>
                    <a:pt x="209900" y="78814"/>
                  </a:lnTo>
                  <a:lnTo>
                    <a:pt x="208807" y="78792"/>
                  </a:lnTo>
                  <a:lnTo>
                    <a:pt x="207467" y="78542"/>
                  </a:lnTo>
                  <a:lnTo>
                    <a:pt x="206546" y="78905"/>
                  </a:lnTo>
                  <a:lnTo>
                    <a:pt x="206307" y="79363"/>
                  </a:lnTo>
                  <a:lnTo>
                    <a:pt x="206429" y="80144"/>
                  </a:lnTo>
                  <a:lnTo>
                    <a:pt x="206702" y="81331"/>
                  </a:lnTo>
                  <a:lnTo>
                    <a:pt x="206895" y="82835"/>
                  </a:lnTo>
                  <a:lnTo>
                    <a:pt x="206950" y="84066"/>
                  </a:lnTo>
                  <a:lnTo>
                    <a:pt x="207436" y="85179"/>
                  </a:lnTo>
                  <a:lnTo>
                    <a:pt x="208089" y="86237"/>
                  </a:lnTo>
                  <a:lnTo>
                    <a:pt x="208118" y="87323"/>
                  </a:lnTo>
                  <a:lnTo>
                    <a:pt x="208018" y="88854"/>
                  </a:lnTo>
                  <a:lnTo>
                    <a:pt x="207867" y="90021"/>
                  </a:lnTo>
                  <a:lnTo>
                    <a:pt x="207703" y="90682"/>
                  </a:lnTo>
                  <a:lnTo>
                    <a:pt x="208005" y="92456"/>
                  </a:lnTo>
                  <a:lnTo>
                    <a:pt x="208715" y="94558"/>
                  </a:lnTo>
                  <a:lnTo>
                    <a:pt x="209166" y="95361"/>
                  </a:lnTo>
                  <a:lnTo>
                    <a:pt x="208998" y="99362"/>
                  </a:lnTo>
                  <a:lnTo>
                    <a:pt x="209264" y="101134"/>
                  </a:lnTo>
                  <a:lnTo>
                    <a:pt x="209468" y="103583"/>
                  </a:lnTo>
                  <a:lnTo>
                    <a:pt x="209387" y="107651"/>
                  </a:lnTo>
                  <a:lnTo>
                    <a:pt x="209475" y="108651"/>
                  </a:lnTo>
                  <a:lnTo>
                    <a:pt x="209718" y="108993"/>
                  </a:lnTo>
                  <a:lnTo>
                    <a:pt x="210364" y="109145"/>
                  </a:lnTo>
                  <a:lnTo>
                    <a:pt x="210998" y="109523"/>
                  </a:lnTo>
                  <a:lnTo>
                    <a:pt x="211217" y="110189"/>
                  </a:lnTo>
                  <a:lnTo>
                    <a:pt x="211214" y="110676"/>
                  </a:lnTo>
                  <a:lnTo>
                    <a:pt x="210423" y="112543"/>
                  </a:lnTo>
                  <a:lnTo>
                    <a:pt x="210330" y="113869"/>
                  </a:lnTo>
                  <a:lnTo>
                    <a:pt x="210055" y="115737"/>
                  </a:lnTo>
                  <a:lnTo>
                    <a:pt x="209831" y="116836"/>
                  </a:lnTo>
                  <a:lnTo>
                    <a:pt x="209124" y="118918"/>
                  </a:lnTo>
                  <a:lnTo>
                    <a:pt x="208674" y="121035"/>
                  </a:lnTo>
                  <a:lnTo>
                    <a:pt x="208472" y="122782"/>
                  </a:lnTo>
                  <a:lnTo>
                    <a:pt x="208606" y="123606"/>
                  </a:lnTo>
                  <a:lnTo>
                    <a:pt x="209909" y="123854"/>
                  </a:lnTo>
                  <a:lnTo>
                    <a:pt x="210617" y="125111"/>
                  </a:lnTo>
                  <a:lnTo>
                    <a:pt x="212499" y="127611"/>
                  </a:lnTo>
                  <a:lnTo>
                    <a:pt x="212829" y="128624"/>
                  </a:lnTo>
                  <a:lnTo>
                    <a:pt x="212315" y="130167"/>
                  </a:lnTo>
                  <a:lnTo>
                    <a:pt x="212324" y="130812"/>
                  </a:lnTo>
                  <a:lnTo>
                    <a:pt x="212567" y="131630"/>
                  </a:lnTo>
                  <a:lnTo>
                    <a:pt x="212682" y="133061"/>
                  </a:lnTo>
                  <a:lnTo>
                    <a:pt x="212636" y="134651"/>
                  </a:lnTo>
                  <a:lnTo>
                    <a:pt x="212646" y="136749"/>
                  </a:lnTo>
                  <a:lnTo>
                    <a:pt x="212992" y="137094"/>
                  </a:lnTo>
                  <a:lnTo>
                    <a:pt x="214270" y="139062"/>
                  </a:lnTo>
                  <a:lnTo>
                    <a:pt x="215179" y="141034"/>
                  </a:lnTo>
                  <a:lnTo>
                    <a:pt x="215209" y="141643"/>
                  </a:lnTo>
                  <a:lnTo>
                    <a:pt x="214766" y="143200"/>
                  </a:lnTo>
                  <a:lnTo>
                    <a:pt x="214863" y="144995"/>
                  </a:lnTo>
                  <a:lnTo>
                    <a:pt x="214845" y="145406"/>
                  </a:lnTo>
                  <a:lnTo>
                    <a:pt x="214452" y="144731"/>
                  </a:lnTo>
                  <a:lnTo>
                    <a:pt x="213743" y="144485"/>
                  </a:lnTo>
                  <a:lnTo>
                    <a:pt x="213013" y="144413"/>
                  </a:lnTo>
                  <a:lnTo>
                    <a:pt x="212554" y="144938"/>
                  </a:lnTo>
                  <a:lnTo>
                    <a:pt x="211748" y="146348"/>
                  </a:lnTo>
                  <a:lnTo>
                    <a:pt x="210666" y="147886"/>
                  </a:lnTo>
                  <a:lnTo>
                    <a:pt x="209787" y="149297"/>
                  </a:lnTo>
                  <a:lnTo>
                    <a:pt x="209283" y="150264"/>
                  </a:lnTo>
                  <a:lnTo>
                    <a:pt x="208867" y="150108"/>
                  </a:lnTo>
                  <a:lnTo>
                    <a:pt x="208543" y="149264"/>
                  </a:lnTo>
                  <a:lnTo>
                    <a:pt x="208361" y="148084"/>
                  </a:lnTo>
                  <a:lnTo>
                    <a:pt x="208438" y="143627"/>
                  </a:lnTo>
                  <a:lnTo>
                    <a:pt x="208247" y="142232"/>
                  </a:lnTo>
                  <a:lnTo>
                    <a:pt x="207838" y="141253"/>
                  </a:lnTo>
                  <a:lnTo>
                    <a:pt x="207357" y="140695"/>
                  </a:lnTo>
                  <a:lnTo>
                    <a:pt x="206784" y="140382"/>
                  </a:lnTo>
                  <a:lnTo>
                    <a:pt x="206192" y="140350"/>
                  </a:lnTo>
                  <a:lnTo>
                    <a:pt x="205350" y="141657"/>
                  </a:lnTo>
                  <a:lnTo>
                    <a:pt x="204157" y="143009"/>
                  </a:lnTo>
                  <a:lnTo>
                    <a:pt x="202309" y="142900"/>
                  </a:lnTo>
                  <a:lnTo>
                    <a:pt x="201068" y="142646"/>
                  </a:lnTo>
                  <a:lnTo>
                    <a:pt x="200468" y="142389"/>
                  </a:lnTo>
                  <a:lnTo>
                    <a:pt x="198062" y="140317"/>
                  </a:lnTo>
                  <a:lnTo>
                    <a:pt x="197559" y="140262"/>
                  </a:lnTo>
                  <a:lnTo>
                    <a:pt x="196663" y="139424"/>
                  </a:lnTo>
                  <a:lnTo>
                    <a:pt x="195596" y="138759"/>
                  </a:lnTo>
                  <a:lnTo>
                    <a:pt x="193802" y="140018"/>
                  </a:lnTo>
                  <a:lnTo>
                    <a:pt x="193026" y="139718"/>
                  </a:lnTo>
                  <a:lnTo>
                    <a:pt x="191938" y="138626"/>
                  </a:lnTo>
                  <a:lnTo>
                    <a:pt x="191553" y="138920"/>
                  </a:lnTo>
                  <a:lnTo>
                    <a:pt x="190337" y="142249"/>
                  </a:lnTo>
                  <a:lnTo>
                    <a:pt x="188270" y="145811"/>
                  </a:lnTo>
                  <a:lnTo>
                    <a:pt x="187155" y="146406"/>
                  </a:lnTo>
                  <a:lnTo>
                    <a:pt x="186625" y="142830"/>
                  </a:lnTo>
                  <a:lnTo>
                    <a:pt x="186114" y="141442"/>
                  </a:lnTo>
                  <a:lnTo>
                    <a:pt x="185873" y="141275"/>
                  </a:lnTo>
                  <a:lnTo>
                    <a:pt x="185357" y="140831"/>
                  </a:lnTo>
                  <a:lnTo>
                    <a:pt x="184956" y="141086"/>
                  </a:lnTo>
                  <a:lnTo>
                    <a:pt x="183713" y="143526"/>
                  </a:lnTo>
                  <a:lnTo>
                    <a:pt x="181721" y="144993"/>
                  </a:lnTo>
                  <a:lnTo>
                    <a:pt x="180073" y="145888"/>
                  </a:lnTo>
                  <a:lnTo>
                    <a:pt x="177448" y="146980"/>
                  </a:lnTo>
                  <a:lnTo>
                    <a:pt x="175423" y="147522"/>
                  </a:lnTo>
                  <a:lnTo>
                    <a:pt x="174561" y="147566"/>
                  </a:lnTo>
                  <a:lnTo>
                    <a:pt x="172691" y="147077"/>
                  </a:lnTo>
                  <a:lnTo>
                    <a:pt x="171043" y="146388"/>
                  </a:lnTo>
                  <a:lnTo>
                    <a:pt x="169394" y="146419"/>
                  </a:lnTo>
                  <a:lnTo>
                    <a:pt x="168128" y="146727"/>
                  </a:lnTo>
                  <a:lnTo>
                    <a:pt x="165191" y="149352"/>
                  </a:lnTo>
                  <a:lnTo>
                    <a:pt x="160196" y="154754"/>
                  </a:lnTo>
                  <a:lnTo>
                    <a:pt x="156400" y="157338"/>
                  </a:lnTo>
                  <a:lnTo>
                    <a:pt x="154270" y="158413"/>
                  </a:lnTo>
                  <a:lnTo>
                    <a:pt x="152604" y="159023"/>
                  </a:lnTo>
                  <a:lnTo>
                    <a:pt x="149747" y="159053"/>
                  </a:lnTo>
                  <a:lnTo>
                    <a:pt x="147423" y="158636"/>
                  </a:lnTo>
                  <a:lnTo>
                    <a:pt x="145814" y="158683"/>
                  </a:lnTo>
                  <a:lnTo>
                    <a:pt x="144919" y="158033"/>
                  </a:lnTo>
                  <a:lnTo>
                    <a:pt x="143644" y="155846"/>
                  </a:lnTo>
                  <a:lnTo>
                    <a:pt x="142098" y="153685"/>
                  </a:lnTo>
                  <a:lnTo>
                    <a:pt x="141410" y="153183"/>
                  </a:lnTo>
                  <a:lnTo>
                    <a:pt x="140511" y="152766"/>
                  </a:lnTo>
                  <a:lnTo>
                    <a:pt x="139198" y="152523"/>
                  </a:lnTo>
                  <a:lnTo>
                    <a:pt x="135917" y="155683"/>
                  </a:lnTo>
                  <a:lnTo>
                    <a:pt x="134897" y="156542"/>
                  </a:lnTo>
                  <a:lnTo>
                    <a:pt x="133773" y="157188"/>
                  </a:lnTo>
                  <a:lnTo>
                    <a:pt x="131508" y="159120"/>
                  </a:lnTo>
                  <a:lnTo>
                    <a:pt x="130505" y="160154"/>
                  </a:lnTo>
                  <a:lnTo>
                    <a:pt x="129247" y="160058"/>
                  </a:lnTo>
                  <a:lnTo>
                    <a:pt x="127640" y="159782"/>
                  </a:lnTo>
                  <a:lnTo>
                    <a:pt x="126245" y="159879"/>
                  </a:lnTo>
                  <a:lnTo>
                    <a:pt x="125315" y="158409"/>
                  </a:lnTo>
                  <a:lnTo>
                    <a:pt x="124814" y="156754"/>
                  </a:lnTo>
                  <a:lnTo>
                    <a:pt x="122912" y="155741"/>
                  </a:lnTo>
                  <a:lnTo>
                    <a:pt x="121555" y="155449"/>
                  </a:lnTo>
                  <a:lnTo>
                    <a:pt x="121207" y="156184"/>
                  </a:lnTo>
                  <a:lnTo>
                    <a:pt x="120844" y="158439"/>
                  </a:lnTo>
                  <a:lnTo>
                    <a:pt x="120267" y="164201"/>
                  </a:lnTo>
                  <a:lnTo>
                    <a:pt x="120161" y="165647"/>
                  </a:lnTo>
                  <a:lnTo>
                    <a:pt x="121357" y="171377"/>
                  </a:lnTo>
                  <a:lnTo>
                    <a:pt x="121303" y="172250"/>
                  </a:lnTo>
                  <a:lnTo>
                    <a:pt x="120448" y="172547"/>
                  </a:lnTo>
                  <a:lnTo>
                    <a:pt x="119465" y="172642"/>
                  </a:lnTo>
                  <a:lnTo>
                    <a:pt x="118826" y="173151"/>
                  </a:lnTo>
                  <a:lnTo>
                    <a:pt x="118295" y="174104"/>
                  </a:lnTo>
                  <a:lnTo>
                    <a:pt x="117975" y="179060"/>
                  </a:lnTo>
                  <a:lnTo>
                    <a:pt x="116839" y="179970"/>
                  </a:lnTo>
                  <a:lnTo>
                    <a:pt x="116299" y="181009"/>
                  </a:lnTo>
                  <a:lnTo>
                    <a:pt x="115743" y="184072"/>
                  </a:lnTo>
                  <a:lnTo>
                    <a:pt x="115441" y="184144"/>
                  </a:lnTo>
                  <a:lnTo>
                    <a:pt x="113602" y="181821"/>
                  </a:lnTo>
                  <a:lnTo>
                    <a:pt x="112740" y="181629"/>
                  </a:lnTo>
                  <a:lnTo>
                    <a:pt x="113480" y="179218"/>
                  </a:lnTo>
                  <a:lnTo>
                    <a:pt x="112676" y="174463"/>
                  </a:lnTo>
                  <a:lnTo>
                    <a:pt x="111800" y="170007"/>
                  </a:lnTo>
                  <a:lnTo>
                    <a:pt x="112627" y="167156"/>
                  </a:lnTo>
                  <a:lnTo>
                    <a:pt x="114341" y="163718"/>
                  </a:lnTo>
                  <a:lnTo>
                    <a:pt x="116144" y="159691"/>
                  </a:lnTo>
                  <a:lnTo>
                    <a:pt x="116141" y="157207"/>
                  </a:lnTo>
                  <a:lnTo>
                    <a:pt x="116048" y="155311"/>
                  </a:lnTo>
                  <a:lnTo>
                    <a:pt x="115531" y="153999"/>
                  </a:lnTo>
                  <a:lnTo>
                    <a:pt x="114538" y="152256"/>
                  </a:lnTo>
                  <a:lnTo>
                    <a:pt x="112877" y="154118"/>
                  </a:lnTo>
                  <a:lnTo>
                    <a:pt x="111692" y="156172"/>
                  </a:lnTo>
                  <a:lnTo>
                    <a:pt x="110917" y="156589"/>
                  </a:lnTo>
                  <a:lnTo>
                    <a:pt x="110076" y="157761"/>
                  </a:lnTo>
                  <a:lnTo>
                    <a:pt x="109667" y="159874"/>
                  </a:lnTo>
                  <a:lnTo>
                    <a:pt x="108652" y="161522"/>
                  </a:lnTo>
                  <a:lnTo>
                    <a:pt x="106992" y="162167"/>
                  </a:lnTo>
                  <a:lnTo>
                    <a:pt x="104495" y="160404"/>
                  </a:lnTo>
                  <a:lnTo>
                    <a:pt x="101813" y="157720"/>
                  </a:lnTo>
                  <a:lnTo>
                    <a:pt x="100295" y="155546"/>
                  </a:lnTo>
                  <a:lnTo>
                    <a:pt x="99056" y="155028"/>
                  </a:lnTo>
                  <a:lnTo>
                    <a:pt x="97880" y="155983"/>
                  </a:lnTo>
                  <a:lnTo>
                    <a:pt x="94407" y="161310"/>
                  </a:lnTo>
                  <a:lnTo>
                    <a:pt x="91229" y="169094"/>
                  </a:lnTo>
                  <a:lnTo>
                    <a:pt x="90440" y="170440"/>
                  </a:lnTo>
                  <a:lnTo>
                    <a:pt x="87446" y="173786"/>
                  </a:lnTo>
                  <a:lnTo>
                    <a:pt x="85467" y="174909"/>
                  </a:lnTo>
                  <a:lnTo>
                    <a:pt x="84535" y="174648"/>
                  </a:lnTo>
                  <a:lnTo>
                    <a:pt x="80596" y="176121"/>
                  </a:lnTo>
                  <a:lnTo>
                    <a:pt x="78640" y="176336"/>
                  </a:lnTo>
                  <a:lnTo>
                    <a:pt x="77090" y="178103"/>
                  </a:lnTo>
                  <a:lnTo>
                    <a:pt x="74086" y="176187"/>
                  </a:lnTo>
                  <a:lnTo>
                    <a:pt x="72290" y="173737"/>
                  </a:lnTo>
                  <a:lnTo>
                    <a:pt x="71209" y="171248"/>
                  </a:lnTo>
                  <a:lnTo>
                    <a:pt x="69446" y="165893"/>
                  </a:lnTo>
                  <a:lnTo>
                    <a:pt x="68196" y="163346"/>
                  </a:lnTo>
                  <a:lnTo>
                    <a:pt x="65388" y="161056"/>
                  </a:lnTo>
                  <a:lnTo>
                    <a:pt x="60492" y="155493"/>
                  </a:lnTo>
                  <a:lnTo>
                    <a:pt x="59204" y="154882"/>
                  </a:lnTo>
                  <a:lnTo>
                    <a:pt x="55863" y="154086"/>
                  </a:lnTo>
                  <a:lnTo>
                    <a:pt x="52339" y="153584"/>
                  </a:lnTo>
                  <a:lnTo>
                    <a:pt x="51625" y="155608"/>
                  </a:lnTo>
                  <a:lnTo>
                    <a:pt x="51354" y="163626"/>
                  </a:lnTo>
                  <a:lnTo>
                    <a:pt x="50751" y="165833"/>
                  </a:lnTo>
                  <a:lnTo>
                    <a:pt x="50492" y="169992"/>
                  </a:lnTo>
                  <a:lnTo>
                    <a:pt x="50061" y="171189"/>
                  </a:lnTo>
                  <a:lnTo>
                    <a:pt x="49384" y="171975"/>
                  </a:lnTo>
                  <a:lnTo>
                    <a:pt x="48327" y="170662"/>
                  </a:lnTo>
                  <a:lnTo>
                    <a:pt x="47593" y="170082"/>
                  </a:lnTo>
                  <a:lnTo>
                    <a:pt x="45885" y="171795"/>
                  </a:lnTo>
                  <a:lnTo>
                    <a:pt x="42502" y="174197"/>
                  </a:lnTo>
                  <a:lnTo>
                    <a:pt x="41349" y="174534"/>
                  </a:lnTo>
                  <a:lnTo>
                    <a:pt x="37428" y="171515"/>
                  </a:lnTo>
                  <a:lnTo>
                    <a:pt x="35993" y="169576"/>
                  </a:lnTo>
                  <a:lnTo>
                    <a:pt x="35068" y="167426"/>
                  </a:lnTo>
                  <a:lnTo>
                    <a:pt x="34755" y="163795"/>
                  </a:lnTo>
                  <a:lnTo>
                    <a:pt x="34173" y="161727"/>
                  </a:lnTo>
                  <a:lnTo>
                    <a:pt x="34088" y="160307"/>
                  </a:lnTo>
                  <a:lnTo>
                    <a:pt x="33860" y="158673"/>
                  </a:lnTo>
                  <a:lnTo>
                    <a:pt x="33069" y="158026"/>
                  </a:lnTo>
                  <a:lnTo>
                    <a:pt x="32221" y="159260"/>
                  </a:lnTo>
                  <a:lnTo>
                    <a:pt x="31312" y="159209"/>
                  </a:lnTo>
                  <a:lnTo>
                    <a:pt x="30170" y="158453"/>
                  </a:lnTo>
                  <a:lnTo>
                    <a:pt x="27476" y="155412"/>
                  </a:lnTo>
                  <a:lnTo>
                    <a:pt x="25406" y="155171"/>
                  </a:lnTo>
                  <a:lnTo>
                    <a:pt x="24162" y="158883"/>
                  </a:lnTo>
                  <a:lnTo>
                    <a:pt x="23194" y="160064"/>
                  </a:lnTo>
                  <a:lnTo>
                    <a:pt x="22135" y="160415"/>
                  </a:lnTo>
                  <a:lnTo>
                    <a:pt x="22074" y="159359"/>
                  </a:lnTo>
                  <a:lnTo>
                    <a:pt x="22877" y="156959"/>
                  </a:lnTo>
                  <a:lnTo>
                    <a:pt x="19653" y="157401"/>
                  </a:lnTo>
                  <a:lnTo>
                    <a:pt x="17950" y="159229"/>
                  </a:lnTo>
                  <a:lnTo>
                    <a:pt x="16622" y="158945"/>
                  </a:lnTo>
                  <a:lnTo>
                    <a:pt x="15626" y="158120"/>
                  </a:lnTo>
                  <a:lnTo>
                    <a:pt x="15776" y="157110"/>
                  </a:lnTo>
                  <a:lnTo>
                    <a:pt x="16786" y="156739"/>
                  </a:lnTo>
                  <a:lnTo>
                    <a:pt x="17663" y="155918"/>
                  </a:lnTo>
                  <a:lnTo>
                    <a:pt x="21157" y="155250"/>
                  </a:lnTo>
                  <a:lnTo>
                    <a:pt x="21973" y="154579"/>
                  </a:lnTo>
                  <a:lnTo>
                    <a:pt x="22866" y="151971"/>
                  </a:lnTo>
                  <a:lnTo>
                    <a:pt x="24493" y="149721"/>
                  </a:lnTo>
                  <a:lnTo>
                    <a:pt x="24700" y="148756"/>
                  </a:lnTo>
                  <a:lnTo>
                    <a:pt x="23449" y="148743"/>
                  </a:lnTo>
                  <a:lnTo>
                    <a:pt x="18094" y="149395"/>
                  </a:lnTo>
                  <a:lnTo>
                    <a:pt x="14418" y="149036"/>
                  </a:lnTo>
                  <a:lnTo>
                    <a:pt x="13982" y="150150"/>
                  </a:lnTo>
                  <a:lnTo>
                    <a:pt x="13429" y="150307"/>
                  </a:lnTo>
                  <a:lnTo>
                    <a:pt x="13276" y="147276"/>
                  </a:lnTo>
                  <a:lnTo>
                    <a:pt x="13857" y="145866"/>
                  </a:lnTo>
                  <a:lnTo>
                    <a:pt x="14640" y="145997"/>
                  </a:lnTo>
                  <a:lnTo>
                    <a:pt x="16560" y="144772"/>
                  </a:lnTo>
                  <a:lnTo>
                    <a:pt x="16388" y="142253"/>
                  </a:lnTo>
                  <a:lnTo>
                    <a:pt x="15013" y="140551"/>
                  </a:lnTo>
                  <a:lnTo>
                    <a:pt x="14733" y="139547"/>
                  </a:lnTo>
                  <a:lnTo>
                    <a:pt x="13735" y="139311"/>
                  </a:lnTo>
                  <a:lnTo>
                    <a:pt x="12926" y="138115"/>
                  </a:lnTo>
                  <a:lnTo>
                    <a:pt x="12749" y="135094"/>
                  </a:lnTo>
                  <a:lnTo>
                    <a:pt x="12105" y="131778"/>
                  </a:lnTo>
                  <a:lnTo>
                    <a:pt x="11185" y="130174"/>
                  </a:lnTo>
                  <a:lnTo>
                    <a:pt x="11299" y="129294"/>
                  </a:lnTo>
                  <a:lnTo>
                    <a:pt x="12985" y="128178"/>
                  </a:lnTo>
                  <a:lnTo>
                    <a:pt x="13335" y="123543"/>
                  </a:lnTo>
                  <a:lnTo>
                    <a:pt x="13078" y="120696"/>
                  </a:lnTo>
                  <a:lnTo>
                    <a:pt x="12229" y="120454"/>
                  </a:lnTo>
                  <a:lnTo>
                    <a:pt x="9757" y="118207"/>
                  </a:lnTo>
                  <a:lnTo>
                    <a:pt x="9006" y="118447"/>
                  </a:lnTo>
                  <a:lnTo>
                    <a:pt x="8187" y="115978"/>
                  </a:lnTo>
                  <a:lnTo>
                    <a:pt x="6753" y="114205"/>
                  </a:lnTo>
                  <a:lnTo>
                    <a:pt x="6042" y="114854"/>
                  </a:lnTo>
                  <a:lnTo>
                    <a:pt x="5597" y="115655"/>
                  </a:lnTo>
                  <a:lnTo>
                    <a:pt x="4933" y="115271"/>
                  </a:lnTo>
                  <a:lnTo>
                    <a:pt x="3819" y="113731"/>
                  </a:lnTo>
                  <a:lnTo>
                    <a:pt x="2726" y="112900"/>
                  </a:lnTo>
                  <a:lnTo>
                    <a:pt x="2240" y="111875"/>
                  </a:lnTo>
                  <a:lnTo>
                    <a:pt x="2850" y="109130"/>
                  </a:lnTo>
                  <a:lnTo>
                    <a:pt x="3687" y="109195"/>
                  </a:lnTo>
                  <a:lnTo>
                    <a:pt x="3840" y="107045"/>
                  </a:lnTo>
                  <a:lnTo>
                    <a:pt x="3179" y="103462"/>
                  </a:lnTo>
                  <a:lnTo>
                    <a:pt x="3243" y="101622"/>
                  </a:lnTo>
                  <a:lnTo>
                    <a:pt x="3973" y="101118"/>
                  </a:lnTo>
                  <a:lnTo>
                    <a:pt x="4805" y="101465"/>
                  </a:lnTo>
                  <a:lnTo>
                    <a:pt x="5645" y="103606"/>
                  </a:lnTo>
                  <a:lnTo>
                    <a:pt x="5919" y="105678"/>
                  </a:lnTo>
                  <a:lnTo>
                    <a:pt x="5742" y="107696"/>
                  </a:lnTo>
                  <a:lnTo>
                    <a:pt x="6275" y="109651"/>
                  </a:lnTo>
                  <a:lnTo>
                    <a:pt x="6654" y="110145"/>
                  </a:lnTo>
                  <a:lnTo>
                    <a:pt x="6909" y="108087"/>
                  </a:lnTo>
                  <a:lnTo>
                    <a:pt x="7265" y="107696"/>
                  </a:lnTo>
                  <a:lnTo>
                    <a:pt x="7755" y="108595"/>
                  </a:lnTo>
                  <a:lnTo>
                    <a:pt x="8808" y="109045"/>
                  </a:lnTo>
                  <a:lnTo>
                    <a:pt x="11538" y="107781"/>
                  </a:lnTo>
                  <a:lnTo>
                    <a:pt x="12063" y="106711"/>
                  </a:lnTo>
                  <a:lnTo>
                    <a:pt x="10062" y="106832"/>
                  </a:lnTo>
                  <a:lnTo>
                    <a:pt x="9331" y="105831"/>
                  </a:lnTo>
                  <a:lnTo>
                    <a:pt x="8536" y="103590"/>
                  </a:lnTo>
                  <a:lnTo>
                    <a:pt x="8047" y="101556"/>
                  </a:lnTo>
                  <a:lnTo>
                    <a:pt x="7960" y="100557"/>
                  </a:lnTo>
                  <a:lnTo>
                    <a:pt x="7683" y="99097"/>
                  </a:lnTo>
                  <a:lnTo>
                    <a:pt x="7988" y="98315"/>
                  </a:lnTo>
                  <a:lnTo>
                    <a:pt x="9358" y="97142"/>
                  </a:lnTo>
                  <a:lnTo>
                    <a:pt x="10560" y="93859"/>
                  </a:lnTo>
                  <a:lnTo>
                    <a:pt x="10059" y="92909"/>
                  </a:lnTo>
                  <a:lnTo>
                    <a:pt x="9486" y="92460"/>
                  </a:lnTo>
                  <a:lnTo>
                    <a:pt x="8863" y="92793"/>
                  </a:lnTo>
                  <a:lnTo>
                    <a:pt x="8273" y="91669"/>
                  </a:lnTo>
                  <a:lnTo>
                    <a:pt x="8197" y="90105"/>
                  </a:lnTo>
                  <a:lnTo>
                    <a:pt x="8669" y="88840"/>
                  </a:lnTo>
                  <a:lnTo>
                    <a:pt x="8718" y="87100"/>
                  </a:lnTo>
                  <a:lnTo>
                    <a:pt x="7173" y="82815"/>
                  </a:lnTo>
                  <a:lnTo>
                    <a:pt x="6741" y="81881"/>
                  </a:lnTo>
                  <a:lnTo>
                    <a:pt x="7074" y="80480"/>
                  </a:lnTo>
                  <a:lnTo>
                    <a:pt x="8254" y="78134"/>
                  </a:lnTo>
                  <a:lnTo>
                    <a:pt x="9378" y="75230"/>
                  </a:lnTo>
                  <a:lnTo>
                    <a:pt x="9243" y="74275"/>
                  </a:lnTo>
                  <a:lnTo>
                    <a:pt x="8412" y="73884"/>
                  </a:lnTo>
                  <a:lnTo>
                    <a:pt x="4466" y="75130"/>
                  </a:lnTo>
                  <a:lnTo>
                    <a:pt x="2932" y="76212"/>
                  </a:lnTo>
                  <a:lnTo>
                    <a:pt x="196" y="76706"/>
                  </a:lnTo>
                  <a:lnTo>
                    <a:pt x="0" y="75127"/>
                  </a:lnTo>
                  <a:lnTo>
                    <a:pt x="61" y="73705"/>
                  </a:lnTo>
                  <a:lnTo>
                    <a:pt x="675" y="71113"/>
                  </a:lnTo>
                  <a:lnTo>
                    <a:pt x="619" y="64724"/>
                  </a:lnTo>
                  <a:lnTo>
                    <a:pt x="982" y="61260"/>
                  </a:lnTo>
                  <a:lnTo>
                    <a:pt x="2501" y="60229"/>
                  </a:lnTo>
                  <a:lnTo>
                    <a:pt x="4366" y="55138"/>
                  </a:lnTo>
                  <a:lnTo>
                    <a:pt x="7389" y="49141"/>
                  </a:lnTo>
                  <a:lnTo>
                    <a:pt x="10542" y="49256"/>
                  </a:lnTo>
                  <a:lnTo>
                    <a:pt x="11803" y="47601"/>
                  </a:lnTo>
                  <a:lnTo>
                    <a:pt x="13678" y="47504"/>
                  </a:lnTo>
                  <a:lnTo>
                    <a:pt x="14018" y="48708"/>
                  </a:lnTo>
                  <a:lnTo>
                    <a:pt x="14231" y="49859"/>
                  </a:lnTo>
                  <a:lnTo>
                    <a:pt x="15876" y="51514"/>
                  </a:lnTo>
                  <a:lnTo>
                    <a:pt x="18781" y="51251"/>
                  </a:lnTo>
                  <a:lnTo>
                    <a:pt x="19487" y="50599"/>
                  </a:lnTo>
                  <a:lnTo>
                    <a:pt x="20168" y="49687"/>
                  </a:lnTo>
                  <a:lnTo>
                    <a:pt x="18825" y="46740"/>
                  </a:lnTo>
                  <a:lnTo>
                    <a:pt x="19254" y="45909"/>
                  </a:lnTo>
                  <a:lnTo>
                    <a:pt x="20471" y="45811"/>
                  </a:lnTo>
                  <a:lnTo>
                    <a:pt x="21791" y="46505"/>
                  </a:lnTo>
                  <a:lnTo>
                    <a:pt x="21851" y="47180"/>
                  </a:lnTo>
                  <a:lnTo>
                    <a:pt x="21501" y="48105"/>
                  </a:lnTo>
                  <a:lnTo>
                    <a:pt x="21093" y="49726"/>
                  </a:lnTo>
                  <a:lnTo>
                    <a:pt x="21480" y="50038"/>
                  </a:lnTo>
                  <a:lnTo>
                    <a:pt x="25237" y="49058"/>
                  </a:lnTo>
                  <a:lnTo>
                    <a:pt x="29164" y="49843"/>
                  </a:lnTo>
                  <a:lnTo>
                    <a:pt x="30414" y="49418"/>
                  </a:lnTo>
                  <a:lnTo>
                    <a:pt x="33501" y="49451"/>
                  </a:lnTo>
                  <a:lnTo>
                    <a:pt x="34054" y="48434"/>
                  </a:lnTo>
                  <a:lnTo>
                    <a:pt x="33120" y="47157"/>
                  </a:lnTo>
                  <a:lnTo>
                    <a:pt x="32206" y="46712"/>
                  </a:lnTo>
                  <a:lnTo>
                    <a:pt x="31592" y="46090"/>
                  </a:lnTo>
                  <a:lnTo>
                    <a:pt x="30978" y="45187"/>
                  </a:lnTo>
                  <a:lnTo>
                    <a:pt x="32936" y="42335"/>
                  </a:lnTo>
                  <a:lnTo>
                    <a:pt x="34042" y="41787"/>
                  </a:lnTo>
                  <a:lnTo>
                    <a:pt x="39261" y="40035"/>
                  </a:lnTo>
                  <a:lnTo>
                    <a:pt x="43142" y="39158"/>
                  </a:lnTo>
                  <a:lnTo>
                    <a:pt x="43192" y="38507"/>
                  </a:lnTo>
                  <a:lnTo>
                    <a:pt x="42632" y="38505"/>
                  </a:lnTo>
                  <a:lnTo>
                    <a:pt x="37616" y="37054"/>
                  </a:lnTo>
                  <a:lnTo>
                    <a:pt x="36408" y="35930"/>
                  </a:lnTo>
                  <a:lnTo>
                    <a:pt x="34729" y="33255"/>
                  </a:lnTo>
                  <a:lnTo>
                    <a:pt x="34365" y="32499"/>
                  </a:lnTo>
                  <a:lnTo>
                    <a:pt x="33943" y="31195"/>
                  </a:lnTo>
                  <a:lnTo>
                    <a:pt x="34194" y="28414"/>
                  </a:lnTo>
                  <a:lnTo>
                    <a:pt x="34505" y="26181"/>
                  </a:lnTo>
                  <a:lnTo>
                    <a:pt x="35124" y="24887"/>
                  </a:lnTo>
                  <a:lnTo>
                    <a:pt x="37128" y="24689"/>
                  </a:lnTo>
                  <a:lnTo>
                    <a:pt x="43999" y="26961"/>
                  </a:lnTo>
                  <a:lnTo>
                    <a:pt x="48896" y="25599"/>
                  </a:lnTo>
                  <a:lnTo>
                    <a:pt x="54249" y="28911"/>
                  </a:lnTo>
                  <a:lnTo>
                    <a:pt x="59368" y="28238"/>
                  </a:lnTo>
                  <a:lnTo>
                    <a:pt x="60425" y="26752"/>
                  </a:lnTo>
                  <a:lnTo>
                    <a:pt x="61706" y="21962"/>
                  </a:lnTo>
                  <a:lnTo>
                    <a:pt x="68938" y="14008"/>
                  </a:lnTo>
                  <a:lnTo>
                    <a:pt x="71470" y="9860"/>
                  </a:lnTo>
                  <a:lnTo>
                    <a:pt x="74183" y="7590"/>
                  </a:lnTo>
                  <a:lnTo>
                    <a:pt x="78838" y="5068"/>
                  </a:lnTo>
                  <a:lnTo>
                    <a:pt x="82728" y="1734"/>
                  </a:lnTo>
                  <a:lnTo>
                    <a:pt x="83840" y="1350"/>
                  </a:lnTo>
                  <a:lnTo>
                    <a:pt x="93180" y="2943"/>
                  </a:lnTo>
                  <a:lnTo>
                    <a:pt x="99596" y="3145"/>
                  </a:lnTo>
                  <a:lnTo>
                    <a:pt x="102541" y="0"/>
                  </a:lnTo>
                  <a:lnTo>
                    <a:pt x="104250" y="1055"/>
                  </a:lnTo>
                  <a:lnTo>
                    <a:pt x="104090" y="2180"/>
                  </a:lnTo>
                  <a:lnTo>
                    <a:pt x="103780" y="3140"/>
                  </a:lnTo>
                  <a:lnTo>
                    <a:pt x="103872" y="5087"/>
                  </a:lnTo>
                  <a:lnTo>
                    <a:pt x="104875" y="7945"/>
                  </a:lnTo>
                  <a:lnTo>
                    <a:pt x="105894" y="9891"/>
                  </a:lnTo>
                  <a:lnTo>
                    <a:pt x="108889" y="12683"/>
                  </a:lnTo>
                  <a:lnTo>
                    <a:pt x="113053" y="10329"/>
                  </a:lnTo>
                  <a:lnTo>
                    <a:pt x="113724" y="10591"/>
                  </a:lnTo>
                  <a:lnTo>
                    <a:pt x="114571" y="11249"/>
                  </a:lnTo>
                  <a:lnTo>
                    <a:pt x="116038" y="18814"/>
                  </a:lnTo>
                  <a:lnTo>
                    <a:pt x="117179" y="21486"/>
                  </a:lnTo>
                  <a:lnTo>
                    <a:pt x="118640" y="23304"/>
                  </a:lnTo>
                  <a:lnTo>
                    <a:pt x="119841" y="23662"/>
                  </a:lnTo>
                  <a:lnTo>
                    <a:pt x="120732" y="21766"/>
                  </a:lnTo>
                  <a:lnTo>
                    <a:pt x="121422" y="21001"/>
                  </a:lnTo>
                  <a:lnTo>
                    <a:pt x="122926" y="20678"/>
                  </a:lnTo>
                  <a:lnTo>
                    <a:pt x="125391" y="23281"/>
                  </a:lnTo>
                  <a:lnTo>
                    <a:pt x="126245" y="25969"/>
                  </a:lnTo>
                  <a:lnTo>
                    <a:pt x="130443" y="28046"/>
                  </a:lnTo>
                  <a:lnTo>
                    <a:pt x="134294" y="29087"/>
                  </a:lnTo>
                  <a:lnTo>
                    <a:pt x="135956" y="31362"/>
                  </a:lnTo>
                  <a:lnTo>
                    <a:pt x="141377" y="33649"/>
                  </a:lnTo>
                  <a:lnTo>
                    <a:pt x="143401" y="33294"/>
                  </a:lnTo>
                  <a:lnTo>
                    <a:pt x="146798" y="30896"/>
                  </a:lnTo>
                  <a:lnTo>
                    <a:pt x="153406" y="28273"/>
                  </a:lnTo>
                  <a:lnTo>
                    <a:pt x="157797" y="31935"/>
                  </a:lnTo>
                  <a:lnTo>
                    <a:pt x="158985" y="32410"/>
                  </a:lnTo>
                  <a:lnTo>
                    <a:pt x="160010" y="32094"/>
                  </a:lnTo>
                  <a:lnTo>
                    <a:pt x="161485" y="33102"/>
                  </a:lnTo>
                  <a:lnTo>
                    <a:pt x="163060" y="32561"/>
                  </a:lnTo>
                  <a:lnTo>
                    <a:pt x="167919" y="28244"/>
                  </a:lnTo>
                  <a:lnTo>
                    <a:pt x="169439" y="25797"/>
                  </a:lnTo>
                  <a:lnTo>
                    <a:pt x="171049" y="25165"/>
                  </a:lnTo>
                  <a:lnTo>
                    <a:pt x="172478" y="23701"/>
                  </a:lnTo>
                  <a:lnTo>
                    <a:pt x="176284" y="189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5"/>
            <p:cNvSpPr/>
            <p:nvPr/>
          </p:nvSpPr>
          <p:spPr>
            <a:xfrm>
              <a:off x="3498564" y="2390254"/>
              <a:ext cx="34734" cy="59626"/>
            </a:xfrm>
            <a:custGeom>
              <a:avLst/>
              <a:pathLst>
                <a:path w="34734" h="59626">
                  <a:moveTo>
                    <a:pt x="22734" y="3670"/>
                  </a:moveTo>
                  <a:lnTo>
                    <a:pt x="22421" y="7043"/>
                  </a:lnTo>
                  <a:lnTo>
                    <a:pt x="23146" y="10759"/>
                  </a:lnTo>
                  <a:lnTo>
                    <a:pt x="24844" y="15920"/>
                  </a:lnTo>
                  <a:lnTo>
                    <a:pt x="26553" y="18524"/>
                  </a:lnTo>
                  <a:lnTo>
                    <a:pt x="33463" y="24965"/>
                  </a:lnTo>
                  <a:lnTo>
                    <a:pt x="34734" y="25516"/>
                  </a:lnTo>
                  <a:lnTo>
                    <a:pt x="34445" y="28153"/>
                  </a:lnTo>
                  <a:lnTo>
                    <a:pt x="34029" y="30498"/>
                  </a:lnTo>
                  <a:lnTo>
                    <a:pt x="33572" y="32062"/>
                  </a:lnTo>
                  <a:lnTo>
                    <a:pt x="31548" y="33068"/>
                  </a:lnTo>
                  <a:lnTo>
                    <a:pt x="25961" y="30192"/>
                  </a:lnTo>
                  <a:lnTo>
                    <a:pt x="24549" y="29919"/>
                  </a:lnTo>
                  <a:lnTo>
                    <a:pt x="23552" y="30492"/>
                  </a:lnTo>
                  <a:lnTo>
                    <a:pt x="21706" y="32583"/>
                  </a:lnTo>
                  <a:lnTo>
                    <a:pt x="19660" y="31912"/>
                  </a:lnTo>
                  <a:lnTo>
                    <a:pt x="16806" y="33098"/>
                  </a:lnTo>
                  <a:lnTo>
                    <a:pt x="16010" y="37034"/>
                  </a:lnTo>
                  <a:lnTo>
                    <a:pt x="14028" y="41543"/>
                  </a:lnTo>
                  <a:lnTo>
                    <a:pt x="10767" y="45187"/>
                  </a:lnTo>
                  <a:lnTo>
                    <a:pt x="8436" y="47137"/>
                  </a:lnTo>
                  <a:lnTo>
                    <a:pt x="4937" y="54127"/>
                  </a:lnTo>
                  <a:lnTo>
                    <a:pt x="3349" y="58207"/>
                  </a:lnTo>
                  <a:lnTo>
                    <a:pt x="2679" y="59000"/>
                  </a:lnTo>
                  <a:lnTo>
                    <a:pt x="1884" y="59626"/>
                  </a:lnTo>
                  <a:lnTo>
                    <a:pt x="2152" y="57666"/>
                  </a:lnTo>
                  <a:lnTo>
                    <a:pt x="2545" y="55873"/>
                  </a:lnTo>
                  <a:lnTo>
                    <a:pt x="2455" y="54521"/>
                  </a:lnTo>
                  <a:lnTo>
                    <a:pt x="2472" y="52554"/>
                  </a:lnTo>
                  <a:lnTo>
                    <a:pt x="3640" y="50322"/>
                  </a:lnTo>
                  <a:lnTo>
                    <a:pt x="4701" y="48704"/>
                  </a:lnTo>
                  <a:lnTo>
                    <a:pt x="7841" y="45772"/>
                  </a:lnTo>
                  <a:lnTo>
                    <a:pt x="8667" y="43338"/>
                  </a:lnTo>
                  <a:lnTo>
                    <a:pt x="6204" y="43395"/>
                  </a:lnTo>
                  <a:lnTo>
                    <a:pt x="3705" y="43936"/>
                  </a:lnTo>
                  <a:lnTo>
                    <a:pt x="2131" y="43590"/>
                  </a:lnTo>
                  <a:lnTo>
                    <a:pt x="765" y="43789"/>
                  </a:lnTo>
                  <a:lnTo>
                    <a:pt x="331" y="41660"/>
                  </a:lnTo>
                  <a:lnTo>
                    <a:pt x="0" y="40378"/>
                  </a:lnTo>
                  <a:lnTo>
                    <a:pt x="354" y="39979"/>
                  </a:lnTo>
                  <a:lnTo>
                    <a:pt x="808" y="39702"/>
                  </a:lnTo>
                  <a:lnTo>
                    <a:pt x="1610" y="37431"/>
                  </a:lnTo>
                  <a:lnTo>
                    <a:pt x="2327" y="35756"/>
                  </a:lnTo>
                  <a:lnTo>
                    <a:pt x="3361" y="33649"/>
                  </a:lnTo>
                  <a:lnTo>
                    <a:pt x="3626" y="32391"/>
                  </a:lnTo>
                  <a:lnTo>
                    <a:pt x="3626" y="31218"/>
                  </a:lnTo>
                  <a:lnTo>
                    <a:pt x="3379" y="30404"/>
                  </a:lnTo>
                  <a:lnTo>
                    <a:pt x="3331" y="29437"/>
                  </a:lnTo>
                  <a:lnTo>
                    <a:pt x="3299" y="28071"/>
                  </a:lnTo>
                  <a:lnTo>
                    <a:pt x="3356" y="25249"/>
                  </a:lnTo>
                  <a:lnTo>
                    <a:pt x="5724" y="22166"/>
                  </a:lnTo>
                  <a:lnTo>
                    <a:pt x="6483" y="21840"/>
                  </a:lnTo>
                  <a:lnTo>
                    <a:pt x="6743" y="20433"/>
                  </a:lnTo>
                  <a:lnTo>
                    <a:pt x="6568" y="17171"/>
                  </a:lnTo>
                  <a:lnTo>
                    <a:pt x="6241" y="14537"/>
                  </a:lnTo>
                  <a:lnTo>
                    <a:pt x="5818" y="14361"/>
                  </a:lnTo>
                  <a:lnTo>
                    <a:pt x="5248" y="13592"/>
                  </a:lnTo>
                  <a:lnTo>
                    <a:pt x="4874" y="12702"/>
                  </a:lnTo>
                  <a:lnTo>
                    <a:pt x="4276" y="11728"/>
                  </a:lnTo>
                  <a:lnTo>
                    <a:pt x="3244" y="11131"/>
                  </a:lnTo>
                  <a:lnTo>
                    <a:pt x="3210" y="10300"/>
                  </a:lnTo>
                  <a:lnTo>
                    <a:pt x="3317" y="9469"/>
                  </a:lnTo>
                  <a:lnTo>
                    <a:pt x="3698" y="8619"/>
                  </a:lnTo>
                  <a:lnTo>
                    <a:pt x="5437" y="7886"/>
                  </a:lnTo>
                  <a:lnTo>
                    <a:pt x="5642" y="7286"/>
                  </a:lnTo>
                  <a:lnTo>
                    <a:pt x="5877" y="5807"/>
                  </a:lnTo>
                  <a:lnTo>
                    <a:pt x="6222" y="4293"/>
                  </a:lnTo>
                  <a:lnTo>
                    <a:pt x="6632" y="3793"/>
                  </a:lnTo>
                  <a:lnTo>
                    <a:pt x="7367" y="3839"/>
                  </a:lnTo>
                  <a:lnTo>
                    <a:pt x="8762" y="3490"/>
                  </a:lnTo>
                  <a:lnTo>
                    <a:pt x="9734" y="2996"/>
                  </a:lnTo>
                  <a:lnTo>
                    <a:pt x="10700" y="1962"/>
                  </a:lnTo>
                  <a:lnTo>
                    <a:pt x="11194" y="1022"/>
                  </a:lnTo>
                  <a:lnTo>
                    <a:pt x="13284" y="477"/>
                  </a:lnTo>
                  <a:lnTo>
                    <a:pt x="13871" y="0"/>
                  </a:lnTo>
                  <a:lnTo>
                    <a:pt x="14453" y="405"/>
                  </a:lnTo>
                  <a:lnTo>
                    <a:pt x="15235" y="2015"/>
                  </a:lnTo>
                  <a:lnTo>
                    <a:pt x="16523" y="4325"/>
                  </a:lnTo>
                  <a:lnTo>
                    <a:pt x="17214" y="5095"/>
                  </a:lnTo>
                  <a:lnTo>
                    <a:pt x="17732" y="4738"/>
                  </a:lnTo>
                  <a:lnTo>
                    <a:pt x="18668" y="3898"/>
                  </a:lnTo>
                  <a:lnTo>
                    <a:pt x="19562" y="3892"/>
                  </a:lnTo>
                  <a:lnTo>
                    <a:pt x="20285" y="4039"/>
                  </a:lnTo>
                  <a:lnTo>
                    <a:pt x="20633" y="3308"/>
                  </a:lnTo>
                  <a:lnTo>
                    <a:pt x="21177" y="31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6"/>
            <p:cNvSpPr/>
            <p:nvPr/>
          </p:nvSpPr>
          <p:spPr>
            <a:xfrm>
              <a:off x="4560163" y="2909465"/>
              <a:ext cx="1885" cy="3184"/>
            </a:xfrm>
            <a:custGeom>
              <a:avLst/>
              <a:pathLst>
                <a:path w="1885" h="3184">
                  <a:moveTo>
                    <a:pt x="1382" y="0"/>
                  </a:moveTo>
                  <a:lnTo>
                    <a:pt x="1885" y="1966"/>
                  </a:lnTo>
                  <a:lnTo>
                    <a:pt x="1673" y="3184"/>
                  </a:lnTo>
                  <a:lnTo>
                    <a:pt x="89" y="2535"/>
                  </a:lnTo>
                  <a:lnTo>
                    <a:pt x="0" y="1344"/>
                  </a:lnTo>
                  <a:lnTo>
                    <a:pt x="598" y="156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7"/>
            <p:cNvSpPr/>
            <p:nvPr/>
          </p:nvSpPr>
          <p:spPr>
            <a:xfrm>
              <a:off x="4580707" y="2887162"/>
              <a:ext cx="21365" cy="99045"/>
            </a:xfrm>
            <a:custGeom>
              <a:avLst/>
              <a:pathLst>
                <a:path w="21365" h="99045">
                  <a:moveTo>
                    <a:pt x="10775" y="78498"/>
                  </a:moveTo>
                  <a:lnTo>
                    <a:pt x="10062" y="81963"/>
                  </a:lnTo>
                  <a:lnTo>
                    <a:pt x="9493" y="85625"/>
                  </a:lnTo>
                  <a:lnTo>
                    <a:pt x="9262" y="89081"/>
                  </a:lnTo>
                  <a:lnTo>
                    <a:pt x="9275" y="92646"/>
                  </a:lnTo>
                  <a:lnTo>
                    <a:pt x="9112" y="95864"/>
                  </a:lnTo>
                  <a:lnTo>
                    <a:pt x="8831" y="99045"/>
                  </a:lnTo>
                  <a:lnTo>
                    <a:pt x="7714" y="98129"/>
                  </a:lnTo>
                  <a:lnTo>
                    <a:pt x="7108" y="95851"/>
                  </a:lnTo>
                  <a:lnTo>
                    <a:pt x="6968" y="92111"/>
                  </a:lnTo>
                  <a:lnTo>
                    <a:pt x="6158" y="87593"/>
                  </a:lnTo>
                  <a:lnTo>
                    <a:pt x="5855" y="86298"/>
                  </a:lnTo>
                  <a:lnTo>
                    <a:pt x="4687" y="83771"/>
                  </a:lnTo>
                  <a:lnTo>
                    <a:pt x="3626" y="82512"/>
                  </a:lnTo>
                  <a:lnTo>
                    <a:pt x="2805" y="80648"/>
                  </a:lnTo>
                  <a:lnTo>
                    <a:pt x="2913" y="80801"/>
                  </a:lnTo>
                  <a:lnTo>
                    <a:pt x="2306" y="78289"/>
                  </a:lnTo>
                  <a:lnTo>
                    <a:pt x="1845" y="75615"/>
                  </a:lnTo>
                  <a:lnTo>
                    <a:pt x="893" y="68022"/>
                  </a:lnTo>
                  <a:lnTo>
                    <a:pt x="565" y="66186"/>
                  </a:lnTo>
                  <a:lnTo>
                    <a:pt x="125" y="64511"/>
                  </a:lnTo>
                  <a:lnTo>
                    <a:pt x="0" y="62855"/>
                  </a:lnTo>
                  <a:lnTo>
                    <a:pt x="150" y="61014"/>
                  </a:lnTo>
                  <a:lnTo>
                    <a:pt x="560" y="58262"/>
                  </a:lnTo>
                  <a:lnTo>
                    <a:pt x="811" y="55488"/>
                  </a:lnTo>
                  <a:lnTo>
                    <a:pt x="609" y="51719"/>
                  </a:lnTo>
                  <a:lnTo>
                    <a:pt x="686" y="47986"/>
                  </a:lnTo>
                  <a:lnTo>
                    <a:pt x="995" y="46329"/>
                  </a:lnTo>
                  <a:lnTo>
                    <a:pt x="6412" y="23591"/>
                  </a:lnTo>
                  <a:lnTo>
                    <a:pt x="7882" y="18752"/>
                  </a:lnTo>
                  <a:lnTo>
                    <a:pt x="8786" y="16377"/>
                  </a:lnTo>
                  <a:lnTo>
                    <a:pt x="9541" y="13699"/>
                  </a:lnTo>
                  <a:lnTo>
                    <a:pt x="10260" y="10310"/>
                  </a:lnTo>
                  <a:lnTo>
                    <a:pt x="11141" y="7212"/>
                  </a:lnTo>
                  <a:lnTo>
                    <a:pt x="11772" y="6258"/>
                  </a:lnTo>
                  <a:lnTo>
                    <a:pt x="14879" y="3478"/>
                  </a:lnTo>
                  <a:lnTo>
                    <a:pt x="15848" y="823"/>
                  </a:lnTo>
                  <a:lnTo>
                    <a:pt x="16624" y="0"/>
                  </a:lnTo>
                  <a:lnTo>
                    <a:pt x="17506" y="46"/>
                  </a:lnTo>
                  <a:lnTo>
                    <a:pt x="18074" y="1314"/>
                  </a:lnTo>
                  <a:lnTo>
                    <a:pt x="18581" y="2816"/>
                  </a:lnTo>
                  <a:lnTo>
                    <a:pt x="19113" y="3628"/>
                  </a:lnTo>
                  <a:lnTo>
                    <a:pt x="20488" y="5096"/>
                  </a:lnTo>
                  <a:lnTo>
                    <a:pt x="21091" y="6514"/>
                  </a:lnTo>
                  <a:lnTo>
                    <a:pt x="21365" y="8958"/>
                  </a:lnTo>
                  <a:lnTo>
                    <a:pt x="20527" y="11277"/>
                  </a:lnTo>
                  <a:lnTo>
                    <a:pt x="20112" y="13367"/>
                  </a:lnTo>
                  <a:lnTo>
                    <a:pt x="20034" y="15677"/>
                  </a:lnTo>
                  <a:lnTo>
                    <a:pt x="20184" y="18804"/>
                  </a:lnTo>
                  <a:lnTo>
                    <a:pt x="20203" y="21941"/>
                  </a:lnTo>
                  <a:lnTo>
                    <a:pt x="19155" y="29302"/>
                  </a:lnTo>
                  <a:lnTo>
                    <a:pt x="18032" y="33887"/>
                  </a:lnTo>
                  <a:lnTo>
                    <a:pt x="17729" y="36173"/>
                  </a:lnTo>
                  <a:lnTo>
                    <a:pt x="17388" y="41841"/>
                  </a:lnTo>
                  <a:lnTo>
                    <a:pt x="16728" y="47533"/>
                  </a:lnTo>
                  <a:lnTo>
                    <a:pt x="16165" y="54749"/>
                  </a:lnTo>
                  <a:lnTo>
                    <a:pt x="15248" y="62182"/>
                  </a:lnTo>
                  <a:lnTo>
                    <a:pt x="14727" y="65292"/>
                  </a:lnTo>
                  <a:lnTo>
                    <a:pt x="14079" y="68267"/>
                  </a:lnTo>
                  <a:lnTo>
                    <a:pt x="12529" y="7388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8"/>
            <p:cNvSpPr/>
            <p:nvPr/>
          </p:nvSpPr>
          <p:spPr>
            <a:xfrm>
              <a:off x="3654659" y="3860097"/>
              <a:ext cx="3500" cy="10085"/>
            </a:xfrm>
            <a:custGeom>
              <a:avLst/>
              <a:pathLst>
                <a:path w="3500" h="10085">
                  <a:moveTo>
                    <a:pt x="1247" y="9698"/>
                  </a:moveTo>
                  <a:lnTo>
                    <a:pt x="624" y="10085"/>
                  </a:lnTo>
                  <a:lnTo>
                    <a:pt x="382" y="9710"/>
                  </a:lnTo>
                  <a:lnTo>
                    <a:pt x="0" y="8478"/>
                  </a:lnTo>
                  <a:lnTo>
                    <a:pt x="664" y="7427"/>
                  </a:lnTo>
                  <a:lnTo>
                    <a:pt x="1308" y="5387"/>
                  </a:lnTo>
                  <a:lnTo>
                    <a:pt x="2804" y="2395"/>
                  </a:lnTo>
                  <a:lnTo>
                    <a:pt x="3314" y="421"/>
                  </a:lnTo>
                  <a:lnTo>
                    <a:pt x="3500" y="0"/>
                  </a:lnTo>
                  <a:lnTo>
                    <a:pt x="3392" y="2331"/>
                  </a:lnTo>
                  <a:lnTo>
                    <a:pt x="2548" y="7430"/>
                  </a:lnTo>
                  <a:lnTo>
                    <a:pt x="1828" y="776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39"/>
            <p:cNvSpPr/>
            <p:nvPr/>
          </p:nvSpPr>
          <p:spPr>
            <a:xfrm>
              <a:off x="3649818" y="3803149"/>
              <a:ext cx="4496" cy="21622"/>
            </a:xfrm>
            <a:custGeom>
              <a:avLst/>
              <a:pathLst>
                <a:path w="4496" h="21622">
                  <a:moveTo>
                    <a:pt x="3615" y="13374"/>
                  </a:moveTo>
                  <a:lnTo>
                    <a:pt x="4496" y="19662"/>
                  </a:lnTo>
                  <a:lnTo>
                    <a:pt x="4382" y="20840"/>
                  </a:lnTo>
                  <a:lnTo>
                    <a:pt x="3761" y="21561"/>
                  </a:lnTo>
                  <a:lnTo>
                    <a:pt x="3436" y="21622"/>
                  </a:lnTo>
                  <a:lnTo>
                    <a:pt x="3050" y="20617"/>
                  </a:lnTo>
                  <a:lnTo>
                    <a:pt x="2777" y="18494"/>
                  </a:lnTo>
                  <a:lnTo>
                    <a:pt x="2305" y="18999"/>
                  </a:lnTo>
                  <a:lnTo>
                    <a:pt x="1500" y="16462"/>
                  </a:lnTo>
                  <a:lnTo>
                    <a:pt x="703" y="16341"/>
                  </a:lnTo>
                  <a:lnTo>
                    <a:pt x="0" y="13314"/>
                  </a:lnTo>
                  <a:lnTo>
                    <a:pt x="275" y="10674"/>
                  </a:lnTo>
                  <a:lnTo>
                    <a:pt x="115" y="6178"/>
                  </a:lnTo>
                  <a:lnTo>
                    <a:pt x="974" y="3875"/>
                  </a:lnTo>
                  <a:lnTo>
                    <a:pt x="1457" y="0"/>
                  </a:lnTo>
                  <a:lnTo>
                    <a:pt x="2012" y="2646"/>
                  </a:lnTo>
                  <a:lnTo>
                    <a:pt x="2139" y="6772"/>
                  </a:lnTo>
                  <a:lnTo>
                    <a:pt x="2888" y="11626"/>
                  </a:lnTo>
                  <a:lnTo>
                    <a:pt x="3516" y="1312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0"/>
            <p:cNvSpPr/>
            <p:nvPr/>
          </p:nvSpPr>
          <p:spPr>
            <a:xfrm>
              <a:off x="3655163" y="3779042"/>
              <a:ext cx="2580" cy="15888"/>
            </a:xfrm>
            <a:custGeom>
              <a:avLst/>
              <a:pathLst>
                <a:path w="2580" h="15888">
                  <a:moveTo>
                    <a:pt x="2511" y="0"/>
                  </a:moveTo>
                  <a:lnTo>
                    <a:pt x="2580" y="1488"/>
                  </a:lnTo>
                  <a:lnTo>
                    <a:pt x="2403" y="2891"/>
                  </a:lnTo>
                  <a:lnTo>
                    <a:pt x="2442" y="7358"/>
                  </a:lnTo>
                  <a:lnTo>
                    <a:pt x="2373" y="10321"/>
                  </a:lnTo>
                  <a:lnTo>
                    <a:pt x="1716" y="14428"/>
                  </a:lnTo>
                  <a:lnTo>
                    <a:pt x="1180" y="15888"/>
                  </a:lnTo>
                  <a:lnTo>
                    <a:pt x="700" y="15464"/>
                  </a:lnTo>
                  <a:lnTo>
                    <a:pt x="306" y="14788"/>
                  </a:lnTo>
                  <a:lnTo>
                    <a:pt x="0" y="13663"/>
                  </a:lnTo>
                  <a:lnTo>
                    <a:pt x="624" y="6132"/>
                  </a:lnTo>
                  <a:lnTo>
                    <a:pt x="306" y="617"/>
                  </a:lnTo>
                  <a:lnTo>
                    <a:pt x="1541" y="114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1"/>
            <p:cNvSpPr/>
            <p:nvPr/>
          </p:nvSpPr>
          <p:spPr>
            <a:xfrm>
              <a:off x="3536362" y="3663469"/>
              <a:ext cx="128201" cy="316803"/>
            </a:xfrm>
            <a:custGeom>
              <a:avLst/>
              <a:pathLst>
                <a:path w="128201" h="316803">
                  <a:moveTo>
                    <a:pt x="52704" y="210"/>
                  </a:moveTo>
                  <a:lnTo>
                    <a:pt x="53581" y="210"/>
                  </a:lnTo>
                  <a:lnTo>
                    <a:pt x="54411" y="1327"/>
                  </a:lnTo>
                  <a:lnTo>
                    <a:pt x="55333" y="2649"/>
                  </a:lnTo>
                  <a:lnTo>
                    <a:pt x="57785" y="6166"/>
                  </a:lnTo>
                  <a:lnTo>
                    <a:pt x="60238" y="9681"/>
                  </a:lnTo>
                  <a:lnTo>
                    <a:pt x="62691" y="13198"/>
                  </a:lnTo>
                  <a:lnTo>
                    <a:pt x="65145" y="16713"/>
                  </a:lnTo>
                  <a:lnTo>
                    <a:pt x="67598" y="20231"/>
                  </a:lnTo>
                  <a:lnTo>
                    <a:pt x="70050" y="23748"/>
                  </a:lnTo>
                  <a:lnTo>
                    <a:pt x="72504" y="27263"/>
                  </a:lnTo>
                  <a:lnTo>
                    <a:pt x="74957" y="30781"/>
                  </a:lnTo>
                  <a:lnTo>
                    <a:pt x="77409" y="34298"/>
                  </a:lnTo>
                  <a:lnTo>
                    <a:pt x="79861" y="37813"/>
                  </a:lnTo>
                  <a:lnTo>
                    <a:pt x="82316" y="41328"/>
                  </a:lnTo>
                  <a:lnTo>
                    <a:pt x="84768" y="44845"/>
                  </a:lnTo>
                  <a:lnTo>
                    <a:pt x="87221" y="48363"/>
                  </a:lnTo>
                  <a:lnTo>
                    <a:pt x="89675" y="51878"/>
                  </a:lnTo>
                  <a:lnTo>
                    <a:pt x="92128" y="55395"/>
                  </a:lnTo>
                  <a:lnTo>
                    <a:pt x="94581" y="58910"/>
                  </a:lnTo>
                  <a:lnTo>
                    <a:pt x="95751" y="60589"/>
                  </a:lnTo>
                  <a:lnTo>
                    <a:pt x="95928" y="61317"/>
                  </a:lnTo>
                  <a:lnTo>
                    <a:pt x="96131" y="64520"/>
                  </a:lnTo>
                  <a:lnTo>
                    <a:pt x="96259" y="66522"/>
                  </a:lnTo>
                  <a:lnTo>
                    <a:pt x="96188" y="68283"/>
                  </a:lnTo>
                  <a:lnTo>
                    <a:pt x="95539" y="71281"/>
                  </a:lnTo>
                  <a:lnTo>
                    <a:pt x="95347" y="72848"/>
                  </a:lnTo>
                  <a:lnTo>
                    <a:pt x="95341" y="73936"/>
                  </a:lnTo>
                  <a:lnTo>
                    <a:pt x="95501" y="74363"/>
                  </a:lnTo>
                  <a:lnTo>
                    <a:pt x="96054" y="74518"/>
                  </a:lnTo>
                  <a:lnTo>
                    <a:pt x="96525" y="75228"/>
                  </a:lnTo>
                  <a:lnTo>
                    <a:pt x="96699" y="75788"/>
                  </a:lnTo>
                  <a:lnTo>
                    <a:pt x="97058" y="78045"/>
                  </a:lnTo>
                  <a:lnTo>
                    <a:pt x="97517" y="79176"/>
                  </a:lnTo>
                  <a:lnTo>
                    <a:pt x="98553" y="81092"/>
                  </a:lnTo>
                  <a:lnTo>
                    <a:pt x="100320" y="84359"/>
                  </a:lnTo>
                  <a:lnTo>
                    <a:pt x="102086" y="87625"/>
                  </a:lnTo>
                  <a:lnTo>
                    <a:pt x="103853" y="90892"/>
                  </a:lnTo>
                  <a:lnTo>
                    <a:pt x="105620" y="94158"/>
                  </a:lnTo>
                  <a:lnTo>
                    <a:pt x="107386" y="97422"/>
                  </a:lnTo>
                  <a:lnTo>
                    <a:pt x="109153" y="100688"/>
                  </a:lnTo>
                  <a:lnTo>
                    <a:pt x="110920" y="103955"/>
                  </a:lnTo>
                  <a:lnTo>
                    <a:pt x="112686" y="107222"/>
                  </a:lnTo>
                  <a:lnTo>
                    <a:pt x="113546" y="108809"/>
                  </a:lnTo>
                  <a:lnTo>
                    <a:pt x="113910" y="109256"/>
                  </a:lnTo>
                  <a:lnTo>
                    <a:pt x="113681" y="111740"/>
                  </a:lnTo>
                  <a:lnTo>
                    <a:pt x="112776" y="117769"/>
                  </a:lnTo>
                  <a:lnTo>
                    <a:pt x="112725" y="120279"/>
                  </a:lnTo>
                  <a:lnTo>
                    <a:pt x="112371" y="123234"/>
                  </a:lnTo>
                  <a:lnTo>
                    <a:pt x="112029" y="125188"/>
                  </a:lnTo>
                  <a:lnTo>
                    <a:pt x="111107" y="133669"/>
                  </a:lnTo>
                  <a:lnTo>
                    <a:pt x="110334" y="136843"/>
                  </a:lnTo>
                  <a:lnTo>
                    <a:pt x="109278" y="144279"/>
                  </a:lnTo>
                  <a:lnTo>
                    <a:pt x="109110" y="149967"/>
                  </a:lnTo>
                  <a:lnTo>
                    <a:pt x="109692" y="153949"/>
                  </a:lnTo>
                  <a:lnTo>
                    <a:pt x="109908" y="157683"/>
                  </a:lnTo>
                  <a:lnTo>
                    <a:pt x="111144" y="161342"/>
                  </a:lnTo>
                  <a:lnTo>
                    <a:pt x="112133" y="162649"/>
                  </a:lnTo>
                  <a:lnTo>
                    <a:pt x="112802" y="164323"/>
                  </a:lnTo>
                  <a:lnTo>
                    <a:pt x="113987" y="168143"/>
                  </a:lnTo>
                  <a:lnTo>
                    <a:pt x="114664" y="171976"/>
                  </a:lnTo>
                  <a:lnTo>
                    <a:pt x="116794" y="173857"/>
                  </a:lnTo>
                  <a:lnTo>
                    <a:pt x="117643" y="178154"/>
                  </a:lnTo>
                  <a:lnTo>
                    <a:pt x="117333" y="181111"/>
                  </a:lnTo>
                  <a:lnTo>
                    <a:pt x="116346" y="183561"/>
                  </a:lnTo>
                  <a:lnTo>
                    <a:pt x="115422" y="187532"/>
                  </a:lnTo>
                  <a:lnTo>
                    <a:pt x="114678" y="192746"/>
                  </a:lnTo>
                  <a:lnTo>
                    <a:pt x="114661" y="200719"/>
                  </a:lnTo>
                  <a:lnTo>
                    <a:pt x="115161" y="199508"/>
                  </a:lnTo>
                  <a:lnTo>
                    <a:pt x="116288" y="201461"/>
                  </a:lnTo>
                  <a:lnTo>
                    <a:pt x="116433" y="207333"/>
                  </a:lnTo>
                  <a:lnTo>
                    <a:pt x="115271" y="214169"/>
                  </a:lnTo>
                  <a:lnTo>
                    <a:pt x="114914" y="217364"/>
                  </a:lnTo>
                  <a:lnTo>
                    <a:pt x="114856" y="220108"/>
                  </a:lnTo>
                  <a:lnTo>
                    <a:pt x="115701" y="228292"/>
                  </a:lnTo>
                  <a:lnTo>
                    <a:pt x="116978" y="232459"/>
                  </a:lnTo>
                  <a:lnTo>
                    <a:pt x="116883" y="233763"/>
                  </a:lnTo>
                  <a:lnTo>
                    <a:pt x="116551" y="234857"/>
                  </a:lnTo>
                  <a:lnTo>
                    <a:pt x="118738" y="242230"/>
                  </a:lnTo>
                  <a:lnTo>
                    <a:pt x="118556" y="248641"/>
                  </a:lnTo>
                  <a:lnTo>
                    <a:pt x="119375" y="253634"/>
                  </a:lnTo>
                  <a:lnTo>
                    <a:pt x="119735" y="257959"/>
                  </a:lnTo>
                  <a:lnTo>
                    <a:pt x="120274" y="261278"/>
                  </a:lnTo>
                  <a:lnTo>
                    <a:pt x="120378" y="263566"/>
                  </a:lnTo>
                  <a:lnTo>
                    <a:pt x="119704" y="266105"/>
                  </a:lnTo>
                  <a:lnTo>
                    <a:pt x="121298" y="266740"/>
                  </a:lnTo>
                  <a:lnTo>
                    <a:pt x="122236" y="268818"/>
                  </a:lnTo>
                  <a:lnTo>
                    <a:pt x="122677" y="270806"/>
                  </a:lnTo>
                  <a:lnTo>
                    <a:pt x="123829" y="270720"/>
                  </a:lnTo>
                  <a:lnTo>
                    <a:pt x="124453" y="272079"/>
                  </a:lnTo>
                  <a:lnTo>
                    <a:pt x="125352" y="273201"/>
                  </a:lnTo>
                  <a:lnTo>
                    <a:pt x="127340" y="276537"/>
                  </a:lnTo>
                  <a:lnTo>
                    <a:pt x="127878" y="278214"/>
                  </a:lnTo>
                  <a:lnTo>
                    <a:pt x="128074" y="279180"/>
                  </a:lnTo>
                  <a:lnTo>
                    <a:pt x="128201" y="279812"/>
                  </a:lnTo>
                  <a:lnTo>
                    <a:pt x="126865" y="282389"/>
                  </a:lnTo>
                  <a:lnTo>
                    <a:pt x="124779" y="286406"/>
                  </a:lnTo>
                  <a:lnTo>
                    <a:pt x="122736" y="290345"/>
                  </a:lnTo>
                  <a:lnTo>
                    <a:pt x="120761" y="293052"/>
                  </a:lnTo>
                  <a:lnTo>
                    <a:pt x="119350" y="294304"/>
                  </a:lnTo>
                  <a:lnTo>
                    <a:pt x="117843" y="295005"/>
                  </a:lnTo>
                  <a:lnTo>
                    <a:pt x="116412" y="296662"/>
                  </a:lnTo>
                  <a:lnTo>
                    <a:pt x="115059" y="299262"/>
                  </a:lnTo>
                  <a:lnTo>
                    <a:pt x="113326" y="300572"/>
                  </a:lnTo>
                  <a:lnTo>
                    <a:pt x="111214" y="300583"/>
                  </a:lnTo>
                  <a:lnTo>
                    <a:pt x="108996" y="302404"/>
                  </a:lnTo>
                  <a:lnTo>
                    <a:pt x="106793" y="305844"/>
                  </a:lnTo>
                  <a:lnTo>
                    <a:pt x="105510" y="307852"/>
                  </a:lnTo>
                  <a:lnTo>
                    <a:pt x="103477" y="304834"/>
                  </a:lnTo>
                  <a:lnTo>
                    <a:pt x="101882" y="303876"/>
                  </a:lnTo>
                  <a:lnTo>
                    <a:pt x="100049" y="303977"/>
                  </a:lnTo>
                  <a:lnTo>
                    <a:pt x="98932" y="304349"/>
                  </a:lnTo>
                  <a:lnTo>
                    <a:pt x="98531" y="304998"/>
                  </a:lnTo>
                  <a:lnTo>
                    <a:pt x="98182" y="306842"/>
                  </a:lnTo>
                  <a:lnTo>
                    <a:pt x="97885" y="309881"/>
                  </a:lnTo>
                  <a:lnTo>
                    <a:pt x="96683" y="312798"/>
                  </a:lnTo>
                  <a:lnTo>
                    <a:pt x="94576" y="315588"/>
                  </a:lnTo>
                  <a:lnTo>
                    <a:pt x="92633" y="316633"/>
                  </a:lnTo>
                  <a:lnTo>
                    <a:pt x="90855" y="315926"/>
                  </a:lnTo>
                  <a:lnTo>
                    <a:pt x="89652" y="314763"/>
                  </a:lnTo>
                  <a:lnTo>
                    <a:pt x="89023" y="313139"/>
                  </a:lnTo>
                  <a:lnTo>
                    <a:pt x="88099" y="312394"/>
                  </a:lnTo>
                  <a:lnTo>
                    <a:pt x="86876" y="312521"/>
                  </a:lnTo>
                  <a:lnTo>
                    <a:pt x="85708" y="313675"/>
                  </a:lnTo>
                  <a:lnTo>
                    <a:pt x="84588" y="315860"/>
                  </a:lnTo>
                  <a:lnTo>
                    <a:pt x="82802" y="316803"/>
                  </a:lnTo>
                  <a:lnTo>
                    <a:pt x="80351" y="316512"/>
                  </a:lnTo>
                  <a:lnTo>
                    <a:pt x="79035" y="315459"/>
                  </a:lnTo>
                  <a:lnTo>
                    <a:pt x="78853" y="313644"/>
                  </a:lnTo>
                  <a:lnTo>
                    <a:pt x="77780" y="311517"/>
                  </a:lnTo>
                  <a:lnTo>
                    <a:pt x="75813" y="309076"/>
                  </a:lnTo>
                  <a:lnTo>
                    <a:pt x="74365" y="309024"/>
                  </a:lnTo>
                  <a:lnTo>
                    <a:pt x="73435" y="311364"/>
                  </a:lnTo>
                  <a:lnTo>
                    <a:pt x="72587" y="312838"/>
                  </a:lnTo>
                  <a:lnTo>
                    <a:pt x="71820" y="313439"/>
                  </a:lnTo>
                  <a:lnTo>
                    <a:pt x="71130" y="313511"/>
                  </a:lnTo>
                  <a:lnTo>
                    <a:pt x="70520" y="313061"/>
                  </a:lnTo>
                  <a:lnTo>
                    <a:pt x="70139" y="312873"/>
                  </a:lnTo>
                  <a:lnTo>
                    <a:pt x="67427" y="312625"/>
                  </a:lnTo>
                  <a:lnTo>
                    <a:pt x="64859" y="312723"/>
                  </a:lnTo>
                  <a:lnTo>
                    <a:pt x="64781" y="311707"/>
                  </a:lnTo>
                  <a:lnTo>
                    <a:pt x="64601" y="309335"/>
                  </a:lnTo>
                  <a:lnTo>
                    <a:pt x="64067" y="307269"/>
                  </a:lnTo>
                  <a:lnTo>
                    <a:pt x="63606" y="306040"/>
                  </a:lnTo>
                  <a:lnTo>
                    <a:pt x="63034" y="305714"/>
                  </a:lnTo>
                  <a:lnTo>
                    <a:pt x="62723" y="305737"/>
                  </a:lnTo>
                  <a:lnTo>
                    <a:pt x="62473" y="304785"/>
                  </a:lnTo>
                  <a:lnTo>
                    <a:pt x="62178" y="302678"/>
                  </a:lnTo>
                  <a:lnTo>
                    <a:pt x="61741" y="300883"/>
                  </a:lnTo>
                  <a:lnTo>
                    <a:pt x="61161" y="299397"/>
                  </a:lnTo>
                  <a:lnTo>
                    <a:pt x="60814" y="298018"/>
                  </a:lnTo>
                  <a:lnTo>
                    <a:pt x="60696" y="296748"/>
                  </a:lnTo>
                  <a:lnTo>
                    <a:pt x="60788" y="295351"/>
                  </a:lnTo>
                  <a:lnTo>
                    <a:pt x="61325" y="291883"/>
                  </a:lnTo>
                  <a:lnTo>
                    <a:pt x="61495" y="289508"/>
                  </a:lnTo>
                  <a:lnTo>
                    <a:pt x="61434" y="287073"/>
                  </a:lnTo>
                  <a:lnTo>
                    <a:pt x="61143" y="284576"/>
                  </a:lnTo>
                  <a:lnTo>
                    <a:pt x="60534" y="281607"/>
                  </a:lnTo>
                  <a:lnTo>
                    <a:pt x="60602" y="280753"/>
                  </a:lnTo>
                  <a:lnTo>
                    <a:pt x="60395" y="278727"/>
                  </a:lnTo>
                  <a:lnTo>
                    <a:pt x="60374" y="277310"/>
                  </a:lnTo>
                  <a:lnTo>
                    <a:pt x="60492" y="275541"/>
                  </a:lnTo>
                  <a:lnTo>
                    <a:pt x="60376" y="273216"/>
                  </a:lnTo>
                  <a:lnTo>
                    <a:pt x="59850" y="268252"/>
                  </a:lnTo>
                  <a:lnTo>
                    <a:pt x="59850" y="266983"/>
                  </a:lnTo>
                  <a:lnTo>
                    <a:pt x="59295" y="264579"/>
                  </a:lnTo>
                  <a:lnTo>
                    <a:pt x="57590" y="258897"/>
                  </a:lnTo>
                  <a:lnTo>
                    <a:pt x="57511" y="258158"/>
                  </a:lnTo>
                  <a:lnTo>
                    <a:pt x="54837" y="252433"/>
                  </a:lnTo>
                  <a:lnTo>
                    <a:pt x="53767" y="251181"/>
                  </a:lnTo>
                  <a:lnTo>
                    <a:pt x="53382" y="252254"/>
                  </a:lnTo>
                  <a:lnTo>
                    <a:pt x="53238" y="253247"/>
                  </a:lnTo>
                  <a:lnTo>
                    <a:pt x="53350" y="255079"/>
                  </a:lnTo>
                  <a:lnTo>
                    <a:pt x="53285" y="255991"/>
                  </a:lnTo>
                  <a:lnTo>
                    <a:pt x="53173" y="256404"/>
                  </a:lnTo>
                  <a:lnTo>
                    <a:pt x="52539" y="256343"/>
                  </a:lnTo>
                  <a:lnTo>
                    <a:pt x="52140" y="256133"/>
                  </a:lnTo>
                  <a:lnTo>
                    <a:pt x="51127" y="254595"/>
                  </a:lnTo>
                  <a:lnTo>
                    <a:pt x="50338" y="254217"/>
                  </a:lnTo>
                  <a:lnTo>
                    <a:pt x="48381" y="254494"/>
                  </a:lnTo>
                  <a:lnTo>
                    <a:pt x="47693" y="254854"/>
                  </a:lnTo>
                  <a:lnTo>
                    <a:pt x="47153" y="254508"/>
                  </a:lnTo>
                  <a:lnTo>
                    <a:pt x="46117" y="251882"/>
                  </a:lnTo>
                  <a:lnTo>
                    <a:pt x="44902" y="251331"/>
                  </a:lnTo>
                  <a:lnTo>
                    <a:pt x="43811" y="251195"/>
                  </a:lnTo>
                  <a:lnTo>
                    <a:pt x="42011" y="248214"/>
                  </a:lnTo>
                  <a:lnTo>
                    <a:pt x="41588" y="248353"/>
                  </a:lnTo>
                  <a:lnTo>
                    <a:pt x="41388" y="248581"/>
                  </a:lnTo>
                  <a:lnTo>
                    <a:pt x="40736" y="247796"/>
                  </a:lnTo>
                  <a:lnTo>
                    <a:pt x="39509" y="246065"/>
                  </a:lnTo>
                  <a:lnTo>
                    <a:pt x="37803" y="244535"/>
                  </a:lnTo>
                  <a:lnTo>
                    <a:pt x="36407" y="242827"/>
                  </a:lnTo>
                  <a:lnTo>
                    <a:pt x="35787" y="241162"/>
                  </a:lnTo>
                  <a:lnTo>
                    <a:pt x="34476" y="240527"/>
                  </a:lnTo>
                  <a:lnTo>
                    <a:pt x="33344" y="240253"/>
                  </a:lnTo>
                  <a:lnTo>
                    <a:pt x="32295" y="238709"/>
                  </a:lnTo>
                  <a:lnTo>
                    <a:pt x="31208" y="238533"/>
                  </a:lnTo>
                  <a:lnTo>
                    <a:pt x="30141" y="238138"/>
                  </a:lnTo>
                  <a:lnTo>
                    <a:pt x="29903" y="237116"/>
                  </a:lnTo>
                  <a:lnTo>
                    <a:pt x="29865" y="234834"/>
                  </a:lnTo>
                  <a:lnTo>
                    <a:pt x="29491" y="234236"/>
                  </a:lnTo>
                  <a:lnTo>
                    <a:pt x="28708" y="233653"/>
                  </a:lnTo>
                  <a:lnTo>
                    <a:pt x="27864" y="233682"/>
                  </a:lnTo>
                  <a:lnTo>
                    <a:pt x="27349" y="234011"/>
                  </a:lnTo>
                  <a:lnTo>
                    <a:pt x="27046" y="233847"/>
                  </a:lnTo>
                  <a:lnTo>
                    <a:pt x="26346" y="232502"/>
                  </a:lnTo>
                  <a:lnTo>
                    <a:pt x="25695" y="230794"/>
                  </a:lnTo>
                  <a:lnTo>
                    <a:pt x="25449" y="228070"/>
                  </a:lnTo>
                  <a:lnTo>
                    <a:pt x="24463" y="226315"/>
                  </a:lnTo>
                  <a:lnTo>
                    <a:pt x="23328" y="224930"/>
                  </a:lnTo>
                  <a:lnTo>
                    <a:pt x="20172" y="225074"/>
                  </a:lnTo>
                  <a:lnTo>
                    <a:pt x="19678" y="224653"/>
                  </a:lnTo>
                  <a:lnTo>
                    <a:pt x="18929" y="223274"/>
                  </a:lnTo>
                  <a:lnTo>
                    <a:pt x="18051" y="220991"/>
                  </a:lnTo>
                  <a:lnTo>
                    <a:pt x="17345" y="218385"/>
                  </a:lnTo>
                  <a:lnTo>
                    <a:pt x="16724" y="214848"/>
                  </a:lnTo>
                  <a:lnTo>
                    <a:pt x="16430" y="212715"/>
                  </a:lnTo>
                  <a:lnTo>
                    <a:pt x="16082" y="210078"/>
                  </a:lnTo>
                  <a:lnTo>
                    <a:pt x="15309" y="206133"/>
                  </a:lnTo>
                  <a:lnTo>
                    <a:pt x="14217" y="200549"/>
                  </a:lnTo>
                  <a:lnTo>
                    <a:pt x="13374" y="195975"/>
                  </a:lnTo>
                  <a:lnTo>
                    <a:pt x="12466" y="191055"/>
                  </a:lnTo>
                  <a:lnTo>
                    <a:pt x="12095" y="187451"/>
                  </a:lnTo>
                  <a:lnTo>
                    <a:pt x="11390" y="183463"/>
                  </a:lnTo>
                  <a:lnTo>
                    <a:pt x="10233" y="178563"/>
                  </a:lnTo>
                  <a:lnTo>
                    <a:pt x="9648" y="176647"/>
                  </a:lnTo>
                  <a:lnTo>
                    <a:pt x="9008" y="174933"/>
                  </a:lnTo>
                  <a:lnTo>
                    <a:pt x="7346" y="171626"/>
                  </a:lnTo>
                  <a:lnTo>
                    <a:pt x="5462" y="168340"/>
                  </a:lnTo>
                  <a:lnTo>
                    <a:pt x="4444" y="166123"/>
                  </a:lnTo>
                  <a:lnTo>
                    <a:pt x="3074" y="159550"/>
                  </a:lnTo>
                  <a:lnTo>
                    <a:pt x="2501" y="157169"/>
                  </a:lnTo>
                  <a:lnTo>
                    <a:pt x="2103" y="152979"/>
                  </a:lnTo>
                  <a:lnTo>
                    <a:pt x="1802" y="148634"/>
                  </a:lnTo>
                  <a:lnTo>
                    <a:pt x="1926" y="146873"/>
                  </a:lnTo>
                  <a:lnTo>
                    <a:pt x="3141" y="141275"/>
                  </a:lnTo>
                  <a:lnTo>
                    <a:pt x="3263" y="139700"/>
                  </a:lnTo>
                  <a:lnTo>
                    <a:pt x="3115" y="137576"/>
                  </a:lnTo>
                  <a:lnTo>
                    <a:pt x="2519" y="133114"/>
                  </a:lnTo>
                  <a:lnTo>
                    <a:pt x="2074" y="130194"/>
                  </a:lnTo>
                  <a:lnTo>
                    <a:pt x="1761" y="127701"/>
                  </a:lnTo>
                  <a:lnTo>
                    <a:pt x="1112" y="123551"/>
                  </a:lnTo>
                  <a:lnTo>
                    <a:pt x="222" y="117847"/>
                  </a:lnTo>
                  <a:lnTo>
                    <a:pt x="0" y="115356"/>
                  </a:lnTo>
                  <a:lnTo>
                    <a:pt x="25" y="113489"/>
                  </a:lnTo>
                  <a:lnTo>
                    <a:pt x="507" y="108561"/>
                  </a:lnTo>
                  <a:lnTo>
                    <a:pt x="929" y="103473"/>
                  </a:lnTo>
                  <a:lnTo>
                    <a:pt x="918" y="102074"/>
                  </a:lnTo>
                  <a:lnTo>
                    <a:pt x="4538" y="102267"/>
                  </a:lnTo>
                  <a:lnTo>
                    <a:pt x="5133" y="101150"/>
                  </a:lnTo>
                  <a:lnTo>
                    <a:pt x="7179" y="97878"/>
                  </a:lnTo>
                  <a:lnTo>
                    <a:pt x="9479" y="91319"/>
                  </a:lnTo>
                  <a:lnTo>
                    <a:pt x="9939" y="88586"/>
                  </a:lnTo>
                  <a:lnTo>
                    <a:pt x="10876" y="84379"/>
                  </a:lnTo>
                  <a:lnTo>
                    <a:pt x="11795" y="82290"/>
                  </a:lnTo>
                  <a:lnTo>
                    <a:pt x="12148" y="80841"/>
                  </a:lnTo>
                  <a:lnTo>
                    <a:pt x="12389" y="78570"/>
                  </a:lnTo>
                  <a:lnTo>
                    <a:pt x="12676" y="76648"/>
                  </a:lnTo>
                  <a:lnTo>
                    <a:pt x="13883" y="73800"/>
                  </a:lnTo>
                  <a:lnTo>
                    <a:pt x="15058" y="71618"/>
                  </a:lnTo>
                  <a:lnTo>
                    <a:pt x="14973" y="70733"/>
                  </a:lnTo>
                  <a:lnTo>
                    <a:pt x="14816" y="70075"/>
                  </a:lnTo>
                  <a:lnTo>
                    <a:pt x="14990" y="69512"/>
                  </a:lnTo>
                  <a:lnTo>
                    <a:pt x="15632" y="68389"/>
                  </a:lnTo>
                  <a:lnTo>
                    <a:pt x="16879" y="67362"/>
                  </a:lnTo>
                  <a:lnTo>
                    <a:pt x="17123" y="65175"/>
                  </a:lnTo>
                  <a:lnTo>
                    <a:pt x="17120" y="62687"/>
                  </a:lnTo>
                  <a:lnTo>
                    <a:pt x="16918" y="61296"/>
                  </a:lnTo>
                  <a:lnTo>
                    <a:pt x="16956" y="59695"/>
                  </a:lnTo>
                  <a:lnTo>
                    <a:pt x="16765" y="58800"/>
                  </a:lnTo>
                  <a:lnTo>
                    <a:pt x="15950" y="58575"/>
                  </a:lnTo>
                  <a:lnTo>
                    <a:pt x="14740" y="57334"/>
                  </a:lnTo>
                  <a:lnTo>
                    <a:pt x="13713" y="56812"/>
                  </a:lnTo>
                  <a:lnTo>
                    <a:pt x="13028" y="56091"/>
                  </a:lnTo>
                  <a:lnTo>
                    <a:pt x="12774" y="55540"/>
                  </a:lnTo>
                  <a:lnTo>
                    <a:pt x="12665" y="54048"/>
                  </a:lnTo>
                  <a:lnTo>
                    <a:pt x="12864" y="52423"/>
                  </a:lnTo>
                  <a:lnTo>
                    <a:pt x="12970" y="51956"/>
                  </a:lnTo>
                  <a:lnTo>
                    <a:pt x="13233" y="50216"/>
                  </a:lnTo>
                  <a:lnTo>
                    <a:pt x="12784" y="49168"/>
                  </a:lnTo>
                  <a:lnTo>
                    <a:pt x="12667" y="48657"/>
                  </a:lnTo>
                  <a:lnTo>
                    <a:pt x="12872" y="47826"/>
                  </a:lnTo>
                  <a:lnTo>
                    <a:pt x="13927" y="42294"/>
                  </a:lnTo>
                  <a:lnTo>
                    <a:pt x="14156" y="41521"/>
                  </a:lnTo>
                  <a:lnTo>
                    <a:pt x="14614" y="41423"/>
                  </a:lnTo>
                  <a:lnTo>
                    <a:pt x="15342" y="40745"/>
                  </a:lnTo>
                  <a:lnTo>
                    <a:pt x="16012" y="40439"/>
                  </a:lnTo>
                  <a:lnTo>
                    <a:pt x="16560" y="40681"/>
                  </a:lnTo>
                  <a:lnTo>
                    <a:pt x="16965" y="40416"/>
                  </a:lnTo>
                  <a:lnTo>
                    <a:pt x="17322" y="39700"/>
                  </a:lnTo>
                  <a:lnTo>
                    <a:pt x="17625" y="37542"/>
                  </a:lnTo>
                  <a:lnTo>
                    <a:pt x="17873" y="33935"/>
                  </a:lnTo>
                  <a:lnTo>
                    <a:pt x="17736" y="31000"/>
                  </a:lnTo>
                  <a:lnTo>
                    <a:pt x="17212" y="28738"/>
                  </a:lnTo>
                  <a:lnTo>
                    <a:pt x="17069" y="25286"/>
                  </a:lnTo>
                  <a:lnTo>
                    <a:pt x="17309" y="20646"/>
                  </a:lnTo>
                  <a:lnTo>
                    <a:pt x="17137" y="16788"/>
                  </a:lnTo>
                  <a:lnTo>
                    <a:pt x="16557" y="13703"/>
                  </a:lnTo>
                  <a:lnTo>
                    <a:pt x="15965" y="11874"/>
                  </a:lnTo>
                  <a:lnTo>
                    <a:pt x="15058" y="11008"/>
                  </a:lnTo>
                  <a:lnTo>
                    <a:pt x="13633" y="6302"/>
                  </a:lnTo>
                  <a:lnTo>
                    <a:pt x="13197" y="4025"/>
                  </a:lnTo>
                  <a:lnTo>
                    <a:pt x="13275" y="2602"/>
                  </a:lnTo>
                  <a:lnTo>
                    <a:pt x="13654" y="2138"/>
                  </a:lnTo>
                  <a:lnTo>
                    <a:pt x="13769" y="1996"/>
                  </a:lnTo>
                  <a:lnTo>
                    <a:pt x="14676" y="2210"/>
                  </a:lnTo>
                  <a:lnTo>
                    <a:pt x="15528" y="1667"/>
                  </a:lnTo>
                  <a:lnTo>
                    <a:pt x="16324" y="372"/>
                  </a:lnTo>
                  <a:lnTo>
                    <a:pt x="17098" y="0"/>
                  </a:lnTo>
                  <a:lnTo>
                    <a:pt x="17264" y="121"/>
                  </a:lnTo>
                  <a:lnTo>
                    <a:pt x="17507" y="210"/>
                  </a:lnTo>
                  <a:lnTo>
                    <a:pt x="18715" y="210"/>
                  </a:lnTo>
                  <a:lnTo>
                    <a:pt x="20761" y="210"/>
                  </a:lnTo>
                  <a:lnTo>
                    <a:pt x="22807" y="210"/>
                  </a:lnTo>
                  <a:lnTo>
                    <a:pt x="24853" y="210"/>
                  </a:lnTo>
                  <a:lnTo>
                    <a:pt x="26898" y="210"/>
                  </a:lnTo>
                  <a:lnTo>
                    <a:pt x="28944" y="210"/>
                  </a:lnTo>
                  <a:lnTo>
                    <a:pt x="30990" y="210"/>
                  </a:lnTo>
                  <a:lnTo>
                    <a:pt x="33036" y="210"/>
                  </a:lnTo>
                  <a:lnTo>
                    <a:pt x="35081" y="210"/>
                  </a:lnTo>
                  <a:lnTo>
                    <a:pt x="37128" y="210"/>
                  </a:lnTo>
                  <a:lnTo>
                    <a:pt x="39173" y="210"/>
                  </a:lnTo>
                  <a:lnTo>
                    <a:pt x="41218" y="210"/>
                  </a:lnTo>
                  <a:lnTo>
                    <a:pt x="43265" y="210"/>
                  </a:lnTo>
                  <a:lnTo>
                    <a:pt x="45310" y="210"/>
                  </a:lnTo>
                  <a:lnTo>
                    <a:pt x="47356" y="210"/>
                  </a:lnTo>
                  <a:lnTo>
                    <a:pt x="49402" y="210"/>
                  </a:lnTo>
                  <a:lnTo>
                    <a:pt x="51448" y="21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2"/>
            <p:cNvSpPr/>
            <p:nvPr/>
          </p:nvSpPr>
          <p:spPr>
            <a:xfrm>
              <a:off x="3539106" y="3509367"/>
              <a:ext cx="62331" cy="168138"/>
            </a:xfrm>
            <a:custGeom>
              <a:avLst/>
              <a:pathLst>
                <a:path w="62331" h="168138">
                  <a:moveTo>
                    <a:pt x="49960" y="154312"/>
                  </a:moveTo>
                  <a:lnTo>
                    <a:pt x="48703" y="154312"/>
                  </a:lnTo>
                  <a:lnTo>
                    <a:pt x="46658" y="154312"/>
                  </a:lnTo>
                  <a:lnTo>
                    <a:pt x="44611" y="154312"/>
                  </a:lnTo>
                  <a:lnTo>
                    <a:pt x="42566" y="154312"/>
                  </a:lnTo>
                  <a:lnTo>
                    <a:pt x="40520" y="154312"/>
                  </a:lnTo>
                  <a:lnTo>
                    <a:pt x="38474" y="154312"/>
                  </a:lnTo>
                  <a:lnTo>
                    <a:pt x="36429" y="154312"/>
                  </a:lnTo>
                  <a:lnTo>
                    <a:pt x="34383" y="154312"/>
                  </a:lnTo>
                  <a:lnTo>
                    <a:pt x="32337" y="154312"/>
                  </a:lnTo>
                  <a:lnTo>
                    <a:pt x="30291" y="154312"/>
                  </a:lnTo>
                  <a:lnTo>
                    <a:pt x="28246" y="154312"/>
                  </a:lnTo>
                  <a:lnTo>
                    <a:pt x="26199" y="154312"/>
                  </a:lnTo>
                  <a:lnTo>
                    <a:pt x="24154" y="154312"/>
                  </a:lnTo>
                  <a:lnTo>
                    <a:pt x="22109" y="154312"/>
                  </a:lnTo>
                  <a:lnTo>
                    <a:pt x="20062" y="154312"/>
                  </a:lnTo>
                  <a:lnTo>
                    <a:pt x="18017" y="154312"/>
                  </a:lnTo>
                  <a:lnTo>
                    <a:pt x="15970" y="154312"/>
                  </a:lnTo>
                  <a:lnTo>
                    <a:pt x="14762" y="154312"/>
                  </a:lnTo>
                  <a:lnTo>
                    <a:pt x="14519" y="154223"/>
                  </a:lnTo>
                  <a:lnTo>
                    <a:pt x="14353" y="154102"/>
                  </a:lnTo>
                  <a:lnTo>
                    <a:pt x="13580" y="154474"/>
                  </a:lnTo>
                  <a:lnTo>
                    <a:pt x="12783" y="155770"/>
                  </a:lnTo>
                  <a:lnTo>
                    <a:pt x="11931" y="156312"/>
                  </a:lnTo>
                  <a:lnTo>
                    <a:pt x="11024" y="156099"/>
                  </a:lnTo>
                  <a:lnTo>
                    <a:pt x="10910" y="156240"/>
                  </a:lnTo>
                  <a:lnTo>
                    <a:pt x="10449" y="156203"/>
                  </a:lnTo>
                  <a:lnTo>
                    <a:pt x="9786" y="156116"/>
                  </a:lnTo>
                  <a:lnTo>
                    <a:pt x="9187" y="156456"/>
                  </a:lnTo>
                  <a:lnTo>
                    <a:pt x="8729" y="157593"/>
                  </a:lnTo>
                  <a:lnTo>
                    <a:pt x="8262" y="159535"/>
                  </a:lnTo>
                  <a:lnTo>
                    <a:pt x="7424" y="161763"/>
                  </a:lnTo>
                  <a:lnTo>
                    <a:pt x="6767" y="163740"/>
                  </a:lnTo>
                  <a:lnTo>
                    <a:pt x="6210" y="165145"/>
                  </a:lnTo>
                  <a:lnTo>
                    <a:pt x="4932" y="167459"/>
                  </a:lnTo>
                  <a:lnTo>
                    <a:pt x="4236" y="168138"/>
                  </a:lnTo>
                  <a:lnTo>
                    <a:pt x="3890" y="168031"/>
                  </a:lnTo>
                  <a:lnTo>
                    <a:pt x="3679" y="167601"/>
                  </a:lnTo>
                  <a:lnTo>
                    <a:pt x="3279" y="164643"/>
                  </a:lnTo>
                  <a:lnTo>
                    <a:pt x="3032" y="164167"/>
                  </a:lnTo>
                  <a:lnTo>
                    <a:pt x="549" y="165691"/>
                  </a:lnTo>
                  <a:lnTo>
                    <a:pt x="173" y="165714"/>
                  </a:lnTo>
                  <a:lnTo>
                    <a:pt x="207" y="164793"/>
                  </a:lnTo>
                  <a:lnTo>
                    <a:pt x="24" y="157839"/>
                  </a:lnTo>
                  <a:lnTo>
                    <a:pt x="0" y="153582"/>
                  </a:lnTo>
                  <a:lnTo>
                    <a:pt x="323" y="150916"/>
                  </a:lnTo>
                  <a:lnTo>
                    <a:pt x="512" y="147843"/>
                  </a:lnTo>
                  <a:lnTo>
                    <a:pt x="532" y="145130"/>
                  </a:lnTo>
                  <a:lnTo>
                    <a:pt x="989" y="140519"/>
                  </a:lnTo>
                  <a:lnTo>
                    <a:pt x="820" y="137755"/>
                  </a:lnTo>
                  <a:lnTo>
                    <a:pt x="1409" y="128059"/>
                  </a:lnTo>
                  <a:lnTo>
                    <a:pt x="1564" y="126482"/>
                  </a:lnTo>
                  <a:lnTo>
                    <a:pt x="1792" y="121797"/>
                  </a:lnTo>
                  <a:lnTo>
                    <a:pt x="2161" y="120353"/>
                  </a:lnTo>
                  <a:lnTo>
                    <a:pt x="2484" y="119787"/>
                  </a:lnTo>
                  <a:lnTo>
                    <a:pt x="2908" y="116913"/>
                  </a:lnTo>
                  <a:lnTo>
                    <a:pt x="3723" y="112323"/>
                  </a:lnTo>
                  <a:lnTo>
                    <a:pt x="4287" y="109957"/>
                  </a:lnTo>
                  <a:lnTo>
                    <a:pt x="4164" y="104789"/>
                  </a:lnTo>
                  <a:lnTo>
                    <a:pt x="4254" y="101274"/>
                  </a:lnTo>
                  <a:lnTo>
                    <a:pt x="4384" y="100495"/>
                  </a:lnTo>
                  <a:lnTo>
                    <a:pt x="5586" y="99186"/>
                  </a:lnTo>
                  <a:lnTo>
                    <a:pt x="7146" y="95937"/>
                  </a:lnTo>
                  <a:lnTo>
                    <a:pt x="7805" y="92117"/>
                  </a:lnTo>
                  <a:lnTo>
                    <a:pt x="8736" y="89678"/>
                  </a:lnTo>
                  <a:lnTo>
                    <a:pt x="10543" y="88090"/>
                  </a:lnTo>
                  <a:lnTo>
                    <a:pt x="15888" y="74977"/>
                  </a:lnTo>
                  <a:lnTo>
                    <a:pt x="18376" y="67909"/>
                  </a:lnTo>
                  <a:lnTo>
                    <a:pt x="19458" y="64287"/>
                  </a:lnTo>
                  <a:lnTo>
                    <a:pt x="19496" y="62990"/>
                  </a:lnTo>
                  <a:lnTo>
                    <a:pt x="19703" y="61282"/>
                  </a:lnTo>
                  <a:lnTo>
                    <a:pt x="19269" y="59950"/>
                  </a:lnTo>
                  <a:lnTo>
                    <a:pt x="18752" y="58741"/>
                  </a:lnTo>
                  <a:lnTo>
                    <a:pt x="18579" y="57624"/>
                  </a:lnTo>
                  <a:lnTo>
                    <a:pt x="18133" y="57069"/>
                  </a:lnTo>
                  <a:lnTo>
                    <a:pt x="17494" y="57092"/>
                  </a:lnTo>
                  <a:lnTo>
                    <a:pt x="17071" y="56281"/>
                  </a:lnTo>
                  <a:lnTo>
                    <a:pt x="16591" y="54690"/>
                  </a:lnTo>
                  <a:lnTo>
                    <a:pt x="16111" y="53688"/>
                  </a:lnTo>
                  <a:lnTo>
                    <a:pt x="14594" y="53772"/>
                  </a:lnTo>
                  <a:lnTo>
                    <a:pt x="13426" y="52149"/>
                  </a:lnTo>
                  <a:lnTo>
                    <a:pt x="13441" y="49936"/>
                  </a:lnTo>
                  <a:lnTo>
                    <a:pt x="13897" y="45571"/>
                  </a:lnTo>
                  <a:lnTo>
                    <a:pt x="14785" y="40576"/>
                  </a:lnTo>
                  <a:lnTo>
                    <a:pt x="14832" y="39198"/>
                  </a:lnTo>
                  <a:lnTo>
                    <a:pt x="14707" y="38021"/>
                  </a:lnTo>
                  <a:lnTo>
                    <a:pt x="14494" y="37014"/>
                  </a:lnTo>
                  <a:lnTo>
                    <a:pt x="14092" y="36015"/>
                  </a:lnTo>
                  <a:lnTo>
                    <a:pt x="13718" y="34821"/>
                  </a:lnTo>
                  <a:lnTo>
                    <a:pt x="14009" y="31228"/>
                  </a:lnTo>
                  <a:lnTo>
                    <a:pt x="14568" y="27705"/>
                  </a:lnTo>
                  <a:lnTo>
                    <a:pt x="15025" y="25946"/>
                  </a:lnTo>
                  <a:lnTo>
                    <a:pt x="15472" y="23972"/>
                  </a:lnTo>
                  <a:lnTo>
                    <a:pt x="15344" y="22355"/>
                  </a:lnTo>
                  <a:lnTo>
                    <a:pt x="14691" y="21555"/>
                  </a:lnTo>
                  <a:lnTo>
                    <a:pt x="15032" y="19977"/>
                  </a:lnTo>
                  <a:lnTo>
                    <a:pt x="15737" y="17319"/>
                  </a:lnTo>
                  <a:lnTo>
                    <a:pt x="17102" y="14633"/>
                  </a:lnTo>
                  <a:lnTo>
                    <a:pt x="18302" y="12842"/>
                  </a:lnTo>
                  <a:lnTo>
                    <a:pt x="19104" y="12832"/>
                  </a:lnTo>
                  <a:lnTo>
                    <a:pt x="20662" y="14260"/>
                  </a:lnTo>
                  <a:lnTo>
                    <a:pt x="22073" y="15948"/>
                  </a:lnTo>
                  <a:lnTo>
                    <a:pt x="22846" y="16034"/>
                  </a:lnTo>
                  <a:lnTo>
                    <a:pt x="23787" y="15328"/>
                  </a:lnTo>
                  <a:lnTo>
                    <a:pt x="25733" y="12339"/>
                  </a:lnTo>
                  <a:lnTo>
                    <a:pt x="26201" y="13289"/>
                  </a:lnTo>
                  <a:lnTo>
                    <a:pt x="26771" y="15103"/>
                  </a:lnTo>
                  <a:lnTo>
                    <a:pt x="27387" y="18103"/>
                  </a:lnTo>
                  <a:lnTo>
                    <a:pt x="28612" y="19473"/>
                  </a:lnTo>
                  <a:lnTo>
                    <a:pt x="29201" y="20418"/>
                  </a:lnTo>
                  <a:lnTo>
                    <a:pt x="29622" y="20698"/>
                  </a:lnTo>
                  <a:lnTo>
                    <a:pt x="29855" y="20453"/>
                  </a:lnTo>
                  <a:lnTo>
                    <a:pt x="30321" y="18095"/>
                  </a:lnTo>
                  <a:lnTo>
                    <a:pt x="30882" y="16810"/>
                  </a:lnTo>
                  <a:lnTo>
                    <a:pt x="31921" y="15188"/>
                  </a:lnTo>
                  <a:lnTo>
                    <a:pt x="34211" y="13895"/>
                  </a:lnTo>
                  <a:lnTo>
                    <a:pt x="35848" y="13504"/>
                  </a:lnTo>
                  <a:lnTo>
                    <a:pt x="36540" y="13223"/>
                  </a:lnTo>
                  <a:lnTo>
                    <a:pt x="37702" y="12461"/>
                  </a:lnTo>
                  <a:lnTo>
                    <a:pt x="39534" y="10047"/>
                  </a:lnTo>
                  <a:lnTo>
                    <a:pt x="41339" y="13164"/>
                  </a:lnTo>
                  <a:lnTo>
                    <a:pt x="43297" y="13765"/>
                  </a:lnTo>
                  <a:lnTo>
                    <a:pt x="45197" y="13744"/>
                  </a:lnTo>
                  <a:lnTo>
                    <a:pt x="45774" y="12797"/>
                  </a:lnTo>
                  <a:lnTo>
                    <a:pt x="46107" y="12070"/>
                  </a:lnTo>
                  <a:lnTo>
                    <a:pt x="48100" y="6942"/>
                  </a:lnTo>
                  <a:lnTo>
                    <a:pt x="50798" y="0"/>
                  </a:lnTo>
                  <a:lnTo>
                    <a:pt x="52593" y="9782"/>
                  </a:lnTo>
                  <a:lnTo>
                    <a:pt x="53211" y="10355"/>
                  </a:lnTo>
                  <a:lnTo>
                    <a:pt x="53124" y="11209"/>
                  </a:lnTo>
                  <a:lnTo>
                    <a:pt x="52973" y="12033"/>
                  </a:lnTo>
                  <a:lnTo>
                    <a:pt x="54147" y="14392"/>
                  </a:lnTo>
                  <a:lnTo>
                    <a:pt x="55594" y="15622"/>
                  </a:lnTo>
                  <a:lnTo>
                    <a:pt x="56110" y="16831"/>
                  </a:lnTo>
                  <a:lnTo>
                    <a:pt x="56157" y="18142"/>
                  </a:lnTo>
                  <a:lnTo>
                    <a:pt x="55670" y="23861"/>
                  </a:lnTo>
                  <a:lnTo>
                    <a:pt x="55760" y="25491"/>
                  </a:lnTo>
                  <a:lnTo>
                    <a:pt x="56227" y="31225"/>
                  </a:lnTo>
                  <a:lnTo>
                    <a:pt x="57087" y="32511"/>
                  </a:lnTo>
                  <a:lnTo>
                    <a:pt x="57853" y="38279"/>
                  </a:lnTo>
                  <a:lnTo>
                    <a:pt x="59396" y="40726"/>
                  </a:lnTo>
                  <a:lnTo>
                    <a:pt x="59618" y="41430"/>
                  </a:lnTo>
                  <a:lnTo>
                    <a:pt x="59974" y="44228"/>
                  </a:lnTo>
                  <a:lnTo>
                    <a:pt x="60446" y="47290"/>
                  </a:lnTo>
                  <a:lnTo>
                    <a:pt x="60817" y="48001"/>
                  </a:lnTo>
                  <a:lnTo>
                    <a:pt x="61042" y="48180"/>
                  </a:lnTo>
                  <a:lnTo>
                    <a:pt x="61497" y="51430"/>
                  </a:lnTo>
                  <a:lnTo>
                    <a:pt x="61235" y="53256"/>
                  </a:lnTo>
                  <a:lnTo>
                    <a:pt x="61591" y="58803"/>
                  </a:lnTo>
                  <a:lnTo>
                    <a:pt x="62168" y="63761"/>
                  </a:lnTo>
                  <a:lnTo>
                    <a:pt x="62323" y="69685"/>
                  </a:lnTo>
                  <a:lnTo>
                    <a:pt x="62331" y="72294"/>
                  </a:lnTo>
                  <a:lnTo>
                    <a:pt x="62311" y="73889"/>
                  </a:lnTo>
                  <a:lnTo>
                    <a:pt x="62181" y="76143"/>
                  </a:lnTo>
                  <a:lnTo>
                    <a:pt x="61905" y="77446"/>
                  </a:lnTo>
                  <a:lnTo>
                    <a:pt x="61411" y="78710"/>
                  </a:lnTo>
                  <a:lnTo>
                    <a:pt x="60866" y="80704"/>
                  </a:lnTo>
                  <a:lnTo>
                    <a:pt x="60390" y="82841"/>
                  </a:lnTo>
                  <a:lnTo>
                    <a:pt x="60091" y="83891"/>
                  </a:lnTo>
                  <a:lnTo>
                    <a:pt x="60324" y="87091"/>
                  </a:lnTo>
                  <a:lnTo>
                    <a:pt x="60264" y="87928"/>
                  </a:lnTo>
                  <a:lnTo>
                    <a:pt x="60137" y="88336"/>
                  </a:lnTo>
                  <a:lnTo>
                    <a:pt x="59437" y="88823"/>
                  </a:lnTo>
                  <a:lnTo>
                    <a:pt x="58543" y="89678"/>
                  </a:lnTo>
                  <a:lnTo>
                    <a:pt x="58001" y="90531"/>
                  </a:lnTo>
                  <a:lnTo>
                    <a:pt x="57233" y="92153"/>
                  </a:lnTo>
                  <a:lnTo>
                    <a:pt x="56617" y="93909"/>
                  </a:lnTo>
                  <a:lnTo>
                    <a:pt x="55801" y="99075"/>
                  </a:lnTo>
                  <a:lnTo>
                    <a:pt x="54440" y="103095"/>
                  </a:lnTo>
                  <a:lnTo>
                    <a:pt x="54210" y="104420"/>
                  </a:lnTo>
                  <a:lnTo>
                    <a:pt x="52925" y="106820"/>
                  </a:lnTo>
                  <a:lnTo>
                    <a:pt x="52359" y="109777"/>
                  </a:lnTo>
                  <a:lnTo>
                    <a:pt x="52000" y="113401"/>
                  </a:lnTo>
                  <a:lnTo>
                    <a:pt x="51501" y="116000"/>
                  </a:lnTo>
                  <a:lnTo>
                    <a:pt x="50419" y="119568"/>
                  </a:lnTo>
                  <a:lnTo>
                    <a:pt x="50170" y="125205"/>
                  </a:lnTo>
                  <a:lnTo>
                    <a:pt x="50203" y="136459"/>
                  </a:lnTo>
                  <a:lnTo>
                    <a:pt x="49922" y="1492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3"/>
            <p:cNvSpPr/>
            <p:nvPr/>
          </p:nvSpPr>
          <p:spPr>
            <a:xfrm>
              <a:off x="3561511" y="2263788"/>
              <a:ext cx="7380" cy="6455"/>
            </a:xfrm>
            <a:custGeom>
              <a:avLst/>
              <a:pathLst>
                <a:path w="7380" h="6455">
                  <a:moveTo>
                    <a:pt x="5793" y="5000"/>
                  </a:moveTo>
                  <a:lnTo>
                    <a:pt x="7380" y="6455"/>
                  </a:lnTo>
                  <a:lnTo>
                    <a:pt x="5760" y="6067"/>
                  </a:lnTo>
                  <a:lnTo>
                    <a:pt x="2202" y="4700"/>
                  </a:lnTo>
                  <a:lnTo>
                    <a:pt x="633" y="3409"/>
                  </a:lnTo>
                  <a:lnTo>
                    <a:pt x="229" y="1966"/>
                  </a:lnTo>
                  <a:lnTo>
                    <a:pt x="0" y="0"/>
                  </a:lnTo>
                  <a:lnTo>
                    <a:pt x="875" y="2067"/>
                  </a:lnTo>
                  <a:lnTo>
                    <a:pt x="1492" y="29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4"/>
            <p:cNvSpPr/>
            <p:nvPr/>
          </p:nvSpPr>
          <p:spPr>
            <a:xfrm>
              <a:off x="3453600" y="2087072"/>
              <a:ext cx="207104" cy="235386"/>
            </a:xfrm>
            <a:custGeom>
              <a:avLst/>
              <a:pathLst>
                <a:path w="207104" h="235386">
                  <a:moveTo>
                    <a:pt x="185078" y="155490"/>
                  </a:moveTo>
                  <a:lnTo>
                    <a:pt x="184663" y="155822"/>
                  </a:lnTo>
                  <a:lnTo>
                    <a:pt x="180640" y="155360"/>
                  </a:lnTo>
                  <a:lnTo>
                    <a:pt x="177356" y="155989"/>
                  </a:lnTo>
                  <a:lnTo>
                    <a:pt x="175014" y="160648"/>
                  </a:lnTo>
                  <a:lnTo>
                    <a:pt x="173618" y="160635"/>
                  </a:lnTo>
                  <a:lnTo>
                    <a:pt x="171651" y="161850"/>
                  </a:lnTo>
                  <a:lnTo>
                    <a:pt x="170321" y="163359"/>
                  </a:lnTo>
                  <a:lnTo>
                    <a:pt x="168742" y="166631"/>
                  </a:lnTo>
                  <a:lnTo>
                    <a:pt x="167520" y="165162"/>
                  </a:lnTo>
                  <a:lnTo>
                    <a:pt x="166026" y="165204"/>
                  </a:lnTo>
                  <a:lnTo>
                    <a:pt x="164567" y="166095"/>
                  </a:lnTo>
                  <a:lnTo>
                    <a:pt x="162812" y="168281"/>
                  </a:lnTo>
                  <a:lnTo>
                    <a:pt x="161835" y="168667"/>
                  </a:lnTo>
                  <a:lnTo>
                    <a:pt x="159882" y="168038"/>
                  </a:lnTo>
                  <a:lnTo>
                    <a:pt x="157606" y="169293"/>
                  </a:lnTo>
                  <a:lnTo>
                    <a:pt x="152693" y="176471"/>
                  </a:lnTo>
                  <a:lnTo>
                    <a:pt x="151041" y="181716"/>
                  </a:lnTo>
                  <a:lnTo>
                    <a:pt x="150439" y="182742"/>
                  </a:lnTo>
                  <a:lnTo>
                    <a:pt x="149610" y="184022"/>
                  </a:lnTo>
                  <a:lnTo>
                    <a:pt x="148723" y="184668"/>
                  </a:lnTo>
                  <a:lnTo>
                    <a:pt x="148255" y="184609"/>
                  </a:lnTo>
                  <a:lnTo>
                    <a:pt x="150593" y="180881"/>
                  </a:lnTo>
                  <a:lnTo>
                    <a:pt x="151311" y="179483"/>
                  </a:lnTo>
                  <a:lnTo>
                    <a:pt x="151435" y="178451"/>
                  </a:lnTo>
                  <a:lnTo>
                    <a:pt x="151447" y="176787"/>
                  </a:lnTo>
                  <a:lnTo>
                    <a:pt x="150738" y="174721"/>
                  </a:lnTo>
                  <a:lnTo>
                    <a:pt x="148824" y="179845"/>
                  </a:lnTo>
                  <a:lnTo>
                    <a:pt x="147737" y="180588"/>
                  </a:lnTo>
                  <a:lnTo>
                    <a:pt x="146356" y="182130"/>
                  </a:lnTo>
                  <a:lnTo>
                    <a:pt x="146289" y="185567"/>
                  </a:lnTo>
                  <a:lnTo>
                    <a:pt x="146445" y="188115"/>
                  </a:lnTo>
                  <a:lnTo>
                    <a:pt x="147013" y="191322"/>
                  </a:lnTo>
                  <a:lnTo>
                    <a:pt x="148350" y="196577"/>
                  </a:lnTo>
                  <a:lnTo>
                    <a:pt x="151081" y="204084"/>
                  </a:lnTo>
                  <a:lnTo>
                    <a:pt x="152390" y="206841"/>
                  </a:lnTo>
                  <a:lnTo>
                    <a:pt x="153352" y="207944"/>
                  </a:lnTo>
                  <a:lnTo>
                    <a:pt x="154509" y="208104"/>
                  </a:lnTo>
                  <a:lnTo>
                    <a:pt x="156729" y="205785"/>
                  </a:lnTo>
                  <a:lnTo>
                    <a:pt x="157679" y="205423"/>
                  </a:lnTo>
                  <a:lnTo>
                    <a:pt x="159744" y="206308"/>
                  </a:lnTo>
                  <a:lnTo>
                    <a:pt x="160483" y="204758"/>
                  </a:lnTo>
                  <a:lnTo>
                    <a:pt x="161557" y="203902"/>
                  </a:lnTo>
                  <a:lnTo>
                    <a:pt x="162936" y="203794"/>
                  </a:lnTo>
                  <a:lnTo>
                    <a:pt x="164510" y="204488"/>
                  </a:lnTo>
                  <a:lnTo>
                    <a:pt x="166212" y="205661"/>
                  </a:lnTo>
                  <a:lnTo>
                    <a:pt x="165513" y="208314"/>
                  </a:lnTo>
                  <a:lnTo>
                    <a:pt x="164783" y="210425"/>
                  </a:lnTo>
                  <a:lnTo>
                    <a:pt x="164525" y="212761"/>
                  </a:lnTo>
                  <a:lnTo>
                    <a:pt x="164122" y="215358"/>
                  </a:lnTo>
                  <a:lnTo>
                    <a:pt x="162241" y="216523"/>
                  </a:lnTo>
                  <a:lnTo>
                    <a:pt x="160226" y="216380"/>
                  </a:lnTo>
                  <a:lnTo>
                    <a:pt x="158100" y="217133"/>
                  </a:lnTo>
                  <a:lnTo>
                    <a:pt x="157335" y="216120"/>
                  </a:lnTo>
                  <a:lnTo>
                    <a:pt x="156827" y="215197"/>
                  </a:lnTo>
                  <a:lnTo>
                    <a:pt x="155884" y="214276"/>
                  </a:lnTo>
                  <a:lnTo>
                    <a:pt x="154641" y="213764"/>
                  </a:lnTo>
                  <a:lnTo>
                    <a:pt x="153525" y="214380"/>
                  </a:lnTo>
                  <a:lnTo>
                    <a:pt x="152205" y="217928"/>
                  </a:lnTo>
                  <a:lnTo>
                    <a:pt x="149868" y="220353"/>
                  </a:lnTo>
                  <a:lnTo>
                    <a:pt x="149096" y="223122"/>
                  </a:lnTo>
                  <a:lnTo>
                    <a:pt x="146796" y="222503"/>
                  </a:lnTo>
                  <a:lnTo>
                    <a:pt x="144829" y="222989"/>
                  </a:lnTo>
                  <a:lnTo>
                    <a:pt x="141987" y="225514"/>
                  </a:lnTo>
                  <a:lnTo>
                    <a:pt x="139821" y="230929"/>
                  </a:lnTo>
                  <a:lnTo>
                    <a:pt x="137435" y="234316"/>
                  </a:lnTo>
                  <a:lnTo>
                    <a:pt x="135543" y="235386"/>
                  </a:lnTo>
                  <a:lnTo>
                    <a:pt x="133767" y="235052"/>
                  </a:lnTo>
                  <a:lnTo>
                    <a:pt x="132619" y="234039"/>
                  </a:lnTo>
                  <a:lnTo>
                    <a:pt x="130258" y="230479"/>
                  </a:lnTo>
                  <a:lnTo>
                    <a:pt x="130396" y="229204"/>
                  </a:lnTo>
                  <a:lnTo>
                    <a:pt x="130725" y="228560"/>
                  </a:lnTo>
                  <a:lnTo>
                    <a:pt x="131171" y="226731"/>
                  </a:lnTo>
                  <a:lnTo>
                    <a:pt x="132116" y="220014"/>
                  </a:lnTo>
                  <a:lnTo>
                    <a:pt x="131989" y="217837"/>
                  </a:lnTo>
                  <a:lnTo>
                    <a:pt x="131460" y="214405"/>
                  </a:lnTo>
                  <a:lnTo>
                    <a:pt x="129588" y="211740"/>
                  </a:lnTo>
                  <a:lnTo>
                    <a:pt x="128081" y="212245"/>
                  </a:lnTo>
                  <a:lnTo>
                    <a:pt x="127222" y="211535"/>
                  </a:lnTo>
                  <a:lnTo>
                    <a:pt x="124135" y="207003"/>
                  </a:lnTo>
                  <a:lnTo>
                    <a:pt x="122455" y="206683"/>
                  </a:lnTo>
                  <a:lnTo>
                    <a:pt x="120598" y="207596"/>
                  </a:lnTo>
                  <a:lnTo>
                    <a:pt x="119914" y="206937"/>
                  </a:lnTo>
                  <a:lnTo>
                    <a:pt x="119409" y="205358"/>
                  </a:lnTo>
                  <a:lnTo>
                    <a:pt x="123092" y="199767"/>
                  </a:lnTo>
                  <a:lnTo>
                    <a:pt x="126708" y="195152"/>
                  </a:lnTo>
                  <a:lnTo>
                    <a:pt x="128294" y="194678"/>
                  </a:lnTo>
                  <a:lnTo>
                    <a:pt x="130436" y="192530"/>
                  </a:lnTo>
                  <a:lnTo>
                    <a:pt x="132722" y="189305"/>
                  </a:lnTo>
                  <a:lnTo>
                    <a:pt x="132398" y="186770"/>
                  </a:lnTo>
                  <a:lnTo>
                    <a:pt x="131908" y="184897"/>
                  </a:lnTo>
                  <a:lnTo>
                    <a:pt x="130812" y="185411"/>
                  </a:lnTo>
                  <a:lnTo>
                    <a:pt x="130018" y="186039"/>
                  </a:lnTo>
                  <a:lnTo>
                    <a:pt x="128103" y="184027"/>
                  </a:lnTo>
                  <a:lnTo>
                    <a:pt x="127398" y="182549"/>
                  </a:lnTo>
                  <a:lnTo>
                    <a:pt x="124401" y="184084"/>
                  </a:lnTo>
                  <a:lnTo>
                    <a:pt x="122733" y="183856"/>
                  </a:lnTo>
                  <a:lnTo>
                    <a:pt x="119049" y="185268"/>
                  </a:lnTo>
                  <a:lnTo>
                    <a:pt x="117359" y="183889"/>
                  </a:lnTo>
                  <a:lnTo>
                    <a:pt x="113974" y="180029"/>
                  </a:lnTo>
                  <a:lnTo>
                    <a:pt x="112702" y="179253"/>
                  </a:lnTo>
                  <a:lnTo>
                    <a:pt x="111621" y="179418"/>
                  </a:lnTo>
                  <a:lnTo>
                    <a:pt x="111031" y="178148"/>
                  </a:lnTo>
                  <a:lnTo>
                    <a:pt x="111755" y="177513"/>
                  </a:lnTo>
                  <a:lnTo>
                    <a:pt x="112595" y="177438"/>
                  </a:lnTo>
                  <a:lnTo>
                    <a:pt x="113467" y="176974"/>
                  </a:lnTo>
                  <a:lnTo>
                    <a:pt x="113714" y="176301"/>
                  </a:lnTo>
                  <a:lnTo>
                    <a:pt x="113661" y="175036"/>
                  </a:lnTo>
                  <a:lnTo>
                    <a:pt x="111903" y="174076"/>
                  </a:lnTo>
                  <a:lnTo>
                    <a:pt x="110268" y="173801"/>
                  </a:lnTo>
                  <a:lnTo>
                    <a:pt x="109232" y="172664"/>
                  </a:lnTo>
                  <a:lnTo>
                    <a:pt x="108441" y="171362"/>
                  </a:lnTo>
                  <a:lnTo>
                    <a:pt x="110295" y="171342"/>
                  </a:lnTo>
                  <a:lnTo>
                    <a:pt x="112158" y="172326"/>
                  </a:lnTo>
                  <a:lnTo>
                    <a:pt x="115076" y="172690"/>
                  </a:lnTo>
                  <a:lnTo>
                    <a:pt x="117721" y="173707"/>
                  </a:lnTo>
                  <a:lnTo>
                    <a:pt x="118384" y="172441"/>
                  </a:lnTo>
                  <a:lnTo>
                    <a:pt x="119922" y="170249"/>
                  </a:lnTo>
                  <a:lnTo>
                    <a:pt x="120215" y="169550"/>
                  </a:lnTo>
                  <a:lnTo>
                    <a:pt x="117638" y="171051"/>
                  </a:lnTo>
                  <a:lnTo>
                    <a:pt x="115027" y="170094"/>
                  </a:lnTo>
                  <a:lnTo>
                    <a:pt x="114073" y="168757"/>
                  </a:lnTo>
                  <a:lnTo>
                    <a:pt x="113267" y="166797"/>
                  </a:lnTo>
                  <a:lnTo>
                    <a:pt x="112929" y="164564"/>
                  </a:lnTo>
                  <a:lnTo>
                    <a:pt x="113149" y="162482"/>
                  </a:lnTo>
                  <a:lnTo>
                    <a:pt x="112867" y="158725"/>
                  </a:lnTo>
                  <a:lnTo>
                    <a:pt x="112006" y="155382"/>
                  </a:lnTo>
                  <a:lnTo>
                    <a:pt x="111701" y="153546"/>
                  </a:lnTo>
                  <a:lnTo>
                    <a:pt x="110792" y="151903"/>
                  </a:lnTo>
                  <a:lnTo>
                    <a:pt x="111686" y="155621"/>
                  </a:lnTo>
                  <a:lnTo>
                    <a:pt x="112020" y="158096"/>
                  </a:lnTo>
                  <a:lnTo>
                    <a:pt x="112558" y="160375"/>
                  </a:lnTo>
                  <a:lnTo>
                    <a:pt x="112431" y="166418"/>
                  </a:lnTo>
                  <a:lnTo>
                    <a:pt x="112100" y="168542"/>
                  </a:lnTo>
                  <a:lnTo>
                    <a:pt x="111026" y="169077"/>
                  </a:lnTo>
                  <a:lnTo>
                    <a:pt x="109616" y="168758"/>
                  </a:lnTo>
                  <a:lnTo>
                    <a:pt x="108179" y="168099"/>
                  </a:lnTo>
                  <a:lnTo>
                    <a:pt x="108538" y="164773"/>
                  </a:lnTo>
                  <a:lnTo>
                    <a:pt x="107773" y="165923"/>
                  </a:lnTo>
                  <a:lnTo>
                    <a:pt x="106692" y="169161"/>
                  </a:lnTo>
                  <a:lnTo>
                    <a:pt x="105741" y="169643"/>
                  </a:lnTo>
                  <a:lnTo>
                    <a:pt x="103629" y="169289"/>
                  </a:lnTo>
                  <a:lnTo>
                    <a:pt x="99711" y="171430"/>
                  </a:lnTo>
                  <a:lnTo>
                    <a:pt x="99441" y="173763"/>
                  </a:lnTo>
                  <a:lnTo>
                    <a:pt x="98852" y="176920"/>
                  </a:lnTo>
                  <a:lnTo>
                    <a:pt x="98283" y="178758"/>
                  </a:lnTo>
                  <a:lnTo>
                    <a:pt x="98105" y="179866"/>
                  </a:lnTo>
                  <a:lnTo>
                    <a:pt x="96433" y="184628"/>
                  </a:lnTo>
                  <a:lnTo>
                    <a:pt x="96220" y="185078"/>
                  </a:lnTo>
                  <a:lnTo>
                    <a:pt x="93068" y="191679"/>
                  </a:lnTo>
                  <a:lnTo>
                    <a:pt x="92666" y="192175"/>
                  </a:lnTo>
                  <a:lnTo>
                    <a:pt x="90623" y="193712"/>
                  </a:lnTo>
                  <a:lnTo>
                    <a:pt x="89415" y="195058"/>
                  </a:lnTo>
                  <a:lnTo>
                    <a:pt x="88489" y="195658"/>
                  </a:lnTo>
                  <a:lnTo>
                    <a:pt x="86922" y="194990"/>
                  </a:lnTo>
                  <a:lnTo>
                    <a:pt x="86271" y="195942"/>
                  </a:lnTo>
                  <a:lnTo>
                    <a:pt x="85963" y="197123"/>
                  </a:lnTo>
                  <a:lnTo>
                    <a:pt x="85957" y="199561"/>
                  </a:lnTo>
                  <a:lnTo>
                    <a:pt x="86753" y="201314"/>
                  </a:lnTo>
                  <a:lnTo>
                    <a:pt x="87405" y="207146"/>
                  </a:lnTo>
                  <a:lnTo>
                    <a:pt x="87162" y="209610"/>
                  </a:lnTo>
                  <a:lnTo>
                    <a:pt x="86541" y="208014"/>
                  </a:lnTo>
                  <a:lnTo>
                    <a:pt x="85572" y="206333"/>
                  </a:lnTo>
                  <a:lnTo>
                    <a:pt x="83685" y="204889"/>
                  </a:lnTo>
                  <a:lnTo>
                    <a:pt x="81611" y="205384"/>
                  </a:lnTo>
                  <a:lnTo>
                    <a:pt x="79355" y="207818"/>
                  </a:lnTo>
                  <a:lnTo>
                    <a:pt x="77823" y="208723"/>
                  </a:lnTo>
                  <a:lnTo>
                    <a:pt x="77017" y="208098"/>
                  </a:lnTo>
                  <a:lnTo>
                    <a:pt x="76527" y="208134"/>
                  </a:lnTo>
                  <a:lnTo>
                    <a:pt x="76353" y="208832"/>
                  </a:lnTo>
                  <a:lnTo>
                    <a:pt x="76390" y="209404"/>
                  </a:lnTo>
                  <a:lnTo>
                    <a:pt x="76638" y="209847"/>
                  </a:lnTo>
                  <a:lnTo>
                    <a:pt x="76602" y="210170"/>
                  </a:lnTo>
                  <a:lnTo>
                    <a:pt x="76285" y="210372"/>
                  </a:lnTo>
                  <a:lnTo>
                    <a:pt x="72724" y="208656"/>
                  </a:lnTo>
                  <a:lnTo>
                    <a:pt x="71187" y="207033"/>
                  </a:lnTo>
                  <a:lnTo>
                    <a:pt x="69976" y="203980"/>
                  </a:lnTo>
                  <a:lnTo>
                    <a:pt x="70579" y="202992"/>
                  </a:lnTo>
                  <a:lnTo>
                    <a:pt x="71102" y="202558"/>
                  </a:lnTo>
                  <a:lnTo>
                    <a:pt x="72955" y="202304"/>
                  </a:lnTo>
                  <a:lnTo>
                    <a:pt x="73273" y="201992"/>
                  </a:lnTo>
                  <a:lnTo>
                    <a:pt x="73305" y="201288"/>
                  </a:lnTo>
                  <a:lnTo>
                    <a:pt x="73443" y="200376"/>
                  </a:lnTo>
                  <a:lnTo>
                    <a:pt x="73394" y="199034"/>
                  </a:lnTo>
                  <a:lnTo>
                    <a:pt x="73188" y="197617"/>
                  </a:lnTo>
                  <a:lnTo>
                    <a:pt x="74002" y="195548"/>
                  </a:lnTo>
                  <a:lnTo>
                    <a:pt x="75213" y="193833"/>
                  </a:lnTo>
                  <a:lnTo>
                    <a:pt x="75923" y="192115"/>
                  </a:lnTo>
                  <a:lnTo>
                    <a:pt x="76033" y="189598"/>
                  </a:lnTo>
                  <a:lnTo>
                    <a:pt x="77307" y="188372"/>
                  </a:lnTo>
                  <a:lnTo>
                    <a:pt x="78438" y="186265"/>
                  </a:lnTo>
                  <a:lnTo>
                    <a:pt x="78715" y="183970"/>
                  </a:lnTo>
                  <a:lnTo>
                    <a:pt x="79111" y="182527"/>
                  </a:lnTo>
                  <a:lnTo>
                    <a:pt x="78391" y="179218"/>
                  </a:lnTo>
                  <a:lnTo>
                    <a:pt x="78240" y="177037"/>
                  </a:lnTo>
                  <a:lnTo>
                    <a:pt x="78204" y="175209"/>
                  </a:lnTo>
                  <a:lnTo>
                    <a:pt x="78560" y="174193"/>
                  </a:lnTo>
                  <a:lnTo>
                    <a:pt x="79613" y="173055"/>
                  </a:lnTo>
                  <a:lnTo>
                    <a:pt x="80722" y="172172"/>
                  </a:lnTo>
                  <a:lnTo>
                    <a:pt x="81182" y="172258"/>
                  </a:lnTo>
                  <a:lnTo>
                    <a:pt x="81349" y="172820"/>
                  </a:lnTo>
                  <a:lnTo>
                    <a:pt x="81393" y="176532"/>
                  </a:lnTo>
                  <a:lnTo>
                    <a:pt x="81615" y="176603"/>
                  </a:lnTo>
                  <a:lnTo>
                    <a:pt x="81969" y="176140"/>
                  </a:lnTo>
                  <a:lnTo>
                    <a:pt x="82547" y="173954"/>
                  </a:lnTo>
                  <a:lnTo>
                    <a:pt x="82946" y="174590"/>
                  </a:lnTo>
                  <a:lnTo>
                    <a:pt x="83560" y="174831"/>
                  </a:lnTo>
                  <a:lnTo>
                    <a:pt x="84020" y="174268"/>
                  </a:lnTo>
                  <a:lnTo>
                    <a:pt x="84319" y="174333"/>
                  </a:lnTo>
                  <a:lnTo>
                    <a:pt x="84689" y="174897"/>
                  </a:lnTo>
                  <a:lnTo>
                    <a:pt x="85427" y="175692"/>
                  </a:lnTo>
                  <a:lnTo>
                    <a:pt x="86116" y="175956"/>
                  </a:lnTo>
                  <a:lnTo>
                    <a:pt x="86686" y="175427"/>
                  </a:lnTo>
                  <a:lnTo>
                    <a:pt x="87173" y="174482"/>
                  </a:lnTo>
                  <a:lnTo>
                    <a:pt x="87692" y="174805"/>
                  </a:lnTo>
                  <a:lnTo>
                    <a:pt x="88681" y="177383"/>
                  </a:lnTo>
                  <a:lnTo>
                    <a:pt x="89143" y="177098"/>
                  </a:lnTo>
                  <a:lnTo>
                    <a:pt x="91418" y="176577"/>
                  </a:lnTo>
                  <a:lnTo>
                    <a:pt x="91784" y="175876"/>
                  </a:lnTo>
                  <a:lnTo>
                    <a:pt x="92055" y="175239"/>
                  </a:lnTo>
                  <a:lnTo>
                    <a:pt x="89676" y="171818"/>
                  </a:lnTo>
                  <a:lnTo>
                    <a:pt x="89796" y="169273"/>
                  </a:lnTo>
                  <a:lnTo>
                    <a:pt x="89885" y="166354"/>
                  </a:lnTo>
                  <a:lnTo>
                    <a:pt x="89604" y="164621"/>
                  </a:lnTo>
                  <a:lnTo>
                    <a:pt x="89141" y="163248"/>
                  </a:lnTo>
                  <a:lnTo>
                    <a:pt x="87321" y="161652"/>
                  </a:lnTo>
                  <a:lnTo>
                    <a:pt x="85918" y="160000"/>
                  </a:lnTo>
                  <a:lnTo>
                    <a:pt x="85621" y="159256"/>
                  </a:lnTo>
                  <a:lnTo>
                    <a:pt x="85583" y="158289"/>
                  </a:lnTo>
                  <a:lnTo>
                    <a:pt x="85523" y="156788"/>
                  </a:lnTo>
                  <a:lnTo>
                    <a:pt x="84966" y="155500"/>
                  </a:lnTo>
                  <a:lnTo>
                    <a:pt x="84919" y="154409"/>
                  </a:lnTo>
                  <a:lnTo>
                    <a:pt x="85274" y="152710"/>
                  </a:lnTo>
                  <a:lnTo>
                    <a:pt x="85360" y="150899"/>
                  </a:lnTo>
                  <a:lnTo>
                    <a:pt x="85243" y="150185"/>
                  </a:lnTo>
                  <a:lnTo>
                    <a:pt x="84915" y="149602"/>
                  </a:lnTo>
                  <a:lnTo>
                    <a:pt x="84283" y="149545"/>
                  </a:lnTo>
                  <a:lnTo>
                    <a:pt x="83451" y="148499"/>
                  </a:lnTo>
                  <a:lnTo>
                    <a:pt x="82880" y="147090"/>
                  </a:lnTo>
                  <a:lnTo>
                    <a:pt x="81347" y="145058"/>
                  </a:lnTo>
                  <a:lnTo>
                    <a:pt x="80877" y="144728"/>
                  </a:lnTo>
                  <a:lnTo>
                    <a:pt x="80591" y="143722"/>
                  </a:lnTo>
                  <a:lnTo>
                    <a:pt x="80454" y="142520"/>
                  </a:lnTo>
                  <a:lnTo>
                    <a:pt x="80775" y="141028"/>
                  </a:lnTo>
                  <a:lnTo>
                    <a:pt x="81180" y="138731"/>
                  </a:lnTo>
                  <a:lnTo>
                    <a:pt x="81464" y="136576"/>
                  </a:lnTo>
                  <a:lnTo>
                    <a:pt x="81469" y="135292"/>
                  </a:lnTo>
                  <a:lnTo>
                    <a:pt x="81281" y="132117"/>
                  </a:lnTo>
                  <a:lnTo>
                    <a:pt x="80482" y="129691"/>
                  </a:lnTo>
                  <a:lnTo>
                    <a:pt x="80109" y="129369"/>
                  </a:lnTo>
                  <a:lnTo>
                    <a:pt x="79464" y="130051"/>
                  </a:lnTo>
                  <a:lnTo>
                    <a:pt x="78732" y="130623"/>
                  </a:lnTo>
                  <a:lnTo>
                    <a:pt x="78154" y="130087"/>
                  </a:lnTo>
                  <a:lnTo>
                    <a:pt x="77495" y="128772"/>
                  </a:lnTo>
                  <a:lnTo>
                    <a:pt x="76436" y="125110"/>
                  </a:lnTo>
                  <a:lnTo>
                    <a:pt x="74455" y="124377"/>
                  </a:lnTo>
                  <a:lnTo>
                    <a:pt x="73635" y="124202"/>
                  </a:lnTo>
                  <a:lnTo>
                    <a:pt x="72860" y="125968"/>
                  </a:lnTo>
                  <a:lnTo>
                    <a:pt x="72617" y="125432"/>
                  </a:lnTo>
                  <a:lnTo>
                    <a:pt x="72399" y="124303"/>
                  </a:lnTo>
                  <a:lnTo>
                    <a:pt x="71990" y="123853"/>
                  </a:lnTo>
                  <a:lnTo>
                    <a:pt x="71450" y="124375"/>
                  </a:lnTo>
                  <a:lnTo>
                    <a:pt x="71293" y="123873"/>
                  </a:lnTo>
                  <a:lnTo>
                    <a:pt x="71526" y="122348"/>
                  </a:lnTo>
                  <a:lnTo>
                    <a:pt x="70880" y="121594"/>
                  </a:lnTo>
                  <a:lnTo>
                    <a:pt x="69358" y="121611"/>
                  </a:lnTo>
                  <a:lnTo>
                    <a:pt x="68549" y="121048"/>
                  </a:lnTo>
                  <a:lnTo>
                    <a:pt x="68452" y="119903"/>
                  </a:lnTo>
                  <a:lnTo>
                    <a:pt x="67973" y="119149"/>
                  </a:lnTo>
                  <a:lnTo>
                    <a:pt x="67109" y="118787"/>
                  </a:lnTo>
                  <a:lnTo>
                    <a:pt x="66272" y="117851"/>
                  </a:lnTo>
                  <a:lnTo>
                    <a:pt x="65459" y="116343"/>
                  </a:lnTo>
                  <a:lnTo>
                    <a:pt x="64245" y="115361"/>
                  </a:lnTo>
                  <a:lnTo>
                    <a:pt x="62625" y="114906"/>
                  </a:lnTo>
                  <a:lnTo>
                    <a:pt x="62493" y="114743"/>
                  </a:lnTo>
                  <a:lnTo>
                    <a:pt x="62343" y="114527"/>
                  </a:lnTo>
                  <a:lnTo>
                    <a:pt x="61298" y="115551"/>
                  </a:lnTo>
                  <a:lnTo>
                    <a:pt x="60670" y="116362"/>
                  </a:lnTo>
                  <a:lnTo>
                    <a:pt x="59900" y="115857"/>
                  </a:lnTo>
                  <a:lnTo>
                    <a:pt x="58652" y="117668"/>
                  </a:lnTo>
                  <a:lnTo>
                    <a:pt x="56120" y="117761"/>
                  </a:lnTo>
                  <a:lnTo>
                    <a:pt x="54879" y="117653"/>
                  </a:lnTo>
                  <a:lnTo>
                    <a:pt x="54263" y="117203"/>
                  </a:lnTo>
                  <a:lnTo>
                    <a:pt x="51885" y="119952"/>
                  </a:lnTo>
                  <a:lnTo>
                    <a:pt x="51637" y="120965"/>
                  </a:lnTo>
                  <a:lnTo>
                    <a:pt x="51102" y="121301"/>
                  </a:lnTo>
                  <a:lnTo>
                    <a:pt x="49606" y="121847"/>
                  </a:lnTo>
                  <a:lnTo>
                    <a:pt x="48032" y="122622"/>
                  </a:lnTo>
                  <a:lnTo>
                    <a:pt x="47702" y="125297"/>
                  </a:lnTo>
                  <a:lnTo>
                    <a:pt x="47233" y="126742"/>
                  </a:lnTo>
                  <a:lnTo>
                    <a:pt x="46387" y="128864"/>
                  </a:lnTo>
                  <a:lnTo>
                    <a:pt x="43464" y="129601"/>
                  </a:lnTo>
                  <a:lnTo>
                    <a:pt x="40939" y="130639"/>
                  </a:lnTo>
                  <a:lnTo>
                    <a:pt x="38349" y="131279"/>
                  </a:lnTo>
                  <a:lnTo>
                    <a:pt x="34959" y="133871"/>
                  </a:lnTo>
                  <a:lnTo>
                    <a:pt x="33856" y="136157"/>
                  </a:lnTo>
                  <a:lnTo>
                    <a:pt x="32766" y="136795"/>
                  </a:lnTo>
                  <a:lnTo>
                    <a:pt x="31779" y="136983"/>
                  </a:lnTo>
                  <a:lnTo>
                    <a:pt x="31141" y="135710"/>
                  </a:lnTo>
                  <a:lnTo>
                    <a:pt x="28990" y="132292"/>
                  </a:lnTo>
                  <a:lnTo>
                    <a:pt x="28161" y="130681"/>
                  </a:lnTo>
                  <a:lnTo>
                    <a:pt x="27069" y="130206"/>
                  </a:lnTo>
                  <a:lnTo>
                    <a:pt x="25883" y="130474"/>
                  </a:lnTo>
                  <a:lnTo>
                    <a:pt x="24743" y="131268"/>
                  </a:lnTo>
                  <a:lnTo>
                    <a:pt x="23544" y="131419"/>
                  </a:lnTo>
                  <a:lnTo>
                    <a:pt x="22186" y="130275"/>
                  </a:lnTo>
                  <a:lnTo>
                    <a:pt x="22044" y="130386"/>
                  </a:lnTo>
                  <a:lnTo>
                    <a:pt x="21520" y="130541"/>
                  </a:lnTo>
                  <a:lnTo>
                    <a:pt x="18149" y="129157"/>
                  </a:lnTo>
                  <a:lnTo>
                    <a:pt x="17839" y="128927"/>
                  </a:lnTo>
                  <a:lnTo>
                    <a:pt x="17690" y="128870"/>
                  </a:lnTo>
                  <a:lnTo>
                    <a:pt x="17226" y="128766"/>
                  </a:lnTo>
                  <a:lnTo>
                    <a:pt x="14688" y="128939"/>
                  </a:lnTo>
                  <a:lnTo>
                    <a:pt x="12322" y="126146"/>
                  </a:lnTo>
                  <a:lnTo>
                    <a:pt x="11595" y="126061"/>
                  </a:lnTo>
                  <a:lnTo>
                    <a:pt x="11036" y="127192"/>
                  </a:lnTo>
                  <a:lnTo>
                    <a:pt x="10621" y="128450"/>
                  </a:lnTo>
                  <a:lnTo>
                    <a:pt x="8988" y="129699"/>
                  </a:lnTo>
                  <a:lnTo>
                    <a:pt x="8571" y="130201"/>
                  </a:lnTo>
                  <a:lnTo>
                    <a:pt x="8334" y="129816"/>
                  </a:lnTo>
                  <a:lnTo>
                    <a:pt x="8224" y="128730"/>
                  </a:lnTo>
                  <a:lnTo>
                    <a:pt x="8347" y="127770"/>
                  </a:lnTo>
                  <a:lnTo>
                    <a:pt x="8106" y="126861"/>
                  </a:lnTo>
                  <a:lnTo>
                    <a:pt x="7484" y="125830"/>
                  </a:lnTo>
                  <a:lnTo>
                    <a:pt x="7334" y="125404"/>
                  </a:lnTo>
                  <a:lnTo>
                    <a:pt x="6556" y="125481"/>
                  </a:lnTo>
                  <a:lnTo>
                    <a:pt x="6266" y="125558"/>
                  </a:lnTo>
                  <a:lnTo>
                    <a:pt x="5185" y="124683"/>
                  </a:lnTo>
                  <a:lnTo>
                    <a:pt x="4468" y="122575"/>
                  </a:lnTo>
                  <a:lnTo>
                    <a:pt x="3360" y="121454"/>
                  </a:lnTo>
                  <a:lnTo>
                    <a:pt x="2512" y="121077"/>
                  </a:lnTo>
                  <a:lnTo>
                    <a:pt x="2127" y="120174"/>
                  </a:lnTo>
                  <a:lnTo>
                    <a:pt x="1879" y="118972"/>
                  </a:lnTo>
                  <a:lnTo>
                    <a:pt x="1583" y="117979"/>
                  </a:lnTo>
                  <a:lnTo>
                    <a:pt x="1402" y="116606"/>
                  </a:lnTo>
                  <a:lnTo>
                    <a:pt x="1096" y="116427"/>
                  </a:lnTo>
                  <a:lnTo>
                    <a:pt x="0" y="116666"/>
                  </a:lnTo>
                  <a:lnTo>
                    <a:pt x="126" y="111844"/>
                  </a:lnTo>
                  <a:lnTo>
                    <a:pt x="1880" y="108377"/>
                  </a:lnTo>
                  <a:lnTo>
                    <a:pt x="2310" y="106627"/>
                  </a:lnTo>
                  <a:lnTo>
                    <a:pt x="2964" y="102833"/>
                  </a:lnTo>
                  <a:lnTo>
                    <a:pt x="3454" y="101058"/>
                  </a:lnTo>
                  <a:lnTo>
                    <a:pt x="4043" y="99589"/>
                  </a:lnTo>
                  <a:lnTo>
                    <a:pt x="4514" y="98166"/>
                  </a:lnTo>
                  <a:lnTo>
                    <a:pt x="4681" y="96946"/>
                  </a:lnTo>
                  <a:lnTo>
                    <a:pt x="5157" y="96813"/>
                  </a:lnTo>
                  <a:lnTo>
                    <a:pt x="6553" y="97914"/>
                  </a:lnTo>
                  <a:lnTo>
                    <a:pt x="7801" y="98481"/>
                  </a:lnTo>
                  <a:lnTo>
                    <a:pt x="8146" y="97944"/>
                  </a:lnTo>
                  <a:lnTo>
                    <a:pt x="8288" y="97240"/>
                  </a:lnTo>
                  <a:lnTo>
                    <a:pt x="8230" y="96693"/>
                  </a:lnTo>
                  <a:lnTo>
                    <a:pt x="7230" y="95069"/>
                  </a:lnTo>
                  <a:lnTo>
                    <a:pt x="6603" y="94036"/>
                  </a:lnTo>
                  <a:lnTo>
                    <a:pt x="6565" y="93399"/>
                  </a:lnTo>
                  <a:lnTo>
                    <a:pt x="6791" y="91974"/>
                  </a:lnTo>
                  <a:lnTo>
                    <a:pt x="6911" y="90372"/>
                  </a:lnTo>
                  <a:lnTo>
                    <a:pt x="6767" y="88639"/>
                  </a:lnTo>
                  <a:lnTo>
                    <a:pt x="6085" y="84802"/>
                  </a:lnTo>
                  <a:lnTo>
                    <a:pt x="5956" y="83167"/>
                  </a:lnTo>
                  <a:lnTo>
                    <a:pt x="6609" y="81181"/>
                  </a:lnTo>
                  <a:lnTo>
                    <a:pt x="8733" y="76452"/>
                  </a:lnTo>
                  <a:lnTo>
                    <a:pt x="9441" y="74676"/>
                  </a:lnTo>
                  <a:lnTo>
                    <a:pt x="10408" y="72527"/>
                  </a:lnTo>
                  <a:lnTo>
                    <a:pt x="13034" y="67392"/>
                  </a:lnTo>
                  <a:lnTo>
                    <a:pt x="14693" y="64406"/>
                  </a:lnTo>
                  <a:lnTo>
                    <a:pt x="15815" y="62754"/>
                  </a:lnTo>
                  <a:lnTo>
                    <a:pt x="17459" y="59881"/>
                  </a:lnTo>
                  <a:lnTo>
                    <a:pt x="18181" y="58395"/>
                  </a:lnTo>
                  <a:lnTo>
                    <a:pt x="21184" y="57428"/>
                  </a:lnTo>
                  <a:lnTo>
                    <a:pt x="21556" y="56040"/>
                  </a:lnTo>
                  <a:lnTo>
                    <a:pt x="22104" y="54521"/>
                  </a:lnTo>
                  <a:lnTo>
                    <a:pt x="22533" y="53870"/>
                  </a:lnTo>
                  <a:lnTo>
                    <a:pt x="22589" y="51312"/>
                  </a:lnTo>
                  <a:lnTo>
                    <a:pt x="22031" y="48187"/>
                  </a:lnTo>
                  <a:lnTo>
                    <a:pt x="21583" y="47083"/>
                  </a:lnTo>
                  <a:lnTo>
                    <a:pt x="21250" y="46332"/>
                  </a:lnTo>
                  <a:lnTo>
                    <a:pt x="21465" y="45629"/>
                  </a:lnTo>
                  <a:lnTo>
                    <a:pt x="21797" y="45428"/>
                  </a:lnTo>
                  <a:lnTo>
                    <a:pt x="22208" y="45329"/>
                  </a:lnTo>
                  <a:lnTo>
                    <a:pt x="22716" y="44577"/>
                  </a:lnTo>
                  <a:lnTo>
                    <a:pt x="22601" y="43756"/>
                  </a:lnTo>
                  <a:lnTo>
                    <a:pt x="21334" y="41756"/>
                  </a:lnTo>
                  <a:lnTo>
                    <a:pt x="20786" y="40217"/>
                  </a:lnTo>
                  <a:lnTo>
                    <a:pt x="19927" y="36266"/>
                  </a:lnTo>
                  <a:lnTo>
                    <a:pt x="18187" y="32162"/>
                  </a:lnTo>
                  <a:lnTo>
                    <a:pt x="17637" y="30834"/>
                  </a:lnTo>
                  <a:lnTo>
                    <a:pt x="17558" y="29580"/>
                  </a:lnTo>
                  <a:lnTo>
                    <a:pt x="17812" y="28326"/>
                  </a:lnTo>
                  <a:lnTo>
                    <a:pt x="17573" y="26729"/>
                  </a:lnTo>
                  <a:lnTo>
                    <a:pt x="16956" y="24692"/>
                  </a:lnTo>
                  <a:lnTo>
                    <a:pt x="17054" y="24471"/>
                  </a:lnTo>
                  <a:lnTo>
                    <a:pt x="16994" y="21956"/>
                  </a:lnTo>
                  <a:lnTo>
                    <a:pt x="17432" y="21414"/>
                  </a:lnTo>
                  <a:lnTo>
                    <a:pt x="18125" y="21046"/>
                  </a:lnTo>
                  <a:lnTo>
                    <a:pt x="19101" y="21170"/>
                  </a:lnTo>
                  <a:lnTo>
                    <a:pt x="19936" y="21558"/>
                  </a:lnTo>
                  <a:lnTo>
                    <a:pt x="20937" y="22708"/>
                  </a:lnTo>
                  <a:lnTo>
                    <a:pt x="21249" y="22523"/>
                  </a:lnTo>
                  <a:lnTo>
                    <a:pt x="22958" y="20356"/>
                  </a:lnTo>
                  <a:lnTo>
                    <a:pt x="24722" y="17104"/>
                  </a:lnTo>
                  <a:lnTo>
                    <a:pt x="25224" y="15221"/>
                  </a:lnTo>
                  <a:lnTo>
                    <a:pt x="25663" y="14361"/>
                  </a:lnTo>
                  <a:lnTo>
                    <a:pt x="27197" y="13903"/>
                  </a:lnTo>
                  <a:lnTo>
                    <a:pt x="28534" y="13712"/>
                  </a:lnTo>
                  <a:lnTo>
                    <a:pt x="29383" y="13748"/>
                  </a:lnTo>
                  <a:lnTo>
                    <a:pt x="31469" y="13428"/>
                  </a:lnTo>
                  <a:lnTo>
                    <a:pt x="32705" y="13073"/>
                  </a:lnTo>
                  <a:lnTo>
                    <a:pt x="33774" y="12500"/>
                  </a:lnTo>
                  <a:lnTo>
                    <a:pt x="36081" y="12287"/>
                  </a:lnTo>
                  <a:lnTo>
                    <a:pt x="39684" y="12670"/>
                  </a:lnTo>
                  <a:lnTo>
                    <a:pt x="42049" y="12698"/>
                  </a:lnTo>
                  <a:lnTo>
                    <a:pt x="43655" y="13002"/>
                  </a:lnTo>
                  <a:lnTo>
                    <a:pt x="47588" y="14731"/>
                  </a:lnTo>
                  <a:lnTo>
                    <a:pt x="49053" y="15044"/>
                  </a:lnTo>
                  <a:lnTo>
                    <a:pt x="49733" y="15960"/>
                  </a:lnTo>
                  <a:lnTo>
                    <a:pt x="51038" y="16301"/>
                  </a:lnTo>
                  <a:lnTo>
                    <a:pt x="53415" y="17223"/>
                  </a:lnTo>
                  <a:lnTo>
                    <a:pt x="55480" y="17716"/>
                  </a:lnTo>
                  <a:lnTo>
                    <a:pt x="56876" y="17514"/>
                  </a:lnTo>
                  <a:lnTo>
                    <a:pt x="57657" y="17774"/>
                  </a:lnTo>
                  <a:lnTo>
                    <a:pt x="59131" y="21866"/>
                  </a:lnTo>
                  <a:lnTo>
                    <a:pt x="59432" y="22343"/>
                  </a:lnTo>
                  <a:lnTo>
                    <a:pt x="60023" y="22440"/>
                  </a:lnTo>
                  <a:lnTo>
                    <a:pt x="61228" y="22086"/>
                  </a:lnTo>
                  <a:lnTo>
                    <a:pt x="62943" y="22219"/>
                  </a:lnTo>
                  <a:lnTo>
                    <a:pt x="63960" y="23082"/>
                  </a:lnTo>
                  <a:lnTo>
                    <a:pt x="63811" y="25519"/>
                  </a:lnTo>
                  <a:lnTo>
                    <a:pt x="64078" y="25872"/>
                  </a:lnTo>
                  <a:lnTo>
                    <a:pt x="64554" y="25737"/>
                  </a:lnTo>
                  <a:lnTo>
                    <a:pt x="65101" y="24360"/>
                  </a:lnTo>
                  <a:lnTo>
                    <a:pt x="65561" y="22933"/>
                  </a:lnTo>
                  <a:lnTo>
                    <a:pt x="65903" y="22492"/>
                  </a:lnTo>
                  <a:lnTo>
                    <a:pt x="67654" y="23456"/>
                  </a:lnTo>
                  <a:lnTo>
                    <a:pt x="68455" y="23300"/>
                  </a:lnTo>
                  <a:lnTo>
                    <a:pt x="69193" y="22218"/>
                  </a:lnTo>
                  <a:lnTo>
                    <a:pt x="69646" y="22034"/>
                  </a:lnTo>
                  <a:lnTo>
                    <a:pt x="70886" y="22803"/>
                  </a:lnTo>
                  <a:lnTo>
                    <a:pt x="72417" y="23342"/>
                  </a:lnTo>
                  <a:lnTo>
                    <a:pt x="73653" y="23376"/>
                  </a:lnTo>
                  <a:lnTo>
                    <a:pt x="74424" y="23962"/>
                  </a:lnTo>
                  <a:lnTo>
                    <a:pt x="74985" y="26506"/>
                  </a:lnTo>
                  <a:lnTo>
                    <a:pt x="75474" y="27028"/>
                  </a:lnTo>
                  <a:lnTo>
                    <a:pt x="75946" y="27190"/>
                  </a:lnTo>
                  <a:lnTo>
                    <a:pt x="76660" y="24916"/>
                  </a:lnTo>
                  <a:lnTo>
                    <a:pt x="77307" y="24034"/>
                  </a:lnTo>
                  <a:lnTo>
                    <a:pt x="78205" y="23385"/>
                  </a:lnTo>
                  <a:lnTo>
                    <a:pt x="78783" y="23101"/>
                  </a:lnTo>
                  <a:lnTo>
                    <a:pt x="79189" y="22298"/>
                  </a:lnTo>
                  <a:lnTo>
                    <a:pt x="79738" y="21515"/>
                  </a:lnTo>
                  <a:lnTo>
                    <a:pt x="80213" y="21453"/>
                  </a:lnTo>
                  <a:lnTo>
                    <a:pt x="80600" y="21756"/>
                  </a:lnTo>
                  <a:lnTo>
                    <a:pt x="81044" y="22839"/>
                  </a:lnTo>
                  <a:lnTo>
                    <a:pt x="81691" y="25310"/>
                  </a:lnTo>
                  <a:lnTo>
                    <a:pt x="82478" y="27791"/>
                  </a:lnTo>
                  <a:lnTo>
                    <a:pt x="83026" y="28692"/>
                  </a:lnTo>
                  <a:lnTo>
                    <a:pt x="84443" y="27930"/>
                  </a:lnTo>
                  <a:lnTo>
                    <a:pt x="85404" y="27155"/>
                  </a:lnTo>
                  <a:lnTo>
                    <a:pt x="87164" y="27008"/>
                  </a:lnTo>
                  <a:lnTo>
                    <a:pt x="89497" y="26462"/>
                  </a:lnTo>
                  <a:lnTo>
                    <a:pt x="91281" y="25752"/>
                  </a:lnTo>
                  <a:lnTo>
                    <a:pt x="92397" y="25875"/>
                  </a:lnTo>
                  <a:lnTo>
                    <a:pt x="93073" y="26663"/>
                  </a:lnTo>
                  <a:lnTo>
                    <a:pt x="94103" y="28188"/>
                  </a:lnTo>
                  <a:lnTo>
                    <a:pt x="94384" y="30377"/>
                  </a:lnTo>
                  <a:lnTo>
                    <a:pt x="95720" y="31890"/>
                  </a:lnTo>
                  <a:lnTo>
                    <a:pt x="96813" y="32164"/>
                  </a:lnTo>
                  <a:lnTo>
                    <a:pt x="97186" y="30589"/>
                  </a:lnTo>
                  <a:lnTo>
                    <a:pt x="97826" y="29494"/>
                  </a:lnTo>
                  <a:lnTo>
                    <a:pt x="97587" y="27989"/>
                  </a:lnTo>
                  <a:lnTo>
                    <a:pt x="97479" y="26071"/>
                  </a:lnTo>
                  <a:lnTo>
                    <a:pt x="97000" y="24291"/>
                  </a:lnTo>
                  <a:lnTo>
                    <a:pt x="96681" y="22375"/>
                  </a:lnTo>
                  <a:lnTo>
                    <a:pt x="97266" y="19638"/>
                  </a:lnTo>
                  <a:lnTo>
                    <a:pt x="97906" y="17241"/>
                  </a:lnTo>
                  <a:lnTo>
                    <a:pt x="98226" y="15940"/>
                  </a:lnTo>
                  <a:lnTo>
                    <a:pt x="99239" y="13545"/>
                  </a:lnTo>
                  <a:lnTo>
                    <a:pt x="100279" y="11834"/>
                  </a:lnTo>
                  <a:lnTo>
                    <a:pt x="101832" y="9082"/>
                  </a:lnTo>
                  <a:lnTo>
                    <a:pt x="102967" y="8173"/>
                  </a:lnTo>
                  <a:lnTo>
                    <a:pt x="103994" y="8587"/>
                  </a:lnTo>
                  <a:lnTo>
                    <a:pt x="104563" y="8962"/>
                  </a:lnTo>
                  <a:lnTo>
                    <a:pt x="106037" y="7333"/>
                  </a:lnTo>
                  <a:lnTo>
                    <a:pt x="108657" y="7253"/>
                  </a:lnTo>
                  <a:lnTo>
                    <a:pt x="110840" y="7460"/>
                  </a:lnTo>
                  <a:lnTo>
                    <a:pt x="111059" y="7510"/>
                  </a:lnTo>
                  <a:lnTo>
                    <a:pt x="112131" y="8352"/>
                  </a:lnTo>
                  <a:lnTo>
                    <a:pt x="113262" y="9069"/>
                  </a:lnTo>
                  <a:lnTo>
                    <a:pt x="114042" y="9117"/>
                  </a:lnTo>
                  <a:lnTo>
                    <a:pt x="114970" y="8952"/>
                  </a:lnTo>
                  <a:lnTo>
                    <a:pt x="116058" y="7996"/>
                  </a:lnTo>
                  <a:lnTo>
                    <a:pt x="116818" y="7078"/>
                  </a:lnTo>
                  <a:lnTo>
                    <a:pt x="117740" y="2406"/>
                  </a:lnTo>
                  <a:lnTo>
                    <a:pt x="118066" y="1735"/>
                  </a:lnTo>
                  <a:lnTo>
                    <a:pt x="118574" y="1369"/>
                  </a:lnTo>
                  <a:lnTo>
                    <a:pt x="119408" y="1330"/>
                  </a:lnTo>
                  <a:lnTo>
                    <a:pt x="120990" y="2200"/>
                  </a:lnTo>
                  <a:lnTo>
                    <a:pt x="122844" y="2982"/>
                  </a:lnTo>
                  <a:lnTo>
                    <a:pt x="123917" y="2872"/>
                  </a:lnTo>
                  <a:lnTo>
                    <a:pt x="126779" y="388"/>
                  </a:lnTo>
                  <a:lnTo>
                    <a:pt x="128375" y="0"/>
                  </a:lnTo>
                  <a:lnTo>
                    <a:pt x="130271" y="584"/>
                  </a:lnTo>
                  <a:lnTo>
                    <a:pt x="132130" y="619"/>
                  </a:lnTo>
                  <a:lnTo>
                    <a:pt x="133532" y="259"/>
                  </a:lnTo>
                  <a:lnTo>
                    <a:pt x="134494" y="1121"/>
                  </a:lnTo>
                  <a:lnTo>
                    <a:pt x="135682" y="3016"/>
                  </a:lnTo>
                  <a:lnTo>
                    <a:pt x="136756" y="5839"/>
                  </a:lnTo>
                  <a:lnTo>
                    <a:pt x="137880" y="11049"/>
                  </a:lnTo>
                  <a:lnTo>
                    <a:pt x="141158" y="16935"/>
                  </a:lnTo>
                  <a:lnTo>
                    <a:pt x="141214" y="18085"/>
                  </a:lnTo>
                  <a:lnTo>
                    <a:pt x="140944" y="18824"/>
                  </a:lnTo>
                  <a:lnTo>
                    <a:pt x="139331" y="19541"/>
                  </a:lnTo>
                  <a:lnTo>
                    <a:pt x="137973" y="19928"/>
                  </a:lnTo>
                  <a:lnTo>
                    <a:pt x="137907" y="20938"/>
                  </a:lnTo>
                  <a:lnTo>
                    <a:pt x="138268" y="22031"/>
                  </a:lnTo>
                  <a:lnTo>
                    <a:pt x="138891" y="23632"/>
                  </a:lnTo>
                  <a:lnTo>
                    <a:pt x="138987" y="25692"/>
                  </a:lnTo>
                  <a:lnTo>
                    <a:pt x="138956" y="27588"/>
                  </a:lnTo>
                  <a:lnTo>
                    <a:pt x="139225" y="29263"/>
                  </a:lnTo>
                  <a:lnTo>
                    <a:pt x="139744" y="29944"/>
                  </a:lnTo>
                  <a:lnTo>
                    <a:pt x="139809" y="30787"/>
                  </a:lnTo>
                  <a:lnTo>
                    <a:pt x="139208" y="31815"/>
                  </a:lnTo>
                  <a:lnTo>
                    <a:pt x="139040" y="32450"/>
                  </a:lnTo>
                  <a:lnTo>
                    <a:pt x="139274" y="32792"/>
                  </a:lnTo>
                  <a:lnTo>
                    <a:pt x="142230" y="32991"/>
                  </a:lnTo>
                  <a:lnTo>
                    <a:pt x="143677" y="33994"/>
                  </a:lnTo>
                  <a:lnTo>
                    <a:pt x="144776" y="34907"/>
                  </a:lnTo>
                  <a:lnTo>
                    <a:pt x="145329" y="34992"/>
                  </a:lnTo>
                  <a:lnTo>
                    <a:pt x="146574" y="34405"/>
                  </a:lnTo>
                  <a:lnTo>
                    <a:pt x="147975" y="34034"/>
                  </a:lnTo>
                  <a:lnTo>
                    <a:pt x="148824" y="33985"/>
                  </a:lnTo>
                  <a:lnTo>
                    <a:pt x="149153" y="34658"/>
                  </a:lnTo>
                  <a:lnTo>
                    <a:pt x="149414" y="36425"/>
                  </a:lnTo>
                  <a:lnTo>
                    <a:pt x="149907" y="38194"/>
                  </a:lnTo>
                  <a:lnTo>
                    <a:pt x="150366" y="38699"/>
                  </a:lnTo>
                  <a:lnTo>
                    <a:pt x="151184" y="38614"/>
                  </a:lnTo>
                  <a:lnTo>
                    <a:pt x="151677" y="38699"/>
                  </a:lnTo>
                  <a:lnTo>
                    <a:pt x="151940" y="39371"/>
                  </a:lnTo>
                  <a:lnTo>
                    <a:pt x="151644" y="40383"/>
                  </a:lnTo>
                  <a:lnTo>
                    <a:pt x="151709" y="41476"/>
                  </a:lnTo>
                  <a:lnTo>
                    <a:pt x="152070" y="42824"/>
                  </a:lnTo>
                  <a:lnTo>
                    <a:pt x="152497" y="45938"/>
                  </a:lnTo>
                  <a:lnTo>
                    <a:pt x="152890" y="46864"/>
                  </a:lnTo>
                  <a:lnTo>
                    <a:pt x="153152" y="48043"/>
                  </a:lnTo>
                  <a:lnTo>
                    <a:pt x="153152" y="49390"/>
                  </a:lnTo>
                  <a:lnTo>
                    <a:pt x="152824" y="50568"/>
                  </a:lnTo>
                  <a:lnTo>
                    <a:pt x="152595" y="51493"/>
                  </a:lnTo>
                  <a:lnTo>
                    <a:pt x="152824" y="53597"/>
                  </a:lnTo>
                  <a:lnTo>
                    <a:pt x="153709" y="55955"/>
                  </a:lnTo>
                  <a:lnTo>
                    <a:pt x="154365" y="56544"/>
                  </a:lnTo>
                  <a:lnTo>
                    <a:pt x="154890" y="58649"/>
                  </a:lnTo>
                  <a:lnTo>
                    <a:pt x="155840" y="59321"/>
                  </a:lnTo>
                  <a:lnTo>
                    <a:pt x="157250" y="57555"/>
                  </a:lnTo>
                  <a:lnTo>
                    <a:pt x="158332" y="56629"/>
                  </a:lnTo>
                  <a:lnTo>
                    <a:pt x="159685" y="57144"/>
                  </a:lnTo>
                  <a:lnTo>
                    <a:pt x="160935" y="57473"/>
                  </a:lnTo>
                  <a:lnTo>
                    <a:pt x="161775" y="58676"/>
                  </a:lnTo>
                  <a:lnTo>
                    <a:pt x="162396" y="60333"/>
                  </a:lnTo>
                  <a:lnTo>
                    <a:pt x="163117" y="61258"/>
                  </a:lnTo>
                  <a:lnTo>
                    <a:pt x="163840" y="60774"/>
                  </a:lnTo>
                  <a:lnTo>
                    <a:pt x="165347" y="61258"/>
                  </a:lnTo>
                  <a:lnTo>
                    <a:pt x="166036" y="62605"/>
                  </a:lnTo>
                  <a:lnTo>
                    <a:pt x="166724" y="63363"/>
                  </a:lnTo>
                  <a:lnTo>
                    <a:pt x="167609" y="62269"/>
                  </a:lnTo>
                  <a:lnTo>
                    <a:pt x="168331" y="60921"/>
                  </a:lnTo>
                  <a:lnTo>
                    <a:pt x="170971" y="59512"/>
                  </a:lnTo>
                  <a:lnTo>
                    <a:pt x="172614" y="59158"/>
                  </a:lnTo>
                  <a:lnTo>
                    <a:pt x="173072" y="58881"/>
                  </a:lnTo>
                  <a:lnTo>
                    <a:pt x="174036" y="57874"/>
                  </a:lnTo>
                  <a:lnTo>
                    <a:pt x="175052" y="57205"/>
                  </a:lnTo>
                  <a:lnTo>
                    <a:pt x="175969" y="57386"/>
                  </a:lnTo>
                  <a:lnTo>
                    <a:pt x="176873" y="59477"/>
                  </a:lnTo>
                  <a:lnTo>
                    <a:pt x="177805" y="60921"/>
                  </a:lnTo>
                  <a:lnTo>
                    <a:pt x="178067" y="63194"/>
                  </a:lnTo>
                  <a:lnTo>
                    <a:pt x="179207" y="66322"/>
                  </a:lnTo>
                  <a:lnTo>
                    <a:pt x="182039" y="70603"/>
                  </a:lnTo>
                  <a:lnTo>
                    <a:pt x="183151" y="71909"/>
                  </a:lnTo>
                  <a:lnTo>
                    <a:pt x="183906" y="71678"/>
                  </a:lnTo>
                  <a:lnTo>
                    <a:pt x="184300" y="71336"/>
                  </a:lnTo>
                  <a:lnTo>
                    <a:pt x="184484" y="70888"/>
                  </a:lnTo>
                  <a:lnTo>
                    <a:pt x="184654" y="68795"/>
                  </a:lnTo>
                  <a:lnTo>
                    <a:pt x="185013" y="68024"/>
                  </a:lnTo>
                  <a:lnTo>
                    <a:pt x="185587" y="67998"/>
                  </a:lnTo>
                  <a:lnTo>
                    <a:pt x="187803" y="70607"/>
                  </a:lnTo>
                  <a:lnTo>
                    <a:pt x="188963" y="70887"/>
                  </a:lnTo>
                  <a:lnTo>
                    <a:pt x="190066" y="70937"/>
                  </a:lnTo>
                  <a:lnTo>
                    <a:pt x="191549" y="72963"/>
                  </a:lnTo>
                  <a:lnTo>
                    <a:pt x="193180" y="74725"/>
                  </a:lnTo>
                  <a:lnTo>
                    <a:pt x="194439" y="74911"/>
                  </a:lnTo>
                  <a:lnTo>
                    <a:pt x="195442" y="74221"/>
                  </a:lnTo>
                  <a:lnTo>
                    <a:pt x="196131" y="73801"/>
                  </a:lnTo>
                  <a:lnTo>
                    <a:pt x="196557" y="74474"/>
                  </a:lnTo>
                  <a:lnTo>
                    <a:pt x="196950" y="75989"/>
                  </a:lnTo>
                  <a:lnTo>
                    <a:pt x="197606" y="77168"/>
                  </a:lnTo>
                  <a:lnTo>
                    <a:pt x="198360" y="77504"/>
                  </a:lnTo>
                  <a:lnTo>
                    <a:pt x="199445" y="77582"/>
                  </a:lnTo>
                  <a:lnTo>
                    <a:pt x="201330" y="79867"/>
                  </a:lnTo>
                  <a:lnTo>
                    <a:pt x="203102" y="82191"/>
                  </a:lnTo>
                  <a:lnTo>
                    <a:pt x="204210" y="82320"/>
                  </a:lnTo>
                  <a:lnTo>
                    <a:pt x="205150" y="81637"/>
                  </a:lnTo>
                  <a:lnTo>
                    <a:pt x="205980" y="81461"/>
                  </a:lnTo>
                  <a:lnTo>
                    <a:pt x="206556" y="82049"/>
                  </a:lnTo>
                  <a:lnTo>
                    <a:pt x="206720" y="83059"/>
                  </a:lnTo>
                  <a:lnTo>
                    <a:pt x="206293" y="84406"/>
                  </a:lnTo>
                  <a:lnTo>
                    <a:pt x="206293" y="86342"/>
                  </a:lnTo>
                  <a:lnTo>
                    <a:pt x="207079" y="88195"/>
                  </a:lnTo>
                  <a:lnTo>
                    <a:pt x="207104" y="90016"/>
                  </a:lnTo>
                  <a:lnTo>
                    <a:pt x="206879" y="91661"/>
                  </a:lnTo>
                  <a:lnTo>
                    <a:pt x="206433" y="93176"/>
                  </a:lnTo>
                  <a:lnTo>
                    <a:pt x="205355" y="95258"/>
                  </a:lnTo>
                  <a:lnTo>
                    <a:pt x="204359" y="97201"/>
                  </a:lnTo>
                  <a:lnTo>
                    <a:pt x="202859" y="98013"/>
                  </a:lnTo>
                  <a:lnTo>
                    <a:pt x="202020" y="98860"/>
                  </a:lnTo>
                  <a:lnTo>
                    <a:pt x="202240" y="100289"/>
                  </a:lnTo>
                  <a:lnTo>
                    <a:pt x="202789" y="101622"/>
                  </a:lnTo>
                  <a:lnTo>
                    <a:pt x="204060" y="102700"/>
                  </a:lnTo>
                  <a:lnTo>
                    <a:pt x="205503" y="103485"/>
                  </a:lnTo>
                  <a:lnTo>
                    <a:pt x="205669" y="104352"/>
                  </a:lnTo>
                  <a:lnTo>
                    <a:pt x="205449" y="104786"/>
                  </a:lnTo>
                  <a:lnTo>
                    <a:pt x="204524" y="105189"/>
                  </a:lnTo>
                  <a:lnTo>
                    <a:pt x="203244" y="104776"/>
                  </a:lnTo>
                  <a:lnTo>
                    <a:pt x="202818" y="105534"/>
                  </a:lnTo>
                  <a:lnTo>
                    <a:pt x="202228" y="106796"/>
                  </a:lnTo>
                  <a:lnTo>
                    <a:pt x="201835" y="109068"/>
                  </a:lnTo>
                  <a:lnTo>
                    <a:pt x="201539" y="111173"/>
                  </a:lnTo>
                  <a:lnTo>
                    <a:pt x="202928" y="111745"/>
                  </a:lnTo>
                  <a:lnTo>
                    <a:pt x="203736" y="112605"/>
                  </a:lnTo>
                  <a:lnTo>
                    <a:pt x="203988" y="114335"/>
                  </a:lnTo>
                  <a:lnTo>
                    <a:pt x="204277" y="116259"/>
                  </a:lnTo>
                  <a:lnTo>
                    <a:pt x="204360" y="117992"/>
                  </a:lnTo>
                  <a:lnTo>
                    <a:pt x="203900" y="118835"/>
                  </a:lnTo>
                  <a:lnTo>
                    <a:pt x="203872" y="119696"/>
                  </a:lnTo>
                  <a:lnTo>
                    <a:pt x="204089" y="120120"/>
                  </a:lnTo>
                  <a:lnTo>
                    <a:pt x="204686" y="120312"/>
                  </a:lnTo>
                  <a:lnTo>
                    <a:pt x="205143" y="120698"/>
                  </a:lnTo>
                  <a:lnTo>
                    <a:pt x="205179" y="121612"/>
                  </a:lnTo>
                  <a:lnTo>
                    <a:pt x="204305" y="123668"/>
                  </a:lnTo>
                  <a:lnTo>
                    <a:pt x="203487" y="127600"/>
                  </a:lnTo>
                  <a:lnTo>
                    <a:pt x="203047" y="129694"/>
                  </a:lnTo>
                  <a:lnTo>
                    <a:pt x="203081" y="131966"/>
                  </a:lnTo>
                  <a:lnTo>
                    <a:pt x="202589" y="133229"/>
                  </a:lnTo>
                  <a:lnTo>
                    <a:pt x="201697" y="133335"/>
                  </a:lnTo>
                  <a:lnTo>
                    <a:pt x="198619" y="133556"/>
                  </a:lnTo>
                  <a:lnTo>
                    <a:pt x="195943" y="133448"/>
                  </a:lnTo>
                  <a:lnTo>
                    <a:pt x="194785" y="133120"/>
                  </a:lnTo>
                  <a:lnTo>
                    <a:pt x="192972" y="132924"/>
                  </a:lnTo>
                  <a:lnTo>
                    <a:pt x="192074" y="133459"/>
                  </a:lnTo>
                  <a:lnTo>
                    <a:pt x="190885" y="137091"/>
                  </a:lnTo>
                  <a:lnTo>
                    <a:pt x="189984" y="138515"/>
                  </a:lnTo>
                  <a:lnTo>
                    <a:pt x="188491" y="139801"/>
                  </a:lnTo>
                  <a:lnTo>
                    <a:pt x="186856" y="140169"/>
                  </a:lnTo>
                  <a:lnTo>
                    <a:pt x="185919" y="141669"/>
                  </a:lnTo>
                  <a:lnTo>
                    <a:pt x="185589" y="144022"/>
                  </a:lnTo>
                  <a:lnTo>
                    <a:pt x="185564" y="146109"/>
                  </a:lnTo>
                  <a:lnTo>
                    <a:pt x="185411" y="147150"/>
                  </a:lnTo>
                  <a:lnTo>
                    <a:pt x="185056" y="148064"/>
                  </a:lnTo>
                  <a:lnTo>
                    <a:pt x="184929" y="148713"/>
                  </a:lnTo>
                  <a:lnTo>
                    <a:pt x="185005" y="149430"/>
                  </a:lnTo>
                  <a:lnTo>
                    <a:pt x="185385" y="149691"/>
                  </a:lnTo>
                  <a:lnTo>
                    <a:pt x="185842" y="150017"/>
                  </a:lnTo>
                  <a:lnTo>
                    <a:pt x="185842" y="150538"/>
                  </a:lnTo>
                  <a:lnTo>
                    <a:pt x="185665" y="151190"/>
                  </a:lnTo>
                  <a:lnTo>
                    <a:pt x="185157" y="151906"/>
                  </a:lnTo>
                  <a:lnTo>
                    <a:pt x="184929" y="153014"/>
                  </a:lnTo>
                  <a:lnTo>
                    <a:pt x="184980" y="1541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5"/>
            <p:cNvSpPr/>
            <p:nvPr/>
          </p:nvSpPr>
          <p:spPr>
            <a:xfrm>
              <a:off x="2526396" y="4523528"/>
              <a:ext cx="61137" cy="142773"/>
            </a:xfrm>
            <a:custGeom>
              <a:avLst/>
              <a:pathLst>
                <a:path w="61137" h="142773">
                  <a:moveTo>
                    <a:pt x="58317" y="107591"/>
                  </a:moveTo>
                  <a:lnTo>
                    <a:pt x="57753" y="108685"/>
                  </a:lnTo>
                  <a:lnTo>
                    <a:pt x="57145" y="110757"/>
                  </a:lnTo>
                  <a:lnTo>
                    <a:pt x="56431" y="115726"/>
                  </a:lnTo>
                  <a:lnTo>
                    <a:pt x="54032" y="122582"/>
                  </a:lnTo>
                  <a:lnTo>
                    <a:pt x="53545" y="126449"/>
                  </a:lnTo>
                  <a:lnTo>
                    <a:pt x="50956" y="130486"/>
                  </a:lnTo>
                  <a:lnTo>
                    <a:pt x="49134" y="135028"/>
                  </a:lnTo>
                  <a:lnTo>
                    <a:pt x="47942" y="134915"/>
                  </a:lnTo>
                  <a:lnTo>
                    <a:pt x="46870" y="136860"/>
                  </a:lnTo>
                  <a:lnTo>
                    <a:pt x="40690" y="142773"/>
                  </a:lnTo>
                  <a:lnTo>
                    <a:pt x="38471" y="141659"/>
                  </a:lnTo>
                  <a:lnTo>
                    <a:pt x="36828" y="141679"/>
                  </a:lnTo>
                  <a:lnTo>
                    <a:pt x="35301" y="139073"/>
                  </a:lnTo>
                  <a:lnTo>
                    <a:pt x="31819" y="138130"/>
                  </a:lnTo>
                  <a:lnTo>
                    <a:pt x="29635" y="139171"/>
                  </a:lnTo>
                  <a:lnTo>
                    <a:pt x="26701" y="142037"/>
                  </a:lnTo>
                  <a:lnTo>
                    <a:pt x="25818" y="141994"/>
                  </a:lnTo>
                  <a:lnTo>
                    <a:pt x="25181" y="141841"/>
                  </a:lnTo>
                  <a:lnTo>
                    <a:pt x="23594" y="140652"/>
                  </a:lnTo>
                  <a:lnTo>
                    <a:pt x="22728" y="138121"/>
                  </a:lnTo>
                  <a:lnTo>
                    <a:pt x="18216" y="135204"/>
                  </a:lnTo>
                  <a:lnTo>
                    <a:pt x="14585" y="128575"/>
                  </a:lnTo>
                  <a:lnTo>
                    <a:pt x="10296" y="128448"/>
                  </a:lnTo>
                  <a:lnTo>
                    <a:pt x="7008" y="129314"/>
                  </a:lnTo>
                  <a:lnTo>
                    <a:pt x="6500" y="128437"/>
                  </a:lnTo>
                  <a:lnTo>
                    <a:pt x="6168" y="126737"/>
                  </a:lnTo>
                  <a:lnTo>
                    <a:pt x="5488" y="124279"/>
                  </a:lnTo>
                  <a:lnTo>
                    <a:pt x="2659" y="118432"/>
                  </a:lnTo>
                  <a:lnTo>
                    <a:pt x="436" y="112621"/>
                  </a:lnTo>
                  <a:lnTo>
                    <a:pt x="0" y="106910"/>
                  </a:lnTo>
                  <a:lnTo>
                    <a:pt x="308" y="100697"/>
                  </a:lnTo>
                  <a:lnTo>
                    <a:pt x="975" y="93344"/>
                  </a:lnTo>
                  <a:lnTo>
                    <a:pt x="858" y="91047"/>
                  </a:lnTo>
                  <a:lnTo>
                    <a:pt x="1679" y="89737"/>
                  </a:lnTo>
                  <a:lnTo>
                    <a:pt x="2492" y="89475"/>
                  </a:lnTo>
                  <a:lnTo>
                    <a:pt x="3274" y="87570"/>
                  </a:lnTo>
                  <a:lnTo>
                    <a:pt x="3975" y="84696"/>
                  </a:lnTo>
                  <a:lnTo>
                    <a:pt x="4094" y="82517"/>
                  </a:lnTo>
                  <a:lnTo>
                    <a:pt x="3550" y="78486"/>
                  </a:lnTo>
                  <a:lnTo>
                    <a:pt x="3175" y="72851"/>
                  </a:lnTo>
                  <a:lnTo>
                    <a:pt x="2727" y="70049"/>
                  </a:lnTo>
                  <a:lnTo>
                    <a:pt x="3626" y="65622"/>
                  </a:lnTo>
                  <a:lnTo>
                    <a:pt x="3664" y="63466"/>
                  </a:lnTo>
                  <a:lnTo>
                    <a:pt x="3145" y="61573"/>
                  </a:lnTo>
                  <a:lnTo>
                    <a:pt x="3005" y="59629"/>
                  </a:lnTo>
                  <a:lnTo>
                    <a:pt x="3242" y="57635"/>
                  </a:lnTo>
                  <a:lnTo>
                    <a:pt x="3196" y="55713"/>
                  </a:lnTo>
                  <a:lnTo>
                    <a:pt x="2866" y="53872"/>
                  </a:lnTo>
                  <a:lnTo>
                    <a:pt x="3114" y="52348"/>
                  </a:lnTo>
                  <a:lnTo>
                    <a:pt x="3939" y="51142"/>
                  </a:lnTo>
                  <a:lnTo>
                    <a:pt x="4554" y="49292"/>
                  </a:lnTo>
                  <a:lnTo>
                    <a:pt x="4961" y="46802"/>
                  </a:lnTo>
                  <a:lnTo>
                    <a:pt x="5170" y="44900"/>
                  </a:lnTo>
                  <a:lnTo>
                    <a:pt x="5180" y="43587"/>
                  </a:lnTo>
                  <a:lnTo>
                    <a:pt x="4930" y="42352"/>
                  </a:lnTo>
                  <a:lnTo>
                    <a:pt x="4422" y="41186"/>
                  </a:lnTo>
                  <a:lnTo>
                    <a:pt x="4657" y="38872"/>
                  </a:lnTo>
                  <a:lnTo>
                    <a:pt x="5636" y="35409"/>
                  </a:lnTo>
                  <a:lnTo>
                    <a:pt x="6269" y="32333"/>
                  </a:lnTo>
                  <a:lnTo>
                    <a:pt x="6556" y="29647"/>
                  </a:lnTo>
                  <a:lnTo>
                    <a:pt x="6537" y="27480"/>
                  </a:lnTo>
                  <a:lnTo>
                    <a:pt x="6212" y="25829"/>
                  </a:lnTo>
                  <a:lnTo>
                    <a:pt x="6350" y="24712"/>
                  </a:lnTo>
                  <a:lnTo>
                    <a:pt x="6951" y="24124"/>
                  </a:lnTo>
                  <a:lnTo>
                    <a:pt x="7221" y="22383"/>
                  </a:lnTo>
                  <a:lnTo>
                    <a:pt x="7130" y="18052"/>
                  </a:lnTo>
                  <a:lnTo>
                    <a:pt x="6509" y="14477"/>
                  </a:lnTo>
                  <a:lnTo>
                    <a:pt x="6984" y="11646"/>
                  </a:lnTo>
                  <a:lnTo>
                    <a:pt x="8348" y="8374"/>
                  </a:lnTo>
                  <a:lnTo>
                    <a:pt x="9059" y="5730"/>
                  </a:lnTo>
                  <a:lnTo>
                    <a:pt x="9118" y="3719"/>
                  </a:lnTo>
                  <a:lnTo>
                    <a:pt x="9543" y="2562"/>
                  </a:lnTo>
                  <a:lnTo>
                    <a:pt x="10194" y="4732"/>
                  </a:lnTo>
                  <a:lnTo>
                    <a:pt x="12132" y="5306"/>
                  </a:lnTo>
                  <a:lnTo>
                    <a:pt x="14082" y="5387"/>
                  </a:lnTo>
                  <a:lnTo>
                    <a:pt x="14399" y="4839"/>
                  </a:lnTo>
                  <a:lnTo>
                    <a:pt x="15163" y="1281"/>
                  </a:lnTo>
                  <a:lnTo>
                    <a:pt x="16173" y="262"/>
                  </a:lnTo>
                  <a:lnTo>
                    <a:pt x="17272" y="0"/>
                  </a:lnTo>
                  <a:lnTo>
                    <a:pt x="18475" y="181"/>
                  </a:lnTo>
                  <a:lnTo>
                    <a:pt x="19753" y="2536"/>
                  </a:lnTo>
                  <a:lnTo>
                    <a:pt x="23371" y="10235"/>
                  </a:lnTo>
                  <a:lnTo>
                    <a:pt x="26030" y="15582"/>
                  </a:lnTo>
                  <a:lnTo>
                    <a:pt x="26840" y="18104"/>
                  </a:lnTo>
                  <a:lnTo>
                    <a:pt x="27542" y="19991"/>
                  </a:lnTo>
                  <a:lnTo>
                    <a:pt x="28069" y="21752"/>
                  </a:lnTo>
                  <a:lnTo>
                    <a:pt x="27845" y="26322"/>
                  </a:lnTo>
                  <a:lnTo>
                    <a:pt x="27879" y="28325"/>
                  </a:lnTo>
                  <a:lnTo>
                    <a:pt x="28004" y="28902"/>
                  </a:lnTo>
                  <a:lnTo>
                    <a:pt x="28610" y="28951"/>
                  </a:lnTo>
                  <a:lnTo>
                    <a:pt x="29511" y="28619"/>
                  </a:lnTo>
                  <a:lnTo>
                    <a:pt x="30270" y="27647"/>
                  </a:lnTo>
                  <a:lnTo>
                    <a:pt x="30862" y="26181"/>
                  </a:lnTo>
                  <a:lnTo>
                    <a:pt x="31442" y="24983"/>
                  </a:lnTo>
                  <a:lnTo>
                    <a:pt x="31910" y="24343"/>
                  </a:lnTo>
                  <a:lnTo>
                    <a:pt x="32080" y="23373"/>
                  </a:lnTo>
                  <a:lnTo>
                    <a:pt x="32349" y="22369"/>
                  </a:lnTo>
                  <a:lnTo>
                    <a:pt x="32626" y="22153"/>
                  </a:lnTo>
                  <a:lnTo>
                    <a:pt x="33152" y="22897"/>
                  </a:lnTo>
                  <a:lnTo>
                    <a:pt x="34392" y="25512"/>
                  </a:lnTo>
                  <a:lnTo>
                    <a:pt x="35353" y="27927"/>
                  </a:lnTo>
                  <a:lnTo>
                    <a:pt x="35590" y="29309"/>
                  </a:lnTo>
                  <a:lnTo>
                    <a:pt x="35961" y="30749"/>
                  </a:lnTo>
                  <a:lnTo>
                    <a:pt x="36356" y="32004"/>
                  </a:lnTo>
                  <a:lnTo>
                    <a:pt x="36635" y="33228"/>
                  </a:lnTo>
                  <a:lnTo>
                    <a:pt x="37569" y="34823"/>
                  </a:lnTo>
                  <a:lnTo>
                    <a:pt x="38517" y="35839"/>
                  </a:lnTo>
                  <a:lnTo>
                    <a:pt x="39151" y="34806"/>
                  </a:lnTo>
                  <a:lnTo>
                    <a:pt x="40763" y="38122"/>
                  </a:lnTo>
                  <a:lnTo>
                    <a:pt x="44311" y="40898"/>
                  </a:lnTo>
                  <a:lnTo>
                    <a:pt x="44964" y="42577"/>
                  </a:lnTo>
                  <a:lnTo>
                    <a:pt x="45577" y="44964"/>
                  </a:lnTo>
                  <a:lnTo>
                    <a:pt x="46817" y="48576"/>
                  </a:lnTo>
                  <a:lnTo>
                    <a:pt x="48536" y="51832"/>
                  </a:lnTo>
                  <a:lnTo>
                    <a:pt x="49918" y="53202"/>
                  </a:lnTo>
                  <a:lnTo>
                    <a:pt x="51245" y="53987"/>
                  </a:lnTo>
                  <a:lnTo>
                    <a:pt x="51988" y="54703"/>
                  </a:lnTo>
                  <a:lnTo>
                    <a:pt x="52495" y="55949"/>
                  </a:lnTo>
                  <a:lnTo>
                    <a:pt x="53305" y="57291"/>
                  </a:lnTo>
                  <a:lnTo>
                    <a:pt x="53816" y="57790"/>
                  </a:lnTo>
                  <a:lnTo>
                    <a:pt x="53990" y="58991"/>
                  </a:lnTo>
                  <a:lnTo>
                    <a:pt x="54513" y="61617"/>
                  </a:lnTo>
                  <a:lnTo>
                    <a:pt x="55060" y="64938"/>
                  </a:lnTo>
                  <a:lnTo>
                    <a:pt x="55657" y="68020"/>
                  </a:lnTo>
                  <a:lnTo>
                    <a:pt x="56950" y="70981"/>
                  </a:lnTo>
                  <a:lnTo>
                    <a:pt x="58407" y="73283"/>
                  </a:lnTo>
                  <a:lnTo>
                    <a:pt x="59921" y="74591"/>
                  </a:lnTo>
                  <a:lnTo>
                    <a:pt x="60772" y="76207"/>
                  </a:lnTo>
                  <a:lnTo>
                    <a:pt x="61137" y="77880"/>
                  </a:lnTo>
                  <a:lnTo>
                    <a:pt x="60118" y="80374"/>
                  </a:lnTo>
                  <a:lnTo>
                    <a:pt x="59013" y="83504"/>
                  </a:lnTo>
                  <a:lnTo>
                    <a:pt x="58034" y="85966"/>
                  </a:lnTo>
                  <a:lnTo>
                    <a:pt x="57025" y="87686"/>
                  </a:lnTo>
                  <a:lnTo>
                    <a:pt x="56691" y="88872"/>
                  </a:lnTo>
                  <a:lnTo>
                    <a:pt x="56467" y="90710"/>
                  </a:lnTo>
                  <a:lnTo>
                    <a:pt x="56478" y="100443"/>
                  </a:lnTo>
                  <a:lnTo>
                    <a:pt x="56395" y="104065"/>
                  </a:lnTo>
                  <a:lnTo>
                    <a:pt x="56467" y="105029"/>
                  </a:lnTo>
                  <a:lnTo>
                    <a:pt x="56611" y="105672"/>
                  </a:lnTo>
                  <a:lnTo>
                    <a:pt x="57247" y="106636"/>
                  </a:lnTo>
                  <a:lnTo>
                    <a:pt x="58007" y="1074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6"/>
            <p:cNvSpPr/>
            <p:nvPr/>
          </p:nvSpPr>
          <p:spPr>
            <a:xfrm>
              <a:off x="1403088" y="3034939"/>
              <a:ext cx="14321" cy="38765"/>
            </a:xfrm>
            <a:custGeom>
              <a:avLst/>
              <a:pathLst>
                <a:path w="14321" h="38765">
                  <a:moveTo>
                    <a:pt x="5378" y="37344"/>
                  </a:moveTo>
                  <a:lnTo>
                    <a:pt x="4868" y="38765"/>
                  </a:lnTo>
                  <a:lnTo>
                    <a:pt x="4234" y="38654"/>
                  </a:lnTo>
                  <a:lnTo>
                    <a:pt x="1926" y="35616"/>
                  </a:lnTo>
                  <a:lnTo>
                    <a:pt x="1646" y="33981"/>
                  </a:lnTo>
                  <a:lnTo>
                    <a:pt x="1817" y="26396"/>
                  </a:lnTo>
                  <a:lnTo>
                    <a:pt x="953" y="20241"/>
                  </a:lnTo>
                  <a:lnTo>
                    <a:pt x="0" y="15539"/>
                  </a:lnTo>
                  <a:lnTo>
                    <a:pt x="693" y="13126"/>
                  </a:lnTo>
                  <a:lnTo>
                    <a:pt x="1608" y="11261"/>
                  </a:lnTo>
                  <a:lnTo>
                    <a:pt x="2628" y="7732"/>
                  </a:lnTo>
                  <a:lnTo>
                    <a:pt x="1794" y="3204"/>
                  </a:lnTo>
                  <a:lnTo>
                    <a:pt x="2007" y="473"/>
                  </a:lnTo>
                  <a:lnTo>
                    <a:pt x="2497" y="0"/>
                  </a:lnTo>
                  <a:lnTo>
                    <a:pt x="4909" y="3321"/>
                  </a:lnTo>
                  <a:lnTo>
                    <a:pt x="9780" y="8316"/>
                  </a:lnTo>
                  <a:lnTo>
                    <a:pt x="11077" y="11825"/>
                  </a:lnTo>
                  <a:lnTo>
                    <a:pt x="11309" y="15591"/>
                  </a:lnTo>
                  <a:lnTo>
                    <a:pt x="12194" y="16070"/>
                  </a:lnTo>
                  <a:lnTo>
                    <a:pt x="12613" y="18651"/>
                  </a:lnTo>
                  <a:lnTo>
                    <a:pt x="13893" y="20910"/>
                  </a:lnTo>
                  <a:lnTo>
                    <a:pt x="14321" y="22202"/>
                  </a:lnTo>
                  <a:lnTo>
                    <a:pt x="13791" y="24281"/>
                  </a:lnTo>
                  <a:lnTo>
                    <a:pt x="11452" y="28267"/>
                  </a:lnTo>
                  <a:lnTo>
                    <a:pt x="8505" y="30012"/>
                  </a:lnTo>
                  <a:lnTo>
                    <a:pt x="5908" y="344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7"/>
            <p:cNvSpPr/>
            <p:nvPr/>
          </p:nvSpPr>
          <p:spPr>
            <a:xfrm>
              <a:off x="1391558" y="3015608"/>
              <a:ext cx="2775" cy="5482"/>
            </a:xfrm>
            <a:custGeom>
              <a:avLst/>
              <a:pathLst>
                <a:path w="2775" h="5482">
                  <a:moveTo>
                    <a:pt x="2312" y="4650"/>
                  </a:moveTo>
                  <a:lnTo>
                    <a:pt x="1630" y="5482"/>
                  </a:lnTo>
                  <a:lnTo>
                    <a:pt x="888" y="5097"/>
                  </a:lnTo>
                  <a:lnTo>
                    <a:pt x="715" y="3083"/>
                  </a:lnTo>
                  <a:lnTo>
                    <a:pt x="0" y="519"/>
                  </a:lnTo>
                  <a:lnTo>
                    <a:pt x="1252" y="0"/>
                  </a:lnTo>
                  <a:lnTo>
                    <a:pt x="1956" y="744"/>
                  </a:lnTo>
                  <a:lnTo>
                    <a:pt x="2328" y="1543"/>
                  </a:lnTo>
                  <a:lnTo>
                    <a:pt x="2775" y="29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8"/>
            <p:cNvSpPr/>
            <p:nvPr/>
          </p:nvSpPr>
          <p:spPr>
            <a:xfrm>
              <a:off x="1395618" y="3012526"/>
              <a:ext cx="8146" cy="12869"/>
            </a:xfrm>
            <a:custGeom>
              <a:avLst/>
              <a:pathLst>
                <a:path w="8146" h="12869">
                  <a:moveTo>
                    <a:pt x="2427" y="3006"/>
                  </a:moveTo>
                  <a:lnTo>
                    <a:pt x="2726" y="3533"/>
                  </a:lnTo>
                  <a:lnTo>
                    <a:pt x="3951" y="2744"/>
                  </a:lnTo>
                  <a:lnTo>
                    <a:pt x="4835" y="2454"/>
                  </a:lnTo>
                  <a:lnTo>
                    <a:pt x="6322" y="4397"/>
                  </a:lnTo>
                  <a:lnTo>
                    <a:pt x="6838" y="5732"/>
                  </a:lnTo>
                  <a:lnTo>
                    <a:pt x="7815" y="7157"/>
                  </a:lnTo>
                  <a:lnTo>
                    <a:pt x="8146" y="8190"/>
                  </a:lnTo>
                  <a:lnTo>
                    <a:pt x="7873" y="9441"/>
                  </a:lnTo>
                  <a:lnTo>
                    <a:pt x="6796" y="11510"/>
                  </a:lnTo>
                  <a:lnTo>
                    <a:pt x="5328" y="11988"/>
                  </a:lnTo>
                  <a:lnTo>
                    <a:pt x="4462" y="12869"/>
                  </a:lnTo>
                  <a:lnTo>
                    <a:pt x="3325" y="12680"/>
                  </a:lnTo>
                  <a:lnTo>
                    <a:pt x="2986" y="12305"/>
                  </a:lnTo>
                  <a:lnTo>
                    <a:pt x="2864" y="9694"/>
                  </a:lnTo>
                  <a:lnTo>
                    <a:pt x="2504" y="6888"/>
                  </a:lnTo>
                  <a:lnTo>
                    <a:pt x="1771" y="7219"/>
                  </a:lnTo>
                  <a:lnTo>
                    <a:pt x="947" y="6279"/>
                  </a:lnTo>
                  <a:lnTo>
                    <a:pt x="92" y="3927"/>
                  </a:lnTo>
                  <a:lnTo>
                    <a:pt x="0" y="2519"/>
                  </a:lnTo>
                  <a:lnTo>
                    <a:pt x="470" y="290"/>
                  </a:lnTo>
                  <a:lnTo>
                    <a:pt x="1292" y="0"/>
                  </a:lnTo>
                  <a:lnTo>
                    <a:pt x="1903" y="12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49"/>
            <p:cNvSpPr/>
            <p:nvPr/>
          </p:nvSpPr>
          <p:spPr>
            <a:xfrm>
              <a:off x="1388799" y="3006750"/>
              <a:ext cx="6653" cy="5124"/>
            </a:xfrm>
            <a:custGeom>
              <a:avLst/>
              <a:pathLst>
                <a:path w="6653" h="5124">
                  <a:moveTo>
                    <a:pt x="882" y="425"/>
                  </a:moveTo>
                  <a:lnTo>
                    <a:pt x="3314" y="1236"/>
                  </a:lnTo>
                  <a:lnTo>
                    <a:pt x="3889" y="888"/>
                  </a:lnTo>
                  <a:lnTo>
                    <a:pt x="4294" y="1551"/>
                  </a:lnTo>
                  <a:lnTo>
                    <a:pt x="6308" y="1957"/>
                  </a:lnTo>
                  <a:lnTo>
                    <a:pt x="6653" y="2207"/>
                  </a:lnTo>
                  <a:lnTo>
                    <a:pt x="6242" y="3729"/>
                  </a:lnTo>
                  <a:lnTo>
                    <a:pt x="4953" y="5124"/>
                  </a:lnTo>
                  <a:lnTo>
                    <a:pt x="3100" y="3900"/>
                  </a:lnTo>
                  <a:lnTo>
                    <a:pt x="0" y="3462"/>
                  </a:lnTo>
                  <a:lnTo>
                    <a:pt x="124" y="2288"/>
                  </a:lnTo>
                  <a:lnTo>
                    <a:pt x="420" y="1454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0"/>
            <p:cNvSpPr/>
            <p:nvPr/>
          </p:nvSpPr>
          <p:spPr>
            <a:xfrm>
              <a:off x="1377488" y="2992815"/>
              <a:ext cx="7339" cy="12787"/>
            </a:xfrm>
            <a:custGeom>
              <a:avLst/>
              <a:pathLst>
                <a:path w="7339" h="12787">
                  <a:moveTo>
                    <a:pt x="5452" y="7231"/>
                  </a:moveTo>
                  <a:lnTo>
                    <a:pt x="5847" y="7400"/>
                  </a:lnTo>
                  <a:lnTo>
                    <a:pt x="6355" y="7199"/>
                  </a:lnTo>
                  <a:lnTo>
                    <a:pt x="6532" y="9552"/>
                  </a:lnTo>
                  <a:lnTo>
                    <a:pt x="7123" y="10857"/>
                  </a:lnTo>
                  <a:lnTo>
                    <a:pt x="7339" y="11634"/>
                  </a:lnTo>
                  <a:lnTo>
                    <a:pt x="6700" y="12458"/>
                  </a:lnTo>
                  <a:lnTo>
                    <a:pt x="5459" y="12787"/>
                  </a:lnTo>
                  <a:lnTo>
                    <a:pt x="4877" y="12131"/>
                  </a:lnTo>
                  <a:lnTo>
                    <a:pt x="4273" y="10661"/>
                  </a:lnTo>
                  <a:lnTo>
                    <a:pt x="3621" y="11064"/>
                  </a:lnTo>
                  <a:lnTo>
                    <a:pt x="3508" y="9883"/>
                  </a:lnTo>
                  <a:lnTo>
                    <a:pt x="3391" y="9539"/>
                  </a:lnTo>
                  <a:lnTo>
                    <a:pt x="2944" y="9858"/>
                  </a:lnTo>
                  <a:lnTo>
                    <a:pt x="3362" y="11383"/>
                  </a:lnTo>
                  <a:lnTo>
                    <a:pt x="2232" y="11497"/>
                  </a:lnTo>
                  <a:lnTo>
                    <a:pt x="1873" y="11310"/>
                  </a:lnTo>
                  <a:lnTo>
                    <a:pt x="1557" y="9580"/>
                  </a:lnTo>
                  <a:lnTo>
                    <a:pt x="391" y="6264"/>
                  </a:lnTo>
                  <a:lnTo>
                    <a:pt x="396" y="4973"/>
                  </a:lnTo>
                  <a:lnTo>
                    <a:pt x="0" y="3430"/>
                  </a:lnTo>
                  <a:lnTo>
                    <a:pt x="1726" y="2988"/>
                  </a:lnTo>
                  <a:lnTo>
                    <a:pt x="2909" y="282"/>
                  </a:lnTo>
                  <a:lnTo>
                    <a:pt x="3575" y="0"/>
                  </a:lnTo>
                  <a:lnTo>
                    <a:pt x="4852" y="4373"/>
                  </a:lnTo>
                  <a:lnTo>
                    <a:pt x="4819" y="5598"/>
                  </a:lnTo>
                  <a:lnTo>
                    <a:pt x="5104" y="67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1"/>
            <p:cNvSpPr/>
            <p:nvPr/>
          </p:nvSpPr>
          <p:spPr>
            <a:xfrm>
              <a:off x="1354814" y="2983541"/>
              <a:ext cx="2240" cy="6452"/>
            </a:xfrm>
            <a:custGeom>
              <a:avLst/>
              <a:pathLst>
                <a:path w="2240" h="6452">
                  <a:moveTo>
                    <a:pt x="729" y="5146"/>
                  </a:moveTo>
                  <a:lnTo>
                    <a:pt x="497" y="6452"/>
                  </a:lnTo>
                  <a:lnTo>
                    <a:pt x="100" y="6251"/>
                  </a:lnTo>
                  <a:lnTo>
                    <a:pt x="0" y="5087"/>
                  </a:lnTo>
                  <a:lnTo>
                    <a:pt x="259" y="3485"/>
                  </a:lnTo>
                  <a:lnTo>
                    <a:pt x="915" y="2103"/>
                  </a:lnTo>
                  <a:lnTo>
                    <a:pt x="1643" y="0"/>
                  </a:lnTo>
                  <a:lnTo>
                    <a:pt x="2240" y="313"/>
                  </a:lnTo>
                  <a:lnTo>
                    <a:pt x="1918" y="1688"/>
                  </a:lnTo>
                  <a:lnTo>
                    <a:pt x="1880" y="3185"/>
                  </a:lnTo>
                  <a:lnTo>
                    <a:pt x="1036" y="40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2"/>
            <p:cNvSpPr/>
            <p:nvPr/>
          </p:nvSpPr>
          <p:spPr>
            <a:xfrm>
              <a:off x="1360042" y="2977397"/>
              <a:ext cx="5621" cy="10254"/>
            </a:xfrm>
            <a:custGeom>
              <a:avLst/>
              <a:pathLst>
                <a:path w="5621" h="10254">
                  <a:moveTo>
                    <a:pt x="4791" y="8592"/>
                  </a:moveTo>
                  <a:lnTo>
                    <a:pt x="3779" y="10254"/>
                  </a:lnTo>
                  <a:lnTo>
                    <a:pt x="3190" y="9537"/>
                  </a:lnTo>
                  <a:lnTo>
                    <a:pt x="2075" y="9267"/>
                  </a:lnTo>
                  <a:lnTo>
                    <a:pt x="1643" y="8019"/>
                  </a:lnTo>
                  <a:lnTo>
                    <a:pt x="473" y="6893"/>
                  </a:lnTo>
                  <a:lnTo>
                    <a:pt x="0" y="5358"/>
                  </a:lnTo>
                  <a:lnTo>
                    <a:pt x="719" y="2451"/>
                  </a:lnTo>
                  <a:lnTo>
                    <a:pt x="2416" y="0"/>
                  </a:lnTo>
                  <a:lnTo>
                    <a:pt x="5030" y="105"/>
                  </a:lnTo>
                  <a:lnTo>
                    <a:pt x="5574" y="2041"/>
                  </a:lnTo>
                  <a:lnTo>
                    <a:pt x="5621" y="3482"/>
                  </a:lnTo>
                  <a:lnTo>
                    <a:pt x="5282" y="5096"/>
                  </a:lnTo>
                  <a:lnTo>
                    <a:pt x="5125" y="73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3"/>
            <p:cNvSpPr/>
            <p:nvPr/>
          </p:nvSpPr>
          <p:spPr>
            <a:xfrm>
              <a:off x="2257415" y="2907852"/>
              <a:ext cx="837" cy="1015"/>
            </a:xfrm>
            <a:custGeom>
              <a:avLst/>
              <a:pathLst>
                <a:path w="837" h="1015">
                  <a:moveTo>
                    <a:pt x="317" y="949"/>
                  </a:moveTo>
                  <a:lnTo>
                    <a:pt x="25" y="1015"/>
                  </a:lnTo>
                  <a:lnTo>
                    <a:pt x="0" y="558"/>
                  </a:lnTo>
                  <a:lnTo>
                    <a:pt x="503" y="0"/>
                  </a:lnTo>
                  <a:lnTo>
                    <a:pt x="837" y="37"/>
                  </a:lnTo>
                  <a:lnTo>
                    <a:pt x="824" y="6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4"/>
            <p:cNvSpPr/>
            <p:nvPr/>
          </p:nvSpPr>
          <p:spPr>
            <a:xfrm>
              <a:off x="2259485" y="2904529"/>
              <a:ext cx="1149" cy="2928"/>
            </a:xfrm>
            <a:custGeom>
              <a:avLst/>
              <a:pathLst>
                <a:path w="1149" h="2928">
                  <a:moveTo>
                    <a:pt x="745" y="2637"/>
                  </a:moveTo>
                  <a:lnTo>
                    <a:pt x="0" y="2928"/>
                  </a:lnTo>
                  <a:lnTo>
                    <a:pt x="601" y="1765"/>
                  </a:lnTo>
                  <a:lnTo>
                    <a:pt x="796" y="0"/>
                  </a:lnTo>
                  <a:lnTo>
                    <a:pt x="1149" y="1379"/>
                  </a:lnTo>
                  <a:lnTo>
                    <a:pt x="1142" y="22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5"/>
            <p:cNvSpPr/>
            <p:nvPr/>
          </p:nvSpPr>
          <p:spPr>
            <a:xfrm>
              <a:off x="2261900" y="2902731"/>
              <a:ext cx="1172" cy="3547"/>
            </a:xfrm>
            <a:custGeom>
              <a:avLst/>
              <a:pathLst>
                <a:path w="1172" h="3547">
                  <a:moveTo>
                    <a:pt x="999" y="2940"/>
                  </a:moveTo>
                  <a:lnTo>
                    <a:pt x="654" y="3547"/>
                  </a:lnTo>
                  <a:lnTo>
                    <a:pt x="490" y="3360"/>
                  </a:lnTo>
                  <a:lnTo>
                    <a:pt x="490" y="2474"/>
                  </a:lnTo>
                  <a:lnTo>
                    <a:pt x="0" y="513"/>
                  </a:lnTo>
                  <a:lnTo>
                    <a:pt x="18" y="0"/>
                  </a:lnTo>
                  <a:lnTo>
                    <a:pt x="1143" y="1918"/>
                  </a:lnTo>
                  <a:lnTo>
                    <a:pt x="1172" y="24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6"/>
            <p:cNvSpPr/>
            <p:nvPr/>
          </p:nvSpPr>
          <p:spPr>
            <a:xfrm>
              <a:off x="2265172" y="2902451"/>
              <a:ext cx="2380" cy="1960"/>
            </a:xfrm>
            <a:custGeom>
              <a:avLst/>
              <a:pathLst>
                <a:path w="2380" h="1960">
                  <a:moveTo>
                    <a:pt x="1072" y="1261"/>
                  </a:moveTo>
                  <a:lnTo>
                    <a:pt x="544" y="1960"/>
                  </a:lnTo>
                  <a:lnTo>
                    <a:pt x="0" y="1447"/>
                  </a:lnTo>
                  <a:lnTo>
                    <a:pt x="599" y="747"/>
                  </a:lnTo>
                  <a:lnTo>
                    <a:pt x="2380" y="0"/>
                  </a:lnTo>
                  <a:lnTo>
                    <a:pt x="1708" y="9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7"/>
            <p:cNvSpPr/>
            <p:nvPr/>
          </p:nvSpPr>
          <p:spPr>
            <a:xfrm>
              <a:off x="2268498" y="2899886"/>
              <a:ext cx="726" cy="1259"/>
            </a:xfrm>
            <a:custGeom>
              <a:avLst/>
              <a:pathLst>
                <a:path w="726" h="1259">
                  <a:moveTo>
                    <a:pt x="218" y="1259"/>
                  </a:moveTo>
                  <a:lnTo>
                    <a:pt x="0" y="1259"/>
                  </a:lnTo>
                  <a:lnTo>
                    <a:pt x="109" y="839"/>
                  </a:lnTo>
                  <a:lnTo>
                    <a:pt x="563" y="0"/>
                  </a:lnTo>
                  <a:lnTo>
                    <a:pt x="726" y="326"/>
                  </a:lnTo>
                  <a:lnTo>
                    <a:pt x="708" y="7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8"/>
            <p:cNvSpPr/>
            <p:nvPr/>
          </p:nvSpPr>
          <p:spPr>
            <a:xfrm>
              <a:off x="2270606" y="2897084"/>
              <a:ext cx="581" cy="1261"/>
            </a:xfrm>
            <a:custGeom>
              <a:avLst/>
              <a:pathLst>
                <a:path w="581" h="1261">
                  <a:moveTo>
                    <a:pt x="309" y="1121"/>
                  </a:moveTo>
                  <a:lnTo>
                    <a:pt x="0" y="1261"/>
                  </a:lnTo>
                  <a:lnTo>
                    <a:pt x="454" y="0"/>
                  </a:lnTo>
                  <a:lnTo>
                    <a:pt x="581" y="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59"/>
            <p:cNvSpPr/>
            <p:nvPr/>
          </p:nvSpPr>
          <p:spPr>
            <a:xfrm>
              <a:off x="2271580" y="2885072"/>
              <a:ext cx="3722" cy="11623"/>
            </a:xfrm>
            <a:custGeom>
              <a:avLst/>
              <a:pathLst>
                <a:path w="3722" h="11623">
                  <a:moveTo>
                    <a:pt x="2287" y="6067"/>
                  </a:moveTo>
                  <a:lnTo>
                    <a:pt x="0" y="11623"/>
                  </a:lnTo>
                  <a:lnTo>
                    <a:pt x="253" y="10232"/>
                  </a:lnTo>
                  <a:lnTo>
                    <a:pt x="1145" y="7258"/>
                  </a:lnTo>
                  <a:lnTo>
                    <a:pt x="1433" y="5859"/>
                  </a:lnTo>
                  <a:lnTo>
                    <a:pt x="2035" y="4971"/>
                  </a:lnTo>
                  <a:lnTo>
                    <a:pt x="2596" y="3367"/>
                  </a:lnTo>
                  <a:lnTo>
                    <a:pt x="2638" y="1496"/>
                  </a:lnTo>
                  <a:lnTo>
                    <a:pt x="3453" y="187"/>
                  </a:lnTo>
                  <a:lnTo>
                    <a:pt x="372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0"/>
            <p:cNvSpPr/>
            <p:nvPr/>
          </p:nvSpPr>
          <p:spPr>
            <a:xfrm>
              <a:off x="2252927" y="2849600"/>
              <a:ext cx="1889" cy="3560"/>
            </a:xfrm>
            <a:custGeom>
              <a:avLst/>
              <a:pathLst>
                <a:path w="1889" h="3560">
                  <a:moveTo>
                    <a:pt x="1889" y="2790"/>
                  </a:moveTo>
                  <a:lnTo>
                    <a:pt x="1478" y="3560"/>
                  </a:lnTo>
                  <a:lnTo>
                    <a:pt x="649" y="2995"/>
                  </a:lnTo>
                  <a:lnTo>
                    <a:pt x="195" y="1982"/>
                  </a:lnTo>
                  <a:lnTo>
                    <a:pt x="0" y="0"/>
                  </a:lnTo>
                  <a:lnTo>
                    <a:pt x="722" y="2099"/>
                  </a:lnTo>
                  <a:lnTo>
                    <a:pt x="981" y="25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1"/>
            <p:cNvSpPr/>
            <p:nvPr/>
          </p:nvSpPr>
          <p:spPr>
            <a:xfrm>
              <a:off x="2253298" y="2845089"/>
              <a:ext cx="982" cy="6120"/>
            </a:xfrm>
            <a:custGeom>
              <a:avLst/>
              <a:pathLst>
                <a:path w="982" h="6120">
                  <a:moveTo>
                    <a:pt x="982" y="4384"/>
                  </a:moveTo>
                  <a:lnTo>
                    <a:pt x="965" y="6120"/>
                  </a:lnTo>
                  <a:lnTo>
                    <a:pt x="386" y="3213"/>
                  </a:lnTo>
                  <a:lnTo>
                    <a:pt x="0" y="0"/>
                  </a:lnTo>
                  <a:lnTo>
                    <a:pt x="552" y="104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2"/>
            <p:cNvSpPr/>
            <p:nvPr/>
          </p:nvSpPr>
          <p:spPr>
            <a:xfrm>
              <a:off x="2077938" y="2830440"/>
              <a:ext cx="2721" cy="32017"/>
            </a:xfrm>
            <a:custGeom>
              <a:avLst/>
              <a:pathLst>
                <a:path w="2721" h="32017">
                  <a:moveTo>
                    <a:pt x="2721" y="30645"/>
                  </a:moveTo>
                  <a:lnTo>
                    <a:pt x="2562" y="32017"/>
                  </a:lnTo>
                  <a:lnTo>
                    <a:pt x="1609" y="25610"/>
                  </a:lnTo>
                  <a:lnTo>
                    <a:pt x="58" y="11109"/>
                  </a:lnTo>
                  <a:lnTo>
                    <a:pt x="0" y="2845"/>
                  </a:lnTo>
                  <a:lnTo>
                    <a:pt x="243" y="0"/>
                  </a:lnTo>
                  <a:lnTo>
                    <a:pt x="644" y="11672"/>
                  </a:lnTo>
                  <a:lnTo>
                    <a:pt x="2358" y="264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3"/>
            <p:cNvSpPr/>
            <p:nvPr/>
          </p:nvSpPr>
          <p:spPr>
            <a:xfrm>
              <a:off x="2078195" y="2811956"/>
              <a:ext cx="3731" cy="17123"/>
            </a:xfrm>
            <a:custGeom>
              <a:avLst/>
              <a:pathLst>
                <a:path w="3731" h="17123">
                  <a:moveTo>
                    <a:pt x="359" y="15423"/>
                  </a:moveTo>
                  <a:lnTo>
                    <a:pt x="0" y="17123"/>
                  </a:lnTo>
                  <a:lnTo>
                    <a:pt x="98" y="14589"/>
                  </a:lnTo>
                  <a:lnTo>
                    <a:pt x="1033" y="8832"/>
                  </a:lnTo>
                  <a:lnTo>
                    <a:pt x="2932" y="1266"/>
                  </a:lnTo>
                  <a:lnTo>
                    <a:pt x="3731" y="0"/>
                  </a:lnTo>
                  <a:lnTo>
                    <a:pt x="1541" y="82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4"/>
            <p:cNvSpPr/>
            <p:nvPr/>
          </p:nvSpPr>
          <p:spPr>
            <a:xfrm>
              <a:off x="2273233" y="2811113"/>
              <a:ext cx="3065" cy="19081"/>
            </a:xfrm>
            <a:custGeom>
              <a:avLst/>
              <a:pathLst>
                <a:path w="3065" h="19081">
                  <a:moveTo>
                    <a:pt x="2878" y="16905"/>
                  </a:moveTo>
                  <a:lnTo>
                    <a:pt x="3065" y="19081"/>
                  </a:lnTo>
                  <a:lnTo>
                    <a:pt x="2007" y="14034"/>
                  </a:lnTo>
                  <a:lnTo>
                    <a:pt x="700" y="6120"/>
                  </a:lnTo>
                  <a:lnTo>
                    <a:pt x="0" y="0"/>
                  </a:lnTo>
                  <a:lnTo>
                    <a:pt x="473" y="1654"/>
                  </a:lnTo>
                  <a:lnTo>
                    <a:pt x="936" y="50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5"/>
            <p:cNvSpPr/>
            <p:nvPr/>
          </p:nvSpPr>
          <p:spPr>
            <a:xfrm>
              <a:off x="2082209" y="2802769"/>
              <a:ext cx="2258" cy="6906"/>
            </a:xfrm>
            <a:custGeom>
              <a:avLst/>
              <a:pathLst>
                <a:path w="2258" h="6906">
                  <a:moveTo>
                    <a:pt x="249" y="6834"/>
                  </a:moveTo>
                  <a:lnTo>
                    <a:pt x="0" y="6906"/>
                  </a:lnTo>
                  <a:lnTo>
                    <a:pt x="556" y="4487"/>
                  </a:lnTo>
                  <a:lnTo>
                    <a:pt x="660" y="3517"/>
                  </a:lnTo>
                  <a:lnTo>
                    <a:pt x="1573" y="455"/>
                  </a:lnTo>
                  <a:lnTo>
                    <a:pt x="2055" y="0"/>
                  </a:lnTo>
                  <a:lnTo>
                    <a:pt x="2258" y="1302"/>
                  </a:lnTo>
                  <a:lnTo>
                    <a:pt x="1319" y="34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6"/>
            <p:cNvSpPr/>
            <p:nvPr/>
          </p:nvSpPr>
          <p:spPr>
            <a:xfrm>
              <a:off x="2084912" y="2795421"/>
              <a:ext cx="4575" cy="6889"/>
            </a:xfrm>
            <a:custGeom>
              <a:avLst/>
              <a:pathLst>
                <a:path w="4575" h="6889">
                  <a:moveTo>
                    <a:pt x="422" y="6766"/>
                  </a:moveTo>
                  <a:lnTo>
                    <a:pt x="0" y="6889"/>
                  </a:lnTo>
                  <a:lnTo>
                    <a:pt x="523" y="5293"/>
                  </a:lnTo>
                  <a:lnTo>
                    <a:pt x="1375" y="4488"/>
                  </a:lnTo>
                  <a:lnTo>
                    <a:pt x="3242" y="1422"/>
                  </a:lnTo>
                  <a:lnTo>
                    <a:pt x="4004" y="1211"/>
                  </a:lnTo>
                  <a:lnTo>
                    <a:pt x="4401" y="155"/>
                  </a:lnTo>
                  <a:lnTo>
                    <a:pt x="4575" y="0"/>
                  </a:lnTo>
                  <a:lnTo>
                    <a:pt x="4462" y="1294"/>
                  </a:lnTo>
                  <a:lnTo>
                    <a:pt x="2960" y="31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7"/>
            <p:cNvSpPr/>
            <p:nvPr/>
          </p:nvSpPr>
          <p:spPr>
            <a:xfrm>
              <a:off x="2104608" y="2767062"/>
              <a:ext cx="3705" cy="6056"/>
            </a:xfrm>
            <a:custGeom>
              <a:avLst/>
              <a:pathLst>
                <a:path w="3705" h="6056">
                  <a:moveTo>
                    <a:pt x="574" y="5774"/>
                  </a:moveTo>
                  <a:lnTo>
                    <a:pt x="0" y="6056"/>
                  </a:lnTo>
                  <a:lnTo>
                    <a:pt x="2508" y="1512"/>
                  </a:lnTo>
                  <a:lnTo>
                    <a:pt x="3034" y="0"/>
                  </a:lnTo>
                  <a:lnTo>
                    <a:pt x="3705" y="66"/>
                  </a:lnTo>
                  <a:lnTo>
                    <a:pt x="2585" y="26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8"/>
            <p:cNvSpPr/>
            <p:nvPr/>
          </p:nvSpPr>
          <p:spPr>
            <a:xfrm>
              <a:off x="2140088" y="2758120"/>
              <a:ext cx="2904" cy="4653"/>
            </a:xfrm>
            <a:custGeom>
              <a:avLst/>
              <a:pathLst>
                <a:path w="2904" h="4653">
                  <a:moveTo>
                    <a:pt x="2450" y="4231"/>
                  </a:moveTo>
                  <a:lnTo>
                    <a:pt x="2022" y="4653"/>
                  </a:lnTo>
                  <a:lnTo>
                    <a:pt x="119" y="2093"/>
                  </a:lnTo>
                  <a:lnTo>
                    <a:pt x="0" y="994"/>
                  </a:lnTo>
                  <a:lnTo>
                    <a:pt x="939" y="0"/>
                  </a:lnTo>
                  <a:lnTo>
                    <a:pt x="1512" y="88"/>
                  </a:lnTo>
                  <a:lnTo>
                    <a:pt x="2418" y="1388"/>
                  </a:lnTo>
                  <a:lnTo>
                    <a:pt x="2750" y="1750"/>
                  </a:lnTo>
                  <a:lnTo>
                    <a:pt x="2904" y="2276"/>
                  </a:lnTo>
                  <a:lnTo>
                    <a:pt x="2816" y="31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69"/>
            <p:cNvSpPr/>
            <p:nvPr/>
          </p:nvSpPr>
          <p:spPr>
            <a:xfrm>
              <a:off x="2219377" y="2755505"/>
              <a:ext cx="4368" cy="3716"/>
            </a:xfrm>
            <a:custGeom>
              <a:avLst/>
              <a:pathLst>
                <a:path w="4368" h="3716">
                  <a:moveTo>
                    <a:pt x="2403" y="2653"/>
                  </a:moveTo>
                  <a:lnTo>
                    <a:pt x="1248" y="3716"/>
                  </a:lnTo>
                  <a:lnTo>
                    <a:pt x="0" y="2943"/>
                  </a:lnTo>
                  <a:lnTo>
                    <a:pt x="775" y="2796"/>
                  </a:lnTo>
                  <a:lnTo>
                    <a:pt x="1337" y="3109"/>
                  </a:lnTo>
                  <a:lnTo>
                    <a:pt x="2759" y="1588"/>
                  </a:lnTo>
                  <a:lnTo>
                    <a:pt x="3504" y="437"/>
                  </a:lnTo>
                  <a:lnTo>
                    <a:pt x="436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0"/>
            <p:cNvSpPr/>
            <p:nvPr/>
          </p:nvSpPr>
          <p:spPr>
            <a:xfrm>
              <a:off x="2175337" y="2754898"/>
              <a:ext cx="816" cy="2739"/>
            </a:xfrm>
            <a:custGeom>
              <a:avLst/>
              <a:pathLst>
                <a:path w="816" h="2739">
                  <a:moveTo>
                    <a:pt x="624" y="1193"/>
                  </a:moveTo>
                  <a:lnTo>
                    <a:pt x="0" y="2739"/>
                  </a:lnTo>
                  <a:lnTo>
                    <a:pt x="28" y="2149"/>
                  </a:lnTo>
                  <a:lnTo>
                    <a:pt x="488" y="601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1"/>
            <p:cNvSpPr/>
            <p:nvPr/>
          </p:nvSpPr>
          <p:spPr>
            <a:xfrm>
              <a:off x="2176220" y="2745922"/>
              <a:ext cx="624" cy="8299"/>
            </a:xfrm>
            <a:custGeom>
              <a:avLst/>
              <a:pathLst>
                <a:path w="624" h="8299">
                  <a:moveTo>
                    <a:pt x="454" y="7358"/>
                  </a:moveTo>
                  <a:lnTo>
                    <a:pt x="129" y="8299"/>
                  </a:lnTo>
                  <a:lnTo>
                    <a:pt x="447" y="3793"/>
                  </a:lnTo>
                  <a:lnTo>
                    <a:pt x="0" y="0"/>
                  </a:lnTo>
                  <a:lnTo>
                    <a:pt x="472" y="1665"/>
                  </a:lnTo>
                  <a:lnTo>
                    <a:pt x="624" y="36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2"/>
            <p:cNvSpPr/>
            <p:nvPr/>
          </p:nvSpPr>
          <p:spPr>
            <a:xfrm>
              <a:off x="2170753" y="2742615"/>
              <a:ext cx="1810" cy="3872"/>
            </a:xfrm>
            <a:custGeom>
              <a:avLst/>
              <a:pathLst>
                <a:path w="1810" h="3872">
                  <a:moveTo>
                    <a:pt x="1358" y="2499"/>
                  </a:moveTo>
                  <a:lnTo>
                    <a:pt x="1398" y="3872"/>
                  </a:lnTo>
                  <a:lnTo>
                    <a:pt x="834" y="3188"/>
                  </a:lnTo>
                  <a:lnTo>
                    <a:pt x="0" y="3126"/>
                  </a:lnTo>
                  <a:lnTo>
                    <a:pt x="367" y="2657"/>
                  </a:lnTo>
                  <a:lnTo>
                    <a:pt x="625" y="2200"/>
                  </a:lnTo>
                  <a:lnTo>
                    <a:pt x="754" y="1708"/>
                  </a:lnTo>
                  <a:lnTo>
                    <a:pt x="1810" y="0"/>
                  </a:lnTo>
                  <a:lnTo>
                    <a:pt x="1510" y="12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3"/>
            <p:cNvSpPr/>
            <p:nvPr/>
          </p:nvSpPr>
          <p:spPr>
            <a:xfrm>
              <a:off x="2177878" y="2739790"/>
              <a:ext cx="1895" cy="1757"/>
            </a:xfrm>
            <a:custGeom>
              <a:avLst/>
              <a:pathLst>
                <a:path w="1895" h="1757">
                  <a:moveTo>
                    <a:pt x="1895" y="1428"/>
                  </a:moveTo>
                  <a:lnTo>
                    <a:pt x="1751" y="1757"/>
                  </a:lnTo>
                  <a:lnTo>
                    <a:pt x="732" y="1142"/>
                  </a:lnTo>
                  <a:lnTo>
                    <a:pt x="112" y="571"/>
                  </a:lnTo>
                  <a:lnTo>
                    <a:pt x="0" y="0"/>
                  </a:lnTo>
                  <a:lnTo>
                    <a:pt x="1713" y="103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4"/>
            <p:cNvSpPr/>
            <p:nvPr/>
          </p:nvSpPr>
          <p:spPr>
            <a:xfrm>
              <a:off x="2182557" y="2739510"/>
              <a:ext cx="2818" cy="1265"/>
            </a:xfrm>
            <a:custGeom>
              <a:avLst/>
              <a:pathLst>
                <a:path w="2818" h="1265">
                  <a:moveTo>
                    <a:pt x="2818" y="632"/>
                  </a:moveTo>
                  <a:lnTo>
                    <a:pt x="1806" y="1265"/>
                  </a:lnTo>
                  <a:lnTo>
                    <a:pt x="305" y="1206"/>
                  </a:lnTo>
                  <a:lnTo>
                    <a:pt x="0" y="983"/>
                  </a:lnTo>
                  <a:lnTo>
                    <a:pt x="602" y="561"/>
                  </a:lnTo>
                  <a:lnTo>
                    <a:pt x="238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5"/>
            <p:cNvSpPr/>
            <p:nvPr/>
          </p:nvSpPr>
          <p:spPr>
            <a:xfrm>
              <a:off x="2261176" y="2718894"/>
              <a:ext cx="755" cy="7199"/>
            </a:xfrm>
            <a:custGeom>
              <a:avLst/>
              <a:pathLst>
                <a:path w="755" h="7199">
                  <a:moveTo>
                    <a:pt x="755" y="0"/>
                  </a:moveTo>
                  <a:lnTo>
                    <a:pt x="243" y="7199"/>
                  </a:lnTo>
                  <a:lnTo>
                    <a:pt x="21" y="4650"/>
                  </a:lnTo>
                  <a:lnTo>
                    <a:pt x="0" y="2174"/>
                  </a:lnTo>
                  <a:lnTo>
                    <a:pt x="387" y="7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6"/>
            <p:cNvSpPr/>
            <p:nvPr/>
          </p:nvSpPr>
          <p:spPr>
            <a:xfrm>
              <a:off x="1834162" y="2657986"/>
              <a:ext cx="2759" cy="6328"/>
            </a:xfrm>
            <a:custGeom>
              <a:avLst/>
              <a:pathLst>
                <a:path w="2759" h="6328">
                  <a:moveTo>
                    <a:pt x="2759" y="6059"/>
                  </a:moveTo>
                  <a:lnTo>
                    <a:pt x="2089" y="6328"/>
                  </a:lnTo>
                  <a:lnTo>
                    <a:pt x="1346" y="5725"/>
                  </a:lnTo>
                  <a:lnTo>
                    <a:pt x="705" y="2868"/>
                  </a:lnTo>
                  <a:lnTo>
                    <a:pt x="0" y="634"/>
                  </a:lnTo>
                  <a:lnTo>
                    <a:pt x="380" y="0"/>
                  </a:lnTo>
                  <a:lnTo>
                    <a:pt x="951" y="2149"/>
                  </a:lnTo>
                  <a:lnTo>
                    <a:pt x="2382" y="54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7"/>
            <p:cNvSpPr/>
            <p:nvPr/>
          </p:nvSpPr>
          <p:spPr>
            <a:xfrm>
              <a:off x="1822827" y="2650618"/>
              <a:ext cx="1578" cy="1970"/>
            </a:xfrm>
            <a:custGeom>
              <a:avLst/>
              <a:pathLst>
                <a:path w="1578" h="1970">
                  <a:moveTo>
                    <a:pt x="1578" y="1916"/>
                  </a:moveTo>
                  <a:lnTo>
                    <a:pt x="1066" y="1970"/>
                  </a:lnTo>
                  <a:lnTo>
                    <a:pt x="363" y="1696"/>
                  </a:lnTo>
                  <a:lnTo>
                    <a:pt x="0" y="109"/>
                  </a:lnTo>
                  <a:lnTo>
                    <a:pt x="576" y="0"/>
                  </a:lnTo>
                  <a:lnTo>
                    <a:pt x="1109" y="219"/>
                  </a:lnTo>
                  <a:lnTo>
                    <a:pt x="1532" y="14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8"/>
            <p:cNvSpPr/>
            <p:nvPr/>
          </p:nvSpPr>
          <p:spPr>
            <a:xfrm>
              <a:off x="1834401" y="2644854"/>
              <a:ext cx="3129" cy="4875"/>
            </a:xfrm>
            <a:custGeom>
              <a:avLst/>
              <a:pathLst>
                <a:path w="3129" h="4875">
                  <a:moveTo>
                    <a:pt x="2548" y="2699"/>
                  </a:moveTo>
                  <a:lnTo>
                    <a:pt x="3129" y="4875"/>
                  </a:lnTo>
                  <a:lnTo>
                    <a:pt x="2292" y="4605"/>
                  </a:lnTo>
                  <a:lnTo>
                    <a:pt x="1417" y="4728"/>
                  </a:lnTo>
                  <a:lnTo>
                    <a:pt x="1152" y="3545"/>
                  </a:lnTo>
                  <a:lnTo>
                    <a:pt x="890" y="1900"/>
                  </a:lnTo>
                  <a:lnTo>
                    <a:pt x="714" y="1480"/>
                  </a:lnTo>
                  <a:lnTo>
                    <a:pt x="115" y="1333"/>
                  </a:lnTo>
                  <a:lnTo>
                    <a:pt x="70" y="1183"/>
                  </a:lnTo>
                  <a:lnTo>
                    <a:pt x="0" y="382"/>
                  </a:lnTo>
                  <a:lnTo>
                    <a:pt x="168" y="0"/>
                  </a:lnTo>
                  <a:lnTo>
                    <a:pt x="2045" y="18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79"/>
            <p:cNvSpPr/>
            <p:nvPr/>
          </p:nvSpPr>
          <p:spPr>
            <a:xfrm>
              <a:off x="1815039" y="2628619"/>
              <a:ext cx="3083" cy="3594"/>
            </a:xfrm>
            <a:custGeom>
              <a:avLst/>
              <a:pathLst>
                <a:path w="3083" h="3594">
                  <a:moveTo>
                    <a:pt x="2397" y="3181"/>
                  </a:moveTo>
                  <a:lnTo>
                    <a:pt x="1587" y="3594"/>
                  </a:lnTo>
                  <a:lnTo>
                    <a:pt x="975" y="3204"/>
                  </a:lnTo>
                  <a:lnTo>
                    <a:pt x="0" y="373"/>
                  </a:lnTo>
                  <a:lnTo>
                    <a:pt x="2072" y="0"/>
                  </a:lnTo>
                  <a:lnTo>
                    <a:pt x="2963" y="1229"/>
                  </a:lnTo>
                  <a:lnTo>
                    <a:pt x="3083" y="157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0"/>
            <p:cNvSpPr/>
            <p:nvPr/>
          </p:nvSpPr>
          <p:spPr>
            <a:xfrm>
              <a:off x="1812857" y="2627237"/>
              <a:ext cx="1553" cy="1507"/>
            </a:xfrm>
            <a:custGeom>
              <a:avLst/>
              <a:pathLst>
                <a:path w="1553" h="1507">
                  <a:moveTo>
                    <a:pt x="1553" y="1431"/>
                  </a:moveTo>
                  <a:lnTo>
                    <a:pt x="941" y="1507"/>
                  </a:lnTo>
                  <a:lnTo>
                    <a:pt x="0" y="1193"/>
                  </a:lnTo>
                  <a:lnTo>
                    <a:pt x="329" y="502"/>
                  </a:lnTo>
                  <a:lnTo>
                    <a:pt x="849" y="0"/>
                  </a:lnTo>
                  <a:lnTo>
                    <a:pt x="1015" y="3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1"/>
            <p:cNvSpPr/>
            <p:nvPr/>
          </p:nvSpPr>
          <p:spPr>
            <a:xfrm>
              <a:off x="1818881" y="2627048"/>
              <a:ext cx="4244" cy="3306"/>
            </a:xfrm>
            <a:custGeom>
              <a:avLst/>
              <a:pathLst>
                <a:path w="4244" h="3306">
                  <a:moveTo>
                    <a:pt x="410" y="0"/>
                  </a:moveTo>
                  <a:lnTo>
                    <a:pt x="2752" y="1513"/>
                  </a:lnTo>
                  <a:lnTo>
                    <a:pt x="4015" y="789"/>
                  </a:lnTo>
                  <a:lnTo>
                    <a:pt x="4244" y="1522"/>
                  </a:lnTo>
                  <a:lnTo>
                    <a:pt x="4095" y="2159"/>
                  </a:lnTo>
                  <a:lnTo>
                    <a:pt x="1248" y="3306"/>
                  </a:lnTo>
                  <a:lnTo>
                    <a:pt x="374" y="2504"/>
                  </a:lnTo>
                  <a:lnTo>
                    <a:pt x="295" y="1403"/>
                  </a:lnTo>
                  <a:lnTo>
                    <a:pt x="0" y="3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2"/>
            <p:cNvSpPr/>
            <p:nvPr/>
          </p:nvSpPr>
          <p:spPr>
            <a:xfrm>
              <a:off x="2316537" y="2608714"/>
              <a:ext cx="1469" cy="1406"/>
            </a:xfrm>
            <a:custGeom>
              <a:avLst/>
              <a:pathLst>
                <a:path w="1469" h="1406">
                  <a:moveTo>
                    <a:pt x="1469" y="1337"/>
                  </a:moveTo>
                  <a:lnTo>
                    <a:pt x="1213" y="1406"/>
                  </a:lnTo>
                  <a:lnTo>
                    <a:pt x="760" y="1080"/>
                  </a:lnTo>
                  <a:lnTo>
                    <a:pt x="137" y="457"/>
                  </a:lnTo>
                  <a:lnTo>
                    <a:pt x="0" y="0"/>
                  </a:lnTo>
                  <a:lnTo>
                    <a:pt x="594" y="1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3"/>
            <p:cNvSpPr/>
            <p:nvPr/>
          </p:nvSpPr>
          <p:spPr>
            <a:xfrm>
              <a:off x="2318210" y="2601658"/>
              <a:ext cx="3696" cy="9084"/>
            </a:xfrm>
            <a:custGeom>
              <a:avLst/>
              <a:pathLst>
                <a:path w="3696" h="9084">
                  <a:moveTo>
                    <a:pt x="286" y="8745"/>
                  </a:moveTo>
                  <a:lnTo>
                    <a:pt x="0" y="9084"/>
                  </a:lnTo>
                  <a:lnTo>
                    <a:pt x="1053" y="5394"/>
                  </a:lnTo>
                  <a:lnTo>
                    <a:pt x="3134" y="715"/>
                  </a:lnTo>
                  <a:lnTo>
                    <a:pt x="3696" y="0"/>
                  </a:lnTo>
                  <a:lnTo>
                    <a:pt x="1966" y="39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4"/>
            <p:cNvSpPr/>
            <p:nvPr/>
          </p:nvSpPr>
          <p:spPr>
            <a:xfrm>
              <a:off x="2324475" y="2594234"/>
              <a:ext cx="2327" cy="2107"/>
            </a:xfrm>
            <a:custGeom>
              <a:avLst/>
              <a:pathLst>
                <a:path w="2327" h="2107">
                  <a:moveTo>
                    <a:pt x="2327" y="0"/>
                  </a:moveTo>
                  <a:lnTo>
                    <a:pt x="236" y="2107"/>
                  </a:lnTo>
                  <a:lnTo>
                    <a:pt x="0" y="1982"/>
                  </a:lnTo>
                  <a:lnTo>
                    <a:pt x="1372" y="4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5"/>
            <p:cNvSpPr/>
            <p:nvPr/>
          </p:nvSpPr>
          <p:spPr>
            <a:xfrm>
              <a:off x="2327859" y="2577126"/>
              <a:ext cx="2688" cy="16438"/>
            </a:xfrm>
            <a:custGeom>
              <a:avLst/>
              <a:pathLst>
                <a:path w="2688" h="16438">
                  <a:moveTo>
                    <a:pt x="1679" y="15633"/>
                  </a:moveTo>
                  <a:lnTo>
                    <a:pt x="136" y="16438"/>
                  </a:lnTo>
                  <a:lnTo>
                    <a:pt x="0" y="16179"/>
                  </a:lnTo>
                  <a:lnTo>
                    <a:pt x="1768" y="14494"/>
                  </a:lnTo>
                  <a:lnTo>
                    <a:pt x="2326" y="8558"/>
                  </a:lnTo>
                  <a:lnTo>
                    <a:pt x="2403" y="5821"/>
                  </a:lnTo>
                  <a:lnTo>
                    <a:pt x="2138" y="997"/>
                  </a:lnTo>
                  <a:lnTo>
                    <a:pt x="2147" y="0"/>
                  </a:lnTo>
                  <a:lnTo>
                    <a:pt x="2434" y="1555"/>
                  </a:lnTo>
                  <a:lnTo>
                    <a:pt x="2688" y="6057"/>
                  </a:lnTo>
                  <a:lnTo>
                    <a:pt x="2593" y="9470"/>
                  </a:lnTo>
                  <a:lnTo>
                    <a:pt x="2080" y="144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6"/>
            <p:cNvSpPr/>
            <p:nvPr/>
          </p:nvSpPr>
          <p:spPr>
            <a:xfrm>
              <a:off x="2327548" y="2571896"/>
              <a:ext cx="937" cy="3266"/>
            </a:xfrm>
            <a:custGeom>
              <a:avLst/>
              <a:pathLst>
                <a:path w="937" h="3266">
                  <a:moveTo>
                    <a:pt x="937" y="2666"/>
                  </a:moveTo>
                  <a:lnTo>
                    <a:pt x="764" y="3266"/>
                  </a:lnTo>
                  <a:lnTo>
                    <a:pt x="0" y="0"/>
                  </a:lnTo>
                  <a:lnTo>
                    <a:pt x="786" y="1056"/>
                  </a:lnTo>
                  <a:lnTo>
                    <a:pt x="926" y="19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2331445" y="2502398"/>
              <a:ext cx="3229" cy="12588"/>
            </a:xfrm>
            <a:custGeom>
              <a:avLst/>
              <a:pathLst>
                <a:path w="3229" h="12588">
                  <a:moveTo>
                    <a:pt x="523" y="12109"/>
                  </a:moveTo>
                  <a:lnTo>
                    <a:pt x="0" y="12588"/>
                  </a:lnTo>
                  <a:lnTo>
                    <a:pt x="1755" y="6671"/>
                  </a:lnTo>
                  <a:lnTo>
                    <a:pt x="2774" y="1714"/>
                  </a:lnTo>
                  <a:lnTo>
                    <a:pt x="3229" y="0"/>
                  </a:lnTo>
                  <a:lnTo>
                    <a:pt x="2788" y="3474"/>
                  </a:lnTo>
                  <a:lnTo>
                    <a:pt x="2017" y="66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8"/>
            <p:cNvSpPr/>
            <p:nvPr/>
          </p:nvSpPr>
          <p:spPr>
            <a:xfrm>
              <a:off x="2344396" y="2459601"/>
              <a:ext cx="1685" cy="6413"/>
            </a:xfrm>
            <a:custGeom>
              <a:avLst/>
              <a:pathLst>
                <a:path w="1685" h="6413">
                  <a:moveTo>
                    <a:pt x="1380" y="1940"/>
                  </a:moveTo>
                  <a:lnTo>
                    <a:pt x="30" y="6413"/>
                  </a:lnTo>
                  <a:lnTo>
                    <a:pt x="0" y="5553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89"/>
            <p:cNvSpPr/>
            <p:nvPr/>
          </p:nvSpPr>
          <p:spPr>
            <a:xfrm>
              <a:off x="2344594" y="2432652"/>
              <a:ext cx="1939" cy="4129"/>
            </a:xfrm>
            <a:custGeom>
              <a:avLst/>
              <a:pathLst>
                <a:path w="1939" h="4129">
                  <a:moveTo>
                    <a:pt x="549" y="4006"/>
                  </a:moveTo>
                  <a:lnTo>
                    <a:pt x="0" y="4129"/>
                  </a:lnTo>
                  <a:lnTo>
                    <a:pt x="549" y="1295"/>
                  </a:lnTo>
                  <a:lnTo>
                    <a:pt x="1558" y="0"/>
                  </a:lnTo>
                  <a:lnTo>
                    <a:pt x="1923" y="269"/>
                  </a:lnTo>
                  <a:lnTo>
                    <a:pt x="1939" y="1271"/>
                  </a:lnTo>
                  <a:lnTo>
                    <a:pt x="1797" y="2126"/>
                  </a:lnTo>
                  <a:lnTo>
                    <a:pt x="1120" y="34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0"/>
            <p:cNvSpPr/>
            <p:nvPr/>
          </p:nvSpPr>
          <p:spPr>
            <a:xfrm>
              <a:off x="2346941" y="2418037"/>
              <a:ext cx="24498" cy="17212"/>
            </a:xfrm>
            <a:custGeom>
              <a:avLst/>
              <a:pathLst>
                <a:path w="24498" h="17212">
                  <a:moveTo>
                    <a:pt x="17518" y="4934"/>
                  </a:moveTo>
                  <a:lnTo>
                    <a:pt x="16700" y="6846"/>
                  </a:lnTo>
                  <a:lnTo>
                    <a:pt x="17439" y="7039"/>
                  </a:lnTo>
                  <a:lnTo>
                    <a:pt x="18075" y="6478"/>
                  </a:lnTo>
                  <a:lnTo>
                    <a:pt x="18678" y="5344"/>
                  </a:lnTo>
                  <a:lnTo>
                    <a:pt x="20076" y="3810"/>
                  </a:lnTo>
                  <a:lnTo>
                    <a:pt x="21268" y="3139"/>
                  </a:lnTo>
                  <a:lnTo>
                    <a:pt x="21643" y="3001"/>
                  </a:lnTo>
                  <a:lnTo>
                    <a:pt x="22212" y="4077"/>
                  </a:lnTo>
                  <a:lnTo>
                    <a:pt x="23339" y="3213"/>
                  </a:lnTo>
                  <a:lnTo>
                    <a:pt x="24498" y="2728"/>
                  </a:lnTo>
                  <a:lnTo>
                    <a:pt x="19483" y="7649"/>
                  </a:lnTo>
                  <a:lnTo>
                    <a:pt x="18458" y="8203"/>
                  </a:lnTo>
                  <a:lnTo>
                    <a:pt x="16991" y="9669"/>
                  </a:lnTo>
                  <a:lnTo>
                    <a:pt x="15604" y="10708"/>
                  </a:lnTo>
                  <a:lnTo>
                    <a:pt x="14605" y="11086"/>
                  </a:lnTo>
                  <a:lnTo>
                    <a:pt x="9640" y="14739"/>
                  </a:lnTo>
                  <a:lnTo>
                    <a:pt x="9246" y="14819"/>
                  </a:lnTo>
                  <a:lnTo>
                    <a:pt x="8820" y="14462"/>
                  </a:lnTo>
                  <a:lnTo>
                    <a:pt x="4731" y="16344"/>
                  </a:lnTo>
                  <a:lnTo>
                    <a:pt x="3052" y="16556"/>
                  </a:lnTo>
                  <a:lnTo>
                    <a:pt x="1524" y="17212"/>
                  </a:lnTo>
                  <a:lnTo>
                    <a:pt x="2654" y="15697"/>
                  </a:lnTo>
                  <a:lnTo>
                    <a:pt x="2679" y="15130"/>
                  </a:lnTo>
                  <a:lnTo>
                    <a:pt x="2409" y="14687"/>
                  </a:lnTo>
                  <a:lnTo>
                    <a:pt x="1804" y="14816"/>
                  </a:lnTo>
                  <a:lnTo>
                    <a:pt x="1185" y="16376"/>
                  </a:lnTo>
                  <a:lnTo>
                    <a:pt x="197" y="16896"/>
                  </a:lnTo>
                  <a:lnTo>
                    <a:pt x="0" y="15198"/>
                  </a:lnTo>
                  <a:lnTo>
                    <a:pt x="329" y="13884"/>
                  </a:lnTo>
                  <a:lnTo>
                    <a:pt x="776" y="12637"/>
                  </a:lnTo>
                  <a:lnTo>
                    <a:pt x="1758" y="10678"/>
                  </a:lnTo>
                  <a:lnTo>
                    <a:pt x="3162" y="9436"/>
                  </a:lnTo>
                  <a:lnTo>
                    <a:pt x="3876" y="8362"/>
                  </a:lnTo>
                  <a:lnTo>
                    <a:pt x="4370" y="9307"/>
                  </a:lnTo>
                  <a:lnTo>
                    <a:pt x="4479" y="8030"/>
                  </a:lnTo>
                  <a:lnTo>
                    <a:pt x="4859" y="7293"/>
                  </a:lnTo>
                  <a:lnTo>
                    <a:pt x="5272" y="6896"/>
                  </a:lnTo>
                  <a:lnTo>
                    <a:pt x="6267" y="6886"/>
                  </a:lnTo>
                  <a:lnTo>
                    <a:pt x="6803" y="6686"/>
                  </a:lnTo>
                  <a:lnTo>
                    <a:pt x="7190" y="6261"/>
                  </a:lnTo>
                  <a:lnTo>
                    <a:pt x="7587" y="6182"/>
                  </a:lnTo>
                  <a:lnTo>
                    <a:pt x="8675" y="6761"/>
                  </a:lnTo>
                  <a:lnTo>
                    <a:pt x="9738" y="6595"/>
                  </a:lnTo>
                  <a:lnTo>
                    <a:pt x="10596" y="5795"/>
                  </a:lnTo>
                  <a:lnTo>
                    <a:pt x="11487" y="5527"/>
                  </a:lnTo>
                  <a:lnTo>
                    <a:pt x="13846" y="5347"/>
                  </a:lnTo>
                  <a:lnTo>
                    <a:pt x="16191" y="4762"/>
                  </a:lnTo>
                  <a:lnTo>
                    <a:pt x="17128" y="3723"/>
                  </a:lnTo>
                  <a:lnTo>
                    <a:pt x="19097" y="812"/>
                  </a:lnTo>
                  <a:lnTo>
                    <a:pt x="20230" y="0"/>
                  </a:lnTo>
                  <a:lnTo>
                    <a:pt x="18466" y="33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1"/>
            <p:cNvSpPr/>
            <p:nvPr/>
          </p:nvSpPr>
          <p:spPr>
            <a:xfrm>
              <a:off x="2390659" y="2410815"/>
              <a:ext cx="2936" cy="4373"/>
            </a:xfrm>
            <a:custGeom>
              <a:avLst/>
              <a:pathLst>
                <a:path w="2936" h="4373">
                  <a:moveTo>
                    <a:pt x="2936" y="3897"/>
                  </a:moveTo>
                  <a:lnTo>
                    <a:pt x="2048" y="4373"/>
                  </a:lnTo>
                  <a:lnTo>
                    <a:pt x="0" y="3283"/>
                  </a:lnTo>
                  <a:lnTo>
                    <a:pt x="1685" y="2360"/>
                  </a:lnTo>
                  <a:lnTo>
                    <a:pt x="1960" y="2038"/>
                  </a:lnTo>
                  <a:lnTo>
                    <a:pt x="2180" y="681"/>
                  </a:lnTo>
                  <a:lnTo>
                    <a:pt x="2207" y="0"/>
                  </a:lnTo>
                  <a:lnTo>
                    <a:pt x="2847" y="29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2"/>
            <p:cNvSpPr/>
            <p:nvPr/>
          </p:nvSpPr>
          <p:spPr>
            <a:xfrm>
              <a:off x="2383799" y="2409049"/>
              <a:ext cx="3674" cy="3834"/>
            </a:xfrm>
            <a:custGeom>
              <a:avLst/>
              <a:pathLst>
                <a:path w="3674" h="3834">
                  <a:moveTo>
                    <a:pt x="3674" y="2390"/>
                  </a:moveTo>
                  <a:lnTo>
                    <a:pt x="505" y="3834"/>
                  </a:lnTo>
                  <a:lnTo>
                    <a:pt x="0" y="2902"/>
                  </a:lnTo>
                  <a:lnTo>
                    <a:pt x="790" y="2471"/>
                  </a:lnTo>
                  <a:lnTo>
                    <a:pt x="1789" y="256"/>
                  </a:lnTo>
                  <a:lnTo>
                    <a:pt x="2453" y="0"/>
                  </a:lnTo>
                  <a:lnTo>
                    <a:pt x="3496" y="12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3"/>
            <p:cNvSpPr/>
            <p:nvPr/>
          </p:nvSpPr>
          <p:spPr>
            <a:xfrm>
              <a:off x="2377191" y="2405662"/>
              <a:ext cx="563" cy="3105"/>
            </a:xfrm>
            <a:custGeom>
              <a:avLst/>
              <a:pathLst>
                <a:path w="563" h="3105">
                  <a:moveTo>
                    <a:pt x="438" y="2558"/>
                  </a:moveTo>
                  <a:lnTo>
                    <a:pt x="119" y="3105"/>
                  </a:lnTo>
                  <a:lnTo>
                    <a:pt x="0" y="1677"/>
                  </a:lnTo>
                  <a:lnTo>
                    <a:pt x="223" y="37"/>
                  </a:lnTo>
                  <a:lnTo>
                    <a:pt x="450" y="0"/>
                  </a:lnTo>
                  <a:lnTo>
                    <a:pt x="563" y="8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4"/>
            <p:cNvSpPr/>
            <p:nvPr/>
          </p:nvSpPr>
          <p:spPr>
            <a:xfrm>
              <a:off x="2377849" y="2403225"/>
              <a:ext cx="1314" cy="5605"/>
            </a:xfrm>
            <a:custGeom>
              <a:avLst/>
              <a:pathLst>
                <a:path w="1314" h="5605">
                  <a:moveTo>
                    <a:pt x="1206" y="4797"/>
                  </a:moveTo>
                  <a:lnTo>
                    <a:pt x="636" y="5605"/>
                  </a:lnTo>
                  <a:lnTo>
                    <a:pt x="0" y="5464"/>
                  </a:lnTo>
                  <a:lnTo>
                    <a:pt x="323" y="4373"/>
                  </a:lnTo>
                  <a:lnTo>
                    <a:pt x="446" y="2771"/>
                  </a:lnTo>
                  <a:lnTo>
                    <a:pt x="760" y="1012"/>
                  </a:lnTo>
                  <a:lnTo>
                    <a:pt x="941" y="47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5"/>
            <p:cNvSpPr/>
            <p:nvPr/>
          </p:nvSpPr>
          <p:spPr>
            <a:xfrm>
              <a:off x="2408267" y="2326342"/>
              <a:ext cx="918" cy="2361"/>
            </a:xfrm>
            <a:custGeom>
              <a:avLst/>
              <a:pathLst>
                <a:path w="918" h="2361">
                  <a:moveTo>
                    <a:pt x="918" y="1777"/>
                  </a:moveTo>
                  <a:lnTo>
                    <a:pt x="481" y="2361"/>
                  </a:lnTo>
                  <a:lnTo>
                    <a:pt x="15" y="2172"/>
                  </a:lnTo>
                  <a:lnTo>
                    <a:pt x="0" y="715"/>
                  </a:lnTo>
                  <a:lnTo>
                    <a:pt x="141" y="220"/>
                  </a:lnTo>
                  <a:lnTo>
                    <a:pt x="302" y="0"/>
                  </a:lnTo>
                  <a:lnTo>
                    <a:pt x="541" y="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6"/>
            <p:cNvSpPr/>
            <p:nvPr/>
          </p:nvSpPr>
          <p:spPr>
            <a:xfrm>
              <a:off x="2411619" y="2320423"/>
              <a:ext cx="2583" cy="6110"/>
            </a:xfrm>
            <a:custGeom>
              <a:avLst/>
              <a:pathLst>
                <a:path w="2583" h="6110">
                  <a:moveTo>
                    <a:pt x="2583" y="3664"/>
                  </a:moveTo>
                  <a:lnTo>
                    <a:pt x="1913" y="4240"/>
                  </a:lnTo>
                  <a:lnTo>
                    <a:pt x="1178" y="3989"/>
                  </a:lnTo>
                  <a:lnTo>
                    <a:pt x="1194" y="5549"/>
                  </a:lnTo>
                  <a:lnTo>
                    <a:pt x="1112" y="6110"/>
                  </a:lnTo>
                  <a:lnTo>
                    <a:pt x="298" y="5308"/>
                  </a:lnTo>
                  <a:lnTo>
                    <a:pt x="0" y="4791"/>
                  </a:lnTo>
                  <a:lnTo>
                    <a:pt x="25" y="2725"/>
                  </a:lnTo>
                  <a:lnTo>
                    <a:pt x="744" y="772"/>
                  </a:lnTo>
                  <a:lnTo>
                    <a:pt x="1292" y="0"/>
                  </a:lnTo>
                  <a:lnTo>
                    <a:pt x="1998" y="535"/>
                  </a:lnTo>
                  <a:lnTo>
                    <a:pt x="2541" y="27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7"/>
            <p:cNvSpPr/>
            <p:nvPr/>
          </p:nvSpPr>
          <p:spPr>
            <a:xfrm>
              <a:off x="1784428" y="2237147"/>
              <a:ext cx="722" cy="2649"/>
            </a:xfrm>
            <a:custGeom>
              <a:avLst/>
              <a:pathLst>
                <a:path w="722" h="2649">
                  <a:moveTo>
                    <a:pt x="677" y="2067"/>
                  </a:moveTo>
                  <a:lnTo>
                    <a:pt x="567" y="2649"/>
                  </a:lnTo>
                  <a:lnTo>
                    <a:pt x="404" y="2617"/>
                  </a:lnTo>
                  <a:lnTo>
                    <a:pt x="45" y="1435"/>
                  </a:lnTo>
                  <a:lnTo>
                    <a:pt x="0" y="601"/>
                  </a:lnTo>
                  <a:lnTo>
                    <a:pt x="308" y="0"/>
                  </a:lnTo>
                  <a:lnTo>
                    <a:pt x="722" y="172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8"/>
            <p:cNvSpPr/>
            <p:nvPr/>
          </p:nvSpPr>
          <p:spPr>
            <a:xfrm>
              <a:off x="1789054" y="2230786"/>
              <a:ext cx="1332" cy="3995"/>
            </a:xfrm>
            <a:custGeom>
              <a:avLst/>
              <a:pathLst>
                <a:path w="1332" h="3995">
                  <a:moveTo>
                    <a:pt x="1332" y="2799"/>
                  </a:moveTo>
                  <a:lnTo>
                    <a:pt x="1279" y="3471"/>
                  </a:lnTo>
                  <a:lnTo>
                    <a:pt x="837" y="3995"/>
                  </a:lnTo>
                  <a:lnTo>
                    <a:pt x="608" y="3861"/>
                  </a:lnTo>
                  <a:lnTo>
                    <a:pt x="475" y="2947"/>
                  </a:lnTo>
                  <a:lnTo>
                    <a:pt x="0" y="3899"/>
                  </a:lnTo>
                  <a:lnTo>
                    <a:pt x="35" y="2018"/>
                  </a:lnTo>
                  <a:lnTo>
                    <a:pt x="269" y="36"/>
                  </a:lnTo>
                  <a:lnTo>
                    <a:pt x="475" y="0"/>
                  </a:lnTo>
                  <a:lnTo>
                    <a:pt x="780" y="12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499"/>
            <p:cNvSpPr/>
            <p:nvPr/>
          </p:nvSpPr>
          <p:spPr>
            <a:xfrm>
              <a:off x="1788294" y="2224464"/>
              <a:ext cx="905" cy="3797"/>
            </a:xfrm>
            <a:custGeom>
              <a:avLst/>
              <a:pathLst>
                <a:path w="905" h="3797">
                  <a:moveTo>
                    <a:pt x="905" y="3231"/>
                  </a:moveTo>
                  <a:lnTo>
                    <a:pt x="843" y="3797"/>
                  </a:lnTo>
                  <a:lnTo>
                    <a:pt x="208" y="3122"/>
                  </a:lnTo>
                  <a:lnTo>
                    <a:pt x="0" y="2496"/>
                  </a:lnTo>
                  <a:lnTo>
                    <a:pt x="25" y="1096"/>
                  </a:lnTo>
                  <a:lnTo>
                    <a:pt x="182" y="183"/>
                  </a:lnTo>
                  <a:lnTo>
                    <a:pt x="301" y="0"/>
                  </a:lnTo>
                  <a:lnTo>
                    <a:pt x="675" y="395"/>
                  </a:lnTo>
                  <a:lnTo>
                    <a:pt x="783" y="6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0"/>
            <p:cNvSpPr/>
            <p:nvPr/>
          </p:nvSpPr>
          <p:spPr>
            <a:xfrm>
              <a:off x="1786306" y="2204362"/>
              <a:ext cx="4397" cy="13784"/>
            </a:xfrm>
            <a:custGeom>
              <a:avLst/>
              <a:pathLst>
                <a:path w="4397" h="13784">
                  <a:moveTo>
                    <a:pt x="2025" y="6724"/>
                  </a:moveTo>
                  <a:lnTo>
                    <a:pt x="2588" y="10601"/>
                  </a:lnTo>
                  <a:lnTo>
                    <a:pt x="2829" y="8987"/>
                  </a:lnTo>
                  <a:lnTo>
                    <a:pt x="4395" y="11783"/>
                  </a:lnTo>
                  <a:lnTo>
                    <a:pt x="4397" y="13161"/>
                  </a:lnTo>
                  <a:lnTo>
                    <a:pt x="4207" y="13623"/>
                  </a:lnTo>
                  <a:lnTo>
                    <a:pt x="3881" y="13784"/>
                  </a:lnTo>
                  <a:lnTo>
                    <a:pt x="3580" y="13382"/>
                  </a:lnTo>
                  <a:lnTo>
                    <a:pt x="3304" y="12416"/>
                  </a:lnTo>
                  <a:lnTo>
                    <a:pt x="2951" y="11906"/>
                  </a:lnTo>
                  <a:lnTo>
                    <a:pt x="2200" y="11575"/>
                  </a:lnTo>
                  <a:lnTo>
                    <a:pt x="1811" y="10477"/>
                  </a:lnTo>
                  <a:lnTo>
                    <a:pt x="1675" y="9727"/>
                  </a:lnTo>
                  <a:lnTo>
                    <a:pt x="1639" y="7554"/>
                  </a:lnTo>
                  <a:lnTo>
                    <a:pt x="1450" y="6879"/>
                  </a:lnTo>
                  <a:lnTo>
                    <a:pt x="1052" y="6729"/>
                  </a:lnTo>
                  <a:lnTo>
                    <a:pt x="671" y="6215"/>
                  </a:lnTo>
                  <a:lnTo>
                    <a:pt x="83" y="4696"/>
                  </a:lnTo>
                  <a:lnTo>
                    <a:pt x="0" y="4290"/>
                  </a:lnTo>
                  <a:lnTo>
                    <a:pt x="278" y="3053"/>
                  </a:lnTo>
                  <a:lnTo>
                    <a:pt x="917" y="981"/>
                  </a:lnTo>
                  <a:lnTo>
                    <a:pt x="1382" y="0"/>
                  </a:lnTo>
                  <a:lnTo>
                    <a:pt x="1671" y="106"/>
                  </a:lnTo>
                  <a:lnTo>
                    <a:pt x="2028" y="728"/>
                  </a:lnTo>
                  <a:lnTo>
                    <a:pt x="2453" y="1862"/>
                  </a:lnTo>
                  <a:lnTo>
                    <a:pt x="2374" y="2666"/>
                  </a:lnTo>
                  <a:lnTo>
                    <a:pt x="651" y="4230"/>
                  </a:lnTo>
                  <a:lnTo>
                    <a:pt x="595" y="4596"/>
                  </a:lnTo>
                  <a:lnTo>
                    <a:pt x="1430" y="5036"/>
                  </a:lnTo>
                  <a:lnTo>
                    <a:pt x="1739" y="54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1"/>
            <p:cNvSpPr/>
            <p:nvPr/>
          </p:nvSpPr>
          <p:spPr>
            <a:xfrm>
              <a:off x="1784193" y="2199416"/>
              <a:ext cx="1354" cy="3843"/>
            </a:xfrm>
            <a:custGeom>
              <a:avLst/>
              <a:pathLst>
                <a:path w="1354" h="3843">
                  <a:moveTo>
                    <a:pt x="1281" y="3553"/>
                  </a:moveTo>
                  <a:lnTo>
                    <a:pt x="1101" y="3843"/>
                  </a:lnTo>
                  <a:lnTo>
                    <a:pt x="486" y="3455"/>
                  </a:lnTo>
                  <a:lnTo>
                    <a:pt x="122" y="2797"/>
                  </a:lnTo>
                  <a:lnTo>
                    <a:pt x="0" y="1975"/>
                  </a:lnTo>
                  <a:lnTo>
                    <a:pt x="230" y="402"/>
                  </a:lnTo>
                  <a:lnTo>
                    <a:pt x="538" y="0"/>
                  </a:lnTo>
                  <a:lnTo>
                    <a:pt x="729" y="87"/>
                  </a:lnTo>
                  <a:lnTo>
                    <a:pt x="809" y="1470"/>
                  </a:lnTo>
                  <a:lnTo>
                    <a:pt x="1354" y="29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2"/>
            <p:cNvSpPr/>
            <p:nvPr/>
          </p:nvSpPr>
          <p:spPr>
            <a:xfrm>
              <a:off x="1781463" y="2197594"/>
              <a:ext cx="2103" cy="4292"/>
            </a:xfrm>
            <a:custGeom>
              <a:avLst/>
              <a:pathLst>
                <a:path w="2103" h="4292">
                  <a:moveTo>
                    <a:pt x="1800" y="3321"/>
                  </a:moveTo>
                  <a:lnTo>
                    <a:pt x="2103" y="4292"/>
                  </a:lnTo>
                  <a:lnTo>
                    <a:pt x="864" y="3670"/>
                  </a:lnTo>
                  <a:lnTo>
                    <a:pt x="341" y="3112"/>
                  </a:lnTo>
                  <a:lnTo>
                    <a:pt x="185" y="2569"/>
                  </a:lnTo>
                  <a:lnTo>
                    <a:pt x="0" y="784"/>
                  </a:lnTo>
                  <a:lnTo>
                    <a:pt x="85" y="203"/>
                  </a:lnTo>
                  <a:lnTo>
                    <a:pt x="637" y="0"/>
                  </a:lnTo>
                  <a:lnTo>
                    <a:pt x="1673" y="22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3"/>
            <p:cNvSpPr/>
            <p:nvPr/>
          </p:nvSpPr>
          <p:spPr>
            <a:xfrm>
              <a:off x="1783381" y="2194726"/>
              <a:ext cx="2692" cy="3423"/>
            </a:xfrm>
            <a:custGeom>
              <a:avLst/>
              <a:pathLst>
                <a:path w="2692" h="3423">
                  <a:moveTo>
                    <a:pt x="2539" y="1112"/>
                  </a:moveTo>
                  <a:lnTo>
                    <a:pt x="2692" y="1754"/>
                  </a:lnTo>
                  <a:lnTo>
                    <a:pt x="2230" y="2379"/>
                  </a:lnTo>
                  <a:lnTo>
                    <a:pt x="1901" y="2475"/>
                  </a:lnTo>
                  <a:lnTo>
                    <a:pt x="1377" y="1468"/>
                  </a:lnTo>
                  <a:lnTo>
                    <a:pt x="1148" y="1348"/>
                  </a:lnTo>
                  <a:lnTo>
                    <a:pt x="1332" y="2897"/>
                  </a:lnTo>
                  <a:lnTo>
                    <a:pt x="1269" y="3423"/>
                  </a:lnTo>
                  <a:lnTo>
                    <a:pt x="197" y="2471"/>
                  </a:lnTo>
                  <a:lnTo>
                    <a:pt x="0" y="1718"/>
                  </a:lnTo>
                  <a:lnTo>
                    <a:pt x="301" y="921"/>
                  </a:lnTo>
                  <a:lnTo>
                    <a:pt x="975" y="99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4"/>
            <p:cNvSpPr/>
            <p:nvPr/>
          </p:nvSpPr>
          <p:spPr>
            <a:xfrm>
              <a:off x="1763736" y="2175243"/>
              <a:ext cx="664279" cy="716163"/>
            </a:xfrm>
            <a:custGeom>
              <a:avLst/>
              <a:pathLst>
                <a:path w="664279" h="716163">
                  <a:moveTo>
                    <a:pt x="575415" y="129005"/>
                  </a:moveTo>
                  <a:lnTo>
                    <a:pt x="575940" y="129004"/>
                  </a:lnTo>
                  <a:lnTo>
                    <a:pt x="578620" y="128995"/>
                  </a:lnTo>
                  <a:lnTo>
                    <a:pt x="583409" y="128981"/>
                  </a:lnTo>
                  <a:lnTo>
                    <a:pt x="588198" y="128966"/>
                  </a:lnTo>
                  <a:lnTo>
                    <a:pt x="592986" y="128953"/>
                  </a:lnTo>
                  <a:lnTo>
                    <a:pt x="597775" y="128939"/>
                  </a:lnTo>
                  <a:lnTo>
                    <a:pt x="602564" y="128924"/>
                  </a:lnTo>
                  <a:lnTo>
                    <a:pt x="607353" y="128910"/>
                  </a:lnTo>
                  <a:lnTo>
                    <a:pt x="612141" y="128896"/>
                  </a:lnTo>
                  <a:lnTo>
                    <a:pt x="613275" y="123199"/>
                  </a:lnTo>
                  <a:lnTo>
                    <a:pt x="614331" y="120547"/>
                  </a:lnTo>
                  <a:lnTo>
                    <a:pt x="615777" y="121426"/>
                  </a:lnTo>
                  <a:lnTo>
                    <a:pt x="616547" y="121353"/>
                  </a:lnTo>
                  <a:lnTo>
                    <a:pt x="617404" y="119985"/>
                  </a:lnTo>
                  <a:lnTo>
                    <a:pt x="618098" y="119154"/>
                  </a:lnTo>
                  <a:lnTo>
                    <a:pt x="618556" y="119276"/>
                  </a:lnTo>
                  <a:lnTo>
                    <a:pt x="618946" y="120529"/>
                  </a:lnTo>
                  <a:lnTo>
                    <a:pt x="619271" y="121364"/>
                  </a:lnTo>
                  <a:lnTo>
                    <a:pt x="619650" y="121120"/>
                  </a:lnTo>
                  <a:lnTo>
                    <a:pt x="619975" y="119939"/>
                  </a:lnTo>
                  <a:lnTo>
                    <a:pt x="619964" y="118299"/>
                  </a:lnTo>
                  <a:lnTo>
                    <a:pt x="620408" y="117158"/>
                  </a:lnTo>
                  <a:lnTo>
                    <a:pt x="620936" y="116984"/>
                  </a:lnTo>
                  <a:lnTo>
                    <a:pt x="621424" y="117020"/>
                  </a:lnTo>
                  <a:lnTo>
                    <a:pt x="621667" y="116463"/>
                  </a:lnTo>
                  <a:lnTo>
                    <a:pt x="621640" y="115663"/>
                  </a:lnTo>
                  <a:lnTo>
                    <a:pt x="621464" y="114376"/>
                  </a:lnTo>
                  <a:lnTo>
                    <a:pt x="621524" y="112827"/>
                  </a:lnTo>
                  <a:lnTo>
                    <a:pt x="622742" y="110090"/>
                  </a:lnTo>
                  <a:lnTo>
                    <a:pt x="624235" y="108233"/>
                  </a:lnTo>
                  <a:lnTo>
                    <a:pt x="624759" y="107305"/>
                  </a:lnTo>
                  <a:lnTo>
                    <a:pt x="624911" y="105424"/>
                  </a:lnTo>
                  <a:lnTo>
                    <a:pt x="625768" y="103469"/>
                  </a:lnTo>
                  <a:lnTo>
                    <a:pt x="626196" y="102345"/>
                  </a:lnTo>
                  <a:lnTo>
                    <a:pt x="626301" y="101368"/>
                  </a:lnTo>
                  <a:lnTo>
                    <a:pt x="626079" y="100166"/>
                  </a:lnTo>
                  <a:lnTo>
                    <a:pt x="626101" y="97875"/>
                  </a:lnTo>
                  <a:lnTo>
                    <a:pt x="626396" y="95138"/>
                  </a:lnTo>
                  <a:lnTo>
                    <a:pt x="626748" y="92157"/>
                  </a:lnTo>
                  <a:lnTo>
                    <a:pt x="627537" y="89469"/>
                  </a:lnTo>
                  <a:lnTo>
                    <a:pt x="628832" y="86537"/>
                  </a:lnTo>
                  <a:lnTo>
                    <a:pt x="629165" y="82685"/>
                  </a:lnTo>
                  <a:lnTo>
                    <a:pt x="629516" y="78622"/>
                  </a:lnTo>
                  <a:lnTo>
                    <a:pt x="631081" y="74663"/>
                  </a:lnTo>
                  <a:lnTo>
                    <a:pt x="632856" y="70173"/>
                  </a:lnTo>
                  <a:lnTo>
                    <a:pt x="633866" y="67617"/>
                  </a:lnTo>
                  <a:lnTo>
                    <a:pt x="635687" y="62969"/>
                  </a:lnTo>
                  <a:lnTo>
                    <a:pt x="636983" y="59660"/>
                  </a:lnTo>
                  <a:lnTo>
                    <a:pt x="637636" y="58142"/>
                  </a:lnTo>
                  <a:lnTo>
                    <a:pt x="638318" y="56340"/>
                  </a:lnTo>
                  <a:lnTo>
                    <a:pt x="639430" y="56878"/>
                  </a:lnTo>
                  <a:lnTo>
                    <a:pt x="640536" y="57415"/>
                  </a:lnTo>
                  <a:lnTo>
                    <a:pt x="640374" y="60030"/>
                  </a:lnTo>
                  <a:lnTo>
                    <a:pt x="640554" y="61936"/>
                  </a:lnTo>
                  <a:lnTo>
                    <a:pt x="641077" y="63035"/>
                  </a:lnTo>
                  <a:lnTo>
                    <a:pt x="641836" y="63779"/>
                  </a:lnTo>
                  <a:lnTo>
                    <a:pt x="642409" y="64028"/>
                  </a:lnTo>
                  <a:lnTo>
                    <a:pt x="643084" y="64013"/>
                  </a:lnTo>
                  <a:lnTo>
                    <a:pt x="644928" y="62531"/>
                  </a:lnTo>
                  <a:lnTo>
                    <a:pt x="647093" y="61576"/>
                  </a:lnTo>
                  <a:lnTo>
                    <a:pt x="648284" y="60679"/>
                  </a:lnTo>
                  <a:lnTo>
                    <a:pt x="648501" y="59841"/>
                  </a:lnTo>
                  <a:lnTo>
                    <a:pt x="649044" y="59546"/>
                  </a:lnTo>
                  <a:lnTo>
                    <a:pt x="649911" y="59799"/>
                  </a:lnTo>
                  <a:lnTo>
                    <a:pt x="651508" y="61899"/>
                  </a:lnTo>
                  <a:lnTo>
                    <a:pt x="653371" y="65068"/>
                  </a:lnTo>
                  <a:lnTo>
                    <a:pt x="654845" y="67574"/>
                  </a:lnTo>
                  <a:lnTo>
                    <a:pt x="654890" y="71920"/>
                  </a:lnTo>
                  <a:lnTo>
                    <a:pt x="654919" y="76525"/>
                  </a:lnTo>
                  <a:lnTo>
                    <a:pt x="654949" y="81379"/>
                  </a:lnTo>
                  <a:lnTo>
                    <a:pt x="654971" y="84843"/>
                  </a:lnTo>
                  <a:lnTo>
                    <a:pt x="655009" y="89600"/>
                  </a:lnTo>
                  <a:lnTo>
                    <a:pt x="655039" y="93385"/>
                  </a:lnTo>
                  <a:lnTo>
                    <a:pt x="655079" y="98325"/>
                  </a:lnTo>
                  <a:lnTo>
                    <a:pt x="655099" y="100965"/>
                  </a:lnTo>
                  <a:lnTo>
                    <a:pt x="655302" y="101727"/>
                  </a:lnTo>
                  <a:lnTo>
                    <a:pt x="655180" y="102767"/>
                  </a:lnTo>
                  <a:lnTo>
                    <a:pt x="655127" y="103288"/>
                  </a:lnTo>
                  <a:lnTo>
                    <a:pt x="655140" y="103702"/>
                  </a:lnTo>
                  <a:lnTo>
                    <a:pt x="655221" y="104223"/>
                  </a:lnTo>
                  <a:lnTo>
                    <a:pt x="655207" y="104952"/>
                  </a:lnTo>
                  <a:lnTo>
                    <a:pt x="655019" y="105611"/>
                  </a:lnTo>
                  <a:lnTo>
                    <a:pt x="654924" y="106373"/>
                  </a:lnTo>
                  <a:lnTo>
                    <a:pt x="654897" y="107621"/>
                  </a:lnTo>
                  <a:lnTo>
                    <a:pt x="655099" y="108384"/>
                  </a:lnTo>
                  <a:lnTo>
                    <a:pt x="655437" y="108834"/>
                  </a:lnTo>
                  <a:lnTo>
                    <a:pt x="655721" y="108834"/>
                  </a:lnTo>
                  <a:lnTo>
                    <a:pt x="656086" y="109286"/>
                  </a:lnTo>
                  <a:lnTo>
                    <a:pt x="656558" y="110084"/>
                  </a:lnTo>
                  <a:lnTo>
                    <a:pt x="657273" y="110777"/>
                  </a:lnTo>
                  <a:lnTo>
                    <a:pt x="658016" y="111019"/>
                  </a:lnTo>
                  <a:lnTo>
                    <a:pt x="658529" y="110846"/>
                  </a:lnTo>
                  <a:lnTo>
                    <a:pt x="659150" y="111298"/>
                  </a:lnTo>
                  <a:lnTo>
                    <a:pt x="659367" y="112407"/>
                  </a:lnTo>
                  <a:lnTo>
                    <a:pt x="659245" y="113446"/>
                  </a:lnTo>
                  <a:lnTo>
                    <a:pt x="658894" y="113932"/>
                  </a:lnTo>
                  <a:lnTo>
                    <a:pt x="658516" y="114314"/>
                  </a:lnTo>
                  <a:lnTo>
                    <a:pt x="658448" y="115111"/>
                  </a:lnTo>
                  <a:lnTo>
                    <a:pt x="658637" y="115943"/>
                  </a:lnTo>
                  <a:lnTo>
                    <a:pt x="658908" y="116672"/>
                  </a:lnTo>
                  <a:lnTo>
                    <a:pt x="659205" y="117952"/>
                  </a:lnTo>
                  <a:lnTo>
                    <a:pt x="659083" y="119061"/>
                  </a:lnTo>
                  <a:lnTo>
                    <a:pt x="658813" y="119998"/>
                  </a:lnTo>
                  <a:lnTo>
                    <a:pt x="658691" y="120967"/>
                  </a:lnTo>
                  <a:lnTo>
                    <a:pt x="658921" y="121801"/>
                  </a:lnTo>
                  <a:lnTo>
                    <a:pt x="659528" y="122909"/>
                  </a:lnTo>
                  <a:lnTo>
                    <a:pt x="659907" y="123984"/>
                  </a:lnTo>
                  <a:lnTo>
                    <a:pt x="660501" y="124574"/>
                  </a:lnTo>
                  <a:lnTo>
                    <a:pt x="660784" y="124157"/>
                  </a:lnTo>
                  <a:lnTo>
                    <a:pt x="661014" y="123602"/>
                  </a:lnTo>
                  <a:lnTo>
                    <a:pt x="661257" y="123186"/>
                  </a:lnTo>
                  <a:lnTo>
                    <a:pt x="661676" y="123430"/>
                  </a:lnTo>
                  <a:lnTo>
                    <a:pt x="662162" y="123742"/>
                  </a:lnTo>
                  <a:lnTo>
                    <a:pt x="662693" y="124113"/>
                  </a:lnTo>
                  <a:lnTo>
                    <a:pt x="662629" y="125012"/>
                  </a:lnTo>
                  <a:lnTo>
                    <a:pt x="662953" y="126526"/>
                  </a:lnTo>
                  <a:lnTo>
                    <a:pt x="663203" y="129440"/>
                  </a:lnTo>
                  <a:lnTo>
                    <a:pt x="662818" y="130763"/>
                  </a:lnTo>
                  <a:lnTo>
                    <a:pt x="662901" y="132516"/>
                  </a:lnTo>
                  <a:lnTo>
                    <a:pt x="663968" y="133026"/>
                  </a:lnTo>
                  <a:lnTo>
                    <a:pt x="664228" y="133563"/>
                  </a:lnTo>
                  <a:lnTo>
                    <a:pt x="664279" y="134211"/>
                  </a:lnTo>
                  <a:lnTo>
                    <a:pt x="661928" y="138705"/>
                  </a:lnTo>
                  <a:lnTo>
                    <a:pt x="659940" y="138076"/>
                  </a:lnTo>
                  <a:lnTo>
                    <a:pt x="658861" y="139268"/>
                  </a:lnTo>
                  <a:lnTo>
                    <a:pt x="657731" y="139616"/>
                  </a:lnTo>
                  <a:lnTo>
                    <a:pt x="657235" y="141624"/>
                  </a:lnTo>
                  <a:lnTo>
                    <a:pt x="656615" y="142050"/>
                  </a:lnTo>
                  <a:lnTo>
                    <a:pt x="655765" y="141929"/>
                  </a:lnTo>
                  <a:lnTo>
                    <a:pt x="655033" y="141362"/>
                  </a:lnTo>
                  <a:lnTo>
                    <a:pt x="654473" y="141640"/>
                  </a:lnTo>
                  <a:lnTo>
                    <a:pt x="653691" y="145264"/>
                  </a:lnTo>
                  <a:lnTo>
                    <a:pt x="653051" y="144948"/>
                  </a:lnTo>
                  <a:lnTo>
                    <a:pt x="652796" y="146253"/>
                  </a:lnTo>
                  <a:lnTo>
                    <a:pt x="652461" y="146823"/>
                  </a:lnTo>
                  <a:lnTo>
                    <a:pt x="651970" y="147312"/>
                  </a:lnTo>
                  <a:lnTo>
                    <a:pt x="651543" y="145702"/>
                  </a:lnTo>
                  <a:lnTo>
                    <a:pt x="651272" y="144171"/>
                  </a:lnTo>
                  <a:lnTo>
                    <a:pt x="650872" y="143835"/>
                  </a:lnTo>
                  <a:lnTo>
                    <a:pt x="650340" y="143444"/>
                  </a:lnTo>
                  <a:lnTo>
                    <a:pt x="649793" y="143457"/>
                  </a:lnTo>
                  <a:lnTo>
                    <a:pt x="649429" y="143676"/>
                  </a:lnTo>
                  <a:lnTo>
                    <a:pt x="648976" y="144666"/>
                  </a:lnTo>
                  <a:lnTo>
                    <a:pt x="648320" y="145515"/>
                  </a:lnTo>
                  <a:lnTo>
                    <a:pt x="647824" y="144807"/>
                  </a:lnTo>
                  <a:lnTo>
                    <a:pt x="647436" y="143669"/>
                  </a:lnTo>
                  <a:lnTo>
                    <a:pt x="647104" y="145500"/>
                  </a:lnTo>
                  <a:lnTo>
                    <a:pt x="646621" y="147433"/>
                  </a:lnTo>
                  <a:lnTo>
                    <a:pt x="646701" y="149688"/>
                  </a:lnTo>
                  <a:lnTo>
                    <a:pt x="646493" y="151026"/>
                  </a:lnTo>
                  <a:lnTo>
                    <a:pt x="646035" y="150665"/>
                  </a:lnTo>
                  <a:lnTo>
                    <a:pt x="645578" y="149492"/>
                  </a:lnTo>
                  <a:lnTo>
                    <a:pt x="644298" y="148554"/>
                  </a:lnTo>
                  <a:lnTo>
                    <a:pt x="643278" y="148641"/>
                  </a:lnTo>
                  <a:lnTo>
                    <a:pt x="643485" y="147388"/>
                  </a:lnTo>
                  <a:lnTo>
                    <a:pt x="644449" y="145591"/>
                  </a:lnTo>
                  <a:lnTo>
                    <a:pt x="644153" y="145238"/>
                  </a:lnTo>
                  <a:lnTo>
                    <a:pt x="643680" y="145488"/>
                  </a:lnTo>
                  <a:lnTo>
                    <a:pt x="643473" y="145238"/>
                  </a:lnTo>
                  <a:lnTo>
                    <a:pt x="643812" y="143605"/>
                  </a:lnTo>
                  <a:lnTo>
                    <a:pt x="643844" y="141803"/>
                  </a:lnTo>
                  <a:lnTo>
                    <a:pt x="643413" y="142434"/>
                  </a:lnTo>
                  <a:lnTo>
                    <a:pt x="642870" y="144335"/>
                  </a:lnTo>
                  <a:lnTo>
                    <a:pt x="641557" y="145849"/>
                  </a:lnTo>
                  <a:lnTo>
                    <a:pt x="641618" y="148382"/>
                  </a:lnTo>
                  <a:lnTo>
                    <a:pt x="640382" y="153575"/>
                  </a:lnTo>
                  <a:lnTo>
                    <a:pt x="640327" y="155785"/>
                  </a:lnTo>
                  <a:lnTo>
                    <a:pt x="639534" y="157550"/>
                  </a:lnTo>
                  <a:lnTo>
                    <a:pt x="638512" y="159068"/>
                  </a:lnTo>
                  <a:lnTo>
                    <a:pt x="637148" y="158641"/>
                  </a:lnTo>
                  <a:lnTo>
                    <a:pt x="636108" y="159960"/>
                  </a:lnTo>
                  <a:lnTo>
                    <a:pt x="635580" y="161473"/>
                  </a:lnTo>
                  <a:lnTo>
                    <a:pt x="635120" y="161701"/>
                  </a:lnTo>
                  <a:lnTo>
                    <a:pt x="634881" y="159773"/>
                  </a:lnTo>
                  <a:lnTo>
                    <a:pt x="634707" y="159178"/>
                  </a:lnTo>
                  <a:lnTo>
                    <a:pt x="634324" y="162020"/>
                  </a:lnTo>
                  <a:lnTo>
                    <a:pt x="633933" y="162196"/>
                  </a:lnTo>
                  <a:lnTo>
                    <a:pt x="633785" y="160180"/>
                  </a:lnTo>
                  <a:lnTo>
                    <a:pt x="633600" y="158849"/>
                  </a:lnTo>
                  <a:lnTo>
                    <a:pt x="633068" y="159997"/>
                  </a:lnTo>
                  <a:lnTo>
                    <a:pt x="632714" y="163041"/>
                  </a:lnTo>
                  <a:lnTo>
                    <a:pt x="632344" y="162785"/>
                  </a:lnTo>
                  <a:lnTo>
                    <a:pt x="632226" y="161652"/>
                  </a:lnTo>
                  <a:lnTo>
                    <a:pt x="631961" y="161309"/>
                  </a:lnTo>
                  <a:lnTo>
                    <a:pt x="631870" y="162603"/>
                  </a:lnTo>
                  <a:lnTo>
                    <a:pt x="632003" y="164424"/>
                  </a:lnTo>
                  <a:lnTo>
                    <a:pt x="631811" y="165396"/>
                  </a:lnTo>
                  <a:lnTo>
                    <a:pt x="631443" y="164877"/>
                  </a:lnTo>
                  <a:lnTo>
                    <a:pt x="631072" y="164001"/>
                  </a:lnTo>
                  <a:lnTo>
                    <a:pt x="630462" y="164666"/>
                  </a:lnTo>
                  <a:lnTo>
                    <a:pt x="629901" y="164936"/>
                  </a:lnTo>
                  <a:lnTo>
                    <a:pt x="629899" y="164044"/>
                  </a:lnTo>
                  <a:lnTo>
                    <a:pt x="630005" y="162951"/>
                  </a:lnTo>
                  <a:lnTo>
                    <a:pt x="628888" y="163555"/>
                  </a:lnTo>
                  <a:lnTo>
                    <a:pt x="627547" y="165572"/>
                  </a:lnTo>
                  <a:lnTo>
                    <a:pt x="626507" y="168363"/>
                  </a:lnTo>
                  <a:lnTo>
                    <a:pt x="626868" y="168827"/>
                  </a:lnTo>
                  <a:lnTo>
                    <a:pt x="627274" y="169716"/>
                  </a:lnTo>
                  <a:lnTo>
                    <a:pt x="625466" y="174027"/>
                  </a:lnTo>
                  <a:lnTo>
                    <a:pt x="623613" y="177910"/>
                  </a:lnTo>
                  <a:lnTo>
                    <a:pt x="622213" y="184245"/>
                  </a:lnTo>
                  <a:lnTo>
                    <a:pt x="621651" y="184987"/>
                  </a:lnTo>
                  <a:lnTo>
                    <a:pt x="621169" y="186148"/>
                  </a:lnTo>
                  <a:lnTo>
                    <a:pt x="620656" y="189973"/>
                  </a:lnTo>
                  <a:lnTo>
                    <a:pt x="620064" y="193378"/>
                  </a:lnTo>
                  <a:lnTo>
                    <a:pt x="620395" y="194895"/>
                  </a:lnTo>
                  <a:lnTo>
                    <a:pt x="620613" y="196454"/>
                  </a:lnTo>
                  <a:lnTo>
                    <a:pt x="621139" y="197990"/>
                  </a:lnTo>
                  <a:lnTo>
                    <a:pt x="621586" y="198128"/>
                  </a:lnTo>
                  <a:lnTo>
                    <a:pt x="622069" y="197851"/>
                  </a:lnTo>
                  <a:lnTo>
                    <a:pt x="622425" y="197916"/>
                  </a:lnTo>
                  <a:lnTo>
                    <a:pt x="622653" y="198568"/>
                  </a:lnTo>
                  <a:lnTo>
                    <a:pt x="622551" y="199350"/>
                  </a:lnTo>
                  <a:lnTo>
                    <a:pt x="621993" y="199545"/>
                  </a:lnTo>
                  <a:lnTo>
                    <a:pt x="620953" y="200913"/>
                  </a:lnTo>
                  <a:lnTo>
                    <a:pt x="620040" y="201438"/>
                  </a:lnTo>
                  <a:lnTo>
                    <a:pt x="619583" y="203091"/>
                  </a:lnTo>
                  <a:lnTo>
                    <a:pt x="618897" y="205002"/>
                  </a:lnTo>
                  <a:lnTo>
                    <a:pt x="617566" y="207983"/>
                  </a:lnTo>
                  <a:lnTo>
                    <a:pt x="618135" y="208902"/>
                  </a:lnTo>
                  <a:lnTo>
                    <a:pt x="620192" y="209938"/>
                  </a:lnTo>
                  <a:lnTo>
                    <a:pt x="621109" y="211004"/>
                  </a:lnTo>
                  <a:lnTo>
                    <a:pt x="622497" y="216572"/>
                  </a:lnTo>
                  <a:lnTo>
                    <a:pt x="622180" y="217129"/>
                  </a:lnTo>
                  <a:lnTo>
                    <a:pt x="622054" y="218149"/>
                  </a:lnTo>
                  <a:lnTo>
                    <a:pt x="623288" y="219580"/>
                  </a:lnTo>
                  <a:lnTo>
                    <a:pt x="623682" y="223578"/>
                  </a:lnTo>
                  <a:lnTo>
                    <a:pt x="624695" y="224939"/>
                  </a:lnTo>
                  <a:lnTo>
                    <a:pt x="626205" y="225775"/>
                  </a:lnTo>
                  <a:lnTo>
                    <a:pt x="628052" y="224566"/>
                  </a:lnTo>
                  <a:lnTo>
                    <a:pt x="629589" y="222903"/>
                  </a:lnTo>
                  <a:lnTo>
                    <a:pt x="629535" y="221539"/>
                  </a:lnTo>
                  <a:lnTo>
                    <a:pt x="628569" y="218367"/>
                  </a:lnTo>
                  <a:lnTo>
                    <a:pt x="628336" y="216876"/>
                  </a:lnTo>
                  <a:lnTo>
                    <a:pt x="627619" y="215911"/>
                  </a:lnTo>
                  <a:lnTo>
                    <a:pt x="627347" y="216729"/>
                  </a:lnTo>
                  <a:lnTo>
                    <a:pt x="626883" y="215667"/>
                  </a:lnTo>
                  <a:lnTo>
                    <a:pt x="626831" y="215071"/>
                  </a:lnTo>
                  <a:lnTo>
                    <a:pt x="627263" y="214781"/>
                  </a:lnTo>
                  <a:lnTo>
                    <a:pt x="627766" y="214897"/>
                  </a:lnTo>
                  <a:lnTo>
                    <a:pt x="628352" y="215452"/>
                  </a:lnTo>
                  <a:lnTo>
                    <a:pt x="629860" y="218910"/>
                  </a:lnTo>
                  <a:lnTo>
                    <a:pt x="630277" y="223444"/>
                  </a:lnTo>
                  <a:lnTo>
                    <a:pt x="630367" y="226322"/>
                  </a:lnTo>
                  <a:lnTo>
                    <a:pt x="630196" y="227306"/>
                  </a:lnTo>
                  <a:lnTo>
                    <a:pt x="629757" y="227104"/>
                  </a:lnTo>
                  <a:lnTo>
                    <a:pt x="628920" y="227301"/>
                  </a:lnTo>
                  <a:lnTo>
                    <a:pt x="624948" y="228791"/>
                  </a:lnTo>
                  <a:lnTo>
                    <a:pt x="624066" y="230104"/>
                  </a:lnTo>
                  <a:lnTo>
                    <a:pt x="622043" y="231529"/>
                  </a:lnTo>
                  <a:lnTo>
                    <a:pt x="621917" y="230818"/>
                  </a:lnTo>
                  <a:lnTo>
                    <a:pt x="622063" y="229346"/>
                  </a:lnTo>
                  <a:lnTo>
                    <a:pt x="621936" y="226332"/>
                  </a:lnTo>
                  <a:lnTo>
                    <a:pt x="621537" y="226192"/>
                  </a:lnTo>
                  <a:lnTo>
                    <a:pt x="618394" y="231107"/>
                  </a:lnTo>
                  <a:lnTo>
                    <a:pt x="617179" y="231415"/>
                  </a:lnTo>
                  <a:lnTo>
                    <a:pt x="616157" y="232854"/>
                  </a:lnTo>
                  <a:lnTo>
                    <a:pt x="615929" y="232056"/>
                  </a:lnTo>
                  <a:lnTo>
                    <a:pt x="615746" y="228371"/>
                  </a:lnTo>
                  <a:lnTo>
                    <a:pt x="616386" y="225281"/>
                  </a:lnTo>
                  <a:lnTo>
                    <a:pt x="616045" y="225330"/>
                  </a:lnTo>
                  <a:lnTo>
                    <a:pt x="614977" y="227185"/>
                  </a:lnTo>
                  <a:lnTo>
                    <a:pt x="614521" y="226044"/>
                  </a:lnTo>
                  <a:lnTo>
                    <a:pt x="614292" y="224791"/>
                  </a:lnTo>
                  <a:lnTo>
                    <a:pt x="613964" y="224083"/>
                  </a:lnTo>
                  <a:lnTo>
                    <a:pt x="613607" y="223815"/>
                  </a:lnTo>
                  <a:lnTo>
                    <a:pt x="613912" y="226550"/>
                  </a:lnTo>
                  <a:lnTo>
                    <a:pt x="613188" y="228602"/>
                  </a:lnTo>
                  <a:lnTo>
                    <a:pt x="612990" y="233909"/>
                  </a:lnTo>
                  <a:lnTo>
                    <a:pt x="612080" y="236118"/>
                  </a:lnTo>
                  <a:lnTo>
                    <a:pt x="609244" y="237537"/>
                  </a:lnTo>
                  <a:lnTo>
                    <a:pt x="607395" y="237237"/>
                  </a:lnTo>
                  <a:lnTo>
                    <a:pt x="605739" y="237679"/>
                  </a:lnTo>
                  <a:lnTo>
                    <a:pt x="603536" y="238697"/>
                  </a:lnTo>
                  <a:lnTo>
                    <a:pt x="602319" y="238091"/>
                  </a:lnTo>
                  <a:lnTo>
                    <a:pt x="601072" y="239166"/>
                  </a:lnTo>
                  <a:lnTo>
                    <a:pt x="596840" y="239459"/>
                  </a:lnTo>
                  <a:lnTo>
                    <a:pt x="595948" y="238889"/>
                  </a:lnTo>
                  <a:lnTo>
                    <a:pt x="594808" y="240919"/>
                  </a:lnTo>
                  <a:lnTo>
                    <a:pt x="592983" y="242120"/>
                  </a:lnTo>
                  <a:lnTo>
                    <a:pt x="588372" y="246669"/>
                  </a:lnTo>
                  <a:lnTo>
                    <a:pt x="587355" y="248324"/>
                  </a:lnTo>
                  <a:lnTo>
                    <a:pt x="586116" y="250908"/>
                  </a:lnTo>
                  <a:lnTo>
                    <a:pt x="585285" y="252297"/>
                  </a:lnTo>
                  <a:lnTo>
                    <a:pt x="584601" y="252749"/>
                  </a:lnTo>
                  <a:lnTo>
                    <a:pt x="584180" y="253906"/>
                  </a:lnTo>
                  <a:lnTo>
                    <a:pt x="583721" y="254662"/>
                  </a:lnTo>
                  <a:lnTo>
                    <a:pt x="584165" y="252080"/>
                  </a:lnTo>
                  <a:lnTo>
                    <a:pt x="584646" y="249902"/>
                  </a:lnTo>
                  <a:lnTo>
                    <a:pt x="585046" y="245685"/>
                  </a:lnTo>
                  <a:lnTo>
                    <a:pt x="584928" y="242274"/>
                  </a:lnTo>
                  <a:lnTo>
                    <a:pt x="584432" y="240872"/>
                  </a:lnTo>
                  <a:lnTo>
                    <a:pt x="583919" y="239937"/>
                  </a:lnTo>
                  <a:lnTo>
                    <a:pt x="584520" y="243303"/>
                  </a:lnTo>
                  <a:lnTo>
                    <a:pt x="584618" y="247431"/>
                  </a:lnTo>
                  <a:lnTo>
                    <a:pt x="584411" y="249849"/>
                  </a:lnTo>
                  <a:lnTo>
                    <a:pt x="583280" y="254514"/>
                  </a:lnTo>
                  <a:lnTo>
                    <a:pt x="582798" y="255600"/>
                  </a:lnTo>
                  <a:lnTo>
                    <a:pt x="582235" y="256555"/>
                  </a:lnTo>
                  <a:lnTo>
                    <a:pt x="581811" y="256971"/>
                  </a:lnTo>
                  <a:lnTo>
                    <a:pt x="581419" y="257717"/>
                  </a:lnTo>
                  <a:lnTo>
                    <a:pt x="580964" y="258898"/>
                  </a:lnTo>
                  <a:lnTo>
                    <a:pt x="580532" y="261244"/>
                  </a:lnTo>
                  <a:lnTo>
                    <a:pt x="580794" y="263383"/>
                  </a:lnTo>
                  <a:lnTo>
                    <a:pt x="582999" y="264163"/>
                  </a:lnTo>
                  <a:lnTo>
                    <a:pt x="583591" y="263504"/>
                  </a:lnTo>
                  <a:lnTo>
                    <a:pt x="583892" y="265035"/>
                  </a:lnTo>
                  <a:lnTo>
                    <a:pt x="584061" y="267161"/>
                  </a:lnTo>
                  <a:lnTo>
                    <a:pt x="583896" y="269461"/>
                  </a:lnTo>
                  <a:lnTo>
                    <a:pt x="583527" y="271802"/>
                  </a:lnTo>
                  <a:lnTo>
                    <a:pt x="583247" y="274707"/>
                  </a:lnTo>
                  <a:lnTo>
                    <a:pt x="583010" y="279138"/>
                  </a:lnTo>
                  <a:lnTo>
                    <a:pt x="582653" y="283125"/>
                  </a:lnTo>
                  <a:lnTo>
                    <a:pt x="582606" y="281914"/>
                  </a:lnTo>
                  <a:lnTo>
                    <a:pt x="582830" y="277068"/>
                  </a:lnTo>
                  <a:lnTo>
                    <a:pt x="582468" y="277574"/>
                  </a:lnTo>
                  <a:lnTo>
                    <a:pt x="582219" y="278693"/>
                  </a:lnTo>
                  <a:lnTo>
                    <a:pt x="581546" y="284943"/>
                  </a:lnTo>
                  <a:lnTo>
                    <a:pt x="580621" y="288274"/>
                  </a:lnTo>
                  <a:lnTo>
                    <a:pt x="579768" y="290578"/>
                  </a:lnTo>
                  <a:lnTo>
                    <a:pt x="578889" y="290198"/>
                  </a:lnTo>
                  <a:lnTo>
                    <a:pt x="579087" y="292029"/>
                  </a:lnTo>
                  <a:lnTo>
                    <a:pt x="578845" y="292982"/>
                  </a:lnTo>
                  <a:lnTo>
                    <a:pt x="578638" y="294972"/>
                  </a:lnTo>
                  <a:lnTo>
                    <a:pt x="578114" y="296291"/>
                  </a:lnTo>
                  <a:lnTo>
                    <a:pt x="577621" y="296164"/>
                  </a:lnTo>
                  <a:lnTo>
                    <a:pt x="576913" y="297073"/>
                  </a:lnTo>
                  <a:lnTo>
                    <a:pt x="576634" y="297768"/>
                  </a:lnTo>
                  <a:lnTo>
                    <a:pt x="576613" y="299100"/>
                  </a:lnTo>
                  <a:lnTo>
                    <a:pt x="576139" y="300271"/>
                  </a:lnTo>
                  <a:lnTo>
                    <a:pt x="574430" y="306357"/>
                  </a:lnTo>
                  <a:lnTo>
                    <a:pt x="572946" y="308153"/>
                  </a:lnTo>
                  <a:lnTo>
                    <a:pt x="572591" y="307892"/>
                  </a:lnTo>
                  <a:lnTo>
                    <a:pt x="572982" y="305020"/>
                  </a:lnTo>
                  <a:lnTo>
                    <a:pt x="573250" y="302115"/>
                  </a:lnTo>
                  <a:lnTo>
                    <a:pt x="572349" y="300851"/>
                  </a:lnTo>
                  <a:lnTo>
                    <a:pt x="571487" y="300183"/>
                  </a:lnTo>
                  <a:lnTo>
                    <a:pt x="570498" y="300271"/>
                  </a:lnTo>
                  <a:lnTo>
                    <a:pt x="569406" y="298013"/>
                  </a:lnTo>
                  <a:lnTo>
                    <a:pt x="567998" y="296371"/>
                  </a:lnTo>
                  <a:lnTo>
                    <a:pt x="566032" y="291929"/>
                  </a:lnTo>
                  <a:lnTo>
                    <a:pt x="566090" y="290697"/>
                  </a:lnTo>
                  <a:lnTo>
                    <a:pt x="566040" y="288629"/>
                  </a:lnTo>
                  <a:lnTo>
                    <a:pt x="566637" y="285363"/>
                  </a:lnTo>
                  <a:lnTo>
                    <a:pt x="567210" y="283079"/>
                  </a:lnTo>
                  <a:lnTo>
                    <a:pt x="568001" y="281896"/>
                  </a:lnTo>
                  <a:lnTo>
                    <a:pt x="570295" y="280691"/>
                  </a:lnTo>
                  <a:lnTo>
                    <a:pt x="570870" y="278879"/>
                  </a:lnTo>
                  <a:lnTo>
                    <a:pt x="571211" y="277352"/>
                  </a:lnTo>
                  <a:lnTo>
                    <a:pt x="570075" y="279974"/>
                  </a:lnTo>
                  <a:lnTo>
                    <a:pt x="568372" y="280863"/>
                  </a:lnTo>
                  <a:lnTo>
                    <a:pt x="567454" y="281841"/>
                  </a:lnTo>
                  <a:lnTo>
                    <a:pt x="566721" y="283337"/>
                  </a:lnTo>
                  <a:lnTo>
                    <a:pt x="566286" y="285215"/>
                  </a:lnTo>
                  <a:lnTo>
                    <a:pt x="565303" y="287479"/>
                  </a:lnTo>
                  <a:lnTo>
                    <a:pt x="565372" y="288996"/>
                  </a:lnTo>
                  <a:lnTo>
                    <a:pt x="565537" y="290073"/>
                  </a:lnTo>
                  <a:lnTo>
                    <a:pt x="565461" y="292320"/>
                  </a:lnTo>
                  <a:lnTo>
                    <a:pt x="566083" y="294510"/>
                  </a:lnTo>
                  <a:lnTo>
                    <a:pt x="567316" y="298099"/>
                  </a:lnTo>
                  <a:lnTo>
                    <a:pt x="567552" y="303672"/>
                  </a:lnTo>
                  <a:lnTo>
                    <a:pt x="568493" y="307402"/>
                  </a:lnTo>
                  <a:lnTo>
                    <a:pt x="569935" y="311751"/>
                  </a:lnTo>
                  <a:lnTo>
                    <a:pt x="571044" y="312987"/>
                  </a:lnTo>
                  <a:lnTo>
                    <a:pt x="571098" y="314604"/>
                  </a:lnTo>
                  <a:lnTo>
                    <a:pt x="570586" y="317275"/>
                  </a:lnTo>
                  <a:lnTo>
                    <a:pt x="569912" y="318496"/>
                  </a:lnTo>
                  <a:lnTo>
                    <a:pt x="570789" y="318252"/>
                  </a:lnTo>
                  <a:lnTo>
                    <a:pt x="571227" y="318862"/>
                  </a:lnTo>
                  <a:lnTo>
                    <a:pt x="571652" y="321090"/>
                  </a:lnTo>
                  <a:lnTo>
                    <a:pt x="571619" y="323364"/>
                  </a:lnTo>
                  <a:lnTo>
                    <a:pt x="571475" y="324645"/>
                  </a:lnTo>
                  <a:lnTo>
                    <a:pt x="571209" y="325156"/>
                  </a:lnTo>
                  <a:lnTo>
                    <a:pt x="571220" y="323847"/>
                  </a:lnTo>
                  <a:lnTo>
                    <a:pt x="571032" y="323393"/>
                  </a:lnTo>
                  <a:lnTo>
                    <a:pt x="570721" y="323960"/>
                  </a:lnTo>
                  <a:lnTo>
                    <a:pt x="570520" y="324606"/>
                  </a:lnTo>
                  <a:lnTo>
                    <a:pt x="570436" y="327153"/>
                  </a:lnTo>
                  <a:lnTo>
                    <a:pt x="570223" y="328425"/>
                  </a:lnTo>
                  <a:lnTo>
                    <a:pt x="569471" y="328803"/>
                  </a:lnTo>
                  <a:lnTo>
                    <a:pt x="568707" y="332145"/>
                  </a:lnTo>
                  <a:lnTo>
                    <a:pt x="567997" y="334041"/>
                  </a:lnTo>
                  <a:lnTo>
                    <a:pt x="565202" y="346860"/>
                  </a:lnTo>
                  <a:lnTo>
                    <a:pt x="565308" y="349003"/>
                  </a:lnTo>
                  <a:lnTo>
                    <a:pt x="564797" y="349692"/>
                  </a:lnTo>
                  <a:lnTo>
                    <a:pt x="564023" y="350254"/>
                  </a:lnTo>
                  <a:lnTo>
                    <a:pt x="563239" y="351535"/>
                  </a:lnTo>
                  <a:lnTo>
                    <a:pt x="562720" y="352948"/>
                  </a:lnTo>
                  <a:lnTo>
                    <a:pt x="562237" y="356746"/>
                  </a:lnTo>
                  <a:lnTo>
                    <a:pt x="561312" y="361023"/>
                  </a:lnTo>
                  <a:lnTo>
                    <a:pt x="560735" y="359241"/>
                  </a:lnTo>
                  <a:lnTo>
                    <a:pt x="560587" y="357716"/>
                  </a:lnTo>
                  <a:lnTo>
                    <a:pt x="560844" y="353738"/>
                  </a:lnTo>
                  <a:lnTo>
                    <a:pt x="561844" y="347217"/>
                  </a:lnTo>
                  <a:lnTo>
                    <a:pt x="562946" y="343162"/>
                  </a:lnTo>
                  <a:lnTo>
                    <a:pt x="563787" y="341240"/>
                  </a:lnTo>
                  <a:lnTo>
                    <a:pt x="564478" y="337323"/>
                  </a:lnTo>
                  <a:lnTo>
                    <a:pt x="563605" y="336739"/>
                  </a:lnTo>
                  <a:lnTo>
                    <a:pt x="562274" y="336802"/>
                  </a:lnTo>
                  <a:lnTo>
                    <a:pt x="562524" y="334994"/>
                  </a:lnTo>
                  <a:lnTo>
                    <a:pt x="562912" y="333402"/>
                  </a:lnTo>
                  <a:lnTo>
                    <a:pt x="562218" y="331814"/>
                  </a:lnTo>
                  <a:lnTo>
                    <a:pt x="561808" y="331612"/>
                  </a:lnTo>
                  <a:lnTo>
                    <a:pt x="561385" y="330962"/>
                  </a:lnTo>
                  <a:lnTo>
                    <a:pt x="561881" y="329640"/>
                  </a:lnTo>
                  <a:lnTo>
                    <a:pt x="562123" y="328243"/>
                  </a:lnTo>
                  <a:lnTo>
                    <a:pt x="561975" y="326544"/>
                  </a:lnTo>
                  <a:lnTo>
                    <a:pt x="562183" y="325264"/>
                  </a:lnTo>
                  <a:lnTo>
                    <a:pt x="561836" y="325457"/>
                  </a:lnTo>
                  <a:lnTo>
                    <a:pt x="561279" y="326812"/>
                  </a:lnTo>
                  <a:lnTo>
                    <a:pt x="560932" y="327353"/>
                  </a:lnTo>
                  <a:lnTo>
                    <a:pt x="560721" y="326154"/>
                  </a:lnTo>
                  <a:lnTo>
                    <a:pt x="560480" y="326425"/>
                  </a:lnTo>
                  <a:lnTo>
                    <a:pt x="560323" y="327249"/>
                  </a:lnTo>
                  <a:lnTo>
                    <a:pt x="559967" y="327702"/>
                  </a:lnTo>
                  <a:lnTo>
                    <a:pt x="559216" y="326575"/>
                  </a:lnTo>
                  <a:lnTo>
                    <a:pt x="558121" y="325286"/>
                  </a:lnTo>
                  <a:lnTo>
                    <a:pt x="557511" y="323067"/>
                  </a:lnTo>
                  <a:lnTo>
                    <a:pt x="557163" y="321347"/>
                  </a:lnTo>
                  <a:lnTo>
                    <a:pt x="557517" y="318235"/>
                  </a:lnTo>
                  <a:lnTo>
                    <a:pt x="558274" y="317682"/>
                  </a:lnTo>
                  <a:lnTo>
                    <a:pt x="559257" y="318187"/>
                  </a:lnTo>
                  <a:lnTo>
                    <a:pt x="560546" y="318183"/>
                  </a:lnTo>
                  <a:lnTo>
                    <a:pt x="560362" y="317491"/>
                  </a:lnTo>
                  <a:lnTo>
                    <a:pt x="559902" y="317606"/>
                  </a:lnTo>
                  <a:lnTo>
                    <a:pt x="558543" y="315081"/>
                  </a:lnTo>
                  <a:lnTo>
                    <a:pt x="558106" y="313555"/>
                  </a:lnTo>
                  <a:lnTo>
                    <a:pt x="557354" y="313137"/>
                  </a:lnTo>
                  <a:lnTo>
                    <a:pt x="557011" y="314603"/>
                  </a:lnTo>
                  <a:lnTo>
                    <a:pt x="556631" y="314993"/>
                  </a:lnTo>
                  <a:lnTo>
                    <a:pt x="557100" y="311785"/>
                  </a:lnTo>
                  <a:lnTo>
                    <a:pt x="557715" y="311654"/>
                  </a:lnTo>
                  <a:lnTo>
                    <a:pt x="558622" y="310765"/>
                  </a:lnTo>
                  <a:lnTo>
                    <a:pt x="558358" y="308908"/>
                  </a:lnTo>
                  <a:lnTo>
                    <a:pt x="557785" y="308096"/>
                  </a:lnTo>
                  <a:lnTo>
                    <a:pt x="556752" y="309114"/>
                  </a:lnTo>
                  <a:lnTo>
                    <a:pt x="556764" y="307809"/>
                  </a:lnTo>
                  <a:lnTo>
                    <a:pt x="556958" y="306136"/>
                  </a:lnTo>
                  <a:lnTo>
                    <a:pt x="557737" y="306142"/>
                  </a:lnTo>
                  <a:lnTo>
                    <a:pt x="558420" y="306688"/>
                  </a:lnTo>
                  <a:lnTo>
                    <a:pt x="559001" y="303987"/>
                  </a:lnTo>
                  <a:lnTo>
                    <a:pt x="559027" y="302781"/>
                  </a:lnTo>
                  <a:lnTo>
                    <a:pt x="558061" y="304533"/>
                  </a:lnTo>
                  <a:lnTo>
                    <a:pt x="557844" y="300752"/>
                  </a:lnTo>
                  <a:lnTo>
                    <a:pt x="558795" y="297104"/>
                  </a:lnTo>
                  <a:lnTo>
                    <a:pt x="559701" y="295514"/>
                  </a:lnTo>
                  <a:lnTo>
                    <a:pt x="560833" y="295561"/>
                  </a:lnTo>
                  <a:lnTo>
                    <a:pt x="561984" y="295304"/>
                  </a:lnTo>
                  <a:lnTo>
                    <a:pt x="561262" y="294636"/>
                  </a:lnTo>
                  <a:lnTo>
                    <a:pt x="560521" y="294274"/>
                  </a:lnTo>
                  <a:lnTo>
                    <a:pt x="561078" y="292832"/>
                  </a:lnTo>
                  <a:lnTo>
                    <a:pt x="561553" y="292574"/>
                  </a:lnTo>
                  <a:lnTo>
                    <a:pt x="562019" y="291317"/>
                  </a:lnTo>
                  <a:lnTo>
                    <a:pt x="560897" y="291503"/>
                  </a:lnTo>
                  <a:lnTo>
                    <a:pt x="561029" y="289126"/>
                  </a:lnTo>
                  <a:lnTo>
                    <a:pt x="560484" y="289609"/>
                  </a:lnTo>
                  <a:lnTo>
                    <a:pt x="559832" y="289833"/>
                  </a:lnTo>
                  <a:lnTo>
                    <a:pt x="559578" y="290841"/>
                  </a:lnTo>
                  <a:lnTo>
                    <a:pt x="559628" y="292516"/>
                  </a:lnTo>
                  <a:lnTo>
                    <a:pt x="559437" y="293616"/>
                  </a:lnTo>
                  <a:lnTo>
                    <a:pt x="558930" y="294499"/>
                  </a:lnTo>
                  <a:lnTo>
                    <a:pt x="558073" y="295187"/>
                  </a:lnTo>
                  <a:lnTo>
                    <a:pt x="557990" y="293994"/>
                  </a:lnTo>
                  <a:lnTo>
                    <a:pt x="557707" y="293453"/>
                  </a:lnTo>
                  <a:lnTo>
                    <a:pt x="557601" y="296008"/>
                  </a:lnTo>
                  <a:lnTo>
                    <a:pt x="557376" y="296876"/>
                  </a:lnTo>
                  <a:lnTo>
                    <a:pt x="556750" y="294478"/>
                  </a:lnTo>
                  <a:lnTo>
                    <a:pt x="556562" y="294962"/>
                  </a:lnTo>
                  <a:lnTo>
                    <a:pt x="556586" y="295643"/>
                  </a:lnTo>
                  <a:lnTo>
                    <a:pt x="556426" y="296820"/>
                  </a:lnTo>
                  <a:lnTo>
                    <a:pt x="555888" y="297433"/>
                  </a:lnTo>
                  <a:lnTo>
                    <a:pt x="555922" y="298943"/>
                  </a:lnTo>
                  <a:lnTo>
                    <a:pt x="555713" y="299765"/>
                  </a:lnTo>
                  <a:lnTo>
                    <a:pt x="553993" y="298455"/>
                  </a:lnTo>
                  <a:lnTo>
                    <a:pt x="553952" y="298899"/>
                  </a:lnTo>
                  <a:lnTo>
                    <a:pt x="554925" y="301724"/>
                  </a:lnTo>
                  <a:lnTo>
                    <a:pt x="555636" y="302690"/>
                  </a:lnTo>
                  <a:lnTo>
                    <a:pt x="555723" y="304231"/>
                  </a:lnTo>
                  <a:lnTo>
                    <a:pt x="555112" y="305509"/>
                  </a:lnTo>
                  <a:lnTo>
                    <a:pt x="554271" y="304405"/>
                  </a:lnTo>
                  <a:lnTo>
                    <a:pt x="554129" y="304486"/>
                  </a:lnTo>
                  <a:lnTo>
                    <a:pt x="554586" y="306379"/>
                  </a:lnTo>
                  <a:lnTo>
                    <a:pt x="554875" y="308032"/>
                  </a:lnTo>
                  <a:lnTo>
                    <a:pt x="554578" y="309417"/>
                  </a:lnTo>
                  <a:lnTo>
                    <a:pt x="554624" y="311123"/>
                  </a:lnTo>
                  <a:lnTo>
                    <a:pt x="554560" y="312670"/>
                  </a:lnTo>
                  <a:lnTo>
                    <a:pt x="554379" y="314019"/>
                  </a:lnTo>
                  <a:lnTo>
                    <a:pt x="554788" y="320237"/>
                  </a:lnTo>
                  <a:lnTo>
                    <a:pt x="555280" y="321928"/>
                  </a:lnTo>
                  <a:lnTo>
                    <a:pt x="555765" y="323546"/>
                  </a:lnTo>
                  <a:lnTo>
                    <a:pt x="556022" y="325059"/>
                  </a:lnTo>
                  <a:lnTo>
                    <a:pt x="555507" y="325280"/>
                  </a:lnTo>
                  <a:lnTo>
                    <a:pt x="554689" y="324035"/>
                  </a:lnTo>
                  <a:lnTo>
                    <a:pt x="553970" y="323085"/>
                  </a:lnTo>
                  <a:lnTo>
                    <a:pt x="553113" y="320050"/>
                  </a:lnTo>
                  <a:lnTo>
                    <a:pt x="552971" y="318838"/>
                  </a:lnTo>
                  <a:lnTo>
                    <a:pt x="552762" y="317880"/>
                  </a:lnTo>
                  <a:lnTo>
                    <a:pt x="552863" y="320080"/>
                  </a:lnTo>
                  <a:lnTo>
                    <a:pt x="553169" y="322537"/>
                  </a:lnTo>
                  <a:lnTo>
                    <a:pt x="555853" y="328036"/>
                  </a:lnTo>
                  <a:lnTo>
                    <a:pt x="556348" y="330145"/>
                  </a:lnTo>
                  <a:lnTo>
                    <a:pt x="556726" y="331803"/>
                  </a:lnTo>
                  <a:lnTo>
                    <a:pt x="556631" y="333391"/>
                  </a:lnTo>
                  <a:lnTo>
                    <a:pt x="555931" y="332267"/>
                  </a:lnTo>
                  <a:lnTo>
                    <a:pt x="555328" y="330835"/>
                  </a:lnTo>
                  <a:lnTo>
                    <a:pt x="553726" y="329216"/>
                  </a:lnTo>
                  <a:lnTo>
                    <a:pt x="551706" y="328193"/>
                  </a:lnTo>
                  <a:lnTo>
                    <a:pt x="550566" y="324430"/>
                  </a:lnTo>
                  <a:lnTo>
                    <a:pt x="550570" y="326000"/>
                  </a:lnTo>
                  <a:lnTo>
                    <a:pt x="550318" y="327332"/>
                  </a:lnTo>
                  <a:lnTo>
                    <a:pt x="549621" y="325708"/>
                  </a:lnTo>
                  <a:lnTo>
                    <a:pt x="549183" y="324323"/>
                  </a:lnTo>
                  <a:lnTo>
                    <a:pt x="549035" y="322805"/>
                  </a:lnTo>
                  <a:lnTo>
                    <a:pt x="548166" y="322909"/>
                  </a:lnTo>
                  <a:lnTo>
                    <a:pt x="547255" y="324228"/>
                  </a:lnTo>
                  <a:lnTo>
                    <a:pt x="546373" y="323915"/>
                  </a:lnTo>
                  <a:lnTo>
                    <a:pt x="546268" y="321341"/>
                  </a:lnTo>
                  <a:lnTo>
                    <a:pt x="546507" y="319977"/>
                  </a:lnTo>
                  <a:lnTo>
                    <a:pt x="547496" y="316753"/>
                  </a:lnTo>
                  <a:lnTo>
                    <a:pt x="548428" y="315107"/>
                  </a:lnTo>
                  <a:lnTo>
                    <a:pt x="548840" y="312981"/>
                  </a:lnTo>
                  <a:lnTo>
                    <a:pt x="548699" y="309686"/>
                  </a:lnTo>
                  <a:lnTo>
                    <a:pt x="548524" y="313039"/>
                  </a:lnTo>
                  <a:lnTo>
                    <a:pt x="547991" y="314701"/>
                  </a:lnTo>
                  <a:lnTo>
                    <a:pt x="547154" y="315971"/>
                  </a:lnTo>
                  <a:lnTo>
                    <a:pt x="546052" y="318233"/>
                  </a:lnTo>
                  <a:lnTo>
                    <a:pt x="545783" y="320325"/>
                  </a:lnTo>
                  <a:lnTo>
                    <a:pt x="545439" y="324242"/>
                  </a:lnTo>
                  <a:lnTo>
                    <a:pt x="545904" y="325568"/>
                  </a:lnTo>
                  <a:lnTo>
                    <a:pt x="546380" y="325915"/>
                  </a:lnTo>
                  <a:lnTo>
                    <a:pt x="547784" y="325026"/>
                  </a:lnTo>
                  <a:lnTo>
                    <a:pt x="548510" y="325423"/>
                  </a:lnTo>
                  <a:lnTo>
                    <a:pt x="550127" y="330139"/>
                  </a:lnTo>
                  <a:lnTo>
                    <a:pt x="553136" y="332005"/>
                  </a:lnTo>
                  <a:lnTo>
                    <a:pt x="554233" y="333171"/>
                  </a:lnTo>
                  <a:lnTo>
                    <a:pt x="555128" y="335632"/>
                  </a:lnTo>
                  <a:lnTo>
                    <a:pt x="556472" y="337049"/>
                  </a:lnTo>
                  <a:lnTo>
                    <a:pt x="557516" y="339108"/>
                  </a:lnTo>
                  <a:lnTo>
                    <a:pt x="557544" y="340451"/>
                  </a:lnTo>
                  <a:lnTo>
                    <a:pt x="557183" y="342040"/>
                  </a:lnTo>
                  <a:lnTo>
                    <a:pt x="557040" y="344190"/>
                  </a:lnTo>
                  <a:lnTo>
                    <a:pt x="556596" y="345546"/>
                  </a:lnTo>
                  <a:lnTo>
                    <a:pt x="555532" y="345702"/>
                  </a:lnTo>
                  <a:lnTo>
                    <a:pt x="554889" y="345353"/>
                  </a:lnTo>
                  <a:lnTo>
                    <a:pt x="551434" y="337795"/>
                  </a:lnTo>
                  <a:lnTo>
                    <a:pt x="551021" y="337100"/>
                  </a:lnTo>
                  <a:lnTo>
                    <a:pt x="549739" y="333142"/>
                  </a:lnTo>
                  <a:lnTo>
                    <a:pt x="548236" y="331022"/>
                  </a:lnTo>
                  <a:lnTo>
                    <a:pt x="547770" y="331067"/>
                  </a:lnTo>
                  <a:lnTo>
                    <a:pt x="549911" y="334987"/>
                  </a:lnTo>
                  <a:lnTo>
                    <a:pt x="550785" y="337729"/>
                  </a:lnTo>
                  <a:lnTo>
                    <a:pt x="552324" y="341572"/>
                  </a:lnTo>
                  <a:lnTo>
                    <a:pt x="553424" y="343200"/>
                  </a:lnTo>
                  <a:lnTo>
                    <a:pt x="554234" y="345739"/>
                  </a:lnTo>
                  <a:lnTo>
                    <a:pt x="554986" y="346929"/>
                  </a:lnTo>
                  <a:lnTo>
                    <a:pt x="557040" y="348625"/>
                  </a:lnTo>
                  <a:lnTo>
                    <a:pt x="556326" y="349843"/>
                  </a:lnTo>
                  <a:lnTo>
                    <a:pt x="557466" y="350880"/>
                  </a:lnTo>
                  <a:lnTo>
                    <a:pt x="557629" y="352787"/>
                  </a:lnTo>
                  <a:lnTo>
                    <a:pt x="557525" y="354962"/>
                  </a:lnTo>
                  <a:lnTo>
                    <a:pt x="555942" y="354102"/>
                  </a:lnTo>
                  <a:lnTo>
                    <a:pt x="555891" y="355703"/>
                  </a:lnTo>
                  <a:lnTo>
                    <a:pt x="556032" y="356648"/>
                  </a:lnTo>
                  <a:lnTo>
                    <a:pt x="555333" y="357429"/>
                  </a:lnTo>
                  <a:lnTo>
                    <a:pt x="554361" y="356370"/>
                  </a:lnTo>
                  <a:lnTo>
                    <a:pt x="551837" y="350577"/>
                  </a:lnTo>
                  <a:lnTo>
                    <a:pt x="551858" y="351352"/>
                  </a:lnTo>
                  <a:lnTo>
                    <a:pt x="552063" y="352251"/>
                  </a:lnTo>
                  <a:lnTo>
                    <a:pt x="553527" y="355980"/>
                  </a:lnTo>
                  <a:lnTo>
                    <a:pt x="554833" y="358217"/>
                  </a:lnTo>
                  <a:lnTo>
                    <a:pt x="555941" y="359227"/>
                  </a:lnTo>
                  <a:lnTo>
                    <a:pt x="556794" y="361101"/>
                  </a:lnTo>
                  <a:lnTo>
                    <a:pt x="557095" y="362235"/>
                  </a:lnTo>
                  <a:lnTo>
                    <a:pt x="557297" y="363955"/>
                  </a:lnTo>
                  <a:lnTo>
                    <a:pt x="556664" y="365123"/>
                  </a:lnTo>
                  <a:lnTo>
                    <a:pt x="555944" y="365768"/>
                  </a:lnTo>
                  <a:lnTo>
                    <a:pt x="555240" y="364603"/>
                  </a:lnTo>
                  <a:lnTo>
                    <a:pt x="554724" y="363375"/>
                  </a:lnTo>
                  <a:lnTo>
                    <a:pt x="553626" y="361290"/>
                  </a:lnTo>
                  <a:lnTo>
                    <a:pt x="553296" y="358960"/>
                  </a:lnTo>
                  <a:lnTo>
                    <a:pt x="552461" y="359079"/>
                  </a:lnTo>
                  <a:lnTo>
                    <a:pt x="548968" y="356125"/>
                  </a:lnTo>
                  <a:lnTo>
                    <a:pt x="546162" y="355784"/>
                  </a:lnTo>
                  <a:lnTo>
                    <a:pt x="546436" y="356378"/>
                  </a:lnTo>
                  <a:lnTo>
                    <a:pt x="546791" y="356774"/>
                  </a:lnTo>
                  <a:lnTo>
                    <a:pt x="549026" y="357502"/>
                  </a:lnTo>
                  <a:lnTo>
                    <a:pt x="549910" y="358863"/>
                  </a:lnTo>
                  <a:lnTo>
                    <a:pt x="551748" y="360071"/>
                  </a:lnTo>
                  <a:lnTo>
                    <a:pt x="552825" y="360401"/>
                  </a:lnTo>
                  <a:lnTo>
                    <a:pt x="553261" y="364111"/>
                  </a:lnTo>
                  <a:lnTo>
                    <a:pt x="554749" y="366663"/>
                  </a:lnTo>
                  <a:lnTo>
                    <a:pt x="554943" y="368555"/>
                  </a:lnTo>
                  <a:lnTo>
                    <a:pt x="555959" y="368767"/>
                  </a:lnTo>
                  <a:lnTo>
                    <a:pt x="557746" y="366911"/>
                  </a:lnTo>
                  <a:lnTo>
                    <a:pt x="558900" y="367562"/>
                  </a:lnTo>
                  <a:lnTo>
                    <a:pt x="560564" y="368093"/>
                  </a:lnTo>
                  <a:lnTo>
                    <a:pt x="560944" y="369590"/>
                  </a:lnTo>
                  <a:lnTo>
                    <a:pt x="561229" y="372440"/>
                  </a:lnTo>
                  <a:lnTo>
                    <a:pt x="561818" y="375646"/>
                  </a:lnTo>
                  <a:lnTo>
                    <a:pt x="563343" y="388287"/>
                  </a:lnTo>
                  <a:lnTo>
                    <a:pt x="565635" y="398626"/>
                  </a:lnTo>
                  <a:lnTo>
                    <a:pt x="565918" y="400406"/>
                  </a:lnTo>
                  <a:lnTo>
                    <a:pt x="565385" y="398844"/>
                  </a:lnTo>
                  <a:lnTo>
                    <a:pt x="563685" y="391996"/>
                  </a:lnTo>
                  <a:lnTo>
                    <a:pt x="562746" y="387052"/>
                  </a:lnTo>
                  <a:lnTo>
                    <a:pt x="561782" y="378321"/>
                  </a:lnTo>
                  <a:lnTo>
                    <a:pt x="561502" y="376366"/>
                  </a:lnTo>
                  <a:lnTo>
                    <a:pt x="561173" y="375585"/>
                  </a:lnTo>
                  <a:lnTo>
                    <a:pt x="560956" y="376220"/>
                  </a:lnTo>
                  <a:lnTo>
                    <a:pt x="560863" y="377333"/>
                  </a:lnTo>
                  <a:lnTo>
                    <a:pt x="561020" y="378187"/>
                  </a:lnTo>
                  <a:lnTo>
                    <a:pt x="560640" y="381061"/>
                  </a:lnTo>
                  <a:lnTo>
                    <a:pt x="560805" y="382380"/>
                  </a:lnTo>
                  <a:lnTo>
                    <a:pt x="561422" y="383743"/>
                  </a:lnTo>
                  <a:lnTo>
                    <a:pt x="562092" y="387145"/>
                  </a:lnTo>
                  <a:lnTo>
                    <a:pt x="562628" y="391726"/>
                  </a:lnTo>
                  <a:lnTo>
                    <a:pt x="561903" y="389869"/>
                  </a:lnTo>
                  <a:lnTo>
                    <a:pt x="561130" y="388885"/>
                  </a:lnTo>
                  <a:lnTo>
                    <a:pt x="559927" y="388131"/>
                  </a:lnTo>
                  <a:lnTo>
                    <a:pt x="558855" y="386808"/>
                  </a:lnTo>
                  <a:lnTo>
                    <a:pt x="558933" y="388705"/>
                  </a:lnTo>
                  <a:lnTo>
                    <a:pt x="558831" y="390754"/>
                  </a:lnTo>
                  <a:lnTo>
                    <a:pt x="558005" y="390129"/>
                  </a:lnTo>
                  <a:lnTo>
                    <a:pt x="557443" y="389449"/>
                  </a:lnTo>
                  <a:lnTo>
                    <a:pt x="557940" y="391632"/>
                  </a:lnTo>
                  <a:lnTo>
                    <a:pt x="556861" y="390977"/>
                  </a:lnTo>
                  <a:lnTo>
                    <a:pt x="556141" y="391114"/>
                  </a:lnTo>
                  <a:lnTo>
                    <a:pt x="555674" y="393052"/>
                  </a:lnTo>
                  <a:lnTo>
                    <a:pt x="555047" y="394228"/>
                  </a:lnTo>
                  <a:lnTo>
                    <a:pt x="554120" y="394608"/>
                  </a:lnTo>
                  <a:lnTo>
                    <a:pt x="552744" y="392836"/>
                  </a:lnTo>
                  <a:lnTo>
                    <a:pt x="552298" y="390684"/>
                  </a:lnTo>
                  <a:lnTo>
                    <a:pt x="552114" y="388289"/>
                  </a:lnTo>
                  <a:lnTo>
                    <a:pt x="552040" y="391122"/>
                  </a:lnTo>
                  <a:lnTo>
                    <a:pt x="552285" y="394071"/>
                  </a:lnTo>
                  <a:lnTo>
                    <a:pt x="552199" y="396313"/>
                  </a:lnTo>
                  <a:lnTo>
                    <a:pt x="553524" y="396726"/>
                  </a:lnTo>
                  <a:lnTo>
                    <a:pt x="554762" y="396359"/>
                  </a:lnTo>
                  <a:lnTo>
                    <a:pt x="556434" y="396453"/>
                  </a:lnTo>
                  <a:lnTo>
                    <a:pt x="557524" y="396033"/>
                  </a:lnTo>
                  <a:lnTo>
                    <a:pt x="558180" y="395320"/>
                  </a:lnTo>
                  <a:lnTo>
                    <a:pt x="559754" y="395938"/>
                  </a:lnTo>
                  <a:lnTo>
                    <a:pt x="559866" y="398646"/>
                  </a:lnTo>
                  <a:lnTo>
                    <a:pt x="559686" y="401338"/>
                  </a:lnTo>
                  <a:lnTo>
                    <a:pt x="559595" y="404205"/>
                  </a:lnTo>
                  <a:lnTo>
                    <a:pt x="560031" y="404186"/>
                  </a:lnTo>
                  <a:lnTo>
                    <a:pt x="560543" y="403270"/>
                  </a:lnTo>
                  <a:lnTo>
                    <a:pt x="560800" y="398135"/>
                  </a:lnTo>
                  <a:lnTo>
                    <a:pt x="562238" y="396238"/>
                  </a:lnTo>
                  <a:lnTo>
                    <a:pt x="562720" y="396368"/>
                  </a:lnTo>
                  <a:lnTo>
                    <a:pt x="563178" y="398018"/>
                  </a:lnTo>
                  <a:lnTo>
                    <a:pt x="563332" y="399692"/>
                  </a:lnTo>
                  <a:lnTo>
                    <a:pt x="563495" y="401990"/>
                  </a:lnTo>
                  <a:lnTo>
                    <a:pt x="563159" y="405492"/>
                  </a:lnTo>
                  <a:lnTo>
                    <a:pt x="560949" y="409587"/>
                  </a:lnTo>
                  <a:lnTo>
                    <a:pt x="559366" y="413373"/>
                  </a:lnTo>
                  <a:lnTo>
                    <a:pt x="558556" y="414145"/>
                  </a:lnTo>
                  <a:lnTo>
                    <a:pt x="557389" y="413705"/>
                  </a:lnTo>
                  <a:lnTo>
                    <a:pt x="556066" y="412752"/>
                  </a:lnTo>
                  <a:lnTo>
                    <a:pt x="555417" y="412561"/>
                  </a:lnTo>
                  <a:lnTo>
                    <a:pt x="554924" y="412878"/>
                  </a:lnTo>
                  <a:lnTo>
                    <a:pt x="554623" y="411712"/>
                  </a:lnTo>
                  <a:lnTo>
                    <a:pt x="554429" y="409586"/>
                  </a:lnTo>
                  <a:lnTo>
                    <a:pt x="553914" y="408880"/>
                  </a:lnTo>
                  <a:lnTo>
                    <a:pt x="553525" y="408958"/>
                  </a:lnTo>
                  <a:lnTo>
                    <a:pt x="553259" y="411217"/>
                  </a:lnTo>
                  <a:lnTo>
                    <a:pt x="552025" y="411859"/>
                  </a:lnTo>
                  <a:lnTo>
                    <a:pt x="550346" y="410926"/>
                  </a:lnTo>
                  <a:lnTo>
                    <a:pt x="548589" y="409026"/>
                  </a:lnTo>
                  <a:lnTo>
                    <a:pt x="549343" y="411064"/>
                  </a:lnTo>
                  <a:lnTo>
                    <a:pt x="553704" y="414868"/>
                  </a:lnTo>
                  <a:lnTo>
                    <a:pt x="554195" y="415579"/>
                  </a:lnTo>
                  <a:lnTo>
                    <a:pt x="554654" y="416619"/>
                  </a:lnTo>
                  <a:lnTo>
                    <a:pt x="554044" y="418251"/>
                  </a:lnTo>
                  <a:lnTo>
                    <a:pt x="553565" y="420089"/>
                  </a:lnTo>
                  <a:lnTo>
                    <a:pt x="553498" y="421532"/>
                  </a:lnTo>
                  <a:lnTo>
                    <a:pt x="553329" y="422443"/>
                  </a:lnTo>
                  <a:lnTo>
                    <a:pt x="551590" y="424895"/>
                  </a:lnTo>
                  <a:lnTo>
                    <a:pt x="550648" y="424463"/>
                  </a:lnTo>
                  <a:lnTo>
                    <a:pt x="548240" y="420040"/>
                  </a:lnTo>
                  <a:lnTo>
                    <a:pt x="549337" y="423865"/>
                  </a:lnTo>
                  <a:lnTo>
                    <a:pt x="550215" y="425488"/>
                  </a:lnTo>
                  <a:lnTo>
                    <a:pt x="551984" y="426354"/>
                  </a:lnTo>
                  <a:lnTo>
                    <a:pt x="555301" y="424924"/>
                  </a:lnTo>
                  <a:lnTo>
                    <a:pt x="556389" y="426485"/>
                  </a:lnTo>
                  <a:lnTo>
                    <a:pt x="555496" y="429251"/>
                  </a:lnTo>
                  <a:lnTo>
                    <a:pt x="554608" y="431192"/>
                  </a:lnTo>
                  <a:lnTo>
                    <a:pt x="553445" y="431408"/>
                  </a:lnTo>
                  <a:lnTo>
                    <a:pt x="552420" y="431933"/>
                  </a:lnTo>
                  <a:lnTo>
                    <a:pt x="552119" y="433268"/>
                  </a:lnTo>
                  <a:lnTo>
                    <a:pt x="551389" y="433352"/>
                  </a:lnTo>
                  <a:lnTo>
                    <a:pt x="550247" y="433431"/>
                  </a:lnTo>
                  <a:lnTo>
                    <a:pt x="548479" y="433552"/>
                  </a:lnTo>
                  <a:lnTo>
                    <a:pt x="547508" y="433241"/>
                  </a:lnTo>
                  <a:lnTo>
                    <a:pt x="546152" y="435968"/>
                  </a:lnTo>
                  <a:lnTo>
                    <a:pt x="545640" y="436343"/>
                  </a:lnTo>
                  <a:lnTo>
                    <a:pt x="544924" y="435830"/>
                  </a:lnTo>
                  <a:lnTo>
                    <a:pt x="544624" y="433640"/>
                  </a:lnTo>
                  <a:lnTo>
                    <a:pt x="544305" y="432564"/>
                  </a:lnTo>
                  <a:lnTo>
                    <a:pt x="544297" y="436662"/>
                  </a:lnTo>
                  <a:lnTo>
                    <a:pt x="544422" y="437765"/>
                  </a:lnTo>
                  <a:lnTo>
                    <a:pt x="544678" y="438598"/>
                  </a:lnTo>
                  <a:lnTo>
                    <a:pt x="543091" y="440821"/>
                  </a:lnTo>
                  <a:lnTo>
                    <a:pt x="541572" y="443594"/>
                  </a:lnTo>
                  <a:lnTo>
                    <a:pt x="541028" y="444349"/>
                  </a:lnTo>
                  <a:lnTo>
                    <a:pt x="540409" y="445738"/>
                  </a:lnTo>
                  <a:lnTo>
                    <a:pt x="539142" y="449751"/>
                  </a:lnTo>
                  <a:lnTo>
                    <a:pt x="538829" y="452677"/>
                  </a:lnTo>
                  <a:lnTo>
                    <a:pt x="538371" y="455939"/>
                  </a:lnTo>
                  <a:lnTo>
                    <a:pt x="538313" y="454470"/>
                  </a:lnTo>
                  <a:lnTo>
                    <a:pt x="538392" y="451997"/>
                  </a:lnTo>
                  <a:lnTo>
                    <a:pt x="538078" y="449165"/>
                  </a:lnTo>
                  <a:lnTo>
                    <a:pt x="537880" y="454353"/>
                  </a:lnTo>
                  <a:lnTo>
                    <a:pt x="537387" y="456764"/>
                  </a:lnTo>
                  <a:lnTo>
                    <a:pt x="532870" y="456594"/>
                  </a:lnTo>
                  <a:lnTo>
                    <a:pt x="530893" y="457904"/>
                  </a:lnTo>
                  <a:lnTo>
                    <a:pt x="527857" y="462312"/>
                  </a:lnTo>
                  <a:lnTo>
                    <a:pt x="526950" y="464244"/>
                  </a:lnTo>
                  <a:lnTo>
                    <a:pt x="524442" y="471713"/>
                  </a:lnTo>
                  <a:lnTo>
                    <a:pt x="523802" y="476494"/>
                  </a:lnTo>
                  <a:lnTo>
                    <a:pt x="523289" y="474484"/>
                  </a:lnTo>
                  <a:lnTo>
                    <a:pt x="523416" y="472976"/>
                  </a:lnTo>
                  <a:lnTo>
                    <a:pt x="523427" y="471744"/>
                  </a:lnTo>
                  <a:lnTo>
                    <a:pt x="522795" y="474387"/>
                  </a:lnTo>
                  <a:lnTo>
                    <a:pt x="523394" y="478237"/>
                  </a:lnTo>
                  <a:lnTo>
                    <a:pt x="522856" y="479707"/>
                  </a:lnTo>
                  <a:lnTo>
                    <a:pt x="521200" y="482451"/>
                  </a:lnTo>
                  <a:lnTo>
                    <a:pt x="520294" y="482901"/>
                  </a:lnTo>
                  <a:lnTo>
                    <a:pt x="519276" y="483682"/>
                  </a:lnTo>
                  <a:lnTo>
                    <a:pt x="518956" y="486389"/>
                  </a:lnTo>
                  <a:lnTo>
                    <a:pt x="517574" y="488885"/>
                  </a:lnTo>
                  <a:lnTo>
                    <a:pt x="516769" y="489990"/>
                  </a:lnTo>
                  <a:lnTo>
                    <a:pt x="515294" y="489320"/>
                  </a:lnTo>
                  <a:lnTo>
                    <a:pt x="515748" y="491724"/>
                  </a:lnTo>
                  <a:lnTo>
                    <a:pt x="515207" y="493544"/>
                  </a:lnTo>
                  <a:lnTo>
                    <a:pt x="514274" y="494939"/>
                  </a:lnTo>
                  <a:lnTo>
                    <a:pt x="513114" y="495849"/>
                  </a:lnTo>
                  <a:lnTo>
                    <a:pt x="512449" y="495738"/>
                  </a:lnTo>
                  <a:lnTo>
                    <a:pt x="511881" y="496221"/>
                  </a:lnTo>
                  <a:lnTo>
                    <a:pt x="511436" y="497379"/>
                  </a:lnTo>
                  <a:lnTo>
                    <a:pt x="510349" y="498461"/>
                  </a:lnTo>
                  <a:lnTo>
                    <a:pt x="509219" y="497852"/>
                  </a:lnTo>
                  <a:lnTo>
                    <a:pt x="507939" y="497487"/>
                  </a:lnTo>
                  <a:lnTo>
                    <a:pt x="507226" y="498136"/>
                  </a:lnTo>
                  <a:lnTo>
                    <a:pt x="508425" y="499209"/>
                  </a:lnTo>
                  <a:lnTo>
                    <a:pt x="509067" y="500765"/>
                  </a:lnTo>
                  <a:lnTo>
                    <a:pt x="508935" y="502861"/>
                  </a:lnTo>
                  <a:lnTo>
                    <a:pt x="508614" y="503671"/>
                  </a:lnTo>
                  <a:lnTo>
                    <a:pt x="507857" y="504767"/>
                  </a:lnTo>
                  <a:lnTo>
                    <a:pt x="507525" y="504604"/>
                  </a:lnTo>
                  <a:lnTo>
                    <a:pt x="507323" y="503616"/>
                  </a:lnTo>
                  <a:lnTo>
                    <a:pt x="507076" y="501557"/>
                  </a:lnTo>
                  <a:lnTo>
                    <a:pt x="506725" y="501996"/>
                  </a:lnTo>
                  <a:lnTo>
                    <a:pt x="506664" y="502955"/>
                  </a:lnTo>
                  <a:lnTo>
                    <a:pt x="506362" y="503297"/>
                  </a:lnTo>
                  <a:lnTo>
                    <a:pt x="505289" y="500017"/>
                  </a:lnTo>
                  <a:lnTo>
                    <a:pt x="505342" y="502519"/>
                  </a:lnTo>
                  <a:lnTo>
                    <a:pt x="505717" y="504441"/>
                  </a:lnTo>
                  <a:lnTo>
                    <a:pt x="506080" y="505417"/>
                  </a:lnTo>
                  <a:lnTo>
                    <a:pt x="506445" y="505991"/>
                  </a:lnTo>
                  <a:lnTo>
                    <a:pt x="506535" y="506882"/>
                  </a:lnTo>
                  <a:lnTo>
                    <a:pt x="505801" y="509055"/>
                  </a:lnTo>
                  <a:lnTo>
                    <a:pt x="505424" y="509539"/>
                  </a:lnTo>
                  <a:lnTo>
                    <a:pt x="504752" y="509891"/>
                  </a:lnTo>
                  <a:lnTo>
                    <a:pt x="504374" y="511230"/>
                  </a:lnTo>
                  <a:lnTo>
                    <a:pt x="504485" y="512383"/>
                  </a:lnTo>
                  <a:lnTo>
                    <a:pt x="503898" y="514884"/>
                  </a:lnTo>
                  <a:lnTo>
                    <a:pt x="502492" y="516447"/>
                  </a:lnTo>
                  <a:lnTo>
                    <a:pt x="502063" y="516386"/>
                  </a:lnTo>
                  <a:lnTo>
                    <a:pt x="501713" y="516844"/>
                  </a:lnTo>
                  <a:lnTo>
                    <a:pt x="501917" y="517958"/>
                  </a:lnTo>
                  <a:lnTo>
                    <a:pt x="502268" y="518768"/>
                  </a:lnTo>
                  <a:lnTo>
                    <a:pt x="502256" y="519522"/>
                  </a:lnTo>
                  <a:lnTo>
                    <a:pt x="501884" y="520545"/>
                  </a:lnTo>
                  <a:lnTo>
                    <a:pt x="501151" y="520830"/>
                  </a:lnTo>
                  <a:lnTo>
                    <a:pt x="500739" y="521997"/>
                  </a:lnTo>
                  <a:lnTo>
                    <a:pt x="500869" y="523098"/>
                  </a:lnTo>
                  <a:lnTo>
                    <a:pt x="501112" y="523713"/>
                  </a:lnTo>
                  <a:lnTo>
                    <a:pt x="501061" y="524772"/>
                  </a:lnTo>
                  <a:lnTo>
                    <a:pt x="500227" y="525835"/>
                  </a:lnTo>
                  <a:lnTo>
                    <a:pt x="500032" y="526881"/>
                  </a:lnTo>
                  <a:lnTo>
                    <a:pt x="500446" y="527190"/>
                  </a:lnTo>
                  <a:lnTo>
                    <a:pt x="500764" y="526881"/>
                  </a:lnTo>
                  <a:lnTo>
                    <a:pt x="500998" y="527107"/>
                  </a:lnTo>
                  <a:lnTo>
                    <a:pt x="500497" y="528855"/>
                  </a:lnTo>
                  <a:lnTo>
                    <a:pt x="500048" y="529921"/>
                  </a:lnTo>
                  <a:lnTo>
                    <a:pt x="499622" y="531837"/>
                  </a:lnTo>
                  <a:lnTo>
                    <a:pt x="498632" y="532367"/>
                  </a:lnTo>
                  <a:lnTo>
                    <a:pt x="498669" y="532986"/>
                  </a:lnTo>
                  <a:lnTo>
                    <a:pt x="499229" y="533534"/>
                  </a:lnTo>
                  <a:lnTo>
                    <a:pt x="499697" y="535007"/>
                  </a:lnTo>
                  <a:lnTo>
                    <a:pt x="498817" y="537727"/>
                  </a:lnTo>
                  <a:lnTo>
                    <a:pt x="498268" y="537503"/>
                  </a:lnTo>
                  <a:lnTo>
                    <a:pt x="497933" y="536905"/>
                  </a:lnTo>
                  <a:lnTo>
                    <a:pt x="497719" y="539052"/>
                  </a:lnTo>
                  <a:lnTo>
                    <a:pt x="497801" y="540197"/>
                  </a:lnTo>
                  <a:lnTo>
                    <a:pt x="497592" y="542539"/>
                  </a:lnTo>
                  <a:lnTo>
                    <a:pt x="497256" y="545354"/>
                  </a:lnTo>
                  <a:lnTo>
                    <a:pt x="497028" y="546510"/>
                  </a:lnTo>
                  <a:lnTo>
                    <a:pt x="497076" y="548662"/>
                  </a:lnTo>
                  <a:lnTo>
                    <a:pt x="497217" y="550741"/>
                  </a:lnTo>
                  <a:lnTo>
                    <a:pt x="497755" y="553421"/>
                  </a:lnTo>
                  <a:lnTo>
                    <a:pt x="498577" y="564378"/>
                  </a:lnTo>
                  <a:lnTo>
                    <a:pt x="499137" y="568182"/>
                  </a:lnTo>
                  <a:lnTo>
                    <a:pt x="500145" y="578448"/>
                  </a:lnTo>
                  <a:lnTo>
                    <a:pt x="501814" y="588401"/>
                  </a:lnTo>
                  <a:lnTo>
                    <a:pt x="504167" y="600431"/>
                  </a:lnTo>
                  <a:lnTo>
                    <a:pt x="508031" y="615012"/>
                  </a:lnTo>
                  <a:lnTo>
                    <a:pt x="508493" y="617090"/>
                  </a:lnTo>
                  <a:lnTo>
                    <a:pt x="507990" y="618851"/>
                  </a:lnTo>
                  <a:lnTo>
                    <a:pt x="507837" y="620676"/>
                  </a:lnTo>
                  <a:lnTo>
                    <a:pt x="507793" y="623428"/>
                  </a:lnTo>
                  <a:lnTo>
                    <a:pt x="507932" y="626109"/>
                  </a:lnTo>
                  <a:lnTo>
                    <a:pt x="508389" y="629383"/>
                  </a:lnTo>
                  <a:lnTo>
                    <a:pt x="509267" y="634388"/>
                  </a:lnTo>
                  <a:lnTo>
                    <a:pt x="508776" y="633389"/>
                  </a:lnTo>
                  <a:lnTo>
                    <a:pt x="507505" y="626205"/>
                  </a:lnTo>
                  <a:lnTo>
                    <a:pt x="507357" y="621987"/>
                  </a:lnTo>
                  <a:lnTo>
                    <a:pt x="507540" y="616002"/>
                  </a:lnTo>
                  <a:lnTo>
                    <a:pt x="507242" y="616146"/>
                  </a:lnTo>
                  <a:lnTo>
                    <a:pt x="506999" y="618091"/>
                  </a:lnTo>
                  <a:lnTo>
                    <a:pt x="506866" y="620375"/>
                  </a:lnTo>
                  <a:lnTo>
                    <a:pt x="506544" y="621259"/>
                  </a:lnTo>
                  <a:lnTo>
                    <a:pt x="506104" y="617775"/>
                  </a:lnTo>
                  <a:lnTo>
                    <a:pt x="506135" y="616199"/>
                  </a:lnTo>
                  <a:lnTo>
                    <a:pt x="506602" y="614358"/>
                  </a:lnTo>
                  <a:lnTo>
                    <a:pt x="506466" y="613696"/>
                  </a:lnTo>
                  <a:lnTo>
                    <a:pt x="505710" y="612754"/>
                  </a:lnTo>
                  <a:lnTo>
                    <a:pt x="505550" y="611272"/>
                  </a:lnTo>
                  <a:lnTo>
                    <a:pt x="505652" y="609809"/>
                  </a:lnTo>
                  <a:lnTo>
                    <a:pt x="505218" y="609027"/>
                  </a:lnTo>
                  <a:lnTo>
                    <a:pt x="504879" y="609065"/>
                  </a:lnTo>
                  <a:lnTo>
                    <a:pt x="505106" y="612672"/>
                  </a:lnTo>
                  <a:lnTo>
                    <a:pt x="505465" y="614886"/>
                  </a:lnTo>
                  <a:lnTo>
                    <a:pt x="505909" y="620195"/>
                  </a:lnTo>
                  <a:lnTo>
                    <a:pt x="506626" y="623411"/>
                  </a:lnTo>
                  <a:lnTo>
                    <a:pt x="507043" y="626107"/>
                  </a:lnTo>
                  <a:lnTo>
                    <a:pt x="511922" y="654884"/>
                  </a:lnTo>
                  <a:lnTo>
                    <a:pt x="513077" y="658549"/>
                  </a:lnTo>
                  <a:lnTo>
                    <a:pt x="513504" y="661181"/>
                  </a:lnTo>
                  <a:lnTo>
                    <a:pt x="513949" y="666684"/>
                  </a:lnTo>
                  <a:lnTo>
                    <a:pt x="514049" y="673749"/>
                  </a:lnTo>
                  <a:lnTo>
                    <a:pt x="513252" y="686663"/>
                  </a:lnTo>
                  <a:lnTo>
                    <a:pt x="513070" y="695471"/>
                  </a:lnTo>
                  <a:lnTo>
                    <a:pt x="512956" y="695201"/>
                  </a:lnTo>
                  <a:lnTo>
                    <a:pt x="512880" y="694274"/>
                  </a:lnTo>
                  <a:lnTo>
                    <a:pt x="512696" y="694147"/>
                  </a:lnTo>
                  <a:lnTo>
                    <a:pt x="512003" y="698182"/>
                  </a:lnTo>
                  <a:lnTo>
                    <a:pt x="511063" y="701822"/>
                  </a:lnTo>
                  <a:lnTo>
                    <a:pt x="510753" y="707480"/>
                  </a:lnTo>
                  <a:lnTo>
                    <a:pt x="510302" y="710312"/>
                  </a:lnTo>
                  <a:lnTo>
                    <a:pt x="508947" y="713309"/>
                  </a:lnTo>
                  <a:lnTo>
                    <a:pt x="508108" y="713232"/>
                  </a:lnTo>
                  <a:lnTo>
                    <a:pt x="506049" y="715480"/>
                  </a:lnTo>
                  <a:lnTo>
                    <a:pt x="504602" y="714894"/>
                  </a:lnTo>
                  <a:lnTo>
                    <a:pt x="502879" y="716163"/>
                  </a:lnTo>
                  <a:lnTo>
                    <a:pt x="501745" y="716021"/>
                  </a:lnTo>
                  <a:lnTo>
                    <a:pt x="501090" y="713348"/>
                  </a:lnTo>
                  <a:lnTo>
                    <a:pt x="501190" y="712152"/>
                  </a:lnTo>
                  <a:lnTo>
                    <a:pt x="501451" y="710950"/>
                  </a:lnTo>
                  <a:lnTo>
                    <a:pt x="501893" y="710670"/>
                  </a:lnTo>
                  <a:lnTo>
                    <a:pt x="503415" y="713472"/>
                  </a:lnTo>
                  <a:lnTo>
                    <a:pt x="503702" y="712293"/>
                  </a:lnTo>
                  <a:lnTo>
                    <a:pt x="503242" y="710891"/>
                  </a:lnTo>
                  <a:lnTo>
                    <a:pt x="502363" y="710109"/>
                  </a:lnTo>
                  <a:lnTo>
                    <a:pt x="501712" y="709249"/>
                  </a:lnTo>
                  <a:lnTo>
                    <a:pt x="500402" y="702861"/>
                  </a:lnTo>
                  <a:lnTo>
                    <a:pt x="499045" y="698475"/>
                  </a:lnTo>
                  <a:lnTo>
                    <a:pt x="498817" y="695543"/>
                  </a:lnTo>
                  <a:lnTo>
                    <a:pt x="496477" y="693756"/>
                  </a:lnTo>
                  <a:lnTo>
                    <a:pt x="494783" y="691049"/>
                  </a:lnTo>
                  <a:lnTo>
                    <a:pt x="493678" y="686234"/>
                  </a:lnTo>
                  <a:lnTo>
                    <a:pt x="493044" y="677697"/>
                  </a:lnTo>
                  <a:lnTo>
                    <a:pt x="492297" y="676737"/>
                  </a:lnTo>
                  <a:lnTo>
                    <a:pt x="491981" y="676074"/>
                  </a:lnTo>
                  <a:lnTo>
                    <a:pt x="492711" y="672905"/>
                  </a:lnTo>
                  <a:lnTo>
                    <a:pt x="493480" y="670249"/>
                  </a:lnTo>
                  <a:lnTo>
                    <a:pt x="492872" y="670910"/>
                  </a:lnTo>
                  <a:lnTo>
                    <a:pt x="492423" y="671892"/>
                  </a:lnTo>
                  <a:lnTo>
                    <a:pt x="491852" y="674238"/>
                  </a:lnTo>
                  <a:lnTo>
                    <a:pt x="491435" y="674599"/>
                  </a:lnTo>
                  <a:lnTo>
                    <a:pt x="491053" y="674238"/>
                  </a:lnTo>
                  <a:lnTo>
                    <a:pt x="490612" y="669738"/>
                  </a:lnTo>
                  <a:lnTo>
                    <a:pt x="490738" y="664207"/>
                  </a:lnTo>
                  <a:lnTo>
                    <a:pt x="491356" y="662138"/>
                  </a:lnTo>
                  <a:lnTo>
                    <a:pt x="490407" y="662083"/>
                  </a:lnTo>
                  <a:lnTo>
                    <a:pt x="489424" y="662870"/>
                  </a:lnTo>
                  <a:lnTo>
                    <a:pt x="489568" y="664714"/>
                  </a:lnTo>
                  <a:lnTo>
                    <a:pt x="489429" y="665727"/>
                  </a:lnTo>
                  <a:lnTo>
                    <a:pt x="488714" y="665468"/>
                  </a:lnTo>
                  <a:lnTo>
                    <a:pt x="488171" y="664820"/>
                  </a:lnTo>
                  <a:lnTo>
                    <a:pt x="487434" y="662901"/>
                  </a:lnTo>
                  <a:lnTo>
                    <a:pt x="486429" y="659239"/>
                  </a:lnTo>
                  <a:lnTo>
                    <a:pt x="484368" y="649151"/>
                  </a:lnTo>
                  <a:lnTo>
                    <a:pt x="483966" y="647728"/>
                  </a:lnTo>
                  <a:lnTo>
                    <a:pt x="483285" y="646239"/>
                  </a:lnTo>
                  <a:lnTo>
                    <a:pt x="483606" y="645776"/>
                  </a:lnTo>
                  <a:lnTo>
                    <a:pt x="484191" y="645502"/>
                  </a:lnTo>
                  <a:lnTo>
                    <a:pt x="485514" y="640960"/>
                  </a:lnTo>
                  <a:lnTo>
                    <a:pt x="486554" y="638215"/>
                  </a:lnTo>
                  <a:lnTo>
                    <a:pt x="486899" y="636317"/>
                  </a:lnTo>
                  <a:lnTo>
                    <a:pt x="486839" y="635504"/>
                  </a:lnTo>
                  <a:lnTo>
                    <a:pt x="486379" y="634324"/>
                  </a:lnTo>
                  <a:lnTo>
                    <a:pt x="485776" y="635356"/>
                  </a:lnTo>
                  <a:lnTo>
                    <a:pt x="485517" y="635061"/>
                  </a:lnTo>
                  <a:lnTo>
                    <a:pt x="484839" y="632681"/>
                  </a:lnTo>
                  <a:lnTo>
                    <a:pt x="484190" y="632008"/>
                  </a:lnTo>
                  <a:lnTo>
                    <a:pt x="483738" y="632524"/>
                  </a:lnTo>
                  <a:lnTo>
                    <a:pt x="484215" y="634474"/>
                  </a:lnTo>
                  <a:lnTo>
                    <a:pt x="484643" y="635199"/>
                  </a:lnTo>
                  <a:lnTo>
                    <a:pt x="484477" y="638035"/>
                  </a:lnTo>
                  <a:lnTo>
                    <a:pt x="484304" y="638959"/>
                  </a:lnTo>
                  <a:lnTo>
                    <a:pt x="483903" y="639774"/>
                  </a:lnTo>
                  <a:lnTo>
                    <a:pt x="483276" y="639339"/>
                  </a:lnTo>
                  <a:lnTo>
                    <a:pt x="482959" y="640041"/>
                  </a:lnTo>
                  <a:lnTo>
                    <a:pt x="482586" y="639302"/>
                  </a:lnTo>
                  <a:lnTo>
                    <a:pt x="482215" y="638055"/>
                  </a:lnTo>
                  <a:lnTo>
                    <a:pt x="481801" y="636004"/>
                  </a:lnTo>
                  <a:lnTo>
                    <a:pt x="482894" y="624455"/>
                  </a:lnTo>
                  <a:lnTo>
                    <a:pt x="483906" y="617097"/>
                  </a:lnTo>
                  <a:lnTo>
                    <a:pt x="484022" y="608703"/>
                  </a:lnTo>
                  <a:lnTo>
                    <a:pt x="484097" y="607459"/>
                  </a:lnTo>
                  <a:lnTo>
                    <a:pt x="484011" y="605228"/>
                  </a:lnTo>
                  <a:lnTo>
                    <a:pt x="482655" y="600380"/>
                  </a:lnTo>
                  <a:lnTo>
                    <a:pt x="476658" y="588551"/>
                  </a:lnTo>
                  <a:lnTo>
                    <a:pt x="472009" y="574542"/>
                  </a:lnTo>
                  <a:lnTo>
                    <a:pt x="467983" y="569287"/>
                  </a:lnTo>
                  <a:lnTo>
                    <a:pt x="464929" y="570442"/>
                  </a:lnTo>
                  <a:lnTo>
                    <a:pt x="464400" y="571498"/>
                  </a:lnTo>
                  <a:lnTo>
                    <a:pt x="464173" y="572879"/>
                  </a:lnTo>
                  <a:lnTo>
                    <a:pt x="464365" y="574441"/>
                  </a:lnTo>
                  <a:lnTo>
                    <a:pt x="464087" y="575092"/>
                  </a:lnTo>
                  <a:lnTo>
                    <a:pt x="463267" y="575010"/>
                  </a:lnTo>
                  <a:lnTo>
                    <a:pt x="462163" y="575373"/>
                  </a:lnTo>
                  <a:lnTo>
                    <a:pt x="459280" y="579061"/>
                  </a:lnTo>
                  <a:lnTo>
                    <a:pt x="458263" y="578925"/>
                  </a:lnTo>
                  <a:lnTo>
                    <a:pt x="457339" y="579881"/>
                  </a:lnTo>
                  <a:lnTo>
                    <a:pt x="456647" y="580596"/>
                  </a:lnTo>
                  <a:lnTo>
                    <a:pt x="454843" y="580986"/>
                  </a:lnTo>
                  <a:lnTo>
                    <a:pt x="453314" y="581804"/>
                  </a:lnTo>
                  <a:lnTo>
                    <a:pt x="452653" y="581361"/>
                  </a:lnTo>
                  <a:lnTo>
                    <a:pt x="452222" y="579223"/>
                  </a:lnTo>
                  <a:lnTo>
                    <a:pt x="452222" y="577009"/>
                  </a:lnTo>
                  <a:lnTo>
                    <a:pt x="452571" y="578706"/>
                  </a:lnTo>
                  <a:lnTo>
                    <a:pt x="453113" y="580034"/>
                  </a:lnTo>
                  <a:lnTo>
                    <a:pt x="453360" y="579503"/>
                  </a:lnTo>
                  <a:lnTo>
                    <a:pt x="453453" y="578328"/>
                  </a:lnTo>
                  <a:lnTo>
                    <a:pt x="452915" y="576027"/>
                  </a:lnTo>
                  <a:lnTo>
                    <a:pt x="451181" y="573071"/>
                  </a:lnTo>
                  <a:lnTo>
                    <a:pt x="449207" y="568752"/>
                  </a:lnTo>
                  <a:lnTo>
                    <a:pt x="449809" y="568895"/>
                  </a:lnTo>
                  <a:lnTo>
                    <a:pt x="449961" y="567970"/>
                  </a:lnTo>
                  <a:lnTo>
                    <a:pt x="449350" y="566757"/>
                  </a:lnTo>
                  <a:lnTo>
                    <a:pt x="449608" y="565354"/>
                  </a:lnTo>
                  <a:lnTo>
                    <a:pt x="450039" y="563881"/>
                  </a:lnTo>
                  <a:lnTo>
                    <a:pt x="449206" y="564102"/>
                  </a:lnTo>
                  <a:lnTo>
                    <a:pt x="448459" y="565134"/>
                  </a:lnTo>
                  <a:lnTo>
                    <a:pt x="448434" y="566408"/>
                  </a:lnTo>
                  <a:lnTo>
                    <a:pt x="448286" y="567420"/>
                  </a:lnTo>
                  <a:lnTo>
                    <a:pt x="447884" y="567273"/>
                  </a:lnTo>
                  <a:lnTo>
                    <a:pt x="447137" y="566019"/>
                  </a:lnTo>
                  <a:lnTo>
                    <a:pt x="443461" y="562529"/>
                  </a:lnTo>
                  <a:lnTo>
                    <a:pt x="440246" y="560561"/>
                  </a:lnTo>
                  <a:lnTo>
                    <a:pt x="442713" y="559675"/>
                  </a:lnTo>
                  <a:lnTo>
                    <a:pt x="444051" y="560364"/>
                  </a:lnTo>
                  <a:lnTo>
                    <a:pt x="443892" y="559307"/>
                  </a:lnTo>
                  <a:lnTo>
                    <a:pt x="443570" y="558637"/>
                  </a:lnTo>
                  <a:lnTo>
                    <a:pt x="442514" y="557787"/>
                  </a:lnTo>
                  <a:lnTo>
                    <a:pt x="441170" y="558110"/>
                  </a:lnTo>
                  <a:lnTo>
                    <a:pt x="440321" y="557710"/>
                  </a:lnTo>
                  <a:lnTo>
                    <a:pt x="439453" y="558553"/>
                  </a:lnTo>
                  <a:lnTo>
                    <a:pt x="438502" y="559805"/>
                  </a:lnTo>
                  <a:lnTo>
                    <a:pt x="437655" y="560450"/>
                  </a:lnTo>
                  <a:lnTo>
                    <a:pt x="434341" y="561352"/>
                  </a:lnTo>
                  <a:lnTo>
                    <a:pt x="431653" y="562330"/>
                  </a:lnTo>
                  <a:lnTo>
                    <a:pt x="432084" y="561297"/>
                  </a:lnTo>
                  <a:lnTo>
                    <a:pt x="432544" y="560633"/>
                  </a:lnTo>
                  <a:lnTo>
                    <a:pt x="434132" y="559623"/>
                  </a:lnTo>
                  <a:lnTo>
                    <a:pt x="434369" y="557524"/>
                  </a:lnTo>
                  <a:lnTo>
                    <a:pt x="433996" y="555503"/>
                  </a:lnTo>
                  <a:lnTo>
                    <a:pt x="433578" y="555988"/>
                  </a:lnTo>
                  <a:lnTo>
                    <a:pt x="433139" y="557567"/>
                  </a:lnTo>
                  <a:lnTo>
                    <a:pt x="432601" y="556429"/>
                  </a:lnTo>
                  <a:lnTo>
                    <a:pt x="432005" y="556435"/>
                  </a:lnTo>
                  <a:lnTo>
                    <a:pt x="431843" y="558948"/>
                  </a:lnTo>
                  <a:lnTo>
                    <a:pt x="431079" y="560633"/>
                  </a:lnTo>
                  <a:lnTo>
                    <a:pt x="430734" y="562330"/>
                  </a:lnTo>
                  <a:lnTo>
                    <a:pt x="428493" y="563659"/>
                  </a:lnTo>
                  <a:lnTo>
                    <a:pt x="428206" y="563216"/>
                  </a:lnTo>
                  <a:lnTo>
                    <a:pt x="428861" y="561604"/>
                  </a:lnTo>
                  <a:lnTo>
                    <a:pt x="428809" y="560708"/>
                  </a:lnTo>
                  <a:lnTo>
                    <a:pt x="428061" y="561477"/>
                  </a:lnTo>
                  <a:lnTo>
                    <a:pt x="426807" y="564532"/>
                  </a:lnTo>
                  <a:lnTo>
                    <a:pt x="422392" y="565532"/>
                  </a:lnTo>
                  <a:lnTo>
                    <a:pt x="422633" y="564838"/>
                  </a:lnTo>
                  <a:lnTo>
                    <a:pt x="423565" y="564699"/>
                  </a:lnTo>
                  <a:lnTo>
                    <a:pt x="424874" y="563733"/>
                  </a:lnTo>
                  <a:lnTo>
                    <a:pt x="424609" y="562105"/>
                  </a:lnTo>
                  <a:lnTo>
                    <a:pt x="424104" y="560316"/>
                  </a:lnTo>
                  <a:lnTo>
                    <a:pt x="423638" y="560117"/>
                  </a:lnTo>
                  <a:lnTo>
                    <a:pt x="423331" y="559068"/>
                  </a:lnTo>
                  <a:lnTo>
                    <a:pt x="423346" y="555762"/>
                  </a:lnTo>
                  <a:lnTo>
                    <a:pt x="423048" y="553830"/>
                  </a:lnTo>
                  <a:lnTo>
                    <a:pt x="422330" y="551842"/>
                  </a:lnTo>
                  <a:lnTo>
                    <a:pt x="422087" y="552225"/>
                  </a:lnTo>
                  <a:lnTo>
                    <a:pt x="421558" y="555624"/>
                  </a:lnTo>
                  <a:lnTo>
                    <a:pt x="421119" y="560082"/>
                  </a:lnTo>
                  <a:lnTo>
                    <a:pt x="420901" y="561522"/>
                  </a:lnTo>
                  <a:lnTo>
                    <a:pt x="419592" y="561623"/>
                  </a:lnTo>
                  <a:lnTo>
                    <a:pt x="418433" y="561319"/>
                  </a:lnTo>
                  <a:lnTo>
                    <a:pt x="414495" y="561854"/>
                  </a:lnTo>
                  <a:lnTo>
                    <a:pt x="413024" y="560343"/>
                  </a:lnTo>
                  <a:lnTo>
                    <a:pt x="412414" y="560053"/>
                  </a:lnTo>
                  <a:lnTo>
                    <a:pt x="412043" y="560088"/>
                  </a:lnTo>
                  <a:lnTo>
                    <a:pt x="410330" y="561473"/>
                  </a:lnTo>
                  <a:lnTo>
                    <a:pt x="408378" y="562534"/>
                  </a:lnTo>
                  <a:lnTo>
                    <a:pt x="407919" y="562200"/>
                  </a:lnTo>
                  <a:lnTo>
                    <a:pt x="407263" y="562151"/>
                  </a:lnTo>
                  <a:lnTo>
                    <a:pt x="405848" y="565761"/>
                  </a:lnTo>
                  <a:lnTo>
                    <a:pt x="404180" y="567451"/>
                  </a:lnTo>
                  <a:lnTo>
                    <a:pt x="399971" y="564414"/>
                  </a:lnTo>
                  <a:lnTo>
                    <a:pt x="398924" y="561971"/>
                  </a:lnTo>
                  <a:lnTo>
                    <a:pt x="397994" y="561449"/>
                  </a:lnTo>
                  <a:lnTo>
                    <a:pt x="396851" y="561147"/>
                  </a:lnTo>
                  <a:lnTo>
                    <a:pt x="395623" y="564152"/>
                  </a:lnTo>
                  <a:lnTo>
                    <a:pt x="394691" y="568208"/>
                  </a:lnTo>
                  <a:lnTo>
                    <a:pt x="396165" y="570432"/>
                  </a:lnTo>
                  <a:lnTo>
                    <a:pt x="397426" y="571495"/>
                  </a:lnTo>
                  <a:lnTo>
                    <a:pt x="399511" y="570603"/>
                  </a:lnTo>
                  <a:lnTo>
                    <a:pt x="400663" y="568635"/>
                  </a:lnTo>
                  <a:lnTo>
                    <a:pt x="401605" y="568700"/>
                  </a:lnTo>
                  <a:lnTo>
                    <a:pt x="402055" y="568301"/>
                  </a:lnTo>
                  <a:lnTo>
                    <a:pt x="402465" y="567273"/>
                  </a:lnTo>
                  <a:lnTo>
                    <a:pt x="403270" y="568084"/>
                  </a:lnTo>
                  <a:lnTo>
                    <a:pt x="403299" y="568897"/>
                  </a:lnTo>
                  <a:lnTo>
                    <a:pt x="402727" y="570041"/>
                  </a:lnTo>
                  <a:lnTo>
                    <a:pt x="402007" y="571004"/>
                  </a:lnTo>
                  <a:lnTo>
                    <a:pt x="401571" y="572140"/>
                  </a:lnTo>
                  <a:lnTo>
                    <a:pt x="402392" y="574428"/>
                  </a:lnTo>
                  <a:lnTo>
                    <a:pt x="403683" y="575197"/>
                  </a:lnTo>
                  <a:lnTo>
                    <a:pt x="404168" y="574865"/>
                  </a:lnTo>
                  <a:lnTo>
                    <a:pt x="404469" y="572293"/>
                  </a:lnTo>
                  <a:lnTo>
                    <a:pt x="405262" y="570637"/>
                  </a:lnTo>
                  <a:lnTo>
                    <a:pt x="406340" y="570994"/>
                  </a:lnTo>
                  <a:lnTo>
                    <a:pt x="406187" y="572033"/>
                  </a:lnTo>
                  <a:lnTo>
                    <a:pt x="406338" y="573014"/>
                  </a:lnTo>
                  <a:lnTo>
                    <a:pt x="406834" y="574689"/>
                  </a:lnTo>
                  <a:lnTo>
                    <a:pt x="406777" y="577089"/>
                  </a:lnTo>
                  <a:lnTo>
                    <a:pt x="406873" y="577667"/>
                  </a:lnTo>
                  <a:lnTo>
                    <a:pt x="405711" y="578726"/>
                  </a:lnTo>
                  <a:lnTo>
                    <a:pt x="404845" y="579086"/>
                  </a:lnTo>
                  <a:lnTo>
                    <a:pt x="404152" y="580472"/>
                  </a:lnTo>
                  <a:lnTo>
                    <a:pt x="404515" y="581277"/>
                  </a:lnTo>
                  <a:lnTo>
                    <a:pt x="403810" y="581984"/>
                  </a:lnTo>
                  <a:lnTo>
                    <a:pt x="403332" y="581702"/>
                  </a:lnTo>
                  <a:lnTo>
                    <a:pt x="403092" y="581963"/>
                  </a:lnTo>
                  <a:lnTo>
                    <a:pt x="403021" y="582814"/>
                  </a:lnTo>
                  <a:lnTo>
                    <a:pt x="402656" y="583605"/>
                  </a:lnTo>
                  <a:lnTo>
                    <a:pt x="403186" y="585987"/>
                  </a:lnTo>
                  <a:lnTo>
                    <a:pt x="404274" y="587542"/>
                  </a:lnTo>
                  <a:lnTo>
                    <a:pt x="405041" y="589491"/>
                  </a:lnTo>
                  <a:lnTo>
                    <a:pt x="408124" y="592058"/>
                  </a:lnTo>
                  <a:lnTo>
                    <a:pt x="408872" y="591985"/>
                  </a:lnTo>
                  <a:lnTo>
                    <a:pt x="409607" y="594569"/>
                  </a:lnTo>
                  <a:lnTo>
                    <a:pt x="410200" y="595457"/>
                  </a:lnTo>
                  <a:lnTo>
                    <a:pt x="410771" y="595909"/>
                  </a:lnTo>
                  <a:lnTo>
                    <a:pt x="410706" y="597687"/>
                  </a:lnTo>
                  <a:lnTo>
                    <a:pt x="409692" y="598988"/>
                  </a:lnTo>
                  <a:lnTo>
                    <a:pt x="409417" y="600541"/>
                  </a:lnTo>
                  <a:lnTo>
                    <a:pt x="409162" y="601413"/>
                  </a:lnTo>
                  <a:lnTo>
                    <a:pt x="408705" y="600308"/>
                  </a:lnTo>
                  <a:lnTo>
                    <a:pt x="408235" y="599507"/>
                  </a:lnTo>
                  <a:lnTo>
                    <a:pt x="407148" y="601943"/>
                  </a:lnTo>
                  <a:lnTo>
                    <a:pt x="406624" y="602455"/>
                  </a:lnTo>
                  <a:lnTo>
                    <a:pt x="406884" y="599829"/>
                  </a:lnTo>
                  <a:lnTo>
                    <a:pt x="406473" y="598800"/>
                  </a:lnTo>
                  <a:lnTo>
                    <a:pt x="405852" y="596167"/>
                  </a:lnTo>
                  <a:lnTo>
                    <a:pt x="404947" y="594538"/>
                  </a:lnTo>
                  <a:lnTo>
                    <a:pt x="404310" y="593999"/>
                  </a:lnTo>
                  <a:lnTo>
                    <a:pt x="403814" y="592969"/>
                  </a:lnTo>
                  <a:lnTo>
                    <a:pt x="403213" y="592552"/>
                  </a:lnTo>
                  <a:lnTo>
                    <a:pt x="402701" y="592658"/>
                  </a:lnTo>
                  <a:lnTo>
                    <a:pt x="401833" y="592058"/>
                  </a:lnTo>
                  <a:lnTo>
                    <a:pt x="401776" y="590657"/>
                  </a:lnTo>
                  <a:lnTo>
                    <a:pt x="401535" y="589608"/>
                  </a:lnTo>
                  <a:lnTo>
                    <a:pt x="400857" y="588370"/>
                  </a:lnTo>
                  <a:lnTo>
                    <a:pt x="397613" y="586031"/>
                  </a:lnTo>
                  <a:lnTo>
                    <a:pt x="397594" y="587000"/>
                  </a:lnTo>
                  <a:lnTo>
                    <a:pt x="397818" y="587728"/>
                  </a:lnTo>
                  <a:lnTo>
                    <a:pt x="398284" y="588213"/>
                  </a:lnTo>
                  <a:lnTo>
                    <a:pt x="398842" y="589157"/>
                  </a:lnTo>
                  <a:lnTo>
                    <a:pt x="398836" y="591951"/>
                  </a:lnTo>
                  <a:lnTo>
                    <a:pt x="398595" y="593134"/>
                  </a:lnTo>
                  <a:lnTo>
                    <a:pt x="398492" y="594820"/>
                  </a:lnTo>
                  <a:lnTo>
                    <a:pt x="398277" y="596532"/>
                  </a:lnTo>
                  <a:lnTo>
                    <a:pt x="397881" y="597883"/>
                  </a:lnTo>
                  <a:lnTo>
                    <a:pt x="396995" y="598803"/>
                  </a:lnTo>
                  <a:lnTo>
                    <a:pt x="396605" y="598033"/>
                  </a:lnTo>
                  <a:lnTo>
                    <a:pt x="395973" y="594345"/>
                  </a:lnTo>
                  <a:lnTo>
                    <a:pt x="395080" y="593183"/>
                  </a:lnTo>
                  <a:lnTo>
                    <a:pt x="393661" y="593046"/>
                  </a:lnTo>
                  <a:lnTo>
                    <a:pt x="392698" y="593880"/>
                  </a:lnTo>
                  <a:lnTo>
                    <a:pt x="391647" y="597453"/>
                  </a:lnTo>
                  <a:lnTo>
                    <a:pt x="390801" y="598037"/>
                  </a:lnTo>
                  <a:lnTo>
                    <a:pt x="387904" y="596186"/>
                  </a:lnTo>
                  <a:lnTo>
                    <a:pt x="384597" y="593365"/>
                  </a:lnTo>
                  <a:lnTo>
                    <a:pt x="384682" y="592426"/>
                  </a:lnTo>
                  <a:lnTo>
                    <a:pt x="385203" y="592124"/>
                  </a:lnTo>
                  <a:lnTo>
                    <a:pt x="386201" y="592510"/>
                  </a:lnTo>
                  <a:lnTo>
                    <a:pt x="386148" y="591542"/>
                  </a:lnTo>
                  <a:lnTo>
                    <a:pt x="385128" y="588390"/>
                  </a:lnTo>
                  <a:lnTo>
                    <a:pt x="384941" y="586968"/>
                  </a:lnTo>
                  <a:lnTo>
                    <a:pt x="385072" y="585232"/>
                  </a:lnTo>
                  <a:lnTo>
                    <a:pt x="384740" y="585271"/>
                  </a:lnTo>
                  <a:lnTo>
                    <a:pt x="384127" y="586728"/>
                  </a:lnTo>
                  <a:lnTo>
                    <a:pt x="382018" y="585493"/>
                  </a:lnTo>
                  <a:lnTo>
                    <a:pt x="381436" y="584017"/>
                  </a:lnTo>
                  <a:lnTo>
                    <a:pt x="380197" y="579858"/>
                  </a:lnTo>
                  <a:lnTo>
                    <a:pt x="378448" y="579722"/>
                  </a:lnTo>
                  <a:lnTo>
                    <a:pt x="377657" y="577200"/>
                  </a:lnTo>
                  <a:lnTo>
                    <a:pt x="376228" y="578256"/>
                  </a:lnTo>
                  <a:lnTo>
                    <a:pt x="375505" y="579425"/>
                  </a:lnTo>
                  <a:lnTo>
                    <a:pt x="374869" y="581235"/>
                  </a:lnTo>
                  <a:lnTo>
                    <a:pt x="375116" y="582175"/>
                  </a:lnTo>
                  <a:lnTo>
                    <a:pt x="375750" y="583667"/>
                  </a:lnTo>
                  <a:lnTo>
                    <a:pt x="375461" y="584387"/>
                  </a:lnTo>
                  <a:lnTo>
                    <a:pt x="373426" y="585450"/>
                  </a:lnTo>
                  <a:lnTo>
                    <a:pt x="368703" y="584261"/>
                  </a:lnTo>
                  <a:lnTo>
                    <a:pt x="367321" y="583150"/>
                  </a:lnTo>
                  <a:lnTo>
                    <a:pt x="365468" y="580801"/>
                  </a:lnTo>
                  <a:lnTo>
                    <a:pt x="362898" y="578887"/>
                  </a:lnTo>
                  <a:lnTo>
                    <a:pt x="361661" y="578578"/>
                  </a:lnTo>
                  <a:lnTo>
                    <a:pt x="360449" y="578957"/>
                  </a:lnTo>
                  <a:lnTo>
                    <a:pt x="356924" y="579153"/>
                  </a:lnTo>
                  <a:lnTo>
                    <a:pt x="356106" y="579663"/>
                  </a:lnTo>
                  <a:lnTo>
                    <a:pt x="355409" y="580477"/>
                  </a:lnTo>
                  <a:lnTo>
                    <a:pt x="354957" y="579576"/>
                  </a:lnTo>
                  <a:lnTo>
                    <a:pt x="354748" y="577969"/>
                  </a:lnTo>
                  <a:lnTo>
                    <a:pt x="355157" y="577708"/>
                  </a:lnTo>
                  <a:lnTo>
                    <a:pt x="355612" y="576763"/>
                  </a:lnTo>
                  <a:lnTo>
                    <a:pt x="356023" y="574894"/>
                  </a:lnTo>
                  <a:lnTo>
                    <a:pt x="356070" y="573765"/>
                  </a:lnTo>
                  <a:lnTo>
                    <a:pt x="355782" y="573027"/>
                  </a:lnTo>
                  <a:lnTo>
                    <a:pt x="355236" y="572954"/>
                  </a:lnTo>
                  <a:lnTo>
                    <a:pt x="354030" y="577822"/>
                  </a:lnTo>
                  <a:lnTo>
                    <a:pt x="354719" y="580550"/>
                  </a:lnTo>
                  <a:lnTo>
                    <a:pt x="354672" y="581534"/>
                  </a:lnTo>
                  <a:lnTo>
                    <a:pt x="352265" y="582094"/>
                  </a:lnTo>
                  <a:lnTo>
                    <a:pt x="346801" y="587587"/>
                  </a:lnTo>
                  <a:lnTo>
                    <a:pt x="344670" y="590549"/>
                  </a:lnTo>
                  <a:lnTo>
                    <a:pt x="344779" y="589552"/>
                  </a:lnTo>
                  <a:lnTo>
                    <a:pt x="347355" y="585713"/>
                  </a:lnTo>
                  <a:lnTo>
                    <a:pt x="346446" y="585125"/>
                  </a:lnTo>
                  <a:lnTo>
                    <a:pt x="344981" y="586085"/>
                  </a:lnTo>
                  <a:lnTo>
                    <a:pt x="344455" y="585715"/>
                  </a:lnTo>
                  <a:lnTo>
                    <a:pt x="345076" y="582541"/>
                  </a:lnTo>
                  <a:lnTo>
                    <a:pt x="344873" y="579742"/>
                  </a:lnTo>
                  <a:lnTo>
                    <a:pt x="343833" y="579666"/>
                  </a:lnTo>
                  <a:lnTo>
                    <a:pt x="343171" y="581901"/>
                  </a:lnTo>
                  <a:lnTo>
                    <a:pt x="342711" y="581805"/>
                  </a:lnTo>
                  <a:lnTo>
                    <a:pt x="342108" y="580847"/>
                  </a:lnTo>
                  <a:lnTo>
                    <a:pt x="341641" y="581150"/>
                  </a:lnTo>
                  <a:lnTo>
                    <a:pt x="341986" y="586215"/>
                  </a:lnTo>
                  <a:lnTo>
                    <a:pt x="342641" y="588298"/>
                  </a:lnTo>
                  <a:lnTo>
                    <a:pt x="343189" y="590954"/>
                  </a:lnTo>
                  <a:lnTo>
                    <a:pt x="341693" y="594237"/>
                  </a:lnTo>
                  <a:lnTo>
                    <a:pt x="340303" y="596945"/>
                  </a:lnTo>
                  <a:lnTo>
                    <a:pt x="340153" y="599562"/>
                  </a:lnTo>
                  <a:lnTo>
                    <a:pt x="338756" y="602972"/>
                  </a:lnTo>
                  <a:lnTo>
                    <a:pt x="337443" y="604905"/>
                  </a:lnTo>
                  <a:lnTo>
                    <a:pt x="334356" y="609450"/>
                  </a:lnTo>
                  <a:lnTo>
                    <a:pt x="333475" y="610422"/>
                  </a:lnTo>
                  <a:lnTo>
                    <a:pt x="332082" y="612532"/>
                  </a:lnTo>
                  <a:lnTo>
                    <a:pt x="330161" y="614113"/>
                  </a:lnTo>
                  <a:lnTo>
                    <a:pt x="328318" y="616624"/>
                  </a:lnTo>
                  <a:lnTo>
                    <a:pt x="327697" y="617005"/>
                  </a:lnTo>
                  <a:lnTo>
                    <a:pt x="328873" y="614879"/>
                  </a:lnTo>
                  <a:lnTo>
                    <a:pt x="330269" y="612780"/>
                  </a:lnTo>
                  <a:lnTo>
                    <a:pt x="329072" y="613067"/>
                  </a:lnTo>
                  <a:lnTo>
                    <a:pt x="327227" y="612095"/>
                  </a:lnTo>
                  <a:lnTo>
                    <a:pt x="326098" y="612038"/>
                  </a:lnTo>
                  <a:lnTo>
                    <a:pt x="326090" y="612804"/>
                  </a:lnTo>
                  <a:lnTo>
                    <a:pt x="325232" y="613887"/>
                  </a:lnTo>
                  <a:lnTo>
                    <a:pt x="324342" y="612297"/>
                  </a:lnTo>
                  <a:lnTo>
                    <a:pt x="323954" y="611227"/>
                  </a:lnTo>
                  <a:lnTo>
                    <a:pt x="323771" y="610304"/>
                  </a:lnTo>
                  <a:lnTo>
                    <a:pt x="323393" y="610080"/>
                  </a:lnTo>
                  <a:lnTo>
                    <a:pt x="323030" y="610509"/>
                  </a:lnTo>
                  <a:lnTo>
                    <a:pt x="324358" y="617012"/>
                  </a:lnTo>
                  <a:lnTo>
                    <a:pt x="324924" y="617293"/>
                  </a:lnTo>
                  <a:lnTo>
                    <a:pt x="325550" y="617939"/>
                  </a:lnTo>
                  <a:lnTo>
                    <a:pt x="324770" y="619454"/>
                  </a:lnTo>
                  <a:lnTo>
                    <a:pt x="323931" y="620604"/>
                  </a:lnTo>
                  <a:lnTo>
                    <a:pt x="322612" y="621368"/>
                  </a:lnTo>
                  <a:lnTo>
                    <a:pt x="321494" y="618994"/>
                  </a:lnTo>
                  <a:lnTo>
                    <a:pt x="321252" y="621972"/>
                  </a:lnTo>
                  <a:lnTo>
                    <a:pt x="321110" y="624946"/>
                  </a:lnTo>
                  <a:lnTo>
                    <a:pt x="320735" y="625709"/>
                  </a:lnTo>
                  <a:lnTo>
                    <a:pt x="320135" y="626797"/>
                  </a:lnTo>
                  <a:lnTo>
                    <a:pt x="319810" y="625976"/>
                  </a:lnTo>
                  <a:lnTo>
                    <a:pt x="319655" y="624826"/>
                  </a:lnTo>
                  <a:lnTo>
                    <a:pt x="319271" y="625852"/>
                  </a:lnTo>
                  <a:lnTo>
                    <a:pt x="318709" y="626622"/>
                  </a:lnTo>
                  <a:lnTo>
                    <a:pt x="317782" y="626777"/>
                  </a:lnTo>
                  <a:lnTo>
                    <a:pt x="317087" y="627188"/>
                  </a:lnTo>
                  <a:lnTo>
                    <a:pt x="317103" y="628420"/>
                  </a:lnTo>
                  <a:lnTo>
                    <a:pt x="317262" y="629658"/>
                  </a:lnTo>
                  <a:lnTo>
                    <a:pt x="318493" y="628680"/>
                  </a:lnTo>
                  <a:lnTo>
                    <a:pt x="318046" y="631864"/>
                  </a:lnTo>
                  <a:lnTo>
                    <a:pt x="316915" y="635011"/>
                  </a:lnTo>
                  <a:lnTo>
                    <a:pt x="315993" y="635754"/>
                  </a:lnTo>
                  <a:lnTo>
                    <a:pt x="314582" y="635294"/>
                  </a:lnTo>
                  <a:lnTo>
                    <a:pt x="314234" y="635610"/>
                  </a:lnTo>
                  <a:lnTo>
                    <a:pt x="313922" y="636263"/>
                  </a:lnTo>
                  <a:lnTo>
                    <a:pt x="315565" y="641186"/>
                  </a:lnTo>
                  <a:lnTo>
                    <a:pt x="314509" y="648611"/>
                  </a:lnTo>
                  <a:lnTo>
                    <a:pt x="313834" y="651302"/>
                  </a:lnTo>
                  <a:lnTo>
                    <a:pt x="313366" y="651647"/>
                  </a:lnTo>
                  <a:lnTo>
                    <a:pt x="312859" y="651725"/>
                  </a:lnTo>
                  <a:lnTo>
                    <a:pt x="311038" y="649332"/>
                  </a:lnTo>
                  <a:lnTo>
                    <a:pt x="310044" y="647483"/>
                  </a:lnTo>
                  <a:lnTo>
                    <a:pt x="310920" y="652517"/>
                  </a:lnTo>
                  <a:lnTo>
                    <a:pt x="313305" y="653987"/>
                  </a:lnTo>
                  <a:lnTo>
                    <a:pt x="313427" y="655892"/>
                  </a:lnTo>
                  <a:lnTo>
                    <a:pt x="313413" y="657519"/>
                  </a:lnTo>
                  <a:lnTo>
                    <a:pt x="312944" y="659429"/>
                  </a:lnTo>
                  <a:lnTo>
                    <a:pt x="312504" y="661967"/>
                  </a:lnTo>
                  <a:lnTo>
                    <a:pt x="312828" y="663735"/>
                  </a:lnTo>
                  <a:lnTo>
                    <a:pt x="313205" y="668105"/>
                  </a:lnTo>
                  <a:lnTo>
                    <a:pt x="313527" y="670111"/>
                  </a:lnTo>
                  <a:lnTo>
                    <a:pt x="313881" y="676195"/>
                  </a:lnTo>
                  <a:lnTo>
                    <a:pt x="314257" y="678834"/>
                  </a:lnTo>
                  <a:lnTo>
                    <a:pt x="316426" y="688546"/>
                  </a:lnTo>
                  <a:lnTo>
                    <a:pt x="317157" y="688621"/>
                  </a:lnTo>
                  <a:lnTo>
                    <a:pt x="317274" y="689672"/>
                  </a:lnTo>
                  <a:lnTo>
                    <a:pt x="317205" y="691689"/>
                  </a:lnTo>
                  <a:lnTo>
                    <a:pt x="315645" y="692277"/>
                  </a:lnTo>
                  <a:lnTo>
                    <a:pt x="314990" y="693176"/>
                  </a:lnTo>
                  <a:lnTo>
                    <a:pt x="314863" y="693956"/>
                  </a:lnTo>
                  <a:lnTo>
                    <a:pt x="314766" y="694377"/>
                  </a:lnTo>
                  <a:lnTo>
                    <a:pt x="314565" y="694338"/>
                  </a:lnTo>
                  <a:lnTo>
                    <a:pt x="313821" y="693777"/>
                  </a:lnTo>
                  <a:lnTo>
                    <a:pt x="312129" y="691019"/>
                  </a:lnTo>
                  <a:lnTo>
                    <a:pt x="309665" y="689309"/>
                  </a:lnTo>
                  <a:lnTo>
                    <a:pt x="306426" y="688647"/>
                  </a:lnTo>
                  <a:lnTo>
                    <a:pt x="304214" y="687266"/>
                  </a:lnTo>
                  <a:lnTo>
                    <a:pt x="303028" y="685162"/>
                  </a:lnTo>
                  <a:lnTo>
                    <a:pt x="301788" y="683915"/>
                  </a:lnTo>
                  <a:lnTo>
                    <a:pt x="300494" y="683523"/>
                  </a:lnTo>
                  <a:lnTo>
                    <a:pt x="299423" y="682382"/>
                  </a:lnTo>
                  <a:lnTo>
                    <a:pt x="298573" y="680492"/>
                  </a:lnTo>
                  <a:lnTo>
                    <a:pt x="297331" y="679285"/>
                  </a:lnTo>
                  <a:lnTo>
                    <a:pt x="295696" y="678762"/>
                  </a:lnTo>
                  <a:lnTo>
                    <a:pt x="294631" y="677345"/>
                  </a:lnTo>
                  <a:lnTo>
                    <a:pt x="293888" y="673829"/>
                  </a:lnTo>
                  <a:lnTo>
                    <a:pt x="293225" y="668037"/>
                  </a:lnTo>
                  <a:lnTo>
                    <a:pt x="292391" y="664409"/>
                  </a:lnTo>
                  <a:lnTo>
                    <a:pt x="290767" y="659918"/>
                  </a:lnTo>
                  <a:lnTo>
                    <a:pt x="290617" y="659327"/>
                  </a:lnTo>
                  <a:lnTo>
                    <a:pt x="290604" y="658588"/>
                  </a:lnTo>
                  <a:lnTo>
                    <a:pt x="290805" y="655975"/>
                  </a:lnTo>
                  <a:lnTo>
                    <a:pt x="290634" y="654097"/>
                  </a:lnTo>
                  <a:lnTo>
                    <a:pt x="290120" y="652566"/>
                  </a:lnTo>
                  <a:lnTo>
                    <a:pt x="290002" y="650946"/>
                  </a:lnTo>
                  <a:lnTo>
                    <a:pt x="290280" y="649240"/>
                  </a:lnTo>
                  <a:lnTo>
                    <a:pt x="290298" y="647191"/>
                  </a:lnTo>
                  <a:lnTo>
                    <a:pt x="290056" y="644799"/>
                  </a:lnTo>
                  <a:lnTo>
                    <a:pt x="289021" y="642212"/>
                  </a:lnTo>
                  <a:lnTo>
                    <a:pt x="287191" y="639433"/>
                  </a:lnTo>
                  <a:lnTo>
                    <a:pt x="285633" y="635375"/>
                  </a:lnTo>
                  <a:lnTo>
                    <a:pt x="284347" y="630039"/>
                  </a:lnTo>
                  <a:lnTo>
                    <a:pt x="283075" y="626343"/>
                  </a:lnTo>
                  <a:lnTo>
                    <a:pt x="281817" y="624284"/>
                  </a:lnTo>
                  <a:lnTo>
                    <a:pt x="280956" y="621770"/>
                  </a:lnTo>
                  <a:lnTo>
                    <a:pt x="280493" y="618802"/>
                  </a:lnTo>
                  <a:lnTo>
                    <a:pt x="280357" y="617080"/>
                  </a:lnTo>
                  <a:lnTo>
                    <a:pt x="280546" y="616603"/>
                  </a:lnTo>
                  <a:lnTo>
                    <a:pt x="279772" y="613304"/>
                  </a:lnTo>
                  <a:lnTo>
                    <a:pt x="278037" y="607183"/>
                  </a:lnTo>
                  <a:lnTo>
                    <a:pt x="277040" y="602708"/>
                  </a:lnTo>
                  <a:lnTo>
                    <a:pt x="276784" y="599878"/>
                  </a:lnTo>
                  <a:lnTo>
                    <a:pt x="275679" y="596511"/>
                  </a:lnTo>
                  <a:lnTo>
                    <a:pt x="273729" y="592605"/>
                  </a:lnTo>
                  <a:lnTo>
                    <a:pt x="272668" y="590064"/>
                  </a:lnTo>
                  <a:lnTo>
                    <a:pt x="272407" y="588300"/>
                  </a:lnTo>
                  <a:lnTo>
                    <a:pt x="269362" y="583167"/>
                  </a:lnTo>
                  <a:lnTo>
                    <a:pt x="268478" y="579961"/>
                  </a:lnTo>
                  <a:lnTo>
                    <a:pt x="267787" y="578949"/>
                  </a:lnTo>
                  <a:lnTo>
                    <a:pt x="266994" y="579058"/>
                  </a:lnTo>
                  <a:lnTo>
                    <a:pt x="266588" y="578751"/>
                  </a:lnTo>
                  <a:lnTo>
                    <a:pt x="266567" y="578027"/>
                  </a:lnTo>
                  <a:lnTo>
                    <a:pt x="266311" y="577992"/>
                  </a:lnTo>
                  <a:lnTo>
                    <a:pt x="265817" y="578650"/>
                  </a:lnTo>
                  <a:lnTo>
                    <a:pt x="264197" y="578783"/>
                  </a:lnTo>
                  <a:lnTo>
                    <a:pt x="261452" y="578392"/>
                  </a:lnTo>
                  <a:lnTo>
                    <a:pt x="259470" y="577519"/>
                  </a:lnTo>
                  <a:lnTo>
                    <a:pt x="258252" y="576161"/>
                  </a:lnTo>
                  <a:lnTo>
                    <a:pt x="257399" y="576344"/>
                  </a:lnTo>
                  <a:lnTo>
                    <a:pt x="256909" y="578068"/>
                  </a:lnTo>
                  <a:lnTo>
                    <a:pt x="255866" y="579178"/>
                  </a:lnTo>
                  <a:lnTo>
                    <a:pt x="254271" y="579673"/>
                  </a:lnTo>
                  <a:lnTo>
                    <a:pt x="252898" y="582876"/>
                  </a:lnTo>
                  <a:lnTo>
                    <a:pt x="251750" y="588786"/>
                  </a:lnTo>
                  <a:lnTo>
                    <a:pt x="251245" y="592586"/>
                  </a:lnTo>
                  <a:lnTo>
                    <a:pt x="251385" y="594280"/>
                  </a:lnTo>
                  <a:lnTo>
                    <a:pt x="251082" y="595509"/>
                  </a:lnTo>
                  <a:lnTo>
                    <a:pt x="250336" y="596278"/>
                  </a:lnTo>
                  <a:lnTo>
                    <a:pt x="249576" y="597997"/>
                  </a:lnTo>
                  <a:lnTo>
                    <a:pt x="248804" y="600666"/>
                  </a:lnTo>
                  <a:lnTo>
                    <a:pt x="247902" y="601957"/>
                  </a:lnTo>
                  <a:lnTo>
                    <a:pt x="246873" y="601871"/>
                  </a:lnTo>
                  <a:lnTo>
                    <a:pt x="244972" y="599815"/>
                  </a:lnTo>
                  <a:lnTo>
                    <a:pt x="242198" y="595791"/>
                  </a:lnTo>
                  <a:lnTo>
                    <a:pt x="240024" y="593303"/>
                  </a:lnTo>
                  <a:lnTo>
                    <a:pt x="238449" y="592355"/>
                  </a:lnTo>
                  <a:lnTo>
                    <a:pt x="237058" y="590494"/>
                  </a:lnTo>
                  <a:lnTo>
                    <a:pt x="235851" y="587724"/>
                  </a:lnTo>
                  <a:lnTo>
                    <a:pt x="234738" y="585876"/>
                  </a:lnTo>
                  <a:lnTo>
                    <a:pt x="233721" y="584951"/>
                  </a:lnTo>
                  <a:lnTo>
                    <a:pt x="232531" y="581879"/>
                  </a:lnTo>
                  <a:lnTo>
                    <a:pt x="231171" y="576660"/>
                  </a:lnTo>
                  <a:lnTo>
                    <a:pt x="230490" y="572635"/>
                  </a:lnTo>
                  <a:lnTo>
                    <a:pt x="230490" y="568384"/>
                  </a:lnTo>
                  <a:lnTo>
                    <a:pt x="228712" y="559127"/>
                  </a:lnTo>
                  <a:lnTo>
                    <a:pt x="227768" y="555117"/>
                  </a:lnTo>
                  <a:lnTo>
                    <a:pt x="227067" y="553268"/>
                  </a:lnTo>
                  <a:lnTo>
                    <a:pt x="225694" y="551063"/>
                  </a:lnTo>
                  <a:lnTo>
                    <a:pt x="223649" y="548501"/>
                  </a:lnTo>
                  <a:lnTo>
                    <a:pt x="220908" y="543374"/>
                  </a:lnTo>
                  <a:lnTo>
                    <a:pt x="217470" y="535684"/>
                  </a:lnTo>
                  <a:lnTo>
                    <a:pt x="215038" y="531053"/>
                  </a:lnTo>
                  <a:lnTo>
                    <a:pt x="213611" y="529481"/>
                  </a:lnTo>
                  <a:lnTo>
                    <a:pt x="212372" y="526711"/>
                  </a:lnTo>
                  <a:lnTo>
                    <a:pt x="211322" y="522742"/>
                  </a:lnTo>
                  <a:lnTo>
                    <a:pt x="210099" y="520048"/>
                  </a:lnTo>
                  <a:lnTo>
                    <a:pt x="207569" y="520014"/>
                  </a:lnTo>
                  <a:lnTo>
                    <a:pt x="205040" y="519980"/>
                  </a:lnTo>
                  <a:lnTo>
                    <a:pt x="202510" y="519946"/>
                  </a:lnTo>
                  <a:lnTo>
                    <a:pt x="199980" y="519913"/>
                  </a:lnTo>
                  <a:lnTo>
                    <a:pt x="197450" y="519879"/>
                  </a:lnTo>
                  <a:lnTo>
                    <a:pt x="194920" y="519845"/>
                  </a:lnTo>
                  <a:lnTo>
                    <a:pt x="192390" y="519812"/>
                  </a:lnTo>
                  <a:lnTo>
                    <a:pt x="189861" y="519777"/>
                  </a:lnTo>
                  <a:lnTo>
                    <a:pt x="189853" y="523101"/>
                  </a:lnTo>
                  <a:lnTo>
                    <a:pt x="189845" y="526424"/>
                  </a:lnTo>
                  <a:lnTo>
                    <a:pt x="189838" y="529748"/>
                  </a:lnTo>
                  <a:lnTo>
                    <a:pt x="189831" y="533071"/>
                  </a:lnTo>
                  <a:lnTo>
                    <a:pt x="185764" y="533090"/>
                  </a:lnTo>
                  <a:lnTo>
                    <a:pt x="181696" y="533110"/>
                  </a:lnTo>
                  <a:lnTo>
                    <a:pt x="177629" y="533130"/>
                  </a:lnTo>
                  <a:lnTo>
                    <a:pt x="173561" y="533149"/>
                  </a:lnTo>
                  <a:lnTo>
                    <a:pt x="169494" y="533168"/>
                  </a:lnTo>
                  <a:lnTo>
                    <a:pt x="165426" y="533187"/>
                  </a:lnTo>
                  <a:lnTo>
                    <a:pt x="161359" y="533207"/>
                  </a:lnTo>
                  <a:lnTo>
                    <a:pt x="157291" y="533226"/>
                  </a:lnTo>
                  <a:lnTo>
                    <a:pt x="151834" y="528851"/>
                  </a:lnTo>
                  <a:lnTo>
                    <a:pt x="146376" y="524479"/>
                  </a:lnTo>
                  <a:lnTo>
                    <a:pt x="140918" y="520104"/>
                  </a:lnTo>
                  <a:lnTo>
                    <a:pt x="135461" y="515731"/>
                  </a:lnTo>
                  <a:lnTo>
                    <a:pt x="130004" y="511357"/>
                  </a:lnTo>
                  <a:lnTo>
                    <a:pt x="124546" y="506983"/>
                  </a:lnTo>
                  <a:lnTo>
                    <a:pt x="119088" y="502610"/>
                  </a:lnTo>
                  <a:lnTo>
                    <a:pt x="113630" y="498237"/>
                  </a:lnTo>
                  <a:lnTo>
                    <a:pt x="114182" y="496568"/>
                  </a:lnTo>
                  <a:lnTo>
                    <a:pt x="114910" y="492119"/>
                  </a:lnTo>
                  <a:lnTo>
                    <a:pt x="113595" y="492433"/>
                  </a:lnTo>
                  <a:lnTo>
                    <a:pt x="110302" y="493066"/>
                  </a:lnTo>
                  <a:lnTo>
                    <a:pt x="107008" y="493699"/>
                  </a:lnTo>
                  <a:lnTo>
                    <a:pt x="103716" y="494331"/>
                  </a:lnTo>
                  <a:lnTo>
                    <a:pt x="100422" y="494965"/>
                  </a:lnTo>
                  <a:lnTo>
                    <a:pt x="97129" y="495598"/>
                  </a:lnTo>
                  <a:lnTo>
                    <a:pt x="93836" y="496230"/>
                  </a:lnTo>
                  <a:lnTo>
                    <a:pt x="90543" y="496863"/>
                  </a:lnTo>
                  <a:lnTo>
                    <a:pt x="87250" y="497497"/>
                  </a:lnTo>
                  <a:lnTo>
                    <a:pt x="87225" y="497308"/>
                  </a:lnTo>
                  <a:lnTo>
                    <a:pt x="87145" y="494074"/>
                  </a:lnTo>
                  <a:lnTo>
                    <a:pt x="86612" y="492930"/>
                  </a:lnTo>
                  <a:lnTo>
                    <a:pt x="85925" y="493636"/>
                  </a:lnTo>
                  <a:lnTo>
                    <a:pt x="85611" y="489433"/>
                  </a:lnTo>
                  <a:lnTo>
                    <a:pt x="85783" y="487449"/>
                  </a:lnTo>
                  <a:lnTo>
                    <a:pt x="85700" y="485514"/>
                  </a:lnTo>
                  <a:lnTo>
                    <a:pt x="85057" y="480751"/>
                  </a:lnTo>
                  <a:lnTo>
                    <a:pt x="83347" y="474976"/>
                  </a:lnTo>
                  <a:lnTo>
                    <a:pt x="79652" y="467796"/>
                  </a:lnTo>
                  <a:lnTo>
                    <a:pt x="77770" y="465398"/>
                  </a:lnTo>
                  <a:lnTo>
                    <a:pt x="76292" y="462368"/>
                  </a:lnTo>
                  <a:lnTo>
                    <a:pt x="75355" y="461526"/>
                  </a:lnTo>
                  <a:lnTo>
                    <a:pt x="74176" y="461292"/>
                  </a:lnTo>
                  <a:lnTo>
                    <a:pt x="73833" y="462660"/>
                  </a:lnTo>
                  <a:lnTo>
                    <a:pt x="72495" y="461725"/>
                  </a:lnTo>
                  <a:lnTo>
                    <a:pt x="72696" y="458346"/>
                  </a:lnTo>
                  <a:lnTo>
                    <a:pt x="71393" y="453645"/>
                  </a:lnTo>
                  <a:lnTo>
                    <a:pt x="70327" y="453124"/>
                  </a:lnTo>
                  <a:lnTo>
                    <a:pt x="67643" y="453436"/>
                  </a:lnTo>
                  <a:lnTo>
                    <a:pt x="64056" y="450849"/>
                  </a:lnTo>
                  <a:lnTo>
                    <a:pt x="62996" y="449309"/>
                  </a:lnTo>
                  <a:lnTo>
                    <a:pt x="62630" y="446552"/>
                  </a:lnTo>
                  <a:lnTo>
                    <a:pt x="60950" y="444154"/>
                  </a:lnTo>
                  <a:lnTo>
                    <a:pt x="58736" y="441807"/>
                  </a:lnTo>
                  <a:lnTo>
                    <a:pt x="57503" y="442349"/>
                  </a:lnTo>
                  <a:lnTo>
                    <a:pt x="55890" y="441986"/>
                  </a:lnTo>
                  <a:lnTo>
                    <a:pt x="53592" y="440292"/>
                  </a:lnTo>
                  <a:lnTo>
                    <a:pt x="52251" y="440080"/>
                  </a:lnTo>
                  <a:lnTo>
                    <a:pt x="49639" y="440579"/>
                  </a:lnTo>
                  <a:lnTo>
                    <a:pt x="48664" y="440222"/>
                  </a:lnTo>
                  <a:lnTo>
                    <a:pt x="47760" y="438087"/>
                  </a:lnTo>
                  <a:lnTo>
                    <a:pt x="46783" y="437021"/>
                  </a:lnTo>
                  <a:lnTo>
                    <a:pt x="46990" y="434392"/>
                  </a:lnTo>
                  <a:lnTo>
                    <a:pt x="46865" y="432016"/>
                  </a:lnTo>
                  <a:lnTo>
                    <a:pt x="47011" y="430166"/>
                  </a:lnTo>
                  <a:lnTo>
                    <a:pt x="46572" y="426109"/>
                  </a:lnTo>
                  <a:lnTo>
                    <a:pt x="46911" y="422350"/>
                  </a:lnTo>
                  <a:lnTo>
                    <a:pt x="46617" y="420993"/>
                  </a:lnTo>
                  <a:lnTo>
                    <a:pt x="46065" y="419951"/>
                  </a:lnTo>
                  <a:lnTo>
                    <a:pt x="44335" y="418414"/>
                  </a:lnTo>
                  <a:lnTo>
                    <a:pt x="44019" y="416485"/>
                  </a:lnTo>
                  <a:lnTo>
                    <a:pt x="44302" y="413812"/>
                  </a:lnTo>
                  <a:lnTo>
                    <a:pt x="43849" y="412048"/>
                  </a:lnTo>
                  <a:lnTo>
                    <a:pt x="42431" y="410404"/>
                  </a:lnTo>
                  <a:lnTo>
                    <a:pt x="41107" y="406670"/>
                  </a:lnTo>
                  <a:lnTo>
                    <a:pt x="39428" y="404625"/>
                  </a:lnTo>
                  <a:lnTo>
                    <a:pt x="38737" y="401200"/>
                  </a:lnTo>
                  <a:lnTo>
                    <a:pt x="37703" y="399083"/>
                  </a:lnTo>
                  <a:lnTo>
                    <a:pt x="37343" y="397206"/>
                  </a:lnTo>
                  <a:lnTo>
                    <a:pt x="35049" y="390509"/>
                  </a:lnTo>
                  <a:lnTo>
                    <a:pt x="32597" y="385278"/>
                  </a:lnTo>
                  <a:lnTo>
                    <a:pt x="32220" y="382269"/>
                  </a:lnTo>
                  <a:lnTo>
                    <a:pt x="32122" y="378148"/>
                  </a:lnTo>
                  <a:lnTo>
                    <a:pt x="33083" y="375633"/>
                  </a:lnTo>
                  <a:lnTo>
                    <a:pt x="33603" y="373423"/>
                  </a:lnTo>
                  <a:lnTo>
                    <a:pt x="33551" y="371393"/>
                  </a:lnTo>
                  <a:lnTo>
                    <a:pt x="33402" y="369908"/>
                  </a:lnTo>
                  <a:lnTo>
                    <a:pt x="32559" y="367317"/>
                  </a:lnTo>
                  <a:lnTo>
                    <a:pt x="29296" y="365779"/>
                  </a:lnTo>
                  <a:lnTo>
                    <a:pt x="26641" y="359380"/>
                  </a:lnTo>
                  <a:lnTo>
                    <a:pt x="26486" y="354485"/>
                  </a:lnTo>
                  <a:lnTo>
                    <a:pt x="25441" y="349478"/>
                  </a:lnTo>
                  <a:lnTo>
                    <a:pt x="25427" y="346222"/>
                  </a:lnTo>
                  <a:lnTo>
                    <a:pt x="25268" y="342701"/>
                  </a:lnTo>
                  <a:lnTo>
                    <a:pt x="26058" y="341932"/>
                  </a:lnTo>
                  <a:lnTo>
                    <a:pt x="26766" y="342211"/>
                  </a:lnTo>
                  <a:lnTo>
                    <a:pt x="26695" y="343614"/>
                  </a:lnTo>
                  <a:lnTo>
                    <a:pt x="26931" y="346132"/>
                  </a:lnTo>
                  <a:lnTo>
                    <a:pt x="27761" y="348023"/>
                  </a:lnTo>
                  <a:lnTo>
                    <a:pt x="28554" y="348848"/>
                  </a:lnTo>
                  <a:lnTo>
                    <a:pt x="29275" y="350688"/>
                  </a:lnTo>
                  <a:lnTo>
                    <a:pt x="29816" y="351245"/>
                  </a:lnTo>
                  <a:lnTo>
                    <a:pt x="30375" y="351379"/>
                  </a:lnTo>
                  <a:lnTo>
                    <a:pt x="30075" y="350199"/>
                  </a:lnTo>
                  <a:lnTo>
                    <a:pt x="29758" y="349443"/>
                  </a:lnTo>
                  <a:lnTo>
                    <a:pt x="29367" y="347000"/>
                  </a:lnTo>
                  <a:lnTo>
                    <a:pt x="28629" y="343881"/>
                  </a:lnTo>
                  <a:lnTo>
                    <a:pt x="27780" y="342158"/>
                  </a:lnTo>
                  <a:lnTo>
                    <a:pt x="27349" y="339019"/>
                  </a:lnTo>
                  <a:lnTo>
                    <a:pt x="26980" y="338291"/>
                  </a:lnTo>
                  <a:lnTo>
                    <a:pt x="26750" y="337127"/>
                  </a:lnTo>
                  <a:lnTo>
                    <a:pt x="27569" y="335746"/>
                  </a:lnTo>
                  <a:lnTo>
                    <a:pt x="28688" y="334762"/>
                  </a:lnTo>
                  <a:lnTo>
                    <a:pt x="30188" y="334497"/>
                  </a:lnTo>
                  <a:lnTo>
                    <a:pt x="34445" y="334955"/>
                  </a:lnTo>
                  <a:lnTo>
                    <a:pt x="35351" y="334152"/>
                  </a:lnTo>
                  <a:lnTo>
                    <a:pt x="36100" y="334414"/>
                  </a:lnTo>
                  <a:lnTo>
                    <a:pt x="36648" y="334310"/>
                  </a:lnTo>
                  <a:lnTo>
                    <a:pt x="35493" y="333482"/>
                  </a:lnTo>
                  <a:lnTo>
                    <a:pt x="34843" y="333752"/>
                  </a:lnTo>
                  <a:lnTo>
                    <a:pt x="34079" y="333585"/>
                  </a:lnTo>
                  <a:lnTo>
                    <a:pt x="32558" y="333746"/>
                  </a:lnTo>
                  <a:lnTo>
                    <a:pt x="31944" y="333397"/>
                  </a:lnTo>
                  <a:lnTo>
                    <a:pt x="31265" y="332413"/>
                  </a:lnTo>
                  <a:lnTo>
                    <a:pt x="30824" y="332312"/>
                  </a:lnTo>
                  <a:lnTo>
                    <a:pt x="29417" y="334026"/>
                  </a:lnTo>
                  <a:lnTo>
                    <a:pt x="28789" y="333819"/>
                  </a:lnTo>
                  <a:lnTo>
                    <a:pt x="27307" y="331947"/>
                  </a:lnTo>
                  <a:lnTo>
                    <a:pt x="26659" y="331683"/>
                  </a:lnTo>
                  <a:lnTo>
                    <a:pt x="25617" y="332746"/>
                  </a:lnTo>
                  <a:lnTo>
                    <a:pt x="25490" y="337335"/>
                  </a:lnTo>
                  <a:lnTo>
                    <a:pt x="25813" y="340744"/>
                  </a:lnTo>
                  <a:lnTo>
                    <a:pt x="25186" y="341092"/>
                  </a:lnTo>
                  <a:lnTo>
                    <a:pt x="24463" y="339684"/>
                  </a:lnTo>
                  <a:lnTo>
                    <a:pt x="23352" y="338848"/>
                  </a:lnTo>
                  <a:lnTo>
                    <a:pt x="22435" y="337568"/>
                  </a:lnTo>
                  <a:lnTo>
                    <a:pt x="21140" y="335192"/>
                  </a:lnTo>
                  <a:lnTo>
                    <a:pt x="20461" y="334323"/>
                  </a:lnTo>
                  <a:lnTo>
                    <a:pt x="19692" y="336299"/>
                  </a:lnTo>
                  <a:lnTo>
                    <a:pt x="19661" y="335393"/>
                  </a:lnTo>
                  <a:lnTo>
                    <a:pt x="20044" y="333096"/>
                  </a:lnTo>
                  <a:lnTo>
                    <a:pt x="19936" y="329245"/>
                  </a:lnTo>
                  <a:lnTo>
                    <a:pt x="21096" y="332318"/>
                  </a:lnTo>
                  <a:lnTo>
                    <a:pt x="20735" y="330154"/>
                  </a:lnTo>
                  <a:lnTo>
                    <a:pt x="19833" y="327775"/>
                  </a:lnTo>
                  <a:lnTo>
                    <a:pt x="19146" y="326948"/>
                  </a:lnTo>
                  <a:lnTo>
                    <a:pt x="18284" y="322687"/>
                  </a:lnTo>
                  <a:lnTo>
                    <a:pt x="16343" y="320129"/>
                  </a:lnTo>
                  <a:lnTo>
                    <a:pt x="14789" y="315998"/>
                  </a:lnTo>
                  <a:lnTo>
                    <a:pt x="11609" y="309153"/>
                  </a:lnTo>
                  <a:lnTo>
                    <a:pt x="11397" y="303134"/>
                  </a:lnTo>
                  <a:lnTo>
                    <a:pt x="10238" y="295527"/>
                  </a:lnTo>
                  <a:lnTo>
                    <a:pt x="10727" y="291197"/>
                  </a:lnTo>
                  <a:lnTo>
                    <a:pt x="10661" y="288131"/>
                  </a:lnTo>
                  <a:lnTo>
                    <a:pt x="10093" y="283499"/>
                  </a:lnTo>
                  <a:lnTo>
                    <a:pt x="9499" y="280978"/>
                  </a:lnTo>
                  <a:lnTo>
                    <a:pt x="6921" y="274071"/>
                  </a:lnTo>
                  <a:lnTo>
                    <a:pt x="4441" y="269419"/>
                  </a:lnTo>
                  <a:lnTo>
                    <a:pt x="4067" y="265899"/>
                  </a:lnTo>
                  <a:lnTo>
                    <a:pt x="3893" y="262350"/>
                  </a:lnTo>
                  <a:lnTo>
                    <a:pt x="4435" y="259191"/>
                  </a:lnTo>
                  <a:lnTo>
                    <a:pt x="4905" y="255868"/>
                  </a:lnTo>
                  <a:lnTo>
                    <a:pt x="5248" y="254990"/>
                  </a:lnTo>
                  <a:lnTo>
                    <a:pt x="5381" y="255356"/>
                  </a:lnTo>
                  <a:lnTo>
                    <a:pt x="5286" y="256065"/>
                  </a:lnTo>
                  <a:lnTo>
                    <a:pt x="5638" y="256284"/>
                  </a:lnTo>
                  <a:lnTo>
                    <a:pt x="5771" y="254818"/>
                  </a:lnTo>
                  <a:lnTo>
                    <a:pt x="5981" y="254061"/>
                  </a:lnTo>
                  <a:lnTo>
                    <a:pt x="5609" y="253963"/>
                  </a:lnTo>
                  <a:lnTo>
                    <a:pt x="5647" y="253499"/>
                  </a:lnTo>
                  <a:lnTo>
                    <a:pt x="5869" y="252573"/>
                  </a:lnTo>
                  <a:lnTo>
                    <a:pt x="6638" y="248208"/>
                  </a:lnTo>
                  <a:lnTo>
                    <a:pt x="6558" y="242708"/>
                  </a:lnTo>
                  <a:lnTo>
                    <a:pt x="7382" y="235963"/>
                  </a:lnTo>
                  <a:lnTo>
                    <a:pt x="7342" y="233737"/>
                  </a:lnTo>
                  <a:lnTo>
                    <a:pt x="6816" y="228944"/>
                  </a:lnTo>
                  <a:lnTo>
                    <a:pt x="6291" y="226070"/>
                  </a:lnTo>
                  <a:lnTo>
                    <a:pt x="5355" y="224032"/>
                  </a:lnTo>
                  <a:lnTo>
                    <a:pt x="5768" y="221059"/>
                  </a:lnTo>
                  <a:lnTo>
                    <a:pt x="5734" y="218221"/>
                  </a:lnTo>
                  <a:lnTo>
                    <a:pt x="4081" y="214135"/>
                  </a:lnTo>
                  <a:lnTo>
                    <a:pt x="3451" y="208773"/>
                  </a:lnTo>
                  <a:lnTo>
                    <a:pt x="3331" y="206508"/>
                  </a:lnTo>
                  <a:lnTo>
                    <a:pt x="3496" y="200519"/>
                  </a:lnTo>
                  <a:lnTo>
                    <a:pt x="3063" y="197962"/>
                  </a:lnTo>
                  <a:lnTo>
                    <a:pt x="1960" y="193746"/>
                  </a:lnTo>
                  <a:lnTo>
                    <a:pt x="2432" y="190083"/>
                  </a:lnTo>
                  <a:lnTo>
                    <a:pt x="2940" y="187852"/>
                  </a:lnTo>
                  <a:lnTo>
                    <a:pt x="4181" y="178122"/>
                  </a:lnTo>
                  <a:lnTo>
                    <a:pt x="4480" y="177337"/>
                  </a:lnTo>
                  <a:lnTo>
                    <a:pt x="5000" y="177361"/>
                  </a:lnTo>
                  <a:lnTo>
                    <a:pt x="5904" y="175708"/>
                  </a:lnTo>
                  <a:lnTo>
                    <a:pt x="5487" y="175323"/>
                  </a:lnTo>
                  <a:lnTo>
                    <a:pt x="4856" y="176111"/>
                  </a:lnTo>
                  <a:lnTo>
                    <a:pt x="5417" y="172260"/>
                  </a:lnTo>
                  <a:lnTo>
                    <a:pt x="6048" y="168964"/>
                  </a:lnTo>
                  <a:lnTo>
                    <a:pt x="6458" y="167777"/>
                  </a:lnTo>
                  <a:lnTo>
                    <a:pt x="6666" y="157023"/>
                  </a:lnTo>
                  <a:lnTo>
                    <a:pt x="7029" y="148805"/>
                  </a:lnTo>
                  <a:lnTo>
                    <a:pt x="7624" y="146096"/>
                  </a:lnTo>
                  <a:lnTo>
                    <a:pt x="7417" y="143301"/>
                  </a:lnTo>
                  <a:lnTo>
                    <a:pt x="7657" y="139513"/>
                  </a:lnTo>
                  <a:lnTo>
                    <a:pt x="7489" y="135687"/>
                  </a:lnTo>
                  <a:lnTo>
                    <a:pt x="8761" y="117275"/>
                  </a:lnTo>
                  <a:lnTo>
                    <a:pt x="8595" y="115052"/>
                  </a:lnTo>
                  <a:lnTo>
                    <a:pt x="8983" y="112071"/>
                  </a:lnTo>
                  <a:lnTo>
                    <a:pt x="8616" y="104210"/>
                  </a:lnTo>
                  <a:lnTo>
                    <a:pt x="8778" y="95416"/>
                  </a:lnTo>
                  <a:lnTo>
                    <a:pt x="8455" y="94301"/>
                  </a:lnTo>
                  <a:lnTo>
                    <a:pt x="8293" y="93088"/>
                  </a:lnTo>
                  <a:lnTo>
                    <a:pt x="8596" y="92909"/>
                  </a:lnTo>
                  <a:lnTo>
                    <a:pt x="9186" y="94187"/>
                  </a:lnTo>
                  <a:lnTo>
                    <a:pt x="11926" y="94174"/>
                  </a:lnTo>
                  <a:lnTo>
                    <a:pt x="13675" y="92991"/>
                  </a:lnTo>
                  <a:lnTo>
                    <a:pt x="14311" y="93382"/>
                  </a:lnTo>
                  <a:lnTo>
                    <a:pt x="15048" y="94991"/>
                  </a:lnTo>
                  <a:lnTo>
                    <a:pt x="15977" y="95315"/>
                  </a:lnTo>
                  <a:lnTo>
                    <a:pt x="17139" y="95031"/>
                  </a:lnTo>
                  <a:lnTo>
                    <a:pt x="16786" y="94627"/>
                  </a:lnTo>
                  <a:lnTo>
                    <a:pt x="16241" y="94522"/>
                  </a:lnTo>
                  <a:lnTo>
                    <a:pt x="15020" y="93040"/>
                  </a:lnTo>
                  <a:lnTo>
                    <a:pt x="14328" y="91560"/>
                  </a:lnTo>
                  <a:lnTo>
                    <a:pt x="12194" y="91659"/>
                  </a:lnTo>
                  <a:lnTo>
                    <a:pt x="11756" y="90710"/>
                  </a:lnTo>
                  <a:lnTo>
                    <a:pt x="9370" y="91658"/>
                  </a:lnTo>
                  <a:lnTo>
                    <a:pt x="8633" y="90684"/>
                  </a:lnTo>
                  <a:lnTo>
                    <a:pt x="7333" y="91313"/>
                  </a:lnTo>
                  <a:lnTo>
                    <a:pt x="7651" y="88551"/>
                  </a:lnTo>
                  <a:lnTo>
                    <a:pt x="7592" y="85076"/>
                  </a:lnTo>
                  <a:lnTo>
                    <a:pt x="7660" y="81691"/>
                  </a:lnTo>
                  <a:lnTo>
                    <a:pt x="7981" y="84164"/>
                  </a:lnTo>
                  <a:lnTo>
                    <a:pt x="8790" y="86788"/>
                  </a:lnTo>
                  <a:lnTo>
                    <a:pt x="9178" y="83810"/>
                  </a:lnTo>
                  <a:lnTo>
                    <a:pt x="9446" y="80067"/>
                  </a:lnTo>
                  <a:lnTo>
                    <a:pt x="8656" y="78629"/>
                  </a:lnTo>
                  <a:lnTo>
                    <a:pt x="7345" y="77563"/>
                  </a:lnTo>
                  <a:lnTo>
                    <a:pt x="6875" y="74078"/>
                  </a:lnTo>
                  <a:lnTo>
                    <a:pt x="9978" y="71109"/>
                  </a:lnTo>
                  <a:lnTo>
                    <a:pt x="8331" y="70480"/>
                  </a:lnTo>
                  <a:lnTo>
                    <a:pt x="7684" y="69144"/>
                  </a:lnTo>
                  <a:lnTo>
                    <a:pt x="6884" y="68981"/>
                  </a:lnTo>
                  <a:lnTo>
                    <a:pt x="6826" y="70011"/>
                  </a:lnTo>
                  <a:lnTo>
                    <a:pt x="6567" y="71360"/>
                  </a:lnTo>
                  <a:lnTo>
                    <a:pt x="6287" y="69568"/>
                  </a:lnTo>
                  <a:lnTo>
                    <a:pt x="6208" y="67460"/>
                  </a:lnTo>
                  <a:lnTo>
                    <a:pt x="5882" y="63859"/>
                  </a:lnTo>
                  <a:lnTo>
                    <a:pt x="4611" y="58066"/>
                  </a:lnTo>
                  <a:lnTo>
                    <a:pt x="3843" y="50559"/>
                  </a:lnTo>
                  <a:lnTo>
                    <a:pt x="2875" y="46848"/>
                  </a:lnTo>
                  <a:lnTo>
                    <a:pt x="1022" y="43304"/>
                  </a:lnTo>
                  <a:lnTo>
                    <a:pt x="539" y="41237"/>
                  </a:lnTo>
                  <a:lnTo>
                    <a:pt x="95" y="35991"/>
                  </a:lnTo>
                  <a:lnTo>
                    <a:pt x="345" y="32024"/>
                  </a:lnTo>
                  <a:lnTo>
                    <a:pt x="0" y="29232"/>
                  </a:lnTo>
                  <a:lnTo>
                    <a:pt x="890" y="29390"/>
                  </a:lnTo>
                  <a:lnTo>
                    <a:pt x="3232" y="31584"/>
                  </a:lnTo>
                  <a:lnTo>
                    <a:pt x="6150" y="33308"/>
                  </a:lnTo>
                  <a:lnTo>
                    <a:pt x="7033" y="34562"/>
                  </a:lnTo>
                  <a:lnTo>
                    <a:pt x="8448" y="35494"/>
                  </a:lnTo>
                  <a:lnTo>
                    <a:pt x="16290" y="36940"/>
                  </a:lnTo>
                  <a:lnTo>
                    <a:pt x="16802" y="36802"/>
                  </a:lnTo>
                  <a:lnTo>
                    <a:pt x="17815" y="35906"/>
                  </a:lnTo>
                  <a:lnTo>
                    <a:pt x="18246" y="36012"/>
                  </a:lnTo>
                  <a:lnTo>
                    <a:pt x="19399" y="38061"/>
                  </a:lnTo>
                  <a:lnTo>
                    <a:pt x="19978" y="38306"/>
                  </a:lnTo>
                  <a:lnTo>
                    <a:pt x="20727" y="38200"/>
                  </a:lnTo>
                  <a:lnTo>
                    <a:pt x="21279" y="37811"/>
                  </a:lnTo>
                  <a:lnTo>
                    <a:pt x="22226" y="36406"/>
                  </a:lnTo>
                  <a:lnTo>
                    <a:pt x="22353" y="36926"/>
                  </a:lnTo>
                  <a:lnTo>
                    <a:pt x="22335" y="38227"/>
                  </a:lnTo>
                  <a:lnTo>
                    <a:pt x="22673" y="40081"/>
                  </a:lnTo>
                  <a:lnTo>
                    <a:pt x="23366" y="42488"/>
                  </a:lnTo>
                  <a:lnTo>
                    <a:pt x="23629" y="43984"/>
                  </a:lnTo>
                  <a:lnTo>
                    <a:pt x="22228" y="48201"/>
                  </a:lnTo>
                  <a:lnTo>
                    <a:pt x="21959" y="48292"/>
                  </a:lnTo>
                  <a:lnTo>
                    <a:pt x="21918" y="46865"/>
                  </a:lnTo>
                  <a:lnTo>
                    <a:pt x="21733" y="46584"/>
                  </a:lnTo>
                  <a:lnTo>
                    <a:pt x="19095" y="53711"/>
                  </a:lnTo>
                  <a:lnTo>
                    <a:pt x="18170" y="57086"/>
                  </a:lnTo>
                  <a:lnTo>
                    <a:pt x="18078" y="58613"/>
                  </a:lnTo>
                  <a:lnTo>
                    <a:pt x="18109" y="59507"/>
                  </a:lnTo>
                  <a:lnTo>
                    <a:pt x="18479" y="59727"/>
                  </a:lnTo>
                  <a:lnTo>
                    <a:pt x="19322" y="59377"/>
                  </a:lnTo>
                  <a:lnTo>
                    <a:pt x="20574" y="57975"/>
                  </a:lnTo>
                  <a:lnTo>
                    <a:pt x="20634" y="57671"/>
                  </a:lnTo>
                  <a:lnTo>
                    <a:pt x="19468" y="58170"/>
                  </a:lnTo>
                  <a:lnTo>
                    <a:pt x="18909" y="58212"/>
                  </a:lnTo>
                  <a:lnTo>
                    <a:pt x="18986" y="56616"/>
                  </a:lnTo>
                  <a:lnTo>
                    <a:pt x="19118" y="55857"/>
                  </a:lnTo>
                  <a:lnTo>
                    <a:pt x="19880" y="53492"/>
                  </a:lnTo>
                  <a:lnTo>
                    <a:pt x="20680" y="52074"/>
                  </a:lnTo>
                  <a:lnTo>
                    <a:pt x="21818" y="50562"/>
                  </a:lnTo>
                  <a:lnTo>
                    <a:pt x="22473" y="49321"/>
                  </a:lnTo>
                  <a:lnTo>
                    <a:pt x="22925" y="47502"/>
                  </a:lnTo>
                  <a:lnTo>
                    <a:pt x="24187" y="45333"/>
                  </a:lnTo>
                  <a:lnTo>
                    <a:pt x="24421" y="44728"/>
                  </a:lnTo>
                  <a:lnTo>
                    <a:pt x="24365" y="42942"/>
                  </a:lnTo>
                  <a:lnTo>
                    <a:pt x="24445" y="42603"/>
                  </a:lnTo>
                  <a:lnTo>
                    <a:pt x="25054" y="42844"/>
                  </a:lnTo>
                  <a:lnTo>
                    <a:pt x="25308" y="45917"/>
                  </a:lnTo>
                  <a:lnTo>
                    <a:pt x="25157" y="47288"/>
                  </a:lnTo>
                  <a:lnTo>
                    <a:pt x="24069" y="48959"/>
                  </a:lnTo>
                  <a:lnTo>
                    <a:pt x="23934" y="49549"/>
                  </a:lnTo>
                  <a:lnTo>
                    <a:pt x="24124" y="51830"/>
                  </a:lnTo>
                  <a:lnTo>
                    <a:pt x="23956" y="52051"/>
                  </a:lnTo>
                  <a:lnTo>
                    <a:pt x="23541" y="51782"/>
                  </a:lnTo>
                  <a:lnTo>
                    <a:pt x="23412" y="51927"/>
                  </a:lnTo>
                  <a:lnTo>
                    <a:pt x="24444" y="54407"/>
                  </a:lnTo>
                  <a:lnTo>
                    <a:pt x="24771" y="56334"/>
                  </a:lnTo>
                  <a:lnTo>
                    <a:pt x="24816" y="58056"/>
                  </a:lnTo>
                  <a:lnTo>
                    <a:pt x="24536" y="61358"/>
                  </a:lnTo>
                  <a:lnTo>
                    <a:pt x="24236" y="61907"/>
                  </a:lnTo>
                  <a:lnTo>
                    <a:pt x="23722" y="61705"/>
                  </a:lnTo>
                  <a:lnTo>
                    <a:pt x="23042" y="60672"/>
                  </a:lnTo>
                  <a:lnTo>
                    <a:pt x="22890" y="61005"/>
                  </a:lnTo>
                  <a:lnTo>
                    <a:pt x="22350" y="63569"/>
                  </a:lnTo>
                  <a:lnTo>
                    <a:pt x="22172" y="63344"/>
                  </a:lnTo>
                  <a:lnTo>
                    <a:pt x="21835" y="60301"/>
                  </a:lnTo>
                  <a:lnTo>
                    <a:pt x="21652" y="60076"/>
                  </a:lnTo>
                  <a:lnTo>
                    <a:pt x="20604" y="61462"/>
                  </a:lnTo>
                  <a:lnTo>
                    <a:pt x="20182" y="62794"/>
                  </a:lnTo>
                  <a:lnTo>
                    <a:pt x="19820" y="64922"/>
                  </a:lnTo>
                  <a:lnTo>
                    <a:pt x="19360" y="65916"/>
                  </a:lnTo>
                  <a:lnTo>
                    <a:pt x="20666" y="66136"/>
                  </a:lnTo>
                  <a:lnTo>
                    <a:pt x="21842" y="65707"/>
                  </a:lnTo>
                  <a:lnTo>
                    <a:pt x="22786" y="66717"/>
                  </a:lnTo>
                  <a:lnTo>
                    <a:pt x="23108" y="66744"/>
                  </a:lnTo>
                  <a:lnTo>
                    <a:pt x="23970" y="65759"/>
                  </a:lnTo>
                  <a:lnTo>
                    <a:pt x="24233" y="65087"/>
                  </a:lnTo>
                  <a:lnTo>
                    <a:pt x="24947" y="61878"/>
                  </a:lnTo>
                  <a:lnTo>
                    <a:pt x="25304" y="61304"/>
                  </a:lnTo>
                  <a:lnTo>
                    <a:pt x="25837" y="61280"/>
                  </a:lnTo>
                  <a:lnTo>
                    <a:pt x="26351" y="60799"/>
                  </a:lnTo>
                  <a:lnTo>
                    <a:pt x="27114" y="59041"/>
                  </a:lnTo>
                  <a:lnTo>
                    <a:pt x="27145" y="58343"/>
                  </a:lnTo>
                  <a:lnTo>
                    <a:pt x="26868" y="54408"/>
                  </a:lnTo>
                  <a:lnTo>
                    <a:pt x="26947" y="52176"/>
                  </a:lnTo>
                  <a:lnTo>
                    <a:pt x="26804" y="51469"/>
                  </a:lnTo>
                  <a:lnTo>
                    <a:pt x="26462" y="50736"/>
                  </a:lnTo>
                  <a:lnTo>
                    <a:pt x="26505" y="50024"/>
                  </a:lnTo>
                  <a:lnTo>
                    <a:pt x="26771" y="48850"/>
                  </a:lnTo>
                  <a:lnTo>
                    <a:pt x="26790" y="47790"/>
                  </a:lnTo>
                  <a:lnTo>
                    <a:pt x="26562" y="46847"/>
                  </a:lnTo>
                  <a:lnTo>
                    <a:pt x="26665" y="45774"/>
                  </a:lnTo>
                  <a:lnTo>
                    <a:pt x="27385" y="43467"/>
                  </a:lnTo>
                  <a:lnTo>
                    <a:pt x="27521" y="42450"/>
                  </a:lnTo>
                  <a:lnTo>
                    <a:pt x="28401" y="40155"/>
                  </a:lnTo>
                  <a:lnTo>
                    <a:pt x="28179" y="39230"/>
                  </a:lnTo>
                  <a:lnTo>
                    <a:pt x="27532" y="38103"/>
                  </a:lnTo>
                  <a:lnTo>
                    <a:pt x="27124" y="37109"/>
                  </a:lnTo>
                  <a:lnTo>
                    <a:pt x="26713" y="35556"/>
                  </a:lnTo>
                  <a:lnTo>
                    <a:pt x="26401" y="35037"/>
                  </a:lnTo>
                  <a:lnTo>
                    <a:pt x="26298" y="35274"/>
                  </a:lnTo>
                  <a:lnTo>
                    <a:pt x="26737" y="37814"/>
                  </a:lnTo>
                  <a:lnTo>
                    <a:pt x="26643" y="37986"/>
                  </a:lnTo>
                  <a:lnTo>
                    <a:pt x="25500" y="36617"/>
                  </a:lnTo>
                  <a:lnTo>
                    <a:pt x="25236" y="35754"/>
                  </a:lnTo>
                  <a:lnTo>
                    <a:pt x="25096" y="34582"/>
                  </a:lnTo>
                  <a:lnTo>
                    <a:pt x="25198" y="33702"/>
                  </a:lnTo>
                  <a:lnTo>
                    <a:pt x="25811" y="32834"/>
                  </a:lnTo>
                  <a:lnTo>
                    <a:pt x="26544" y="32518"/>
                  </a:lnTo>
                  <a:lnTo>
                    <a:pt x="26484" y="31788"/>
                  </a:lnTo>
                  <a:lnTo>
                    <a:pt x="25565" y="29411"/>
                  </a:lnTo>
                  <a:lnTo>
                    <a:pt x="24953" y="28329"/>
                  </a:lnTo>
                  <a:lnTo>
                    <a:pt x="24482" y="27805"/>
                  </a:lnTo>
                  <a:lnTo>
                    <a:pt x="23846" y="27668"/>
                  </a:lnTo>
                  <a:lnTo>
                    <a:pt x="23562" y="27282"/>
                  </a:lnTo>
                  <a:lnTo>
                    <a:pt x="23487" y="26725"/>
                  </a:lnTo>
                  <a:lnTo>
                    <a:pt x="23622" y="25993"/>
                  </a:lnTo>
                  <a:lnTo>
                    <a:pt x="23959" y="25760"/>
                  </a:lnTo>
                  <a:lnTo>
                    <a:pt x="24941" y="26053"/>
                  </a:lnTo>
                  <a:lnTo>
                    <a:pt x="25469" y="25533"/>
                  </a:lnTo>
                  <a:lnTo>
                    <a:pt x="25420" y="24590"/>
                  </a:lnTo>
                  <a:lnTo>
                    <a:pt x="25262" y="24067"/>
                  </a:lnTo>
                  <a:lnTo>
                    <a:pt x="25285" y="20691"/>
                  </a:lnTo>
                  <a:lnTo>
                    <a:pt x="24913" y="17947"/>
                  </a:lnTo>
                  <a:lnTo>
                    <a:pt x="24718" y="17484"/>
                  </a:lnTo>
                  <a:lnTo>
                    <a:pt x="24509" y="17436"/>
                  </a:lnTo>
                  <a:lnTo>
                    <a:pt x="24288" y="17805"/>
                  </a:lnTo>
                  <a:lnTo>
                    <a:pt x="23671" y="17901"/>
                  </a:lnTo>
                  <a:lnTo>
                    <a:pt x="23292" y="17002"/>
                  </a:lnTo>
                  <a:lnTo>
                    <a:pt x="22872" y="15266"/>
                  </a:lnTo>
                  <a:lnTo>
                    <a:pt x="22109" y="11129"/>
                  </a:lnTo>
                  <a:lnTo>
                    <a:pt x="23287" y="11129"/>
                  </a:lnTo>
                  <a:lnTo>
                    <a:pt x="28194" y="11129"/>
                  </a:lnTo>
                  <a:lnTo>
                    <a:pt x="33101" y="11129"/>
                  </a:lnTo>
                  <a:lnTo>
                    <a:pt x="38008" y="11129"/>
                  </a:lnTo>
                  <a:lnTo>
                    <a:pt x="42914" y="11129"/>
                  </a:lnTo>
                  <a:lnTo>
                    <a:pt x="47821" y="11129"/>
                  </a:lnTo>
                  <a:lnTo>
                    <a:pt x="52728" y="11129"/>
                  </a:lnTo>
                  <a:lnTo>
                    <a:pt x="57635" y="11129"/>
                  </a:lnTo>
                  <a:lnTo>
                    <a:pt x="62541" y="11128"/>
                  </a:lnTo>
                  <a:lnTo>
                    <a:pt x="67449" y="11128"/>
                  </a:lnTo>
                  <a:lnTo>
                    <a:pt x="72355" y="11128"/>
                  </a:lnTo>
                  <a:lnTo>
                    <a:pt x="77262" y="11128"/>
                  </a:lnTo>
                  <a:lnTo>
                    <a:pt x="82169" y="11128"/>
                  </a:lnTo>
                  <a:lnTo>
                    <a:pt x="87076" y="11128"/>
                  </a:lnTo>
                  <a:lnTo>
                    <a:pt x="91983" y="11128"/>
                  </a:lnTo>
                  <a:lnTo>
                    <a:pt x="96890" y="11128"/>
                  </a:lnTo>
                  <a:lnTo>
                    <a:pt x="101796" y="11128"/>
                  </a:lnTo>
                  <a:lnTo>
                    <a:pt x="106703" y="11128"/>
                  </a:lnTo>
                  <a:lnTo>
                    <a:pt x="111610" y="11128"/>
                  </a:lnTo>
                  <a:lnTo>
                    <a:pt x="116517" y="11128"/>
                  </a:lnTo>
                  <a:lnTo>
                    <a:pt x="121424" y="11128"/>
                  </a:lnTo>
                  <a:lnTo>
                    <a:pt x="126330" y="11128"/>
                  </a:lnTo>
                  <a:lnTo>
                    <a:pt x="131238" y="11128"/>
                  </a:lnTo>
                  <a:lnTo>
                    <a:pt x="136144" y="11128"/>
                  </a:lnTo>
                  <a:lnTo>
                    <a:pt x="141051" y="11128"/>
                  </a:lnTo>
                  <a:lnTo>
                    <a:pt x="145958" y="11128"/>
                  </a:lnTo>
                  <a:lnTo>
                    <a:pt x="150865" y="11128"/>
                  </a:lnTo>
                  <a:lnTo>
                    <a:pt x="155771" y="11128"/>
                  </a:lnTo>
                  <a:lnTo>
                    <a:pt x="160679" y="11128"/>
                  </a:lnTo>
                  <a:lnTo>
                    <a:pt x="165585" y="11128"/>
                  </a:lnTo>
                  <a:lnTo>
                    <a:pt x="170492" y="11128"/>
                  </a:lnTo>
                  <a:lnTo>
                    <a:pt x="175399" y="11128"/>
                  </a:lnTo>
                  <a:lnTo>
                    <a:pt x="180306" y="11126"/>
                  </a:lnTo>
                  <a:lnTo>
                    <a:pt x="185213" y="11126"/>
                  </a:lnTo>
                  <a:lnTo>
                    <a:pt x="190119" y="11126"/>
                  </a:lnTo>
                  <a:lnTo>
                    <a:pt x="195026" y="11126"/>
                  </a:lnTo>
                  <a:lnTo>
                    <a:pt x="199933" y="11126"/>
                  </a:lnTo>
                  <a:lnTo>
                    <a:pt x="204840" y="11126"/>
                  </a:lnTo>
                  <a:lnTo>
                    <a:pt x="209747" y="11126"/>
                  </a:lnTo>
                  <a:lnTo>
                    <a:pt x="214654" y="11126"/>
                  </a:lnTo>
                  <a:lnTo>
                    <a:pt x="219560" y="11126"/>
                  </a:lnTo>
                  <a:lnTo>
                    <a:pt x="224467" y="11126"/>
                  </a:lnTo>
                  <a:lnTo>
                    <a:pt x="229374" y="11126"/>
                  </a:lnTo>
                  <a:lnTo>
                    <a:pt x="234281" y="11126"/>
                  </a:lnTo>
                  <a:lnTo>
                    <a:pt x="239188" y="11126"/>
                  </a:lnTo>
                  <a:lnTo>
                    <a:pt x="244095" y="11126"/>
                  </a:lnTo>
                  <a:lnTo>
                    <a:pt x="249001" y="11126"/>
                  </a:lnTo>
                  <a:lnTo>
                    <a:pt x="253908" y="11126"/>
                  </a:lnTo>
                  <a:lnTo>
                    <a:pt x="258815" y="11126"/>
                  </a:lnTo>
                  <a:lnTo>
                    <a:pt x="263722" y="11126"/>
                  </a:lnTo>
                  <a:lnTo>
                    <a:pt x="268629" y="11126"/>
                  </a:lnTo>
                  <a:lnTo>
                    <a:pt x="273536" y="11126"/>
                  </a:lnTo>
                  <a:lnTo>
                    <a:pt x="278442" y="11126"/>
                  </a:lnTo>
                  <a:lnTo>
                    <a:pt x="283349" y="11126"/>
                  </a:lnTo>
                  <a:lnTo>
                    <a:pt x="288256" y="11126"/>
                  </a:lnTo>
                  <a:lnTo>
                    <a:pt x="293163" y="11126"/>
                  </a:lnTo>
                  <a:lnTo>
                    <a:pt x="298070" y="11125"/>
                  </a:lnTo>
                  <a:lnTo>
                    <a:pt x="302976" y="11125"/>
                  </a:lnTo>
                  <a:lnTo>
                    <a:pt x="307884" y="11125"/>
                  </a:lnTo>
                  <a:lnTo>
                    <a:pt x="312790" y="11125"/>
                  </a:lnTo>
                  <a:lnTo>
                    <a:pt x="317697" y="11125"/>
                  </a:lnTo>
                  <a:lnTo>
                    <a:pt x="322604" y="11125"/>
                  </a:lnTo>
                  <a:lnTo>
                    <a:pt x="327511" y="11125"/>
                  </a:lnTo>
                  <a:lnTo>
                    <a:pt x="332417" y="11125"/>
                  </a:lnTo>
                  <a:lnTo>
                    <a:pt x="337325" y="11125"/>
                  </a:lnTo>
                  <a:lnTo>
                    <a:pt x="340039" y="11167"/>
                  </a:lnTo>
                  <a:lnTo>
                    <a:pt x="340083" y="4922"/>
                  </a:lnTo>
                  <a:lnTo>
                    <a:pt x="340117" y="0"/>
                  </a:lnTo>
                  <a:lnTo>
                    <a:pt x="342602" y="598"/>
                  </a:lnTo>
                  <a:lnTo>
                    <a:pt x="343344" y="1496"/>
                  </a:lnTo>
                  <a:lnTo>
                    <a:pt x="343580" y="1923"/>
                  </a:lnTo>
                  <a:lnTo>
                    <a:pt x="343510" y="3282"/>
                  </a:lnTo>
                  <a:lnTo>
                    <a:pt x="343715" y="7401"/>
                  </a:lnTo>
                  <a:lnTo>
                    <a:pt x="344165" y="10836"/>
                  </a:lnTo>
                  <a:lnTo>
                    <a:pt x="345212" y="14972"/>
                  </a:lnTo>
                  <a:lnTo>
                    <a:pt x="345298" y="16582"/>
                  </a:lnTo>
                  <a:lnTo>
                    <a:pt x="345640" y="17589"/>
                  </a:lnTo>
                  <a:lnTo>
                    <a:pt x="346266" y="18528"/>
                  </a:lnTo>
                  <a:lnTo>
                    <a:pt x="348646" y="19667"/>
                  </a:lnTo>
                  <a:lnTo>
                    <a:pt x="352777" y="20998"/>
                  </a:lnTo>
                  <a:lnTo>
                    <a:pt x="355119" y="22528"/>
                  </a:lnTo>
                  <a:lnTo>
                    <a:pt x="355672" y="24252"/>
                  </a:lnTo>
                  <a:lnTo>
                    <a:pt x="356775" y="24946"/>
                  </a:lnTo>
                  <a:lnTo>
                    <a:pt x="358426" y="24607"/>
                  </a:lnTo>
                  <a:lnTo>
                    <a:pt x="359584" y="23887"/>
                  </a:lnTo>
                  <a:lnTo>
                    <a:pt x="360571" y="22254"/>
                  </a:lnTo>
                  <a:lnTo>
                    <a:pt x="361951" y="21890"/>
                  </a:lnTo>
                  <a:lnTo>
                    <a:pt x="363134" y="21994"/>
                  </a:lnTo>
                  <a:lnTo>
                    <a:pt x="364325" y="22155"/>
                  </a:lnTo>
                  <a:lnTo>
                    <a:pt x="364963" y="22393"/>
                  </a:lnTo>
                  <a:lnTo>
                    <a:pt x="366799" y="23695"/>
                  </a:lnTo>
                  <a:lnTo>
                    <a:pt x="367996" y="24757"/>
                  </a:lnTo>
                  <a:lnTo>
                    <a:pt x="369716" y="26729"/>
                  </a:lnTo>
                  <a:lnTo>
                    <a:pt x="370667" y="27608"/>
                  </a:lnTo>
                  <a:lnTo>
                    <a:pt x="371124" y="29661"/>
                  </a:lnTo>
                  <a:lnTo>
                    <a:pt x="371657" y="32298"/>
                  </a:lnTo>
                  <a:lnTo>
                    <a:pt x="372418" y="32298"/>
                  </a:lnTo>
                  <a:lnTo>
                    <a:pt x="372991" y="30753"/>
                  </a:lnTo>
                  <a:lnTo>
                    <a:pt x="374451" y="30473"/>
                  </a:lnTo>
                  <a:lnTo>
                    <a:pt x="376368" y="31553"/>
                  </a:lnTo>
                  <a:lnTo>
                    <a:pt x="378057" y="34634"/>
                  </a:lnTo>
                  <a:lnTo>
                    <a:pt x="380487" y="37382"/>
                  </a:lnTo>
                  <a:lnTo>
                    <a:pt x="381971" y="38749"/>
                  </a:lnTo>
                  <a:lnTo>
                    <a:pt x="383480" y="38742"/>
                  </a:lnTo>
                  <a:lnTo>
                    <a:pt x="385397" y="37382"/>
                  </a:lnTo>
                  <a:lnTo>
                    <a:pt x="387436" y="34748"/>
                  </a:lnTo>
                  <a:lnTo>
                    <a:pt x="388902" y="34292"/>
                  </a:lnTo>
                  <a:lnTo>
                    <a:pt x="389773" y="34546"/>
                  </a:lnTo>
                  <a:lnTo>
                    <a:pt x="390268" y="36600"/>
                  </a:lnTo>
                  <a:lnTo>
                    <a:pt x="390878" y="37382"/>
                  </a:lnTo>
                  <a:lnTo>
                    <a:pt x="392458" y="37145"/>
                  </a:lnTo>
                  <a:lnTo>
                    <a:pt x="395760" y="37542"/>
                  </a:lnTo>
                  <a:lnTo>
                    <a:pt x="398388" y="36982"/>
                  </a:lnTo>
                  <a:lnTo>
                    <a:pt x="398984" y="38162"/>
                  </a:lnTo>
                  <a:lnTo>
                    <a:pt x="399517" y="40019"/>
                  </a:lnTo>
                  <a:lnTo>
                    <a:pt x="400583" y="40606"/>
                  </a:lnTo>
                  <a:lnTo>
                    <a:pt x="402029" y="40019"/>
                  </a:lnTo>
                  <a:lnTo>
                    <a:pt x="404616" y="40475"/>
                  </a:lnTo>
                  <a:lnTo>
                    <a:pt x="405708" y="40583"/>
                  </a:lnTo>
                  <a:lnTo>
                    <a:pt x="407808" y="39882"/>
                  </a:lnTo>
                  <a:lnTo>
                    <a:pt x="408816" y="39071"/>
                  </a:lnTo>
                  <a:lnTo>
                    <a:pt x="410232" y="37700"/>
                  </a:lnTo>
                  <a:lnTo>
                    <a:pt x="412118" y="35871"/>
                  </a:lnTo>
                  <a:lnTo>
                    <a:pt x="415420" y="32671"/>
                  </a:lnTo>
                  <a:lnTo>
                    <a:pt x="418108" y="31516"/>
                  </a:lnTo>
                  <a:lnTo>
                    <a:pt x="420611" y="33812"/>
                  </a:lnTo>
                  <a:lnTo>
                    <a:pt x="422605" y="35836"/>
                  </a:lnTo>
                  <a:lnTo>
                    <a:pt x="423375" y="36620"/>
                  </a:lnTo>
                  <a:lnTo>
                    <a:pt x="425407" y="38683"/>
                  </a:lnTo>
                  <a:lnTo>
                    <a:pt x="428280" y="41602"/>
                  </a:lnTo>
                  <a:lnTo>
                    <a:pt x="431574" y="44949"/>
                  </a:lnTo>
                  <a:lnTo>
                    <a:pt x="434868" y="48296"/>
                  </a:lnTo>
                  <a:lnTo>
                    <a:pt x="437741" y="51215"/>
                  </a:lnTo>
                  <a:lnTo>
                    <a:pt x="439773" y="53279"/>
                  </a:lnTo>
                  <a:lnTo>
                    <a:pt x="440544" y="54062"/>
                  </a:lnTo>
                  <a:lnTo>
                    <a:pt x="442778" y="56427"/>
                  </a:lnTo>
                  <a:lnTo>
                    <a:pt x="445012" y="58792"/>
                  </a:lnTo>
                  <a:lnTo>
                    <a:pt x="447245" y="61156"/>
                  </a:lnTo>
                  <a:lnTo>
                    <a:pt x="449478" y="63521"/>
                  </a:lnTo>
                  <a:lnTo>
                    <a:pt x="451711" y="65886"/>
                  </a:lnTo>
                  <a:lnTo>
                    <a:pt x="453945" y="68249"/>
                  </a:lnTo>
                  <a:lnTo>
                    <a:pt x="456178" y="70614"/>
                  </a:lnTo>
                  <a:lnTo>
                    <a:pt x="458412" y="72979"/>
                  </a:lnTo>
                  <a:lnTo>
                    <a:pt x="458975" y="76911"/>
                  </a:lnTo>
                  <a:lnTo>
                    <a:pt x="459523" y="80738"/>
                  </a:lnTo>
                  <a:lnTo>
                    <a:pt x="460831" y="83517"/>
                  </a:lnTo>
                  <a:lnTo>
                    <a:pt x="462027" y="86055"/>
                  </a:lnTo>
                  <a:lnTo>
                    <a:pt x="462720" y="85922"/>
                  </a:lnTo>
                  <a:lnTo>
                    <a:pt x="463423" y="84850"/>
                  </a:lnTo>
                  <a:lnTo>
                    <a:pt x="463870" y="84334"/>
                  </a:lnTo>
                  <a:lnTo>
                    <a:pt x="464617" y="84249"/>
                  </a:lnTo>
                  <a:lnTo>
                    <a:pt x="466281" y="83331"/>
                  </a:lnTo>
                  <a:lnTo>
                    <a:pt x="466772" y="83532"/>
                  </a:lnTo>
                  <a:lnTo>
                    <a:pt x="467052" y="83991"/>
                  </a:lnTo>
                  <a:lnTo>
                    <a:pt x="467075" y="84709"/>
                  </a:lnTo>
                  <a:lnTo>
                    <a:pt x="467018" y="85280"/>
                  </a:lnTo>
                  <a:lnTo>
                    <a:pt x="466761" y="86428"/>
                  </a:lnTo>
                  <a:lnTo>
                    <a:pt x="467167" y="88613"/>
                  </a:lnTo>
                  <a:lnTo>
                    <a:pt x="467252" y="91042"/>
                  </a:lnTo>
                  <a:lnTo>
                    <a:pt x="467475" y="92877"/>
                  </a:lnTo>
                  <a:lnTo>
                    <a:pt x="468156" y="95226"/>
                  </a:lnTo>
                  <a:lnTo>
                    <a:pt x="468748" y="97061"/>
                  </a:lnTo>
                  <a:lnTo>
                    <a:pt x="469493" y="97416"/>
                  </a:lnTo>
                  <a:lnTo>
                    <a:pt x="471218" y="96347"/>
                  </a:lnTo>
                  <a:lnTo>
                    <a:pt x="472298" y="95943"/>
                  </a:lnTo>
                  <a:lnTo>
                    <a:pt x="472912" y="96117"/>
                  </a:lnTo>
                  <a:lnTo>
                    <a:pt x="473961" y="97836"/>
                  </a:lnTo>
                  <a:lnTo>
                    <a:pt x="474475" y="98869"/>
                  </a:lnTo>
                  <a:lnTo>
                    <a:pt x="474598" y="99727"/>
                  </a:lnTo>
                  <a:lnTo>
                    <a:pt x="473180" y="104974"/>
                  </a:lnTo>
                  <a:lnTo>
                    <a:pt x="475428" y="107576"/>
                  </a:lnTo>
                  <a:lnTo>
                    <a:pt x="477937" y="110422"/>
                  </a:lnTo>
                  <a:lnTo>
                    <a:pt x="480929" y="113814"/>
                  </a:lnTo>
                  <a:lnTo>
                    <a:pt x="482758" y="115890"/>
                  </a:lnTo>
                  <a:lnTo>
                    <a:pt x="485167" y="118855"/>
                  </a:lnTo>
                  <a:lnTo>
                    <a:pt x="485579" y="123080"/>
                  </a:lnTo>
                  <a:lnTo>
                    <a:pt x="485926" y="126645"/>
                  </a:lnTo>
                  <a:lnTo>
                    <a:pt x="486369" y="131615"/>
                  </a:lnTo>
                  <a:lnTo>
                    <a:pt x="486820" y="136685"/>
                  </a:lnTo>
                  <a:lnTo>
                    <a:pt x="487270" y="141737"/>
                  </a:lnTo>
                  <a:lnTo>
                    <a:pt x="487748" y="147098"/>
                  </a:lnTo>
                  <a:lnTo>
                    <a:pt x="488272" y="152988"/>
                  </a:lnTo>
                  <a:lnTo>
                    <a:pt x="488738" y="158215"/>
                  </a:lnTo>
                  <a:lnTo>
                    <a:pt x="489246" y="163922"/>
                  </a:lnTo>
                  <a:lnTo>
                    <a:pt x="489922" y="171348"/>
                  </a:lnTo>
                  <a:lnTo>
                    <a:pt x="489318" y="174209"/>
                  </a:lnTo>
                  <a:lnTo>
                    <a:pt x="488001" y="180439"/>
                  </a:lnTo>
                  <a:lnTo>
                    <a:pt x="486811" y="186070"/>
                  </a:lnTo>
                  <a:lnTo>
                    <a:pt x="486707" y="187704"/>
                  </a:lnTo>
                  <a:lnTo>
                    <a:pt x="485889" y="195915"/>
                  </a:lnTo>
                  <a:lnTo>
                    <a:pt x="485233" y="199307"/>
                  </a:lnTo>
                  <a:lnTo>
                    <a:pt x="484084" y="201276"/>
                  </a:lnTo>
                  <a:lnTo>
                    <a:pt x="482944" y="203185"/>
                  </a:lnTo>
                  <a:lnTo>
                    <a:pt x="481522" y="206384"/>
                  </a:lnTo>
                  <a:lnTo>
                    <a:pt x="479958" y="207964"/>
                  </a:lnTo>
                  <a:lnTo>
                    <a:pt x="479159" y="208893"/>
                  </a:lnTo>
                  <a:lnTo>
                    <a:pt x="478740" y="210359"/>
                  </a:lnTo>
                  <a:lnTo>
                    <a:pt x="478278" y="213572"/>
                  </a:lnTo>
                  <a:lnTo>
                    <a:pt x="478367" y="218479"/>
                  </a:lnTo>
                  <a:lnTo>
                    <a:pt x="479655" y="222702"/>
                  </a:lnTo>
                  <a:lnTo>
                    <a:pt x="481540" y="225064"/>
                  </a:lnTo>
                  <a:lnTo>
                    <a:pt x="483567" y="227364"/>
                  </a:lnTo>
                  <a:lnTo>
                    <a:pt x="486456" y="227374"/>
                  </a:lnTo>
                  <a:lnTo>
                    <a:pt x="489054" y="224305"/>
                  </a:lnTo>
                  <a:lnTo>
                    <a:pt x="491806" y="221055"/>
                  </a:lnTo>
                  <a:lnTo>
                    <a:pt x="494260" y="218156"/>
                  </a:lnTo>
                  <a:lnTo>
                    <a:pt x="497178" y="214709"/>
                  </a:lnTo>
                  <a:lnTo>
                    <a:pt x="499821" y="211585"/>
                  </a:lnTo>
                  <a:lnTo>
                    <a:pt x="502692" y="210463"/>
                  </a:lnTo>
                  <a:lnTo>
                    <a:pt x="506669" y="208909"/>
                  </a:lnTo>
                  <a:lnTo>
                    <a:pt x="511676" y="206951"/>
                  </a:lnTo>
                  <a:lnTo>
                    <a:pt x="514113" y="204722"/>
                  </a:lnTo>
                  <a:lnTo>
                    <a:pt x="517263" y="201840"/>
                  </a:lnTo>
                  <a:lnTo>
                    <a:pt x="520897" y="198516"/>
                  </a:lnTo>
                  <a:lnTo>
                    <a:pt x="524033" y="195648"/>
                  </a:lnTo>
                  <a:lnTo>
                    <a:pt x="525610" y="194058"/>
                  </a:lnTo>
                  <a:lnTo>
                    <a:pt x="526732" y="192244"/>
                  </a:lnTo>
                  <a:lnTo>
                    <a:pt x="527010" y="190902"/>
                  </a:lnTo>
                  <a:lnTo>
                    <a:pt x="526944" y="190132"/>
                  </a:lnTo>
                  <a:lnTo>
                    <a:pt x="526654" y="189360"/>
                  </a:lnTo>
                  <a:lnTo>
                    <a:pt x="526254" y="188790"/>
                  </a:lnTo>
                  <a:lnTo>
                    <a:pt x="525898" y="188305"/>
                  </a:lnTo>
                  <a:lnTo>
                    <a:pt x="525732" y="187705"/>
                  </a:lnTo>
                  <a:lnTo>
                    <a:pt x="525698" y="186392"/>
                  </a:lnTo>
                  <a:lnTo>
                    <a:pt x="525480" y="185637"/>
                  </a:lnTo>
                  <a:lnTo>
                    <a:pt x="525272" y="185082"/>
                  </a:lnTo>
                  <a:lnTo>
                    <a:pt x="525351" y="180000"/>
                  </a:lnTo>
                  <a:lnTo>
                    <a:pt x="525077" y="178425"/>
                  </a:lnTo>
                  <a:lnTo>
                    <a:pt x="524055" y="174431"/>
                  </a:lnTo>
                  <a:lnTo>
                    <a:pt x="526004" y="172641"/>
                  </a:lnTo>
                  <a:lnTo>
                    <a:pt x="527810" y="170980"/>
                  </a:lnTo>
                  <a:lnTo>
                    <a:pt x="529250" y="169751"/>
                  </a:lnTo>
                  <a:lnTo>
                    <a:pt x="532267" y="169557"/>
                  </a:lnTo>
                  <a:lnTo>
                    <a:pt x="535069" y="169582"/>
                  </a:lnTo>
                  <a:lnTo>
                    <a:pt x="538930" y="169615"/>
                  </a:lnTo>
                  <a:lnTo>
                    <a:pt x="542184" y="169642"/>
                  </a:lnTo>
                  <a:lnTo>
                    <a:pt x="545980" y="169676"/>
                  </a:lnTo>
                  <a:lnTo>
                    <a:pt x="548205" y="169694"/>
                  </a:lnTo>
                  <a:lnTo>
                    <a:pt x="551121" y="169637"/>
                  </a:lnTo>
                  <a:lnTo>
                    <a:pt x="552542" y="165027"/>
                  </a:lnTo>
                  <a:lnTo>
                    <a:pt x="553812" y="160905"/>
                  </a:lnTo>
                  <a:lnTo>
                    <a:pt x="555210" y="156966"/>
                  </a:lnTo>
                  <a:lnTo>
                    <a:pt x="557697" y="152341"/>
                  </a:lnTo>
                  <a:lnTo>
                    <a:pt x="558419" y="151510"/>
                  </a:lnTo>
                  <a:lnTo>
                    <a:pt x="558817" y="149687"/>
                  </a:lnTo>
                  <a:lnTo>
                    <a:pt x="560324" y="147954"/>
                  </a:lnTo>
                  <a:lnTo>
                    <a:pt x="561985" y="146347"/>
                  </a:lnTo>
                  <a:lnTo>
                    <a:pt x="562636" y="144839"/>
                  </a:lnTo>
                  <a:lnTo>
                    <a:pt x="562951" y="143980"/>
                  </a:lnTo>
                  <a:lnTo>
                    <a:pt x="567447" y="135849"/>
                  </a:lnTo>
                  <a:lnTo>
                    <a:pt x="570000" y="132093"/>
                  </a:lnTo>
                  <a:lnTo>
                    <a:pt x="572109" y="130002"/>
                  </a:lnTo>
                  <a:lnTo>
                    <a:pt x="573715" y="129004"/>
                  </a:lnTo>
                  <a:lnTo>
                    <a:pt x="574799" y="1291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5"/>
            <p:cNvSpPr/>
            <p:nvPr/>
          </p:nvSpPr>
          <p:spPr>
            <a:xfrm>
              <a:off x="5254797" y="2107686"/>
              <a:ext cx="9248" cy="8384"/>
            </a:xfrm>
            <a:custGeom>
              <a:avLst/>
              <a:pathLst>
                <a:path w="9248" h="8384">
                  <a:moveTo>
                    <a:pt x="9248" y="8372"/>
                  </a:moveTo>
                  <a:lnTo>
                    <a:pt x="7252" y="8384"/>
                  </a:lnTo>
                  <a:lnTo>
                    <a:pt x="3198" y="3572"/>
                  </a:lnTo>
                  <a:lnTo>
                    <a:pt x="1140" y="2045"/>
                  </a:lnTo>
                  <a:lnTo>
                    <a:pt x="0" y="356"/>
                  </a:lnTo>
                  <a:lnTo>
                    <a:pt x="509" y="0"/>
                  </a:lnTo>
                  <a:lnTo>
                    <a:pt x="2992" y="1193"/>
                  </a:lnTo>
                  <a:lnTo>
                    <a:pt x="5021" y="3790"/>
                  </a:lnTo>
                  <a:lnTo>
                    <a:pt x="6142" y="5497"/>
                  </a:lnTo>
                  <a:lnTo>
                    <a:pt x="7438" y="6947"/>
                  </a:lnTo>
                  <a:lnTo>
                    <a:pt x="8833" y="753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6"/>
            <p:cNvSpPr/>
            <p:nvPr/>
          </p:nvSpPr>
          <p:spPr>
            <a:xfrm>
              <a:off x="1168726" y="2101623"/>
              <a:ext cx="1536" cy="3777"/>
            </a:xfrm>
            <a:custGeom>
              <a:avLst/>
              <a:pathLst>
                <a:path w="1536" h="3777">
                  <a:moveTo>
                    <a:pt x="1461" y="2042"/>
                  </a:moveTo>
                  <a:lnTo>
                    <a:pt x="737" y="3777"/>
                  </a:lnTo>
                  <a:lnTo>
                    <a:pt x="202" y="2992"/>
                  </a:lnTo>
                  <a:lnTo>
                    <a:pt x="0" y="607"/>
                  </a:lnTo>
                  <a:lnTo>
                    <a:pt x="404" y="0"/>
                  </a:lnTo>
                  <a:lnTo>
                    <a:pt x="1536" y="17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7"/>
            <p:cNvSpPr/>
            <p:nvPr/>
          </p:nvSpPr>
          <p:spPr>
            <a:xfrm>
              <a:off x="1171134" y="2100880"/>
              <a:ext cx="2249" cy="2830"/>
            </a:xfrm>
            <a:custGeom>
              <a:avLst/>
              <a:pathLst>
                <a:path w="2249" h="2830">
                  <a:moveTo>
                    <a:pt x="2249" y="2184"/>
                  </a:moveTo>
                  <a:lnTo>
                    <a:pt x="1278" y="2830"/>
                  </a:lnTo>
                  <a:lnTo>
                    <a:pt x="0" y="1520"/>
                  </a:lnTo>
                  <a:lnTo>
                    <a:pt x="124" y="0"/>
                  </a:lnTo>
                  <a:lnTo>
                    <a:pt x="1528" y="12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8"/>
            <p:cNvSpPr/>
            <p:nvPr/>
          </p:nvSpPr>
          <p:spPr>
            <a:xfrm>
              <a:off x="1148232" y="2099929"/>
              <a:ext cx="6329" cy="8925"/>
            </a:xfrm>
            <a:custGeom>
              <a:avLst/>
              <a:pathLst>
                <a:path w="6329" h="8925">
                  <a:moveTo>
                    <a:pt x="3630" y="7941"/>
                  </a:moveTo>
                  <a:lnTo>
                    <a:pt x="3374" y="8925"/>
                  </a:lnTo>
                  <a:lnTo>
                    <a:pt x="3097" y="8896"/>
                  </a:lnTo>
                  <a:lnTo>
                    <a:pt x="1560" y="7264"/>
                  </a:lnTo>
                  <a:lnTo>
                    <a:pt x="1335" y="6713"/>
                  </a:lnTo>
                  <a:lnTo>
                    <a:pt x="2238" y="5938"/>
                  </a:lnTo>
                  <a:lnTo>
                    <a:pt x="2500" y="5338"/>
                  </a:lnTo>
                  <a:lnTo>
                    <a:pt x="2395" y="4556"/>
                  </a:lnTo>
                  <a:lnTo>
                    <a:pt x="1719" y="3468"/>
                  </a:lnTo>
                  <a:lnTo>
                    <a:pt x="472" y="2074"/>
                  </a:lnTo>
                  <a:lnTo>
                    <a:pt x="0" y="1070"/>
                  </a:lnTo>
                  <a:lnTo>
                    <a:pt x="302" y="455"/>
                  </a:lnTo>
                  <a:lnTo>
                    <a:pt x="896" y="76"/>
                  </a:lnTo>
                  <a:lnTo>
                    <a:pt x="2770" y="0"/>
                  </a:lnTo>
                  <a:lnTo>
                    <a:pt x="3782" y="1715"/>
                  </a:lnTo>
                  <a:lnTo>
                    <a:pt x="4544" y="2317"/>
                  </a:lnTo>
                  <a:lnTo>
                    <a:pt x="6329" y="2724"/>
                  </a:lnTo>
                  <a:lnTo>
                    <a:pt x="5403" y="3451"/>
                  </a:lnTo>
                  <a:lnTo>
                    <a:pt x="4877" y="4153"/>
                  </a:lnTo>
                  <a:lnTo>
                    <a:pt x="4230" y="68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09"/>
            <p:cNvSpPr/>
            <p:nvPr/>
          </p:nvSpPr>
          <p:spPr>
            <a:xfrm>
              <a:off x="1154266" y="2099594"/>
              <a:ext cx="6987" cy="7482"/>
            </a:xfrm>
            <a:custGeom>
              <a:avLst/>
              <a:pathLst>
                <a:path w="6987" h="7482">
                  <a:moveTo>
                    <a:pt x="6007" y="6295"/>
                  </a:moveTo>
                  <a:lnTo>
                    <a:pt x="5675" y="6680"/>
                  </a:lnTo>
                  <a:lnTo>
                    <a:pt x="5067" y="6980"/>
                  </a:lnTo>
                  <a:lnTo>
                    <a:pt x="3312" y="6647"/>
                  </a:lnTo>
                  <a:lnTo>
                    <a:pt x="2250" y="6752"/>
                  </a:lnTo>
                  <a:lnTo>
                    <a:pt x="1066" y="6961"/>
                  </a:lnTo>
                  <a:lnTo>
                    <a:pt x="176" y="7482"/>
                  </a:lnTo>
                  <a:lnTo>
                    <a:pt x="0" y="6758"/>
                  </a:lnTo>
                  <a:lnTo>
                    <a:pt x="29" y="6163"/>
                  </a:lnTo>
                  <a:lnTo>
                    <a:pt x="3860" y="4537"/>
                  </a:lnTo>
                  <a:lnTo>
                    <a:pt x="4752" y="3689"/>
                  </a:lnTo>
                  <a:lnTo>
                    <a:pt x="5298" y="2615"/>
                  </a:lnTo>
                  <a:lnTo>
                    <a:pt x="5797" y="601"/>
                  </a:lnTo>
                  <a:lnTo>
                    <a:pt x="6199" y="0"/>
                  </a:lnTo>
                  <a:lnTo>
                    <a:pt x="6446" y="30"/>
                  </a:lnTo>
                  <a:lnTo>
                    <a:pt x="6987" y="823"/>
                  </a:lnTo>
                  <a:lnTo>
                    <a:pt x="6797" y="1868"/>
                  </a:lnTo>
                  <a:lnTo>
                    <a:pt x="6315" y="2777"/>
                  </a:lnTo>
                  <a:lnTo>
                    <a:pt x="6157" y="36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0"/>
            <p:cNvSpPr/>
            <p:nvPr/>
          </p:nvSpPr>
          <p:spPr>
            <a:xfrm>
              <a:off x="1162420" y="2097932"/>
              <a:ext cx="6033" cy="11298"/>
            </a:xfrm>
            <a:custGeom>
              <a:avLst/>
              <a:pathLst>
                <a:path w="6033" h="11298">
                  <a:moveTo>
                    <a:pt x="4238" y="3526"/>
                  </a:moveTo>
                  <a:lnTo>
                    <a:pt x="4300" y="4516"/>
                  </a:lnTo>
                  <a:lnTo>
                    <a:pt x="5618" y="4391"/>
                  </a:lnTo>
                  <a:lnTo>
                    <a:pt x="6032" y="4902"/>
                  </a:lnTo>
                  <a:lnTo>
                    <a:pt x="6033" y="6847"/>
                  </a:lnTo>
                  <a:lnTo>
                    <a:pt x="5860" y="7397"/>
                  </a:lnTo>
                  <a:lnTo>
                    <a:pt x="5660" y="7531"/>
                  </a:lnTo>
                  <a:lnTo>
                    <a:pt x="5185" y="7104"/>
                  </a:lnTo>
                  <a:lnTo>
                    <a:pt x="4650" y="8095"/>
                  </a:lnTo>
                  <a:lnTo>
                    <a:pt x="2194" y="10522"/>
                  </a:lnTo>
                  <a:lnTo>
                    <a:pt x="1432" y="9164"/>
                  </a:lnTo>
                  <a:lnTo>
                    <a:pt x="0" y="11298"/>
                  </a:lnTo>
                  <a:lnTo>
                    <a:pt x="1003" y="5778"/>
                  </a:lnTo>
                  <a:lnTo>
                    <a:pt x="2163" y="4943"/>
                  </a:lnTo>
                  <a:lnTo>
                    <a:pt x="2591" y="4316"/>
                  </a:lnTo>
                  <a:lnTo>
                    <a:pt x="2491" y="2699"/>
                  </a:lnTo>
                  <a:lnTo>
                    <a:pt x="3029" y="0"/>
                  </a:lnTo>
                  <a:lnTo>
                    <a:pt x="4198" y="125"/>
                  </a:lnTo>
                  <a:lnTo>
                    <a:pt x="4738" y="1240"/>
                  </a:lnTo>
                  <a:lnTo>
                    <a:pt x="4718" y="19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1"/>
            <p:cNvSpPr/>
            <p:nvPr/>
          </p:nvSpPr>
          <p:spPr>
            <a:xfrm>
              <a:off x="5252807" y="2097677"/>
              <a:ext cx="1522" cy="2823"/>
            </a:xfrm>
            <a:custGeom>
              <a:avLst/>
              <a:pathLst>
                <a:path w="1522" h="2823">
                  <a:moveTo>
                    <a:pt x="1156" y="2317"/>
                  </a:moveTo>
                  <a:lnTo>
                    <a:pt x="423" y="2823"/>
                  </a:lnTo>
                  <a:lnTo>
                    <a:pt x="31" y="1540"/>
                  </a:lnTo>
                  <a:lnTo>
                    <a:pt x="0" y="796"/>
                  </a:lnTo>
                  <a:lnTo>
                    <a:pt x="395" y="0"/>
                  </a:lnTo>
                  <a:lnTo>
                    <a:pt x="1100" y="506"/>
                  </a:lnTo>
                  <a:lnTo>
                    <a:pt x="1522" y="12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2"/>
            <p:cNvSpPr/>
            <p:nvPr/>
          </p:nvSpPr>
          <p:spPr>
            <a:xfrm>
              <a:off x="5264576" y="2096621"/>
              <a:ext cx="3248" cy="4438"/>
            </a:xfrm>
            <a:custGeom>
              <a:avLst/>
              <a:pathLst>
                <a:path w="3248" h="4438">
                  <a:moveTo>
                    <a:pt x="2647" y="3693"/>
                  </a:moveTo>
                  <a:lnTo>
                    <a:pt x="1698" y="4438"/>
                  </a:lnTo>
                  <a:lnTo>
                    <a:pt x="597" y="4029"/>
                  </a:lnTo>
                  <a:lnTo>
                    <a:pt x="0" y="2884"/>
                  </a:lnTo>
                  <a:lnTo>
                    <a:pt x="71" y="1502"/>
                  </a:lnTo>
                  <a:lnTo>
                    <a:pt x="1490" y="0"/>
                  </a:lnTo>
                  <a:lnTo>
                    <a:pt x="3248" y="18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3"/>
            <p:cNvSpPr/>
            <p:nvPr/>
          </p:nvSpPr>
          <p:spPr>
            <a:xfrm>
              <a:off x="1171363" y="2094566"/>
              <a:ext cx="2407" cy="3751"/>
            </a:xfrm>
            <a:custGeom>
              <a:avLst/>
              <a:pathLst>
                <a:path w="2407" h="3751">
                  <a:moveTo>
                    <a:pt x="1875" y="2881"/>
                  </a:moveTo>
                  <a:lnTo>
                    <a:pt x="1604" y="3751"/>
                  </a:lnTo>
                  <a:lnTo>
                    <a:pt x="479" y="2826"/>
                  </a:lnTo>
                  <a:lnTo>
                    <a:pt x="80" y="2071"/>
                  </a:lnTo>
                  <a:lnTo>
                    <a:pt x="0" y="1297"/>
                  </a:lnTo>
                  <a:lnTo>
                    <a:pt x="332" y="16"/>
                  </a:lnTo>
                  <a:lnTo>
                    <a:pt x="1232" y="0"/>
                  </a:lnTo>
                  <a:lnTo>
                    <a:pt x="1764" y="520"/>
                  </a:lnTo>
                  <a:lnTo>
                    <a:pt x="2260" y="1491"/>
                  </a:lnTo>
                  <a:lnTo>
                    <a:pt x="2407" y="20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4"/>
            <p:cNvSpPr/>
            <p:nvPr/>
          </p:nvSpPr>
          <p:spPr>
            <a:xfrm>
              <a:off x="5238713" y="2094156"/>
              <a:ext cx="4825" cy="8059"/>
            </a:xfrm>
            <a:custGeom>
              <a:avLst/>
              <a:pathLst>
                <a:path w="4825" h="8059">
                  <a:moveTo>
                    <a:pt x="1900" y="6826"/>
                  </a:moveTo>
                  <a:lnTo>
                    <a:pt x="900" y="8059"/>
                  </a:lnTo>
                  <a:lnTo>
                    <a:pt x="119" y="6800"/>
                  </a:lnTo>
                  <a:lnTo>
                    <a:pt x="0" y="6231"/>
                  </a:lnTo>
                  <a:lnTo>
                    <a:pt x="1500" y="4078"/>
                  </a:lnTo>
                  <a:lnTo>
                    <a:pt x="2625" y="3611"/>
                  </a:lnTo>
                  <a:lnTo>
                    <a:pt x="3109" y="2825"/>
                  </a:lnTo>
                  <a:lnTo>
                    <a:pt x="3607" y="98"/>
                  </a:lnTo>
                  <a:lnTo>
                    <a:pt x="4444" y="0"/>
                  </a:lnTo>
                  <a:lnTo>
                    <a:pt x="4825" y="318"/>
                  </a:lnTo>
                  <a:lnTo>
                    <a:pt x="4634" y="1597"/>
                  </a:lnTo>
                  <a:lnTo>
                    <a:pt x="3978" y="3545"/>
                  </a:lnTo>
                  <a:lnTo>
                    <a:pt x="3957" y="49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5"/>
            <p:cNvSpPr/>
            <p:nvPr/>
          </p:nvSpPr>
          <p:spPr>
            <a:xfrm>
              <a:off x="1196589" y="2093272"/>
              <a:ext cx="11157" cy="3019"/>
            </a:xfrm>
            <a:custGeom>
              <a:avLst/>
              <a:pathLst>
                <a:path w="11157" h="3019">
                  <a:moveTo>
                    <a:pt x="5053" y="220"/>
                  </a:moveTo>
                  <a:lnTo>
                    <a:pt x="7310" y="1421"/>
                  </a:lnTo>
                  <a:lnTo>
                    <a:pt x="10117" y="1281"/>
                  </a:lnTo>
                  <a:lnTo>
                    <a:pt x="11141" y="1572"/>
                  </a:lnTo>
                  <a:lnTo>
                    <a:pt x="11157" y="1908"/>
                  </a:lnTo>
                  <a:lnTo>
                    <a:pt x="9363" y="2400"/>
                  </a:lnTo>
                  <a:lnTo>
                    <a:pt x="8749" y="2239"/>
                  </a:lnTo>
                  <a:lnTo>
                    <a:pt x="7181" y="2900"/>
                  </a:lnTo>
                  <a:lnTo>
                    <a:pt x="6116" y="3019"/>
                  </a:lnTo>
                  <a:lnTo>
                    <a:pt x="3681" y="2396"/>
                  </a:lnTo>
                  <a:lnTo>
                    <a:pt x="1803" y="2823"/>
                  </a:lnTo>
                  <a:lnTo>
                    <a:pt x="1306" y="2662"/>
                  </a:lnTo>
                  <a:lnTo>
                    <a:pt x="716" y="2115"/>
                  </a:lnTo>
                  <a:lnTo>
                    <a:pt x="33" y="1185"/>
                  </a:lnTo>
                  <a:lnTo>
                    <a:pt x="0" y="603"/>
                  </a:lnTo>
                  <a:lnTo>
                    <a:pt x="616" y="367"/>
                  </a:lnTo>
                  <a:lnTo>
                    <a:pt x="2282" y="1165"/>
                  </a:lnTo>
                  <a:lnTo>
                    <a:pt x="2456" y="750"/>
                  </a:lnTo>
                  <a:lnTo>
                    <a:pt x="386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6"/>
            <p:cNvSpPr/>
            <p:nvPr/>
          </p:nvSpPr>
          <p:spPr>
            <a:xfrm>
              <a:off x="1212386" y="2086054"/>
              <a:ext cx="3523" cy="3858"/>
            </a:xfrm>
            <a:custGeom>
              <a:avLst/>
              <a:pathLst>
                <a:path w="3523" h="3858">
                  <a:moveTo>
                    <a:pt x="1784" y="3420"/>
                  </a:moveTo>
                  <a:lnTo>
                    <a:pt x="928" y="3858"/>
                  </a:lnTo>
                  <a:lnTo>
                    <a:pt x="0" y="3403"/>
                  </a:lnTo>
                  <a:lnTo>
                    <a:pt x="433" y="1843"/>
                  </a:lnTo>
                  <a:lnTo>
                    <a:pt x="876" y="1011"/>
                  </a:lnTo>
                  <a:lnTo>
                    <a:pt x="1719" y="0"/>
                  </a:lnTo>
                  <a:lnTo>
                    <a:pt x="2724" y="445"/>
                  </a:lnTo>
                  <a:lnTo>
                    <a:pt x="3523" y="17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7"/>
            <p:cNvSpPr/>
            <p:nvPr/>
          </p:nvSpPr>
          <p:spPr>
            <a:xfrm>
              <a:off x="1181593" y="2085104"/>
              <a:ext cx="14698" cy="12595"/>
            </a:xfrm>
            <a:custGeom>
              <a:avLst/>
              <a:pathLst>
                <a:path w="14698" h="12595">
                  <a:moveTo>
                    <a:pt x="7114" y="11380"/>
                  </a:moveTo>
                  <a:lnTo>
                    <a:pt x="940" y="12595"/>
                  </a:lnTo>
                  <a:lnTo>
                    <a:pt x="0" y="11760"/>
                  </a:lnTo>
                  <a:lnTo>
                    <a:pt x="936" y="11285"/>
                  </a:lnTo>
                  <a:lnTo>
                    <a:pt x="2047" y="11023"/>
                  </a:lnTo>
                  <a:lnTo>
                    <a:pt x="4369" y="9632"/>
                  </a:lnTo>
                  <a:lnTo>
                    <a:pt x="7224" y="8427"/>
                  </a:lnTo>
                  <a:lnTo>
                    <a:pt x="9451" y="6977"/>
                  </a:lnTo>
                  <a:lnTo>
                    <a:pt x="11386" y="6028"/>
                  </a:lnTo>
                  <a:lnTo>
                    <a:pt x="11930" y="4465"/>
                  </a:lnTo>
                  <a:lnTo>
                    <a:pt x="10231" y="3669"/>
                  </a:lnTo>
                  <a:lnTo>
                    <a:pt x="9897" y="3041"/>
                  </a:lnTo>
                  <a:lnTo>
                    <a:pt x="10703" y="2311"/>
                  </a:lnTo>
                  <a:lnTo>
                    <a:pt x="11377" y="1248"/>
                  </a:lnTo>
                  <a:lnTo>
                    <a:pt x="12965" y="0"/>
                  </a:lnTo>
                  <a:lnTo>
                    <a:pt x="14384" y="1564"/>
                  </a:lnTo>
                  <a:lnTo>
                    <a:pt x="14698" y="2611"/>
                  </a:lnTo>
                  <a:lnTo>
                    <a:pt x="14563" y="3852"/>
                  </a:lnTo>
                  <a:lnTo>
                    <a:pt x="14277" y="5146"/>
                  </a:lnTo>
                  <a:lnTo>
                    <a:pt x="13031" y="5814"/>
                  </a:lnTo>
                  <a:lnTo>
                    <a:pt x="12844" y="6495"/>
                  </a:lnTo>
                  <a:lnTo>
                    <a:pt x="13520" y="8420"/>
                  </a:lnTo>
                  <a:lnTo>
                    <a:pt x="10955" y="1011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8"/>
            <p:cNvSpPr/>
            <p:nvPr/>
          </p:nvSpPr>
          <p:spPr>
            <a:xfrm>
              <a:off x="5194431" y="2082624"/>
              <a:ext cx="4300" cy="4357"/>
            </a:xfrm>
            <a:custGeom>
              <a:avLst/>
              <a:pathLst>
                <a:path w="4300" h="4357">
                  <a:moveTo>
                    <a:pt x="3687" y="4270"/>
                  </a:moveTo>
                  <a:lnTo>
                    <a:pt x="2940" y="4357"/>
                  </a:lnTo>
                  <a:lnTo>
                    <a:pt x="2461" y="3334"/>
                  </a:lnTo>
                  <a:lnTo>
                    <a:pt x="0" y="2934"/>
                  </a:lnTo>
                  <a:lnTo>
                    <a:pt x="255" y="1963"/>
                  </a:lnTo>
                  <a:lnTo>
                    <a:pt x="1313" y="1556"/>
                  </a:lnTo>
                  <a:lnTo>
                    <a:pt x="2937" y="0"/>
                  </a:lnTo>
                  <a:lnTo>
                    <a:pt x="4300" y="265"/>
                  </a:lnTo>
                  <a:lnTo>
                    <a:pt x="3940" y="16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19"/>
            <p:cNvSpPr/>
            <p:nvPr/>
          </p:nvSpPr>
          <p:spPr>
            <a:xfrm>
              <a:off x="1233017" y="2076907"/>
              <a:ext cx="2789" cy="4367"/>
            </a:xfrm>
            <a:custGeom>
              <a:avLst/>
              <a:pathLst>
                <a:path w="2789" h="4367">
                  <a:moveTo>
                    <a:pt x="1077" y="3429"/>
                  </a:moveTo>
                  <a:lnTo>
                    <a:pt x="341" y="4367"/>
                  </a:lnTo>
                  <a:lnTo>
                    <a:pt x="126" y="4019"/>
                  </a:lnTo>
                  <a:lnTo>
                    <a:pt x="0" y="2861"/>
                  </a:lnTo>
                  <a:lnTo>
                    <a:pt x="412" y="1959"/>
                  </a:lnTo>
                  <a:lnTo>
                    <a:pt x="1668" y="0"/>
                  </a:lnTo>
                  <a:lnTo>
                    <a:pt x="2520" y="369"/>
                  </a:lnTo>
                  <a:lnTo>
                    <a:pt x="2789" y="885"/>
                  </a:lnTo>
                  <a:lnTo>
                    <a:pt x="2766" y="1628"/>
                  </a:lnTo>
                  <a:lnTo>
                    <a:pt x="2451" y="2598"/>
                  </a:lnTo>
                  <a:lnTo>
                    <a:pt x="2045" y="3086"/>
                  </a:lnTo>
                  <a:lnTo>
                    <a:pt x="1550" y="309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0"/>
            <p:cNvSpPr/>
            <p:nvPr/>
          </p:nvSpPr>
          <p:spPr>
            <a:xfrm>
              <a:off x="1242629" y="2071409"/>
              <a:ext cx="3451" cy="2697"/>
            </a:xfrm>
            <a:custGeom>
              <a:avLst/>
              <a:pathLst>
                <a:path w="3451" h="2697">
                  <a:moveTo>
                    <a:pt x="3451" y="1071"/>
                  </a:moveTo>
                  <a:lnTo>
                    <a:pt x="3265" y="2260"/>
                  </a:lnTo>
                  <a:lnTo>
                    <a:pt x="3096" y="2697"/>
                  </a:lnTo>
                  <a:lnTo>
                    <a:pt x="1317" y="2064"/>
                  </a:lnTo>
                  <a:lnTo>
                    <a:pt x="129" y="2293"/>
                  </a:lnTo>
                  <a:lnTo>
                    <a:pt x="0" y="1589"/>
                  </a:lnTo>
                  <a:lnTo>
                    <a:pt x="106" y="963"/>
                  </a:lnTo>
                  <a:lnTo>
                    <a:pt x="1970" y="7"/>
                  </a:lnTo>
                  <a:lnTo>
                    <a:pt x="2727" y="0"/>
                  </a:lnTo>
                  <a:lnTo>
                    <a:pt x="3232" y="4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1"/>
            <p:cNvSpPr/>
            <p:nvPr/>
          </p:nvSpPr>
          <p:spPr>
            <a:xfrm>
              <a:off x="5183987" y="2067587"/>
              <a:ext cx="10831" cy="7709"/>
            </a:xfrm>
            <a:custGeom>
              <a:avLst/>
              <a:pathLst>
                <a:path w="10831" h="7709">
                  <a:moveTo>
                    <a:pt x="3647" y="0"/>
                  </a:moveTo>
                  <a:lnTo>
                    <a:pt x="5629" y="966"/>
                  </a:lnTo>
                  <a:lnTo>
                    <a:pt x="6989" y="513"/>
                  </a:lnTo>
                  <a:lnTo>
                    <a:pt x="8709" y="2077"/>
                  </a:lnTo>
                  <a:lnTo>
                    <a:pt x="10831" y="4755"/>
                  </a:lnTo>
                  <a:lnTo>
                    <a:pt x="10355" y="5266"/>
                  </a:lnTo>
                  <a:lnTo>
                    <a:pt x="9821" y="5559"/>
                  </a:lnTo>
                  <a:lnTo>
                    <a:pt x="9295" y="5527"/>
                  </a:lnTo>
                  <a:lnTo>
                    <a:pt x="7639" y="5974"/>
                  </a:lnTo>
                  <a:lnTo>
                    <a:pt x="6737" y="5866"/>
                  </a:lnTo>
                  <a:lnTo>
                    <a:pt x="5067" y="7709"/>
                  </a:lnTo>
                  <a:lnTo>
                    <a:pt x="3231" y="6384"/>
                  </a:lnTo>
                  <a:lnTo>
                    <a:pt x="2611" y="3765"/>
                  </a:lnTo>
                  <a:lnTo>
                    <a:pt x="1154" y="3119"/>
                  </a:lnTo>
                  <a:lnTo>
                    <a:pt x="0" y="2219"/>
                  </a:lnTo>
                  <a:lnTo>
                    <a:pt x="2107" y="1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2"/>
            <p:cNvSpPr/>
            <p:nvPr/>
          </p:nvSpPr>
          <p:spPr>
            <a:xfrm>
              <a:off x="1253020" y="2051476"/>
              <a:ext cx="14778" cy="21457"/>
            </a:xfrm>
            <a:custGeom>
              <a:avLst/>
              <a:pathLst>
                <a:path w="14778" h="21457">
                  <a:moveTo>
                    <a:pt x="12941" y="6296"/>
                  </a:moveTo>
                  <a:lnTo>
                    <a:pt x="9415" y="9460"/>
                  </a:lnTo>
                  <a:lnTo>
                    <a:pt x="8271" y="11773"/>
                  </a:lnTo>
                  <a:lnTo>
                    <a:pt x="7398" y="13999"/>
                  </a:lnTo>
                  <a:lnTo>
                    <a:pt x="6712" y="15218"/>
                  </a:lnTo>
                  <a:lnTo>
                    <a:pt x="6213" y="15428"/>
                  </a:lnTo>
                  <a:lnTo>
                    <a:pt x="5656" y="16018"/>
                  </a:lnTo>
                  <a:lnTo>
                    <a:pt x="4492" y="17575"/>
                  </a:lnTo>
                  <a:lnTo>
                    <a:pt x="4003" y="17768"/>
                  </a:lnTo>
                  <a:lnTo>
                    <a:pt x="264" y="21401"/>
                  </a:lnTo>
                  <a:lnTo>
                    <a:pt x="0" y="21457"/>
                  </a:lnTo>
                  <a:lnTo>
                    <a:pt x="182" y="20508"/>
                  </a:lnTo>
                  <a:lnTo>
                    <a:pt x="1323" y="19163"/>
                  </a:lnTo>
                  <a:lnTo>
                    <a:pt x="2068" y="17937"/>
                  </a:lnTo>
                  <a:lnTo>
                    <a:pt x="2909" y="15911"/>
                  </a:lnTo>
                  <a:lnTo>
                    <a:pt x="3372" y="15167"/>
                  </a:lnTo>
                  <a:lnTo>
                    <a:pt x="3520" y="14149"/>
                  </a:lnTo>
                  <a:lnTo>
                    <a:pt x="3580" y="12098"/>
                  </a:lnTo>
                  <a:lnTo>
                    <a:pt x="3789" y="11321"/>
                  </a:lnTo>
                  <a:lnTo>
                    <a:pt x="4592" y="9779"/>
                  </a:lnTo>
                  <a:lnTo>
                    <a:pt x="5177" y="8936"/>
                  </a:lnTo>
                  <a:lnTo>
                    <a:pt x="5946" y="8645"/>
                  </a:lnTo>
                  <a:lnTo>
                    <a:pt x="7506" y="8903"/>
                  </a:lnTo>
                  <a:lnTo>
                    <a:pt x="8153" y="8118"/>
                  </a:lnTo>
                  <a:lnTo>
                    <a:pt x="8353" y="7524"/>
                  </a:lnTo>
                  <a:lnTo>
                    <a:pt x="7959" y="6981"/>
                  </a:lnTo>
                  <a:lnTo>
                    <a:pt x="7866" y="6039"/>
                  </a:lnTo>
                  <a:lnTo>
                    <a:pt x="7969" y="4415"/>
                  </a:lnTo>
                  <a:lnTo>
                    <a:pt x="8420" y="2973"/>
                  </a:lnTo>
                  <a:lnTo>
                    <a:pt x="9220" y="1715"/>
                  </a:lnTo>
                  <a:lnTo>
                    <a:pt x="10309" y="735"/>
                  </a:lnTo>
                  <a:lnTo>
                    <a:pt x="11687" y="36"/>
                  </a:lnTo>
                  <a:lnTo>
                    <a:pt x="12695" y="0"/>
                  </a:lnTo>
                  <a:lnTo>
                    <a:pt x="14509" y="1484"/>
                  </a:lnTo>
                  <a:lnTo>
                    <a:pt x="14778" y="2164"/>
                  </a:lnTo>
                  <a:lnTo>
                    <a:pt x="14336" y="3653"/>
                  </a:lnTo>
                  <a:lnTo>
                    <a:pt x="14083" y="50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3"/>
            <p:cNvSpPr/>
            <p:nvPr/>
          </p:nvSpPr>
          <p:spPr>
            <a:xfrm>
              <a:off x="1285682" y="2043059"/>
              <a:ext cx="1703" cy="3624"/>
            </a:xfrm>
            <a:custGeom>
              <a:avLst/>
              <a:pathLst>
                <a:path w="1703" h="3624">
                  <a:moveTo>
                    <a:pt x="471" y="3539"/>
                  </a:moveTo>
                  <a:lnTo>
                    <a:pt x="309" y="3624"/>
                  </a:lnTo>
                  <a:lnTo>
                    <a:pt x="15" y="2892"/>
                  </a:lnTo>
                  <a:lnTo>
                    <a:pt x="0" y="2224"/>
                  </a:lnTo>
                  <a:lnTo>
                    <a:pt x="188" y="1740"/>
                  </a:lnTo>
                  <a:lnTo>
                    <a:pt x="724" y="608"/>
                  </a:lnTo>
                  <a:lnTo>
                    <a:pt x="1106" y="204"/>
                  </a:lnTo>
                  <a:lnTo>
                    <a:pt x="1576" y="0"/>
                  </a:lnTo>
                  <a:lnTo>
                    <a:pt x="1703" y="302"/>
                  </a:lnTo>
                  <a:lnTo>
                    <a:pt x="1290" y="1644"/>
                  </a:lnTo>
                  <a:lnTo>
                    <a:pt x="771" y="25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4"/>
            <p:cNvSpPr/>
            <p:nvPr/>
          </p:nvSpPr>
          <p:spPr>
            <a:xfrm>
              <a:off x="1267752" y="2038245"/>
              <a:ext cx="18158" cy="22059"/>
            </a:xfrm>
            <a:custGeom>
              <a:avLst/>
              <a:pathLst>
                <a:path w="18158" h="22059">
                  <a:moveTo>
                    <a:pt x="13734" y="3103"/>
                  </a:moveTo>
                  <a:lnTo>
                    <a:pt x="14231" y="4506"/>
                  </a:lnTo>
                  <a:lnTo>
                    <a:pt x="15090" y="3617"/>
                  </a:lnTo>
                  <a:lnTo>
                    <a:pt x="15720" y="2398"/>
                  </a:lnTo>
                  <a:lnTo>
                    <a:pt x="16212" y="822"/>
                  </a:lnTo>
                  <a:lnTo>
                    <a:pt x="16531" y="206"/>
                  </a:lnTo>
                  <a:lnTo>
                    <a:pt x="16953" y="1036"/>
                  </a:lnTo>
                  <a:lnTo>
                    <a:pt x="18158" y="2167"/>
                  </a:lnTo>
                  <a:lnTo>
                    <a:pt x="17144" y="3905"/>
                  </a:lnTo>
                  <a:lnTo>
                    <a:pt x="15190" y="6514"/>
                  </a:lnTo>
                  <a:lnTo>
                    <a:pt x="14536" y="8258"/>
                  </a:lnTo>
                  <a:lnTo>
                    <a:pt x="14495" y="9011"/>
                  </a:lnTo>
                  <a:lnTo>
                    <a:pt x="16388" y="8434"/>
                  </a:lnTo>
                  <a:lnTo>
                    <a:pt x="16917" y="8518"/>
                  </a:lnTo>
                  <a:lnTo>
                    <a:pt x="17254" y="9114"/>
                  </a:lnTo>
                  <a:lnTo>
                    <a:pt x="16735" y="9822"/>
                  </a:lnTo>
                  <a:lnTo>
                    <a:pt x="15704" y="10464"/>
                  </a:lnTo>
                  <a:lnTo>
                    <a:pt x="14808" y="11710"/>
                  </a:lnTo>
                  <a:lnTo>
                    <a:pt x="12734" y="13867"/>
                  </a:lnTo>
                  <a:lnTo>
                    <a:pt x="11949" y="15659"/>
                  </a:lnTo>
                  <a:lnTo>
                    <a:pt x="11022" y="16342"/>
                  </a:lnTo>
                  <a:lnTo>
                    <a:pt x="9759" y="16505"/>
                  </a:lnTo>
                  <a:lnTo>
                    <a:pt x="7539" y="17673"/>
                  </a:lnTo>
                  <a:lnTo>
                    <a:pt x="6191" y="18774"/>
                  </a:lnTo>
                  <a:lnTo>
                    <a:pt x="5850" y="19368"/>
                  </a:lnTo>
                  <a:lnTo>
                    <a:pt x="5426" y="19649"/>
                  </a:lnTo>
                  <a:lnTo>
                    <a:pt x="4919" y="19619"/>
                  </a:lnTo>
                  <a:lnTo>
                    <a:pt x="4372" y="20101"/>
                  </a:lnTo>
                  <a:lnTo>
                    <a:pt x="3785" y="21097"/>
                  </a:lnTo>
                  <a:lnTo>
                    <a:pt x="3295" y="21563"/>
                  </a:lnTo>
                  <a:lnTo>
                    <a:pt x="2492" y="21666"/>
                  </a:lnTo>
                  <a:lnTo>
                    <a:pt x="2073" y="22059"/>
                  </a:lnTo>
                  <a:lnTo>
                    <a:pt x="1603" y="22043"/>
                  </a:lnTo>
                  <a:lnTo>
                    <a:pt x="321" y="20853"/>
                  </a:lnTo>
                  <a:lnTo>
                    <a:pt x="0" y="20157"/>
                  </a:lnTo>
                  <a:lnTo>
                    <a:pt x="1135" y="18765"/>
                  </a:lnTo>
                  <a:lnTo>
                    <a:pt x="1957" y="18302"/>
                  </a:lnTo>
                  <a:lnTo>
                    <a:pt x="3206" y="18091"/>
                  </a:lnTo>
                  <a:lnTo>
                    <a:pt x="4433" y="16804"/>
                  </a:lnTo>
                  <a:lnTo>
                    <a:pt x="6958" y="15099"/>
                  </a:lnTo>
                  <a:lnTo>
                    <a:pt x="7741" y="14168"/>
                  </a:lnTo>
                  <a:lnTo>
                    <a:pt x="8245" y="10933"/>
                  </a:lnTo>
                  <a:lnTo>
                    <a:pt x="8819" y="10382"/>
                  </a:lnTo>
                  <a:lnTo>
                    <a:pt x="9126" y="9088"/>
                  </a:lnTo>
                  <a:lnTo>
                    <a:pt x="10525" y="9125"/>
                  </a:lnTo>
                  <a:lnTo>
                    <a:pt x="11168" y="10575"/>
                  </a:lnTo>
                  <a:lnTo>
                    <a:pt x="11393" y="10773"/>
                  </a:lnTo>
                  <a:lnTo>
                    <a:pt x="11505" y="10632"/>
                  </a:lnTo>
                  <a:lnTo>
                    <a:pt x="11567" y="9472"/>
                  </a:lnTo>
                  <a:lnTo>
                    <a:pt x="12285" y="8658"/>
                  </a:lnTo>
                  <a:lnTo>
                    <a:pt x="11871" y="8061"/>
                  </a:lnTo>
                  <a:lnTo>
                    <a:pt x="10578" y="7309"/>
                  </a:lnTo>
                  <a:lnTo>
                    <a:pt x="9618" y="6955"/>
                  </a:lnTo>
                  <a:lnTo>
                    <a:pt x="8994" y="6997"/>
                  </a:lnTo>
                  <a:lnTo>
                    <a:pt x="8484" y="6576"/>
                  </a:lnTo>
                  <a:lnTo>
                    <a:pt x="8092" y="5690"/>
                  </a:lnTo>
                  <a:lnTo>
                    <a:pt x="7913" y="4811"/>
                  </a:lnTo>
                  <a:lnTo>
                    <a:pt x="7947" y="3940"/>
                  </a:lnTo>
                  <a:lnTo>
                    <a:pt x="8266" y="2963"/>
                  </a:lnTo>
                  <a:lnTo>
                    <a:pt x="8869" y="1884"/>
                  </a:lnTo>
                  <a:lnTo>
                    <a:pt x="9559" y="1271"/>
                  </a:lnTo>
                  <a:lnTo>
                    <a:pt x="11049" y="829"/>
                  </a:lnTo>
                  <a:lnTo>
                    <a:pt x="12368" y="111"/>
                  </a:lnTo>
                  <a:lnTo>
                    <a:pt x="13067" y="0"/>
                  </a:lnTo>
                  <a:lnTo>
                    <a:pt x="13595" y="3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5"/>
            <p:cNvSpPr/>
            <p:nvPr/>
          </p:nvSpPr>
          <p:spPr>
            <a:xfrm>
              <a:off x="1287350" y="2032186"/>
              <a:ext cx="4752" cy="4842"/>
            </a:xfrm>
            <a:custGeom>
              <a:avLst/>
              <a:pathLst>
                <a:path w="4752" h="4842">
                  <a:moveTo>
                    <a:pt x="3041" y="4148"/>
                  </a:moveTo>
                  <a:lnTo>
                    <a:pt x="2605" y="4668"/>
                  </a:lnTo>
                  <a:lnTo>
                    <a:pt x="2255" y="4782"/>
                  </a:lnTo>
                  <a:lnTo>
                    <a:pt x="1989" y="4487"/>
                  </a:lnTo>
                  <a:lnTo>
                    <a:pt x="798" y="4842"/>
                  </a:lnTo>
                  <a:lnTo>
                    <a:pt x="565" y="4630"/>
                  </a:lnTo>
                  <a:lnTo>
                    <a:pt x="34" y="2868"/>
                  </a:lnTo>
                  <a:lnTo>
                    <a:pt x="0" y="1956"/>
                  </a:lnTo>
                  <a:lnTo>
                    <a:pt x="208" y="1237"/>
                  </a:lnTo>
                  <a:lnTo>
                    <a:pt x="742" y="584"/>
                  </a:lnTo>
                  <a:lnTo>
                    <a:pt x="1604" y="0"/>
                  </a:lnTo>
                  <a:lnTo>
                    <a:pt x="2450" y="119"/>
                  </a:lnTo>
                  <a:lnTo>
                    <a:pt x="3928" y="1741"/>
                  </a:lnTo>
                  <a:lnTo>
                    <a:pt x="4621" y="2692"/>
                  </a:lnTo>
                  <a:lnTo>
                    <a:pt x="4752" y="3283"/>
                  </a:lnTo>
                  <a:lnTo>
                    <a:pt x="4234" y="38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6"/>
            <p:cNvSpPr/>
            <p:nvPr/>
          </p:nvSpPr>
          <p:spPr>
            <a:xfrm>
              <a:off x="1292547" y="2030014"/>
              <a:ext cx="2834" cy="4590"/>
            </a:xfrm>
            <a:custGeom>
              <a:avLst/>
              <a:pathLst>
                <a:path w="2834" h="4590">
                  <a:moveTo>
                    <a:pt x="1070" y="4367"/>
                  </a:moveTo>
                  <a:lnTo>
                    <a:pt x="567" y="4590"/>
                  </a:lnTo>
                  <a:lnTo>
                    <a:pt x="446" y="4283"/>
                  </a:lnTo>
                  <a:lnTo>
                    <a:pt x="387" y="2983"/>
                  </a:lnTo>
                  <a:lnTo>
                    <a:pt x="0" y="921"/>
                  </a:lnTo>
                  <a:lnTo>
                    <a:pt x="734" y="173"/>
                  </a:lnTo>
                  <a:lnTo>
                    <a:pt x="1191" y="0"/>
                  </a:lnTo>
                  <a:lnTo>
                    <a:pt x="1385" y="314"/>
                  </a:lnTo>
                  <a:lnTo>
                    <a:pt x="1915" y="1850"/>
                  </a:lnTo>
                  <a:lnTo>
                    <a:pt x="2444" y="2260"/>
                  </a:lnTo>
                  <a:lnTo>
                    <a:pt x="2834" y="2591"/>
                  </a:lnTo>
                  <a:lnTo>
                    <a:pt x="2147" y="30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7"/>
            <p:cNvSpPr/>
            <p:nvPr/>
          </p:nvSpPr>
          <p:spPr>
            <a:xfrm>
              <a:off x="1325157" y="2023809"/>
              <a:ext cx="3062" cy="3397"/>
            </a:xfrm>
            <a:custGeom>
              <a:avLst/>
              <a:pathLst>
                <a:path w="3062" h="3397">
                  <a:moveTo>
                    <a:pt x="3062" y="2752"/>
                  </a:moveTo>
                  <a:lnTo>
                    <a:pt x="2065" y="3397"/>
                  </a:lnTo>
                  <a:lnTo>
                    <a:pt x="1006" y="2725"/>
                  </a:lnTo>
                  <a:lnTo>
                    <a:pt x="101" y="1481"/>
                  </a:lnTo>
                  <a:lnTo>
                    <a:pt x="0" y="0"/>
                  </a:lnTo>
                  <a:lnTo>
                    <a:pt x="2015" y="959"/>
                  </a:lnTo>
                  <a:lnTo>
                    <a:pt x="2446" y="14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8"/>
            <p:cNvSpPr/>
            <p:nvPr/>
          </p:nvSpPr>
          <p:spPr>
            <a:xfrm>
              <a:off x="1329606" y="2009360"/>
              <a:ext cx="2303" cy="4169"/>
            </a:xfrm>
            <a:custGeom>
              <a:avLst/>
              <a:pathLst>
                <a:path w="2303" h="4169">
                  <a:moveTo>
                    <a:pt x="1562" y="4032"/>
                  </a:moveTo>
                  <a:lnTo>
                    <a:pt x="1288" y="4169"/>
                  </a:lnTo>
                  <a:lnTo>
                    <a:pt x="496" y="3265"/>
                  </a:lnTo>
                  <a:lnTo>
                    <a:pt x="208" y="2588"/>
                  </a:lnTo>
                  <a:lnTo>
                    <a:pt x="0" y="1535"/>
                  </a:lnTo>
                  <a:lnTo>
                    <a:pt x="1613" y="18"/>
                  </a:lnTo>
                  <a:lnTo>
                    <a:pt x="1948" y="0"/>
                  </a:lnTo>
                  <a:lnTo>
                    <a:pt x="2249" y="849"/>
                  </a:lnTo>
                  <a:lnTo>
                    <a:pt x="2303" y="1520"/>
                  </a:lnTo>
                  <a:lnTo>
                    <a:pt x="1856" y="34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29"/>
            <p:cNvSpPr/>
            <p:nvPr/>
          </p:nvSpPr>
          <p:spPr>
            <a:xfrm>
              <a:off x="1301181" y="2007370"/>
              <a:ext cx="20952" cy="19102"/>
            </a:xfrm>
            <a:custGeom>
              <a:avLst/>
              <a:pathLst>
                <a:path w="20952" h="19102">
                  <a:moveTo>
                    <a:pt x="16432" y="2071"/>
                  </a:moveTo>
                  <a:lnTo>
                    <a:pt x="17549" y="6953"/>
                  </a:lnTo>
                  <a:lnTo>
                    <a:pt x="18033" y="7908"/>
                  </a:lnTo>
                  <a:lnTo>
                    <a:pt x="18751" y="8429"/>
                  </a:lnTo>
                  <a:lnTo>
                    <a:pt x="19757" y="8955"/>
                  </a:lnTo>
                  <a:lnTo>
                    <a:pt x="20356" y="9678"/>
                  </a:lnTo>
                  <a:lnTo>
                    <a:pt x="20883" y="10777"/>
                  </a:lnTo>
                  <a:lnTo>
                    <a:pt x="20952" y="11282"/>
                  </a:lnTo>
                  <a:lnTo>
                    <a:pt x="17789" y="9311"/>
                  </a:lnTo>
                  <a:lnTo>
                    <a:pt x="15801" y="12188"/>
                  </a:lnTo>
                  <a:lnTo>
                    <a:pt x="15201" y="12562"/>
                  </a:lnTo>
                  <a:lnTo>
                    <a:pt x="9559" y="12701"/>
                  </a:lnTo>
                  <a:lnTo>
                    <a:pt x="8431" y="13232"/>
                  </a:lnTo>
                  <a:lnTo>
                    <a:pt x="7702" y="14168"/>
                  </a:lnTo>
                  <a:lnTo>
                    <a:pt x="6413" y="16795"/>
                  </a:lnTo>
                  <a:lnTo>
                    <a:pt x="5759" y="17817"/>
                  </a:lnTo>
                  <a:lnTo>
                    <a:pt x="5069" y="18423"/>
                  </a:lnTo>
                  <a:lnTo>
                    <a:pt x="3603" y="19102"/>
                  </a:lnTo>
                  <a:lnTo>
                    <a:pt x="1843" y="19010"/>
                  </a:lnTo>
                  <a:lnTo>
                    <a:pt x="926" y="18667"/>
                  </a:lnTo>
                  <a:lnTo>
                    <a:pt x="434" y="17417"/>
                  </a:lnTo>
                  <a:lnTo>
                    <a:pt x="0" y="14953"/>
                  </a:lnTo>
                  <a:lnTo>
                    <a:pt x="2" y="14268"/>
                  </a:lnTo>
                  <a:lnTo>
                    <a:pt x="187" y="13090"/>
                  </a:lnTo>
                  <a:lnTo>
                    <a:pt x="1754" y="11461"/>
                  </a:lnTo>
                  <a:lnTo>
                    <a:pt x="2275" y="10603"/>
                  </a:lnTo>
                  <a:lnTo>
                    <a:pt x="4306" y="5022"/>
                  </a:lnTo>
                  <a:lnTo>
                    <a:pt x="4894" y="4254"/>
                  </a:lnTo>
                  <a:lnTo>
                    <a:pt x="5519" y="4067"/>
                  </a:lnTo>
                  <a:lnTo>
                    <a:pt x="7253" y="4455"/>
                  </a:lnTo>
                  <a:lnTo>
                    <a:pt x="8733" y="2827"/>
                  </a:lnTo>
                  <a:lnTo>
                    <a:pt x="11922" y="346"/>
                  </a:lnTo>
                  <a:lnTo>
                    <a:pt x="12622" y="51"/>
                  </a:lnTo>
                  <a:lnTo>
                    <a:pt x="14920" y="0"/>
                  </a:lnTo>
                  <a:lnTo>
                    <a:pt x="15546" y="383"/>
                  </a:lnTo>
                  <a:lnTo>
                    <a:pt x="16031" y="107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0"/>
            <p:cNvSpPr/>
            <p:nvPr/>
          </p:nvSpPr>
          <p:spPr>
            <a:xfrm>
              <a:off x="1363808" y="2007135"/>
              <a:ext cx="1149" cy="2702"/>
            </a:xfrm>
            <a:custGeom>
              <a:avLst/>
              <a:pathLst>
                <a:path w="1149" h="2702">
                  <a:moveTo>
                    <a:pt x="1149" y="2552"/>
                  </a:moveTo>
                  <a:lnTo>
                    <a:pt x="775" y="2702"/>
                  </a:lnTo>
                  <a:lnTo>
                    <a:pt x="466" y="2383"/>
                  </a:lnTo>
                  <a:lnTo>
                    <a:pt x="39" y="704"/>
                  </a:lnTo>
                  <a:lnTo>
                    <a:pt x="0" y="0"/>
                  </a:lnTo>
                  <a:lnTo>
                    <a:pt x="822" y="529"/>
                  </a:lnTo>
                  <a:lnTo>
                    <a:pt x="1136" y="17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1"/>
            <p:cNvSpPr/>
            <p:nvPr/>
          </p:nvSpPr>
          <p:spPr>
            <a:xfrm>
              <a:off x="1361661" y="2002195"/>
              <a:ext cx="1534" cy="4983"/>
            </a:xfrm>
            <a:custGeom>
              <a:avLst/>
              <a:pathLst>
                <a:path w="1534" h="4983">
                  <a:moveTo>
                    <a:pt x="1534" y="2190"/>
                  </a:moveTo>
                  <a:lnTo>
                    <a:pt x="1473" y="4544"/>
                  </a:lnTo>
                  <a:lnTo>
                    <a:pt x="1306" y="4915"/>
                  </a:lnTo>
                  <a:lnTo>
                    <a:pt x="1001" y="4286"/>
                  </a:lnTo>
                  <a:lnTo>
                    <a:pt x="354" y="4983"/>
                  </a:lnTo>
                  <a:lnTo>
                    <a:pt x="0" y="4474"/>
                  </a:lnTo>
                  <a:lnTo>
                    <a:pt x="150" y="3653"/>
                  </a:lnTo>
                  <a:lnTo>
                    <a:pt x="101" y="3014"/>
                  </a:lnTo>
                  <a:lnTo>
                    <a:pt x="581" y="2963"/>
                  </a:lnTo>
                  <a:lnTo>
                    <a:pt x="695" y="1792"/>
                  </a:lnTo>
                  <a:lnTo>
                    <a:pt x="612" y="1298"/>
                  </a:lnTo>
                  <a:lnTo>
                    <a:pt x="848" y="243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2"/>
            <p:cNvSpPr/>
            <p:nvPr/>
          </p:nvSpPr>
          <p:spPr>
            <a:xfrm>
              <a:off x="1684501" y="2001068"/>
              <a:ext cx="4178" cy="11121"/>
            </a:xfrm>
            <a:custGeom>
              <a:avLst/>
              <a:pathLst>
                <a:path w="4178" h="11121">
                  <a:moveTo>
                    <a:pt x="2939" y="5445"/>
                  </a:moveTo>
                  <a:lnTo>
                    <a:pt x="4116" y="9296"/>
                  </a:lnTo>
                  <a:lnTo>
                    <a:pt x="4178" y="10648"/>
                  </a:lnTo>
                  <a:lnTo>
                    <a:pt x="3056" y="11121"/>
                  </a:lnTo>
                  <a:lnTo>
                    <a:pt x="2174" y="10927"/>
                  </a:lnTo>
                  <a:lnTo>
                    <a:pt x="1719" y="10483"/>
                  </a:lnTo>
                  <a:lnTo>
                    <a:pt x="1599" y="9855"/>
                  </a:lnTo>
                  <a:lnTo>
                    <a:pt x="1884" y="7908"/>
                  </a:lnTo>
                  <a:lnTo>
                    <a:pt x="1304" y="6762"/>
                  </a:lnTo>
                  <a:lnTo>
                    <a:pt x="633" y="6371"/>
                  </a:lnTo>
                  <a:lnTo>
                    <a:pt x="33" y="7045"/>
                  </a:lnTo>
                  <a:lnTo>
                    <a:pt x="0" y="5123"/>
                  </a:lnTo>
                  <a:lnTo>
                    <a:pt x="450" y="3744"/>
                  </a:lnTo>
                  <a:lnTo>
                    <a:pt x="198" y="1869"/>
                  </a:lnTo>
                  <a:lnTo>
                    <a:pt x="191" y="453"/>
                  </a:lnTo>
                  <a:lnTo>
                    <a:pt x="341" y="0"/>
                  </a:lnTo>
                  <a:lnTo>
                    <a:pt x="949" y="40"/>
                  </a:lnTo>
                  <a:lnTo>
                    <a:pt x="2192" y="15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3"/>
            <p:cNvSpPr/>
            <p:nvPr/>
          </p:nvSpPr>
          <p:spPr>
            <a:xfrm>
              <a:off x="1355003" y="2000806"/>
              <a:ext cx="4461" cy="10350"/>
            </a:xfrm>
            <a:custGeom>
              <a:avLst/>
              <a:pathLst>
                <a:path w="4461" h="10350">
                  <a:moveTo>
                    <a:pt x="4074" y="4262"/>
                  </a:moveTo>
                  <a:lnTo>
                    <a:pt x="3373" y="4909"/>
                  </a:lnTo>
                  <a:lnTo>
                    <a:pt x="3152" y="5733"/>
                  </a:lnTo>
                  <a:lnTo>
                    <a:pt x="2619" y="6081"/>
                  </a:lnTo>
                  <a:lnTo>
                    <a:pt x="2170" y="6752"/>
                  </a:lnTo>
                  <a:lnTo>
                    <a:pt x="661" y="9789"/>
                  </a:lnTo>
                  <a:lnTo>
                    <a:pt x="0" y="10350"/>
                  </a:lnTo>
                  <a:lnTo>
                    <a:pt x="730" y="7758"/>
                  </a:lnTo>
                  <a:lnTo>
                    <a:pt x="844" y="6934"/>
                  </a:lnTo>
                  <a:lnTo>
                    <a:pt x="859" y="6385"/>
                  </a:lnTo>
                  <a:lnTo>
                    <a:pt x="632" y="4430"/>
                  </a:lnTo>
                  <a:lnTo>
                    <a:pt x="1073" y="4516"/>
                  </a:lnTo>
                  <a:lnTo>
                    <a:pt x="1436" y="4110"/>
                  </a:lnTo>
                  <a:lnTo>
                    <a:pt x="2166" y="2377"/>
                  </a:lnTo>
                  <a:lnTo>
                    <a:pt x="2824" y="2223"/>
                  </a:lnTo>
                  <a:lnTo>
                    <a:pt x="3528" y="161"/>
                  </a:lnTo>
                  <a:lnTo>
                    <a:pt x="3909" y="0"/>
                  </a:lnTo>
                  <a:lnTo>
                    <a:pt x="4096" y="278"/>
                  </a:lnTo>
                  <a:lnTo>
                    <a:pt x="3783" y="1527"/>
                  </a:lnTo>
                  <a:lnTo>
                    <a:pt x="4461" y="2677"/>
                  </a:lnTo>
                  <a:lnTo>
                    <a:pt x="4291" y="37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4"/>
            <p:cNvSpPr/>
            <p:nvPr/>
          </p:nvSpPr>
          <p:spPr>
            <a:xfrm>
              <a:off x="1663111" y="1999247"/>
              <a:ext cx="9627" cy="18957"/>
            </a:xfrm>
            <a:custGeom>
              <a:avLst/>
              <a:pathLst>
                <a:path w="9627" h="18957">
                  <a:moveTo>
                    <a:pt x="6807" y="12744"/>
                  </a:moveTo>
                  <a:lnTo>
                    <a:pt x="7089" y="13142"/>
                  </a:lnTo>
                  <a:lnTo>
                    <a:pt x="7375" y="12862"/>
                  </a:lnTo>
                  <a:lnTo>
                    <a:pt x="7842" y="11809"/>
                  </a:lnTo>
                  <a:lnTo>
                    <a:pt x="8667" y="12017"/>
                  </a:lnTo>
                  <a:lnTo>
                    <a:pt x="9263" y="12370"/>
                  </a:lnTo>
                  <a:lnTo>
                    <a:pt x="9627" y="12803"/>
                  </a:lnTo>
                  <a:lnTo>
                    <a:pt x="9434" y="14338"/>
                  </a:lnTo>
                  <a:lnTo>
                    <a:pt x="9285" y="16830"/>
                  </a:lnTo>
                  <a:lnTo>
                    <a:pt x="8943" y="17714"/>
                  </a:lnTo>
                  <a:lnTo>
                    <a:pt x="8608" y="18957"/>
                  </a:lnTo>
                  <a:lnTo>
                    <a:pt x="7440" y="18219"/>
                  </a:lnTo>
                  <a:lnTo>
                    <a:pt x="6493" y="16638"/>
                  </a:lnTo>
                  <a:lnTo>
                    <a:pt x="5119" y="13914"/>
                  </a:lnTo>
                  <a:lnTo>
                    <a:pt x="4354" y="11949"/>
                  </a:lnTo>
                  <a:lnTo>
                    <a:pt x="4295" y="11119"/>
                  </a:lnTo>
                  <a:lnTo>
                    <a:pt x="3810" y="10516"/>
                  </a:lnTo>
                  <a:lnTo>
                    <a:pt x="2867" y="7128"/>
                  </a:lnTo>
                  <a:lnTo>
                    <a:pt x="2331" y="4449"/>
                  </a:lnTo>
                  <a:lnTo>
                    <a:pt x="1483" y="4143"/>
                  </a:lnTo>
                  <a:lnTo>
                    <a:pt x="412" y="3399"/>
                  </a:lnTo>
                  <a:lnTo>
                    <a:pt x="0" y="1931"/>
                  </a:lnTo>
                  <a:lnTo>
                    <a:pt x="284" y="647"/>
                  </a:lnTo>
                  <a:lnTo>
                    <a:pt x="1809" y="0"/>
                  </a:lnTo>
                  <a:lnTo>
                    <a:pt x="4101" y="3309"/>
                  </a:lnTo>
                  <a:lnTo>
                    <a:pt x="4450" y="4713"/>
                  </a:lnTo>
                  <a:lnTo>
                    <a:pt x="5271" y="6356"/>
                  </a:lnTo>
                  <a:lnTo>
                    <a:pt x="5427" y="8649"/>
                  </a:lnTo>
                  <a:lnTo>
                    <a:pt x="5843" y="95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5"/>
            <p:cNvSpPr/>
            <p:nvPr/>
          </p:nvSpPr>
          <p:spPr>
            <a:xfrm>
              <a:off x="1351661" y="1998324"/>
              <a:ext cx="2165" cy="2901"/>
            </a:xfrm>
            <a:custGeom>
              <a:avLst/>
              <a:pathLst>
                <a:path w="2165" h="2901">
                  <a:moveTo>
                    <a:pt x="2165" y="570"/>
                  </a:moveTo>
                  <a:lnTo>
                    <a:pt x="2004" y="2901"/>
                  </a:lnTo>
                  <a:lnTo>
                    <a:pt x="422" y="1418"/>
                  </a:lnTo>
                  <a:lnTo>
                    <a:pt x="0" y="683"/>
                  </a:lnTo>
                  <a:lnTo>
                    <a:pt x="282" y="137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6"/>
            <p:cNvSpPr/>
            <p:nvPr/>
          </p:nvSpPr>
          <p:spPr>
            <a:xfrm>
              <a:off x="1347874" y="1996916"/>
              <a:ext cx="4187" cy="7665"/>
            </a:xfrm>
            <a:custGeom>
              <a:avLst/>
              <a:pathLst>
                <a:path w="4187" h="7665">
                  <a:moveTo>
                    <a:pt x="1859" y="2654"/>
                  </a:moveTo>
                  <a:lnTo>
                    <a:pt x="2034" y="2670"/>
                  </a:lnTo>
                  <a:lnTo>
                    <a:pt x="2390" y="2444"/>
                  </a:lnTo>
                  <a:lnTo>
                    <a:pt x="3136" y="779"/>
                  </a:lnTo>
                  <a:lnTo>
                    <a:pt x="3380" y="705"/>
                  </a:lnTo>
                  <a:lnTo>
                    <a:pt x="3383" y="1219"/>
                  </a:lnTo>
                  <a:lnTo>
                    <a:pt x="3030" y="2866"/>
                  </a:lnTo>
                  <a:lnTo>
                    <a:pt x="3628" y="5065"/>
                  </a:lnTo>
                  <a:lnTo>
                    <a:pt x="4187" y="6123"/>
                  </a:lnTo>
                  <a:lnTo>
                    <a:pt x="4131" y="6494"/>
                  </a:lnTo>
                  <a:lnTo>
                    <a:pt x="2732" y="7257"/>
                  </a:lnTo>
                  <a:lnTo>
                    <a:pt x="1665" y="6707"/>
                  </a:lnTo>
                  <a:lnTo>
                    <a:pt x="1103" y="6898"/>
                  </a:lnTo>
                  <a:lnTo>
                    <a:pt x="592" y="7665"/>
                  </a:lnTo>
                  <a:lnTo>
                    <a:pt x="242" y="6815"/>
                  </a:lnTo>
                  <a:lnTo>
                    <a:pt x="0" y="2757"/>
                  </a:lnTo>
                  <a:lnTo>
                    <a:pt x="79" y="2045"/>
                  </a:lnTo>
                  <a:lnTo>
                    <a:pt x="659" y="636"/>
                  </a:lnTo>
                  <a:lnTo>
                    <a:pt x="1410" y="0"/>
                  </a:lnTo>
                  <a:lnTo>
                    <a:pt x="1736" y="186"/>
                  </a:lnTo>
                  <a:lnTo>
                    <a:pt x="2006" y="745"/>
                  </a:lnTo>
                  <a:lnTo>
                    <a:pt x="2073" y="13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7"/>
            <p:cNvSpPr/>
            <p:nvPr/>
          </p:nvSpPr>
          <p:spPr>
            <a:xfrm>
              <a:off x="1659851" y="1992352"/>
              <a:ext cx="5240" cy="8563"/>
            </a:xfrm>
            <a:custGeom>
              <a:avLst/>
              <a:pathLst>
                <a:path w="5240" h="8563">
                  <a:moveTo>
                    <a:pt x="4971" y="453"/>
                  </a:moveTo>
                  <a:lnTo>
                    <a:pt x="5223" y="1284"/>
                  </a:lnTo>
                  <a:lnTo>
                    <a:pt x="5240" y="1809"/>
                  </a:lnTo>
                  <a:lnTo>
                    <a:pt x="3574" y="3771"/>
                  </a:lnTo>
                  <a:lnTo>
                    <a:pt x="3544" y="4176"/>
                  </a:lnTo>
                  <a:lnTo>
                    <a:pt x="3153" y="5390"/>
                  </a:lnTo>
                  <a:lnTo>
                    <a:pt x="2803" y="5833"/>
                  </a:lnTo>
                  <a:lnTo>
                    <a:pt x="2183" y="7146"/>
                  </a:lnTo>
                  <a:lnTo>
                    <a:pt x="1000" y="8563"/>
                  </a:lnTo>
                  <a:lnTo>
                    <a:pt x="1174" y="4306"/>
                  </a:lnTo>
                  <a:lnTo>
                    <a:pt x="0" y="1836"/>
                  </a:lnTo>
                  <a:lnTo>
                    <a:pt x="1184" y="585"/>
                  </a:lnTo>
                  <a:lnTo>
                    <a:pt x="1961" y="942"/>
                  </a:lnTo>
                  <a:lnTo>
                    <a:pt x="3249" y="1086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8"/>
            <p:cNvSpPr/>
            <p:nvPr/>
          </p:nvSpPr>
          <p:spPr>
            <a:xfrm>
              <a:off x="1406671" y="1981560"/>
              <a:ext cx="1996" cy="3982"/>
            </a:xfrm>
            <a:custGeom>
              <a:avLst/>
              <a:pathLst>
                <a:path w="1996" h="3982">
                  <a:moveTo>
                    <a:pt x="1971" y="3047"/>
                  </a:moveTo>
                  <a:lnTo>
                    <a:pt x="1524" y="3982"/>
                  </a:lnTo>
                  <a:lnTo>
                    <a:pt x="652" y="3914"/>
                  </a:lnTo>
                  <a:lnTo>
                    <a:pt x="162" y="3608"/>
                  </a:lnTo>
                  <a:lnTo>
                    <a:pt x="0" y="2793"/>
                  </a:lnTo>
                  <a:lnTo>
                    <a:pt x="1343" y="331"/>
                  </a:lnTo>
                  <a:lnTo>
                    <a:pt x="1650" y="0"/>
                  </a:lnTo>
                  <a:lnTo>
                    <a:pt x="1888" y="95"/>
                  </a:lnTo>
                  <a:lnTo>
                    <a:pt x="1996" y="11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39"/>
            <p:cNvSpPr/>
            <p:nvPr/>
          </p:nvSpPr>
          <p:spPr>
            <a:xfrm>
              <a:off x="1681613" y="1980642"/>
              <a:ext cx="10139" cy="23330"/>
            </a:xfrm>
            <a:custGeom>
              <a:avLst/>
              <a:pathLst>
                <a:path w="10139" h="23330">
                  <a:moveTo>
                    <a:pt x="9976" y="13776"/>
                  </a:moveTo>
                  <a:lnTo>
                    <a:pt x="9576" y="17022"/>
                  </a:lnTo>
                  <a:lnTo>
                    <a:pt x="8784" y="20346"/>
                  </a:lnTo>
                  <a:lnTo>
                    <a:pt x="7574" y="22134"/>
                  </a:lnTo>
                  <a:lnTo>
                    <a:pt x="6723" y="21736"/>
                  </a:lnTo>
                  <a:lnTo>
                    <a:pt x="6096" y="20296"/>
                  </a:lnTo>
                  <a:lnTo>
                    <a:pt x="5515" y="20375"/>
                  </a:lnTo>
                  <a:lnTo>
                    <a:pt x="4895" y="20078"/>
                  </a:lnTo>
                  <a:lnTo>
                    <a:pt x="4547" y="18883"/>
                  </a:lnTo>
                  <a:lnTo>
                    <a:pt x="4876" y="17344"/>
                  </a:lnTo>
                  <a:lnTo>
                    <a:pt x="4586" y="16150"/>
                  </a:lnTo>
                  <a:lnTo>
                    <a:pt x="4276" y="17194"/>
                  </a:lnTo>
                  <a:lnTo>
                    <a:pt x="3731" y="18152"/>
                  </a:lnTo>
                  <a:lnTo>
                    <a:pt x="2356" y="19397"/>
                  </a:lnTo>
                  <a:lnTo>
                    <a:pt x="1408" y="21777"/>
                  </a:lnTo>
                  <a:lnTo>
                    <a:pt x="961" y="23330"/>
                  </a:lnTo>
                  <a:lnTo>
                    <a:pt x="403" y="21637"/>
                  </a:lnTo>
                  <a:lnTo>
                    <a:pt x="47" y="17631"/>
                  </a:lnTo>
                  <a:lnTo>
                    <a:pt x="0" y="15930"/>
                  </a:lnTo>
                  <a:lnTo>
                    <a:pt x="996" y="13364"/>
                  </a:lnTo>
                  <a:lnTo>
                    <a:pt x="2284" y="10927"/>
                  </a:lnTo>
                  <a:lnTo>
                    <a:pt x="2544" y="3654"/>
                  </a:lnTo>
                  <a:lnTo>
                    <a:pt x="6638" y="0"/>
                  </a:lnTo>
                  <a:lnTo>
                    <a:pt x="7018" y="189"/>
                  </a:lnTo>
                  <a:lnTo>
                    <a:pt x="8348" y="2917"/>
                  </a:lnTo>
                  <a:lnTo>
                    <a:pt x="9762" y="6729"/>
                  </a:lnTo>
                  <a:lnTo>
                    <a:pt x="10128" y="8446"/>
                  </a:lnTo>
                  <a:lnTo>
                    <a:pt x="10139" y="114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0"/>
            <p:cNvSpPr/>
            <p:nvPr/>
          </p:nvSpPr>
          <p:spPr>
            <a:xfrm>
              <a:off x="1659643" y="1969300"/>
              <a:ext cx="20470" cy="48066"/>
            </a:xfrm>
            <a:custGeom>
              <a:avLst/>
              <a:pathLst>
                <a:path w="20470" h="48066">
                  <a:moveTo>
                    <a:pt x="2175" y="0"/>
                  </a:moveTo>
                  <a:lnTo>
                    <a:pt x="4356" y="633"/>
                  </a:lnTo>
                  <a:lnTo>
                    <a:pt x="6354" y="572"/>
                  </a:lnTo>
                  <a:lnTo>
                    <a:pt x="7036" y="1791"/>
                  </a:lnTo>
                  <a:lnTo>
                    <a:pt x="7488" y="3076"/>
                  </a:lnTo>
                  <a:lnTo>
                    <a:pt x="7749" y="4285"/>
                  </a:lnTo>
                  <a:lnTo>
                    <a:pt x="7822" y="5417"/>
                  </a:lnTo>
                  <a:lnTo>
                    <a:pt x="7768" y="6219"/>
                  </a:lnTo>
                  <a:lnTo>
                    <a:pt x="7525" y="7074"/>
                  </a:lnTo>
                  <a:lnTo>
                    <a:pt x="7578" y="7362"/>
                  </a:lnTo>
                  <a:lnTo>
                    <a:pt x="11480" y="10170"/>
                  </a:lnTo>
                  <a:lnTo>
                    <a:pt x="13321" y="13125"/>
                  </a:lnTo>
                  <a:lnTo>
                    <a:pt x="14055" y="14677"/>
                  </a:lnTo>
                  <a:lnTo>
                    <a:pt x="14479" y="15989"/>
                  </a:lnTo>
                  <a:lnTo>
                    <a:pt x="15248" y="19271"/>
                  </a:lnTo>
                  <a:lnTo>
                    <a:pt x="16874" y="23080"/>
                  </a:lnTo>
                  <a:lnTo>
                    <a:pt x="17727" y="24240"/>
                  </a:lnTo>
                  <a:lnTo>
                    <a:pt x="18211" y="25370"/>
                  </a:lnTo>
                  <a:lnTo>
                    <a:pt x="17939" y="25413"/>
                  </a:lnTo>
                  <a:lnTo>
                    <a:pt x="16793" y="24576"/>
                  </a:lnTo>
                  <a:lnTo>
                    <a:pt x="14314" y="22021"/>
                  </a:lnTo>
                  <a:lnTo>
                    <a:pt x="14112" y="22124"/>
                  </a:lnTo>
                  <a:lnTo>
                    <a:pt x="13888" y="23506"/>
                  </a:lnTo>
                  <a:lnTo>
                    <a:pt x="13503" y="24719"/>
                  </a:lnTo>
                  <a:lnTo>
                    <a:pt x="12933" y="25589"/>
                  </a:lnTo>
                  <a:lnTo>
                    <a:pt x="13390" y="25851"/>
                  </a:lnTo>
                  <a:lnTo>
                    <a:pt x="15389" y="25302"/>
                  </a:lnTo>
                  <a:lnTo>
                    <a:pt x="17068" y="27793"/>
                  </a:lnTo>
                  <a:lnTo>
                    <a:pt x="17721" y="28238"/>
                  </a:lnTo>
                  <a:lnTo>
                    <a:pt x="18354" y="30027"/>
                  </a:lnTo>
                  <a:lnTo>
                    <a:pt x="18375" y="30713"/>
                  </a:lnTo>
                  <a:lnTo>
                    <a:pt x="18007" y="32037"/>
                  </a:lnTo>
                  <a:lnTo>
                    <a:pt x="17725" y="32576"/>
                  </a:lnTo>
                  <a:lnTo>
                    <a:pt x="17820" y="32941"/>
                  </a:lnTo>
                  <a:lnTo>
                    <a:pt x="18288" y="33130"/>
                  </a:lnTo>
                  <a:lnTo>
                    <a:pt x="20140" y="32757"/>
                  </a:lnTo>
                  <a:lnTo>
                    <a:pt x="20470" y="33408"/>
                  </a:lnTo>
                  <a:lnTo>
                    <a:pt x="20194" y="38572"/>
                  </a:lnTo>
                  <a:lnTo>
                    <a:pt x="20456" y="40474"/>
                  </a:lnTo>
                  <a:lnTo>
                    <a:pt x="20452" y="41338"/>
                  </a:lnTo>
                  <a:lnTo>
                    <a:pt x="20237" y="42485"/>
                  </a:lnTo>
                  <a:lnTo>
                    <a:pt x="20230" y="43454"/>
                  </a:lnTo>
                  <a:lnTo>
                    <a:pt x="20397" y="44450"/>
                  </a:lnTo>
                  <a:lnTo>
                    <a:pt x="20418" y="45339"/>
                  </a:lnTo>
                  <a:lnTo>
                    <a:pt x="19949" y="47659"/>
                  </a:lnTo>
                  <a:lnTo>
                    <a:pt x="19453" y="48048"/>
                  </a:lnTo>
                  <a:lnTo>
                    <a:pt x="18652" y="48066"/>
                  </a:lnTo>
                  <a:lnTo>
                    <a:pt x="18020" y="47406"/>
                  </a:lnTo>
                  <a:lnTo>
                    <a:pt x="17133" y="45412"/>
                  </a:lnTo>
                  <a:lnTo>
                    <a:pt x="16270" y="42313"/>
                  </a:lnTo>
                  <a:lnTo>
                    <a:pt x="15938" y="41870"/>
                  </a:lnTo>
                  <a:lnTo>
                    <a:pt x="14805" y="41406"/>
                  </a:lnTo>
                  <a:lnTo>
                    <a:pt x="14600" y="41038"/>
                  </a:lnTo>
                  <a:lnTo>
                    <a:pt x="13876" y="40973"/>
                  </a:lnTo>
                  <a:lnTo>
                    <a:pt x="13364" y="39697"/>
                  </a:lnTo>
                  <a:lnTo>
                    <a:pt x="13426" y="38025"/>
                  </a:lnTo>
                  <a:lnTo>
                    <a:pt x="12983" y="36320"/>
                  </a:lnTo>
                  <a:lnTo>
                    <a:pt x="13038" y="35555"/>
                  </a:lnTo>
                  <a:lnTo>
                    <a:pt x="12541" y="35235"/>
                  </a:lnTo>
                  <a:lnTo>
                    <a:pt x="12122" y="35715"/>
                  </a:lnTo>
                  <a:lnTo>
                    <a:pt x="12340" y="37387"/>
                  </a:lnTo>
                  <a:lnTo>
                    <a:pt x="12095" y="38683"/>
                  </a:lnTo>
                  <a:lnTo>
                    <a:pt x="11195" y="38139"/>
                  </a:lnTo>
                  <a:lnTo>
                    <a:pt x="9696" y="34002"/>
                  </a:lnTo>
                  <a:lnTo>
                    <a:pt x="7993" y="30680"/>
                  </a:lnTo>
                  <a:lnTo>
                    <a:pt x="7326" y="29890"/>
                  </a:lnTo>
                  <a:lnTo>
                    <a:pt x="7504" y="28927"/>
                  </a:lnTo>
                  <a:lnTo>
                    <a:pt x="8344" y="28416"/>
                  </a:lnTo>
                  <a:lnTo>
                    <a:pt x="9026" y="28456"/>
                  </a:lnTo>
                  <a:lnTo>
                    <a:pt x="9163" y="27883"/>
                  </a:lnTo>
                  <a:lnTo>
                    <a:pt x="7741" y="24676"/>
                  </a:lnTo>
                  <a:lnTo>
                    <a:pt x="7788" y="23766"/>
                  </a:lnTo>
                  <a:lnTo>
                    <a:pt x="8306" y="22147"/>
                  </a:lnTo>
                  <a:lnTo>
                    <a:pt x="7658" y="21470"/>
                  </a:lnTo>
                  <a:lnTo>
                    <a:pt x="5885" y="21978"/>
                  </a:lnTo>
                  <a:lnTo>
                    <a:pt x="5258" y="21639"/>
                  </a:lnTo>
                  <a:lnTo>
                    <a:pt x="4745" y="20340"/>
                  </a:lnTo>
                  <a:lnTo>
                    <a:pt x="4444" y="19214"/>
                  </a:lnTo>
                  <a:lnTo>
                    <a:pt x="2904" y="19009"/>
                  </a:lnTo>
                  <a:lnTo>
                    <a:pt x="2323" y="19149"/>
                  </a:lnTo>
                  <a:lnTo>
                    <a:pt x="1319" y="17446"/>
                  </a:lnTo>
                  <a:lnTo>
                    <a:pt x="863" y="16371"/>
                  </a:lnTo>
                  <a:lnTo>
                    <a:pt x="1044" y="15820"/>
                  </a:lnTo>
                  <a:lnTo>
                    <a:pt x="1968" y="14853"/>
                  </a:lnTo>
                  <a:lnTo>
                    <a:pt x="2508" y="14989"/>
                  </a:lnTo>
                  <a:lnTo>
                    <a:pt x="3546" y="16021"/>
                  </a:lnTo>
                  <a:lnTo>
                    <a:pt x="3952" y="15982"/>
                  </a:lnTo>
                  <a:lnTo>
                    <a:pt x="4983" y="14614"/>
                  </a:lnTo>
                  <a:lnTo>
                    <a:pt x="5140" y="13377"/>
                  </a:lnTo>
                  <a:lnTo>
                    <a:pt x="5911" y="12363"/>
                  </a:lnTo>
                  <a:lnTo>
                    <a:pt x="5788" y="11291"/>
                  </a:lnTo>
                  <a:lnTo>
                    <a:pt x="5362" y="9470"/>
                  </a:lnTo>
                  <a:lnTo>
                    <a:pt x="4418" y="8962"/>
                  </a:lnTo>
                  <a:lnTo>
                    <a:pt x="2492" y="10044"/>
                  </a:lnTo>
                  <a:lnTo>
                    <a:pt x="816" y="11714"/>
                  </a:lnTo>
                  <a:lnTo>
                    <a:pt x="145" y="11062"/>
                  </a:lnTo>
                  <a:lnTo>
                    <a:pt x="0" y="10039"/>
                  </a:lnTo>
                  <a:lnTo>
                    <a:pt x="1794" y="7255"/>
                  </a:lnTo>
                  <a:lnTo>
                    <a:pt x="2581" y="5719"/>
                  </a:lnTo>
                  <a:lnTo>
                    <a:pt x="2429" y="4807"/>
                  </a:lnTo>
                  <a:lnTo>
                    <a:pt x="1849" y="3630"/>
                  </a:lnTo>
                  <a:lnTo>
                    <a:pt x="1801" y="6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1"/>
            <p:cNvSpPr/>
            <p:nvPr/>
          </p:nvSpPr>
          <p:spPr>
            <a:xfrm>
              <a:off x="1667900" y="1965915"/>
              <a:ext cx="4701" cy="6194"/>
            </a:xfrm>
            <a:custGeom>
              <a:avLst/>
              <a:pathLst>
                <a:path w="4701" h="6194">
                  <a:moveTo>
                    <a:pt x="2966" y="6101"/>
                  </a:moveTo>
                  <a:lnTo>
                    <a:pt x="2378" y="6194"/>
                  </a:lnTo>
                  <a:lnTo>
                    <a:pt x="1682" y="5742"/>
                  </a:lnTo>
                  <a:lnTo>
                    <a:pt x="30" y="3334"/>
                  </a:lnTo>
                  <a:lnTo>
                    <a:pt x="0" y="2627"/>
                  </a:lnTo>
                  <a:lnTo>
                    <a:pt x="236" y="1825"/>
                  </a:lnTo>
                  <a:lnTo>
                    <a:pt x="1175" y="353"/>
                  </a:lnTo>
                  <a:lnTo>
                    <a:pt x="1560" y="0"/>
                  </a:lnTo>
                  <a:lnTo>
                    <a:pt x="3815" y="155"/>
                  </a:lnTo>
                  <a:lnTo>
                    <a:pt x="4537" y="549"/>
                  </a:lnTo>
                  <a:lnTo>
                    <a:pt x="4701" y="1236"/>
                  </a:lnTo>
                  <a:lnTo>
                    <a:pt x="4664" y="1934"/>
                  </a:lnTo>
                  <a:lnTo>
                    <a:pt x="4428" y="2641"/>
                  </a:lnTo>
                  <a:lnTo>
                    <a:pt x="4373" y="3382"/>
                  </a:lnTo>
                  <a:lnTo>
                    <a:pt x="4500" y="4153"/>
                  </a:lnTo>
                  <a:lnTo>
                    <a:pt x="4237" y="49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2"/>
            <p:cNvSpPr/>
            <p:nvPr/>
          </p:nvSpPr>
          <p:spPr>
            <a:xfrm>
              <a:off x="1671797" y="1964585"/>
              <a:ext cx="7274" cy="16824"/>
            </a:xfrm>
            <a:custGeom>
              <a:avLst/>
              <a:pathLst>
                <a:path w="7274" h="16824">
                  <a:moveTo>
                    <a:pt x="6751" y="11506"/>
                  </a:moveTo>
                  <a:lnTo>
                    <a:pt x="6514" y="16415"/>
                  </a:lnTo>
                  <a:lnTo>
                    <a:pt x="6057" y="16137"/>
                  </a:lnTo>
                  <a:lnTo>
                    <a:pt x="5624" y="16127"/>
                  </a:lnTo>
                  <a:lnTo>
                    <a:pt x="4738" y="16824"/>
                  </a:lnTo>
                  <a:lnTo>
                    <a:pt x="3802" y="16518"/>
                  </a:lnTo>
                  <a:lnTo>
                    <a:pt x="3365" y="15973"/>
                  </a:lnTo>
                  <a:lnTo>
                    <a:pt x="3203" y="15342"/>
                  </a:lnTo>
                  <a:lnTo>
                    <a:pt x="3371" y="13885"/>
                  </a:lnTo>
                  <a:lnTo>
                    <a:pt x="2852" y="13073"/>
                  </a:lnTo>
                  <a:lnTo>
                    <a:pt x="1105" y="12776"/>
                  </a:lnTo>
                  <a:lnTo>
                    <a:pt x="450" y="12428"/>
                  </a:lnTo>
                  <a:lnTo>
                    <a:pt x="88" y="10894"/>
                  </a:lnTo>
                  <a:lnTo>
                    <a:pt x="0" y="8882"/>
                  </a:lnTo>
                  <a:lnTo>
                    <a:pt x="274" y="8130"/>
                  </a:lnTo>
                  <a:lnTo>
                    <a:pt x="1154" y="7597"/>
                  </a:lnTo>
                  <a:lnTo>
                    <a:pt x="1841" y="5159"/>
                  </a:lnTo>
                  <a:lnTo>
                    <a:pt x="2221" y="4831"/>
                  </a:lnTo>
                  <a:lnTo>
                    <a:pt x="3673" y="0"/>
                  </a:lnTo>
                  <a:lnTo>
                    <a:pt x="4402" y="333"/>
                  </a:lnTo>
                  <a:lnTo>
                    <a:pt x="5678" y="3275"/>
                  </a:lnTo>
                  <a:lnTo>
                    <a:pt x="7274" y="75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3"/>
            <p:cNvSpPr/>
            <p:nvPr/>
          </p:nvSpPr>
          <p:spPr>
            <a:xfrm>
              <a:off x="1417721" y="1961578"/>
              <a:ext cx="3823" cy="5566"/>
            </a:xfrm>
            <a:custGeom>
              <a:avLst/>
              <a:pathLst>
                <a:path w="3823" h="5566">
                  <a:moveTo>
                    <a:pt x="1085" y="4868"/>
                  </a:moveTo>
                  <a:lnTo>
                    <a:pt x="298" y="5566"/>
                  </a:lnTo>
                  <a:lnTo>
                    <a:pt x="37" y="5326"/>
                  </a:lnTo>
                  <a:lnTo>
                    <a:pt x="0" y="4746"/>
                  </a:lnTo>
                  <a:lnTo>
                    <a:pt x="186" y="3823"/>
                  </a:lnTo>
                  <a:lnTo>
                    <a:pt x="550" y="2907"/>
                  </a:lnTo>
                  <a:lnTo>
                    <a:pt x="1765" y="1158"/>
                  </a:lnTo>
                  <a:lnTo>
                    <a:pt x="2987" y="0"/>
                  </a:lnTo>
                  <a:lnTo>
                    <a:pt x="3611" y="69"/>
                  </a:lnTo>
                  <a:lnTo>
                    <a:pt x="3823" y="807"/>
                  </a:lnTo>
                  <a:lnTo>
                    <a:pt x="3060" y="233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4"/>
            <p:cNvSpPr/>
            <p:nvPr/>
          </p:nvSpPr>
          <p:spPr>
            <a:xfrm>
              <a:off x="1422842" y="1961336"/>
              <a:ext cx="2645" cy="2838"/>
            </a:xfrm>
            <a:custGeom>
              <a:avLst/>
              <a:pathLst>
                <a:path w="2645" h="2838">
                  <a:moveTo>
                    <a:pt x="1421" y="2773"/>
                  </a:moveTo>
                  <a:lnTo>
                    <a:pt x="855" y="2838"/>
                  </a:lnTo>
                  <a:lnTo>
                    <a:pt x="0" y="2060"/>
                  </a:lnTo>
                  <a:lnTo>
                    <a:pt x="113" y="1126"/>
                  </a:lnTo>
                  <a:lnTo>
                    <a:pt x="1327" y="0"/>
                  </a:lnTo>
                  <a:lnTo>
                    <a:pt x="2551" y="171"/>
                  </a:lnTo>
                  <a:lnTo>
                    <a:pt x="2645" y="800"/>
                  </a:lnTo>
                  <a:lnTo>
                    <a:pt x="2588" y="1504"/>
                  </a:lnTo>
                  <a:lnTo>
                    <a:pt x="2487" y="1916"/>
                  </a:lnTo>
                  <a:lnTo>
                    <a:pt x="2098" y="233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5"/>
            <p:cNvSpPr/>
            <p:nvPr/>
          </p:nvSpPr>
          <p:spPr>
            <a:xfrm>
              <a:off x="1245226" y="1960558"/>
              <a:ext cx="3358" cy="2737"/>
            </a:xfrm>
            <a:custGeom>
              <a:avLst/>
              <a:pathLst>
                <a:path w="3358" h="2737">
                  <a:moveTo>
                    <a:pt x="125" y="0"/>
                  </a:moveTo>
                  <a:lnTo>
                    <a:pt x="1637" y="588"/>
                  </a:lnTo>
                  <a:lnTo>
                    <a:pt x="2482" y="204"/>
                  </a:lnTo>
                  <a:lnTo>
                    <a:pt x="3227" y="512"/>
                  </a:lnTo>
                  <a:lnTo>
                    <a:pt x="3358" y="1211"/>
                  </a:lnTo>
                  <a:lnTo>
                    <a:pt x="2063" y="2737"/>
                  </a:lnTo>
                  <a:lnTo>
                    <a:pt x="1537" y="2640"/>
                  </a:lnTo>
                  <a:lnTo>
                    <a:pt x="0" y="8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6"/>
            <p:cNvSpPr/>
            <p:nvPr/>
          </p:nvSpPr>
          <p:spPr>
            <a:xfrm>
              <a:off x="1668931" y="1955839"/>
              <a:ext cx="4373" cy="8384"/>
            </a:xfrm>
            <a:custGeom>
              <a:avLst/>
              <a:pathLst>
                <a:path w="4373" h="8384">
                  <a:moveTo>
                    <a:pt x="2315" y="7951"/>
                  </a:moveTo>
                  <a:lnTo>
                    <a:pt x="2191" y="8384"/>
                  </a:lnTo>
                  <a:lnTo>
                    <a:pt x="728" y="8342"/>
                  </a:lnTo>
                  <a:lnTo>
                    <a:pt x="198" y="7987"/>
                  </a:lnTo>
                  <a:lnTo>
                    <a:pt x="0" y="6723"/>
                  </a:lnTo>
                  <a:lnTo>
                    <a:pt x="135" y="5553"/>
                  </a:lnTo>
                  <a:lnTo>
                    <a:pt x="477" y="4650"/>
                  </a:lnTo>
                  <a:lnTo>
                    <a:pt x="890" y="2907"/>
                  </a:lnTo>
                  <a:lnTo>
                    <a:pt x="1214" y="0"/>
                  </a:lnTo>
                  <a:lnTo>
                    <a:pt x="3362" y="3252"/>
                  </a:lnTo>
                  <a:lnTo>
                    <a:pt x="4020" y="4699"/>
                  </a:lnTo>
                  <a:lnTo>
                    <a:pt x="4373" y="6469"/>
                  </a:lnTo>
                  <a:lnTo>
                    <a:pt x="3611" y="7130"/>
                  </a:lnTo>
                  <a:lnTo>
                    <a:pt x="2688" y="74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7"/>
            <p:cNvSpPr/>
            <p:nvPr/>
          </p:nvSpPr>
          <p:spPr>
            <a:xfrm>
              <a:off x="1652330" y="1951774"/>
              <a:ext cx="7505" cy="25275"/>
            </a:xfrm>
            <a:custGeom>
              <a:avLst/>
              <a:pathLst>
                <a:path w="7505" h="25275">
                  <a:moveTo>
                    <a:pt x="4615" y="2581"/>
                  </a:moveTo>
                  <a:lnTo>
                    <a:pt x="5360" y="4628"/>
                  </a:lnTo>
                  <a:lnTo>
                    <a:pt x="6441" y="4462"/>
                  </a:lnTo>
                  <a:lnTo>
                    <a:pt x="7048" y="6010"/>
                  </a:lnTo>
                  <a:lnTo>
                    <a:pt x="7505" y="8329"/>
                  </a:lnTo>
                  <a:lnTo>
                    <a:pt x="7173" y="9816"/>
                  </a:lnTo>
                  <a:lnTo>
                    <a:pt x="6692" y="9485"/>
                  </a:lnTo>
                  <a:lnTo>
                    <a:pt x="6160" y="10346"/>
                  </a:lnTo>
                  <a:lnTo>
                    <a:pt x="5834" y="13203"/>
                  </a:lnTo>
                  <a:lnTo>
                    <a:pt x="5985" y="16064"/>
                  </a:lnTo>
                  <a:lnTo>
                    <a:pt x="5823" y="18916"/>
                  </a:lnTo>
                  <a:lnTo>
                    <a:pt x="5202" y="21827"/>
                  </a:lnTo>
                  <a:lnTo>
                    <a:pt x="5074" y="23774"/>
                  </a:lnTo>
                  <a:lnTo>
                    <a:pt x="4831" y="24360"/>
                  </a:lnTo>
                  <a:lnTo>
                    <a:pt x="4564" y="24561"/>
                  </a:lnTo>
                  <a:lnTo>
                    <a:pt x="4218" y="24033"/>
                  </a:lnTo>
                  <a:lnTo>
                    <a:pt x="3718" y="23619"/>
                  </a:lnTo>
                  <a:lnTo>
                    <a:pt x="3086" y="25262"/>
                  </a:lnTo>
                  <a:lnTo>
                    <a:pt x="2313" y="25275"/>
                  </a:lnTo>
                  <a:lnTo>
                    <a:pt x="1675" y="21542"/>
                  </a:lnTo>
                  <a:lnTo>
                    <a:pt x="2245" y="15330"/>
                  </a:lnTo>
                  <a:lnTo>
                    <a:pt x="3524" y="14064"/>
                  </a:lnTo>
                  <a:lnTo>
                    <a:pt x="2763" y="12376"/>
                  </a:lnTo>
                  <a:lnTo>
                    <a:pt x="1155" y="10409"/>
                  </a:lnTo>
                  <a:lnTo>
                    <a:pt x="1291" y="9314"/>
                  </a:lnTo>
                  <a:lnTo>
                    <a:pt x="71" y="6154"/>
                  </a:lnTo>
                  <a:lnTo>
                    <a:pt x="0" y="5403"/>
                  </a:lnTo>
                  <a:lnTo>
                    <a:pt x="194" y="2767"/>
                  </a:lnTo>
                  <a:lnTo>
                    <a:pt x="1337" y="418"/>
                  </a:lnTo>
                  <a:lnTo>
                    <a:pt x="2846" y="0"/>
                  </a:lnTo>
                  <a:lnTo>
                    <a:pt x="3899" y="1005"/>
                  </a:lnTo>
                  <a:lnTo>
                    <a:pt x="4488" y="18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8"/>
            <p:cNvSpPr/>
            <p:nvPr/>
          </p:nvSpPr>
          <p:spPr>
            <a:xfrm>
              <a:off x="1657062" y="1947744"/>
              <a:ext cx="11840" cy="18230"/>
            </a:xfrm>
            <a:custGeom>
              <a:avLst/>
              <a:pathLst>
                <a:path w="11840" h="18230">
                  <a:moveTo>
                    <a:pt x="7057" y="1926"/>
                  </a:moveTo>
                  <a:lnTo>
                    <a:pt x="7822" y="2852"/>
                  </a:lnTo>
                  <a:lnTo>
                    <a:pt x="8238" y="1882"/>
                  </a:lnTo>
                  <a:lnTo>
                    <a:pt x="9015" y="1927"/>
                  </a:lnTo>
                  <a:lnTo>
                    <a:pt x="10456" y="2790"/>
                  </a:lnTo>
                  <a:lnTo>
                    <a:pt x="11314" y="4086"/>
                  </a:lnTo>
                  <a:lnTo>
                    <a:pt x="11799" y="5567"/>
                  </a:lnTo>
                  <a:lnTo>
                    <a:pt x="11840" y="6449"/>
                  </a:lnTo>
                  <a:lnTo>
                    <a:pt x="11693" y="8454"/>
                  </a:lnTo>
                  <a:lnTo>
                    <a:pt x="11800" y="10508"/>
                  </a:lnTo>
                  <a:lnTo>
                    <a:pt x="11741" y="11572"/>
                  </a:lnTo>
                  <a:lnTo>
                    <a:pt x="11549" y="12453"/>
                  </a:lnTo>
                  <a:lnTo>
                    <a:pt x="11224" y="13148"/>
                  </a:lnTo>
                  <a:lnTo>
                    <a:pt x="10869" y="13236"/>
                  </a:lnTo>
                  <a:lnTo>
                    <a:pt x="9748" y="11389"/>
                  </a:lnTo>
                  <a:lnTo>
                    <a:pt x="8463" y="8062"/>
                  </a:lnTo>
                  <a:lnTo>
                    <a:pt x="7485" y="7051"/>
                  </a:lnTo>
                  <a:lnTo>
                    <a:pt x="7445" y="7393"/>
                  </a:lnTo>
                  <a:lnTo>
                    <a:pt x="7714" y="8346"/>
                  </a:lnTo>
                  <a:lnTo>
                    <a:pt x="8513" y="10135"/>
                  </a:lnTo>
                  <a:lnTo>
                    <a:pt x="8656" y="11212"/>
                  </a:lnTo>
                  <a:lnTo>
                    <a:pt x="9217" y="12525"/>
                  </a:lnTo>
                  <a:lnTo>
                    <a:pt x="9468" y="13520"/>
                  </a:lnTo>
                  <a:lnTo>
                    <a:pt x="9611" y="14827"/>
                  </a:lnTo>
                  <a:lnTo>
                    <a:pt x="9605" y="15970"/>
                  </a:lnTo>
                  <a:lnTo>
                    <a:pt x="9451" y="16947"/>
                  </a:lnTo>
                  <a:lnTo>
                    <a:pt x="9190" y="17573"/>
                  </a:lnTo>
                  <a:lnTo>
                    <a:pt x="8824" y="17850"/>
                  </a:lnTo>
                  <a:lnTo>
                    <a:pt x="6866" y="17576"/>
                  </a:lnTo>
                  <a:lnTo>
                    <a:pt x="5699" y="18230"/>
                  </a:lnTo>
                  <a:lnTo>
                    <a:pt x="4334" y="17865"/>
                  </a:lnTo>
                  <a:lnTo>
                    <a:pt x="4005" y="17276"/>
                  </a:lnTo>
                  <a:lnTo>
                    <a:pt x="3799" y="16308"/>
                  </a:lnTo>
                  <a:lnTo>
                    <a:pt x="3695" y="13959"/>
                  </a:lnTo>
                  <a:lnTo>
                    <a:pt x="3351" y="10599"/>
                  </a:lnTo>
                  <a:lnTo>
                    <a:pt x="3435" y="8013"/>
                  </a:lnTo>
                  <a:lnTo>
                    <a:pt x="2553" y="5674"/>
                  </a:lnTo>
                  <a:lnTo>
                    <a:pt x="1799" y="4265"/>
                  </a:lnTo>
                  <a:lnTo>
                    <a:pt x="715" y="3002"/>
                  </a:lnTo>
                  <a:lnTo>
                    <a:pt x="0" y="1747"/>
                  </a:lnTo>
                  <a:lnTo>
                    <a:pt x="196" y="745"/>
                  </a:lnTo>
                  <a:lnTo>
                    <a:pt x="1305" y="0"/>
                  </a:lnTo>
                  <a:lnTo>
                    <a:pt x="3127" y="1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49"/>
            <p:cNvSpPr/>
            <p:nvPr/>
          </p:nvSpPr>
          <p:spPr>
            <a:xfrm>
              <a:off x="1433861" y="1944306"/>
              <a:ext cx="5372" cy="5455"/>
            </a:xfrm>
            <a:custGeom>
              <a:avLst/>
              <a:pathLst>
                <a:path w="5372" h="5455">
                  <a:moveTo>
                    <a:pt x="4229" y="1778"/>
                  </a:moveTo>
                  <a:lnTo>
                    <a:pt x="2766" y="2732"/>
                  </a:lnTo>
                  <a:lnTo>
                    <a:pt x="2505" y="2692"/>
                  </a:lnTo>
                  <a:lnTo>
                    <a:pt x="1601" y="4622"/>
                  </a:lnTo>
                  <a:lnTo>
                    <a:pt x="911" y="5455"/>
                  </a:lnTo>
                  <a:lnTo>
                    <a:pt x="0" y="3934"/>
                  </a:lnTo>
                  <a:lnTo>
                    <a:pt x="233" y="1569"/>
                  </a:lnTo>
                  <a:lnTo>
                    <a:pt x="1028" y="0"/>
                  </a:lnTo>
                  <a:lnTo>
                    <a:pt x="5053" y="523"/>
                  </a:lnTo>
                  <a:lnTo>
                    <a:pt x="5365" y="963"/>
                  </a:lnTo>
                  <a:lnTo>
                    <a:pt x="5372" y="1338"/>
                  </a:lnTo>
                  <a:lnTo>
                    <a:pt x="5076" y="16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0"/>
            <p:cNvSpPr/>
            <p:nvPr/>
          </p:nvSpPr>
          <p:spPr>
            <a:xfrm>
              <a:off x="1238086" y="1942629"/>
              <a:ext cx="3112" cy="3103"/>
            </a:xfrm>
            <a:custGeom>
              <a:avLst/>
              <a:pathLst>
                <a:path w="3112" h="3103">
                  <a:moveTo>
                    <a:pt x="2601" y="1709"/>
                  </a:moveTo>
                  <a:lnTo>
                    <a:pt x="1411" y="3103"/>
                  </a:lnTo>
                  <a:lnTo>
                    <a:pt x="329" y="2588"/>
                  </a:lnTo>
                  <a:lnTo>
                    <a:pt x="8" y="1572"/>
                  </a:lnTo>
                  <a:lnTo>
                    <a:pt x="0" y="1145"/>
                  </a:lnTo>
                  <a:lnTo>
                    <a:pt x="311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1"/>
            <p:cNvSpPr/>
            <p:nvPr/>
          </p:nvSpPr>
          <p:spPr>
            <a:xfrm>
              <a:off x="1635849" y="1933984"/>
              <a:ext cx="13950" cy="38951"/>
            </a:xfrm>
            <a:custGeom>
              <a:avLst/>
              <a:pathLst>
                <a:path w="13950" h="38951">
                  <a:moveTo>
                    <a:pt x="9816" y="5406"/>
                  </a:moveTo>
                  <a:lnTo>
                    <a:pt x="10793" y="8648"/>
                  </a:lnTo>
                  <a:lnTo>
                    <a:pt x="11502" y="11164"/>
                  </a:lnTo>
                  <a:lnTo>
                    <a:pt x="12132" y="14188"/>
                  </a:lnTo>
                  <a:lnTo>
                    <a:pt x="13187" y="20450"/>
                  </a:lnTo>
                  <a:lnTo>
                    <a:pt x="13679" y="22819"/>
                  </a:lnTo>
                  <a:lnTo>
                    <a:pt x="13833" y="24113"/>
                  </a:lnTo>
                  <a:lnTo>
                    <a:pt x="13950" y="27509"/>
                  </a:lnTo>
                  <a:lnTo>
                    <a:pt x="13791" y="28239"/>
                  </a:lnTo>
                  <a:lnTo>
                    <a:pt x="13476" y="28908"/>
                  </a:lnTo>
                  <a:lnTo>
                    <a:pt x="13414" y="29878"/>
                  </a:lnTo>
                  <a:lnTo>
                    <a:pt x="13706" y="32466"/>
                  </a:lnTo>
                  <a:lnTo>
                    <a:pt x="13726" y="36402"/>
                  </a:lnTo>
                  <a:lnTo>
                    <a:pt x="13450" y="38617"/>
                  </a:lnTo>
                  <a:lnTo>
                    <a:pt x="13129" y="38951"/>
                  </a:lnTo>
                  <a:lnTo>
                    <a:pt x="12341" y="38224"/>
                  </a:lnTo>
                  <a:lnTo>
                    <a:pt x="11695" y="37028"/>
                  </a:lnTo>
                  <a:lnTo>
                    <a:pt x="11217" y="35780"/>
                  </a:lnTo>
                  <a:lnTo>
                    <a:pt x="10042" y="31840"/>
                  </a:lnTo>
                  <a:lnTo>
                    <a:pt x="9692" y="30005"/>
                  </a:lnTo>
                  <a:lnTo>
                    <a:pt x="9670" y="28684"/>
                  </a:lnTo>
                  <a:lnTo>
                    <a:pt x="9851" y="27723"/>
                  </a:lnTo>
                  <a:lnTo>
                    <a:pt x="10237" y="27126"/>
                  </a:lnTo>
                  <a:lnTo>
                    <a:pt x="10905" y="25527"/>
                  </a:lnTo>
                  <a:lnTo>
                    <a:pt x="10809" y="25274"/>
                  </a:lnTo>
                  <a:lnTo>
                    <a:pt x="10301" y="25630"/>
                  </a:lnTo>
                  <a:lnTo>
                    <a:pt x="9263" y="25832"/>
                  </a:lnTo>
                  <a:lnTo>
                    <a:pt x="8350" y="24571"/>
                  </a:lnTo>
                  <a:lnTo>
                    <a:pt x="7638" y="23904"/>
                  </a:lnTo>
                  <a:lnTo>
                    <a:pt x="7781" y="21630"/>
                  </a:lnTo>
                  <a:lnTo>
                    <a:pt x="7590" y="20987"/>
                  </a:lnTo>
                  <a:lnTo>
                    <a:pt x="6190" y="21690"/>
                  </a:lnTo>
                  <a:lnTo>
                    <a:pt x="5663" y="21053"/>
                  </a:lnTo>
                  <a:lnTo>
                    <a:pt x="5548" y="20199"/>
                  </a:lnTo>
                  <a:lnTo>
                    <a:pt x="5574" y="18922"/>
                  </a:lnTo>
                  <a:lnTo>
                    <a:pt x="5841" y="17804"/>
                  </a:lnTo>
                  <a:lnTo>
                    <a:pt x="7171" y="14982"/>
                  </a:lnTo>
                  <a:lnTo>
                    <a:pt x="7037" y="14462"/>
                  </a:lnTo>
                  <a:lnTo>
                    <a:pt x="6391" y="14346"/>
                  </a:lnTo>
                  <a:lnTo>
                    <a:pt x="5539" y="13379"/>
                  </a:lnTo>
                  <a:lnTo>
                    <a:pt x="5149" y="10222"/>
                  </a:lnTo>
                  <a:lnTo>
                    <a:pt x="4232" y="8420"/>
                  </a:lnTo>
                  <a:lnTo>
                    <a:pt x="3691" y="8584"/>
                  </a:lnTo>
                  <a:lnTo>
                    <a:pt x="2460" y="13679"/>
                  </a:lnTo>
                  <a:lnTo>
                    <a:pt x="1851" y="14793"/>
                  </a:lnTo>
                  <a:lnTo>
                    <a:pt x="120" y="15509"/>
                  </a:lnTo>
                  <a:lnTo>
                    <a:pt x="473" y="14090"/>
                  </a:lnTo>
                  <a:lnTo>
                    <a:pt x="633" y="12823"/>
                  </a:lnTo>
                  <a:lnTo>
                    <a:pt x="18" y="8981"/>
                  </a:lnTo>
                  <a:lnTo>
                    <a:pt x="0" y="7504"/>
                  </a:lnTo>
                  <a:lnTo>
                    <a:pt x="410" y="6414"/>
                  </a:lnTo>
                  <a:lnTo>
                    <a:pt x="1632" y="5963"/>
                  </a:lnTo>
                  <a:lnTo>
                    <a:pt x="2281" y="5318"/>
                  </a:lnTo>
                  <a:lnTo>
                    <a:pt x="2787" y="4266"/>
                  </a:lnTo>
                  <a:lnTo>
                    <a:pt x="2913" y="3240"/>
                  </a:lnTo>
                  <a:lnTo>
                    <a:pt x="3860" y="528"/>
                  </a:lnTo>
                  <a:lnTo>
                    <a:pt x="4304" y="0"/>
                  </a:lnTo>
                  <a:lnTo>
                    <a:pt x="5483" y="37"/>
                  </a:lnTo>
                  <a:lnTo>
                    <a:pt x="7964" y="3035"/>
                  </a:lnTo>
                  <a:lnTo>
                    <a:pt x="8717" y="34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2"/>
            <p:cNvSpPr/>
            <p:nvPr/>
          </p:nvSpPr>
          <p:spPr>
            <a:xfrm>
              <a:off x="1432187" y="1921081"/>
              <a:ext cx="3215" cy="4393"/>
            </a:xfrm>
            <a:custGeom>
              <a:avLst/>
              <a:pathLst>
                <a:path w="3215" h="4393">
                  <a:moveTo>
                    <a:pt x="3215" y="3573"/>
                  </a:moveTo>
                  <a:lnTo>
                    <a:pt x="2894" y="4393"/>
                  </a:lnTo>
                  <a:lnTo>
                    <a:pt x="2590" y="4182"/>
                  </a:lnTo>
                  <a:lnTo>
                    <a:pt x="1947" y="3223"/>
                  </a:lnTo>
                  <a:lnTo>
                    <a:pt x="633" y="1822"/>
                  </a:lnTo>
                  <a:lnTo>
                    <a:pt x="34" y="861"/>
                  </a:lnTo>
                  <a:lnTo>
                    <a:pt x="0" y="451"/>
                  </a:lnTo>
                  <a:lnTo>
                    <a:pt x="448" y="0"/>
                  </a:lnTo>
                  <a:lnTo>
                    <a:pt x="1991" y="1129"/>
                  </a:lnTo>
                  <a:lnTo>
                    <a:pt x="2647" y="21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3"/>
            <p:cNvSpPr/>
            <p:nvPr/>
          </p:nvSpPr>
          <p:spPr>
            <a:xfrm>
              <a:off x="1418468" y="1921053"/>
              <a:ext cx="28734" cy="35392"/>
            </a:xfrm>
            <a:custGeom>
              <a:avLst/>
              <a:pathLst>
                <a:path w="28734" h="35392">
                  <a:moveTo>
                    <a:pt x="20877" y="4374"/>
                  </a:moveTo>
                  <a:lnTo>
                    <a:pt x="20960" y="5997"/>
                  </a:lnTo>
                  <a:lnTo>
                    <a:pt x="21428" y="5800"/>
                  </a:lnTo>
                  <a:lnTo>
                    <a:pt x="23199" y="4127"/>
                  </a:lnTo>
                  <a:lnTo>
                    <a:pt x="24123" y="3637"/>
                  </a:lnTo>
                  <a:lnTo>
                    <a:pt x="25325" y="3560"/>
                  </a:lnTo>
                  <a:lnTo>
                    <a:pt x="26278" y="4322"/>
                  </a:lnTo>
                  <a:lnTo>
                    <a:pt x="26472" y="4907"/>
                  </a:lnTo>
                  <a:lnTo>
                    <a:pt x="26388" y="5604"/>
                  </a:lnTo>
                  <a:lnTo>
                    <a:pt x="25626" y="7019"/>
                  </a:lnTo>
                  <a:lnTo>
                    <a:pt x="25658" y="7938"/>
                  </a:lnTo>
                  <a:lnTo>
                    <a:pt x="26477" y="9629"/>
                  </a:lnTo>
                  <a:lnTo>
                    <a:pt x="28490" y="10551"/>
                  </a:lnTo>
                  <a:lnTo>
                    <a:pt x="28734" y="11059"/>
                  </a:lnTo>
                  <a:lnTo>
                    <a:pt x="28724" y="11671"/>
                  </a:lnTo>
                  <a:lnTo>
                    <a:pt x="27337" y="14471"/>
                  </a:lnTo>
                  <a:lnTo>
                    <a:pt x="26829" y="15125"/>
                  </a:lnTo>
                  <a:lnTo>
                    <a:pt x="26468" y="15282"/>
                  </a:lnTo>
                  <a:lnTo>
                    <a:pt x="23951" y="14778"/>
                  </a:lnTo>
                  <a:lnTo>
                    <a:pt x="21647" y="13861"/>
                  </a:lnTo>
                  <a:lnTo>
                    <a:pt x="20715" y="13705"/>
                  </a:lnTo>
                  <a:lnTo>
                    <a:pt x="20385" y="14002"/>
                  </a:lnTo>
                  <a:lnTo>
                    <a:pt x="19733" y="14864"/>
                  </a:lnTo>
                  <a:lnTo>
                    <a:pt x="20200" y="15117"/>
                  </a:lnTo>
                  <a:lnTo>
                    <a:pt x="22220" y="15322"/>
                  </a:lnTo>
                  <a:lnTo>
                    <a:pt x="22932" y="16580"/>
                  </a:lnTo>
                  <a:lnTo>
                    <a:pt x="23242" y="17504"/>
                  </a:lnTo>
                  <a:lnTo>
                    <a:pt x="23397" y="18523"/>
                  </a:lnTo>
                  <a:lnTo>
                    <a:pt x="22994" y="18941"/>
                  </a:lnTo>
                  <a:lnTo>
                    <a:pt x="22131" y="19245"/>
                  </a:lnTo>
                  <a:lnTo>
                    <a:pt x="21096" y="19241"/>
                  </a:lnTo>
                  <a:lnTo>
                    <a:pt x="19816" y="20388"/>
                  </a:lnTo>
                  <a:lnTo>
                    <a:pt x="19110" y="21698"/>
                  </a:lnTo>
                  <a:lnTo>
                    <a:pt x="16546" y="22031"/>
                  </a:lnTo>
                  <a:lnTo>
                    <a:pt x="14598" y="23780"/>
                  </a:lnTo>
                  <a:lnTo>
                    <a:pt x="13909" y="24643"/>
                  </a:lnTo>
                  <a:lnTo>
                    <a:pt x="13669" y="25675"/>
                  </a:lnTo>
                  <a:lnTo>
                    <a:pt x="12934" y="26425"/>
                  </a:lnTo>
                  <a:lnTo>
                    <a:pt x="11273" y="27174"/>
                  </a:lnTo>
                  <a:lnTo>
                    <a:pt x="12263" y="27846"/>
                  </a:lnTo>
                  <a:lnTo>
                    <a:pt x="12419" y="28414"/>
                  </a:lnTo>
                  <a:lnTo>
                    <a:pt x="12437" y="29202"/>
                  </a:lnTo>
                  <a:lnTo>
                    <a:pt x="12301" y="29880"/>
                  </a:lnTo>
                  <a:lnTo>
                    <a:pt x="10990" y="32906"/>
                  </a:lnTo>
                  <a:lnTo>
                    <a:pt x="8510" y="35392"/>
                  </a:lnTo>
                  <a:lnTo>
                    <a:pt x="7881" y="35281"/>
                  </a:lnTo>
                  <a:lnTo>
                    <a:pt x="7611" y="34971"/>
                  </a:lnTo>
                  <a:lnTo>
                    <a:pt x="7390" y="34496"/>
                  </a:lnTo>
                  <a:lnTo>
                    <a:pt x="7380" y="34020"/>
                  </a:lnTo>
                  <a:lnTo>
                    <a:pt x="10575" y="29031"/>
                  </a:lnTo>
                  <a:lnTo>
                    <a:pt x="10449" y="28785"/>
                  </a:lnTo>
                  <a:lnTo>
                    <a:pt x="9580" y="28616"/>
                  </a:lnTo>
                  <a:lnTo>
                    <a:pt x="8203" y="27244"/>
                  </a:lnTo>
                  <a:lnTo>
                    <a:pt x="7231" y="28127"/>
                  </a:lnTo>
                  <a:lnTo>
                    <a:pt x="7011" y="28093"/>
                  </a:lnTo>
                  <a:lnTo>
                    <a:pt x="7270" y="26917"/>
                  </a:lnTo>
                  <a:lnTo>
                    <a:pt x="7903" y="25514"/>
                  </a:lnTo>
                  <a:lnTo>
                    <a:pt x="7792" y="25121"/>
                  </a:lnTo>
                  <a:lnTo>
                    <a:pt x="7444" y="24770"/>
                  </a:lnTo>
                  <a:lnTo>
                    <a:pt x="6644" y="24561"/>
                  </a:lnTo>
                  <a:lnTo>
                    <a:pt x="5391" y="24494"/>
                  </a:lnTo>
                  <a:lnTo>
                    <a:pt x="4463" y="24826"/>
                  </a:lnTo>
                  <a:lnTo>
                    <a:pt x="3859" y="25558"/>
                  </a:lnTo>
                  <a:lnTo>
                    <a:pt x="3810" y="25868"/>
                  </a:lnTo>
                  <a:lnTo>
                    <a:pt x="5094" y="25781"/>
                  </a:lnTo>
                  <a:lnTo>
                    <a:pt x="5443" y="26154"/>
                  </a:lnTo>
                  <a:lnTo>
                    <a:pt x="5789" y="26849"/>
                  </a:lnTo>
                  <a:lnTo>
                    <a:pt x="6000" y="27653"/>
                  </a:lnTo>
                  <a:lnTo>
                    <a:pt x="6075" y="28563"/>
                  </a:lnTo>
                  <a:lnTo>
                    <a:pt x="5805" y="29790"/>
                  </a:lnTo>
                  <a:lnTo>
                    <a:pt x="5193" y="31328"/>
                  </a:lnTo>
                  <a:lnTo>
                    <a:pt x="4295" y="31058"/>
                  </a:lnTo>
                  <a:lnTo>
                    <a:pt x="2456" y="27640"/>
                  </a:lnTo>
                  <a:lnTo>
                    <a:pt x="1644" y="22636"/>
                  </a:lnTo>
                  <a:lnTo>
                    <a:pt x="71" y="18811"/>
                  </a:lnTo>
                  <a:lnTo>
                    <a:pt x="0" y="17898"/>
                  </a:lnTo>
                  <a:lnTo>
                    <a:pt x="449" y="15539"/>
                  </a:lnTo>
                  <a:lnTo>
                    <a:pt x="2036" y="12190"/>
                  </a:lnTo>
                  <a:lnTo>
                    <a:pt x="3742" y="11272"/>
                  </a:lnTo>
                  <a:lnTo>
                    <a:pt x="4957" y="9865"/>
                  </a:lnTo>
                  <a:lnTo>
                    <a:pt x="6132" y="9441"/>
                  </a:lnTo>
                  <a:lnTo>
                    <a:pt x="6859" y="9477"/>
                  </a:lnTo>
                  <a:lnTo>
                    <a:pt x="7852" y="10083"/>
                  </a:lnTo>
                  <a:lnTo>
                    <a:pt x="8253" y="11366"/>
                  </a:lnTo>
                  <a:lnTo>
                    <a:pt x="8013" y="11969"/>
                  </a:lnTo>
                  <a:lnTo>
                    <a:pt x="8105" y="12287"/>
                  </a:lnTo>
                  <a:lnTo>
                    <a:pt x="8801" y="13057"/>
                  </a:lnTo>
                  <a:lnTo>
                    <a:pt x="9555" y="15748"/>
                  </a:lnTo>
                  <a:lnTo>
                    <a:pt x="10435" y="18136"/>
                  </a:lnTo>
                  <a:lnTo>
                    <a:pt x="11020" y="19107"/>
                  </a:lnTo>
                  <a:lnTo>
                    <a:pt x="11790" y="19704"/>
                  </a:lnTo>
                  <a:lnTo>
                    <a:pt x="10993" y="17880"/>
                  </a:lnTo>
                  <a:lnTo>
                    <a:pt x="10523" y="15622"/>
                  </a:lnTo>
                  <a:lnTo>
                    <a:pt x="10286" y="11121"/>
                  </a:lnTo>
                  <a:lnTo>
                    <a:pt x="10059" y="9932"/>
                  </a:lnTo>
                  <a:lnTo>
                    <a:pt x="10503" y="9612"/>
                  </a:lnTo>
                  <a:lnTo>
                    <a:pt x="11762" y="9788"/>
                  </a:lnTo>
                  <a:lnTo>
                    <a:pt x="11727" y="9117"/>
                  </a:lnTo>
                  <a:lnTo>
                    <a:pt x="10400" y="7600"/>
                  </a:lnTo>
                  <a:lnTo>
                    <a:pt x="9583" y="6346"/>
                  </a:lnTo>
                  <a:lnTo>
                    <a:pt x="9276" y="5354"/>
                  </a:lnTo>
                  <a:lnTo>
                    <a:pt x="9295" y="4494"/>
                  </a:lnTo>
                  <a:lnTo>
                    <a:pt x="10019" y="3224"/>
                  </a:lnTo>
                  <a:lnTo>
                    <a:pt x="10431" y="2862"/>
                  </a:lnTo>
                  <a:lnTo>
                    <a:pt x="10854" y="2706"/>
                  </a:lnTo>
                  <a:lnTo>
                    <a:pt x="11699" y="2976"/>
                  </a:lnTo>
                  <a:lnTo>
                    <a:pt x="12078" y="3373"/>
                  </a:lnTo>
                  <a:lnTo>
                    <a:pt x="13161" y="6231"/>
                  </a:lnTo>
                  <a:lnTo>
                    <a:pt x="13668" y="7120"/>
                  </a:lnTo>
                  <a:lnTo>
                    <a:pt x="14089" y="7121"/>
                  </a:lnTo>
                  <a:lnTo>
                    <a:pt x="14479" y="6647"/>
                  </a:lnTo>
                  <a:lnTo>
                    <a:pt x="14839" y="5697"/>
                  </a:lnTo>
                  <a:lnTo>
                    <a:pt x="15211" y="5129"/>
                  </a:lnTo>
                  <a:lnTo>
                    <a:pt x="15594" y="4943"/>
                  </a:lnTo>
                  <a:lnTo>
                    <a:pt x="16799" y="5363"/>
                  </a:lnTo>
                  <a:lnTo>
                    <a:pt x="17201" y="5207"/>
                  </a:lnTo>
                  <a:lnTo>
                    <a:pt x="17399" y="4490"/>
                  </a:lnTo>
                  <a:lnTo>
                    <a:pt x="17390" y="3211"/>
                  </a:lnTo>
                  <a:lnTo>
                    <a:pt x="17688" y="2751"/>
                  </a:lnTo>
                  <a:lnTo>
                    <a:pt x="17761" y="1812"/>
                  </a:lnTo>
                  <a:lnTo>
                    <a:pt x="17104" y="424"/>
                  </a:lnTo>
                  <a:lnTo>
                    <a:pt x="17857" y="0"/>
                  </a:lnTo>
                  <a:lnTo>
                    <a:pt x="20357" y="1061"/>
                  </a:lnTo>
                  <a:lnTo>
                    <a:pt x="21426" y="22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4"/>
            <p:cNvSpPr/>
            <p:nvPr/>
          </p:nvSpPr>
          <p:spPr>
            <a:xfrm>
              <a:off x="1627266" y="1912291"/>
              <a:ext cx="19512" cy="25074"/>
            </a:xfrm>
            <a:custGeom>
              <a:avLst/>
              <a:pathLst>
                <a:path w="19512" h="25074">
                  <a:moveTo>
                    <a:pt x="9646" y="717"/>
                  </a:moveTo>
                  <a:lnTo>
                    <a:pt x="11290" y="3596"/>
                  </a:lnTo>
                  <a:lnTo>
                    <a:pt x="11304" y="4257"/>
                  </a:lnTo>
                  <a:lnTo>
                    <a:pt x="10969" y="6236"/>
                  </a:lnTo>
                  <a:lnTo>
                    <a:pt x="10075" y="6795"/>
                  </a:lnTo>
                  <a:lnTo>
                    <a:pt x="10328" y="7582"/>
                  </a:lnTo>
                  <a:lnTo>
                    <a:pt x="10994" y="8175"/>
                  </a:lnTo>
                  <a:lnTo>
                    <a:pt x="11468" y="7681"/>
                  </a:lnTo>
                  <a:lnTo>
                    <a:pt x="13204" y="4908"/>
                  </a:lnTo>
                  <a:lnTo>
                    <a:pt x="13739" y="4325"/>
                  </a:lnTo>
                  <a:lnTo>
                    <a:pt x="14062" y="4266"/>
                  </a:lnTo>
                  <a:lnTo>
                    <a:pt x="16177" y="5101"/>
                  </a:lnTo>
                  <a:lnTo>
                    <a:pt x="18027" y="6424"/>
                  </a:lnTo>
                  <a:lnTo>
                    <a:pt x="18573" y="7481"/>
                  </a:lnTo>
                  <a:lnTo>
                    <a:pt x="18880" y="9329"/>
                  </a:lnTo>
                  <a:lnTo>
                    <a:pt x="18389" y="13334"/>
                  </a:lnTo>
                  <a:lnTo>
                    <a:pt x="16871" y="14031"/>
                  </a:lnTo>
                  <a:lnTo>
                    <a:pt x="16155" y="13959"/>
                  </a:lnTo>
                  <a:lnTo>
                    <a:pt x="15390" y="13376"/>
                  </a:lnTo>
                  <a:lnTo>
                    <a:pt x="14156" y="14770"/>
                  </a:lnTo>
                  <a:lnTo>
                    <a:pt x="15179" y="15836"/>
                  </a:lnTo>
                  <a:lnTo>
                    <a:pt x="18294" y="16078"/>
                  </a:lnTo>
                  <a:lnTo>
                    <a:pt x="19241" y="18335"/>
                  </a:lnTo>
                  <a:lnTo>
                    <a:pt x="19512" y="20072"/>
                  </a:lnTo>
                  <a:lnTo>
                    <a:pt x="18840" y="23265"/>
                  </a:lnTo>
                  <a:lnTo>
                    <a:pt x="17075" y="22382"/>
                  </a:lnTo>
                  <a:lnTo>
                    <a:pt x="15517" y="20532"/>
                  </a:lnTo>
                  <a:lnTo>
                    <a:pt x="12322" y="17914"/>
                  </a:lnTo>
                  <a:lnTo>
                    <a:pt x="11558" y="17791"/>
                  </a:lnTo>
                  <a:lnTo>
                    <a:pt x="11048" y="18254"/>
                  </a:lnTo>
                  <a:lnTo>
                    <a:pt x="10908" y="19843"/>
                  </a:lnTo>
                  <a:lnTo>
                    <a:pt x="10941" y="23288"/>
                  </a:lnTo>
                  <a:lnTo>
                    <a:pt x="10088" y="25074"/>
                  </a:lnTo>
                  <a:lnTo>
                    <a:pt x="7570" y="24287"/>
                  </a:lnTo>
                  <a:lnTo>
                    <a:pt x="6581" y="21678"/>
                  </a:lnTo>
                  <a:lnTo>
                    <a:pt x="5661" y="17550"/>
                  </a:lnTo>
                  <a:lnTo>
                    <a:pt x="2190" y="12662"/>
                  </a:lnTo>
                  <a:lnTo>
                    <a:pt x="1250" y="11684"/>
                  </a:lnTo>
                  <a:lnTo>
                    <a:pt x="0" y="8756"/>
                  </a:lnTo>
                  <a:lnTo>
                    <a:pt x="500" y="6439"/>
                  </a:lnTo>
                  <a:lnTo>
                    <a:pt x="647" y="5097"/>
                  </a:lnTo>
                  <a:lnTo>
                    <a:pt x="1314" y="4742"/>
                  </a:lnTo>
                  <a:lnTo>
                    <a:pt x="2290" y="3706"/>
                  </a:lnTo>
                  <a:lnTo>
                    <a:pt x="2838" y="1466"/>
                  </a:lnTo>
                  <a:lnTo>
                    <a:pt x="3716" y="3281"/>
                  </a:lnTo>
                  <a:lnTo>
                    <a:pt x="4889" y="5024"/>
                  </a:lnTo>
                  <a:lnTo>
                    <a:pt x="4905" y="3386"/>
                  </a:lnTo>
                  <a:lnTo>
                    <a:pt x="5457" y="2079"/>
                  </a:lnTo>
                  <a:lnTo>
                    <a:pt x="6608" y="2126"/>
                  </a:lnTo>
                  <a:lnTo>
                    <a:pt x="7148" y="1852"/>
                  </a:lnTo>
                  <a:lnTo>
                    <a:pt x="7904" y="630"/>
                  </a:lnTo>
                  <a:lnTo>
                    <a:pt x="899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5"/>
            <p:cNvSpPr/>
            <p:nvPr/>
          </p:nvSpPr>
          <p:spPr>
            <a:xfrm>
              <a:off x="1649212" y="1910400"/>
              <a:ext cx="4014" cy="3794"/>
            </a:xfrm>
            <a:custGeom>
              <a:avLst/>
              <a:pathLst>
                <a:path w="4014" h="3794">
                  <a:moveTo>
                    <a:pt x="4014" y="3061"/>
                  </a:moveTo>
                  <a:lnTo>
                    <a:pt x="3932" y="3794"/>
                  </a:lnTo>
                  <a:lnTo>
                    <a:pt x="2362" y="3722"/>
                  </a:lnTo>
                  <a:lnTo>
                    <a:pt x="777" y="2641"/>
                  </a:lnTo>
                  <a:lnTo>
                    <a:pt x="0" y="1229"/>
                  </a:lnTo>
                  <a:lnTo>
                    <a:pt x="156" y="594"/>
                  </a:lnTo>
                  <a:lnTo>
                    <a:pt x="1629" y="0"/>
                  </a:lnTo>
                  <a:lnTo>
                    <a:pt x="3023" y="133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6"/>
            <p:cNvSpPr/>
            <p:nvPr/>
          </p:nvSpPr>
          <p:spPr>
            <a:xfrm>
              <a:off x="1646087" y="1909746"/>
              <a:ext cx="12777" cy="38770"/>
            </a:xfrm>
            <a:custGeom>
              <a:avLst/>
              <a:pathLst>
                <a:path w="12777" h="38770">
                  <a:moveTo>
                    <a:pt x="2909" y="5701"/>
                  </a:moveTo>
                  <a:lnTo>
                    <a:pt x="5834" y="6377"/>
                  </a:lnTo>
                  <a:lnTo>
                    <a:pt x="7975" y="6224"/>
                  </a:lnTo>
                  <a:lnTo>
                    <a:pt x="9930" y="10640"/>
                  </a:lnTo>
                  <a:lnTo>
                    <a:pt x="11134" y="14208"/>
                  </a:lnTo>
                  <a:lnTo>
                    <a:pt x="11841" y="16707"/>
                  </a:lnTo>
                  <a:lnTo>
                    <a:pt x="12242" y="19121"/>
                  </a:lnTo>
                  <a:lnTo>
                    <a:pt x="12777" y="21451"/>
                  </a:lnTo>
                  <a:lnTo>
                    <a:pt x="12730" y="21779"/>
                  </a:lnTo>
                  <a:lnTo>
                    <a:pt x="11601" y="20206"/>
                  </a:lnTo>
                  <a:lnTo>
                    <a:pt x="10789" y="17025"/>
                  </a:lnTo>
                  <a:lnTo>
                    <a:pt x="10374" y="15780"/>
                  </a:lnTo>
                  <a:lnTo>
                    <a:pt x="9964" y="15218"/>
                  </a:lnTo>
                  <a:lnTo>
                    <a:pt x="9532" y="14044"/>
                  </a:lnTo>
                  <a:lnTo>
                    <a:pt x="8695" y="11005"/>
                  </a:lnTo>
                  <a:lnTo>
                    <a:pt x="8663" y="10150"/>
                  </a:lnTo>
                  <a:lnTo>
                    <a:pt x="8291" y="9358"/>
                  </a:lnTo>
                  <a:lnTo>
                    <a:pt x="7861" y="9026"/>
                  </a:lnTo>
                  <a:lnTo>
                    <a:pt x="7373" y="9157"/>
                  </a:lnTo>
                  <a:lnTo>
                    <a:pt x="7206" y="9463"/>
                  </a:lnTo>
                  <a:lnTo>
                    <a:pt x="7281" y="11559"/>
                  </a:lnTo>
                  <a:lnTo>
                    <a:pt x="7664" y="13891"/>
                  </a:lnTo>
                  <a:lnTo>
                    <a:pt x="9775" y="18981"/>
                  </a:lnTo>
                  <a:lnTo>
                    <a:pt x="11185" y="21880"/>
                  </a:lnTo>
                  <a:lnTo>
                    <a:pt x="11463" y="22842"/>
                  </a:lnTo>
                  <a:lnTo>
                    <a:pt x="11649" y="25490"/>
                  </a:lnTo>
                  <a:lnTo>
                    <a:pt x="11040" y="26690"/>
                  </a:lnTo>
                  <a:lnTo>
                    <a:pt x="11787" y="29133"/>
                  </a:lnTo>
                  <a:lnTo>
                    <a:pt x="11760" y="29611"/>
                  </a:lnTo>
                  <a:lnTo>
                    <a:pt x="11597" y="30077"/>
                  </a:lnTo>
                  <a:lnTo>
                    <a:pt x="9586" y="31160"/>
                  </a:lnTo>
                  <a:lnTo>
                    <a:pt x="7744" y="35691"/>
                  </a:lnTo>
                  <a:lnTo>
                    <a:pt x="5728" y="38344"/>
                  </a:lnTo>
                  <a:lnTo>
                    <a:pt x="4800" y="38770"/>
                  </a:lnTo>
                  <a:lnTo>
                    <a:pt x="4353" y="38327"/>
                  </a:lnTo>
                  <a:lnTo>
                    <a:pt x="3931" y="37309"/>
                  </a:lnTo>
                  <a:lnTo>
                    <a:pt x="3682" y="35952"/>
                  </a:lnTo>
                  <a:lnTo>
                    <a:pt x="3608" y="34251"/>
                  </a:lnTo>
                  <a:lnTo>
                    <a:pt x="4111" y="33180"/>
                  </a:lnTo>
                  <a:lnTo>
                    <a:pt x="5108" y="27612"/>
                  </a:lnTo>
                  <a:lnTo>
                    <a:pt x="5136" y="25784"/>
                  </a:lnTo>
                  <a:lnTo>
                    <a:pt x="3893" y="23249"/>
                  </a:lnTo>
                  <a:lnTo>
                    <a:pt x="3144" y="21173"/>
                  </a:lnTo>
                  <a:lnTo>
                    <a:pt x="2738" y="18279"/>
                  </a:lnTo>
                  <a:lnTo>
                    <a:pt x="2059" y="10626"/>
                  </a:lnTo>
                  <a:lnTo>
                    <a:pt x="1744" y="8179"/>
                  </a:lnTo>
                  <a:lnTo>
                    <a:pt x="1300" y="6139"/>
                  </a:lnTo>
                  <a:lnTo>
                    <a:pt x="726" y="4507"/>
                  </a:lnTo>
                  <a:lnTo>
                    <a:pt x="292" y="2713"/>
                  </a:lnTo>
                  <a:lnTo>
                    <a:pt x="0" y="758"/>
                  </a:lnTo>
                  <a:lnTo>
                    <a:pt x="110" y="0"/>
                  </a:lnTo>
                  <a:lnTo>
                    <a:pt x="1106" y="1018"/>
                  </a:lnTo>
                  <a:lnTo>
                    <a:pt x="2300" y="38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7"/>
            <p:cNvSpPr/>
            <p:nvPr/>
          </p:nvSpPr>
          <p:spPr>
            <a:xfrm>
              <a:off x="1433784" y="1906911"/>
              <a:ext cx="16191" cy="13500"/>
            </a:xfrm>
            <a:custGeom>
              <a:avLst/>
              <a:pathLst>
                <a:path w="16191" h="13500">
                  <a:moveTo>
                    <a:pt x="11098" y="2670"/>
                  </a:moveTo>
                  <a:lnTo>
                    <a:pt x="11514" y="2910"/>
                  </a:lnTo>
                  <a:lnTo>
                    <a:pt x="11949" y="1151"/>
                  </a:lnTo>
                  <a:lnTo>
                    <a:pt x="12256" y="1096"/>
                  </a:lnTo>
                  <a:lnTo>
                    <a:pt x="13618" y="2585"/>
                  </a:lnTo>
                  <a:lnTo>
                    <a:pt x="14455" y="2255"/>
                  </a:lnTo>
                  <a:lnTo>
                    <a:pt x="14993" y="4084"/>
                  </a:lnTo>
                  <a:lnTo>
                    <a:pt x="15475" y="4252"/>
                  </a:lnTo>
                  <a:lnTo>
                    <a:pt x="15922" y="4029"/>
                  </a:lnTo>
                  <a:lnTo>
                    <a:pt x="16191" y="4158"/>
                  </a:lnTo>
                  <a:lnTo>
                    <a:pt x="16097" y="6094"/>
                  </a:lnTo>
                  <a:lnTo>
                    <a:pt x="15103" y="8056"/>
                  </a:lnTo>
                  <a:lnTo>
                    <a:pt x="14641" y="8553"/>
                  </a:lnTo>
                  <a:lnTo>
                    <a:pt x="13992" y="8046"/>
                  </a:lnTo>
                  <a:lnTo>
                    <a:pt x="13750" y="7857"/>
                  </a:lnTo>
                  <a:lnTo>
                    <a:pt x="13323" y="6990"/>
                  </a:lnTo>
                  <a:lnTo>
                    <a:pt x="13000" y="5893"/>
                  </a:lnTo>
                  <a:lnTo>
                    <a:pt x="12808" y="5876"/>
                  </a:lnTo>
                  <a:lnTo>
                    <a:pt x="12048" y="7166"/>
                  </a:lnTo>
                  <a:lnTo>
                    <a:pt x="12068" y="7802"/>
                  </a:lnTo>
                  <a:lnTo>
                    <a:pt x="12384" y="8762"/>
                  </a:lnTo>
                  <a:lnTo>
                    <a:pt x="12337" y="9358"/>
                  </a:lnTo>
                  <a:lnTo>
                    <a:pt x="11510" y="9642"/>
                  </a:lnTo>
                  <a:lnTo>
                    <a:pt x="10699" y="9495"/>
                  </a:lnTo>
                  <a:lnTo>
                    <a:pt x="9709" y="10330"/>
                  </a:lnTo>
                  <a:lnTo>
                    <a:pt x="9472" y="9809"/>
                  </a:lnTo>
                  <a:lnTo>
                    <a:pt x="9321" y="8343"/>
                  </a:lnTo>
                  <a:lnTo>
                    <a:pt x="9012" y="8509"/>
                  </a:lnTo>
                  <a:lnTo>
                    <a:pt x="8545" y="10306"/>
                  </a:lnTo>
                  <a:lnTo>
                    <a:pt x="8035" y="11443"/>
                  </a:lnTo>
                  <a:lnTo>
                    <a:pt x="7106" y="12386"/>
                  </a:lnTo>
                  <a:lnTo>
                    <a:pt x="6902" y="12844"/>
                  </a:lnTo>
                  <a:lnTo>
                    <a:pt x="6221" y="12906"/>
                  </a:lnTo>
                  <a:lnTo>
                    <a:pt x="5212" y="13500"/>
                  </a:lnTo>
                  <a:lnTo>
                    <a:pt x="4589" y="13401"/>
                  </a:lnTo>
                  <a:lnTo>
                    <a:pt x="873" y="11450"/>
                  </a:lnTo>
                  <a:lnTo>
                    <a:pt x="0" y="10737"/>
                  </a:lnTo>
                  <a:lnTo>
                    <a:pt x="3055" y="6266"/>
                  </a:lnTo>
                  <a:lnTo>
                    <a:pt x="4663" y="4537"/>
                  </a:lnTo>
                  <a:lnTo>
                    <a:pt x="5592" y="4631"/>
                  </a:lnTo>
                  <a:lnTo>
                    <a:pt x="6522" y="5169"/>
                  </a:lnTo>
                  <a:lnTo>
                    <a:pt x="7013" y="5083"/>
                  </a:lnTo>
                  <a:lnTo>
                    <a:pt x="7050" y="3102"/>
                  </a:lnTo>
                  <a:lnTo>
                    <a:pt x="6184" y="1624"/>
                  </a:lnTo>
                  <a:lnTo>
                    <a:pt x="6217" y="1009"/>
                  </a:lnTo>
                  <a:lnTo>
                    <a:pt x="8132" y="0"/>
                  </a:lnTo>
                  <a:lnTo>
                    <a:pt x="8850" y="144"/>
                  </a:lnTo>
                  <a:lnTo>
                    <a:pt x="9641" y="662"/>
                  </a:lnTo>
                  <a:lnTo>
                    <a:pt x="10390" y="15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8"/>
            <p:cNvSpPr/>
            <p:nvPr/>
          </p:nvSpPr>
          <p:spPr>
            <a:xfrm>
              <a:off x="1442354" y="1901923"/>
              <a:ext cx="3219" cy="4159"/>
            </a:xfrm>
            <a:custGeom>
              <a:avLst/>
              <a:pathLst>
                <a:path w="3219" h="4159">
                  <a:moveTo>
                    <a:pt x="1732" y="3970"/>
                  </a:moveTo>
                  <a:lnTo>
                    <a:pt x="1393" y="4159"/>
                  </a:lnTo>
                  <a:lnTo>
                    <a:pt x="552" y="3254"/>
                  </a:lnTo>
                  <a:lnTo>
                    <a:pt x="0" y="2295"/>
                  </a:lnTo>
                  <a:lnTo>
                    <a:pt x="365" y="1565"/>
                  </a:lnTo>
                  <a:lnTo>
                    <a:pt x="1996" y="25"/>
                  </a:lnTo>
                  <a:lnTo>
                    <a:pt x="2774" y="0"/>
                  </a:lnTo>
                  <a:lnTo>
                    <a:pt x="3092" y="245"/>
                  </a:lnTo>
                  <a:lnTo>
                    <a:pt x="3219" y="721"/>
                  </a:lnTo>
                  <a:lnTo>
                    <a:pt x="3157" y="1433"/>
                  </a:lnTo>
                  <a:lnTo>
                    <a:pt x="2805" y="23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59"/>
            <p:cNvSpPr/>
            <p:nvPr/>
          </p:nvSpPr>
          <p:spPr>
            <a:xfrm>
              <a:off x="1344594" y="1896727"/>
              <a:ext cx="4791" cy="6919"/>
            </a:xfrm>
            <a:custGeom>
              <a:avLst/>
              <a:pathLst>
                <a:path w="4791" h="6919">
                  <a:moveTo>
                    <a:pt x="2445" y="6445"/>
                  </a:moveTo>
                  <a:lnTo>
                    <a:pt x="1600" y="6919"/>
                  </a:lnTo>
                  <a:lnTo>
                    <a:pt x="704" y="6680"/>
                  </a:lnTo>
                  <a:lnTo>
                    <a:pt x="0" y="3753"/>
                  </a:lnTo>
                  <a:lnTo>
                    <a:pt x="539" y="3661"/>
                  </a:lnTo>
                  <a:lnTo>
                    <a:pt x="1671" y="1737"/>
                  </a:lnTo>
                  <a:lnTo>
                    <a:pt x="4176" y="177"/>
                  </a:lnTo>
                  <a:lnTo>
                    <a:pt x="47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0"/>
            <p:cNvSpPr/>
            <p:nvPr/>
          </p:nvSpPr>
          <p:spPr>
            <a:xfrm>
              <a:off x="1534684" y="1860679"/>
              <a:ext cx="4348" cy="5984"/>
            </a:xfrm>
            <a:custGeom>
              <a:avLst/>
              <a:pathLst>
                <a:path w="4348" h="5984">
                  <a:moveTo>
                    <a:pt x="551" y="5814"/>
                  </a:moveTo>
                  <a:lnTo>
                    <a:pt x="0" y="5984"/>
                  </a:lnTo>
                  <a:lnTo>
                    <a:pt x="828" y="4047"/>
                  </a:lnTo>
                  <a:lnTo>
                    <a:pt x="1940" y="1906"/>
                  </a:lnTo>
                  <a:lnTo>
                    <a:pt x="2987" y="561"/>
                  </a:lnTo>
                  <a:lnTo>
                    <a:pt x="4348" y="0"/>
                  </a:lnTo>
                  <a:lnTo>
                    <a:pt x="4195" y="976"/>
                  </a:lnTo>
                  <a:lnTo>
                    <a:pt x="2420" y="27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1"/>
            <p:cNvSpPr/>
            <p:nvPr/>
          </p:nvSpPr>
          <p:spPr>
            <a:xfrm>
              <a:off x="1492584" y="1856646"/>
              <a:ext cx="4116" cy="3455"/>
            </a:xfrm>
            <a:custGeom>
              <a:avLst/>
              <a:pathLst>
                <a:path w="4116" h="3455">
                  <a:moveTo>
                    <a:pt x="2878" y="2550"/>
                  </a:moveTo>
                  <a:lnTo>
                    <a:pt x="2275" y="3455"/>
                  </a:lnTo>
                  <a:lnTo>
                    <a:pt x="0" y="2907"/>
                  </a:lnTo>
                  <a:lnTo>
                    <a:pt x="474" y="1126"/>
                  </a:lnTo>
                  <a:lnTo>
                    <a:pt x="2212" y="0"/>
                  </a:lnTo>
                  <a:lnTo>
                    <a:pt x="4116" y="17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2"/>
            <p:cNvSpPr/>
            <p:nvPr/>
          </p:nvSpPr>
          <p:spPr>
            <a:xfrm>
              <a:off x="1497180" y="1850398"/>
              <a:ext cx="10525" cy="16673"/>
            </a:xfrm>
            <a:custGeom>
              <a:avLst/>
              <a:pathLst>
                <a:path w="10525" h="16673">
                  <a:moveTo>
                    <a:pt x="1571" y="16247"/>
                  </a:moveTo>
                  <a:lnTo>
                    <a:pt x="300" y="16673"/>
                  </a:lnTo>
                  <a:lnTo>
                    <a:pt x="0" y="15800"/>
                  </a:lnTo>
                  <a:lnTo>
                    <a:pt x="668" y="13626"/>
                  </a:lnTo>
                  <a:lnTo>
                    <a:pt x="1201" y="12391"/>
                  </a:lnTo>
                  <a:lnTo>
                    <a:pt x="1597" y="12099"/>
                  </a:lnTo>
                  <a:lnTo>
                    <a:pt x="3058" y="9646"/>
                  </a:lnTo>
                  <a:lnTo>
                    <a:pt x="4679" y="7861"/>
                  </a:lnTo>
                  <a:lnTo>
                    <a:pt x="6167" y="5251"/>
                  </a:lnTo>
                  <a:lnTo>
                    <a:pt x="7678" y="1529"/>
                  </a:lnTo>
                  <a:lnTo>
                    <a:pt x="7959" y="142"/>
                  </a:lnTo>
                  <a:lnTo>
                    <a:pt x="8659" y="0"/>
                  </a:lnTo>
                  <a:lnTo>
                    <a:pt x="9811" y="911"/>
                  </a:lnTo>
                  <a:lnTo>
                    <a:pt x="10525" y="2193"/>
                  </a:lnTo>
                  <a:lnTo>
                    <a:pt x="10193" y="3213"/>
                  </a:lnTo>
                  <a:lnTo>
                    <a:pt x="6375" y="8504"/>
                  </a:lnTo>
                  <a:lnTo>
                    <a:pt x="6054" y="9193"/>
                  </a:lnTo>
                  <a:lnTo>
                    <a:pt x="5707" y="10989"/>
                  </a:lnTo>
                  <a:lnTo>
                    <a:pt x="5393" y="11616"/>
                  </a:lnTo>
                  <a:lnTo>
                    <a:pt x="4889" y="11903"/>
                  </a:lnTo>
                  <a:lnTo>
                    <a:pt x="4523" y="12688"/>
                  </a:lnTo>
                  <a:lnTo>
                    <a:pt x="4294" y="13973"/>
                  </a:lnTo>
                  <a:lnTo>
                    <a:pt x="3823" y="14643"/>
                  </a:lnTo>
                  <a:lnTo>
                    <a:pt x="3111" y="14700"/>
                  </a:lnTo>
                  <a:lnTo>
                    <a:pt x="2618" y="15054"/>
                  </a:lnTo>
                  <a:lnTo>
                    <a:pt x="2344" y="157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3"/>
            <p:cNvSpPr/>
            <p:nvPr/>
          </p:nvSpPr>
          <p:spPr>
            <a:xfrm>
              <a:off x="1272037" y="1849403"/>
              <a:ext cx="21228" cy="18694"/>
            </a:xfrm>
            <a:custGeom>
              <a:avLst/>
              <a:pathLst>
                <a:path w="21228" h="18694">
                  <a:moveTo>
                    <a:pt x="14971" y="390"/>
                  </a:moveTo>
                  <a:lnTo>
                    <a:pt x="16028" y="1856"/>
                  </a:lnTo>
                  <a:lnTo>
                    <a:pt x="16589" y="1939"/>
                  </a:lnTo>
                  <a:lnTo>
                    <a:pt x="18361" y="1493"/>
                  </a:lnTo>
                  <a:lnTo>
                    <a:pt x="19010" y="1807"/>
                  </a:lnTo>
                  <a:lnTo>
                    <a:pt x="19641" y="2439"/>
                  </a:lnTo>
                  <a:lnTo>
                    <a:pt x="20031" y="3404"/>
                  </a:lnTo>
                  <a:lnTo>
                    <a:pt x="20105" y="5101"/>
                  </a:lnTo>
                  <a:lnTo>
                    <a:pt x="19817" y="6616"/>
                  </a:lnTo>
                  <a:lnTo>
                    <a:pt x="19903" y="8752"/>
                  </a:lnTo>
                  <a:lnTo>
                    <a:pt x="19840" y="9675"/>
                  </a:lnTo>
                  <a:lnTo>
                    <a:pt x="20781" y="10886"/>
                  </a:lnTo>
                  <a:lnTo>
                    <a:pt x="21075" y="12527"/>
                  </a:lnTo>
                  <a:lnTo>
                    <a:pt x="21228" y="14291"/>
                  </a:lnTo>
                  <a:lnTo>
                    <a:pt x="19185" y="14879"/>
                  </a:lnTo>
                  <a:lnTo>
                    <a:pt x="17143" y="14973"/>
                  </a:lnTo>
                  <a:lnTo>
                    <a:pt x="15381" y="16168"/>
                  </a:lnTo>
                  <a:lnTo>
                    <a:pt x="15020" y="17049"/>
                  </a:lnTo>
                  <a:lnTo>
                    <a:pt x="15302" y="18359"/>
                  </a:lnTo>
                  <a:lnTo>
                    <a:pt x="14818" y="18694"/>
                  </a:lnTo>
                  <a:lnTo>
                    <a:pt x="14372" y="18407"/>
                  </a:lnTo>
                  <a:lnTo>
                    <a:pt x="13519" y="17194"/>
                  </a:lnTo>
                  <a:lnTo>
                    <a:pt x="12583" y="16616"/>
                  </a:lnTo>
                  <a:lnTo>
                    <a:pt x="9307" y="15723"/>
                  </a:lnTo>
                  <a:lnTo>
                    <a:pt x="5194" y="12200"/>
                  </a:lnTo>
                  <a:lnTo>
                    <a:pt x="3424" y="11471"/>
                  </a:lnTo>
                  <a:lnTo>
                    <a:pt x="1626" y="8896"/>
                  </a:lnTo>
                  <a:lnTo>
                    <a:pt x="0" y="5618"/>
                  </a:lnTo>
                  <a:lnTo>
                    <a:pt x="1059" y="5091"/>
                  </a:lnTo>
                  <a:lnTo>
                    <a:pt x="2125" y="4823"/>
                  </a:lnTo>
                  <a:lnTo>
                    <a:pt x="6905" y="5312"/>
                  </a:lnTo>
                  <a:lnTo>
                    <a:pt x="7503" y="2964"/>
                  </a:lnTo>
                  <a:lnTo>
                    <a:pt x="8118" y="2379"/>
                  </a:lnTo>
                  <a:lnTo>
                    <a:pt x="9637" y="1713"/>
                  </a:lnTo>
                  <a:lnTo>
                    <a:pt x="11056" y="413"/>
                  </a:lnTo>
                  <a:lnTo>
                    <a:pt x="11692" y="445"/>
                  </a:lnTo>
                  <a:lnTo>
                    <a:pt x="12343" y="946"/>
                  </a:lnTo>
                  <a:lnTo>
                    <a:pt x="13688" y="165"/>
                  </a:lnTo>
                  <a:lnTo>
                    <a:pt x="1440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4"/>
            <p:cNvSpPr/>
            <p:nvPr/>
          </p:nvSpPr>
          <p:spPr>
            <a:xfrm>
              <a:off x="1526965" y="1849274"/>
              <a:ext cx="2092" cy="2614"/>
            </a:xfrm>
            <a:custGeom>
              <a:avLst/>
              <a:pathLst>
                <a:path w="2092" h="2614">
                  <a:moveTo>
                    <a:pt x="1907" y="1891"/>
                  </a:moveTo>
                  <a:lnTo>
                    <a:pt x="1539" y="2614"/>
                  </a:lnTo>
                  <a:lnTo>
                    <a:pt x="536" y="2357"/>
                  </a:lnTo>
                  <a:lnTo>
                    <a:pt x="0" y="1900"/>
                  </a:lnTo>
                  <a:lnTo>
                    <a:pt x="1797" y="0"/>
                  </a:lnTo>
                  <a:lnTo>
                    <a:pt x="2092" y="3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5"/>
            <p:cNvSpPr/>
            <p:nvPr/>
          </p:nvSpPr>
          <p:spPr>
            <a:xfrm>
              <a:off x="1510640" y="1846927"/>
              <a:ext cx="6912" cy="6267"/>
            </a:xfrm>
            <a:custGeom>
              <a:avLst/>
              <a:pathLst>
                <a:path w="6912" h="6267">
                  <a:moveTo>
                    <a:pt x="3555" y="913"/>
                  </a:moveTo>
                  <a:lnTo>
                    <a:pt x="3811" y="1725"/>
                  </a:lnTo>
                  <a:lnTo>
                    <a:pt x="6022" y="1530"/>
                  </a:lnTo>
                  <a:lnTo>
                    <a:pt x="6658" y="1673"/>
                  </a:lnTo>
                  <a:lnTo>
                    <a:pt x="6912" y="2050"/>
                  </a:lnTo>
                  <a:lnTo>
                    <a:pt x="6612" y="2601"/>
                  </a:lnTo>
                  <a:lnTo>
                    <a:pt x="5759" y="3325"/>
                  </a:lnTo>
                  <a:lnTo>
                    <a:pt x="3264" y="4595"/>
                  </a:lnTo>
                  <a:lnTo>
                    <a:pt x="1237" y="6267"/>
                  </a:lnTo>
                  <a:lnTo>
                    <a:pt x="973" y="6113"/>
                  </a:lnTo>
                  <a:lnTo>
                    <a:pt x="603" y="4282"/>
                  </a:lnTo>
                  <a:lnTo>
                    <a:pt x="228" y="3542"/>
                  </a:lnTo>
                  <a:lnTo>
                    <a:pt x="0" y="2510"/>
                  </a:lnTo>
                  <a:lnTo>
                    <a:pt x="3" y="2128"/>
                  </a:lnTo>
                  <a:lnTo>
                    <a:pt x="375" y="1416"/>
                  </a:lnTo>
                  <a:lnTo>
                    <a:pt x="1115" y="376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6"/>
            <p:cNvSpPr/>
            <p:nvPr/>
          </p:nvSpPr>
          <p:spPr>
            <a:xfrm>
              <a:off x="1496962" y="1846607"/>
              <a:ext cx="2683" cy="9262"/>
            </a:xfrm>
            <a:custGeom>
              <a:avLst/>
              <a:pathLst>
                <a:path w="2683" h="9262">
                  <a:moveTo>
                    <a:pt x="2683" y="1209"/>
                  </a:moveTo>
                  <a:lnTo>
                    <a:pt x="2678" y="1988"/>
                  </a:lnTo>
                  <a:lnTo>
                    <a:pt x="2317" y="2734"/>
                  </a:lnTo>
                  <a:lnTo>
                    <a:pt x="2664" y="4104"/>
                  </a:lnTo>
                  <a:lnTo>
                    <a:pt x="2065" y="6461"/>
                  </a:lnTo>
                  <a:lnTo>
                    <a:pt x="1833" y="7958"/>
                  </a:lnTo>
                  <a:lnTo>
                    <a:pt x="1513" y="8899"/>
                  </a:lnTo>
                  <a:lnTo>
                    <a:pt x="1192" y="9262"/>
                  </a:lnTo>
                  <a:lnTo>
                    <a:pt x="870" y="9049"/>
                  </a:lnTo>
                  <a:lnTo>
                    <a:pt x="802" y="8529"/>
                  </a:lnTo>
                  <a:lnTo>
                    <a:pt x="991" y="7704"/>
                  </a:lnTo>
                  <a:lnTo>
                    <a:pt x="231" y="7730"/>
                  </a:lnTo>
                  <a:lnTo>
                    <a:pt x="0" y="5673"/>
                  </a:lnTo>
                  <a:lnTo>
                    <a:pt x="420" y="5022"/>
                  </a:lnTo>
                  <a:lnTo>
                    <a:pt x="572" y="4140"/>
                  </a:lnTo>
                  <a:lnTo>
                    <a:pt x="619" y="3549"/>
                  </a:lnTo>
                  <a:lnTo>
                    <a:pt x="1115" y="931"/>
                  </a:lnTo>
                  <a:lnTo>
                    <a:pt x="1292" y="748"/>
                  </a:lnTo>
                  <a:lnTo>
                    <a:pt x="1349" y="1372"/>
                  </a:lnTo>
                  <a:lnTo>
                    <a:pt x="1510" y="1555"/>
                  </a:lnTo>
                  <a:lnTo>
                    <a:pt x="1773" y="1299"/>
                  </a:lnTo>
                  <a:lnTo>
                    <a:pt x="2169" y="135"/>
                  </a:lnTo>
                  <a:lnTo>
                    <a:pt x="233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7"/>
            <p:cNvSpPr/>
            <p:nvPr/>
          </p:nvSpPr>
          <p:spPr>
            <a:xfrm>
              <a:off x="1448886" y="1846242"/>
              <a:ext cx="2091" cy="4305"/>
            </a:xfrm>
            <a:custGeom>
              <a:avLst/>
              <a:pathLst>
                <a:path w="2091" h="4305">
                  <a:moveTo>
                    <a:pt x="555" y="4197"/>
                  </a:moveTo>
                  <a:lnTo>
                    <a:pt x="0" y="4305"/>
                  </a:lnTo>
                  <a:lnTo>
                    <a:pt x="742" y="2846"/>
                  </a:lnTo>
                  <a:lnTo>
                    <a:pt x="1258" y="0"/>
                  </a:lnTo>
                  <a:lnTo>
                    <a:pt x="1952" y="395"/>
                  </a:lnTo>
                  <a:lnTo>
                    <a:pt x="2091" y="917"/>
                  </a:lnTo>
                  <a:lnTo>
                    <a:pt x="945" y="38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8"/>
            <p:cNvSpPr/>
            <p:nvPr/>
          </p:nvSpPr>
          <p:spPr>
            <a:xfrm>
              <a:off x="1207159" y="1843196"/>
              <a:ext cx="9689" cy="9092"/>
            </a:xfrm>
            <a:custGeom>
              <a:avLst/>
              <a:pathLst>
                <a:path w="9689" h="9092">
                  <a:moveTo>
                    <a:pt x="3818" y="4416"/>
                  </a:moveTo>
                  <a:lnTo>
                    <a:pt x="6305" y="6355"/>
                  </a:lnTo>
                  <a:lnTo>
                    <a:pt x="7900" y="6156"/>
                  </a:lnTo>
                  <a:lnTo>
                    <a:pt x="9166" y="7776"/>
                  </a:lnTo>
                  <a:lnTo>
                    <a:pt x="9689" y="9092"/>
                  </a:lnTo>
                  <a:lnTo>
                    <a:pt x="7789" y="8147"/>
                  </a:lnTo>
                  <a:lnTo>
                    <a:pt x="5043" y="8214"/>
                  </a:lnTo>
                  <a:lnTo>
                    <a:pt x="1330" y="4256"/>
                  </a:lnTo>
                  <a:lnTo>
                    <a:pt x="0" y="3357"/>
                  </a:lnTo>
                  <a:lnTo>
                    <a:pt x="303" y="1138"/>
                  </a:lnTo>
                  <a:lnTo>
                    <a:pt x="1728" y="0"/>
                  </a:lnTo>
                  <a:lnTo>
                    <a:pt x="2460" y="29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69"/>
            <p:cNvSpPr/>
            <p:nvPr/>
          </p:nvSpPr>
          <p:spPr>
            <a:xfrm>
              <a:off x="1494288" y="1833820"/>
              <a:ext cx="2221" cy="3138"/>
            </a:xfrm>
            <a:custGeom>
              <a:avLst/>
              <a:pathLst>
                <a:path w="2221" h="3138">
                  <a:moveTo>
                    <a:pt x="2221" y="2894"/>
                  </a:moveTo>
                  <a:lnTo>
                    <a:pt x="763" y="3138"/>
                  </a:lnTo>
                  <a:lnTo>
                    <a:pt x="96" y="2762"/>
                  </a:lnTo>
                  <a:lnTo>
                    <a:pt x="0" y="2357"/>
                  </a:lnTo>
                  <a:lnTo>
                    <a:pt x="277" y="865"/>
                  </a:lnTo>
                  <a:lnTo>
                    <a:pt x="254" y="236"/>
                  </a:lnTo>
                  <a:lnTo>
                    <a:pt x="990" y="0"/>
                  </a:lnTo>
                  <a:lnTo>
                    <a:pt x="1833" y="708"/>
                  </a:lnTo>
                  <a:lnTo>
                    <a:pt x="2079" y="14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0"/>
            <p:cNvSpPr/>
            <p:nvPr/>
          </p:nvSpPr>
          <p:spPr>
            <a:xfrm>
              <a:off x="1221598" y="1750998"/>
              <a:ext cx="35713" cy="22779"/>
            </a:xfrm>
            <a:custGeom>
              <a:avLst/>
              <a:pathLst>
                <a:path w="35713" h="22779">
                  <a:moveTo>
                    <a:pt x="4100" y="2569"/>
                  </a:moveTo>
                  <a:lnTo>
                    <a:pt x="4275" y="3289"/>
                  </a:lnTo>
                  <a:lnTo>
                    <a:pt x="5478" y="3172"/>
                  </a:lnTo>
                  <a:lnTo>
                    <a:pt x="7163" y="3483"/>
                  </a:lnTo>
                  <a:lnTo>
                    <a:pt x="9028" y="4181"/>
                  </a:lnTo>
                  <a:lnTo>
                    <a:pt x="10872" y="3930"/>
                  </a:lnTo>
                  <a:lnTo>
                    <a:pt x="13198" y="1718"/>
                  </a:lnTo>
                  <a:lnTo>
                    <a:pt x="14586" y="1138"/>
                  </a:lnTo>
                  <a:lnTo>
                    <a:pt x="15984" y="832"/>
                  </a:lnTo>
                  <a:lnTo>
                    <a:pt x="17492" y="1370"/>
                  </a:lnTo>
                  <a:lnTo>
                    <a:pt x="18966" y="2543"/>
                  </a:lnTo>
                  <a:lnTo>
                    <a:pt x="19535" y="3234"/>
                  </a:lnTo>
                  <a:lnTo>
                    <a:pt x="19989" y="4442"/>
                  </a:lnTo>
                  <a:lnTo>
                    <a:pt x="20289" y="5904"/>
                  </a:lnTo>
                  <a:lnTo>
                    <a:pt x="20737" y="6951"/>
                  </a:lnTo>
                  <a:lnTo>
                    <a:pt x="23498" y="8244"/>
                  </a:lnTo>
                  <a:lnTo>
                    <a:pt x="25263" y="8759"/>
                  </a:lnTo>
                  <a:lnTo>
                    <a:pt x="25688" y="9467"/>
                  </a:lnTo>
                  <a:lnTo>
                    <a:pt x="26063" y="10446"/>
                  </a:lnTo>
                  <a:lnTo>
                    <a:pt x="27524" y="11189"/>
                  </a:lnTo>
                  <a:lnTo>
                    <a:pt x="29050" y="10918"/>
                  </a:lnTo>
                  <a:lnTo>
                    <a:pt x="29901" y="11182"/>
                  </a:lnTo>
                  <a:lnTo>
                    <a:pt x="32491" y="11219"/>
                  </a:lnTo>
                  <a:lnTo>
                    <a:pt x="35713" y="12304"/>
                  </a:lnTo>
                  <a:lnTo>
                    <a:pt x="35192" y="15165"/>
                  </a:lnTo>
                  <a:lnTo>
                    <a:pt x="34144" y="16422"/>
                  </a:lnTo>
                  <a:lnTo>
                    <a:pt x="31190" y="16018"/>
                  </a:lnTo>
                  <a:lnTo>
                    <a:pt x="28248" y="16425"/>
                  </a:lnTo>
                  <a:lnTo>
                    <a:pt x="27027" y="17898"/>
                  </a:lnTo>
                  <a:lnTo>
                    <a:pt x="26009" y="19762"/>
                  </a:lnTo>
                  <a:lnTo>
                    <a:pt x="25871" y="21577"/>
                  </a:lnTo>
                  <a:lnTo>
                    <a:pt x="25277" y="22411"/>
                  </a:lnTo>
                  <a:lnTo>
                    <a:pt x="24662" y="22779"/>
                  </a:lnTo>
                  <a:lnTo>
                    <a:pt x="24161" y="21775"/>
                  </a:lnTo>
                  <a:lnTo>
                    <a:pt x="23494" y="18712"/>
                  </a:lnTo>
                  <a:lnTo>
                    <a:pt x="23025" y="17866"/>
                  </a:lnTo>
                  <a:lnTo>
                    <a:pt x="22509" y="17334"/>
                  </a:lnTo>
                  <a:lnTo>
                    <a:pt x="21070" y="16366"/>
                  </a:lnTo>
                  <a:lnTo>
                    <a:pt x="19609" y="15754"/>
                  </a:lnTo>
                  <a:lnTo>
                    <a:pt x="18755" y="15680"/>
                  </a:lnTo>
                  <a:lnTo>
                    <a:pt x="18139" y="14618"/>
                  </a:lnTo>
                  <a:lnTo>
                    <a:pt x="17799" y="13082"/>
                  </a:lnTo>
                  <a:lnTo>
                    <a:pt x="17214" y="12288"/>
                  </a:lnTo>
                  <a:lnTo>
                    <a:pt x="16056" y="11161"/>
                  </a:lnTo>
                  <a:lnTo>
                    <a:pt x="14871" y="10274"/>
                  </a:lnTo>
                  <a:lnTo>
                    <a:pt x="11174" y="8351"/>
                  </a:lnTo>
                  <a:lnTo>
                    <a:pt x="9958" y="8098"/>
                  </a:lnTo>
                  <a:lnTo>
                    <a:pt x="8724" y="8306"/>
                  </a:lnTo>
                  <a:lnTo>
                    <a:pt x="7403" y="9183"/>
                  </a:lnTo>
                  <a:lnTo>
                    <a:pt x="6123" y="10485"/>
                  </a:lnTo>
                  <a:lnTo>
                    <a:pt x="4812" y="11457"/>
                  </a:lnTo>
                  <a:lnTo>
                    <a:pt x="3455" y="11672"/>
                  </a:lnTo>
                  <a:lnTo>
                    <a:pt x="2158" y="11104"/>
                  </a:lnTo>
                  <a:lnTo>
                    <a:pt x="938" y="9832"/>
                  </a:lnTo>
                  <a:lnTo>
                    <a:pt x="326" y="8932"/>
                  </a:lnTo>
                  <a:lnTo>
                    <a:pt x="0" y="7380"/>
                  </a:lnTo>
                  <a:lnTo>
                    <a:pt x="16" y="5826"/>
                  </a:lnTo>
                  <a:lnTo>
                    <a:pt x="182" y="4328"/>
                  </a:lnTo>
                  <a:lnTo>
                    <a:pt x="840" y="706"/>
                  </a:lnTo>
                  <a:lnTo>
                    <a:pt x="198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1"/>
            <p:cNvSpPr/>
            <p:nvPr/>
          </p:nvSpPr>
          <p:spPr>
            <a:xfrm>
              <a:off x="1286857" y="1674139"/>
              <a:ext cx="3756" cy="3139"/>
            </a:xfrm>
            <a:custGeom>
              <a:avLst/>
              <a:pathLst>
                <a:path w="3756" h="3139">
                  <a:moveTo>
                    <a:pt x="446" y="2973"/>
                  </a:moveTo>
                  <a:lnTo>
                    <a:pt x="0" y="3139"/>
                  </a:lnTo>
                  <a:lnTo>
                    <a:pt x="24" y="2686"/>
                  </a:lnTo>
                  <a:lnTo>
                    <a:pt x="1336" y="1487"/>
                  </a:lnTo>
                  <a:lnTo>
                    <a:pt x="3756" y="0"/>
                  </a:lnTo>
                  <a:lnTo>
                    <a:pt x="3668" y="323"/>
                  </a:lnTo>
                  <a:lnTo>
                    <a:pt x="2374" y="14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2"/>
            <p:cNvSpPr/>
            <p:nvPr/>
          </p:nvSpPr>
          <p:spPr>
            <a:xfrm>
              <a:off x="1264534" y="1524042"/>
              <a:ext cx="438161" cy="491636"/>
            </a:xfrm>
            <a:custGeom>
              <a:avLst/>
              <a:pathLst>
                <a:path w="438161" h="491636">
                  <a:moveTo>
                    <a:pt x="311709" y="51914"/>
                  </a:moveTo>
                  <a:lnTo>
                    <a:pt x="311709" y="60548"/>
                  </a:lnTo>
                  <a:lnTo>
                    <a:pt x="311709" y="69183"/>
                  </a:lnTo>
                  <a:lnTo>
                    <a:pt x="311709" y="77817"/>
                  </a:lnTo>
                  <a:lnTo>
                    <a:pt x="311709" y="86451"/>
                  </a:lnTo>
                  <a:lnTo>
                    <a:pt x="311709" y="95086"/>
                  </a:lnTo>
                  <a:lnTo>
                    <a:pt x="311709" y="103720"/>
                  </a:lnTo>
                  <a:lnTo>
                    <a:pt x="311709" y="112354"/>
                  </a:lnTo>
                  <a:lnTo>
                    <a:pt x="311709" y="120989"/>
                  </a:lnTo>
                  <a:lnTo>
                    <a:pt x="311709" y="129623"/>
                  </a:lnTo>
                  <a:lnTo>
                    <a:pt x="311709" y="138257"/>
                  </a:lnTo>
                  <a:lnTo>
                    <a:pt x="311709" y="146892"/>
                  </a:lnTo>
                  <a:lnTo>
                    <a:pt x="311709" y="155526"/>
                  </a:lnTo>
                  <a:lnTo>
                    <a:pt x="311709" y="164160"/>
                  </a:lnTo>
                  <a:lnTo>
                    <a:pt x="311709" y="172795"/>
                  </a:lnTo>
                  <a:lnTo>
                    <a:pt x="311709" y="181429"/>
                  </a:lnTo>
                  <a:lnTo>
                    <a:pt x="311709" y="190063"/>
                  </a:lnTo>
                  <a:lnTo>
                    <a:pt x="311709" y="198698"/>
                  </a:lnTo>
                  <a:lnTo>
                    <a:pt x="311709" y="207332"/>
                  </a:lnTo>
                  <a:lnTo>
                    <a:pt x="311709" y="215967"/>
                  </a:lnTo>
                  <a:lnTo>
                    <a:pt x="311709" y="224601"/>
                  </a:lnTo>
                  <a:lnTo>
                    <a:pt x="311709" y="233236"/>
                  </a:lnTo>
                  <a:lnTo>
                    <a:pt x="311709" y="241870"/>
                  </a:lnTo>
                  <a:lnTo>
                    <a:pt x="311709" y="250504"/>
                  </a:lnTo>
                  <a:lnTo>
                    <a:pt x="311709" y="259138"/>
                  </a:lnTo>
                  <a:lnTo>
                    <a:pt x="311709" y="267772"/>
                  </a:lnTo>
                  <a:lnTo>
                    <a:pt x="311709" y="276407"/>
                  </a:lnTo>
                  <a:lnTo>
                    <a:pt x="311709" y="285041"/>
                  </a:lnTo>
                  <a:lnTo>
                    <a:pt x="311709" y="293676"/>
                  </a:lnTo>
                  <a:lnTo>
                    <a:pt x="311709" y="302310"/>
                  </a:lnTo>
                  <a:lnTo>
                    <a:pt x="311709" y="310944"/>
                  </a:lnTo>
                  <a:lnTo>
                    <a:pt x="311709" y="319579"/>
                  </a:lnTo>
                  <a:lnTo>
                    <a:pt x="311709" y="328213"/>
                  </a:lnTo>
                  <a:lnTo>
                    <a:pt x="314465" y="329428"/>
                  </a:lnTo>
                  <a:lnTo>
                    <a:pt x="317195" y="330633"/>
                  </a:lnTo>
                  <a:lnTo>
                    <a:pt x="318031" y="328229"/>
                  </a:lnTo>
                  <a:lnTo>
                    <a:pt x="320976" y="330067"/>
                  </a:lnTo>
                  <a:lnTo>
                    <a:pt x="323550" y="331673"/>
                  </a:lnTo>
                  <a:lnTo>
                    <a:pt x="325191" y="329613"/>
                  </a:lnTo>
                  <a:lnTo>
                    <a:pt x="326967" y="327384"/>
                  </a:lnTo>
                  <a:lnTo>
                    <a:pt x="329365" y="327225"/>
                  </a:lnTo>
                  <a:lnTo>
                    <a:pt x="332049" y="327046"/>
                  </a:lnTo>
                  <a:lnTo>
                    <a:pt x="333838" y="326929"/>
                  </a:lnTo>
                  <a:lnTo>
                    <a:pt x="333838" y="328828"/>
                  </a:lnTo>
                  <a:lnTo>
                    <a:pt x="333174" y="331982"/>
                  </a:lnTo>
                  <a:lnTo>
                    <a:pt x="332620" y="334615"/>
                  </a:lnTo>
                  <a:lnTo>
                    <a:pt x="334250" y="337284"/>
                  </a:lnTo>
                  <a:lnTo>
                    <a:pt x="336261" y="338688"/>
                  </a:lnTo>
                  <a:lnTo>
                    <a:pt x="338140" y="340001"/>
                  </a:lnTo>
                  <a:lnTo>
                    <a:pt x="338982" y="343637"/>
                  </a:lnTo>
                  <a:lnTo>
                    <a:pt x="341038" y="346441"/>
                  </a:lnTo>
                  <a:lnTo>
                    <a:pt x="342603" y="348576"/>
                  </a:lnTo>
                  <a:lnTo>
                    <a:pt x="344101" y="350620"/>
                  </a:lnTo>
                  <a:lnTo>
                    <a:pt x="346246" y="353547"/>
                  </a:lnTo>
                  <a:lnTo>
                    <a:pt x="347748" y="355595"/>
                  </a:lnTo>
                  <a:lnTo>
                    <a:pt x="349750" y="358327"/>
                  </a:lnTo>
                  <a:lnTo>
                    <a:pt x="350939" y="359948"/>
                  </a:lnTo>
                  <a:lnTo>
                    <a:pt x="351510" y="363105"/>
                  </a:lnTo>
                  <a:lnTo>
                    <a:pt x="352195" y="366894"/>
                  </a:lnTo>
                  <a:lnTo>
                    <a:pt x="351772" y="369135"/>
                  </a:lnTo>
                  <a:lnTo>
                    <a:pt x="352719" y="369497"/>
                  </a:lnTo>
                  <a:lnTo>
                    <a:pt x="354573" y="366983"/>
                  </a:lnTo>
                  <a:lnTo>
                    <a:pt x="356314" y="365424"/>
                  </a:lnTo>
                  <a:lnTo>
                    <a:pt x="358465" y="363499"/>
                  </a:lnTo>
                  <a:lnTo>
                    <a:pt x="359915" y="362201"/>
                  </a:lnTo>
                  <a:lnTo>
                    <a:pt x="362614" y="362136"/>
                  </a:lnTo>
                  <a:lnTo>
                    <a:pt x="363903" y="358363"/>
                  </a:lnTo>
                  <a:lnTo>
                    <a:pt x="363908" y="353069"/>
                  </a:lnTo>
                  <a:lnTo>
                    <a:pt x="365271" y="353158"/>
                  </a:lnTo>
                  <a:lnTo>
                    <a:pt x="366075" y="352441"/>
                  </a:lnTo>
                  <a:lnTo>
                    <a:pt x="366431" y="350887"/>
                  </a:lnTo>
                  <a:lnTo>
                    <a:pt x="365571" y="348762"/>
                  </a:lnTo>
                  <a:lnTo>
                    <a:pt x="368156" y="347771"/>
                  </a:lnTo>
                  <a:lnTo>
                    <a:pt x="370026" y="347054"/>
                  </a:lnTo>
                  <a:lnTo>
                    <a:pt x="372697" y="345100"/>
                  </a:lnTo>
                  <a:lnTo>
                    <a:pt x="375306" y="343194"/>
                  </a:lnTo>
                  <a:lnTo>
                    <a:pt x="376549" y="344670"/>
                  </a:lnTo>
                  <a:lnTo>
                    <a:pt x="377781" y="346097"/>
                  </a:lnTo>
                  <a:lnTo>
                    <a:pt x="380195" y="349535"/>
                  </a:lnTo>
                  <a:lnTo>
                    <a:pt x="380361" y="350362"/>
                  </a:lnTo>
                  <a:lnTo>
                    <a:pt x="380198" y="351977"/>
                  </a:lnTo>
                  <a:lnTo>
                    <a:pt x="379962" y="353590"/>
                  </a:lnTo>
                  <a:lnTo>
                    <a:pt x="381430" y="358116"/>
                  </a:lnTo>
                  <a:lnTo>
                    <a:pt x="381850" y="358621"/>
                  </a:lnTo>
                  <a:lnTo>
                    <a:pt x="383057" y="359247"/>
                  </a:lnTo>
                  <a:lnTo>
                    <a:pt x="384497" y="360746"/>
                  </a:lnTo>
                  <a:lnTo>
                    <a:pt x="385133" y="362045"/>
                  </a:lnTo>
                  <a:lnTo>
                    <a:pt x="387218" y="364112"/>
                  </a:lnTo>
                  <a:lnTo>
                    <a:pt x="387570" y="364972"/>
                  </a:lnTo>
                  <a:lnTo>
                    <a:pt x="387767" y="366363"/>
                  </a:lnTo>
                  <a:lnTo>
                    <a:pt x="388107" y="367558"/>
                  </a:lnTo>
                  <a:lnTo>
                    <a:pt x="388497" y="368416"/>
                  </a:lnTo>
                  <a:lnTo>
                    <a:pt x="388873" y="369634"/>
                  </a:lnTo>
                  <a:lnTo>
                    <a:pt x="389776" y="371070"/>
                  </a:lnTo>
                  <a:lnTo>
                    <a:pt x="391494" y="372677"/>
                  </a:lnTo>
                  <a:lnTo>
                    <a:pt x="392685" y="373789"/>
                  </a:lnTo>
                  <a:lnTo>
                    <a:pt x="394353" y="375350"/>
                  </a:lnTo>
                  <a:lnTo>
                    <a:pt x="396043" y="378538"/>
                  </a:lnTo>
                  <a:lnTo>
                    <a:pt x="397511" y="381306"/>
                  </a:lnTo>
                  <a:lnTo>
                    <a:pt x="399183" y="384042"/>
                  </a:lnTo>
                  <a:lnTo>
                    <a:pt x="398936" y="386223"/>
                  </a:lnTo>
                  <a:lnTo>
                    <a:pt x="400631" y="389598"/>
                  </a:lnTo>
                  <a:lnTo>
                    <a:pt x="402413" y="393886"/>
                  </a:lnTo>
                  <a:lnTo>
                    <a:pt x="403782" y="397691"/>
                  </a:lnTo>
                  <a:lnTo>
                    <a:pt x="404756" y="399818"/>
                  </a:lnTo>
                  <a:lnTo>
                    <a:pt x="405922" y="402900"/>
                  </a:lnTo>
                  <a:lnTo>
                    <a:pt x="407349" y="406670"/>
                  </a:lnTo>
                  <a:lnTo>
                    <a:pt x="408972" y="410961"/>
                  </a:lnTo>
                  <a:lnTo>
                    <a:pt x="410215" y="413714"/>
                  </a:lnTo>
                  <a:lnTo>
                    <a:pt x="411835" y="417567"/>
                  </a:lnTo>
                  <a:lnTo>
                    <a:pt x="412635" y="419866"/>
                  </a:lnTo>
                  <a:lnTo>
                    <a:pt x="412091" y="421437"/>
                  </a:lnTo>
                  <a:lnTo>
                    <a:pt x="411417" y="423385"/>
                  </a:lnTo>
                  <a:lnTo>
                    <a:pt x="413500" y="424308"/>
                  </a:lnTo>
                  <a:lnTo>
                    <a:pt x="414944" y="424947"/>
                  </a:lnTo>
                  <a:lnTo>
                    <a:pt x="414583" y="427110"/>
                  </a:lnTo>
                  <a:lnTo>
                    <a:pt x="414107" y="429964"/>
                  </a:lnTo>
                  <a:lnTo>
                    <a:pt x="415738" y="431090"/>
                  </a:lnTo>
                  <a:lnTo>
                    <a:pt x="416847" y="431854"/>
                  </a:lnTo>
                  <a:lnTo>
                    <a:pt x="416619" y="433352"/>
                  </a:lnTo>
                  <a:lnTo>
                    <a:pt x="417228" y="435046"/>
                  </a:lnTo>
                  <a:lnTo>
                    <a:pt x="417329" y="437848"/>
                  </a:lnTo>
                  <a:lnTo>
                    <a:pt x="419317" y="437667"/>
                  </a:lnTo>
                  <a:lnTo>
                    <a:pt x="420197" y="437587"/>
                  </a:lnTo>
                  <a:lnTo>
                    <a:pt x="421384" y="438830"/>
                  </a:lnTo>
                  <a:lnTo>
                    <a:pt x="422950" y="440471"/>
                  </a:lnTo>
                  <a:lnTo>
                    <a:pt x="424520" y="442007"/>
                  </a:lnTo>
                  <a:lnTo>
                    <a:pt x="425861" y="443319"/>
                  </a:lnTo>
                  <a:lnTo>
                    <a:pt x="427618" y="444094"/>
                  </a:lnTo>
                  <a:lnTo>
                    <a:pt x="429787" y="445210"/>
                  </a:lnTo>
                  <a:lnTo>
                    <a:pt x="430853" y="447490"/>
                  </a:lnTo>
                  <a:lnTo>
                    <a:pt x="432832" y="448468"/>
                  </a:lnTo>
                  <a:lnTo>
                    <a:pt x="433569" y="451661"/>
                  </a:lnTo>
                  <a:lnTo>
                    <a:pt x="435852" y="452834"/>
                  </a:lnTo>
                  <a:lnTo>
                    <a:pt x="437197" y="452052"/>
                  </a:lnTo>
                  <a:lnTo>
                    <a:pt x="437679" y="453354"/>
                  </a:lnTo>
                  <a:lnTo>
                    <a:pt x="438059" y="454853"/>
                  </a:lnTo>
                  <a:lnTo>
                    <a:pt x="438161" y="456743"/>
                  </a:lnTo>
                  <a:lnTo>
                    <a:pt x="438034" y="458584"/>
                  </a:lnTo>
                  <a:lnTo>
                    <a:pt x="437464" y="460126"/>
                  </a:lnTo>
                  <a:lnTo>
                    <a:pt x="437034" y="461789"/>
                  </a:lnTo>
                  <a:lnTo>
                    <a:pt x="436746" y="463573"/>
                  </a:lnTo>
                  <a:lnTo>
                    <a:pt x="436637" y="465491"/>
                  </a:lnTo>
                  <a:lnTo>
                    <a:pt x="436707" y="467544"/>
                  </a:lnTo>
                  <a:lnTo>
                    <a:pt x="436937" y="469335"/>
                  </a:lnTo>
                  <a:lnTo>
                    <a:pt x="437638" y="472647"/>
                  </a:lnTo>
                  <a:lnTo>
                    <a:pt x="437871" y="474677"/>
                  </a:lnTo>
                  <a:lnTo>
                    <a:pt x="437902" y="476028"/>
                  </a:lnTo>
                  <a:lnTo>
                    <a:pt x="436346" y="480782"/>
                  </a:lnTo>
                  <a:lnTo>
                    <a:pt x="435808" y="483050"/>
                  </a:lnTo>
                  <a:lnTo>
                    <a:pt x="435859" y="484066"/>
                  </a:lnTo>
                  <a:lnTo>
                    <a:pt x="434726" y="486428"/>
                  </a:lnTo>
                  <a:lnTo>
                    <a:pt x="432646" y="489730"/>
                  </a:lnTo>
                  <a:lnTo>
                    <a:pt x="431702" y="491636"/>
                  </a:lnTo>
                  <a:lnTo>
                    <a:pt x="431236" y="491009"/>
                  </a:lnTo>
                  <a:lnTo>
                    <a:pt x="428546" y="490515"/>
                  </a:lnTo>
                  <a:lnTo>
                    <a:pt x="427567" y="486296"/>
                  </a:lnTo>
                  <a:lnTo>
                    <a:pt x="427049" y="483023"/>
                  </a:lnTo>
                  <a:lnTo>
                    <a:pt x="426264" y="480171"/>
                  </a:lnTo>
                  <a:lnTo>
                    <a:pt x="426287" y="479524"/>
                  </a:lnTo>
                  <a:lnTo>
                    <a:pt x="427000" y="477622"/>
                  </a:lnTo>
                  <a:lnTo>
                    <a:pt x="429687" y="476055"/>
                  </a:lnTo>
                  <a:lnTo>
                    <a:pt x="429713" y="475433"/>
                  </a:lnTo>
                  <a:lnTo>
                    <a:pt x="428713" y="475018"/>
                  </a:lnTo>
                  <a:lnTo>
                    <a:pt x="428473" y="474337"/>
                  </a:lnTo>
                  <a:lnTo>
                    <a:pt x="428198" y="471252"/>
                  </a:lnTo>
                  <a:lnTo>
                    <a:pt x="428272" y="468545"/>
                  </a:lnTo>
                  <a:lnTo>
                    <a:pt x="428200" y="466752"/>
                  </a:lnTo>
                  <a:lnTo>
                    <a:pt x="427752" y="463083"/>
                  </a:lnTo>
                  <a:lnTo>
                    <a:pt x="427080" y="460838"/>
                  </a:lnTo>
                  <a:lnTo>
                    <a:pt x="425345" y="456459"/>
                  </a:lnTo>
                  <a:lnTo>
                    <a:pt x="425199" y="455355"/>
                  </a:lnTo>
                  <a:lnTo>
                    <a:pt x="425963" y="453970"/>
                  </a:lnTo>
                  <a:lnTo>
                    <a:pt x="426438" y="452679"/>
                  </a:lnTo>
                  <a:lnTo>
                    <a:pt x="423505" y="454924"/>
                  </a:lnTo>
                  <a:lnTo>
                    <a:pt x="419504" y="457284"/>
                  </a:lnTo>
                  <a:lnTo>
                    <a:pt x="417790" y="458929"/>
                  </a:lnTo>
                  <a:lnTo>
                    <a:pt x="417430" y="459590"/>
                  </a:lnTo>
                  <a:lnTo>
                    <a:pt x="417307" y="460147"/>
                  </a:lnTo>
                  <a:lnTo>
                    <a:pt x="417619" y="461699"/>
                  </a:lnTo>
                  <a:lnTo>
                    <a:pt x="417571" y="462197"/>
                  </a:lnTo>
                  <a:lnTo>
                    <a:pt x="417222" y="463115"/>
                  </a:lnTo>
                  <a:lnTo>
                    <a:pt x="416809" y="465707"/>
                  </a:lnTo>
                  <a:lnTo>
                    <a:pt x="415939" y="468456"/>
                  </a:lnTo>
                  <a:lnTo>
                    <a:pt x="415498" y="469021"/>
                  </a:lnTo>
                  <a:lnTo>
                    <a:pt x="413937" y="467994"/>
                  </a:lnTo>
                  <a:lnTo>
                    <a:pt x="413518" y="467114"/>
                  </a:lnTo>
                  <a:lnTo>
                    <a:pt x="412736" y="463524"/>
                  </a:lnTo>
                  <a:lnTo>
                    <a:pt x="412919" y="462568"/>
                  </a:lnTo>
                  <a:lnTo>
                    <a:pt x="413489" y="461763"/>
                  </a:lnTo>
                  <a:lnTo>
                    <a:pt x="414263" y="460023"/>
                  </a:lnTo>
                  <a:lnTo>
                    <a:pt x="415241" y="457348"/>
                  </a:lnTo>
                  <a:lnTo>
                    <a:pt x="417104" y="450550"/>
                  </a:lnTo>
                  <a:lnTo>
                    <a:pt x="418321" y="450517"/>
                  </a:lnTo>
                  <a:lnTo>
                    <a:pt x="420470" y="449171"/>
                  </a:lnTo>
                  <a:lnTo>
                    <a:pt x="417099" y="448496"/>
                  </a:lnTo>
                  <a:lnTo>
                    <a:pt x="416597" y="448141"/>
                  </a:lnTo>
                  <a:lnTo>
                    <a:pt x="416144" y="447215"/>
                  </a:lnTo>
                  <a:lnTo>
                    <a:pt x="415741" y="445717"/>
                  </a:lnTo>
                  <a:lnTo>
                    <a:pt x="415054" y="444050"/>
                  </a:lnTo>
                  <a:lnTo>
                    <a:pt x="413773" y="443466"/>
                  </a:lnTo>
                  <a:lnTo>
                    <a:pt x="413212" y="442851"/>
                  </a:lnTo>
                  <a:lnTo>
                    <a:pt x="412366" y="440829"/>
                  </a:lnTo>
                  <a:lnTo>
                    <a:pt x="411797" y="439920"/>
                  </a:lnTo>
                  <a:lnTo>
                    <a:pt x="411486" y="438796"/>
                  </a:lnTo>
                  <a:lnTo>
                    <a:pt x="411432" y="437460"/>
                  </a:lnTo>
                  <a:lnTo>
                    <a:pt x="411191" y="436787"/>
                  </a:lnTo>
                  <a:lnTo>
                    <a:pt x="410308" y="436543"/>
                  </a:lnTo>
                  <a:lnTo>
                    <a:pt x="409830" y="436085"/>
                  </a:lnTo>
                  <a:lnTo>
                    <a:pt x="409701" y="432635"/>
                  </a:lnTo>
                  <a:lnTo>
                    <a:pt x="407947" y="431747"/>
                  </a:lnTo>
                  <a:lnTo>
                    <a:pt x="407229" y="430984"/>
                  </a:lnTo>
                  <a:lnTo>
                    <a:pt x="406075" y="428830"/>
                  </a:lnTo>
                  <a:lnTo>
                    <a:pt x="405757" y="427783"/>
                  </a:lnTo>
                  <a:lnTo>
                    <a:pt x="405654" y="426908"/>
                  </a:lnTo>
                  <a:lnTo>
                    <a:pt x="405936" y="424529"/>
                  </a:lnTo>
                  <a:lnTo>
                    <a:pt x="405817" y="424083"/>
                  </a:lnTo>
                  <a:lnTo>
                    <a:pt x="404795" y="424330"/>
                  </a:lnTo>
                  <a:lnTo>
                    <a:pt x="398438" y="420645"/>
                  </a:lnTo>
                  <a:lnTo>
                    <a:pt x="398774" y="415778"/>
                  </a:lnTo>
                  <a:lnTo>
                    <a:pt x="397596" y="409358"/>
                  </a:lnTo>
                  <a:lnTo>
                    <a:pt x="396333" y="406754"/>
                  </a:lnTo>
                  <a:lnTo>
                    <a:pt x="396584" y="405742"/>
                  </a:lnTo>
                  <a:lnTo>
                    <a:pt x="396855" y="405205"/>
                  </a:lnTo>
                  <a:lnTo>
                    <a:pt x="397421" y="405194"/>
                  </a:lnTo>
                  <a:lnTo>
                    <a:pt x="399859" y="407084"/>
                  </a:lnTo>
                  <a:lnTo>
                    <a:pt x="402155" y="409329"/>
                  </a:lnTo>
                  <a:lnTo>
                    <a:pt x="402452" y="409001"/>
                  </a:lnTo>
                  <a:lnTo>
                    <a:pt x="398784" y="404249"/>
                  </a:lnTo>
                  <a:lnTo>
                    <a:pt x="397867" y="402827"/>
                  </a:lnTo>
                  <a:lnTo>
                    <a:pt x="397639" y="401119"/>
                  </a:lnTo>
                  <a:lnTo>
                    <a:pt x="397626" y="400206"/>
                  </a:lnTo>
                  <a:lnTo>
                    <a:pt x="397917" y="399725"/>
                  </a:lnTo>
                  <a:lnTo>
                    <a:pt x="401358" y="400152"/>
                  </a:lnTo>
                  <a:lnTo>
                    <a:pt x="401562" y="399798"/>
                  </a:lnTo>
                  <a:lnTo>
                    <a:pt x="398075" y="398410"/>
                  </a:lnTo>
                  <a:lnTo>
                    <a:pt x="397361" y="398415"/>
                  </a:lnTo>
                  <a:lnTo>
                    <a:pt x="396598" y="400409"/>
                  </a:lnTo>
                  <a:lnTo>
                    <a:pt x="396235" y="400881"/>
                  </a:lnTo>
                  <a:lnTo>
                    <a:pt x="395486" y="400786"/>
                  </a:lnTo>
                  <a:lnTo>
                    <a:pt x="395235" y="400480"/>
                  </a:lnTo>
                  <a:lnTo>
                    <a:pt x="394346" y="398063"/>
                  </a:lnTo>
                  <a:lnTo>
                    <a:pt x="393505" y="396382"/>
                  </a:lnTo>
                  <a:lnTo>
                    <a:pt x="391933" y="394051"/>
                  </a:lnTo>
                  <a:lnTo>
                    <a:pt x="391638" y="392390"/>
                  </a:lnTo>
                  <a:lnTo>
                    <a:pt x="391562" y="389946"/>
                  </a:lnTo>
                  <a:lnTo>
                    <a:pt x="391770" y="387636"/>
                  </a:lnTo>
                  <a:lnTo>
                    <a:pt x="393054" y="382358"/>
                  </a:lnTo>
                  <a:lnTo>
                    <a:pt x="393574" y="381446"/>
                  </a:lnTo>
                  <a:lnTo>
                    <a:pt x="393709" y="380872"/>
                  </a:lnTo>
                  <a:lnTo>
                    <a:pt x="393313" y="380959"/>
                  </a:lnTo>
                  <a:lnTo>
                    <a:pt x="392937" y="381459"/>
                  </a:lnTo>
                  <a:lnTo>
                    <a:pt x="391875" y="383911"/>
                  </a:lnTo>
                  <a:lnTo>
                    <a:pt x="390781" y="387929"/>
                  </a:lnTo>
                  <a:lnTo>
                    <a:pt x="389887" y="389300"/>
                  </a:lnTo>
                  <a:lnTo>
                    <a:pt x="389326" y="388968"/>
                  </a:lnTo>
                  <a:lnTo>
                    <a:pt x="388476" y="387330"/>
                  </a:lnTo>
                  <a:lnTo>
                    <a:pt x="386704" y="385333"/>
                  </a:lnTo>
                  <a:lnTo>
                    <a:pt x="384654" y="384815"/>
                  </a:lnTo>
                  <a:lnTo>
                    <a:pt x="383359" y="382772"/>
                  </a:lnTo>
                  <a:lnTo>
                    <a:pt x="381444" y="377086"/>
                  </a:lnTo>
                  <a:lnTo>
                    <a:pt x="381188" y="374252"/>
                  </a:lnTo>
                  <a:lnTo>
                    <a:pt x="380942" y="373560"/>
                  </a:lnTo>
                  <a:lnTo>
                    <a:pt x="379903" y="372639"/>
                  </a:lnTo>
                  <a:lnTo>
                    <a:pt x="379265" y="371277"/>
                  </a:lnTo>
                  <a:lnTo>
                    <a:pt x="378281" y="364370"/>
                  </a:lnTo>
                  <a:lnTo>
                    <a:pt x="376981" y="359570"/>
                  </a:lnTo>
                  <a:lnTo>
                    <a:pt x="376658" y="357034"/>
                  </a:lnTo>
                  <a:lnTo>
                    <a:pt x="376767" y="354517"/>
                  </a:lnTo>
                  <a:lnTo>
                    <a:pt x="376598" y="354240"/>
                  </a:lnTo>
                  <a:lnTo>
                    <a:pt x="376150" y="356201"/>
                  </a:lnTo>
                  <a:lnTo>
                    <a:pt x="376033" y="357224"/>
                  </a:lnTo>
                  <a:lnTo>
                    <a:pt x="375212" y="357513"/>
                  </a:lnTo>
                  <a:lnTo>
                    <a:pt x="375984" y="359498"/>
                  </a:lnTo>
                  <a:lnTo>
                    <a:pt x="376178" y="360491"/>
                  </a:lnTo>
                  <a:lnTo>
                    <a:pt x="375791" y="360409"/>
                  </a:lnTo>
                  <a:lnTo>
                    <a:pt x="375002" y="360657"/>
                  </a:lnTo>
                  <a:lnTo>
                    <a:pt x="376339" y="364047"/>
                  </a:lnTo>
                  <a:lnTo>
                    <a:pt x="376938" y="369305"/>
                  </a:lnTo>
                  <a:lnTo>
                    <a:pt x="377825" y="373202"/>
                  </a:lnTo>
                  <a:lnTo>
                    <a:pt x="378400" y="376359"/>
                  </a:lnTo>
                  <a:lnTo>
                    <a:pt x="378659" y="378757"/>
                  </a:lnTo>
                  <a:lnTo>
                    <a:pt x="379035" y="381048"/>
                  </a:lnTo>
                  <a:lnTo>
                    <a:pt x="380069" y="386111"/>
                  </a:lnTo>
                  <a:lnTo>
                    <a:pt x="380211" y="387118"/>
                  </a:lnTo>
                  <a:lnTo>
                    <a:pt x="380086" y="387942"/>
                  </a:lnTo>
                  <a:lnTo>
                    <a:pt x="379744" y="388919"/>
                  </a:lnTo>
                  <a:lnTo>
                    <a:pt x="379154" y="389287"/>
                  </a:lnTo>
                  <a:lnTo>
                    <a:pt x="377301" y="388622"/>
                  </a:lnTo>
                  <a:lnTo>
                    <a:pt x="376604" y="387369"/>
                  </a:lnTo>
                  <a:lnTo>
                    <a:pt x="375605" y="385069"/>
                  </a:lnTo>
                  <a:lnTo>
                    <a:pt x="374203" y="384007"/>
                  </a:lnTo>
                  <a:lnTo>
                    <a:pt x="370731" y="384534"/>
                  </a:lnTo>
                  <a:lnTo>
                    <a:pt x="370454" y="384358"/>
                  </a:lnTo>
                  <a:lnTo>
                    <a:pt x="370467" y="382478"/>
                  </a:lnTo>
                  <a:lnTo>
                    <a:pt x="370866" y="379132"/>
                  </a:lnTo>
                  <a:lnTo>
                    <a:pt x="370546" y="377783"/>
                  </a:lnTo>
                  <a:lnTo>
                    <a:pt x="368751" y="372866"/>
                  </a:lnTo>
                  <a:lnTo>
                    <a:pt x="368778" y="371905"/>
                  </a:lnTo>
                  <a:lnTo>
                    <a:pt x="371273" y="369650"/>
                  </a:lnTo>
                  <a:lnTo>
                    <a:pt x="370061" y="369478"/>
                  </a:lnTo>
                  <a:lnTo>
                    <a:pt x="369084" y="370358"/>
                  </a:lnTo>
                  <a:lnTo>
                    <a:pt x="368706" y="369790"/>
                  </a:lnTo>
                  <a:lnTo>
                    <a:pt x="368116" y="366639"/>
                  </a:lnTo>
                  <a:lnTo>
                    <a:pt x="367736" y="365465"/>
                  </a:lnTo>
                  <a:lnTo>
                    <a:pt x="367548" y="365213"/>
                  </a:lnTo>
                  <a:lnTo>
                    <a:pt x="367439" y="368207"/>
                  </a:lnTo>
                  <a:lnTo>
                    <a:pt x="367853" y="369783"/>
                  </a:lnTo>
                  <a:lnTo>
                    <a:pt x="367912" y="370694"/>
                  </a:lnTo>
                  <a:lnTo>
                    <a:pt x="367846" y="371964"/>
                  </a:lnTo>
                  <a:lnTo>
                    <a:pt x="367585" y="372874"/>
                  </a:lnTo>
                  <a:lnTo>
                    <a:pt x="367130" y="373426"/>
                  </a:lnTo>
                  <a:lnTo>
                    <a:pt x="366676" y="373564"/>
                  </a:lnTo>
                  <a:lnTo>
                    <a:pt x="365833" y="372931"/>
                  </a:lnTo>
                  <a:lnTo>
                    <a:pt x="364898" y="371738"/>
                  </a:lnTo>
                  <a:lnTo>
                    <a:pt x="364082" y="371175"/>
                  </a:lnTo>
                  <a:lnTo>
                    <a:pt x="363778" y="370697"/>
                  </a:lnTo>
                  <a:lnTo>
                    <a:pt x="363392" y="369380"/>
                  </a:lnTo>
                  <a:lnTo>
                    <a:pt x="362758" y="368380"/>
                  </a:lnTo>
                  <a:lnTo>
                    <a:pt x="359712" y="367112"/>
                  </a:lnTo>
                  <a:lnTo>
                    <a:pt x="357893" y="365616"/>
                  </a:lnTo>
                  <a:lnTo>
                    <a:pt x="357742" y="366010"/>
                  </a:lnTo>
                  <a:lnTo>
                    <a:pt x="358309" y="367611"/>
                  </a:lnTo>
                  <a:lnTo>
                    <a:pt x="358364" y="368558"/>
                  </a:lnTo>
                  <a:lnTo>
                    <a:pt x="357906" y="368846"/>
                  </a:lnTo>
                  <a:lnTo>
                    <a:pt x="357087" y="370365"/>
                  </a:lnTo>
                  <a:lnTo>
                    <a:pt x="357325" y="370575"/>
                  </a:lnTo>
                  <a:lnTo>
                    <a:pt x="358192" y="370075"/>
                  </a:lnTo>
                  <a:lnTo>
                    <a:pt x="359158" y="370134"/>
                  </a:lnTo>
                  <a:lnTo>
                    <a:pt x="360757" y="371061"/>
                  </a:lnTo>
                  <a:lnTo>
                    <a:pt x="362210" y="372270"/>
                  </a:lnTo>
                  <a:lnTo>
                    <a:pt x="362736" y="372948"/>
                  </a:lnTo>
                  <a:lnTo>
                    <a:pt x="362953" y="373951"/>
                  </a:lnTo>
                  <a:lnTo>
                    <a:pt x="363135" y="374310"/>
                  </a:lnTo>
                  <a:lnTo>
                    <a:pt x="364555" y="375480"/>
                  </a:lnTo>
                  <a:lnTo>
                    <a:pt x="364623" y="376096"/>
                  </a:lnTo>
                  <a:lnTo>
                    <a:pt x="363708" y="377932"/>
                  </a:lnTo>
                  <a:lnTo>
                    <a:pt x="365593" y="377731"/>
                  </a:lnTo>
                  <a:lnTo>
                    <a:pt x="366690" y="378388"/>
                  </a:lnTo>
                  <a:lnTo>
                    <a:pt x="368090" y="381223"/>
                  </a:lnTo>
                  <a:lnTo>
                    <a:pt x="368567" y="382806"/>
                  </a:lnTo>
                  <a:lnTo>
                    <a:pt x="368631" y="384831"/>
                  </a:lnTo>
                  <a:lnTo>
                    <a:pt x="368339" y="385421"/>
                  </a:lnTo>
                  <a:lnTo>
                    <a:pt x="367783" y="385830"/>
                  </a:lnTo>
                  <a:lnTo>
                    <a:pt x="363953" y="386492"/>
                  </a:lnTo>
                  <a:lnTo>
                    <a:pt x="362570" y="388937"/>
                  </a:lnTo>
                  <a:lnTo>
                    <a:pt x="362284" y="388973"/>
                  </a:lnTo>
                  <a:lnTo>
                    <a:pt x="361231" y="388310"/>
                  </a:lnTo>
                  <a:lnTo>
                    <a:pt x="359320" y="386361"/>
                  </a:lnTo>
                  <a:lnTo>
                    <a:pt x="356939" y="384505"/>
                  </a:lnTo>
                  <a:lnTo>
                    <a:pt x="351506" y="379009"/>
                  </a:lnTo>
                  <a:lnTo>
                    <a:pt x="351357" y="378751"/>
                  </a:lnTo>
                  <a:lnTo>
                    <a:pt x="351269" y="377689"/>
                  </a:lnTo>
                  <a:lnTo>
                    <a:pt x="350895" y="377147"/>
                  </a:lnTo>
                  <a:lnTo>
                    <a:pt x="350159" y="376684"/>
                  </a:lnTo>
                  <a:lnTo>
                    <a:pt x="349135" y="375290"/>
                  </a:lnTo>
                  <a:lnTo>
                    <a:pt x="347827" y="372971"/>
                  </a:lnTo>
                  <a:lnTo>
                    <a:pt x="347018" y="371159"/>
                  </a:lnTo>
                  <a:lnTo>
                    <a:pt x="346708" y="369855"/>
                  </a:lnTo>
                  <a:lnTo>
                    <a:pt x="345949" y="368364"/>
                  </a:lnTo>
                  <a:lnTo>
                    <a:pt x="343488" y="365251"/>
                  </a:lnTo>
                  <a:lnTo>
                    <a:pt x="342202" y="364055"/>
                  </a:lnTo>
                  <a:lnTo>
                    <a:pt x="341065" y="363381"/>
                  </a:lnTo>
                  <a:lnTo>
                    <a:pt x="340077" y="363233"/>
                  </a:lnTo>
                  <a:lnTo>
                    <a:pt x="339810" y="362818"/>
                  </a:lnTo>
                  <a:lnTo>
                    <a:pt x="340266" y="362136"/>
                  </a:lnTo>
                  <a:lnTo>
                    <a:pt x="340333" y="361731"/>
                  </a:lnTo>
                  <a:lnTo>
                    <a:pt x="338154" y="361092"/>
                  </a:lnTo>
                  <a:lnTo>
                    <a:pt x="336082" y="359634"/>
                  </a:lnTo>
                  <a:lnTo>
                    <a:pt x="330826" y="355535"/>
                  </a:lnTo>
                  <a:lnTo>
                    <a:pt x="328113" y="352969"/>
                  </a:lnTo>
                  <a:lnTo>
                    <a:pt x="326528" y="351743"/>
                  </a:lnTo>
                  <a:lnTo>
                    <a:pt x="325851" y="351053"/>
                  </a:lnTo>
                  <a:lnTo>
                    <a:pt x="325554" y="350493"/>
                  </a:lnTo>
                  <a:lnTo>
                    <a:pt x="325934" y="349908"/>
                  </a:lnTo>
                  <a:lnTo>
                    <a:pt x="326993" y="349294"/>
                  </a:lnTo>
                  <a:lnTo>
                    <a:pt x="327712" y="348600"/>
                  </a:lnTo>
                  <a:lnTo>
                    <a:pt x="328846" y="346006"/>
                  </a:lnTo>
                  <a:lnTo>
                    <a:pt x="328932" y="345172"/>
                  </a:lnTo>
                  <a:lnTo>
                    <a:pt x="328323" y="343285"/>
                  </a:lnTo>
                  <a:lnTo>
                    <a:pt x="328051" y="341568"/>
                  </a:lnTo>
                  <a:lnTo>
                    <a:pt x="328062" y="340616"/>
                  </a:lnTo>
                  <a:lnTo>
                    <a:pt x="328201" y="339675"/>
                  </a:lnTo>
                  <a:lnTo>
                    <a:pt x="328374" y="339056"/>
                  </a:lnTo>
                  <a:lnTo>
                    <a:pt x="328855" y="338457"/>
                  </a:lnTo>
                  <a:lnTo>
                    <a:pt x="329192" y="338156"/>
                  </a:lnTo>
                  <a:lnTo>
                    <a:pt x="329608" y="338361"/>
                  </a:lnTo>
                  <a:lnTo>
                    <a:pt x="330942" y="340720"/>
                  </a:lnTo>
                  <a:lnTo>
                    <a:pt x="331129" y="341578"/>
                  </a:lnTo>
                  <a:lnTo>
                    <a:pt x="331068" y="344806"/>
                  </a:lnTo>
                  <a:lnTo>
                    <a:pt x="331451" y="348582"/>
                  </a:lnTo>
                  <a:lnTo>
                    <a:pt x="331571" y="348303"/>
                  </a:lnTo>
                  <a:lnTo>
                    <a:pt x="331694" y="347055"/>
                  </a:lnTo>
                  <a:lnTo>
                    <a:pt x="331773" y="344670"/>
                  </a:lnTo>
                  <a:lnTo>
                    <a:pt x="331923" y="343525"/>
                  </a:lnTo>
                  <a:lnTo>
                    <a:pt x="332209" y="342408"/>
                  </a:lnTo>
                  <a:lnTo>
                    <a:pt x="332692" y="341818"/>
                  </a:lnTo>
                  <a:lnTo>
                    <a:pt x="334195" y="342161"/>
                  </a:lnTo>
                  <a:lnTo>
                    <a:pt x="334888" y="341961"/>
                  </a:lnTo>
                  <a:lnTo>
                    <a:pt x="331960" y="340254"/>
                  </a:lnTo>
                  <a:lnTo>
                    <a:pt x="330118" y="337056"/>
                  </a:lnTo>
                  <a:lnTo>
                    <a:pt x="329785" y="336723"/>
                  </a:lnTo>
                  <a:lnTo>
                    <a:pt x="328778" y="336580"/>
                  </a:lnTo>
                  <a:lnTo>
                    <a:pt x="327711" y="337870"/>
                  </a:lnTo>
                  <a:lnTo>
                    <a:pt x="324966" y="342087"/>
                  </a:lnTo>
                  <a:lnTo>
                    <a:pt x="324199" y="342828"/>
                  </a:lnTo>
                  <a:lnTo>
                    <a:pt x="320748" y="345162"/>
                  </a:lnTo>
                  <a:lnTo>
                    <a:pt x="318411" y="345632"/>
                  </a:lnTo>
                  <a:lnTo>
                    <a:pt x="315781" y="345265"/>
                  </a:lnTo>
                  <a:lnTo>
                    <a:pt x="313539" y="344506"/>
                  </a:lnTo>
                  <a:lnTo>
                    <a:pt x="307914" y="340815"/>
                  </a:lnTo>
                  <a:lnTo>
                    <a:pt x="307035" y="339958"/>
                  </a:lnTo>
                  <a:lnTo>
                    <a:pt x="308344" y="337675"/>
                  </a:lnTo>
                  <a:lnTo>
                    <a:pt x="308398" y="336963"/>
                  </a:lnTo>
                  <a:lnTo>
                    <a:pt x="307942" y="334638"/>
                  </a:lnTo>
                  <a:lnTo>
                    <a:pt x="307567" y="333974"/>
                  </a:lnTo>
                  <a:lnTo>
                    <a:pt x="307030" y="333608"/>
                  </a:lnTo>
                  <a:lnTo>
                    <a:pt x="306882" y="333869"/>
                  </a:lnTo>
                  <a:lnTo>
                    <a:pt x="306876" y="334559"/>
                  </a:lnTo>
                  <a:lnTo>
                    <a:pt x="307019" y="335836"/>
                  </a:lnTo>
                  <a:lnTo>
                    <a:pt x="306589" y="336511"/>
                  </a:lnTo>
                  <a:lnTo>
                    <a:pt x="305633" y="337240"/>
                  </a:lnTo>
                  <a:lnTo>
                    <a:pt x="304022" y="337975"/>
                  </a:lnTo>
                  <a:lnTo>
                    <a:pt x="299028" y="336097"/>
                  </a:lnTo>
                  <a:lnTo>
                    <a:pt x="293913" y="334543"/>
                  </a:lnTo>
                  <a:lnTo>
                    <a:pt x="289344" y="334220"/>
                  </a:lnTo>
                  <a:lnTo>
                    <a:pt x="282894" y="335459"/>
                  </a:lnTo>
                  <a:lnTo>
                    <a:pt x="279453" y="336704"/>
                  </a:lnTo>
                  <a:lnTo>
                    <a:pt x="277446" y="336825"/>
                  </a:lnTo>
                  <a:lnTo>
                    <a:pt x="275516" y="336600"/>
                  </a:lnTo>
                  <a:lnTo>
                    <a:pt x="275358" y="335732"/>
                  </a:lnTo>
                  <a:lnTo>
                    <a:pt x="276240" y="335223"/>
                  </a:lnTo>
                  <a:lnTo>
                    <a:pt x="276191" y="334593"/>
                  </a:lnTo>
                  <a:lnTo>
                    <a:pt x="275075" y="332631"/>
                  </a:lnTo>
                  <a:lnTo>
                    <a:pt x="273382" y="331441"/>
                  </a:lnTo>
                  <a:lnTo>
                    <a:pt x="271111" y="331021"/>
                  </a:lnTo>
                  <a:lnTo>
                    <a:pt x="269811" y="330447"/>
                  </a:lnTo>
                  <a:lnTo>
                    <a:pt x="269482" y="329721"/>
                  </a:lnTo>
                  <a:lnTo>
                    <a:pt x="268678" y="329027"/>
                  </a:lnTo>
                  <a:lnTo>
                    <a:pt x="267400" y="328366"/>
                  </a:lnTo>
                  <a:lnTo>
                    <a:pt x="266838" y="327182"/>
                  </a:lnTo>
                  <a:lnTo>
                    <a:pt x="267285" y="323517"/>
                  </a:lnTo>
                  <a:lnTo>
                    <a:pt x="267723" y="321318"/>
                  </a:lnTo>
                  <a:lnTo>
                    <a:pt x="268158" y="319810"/>
                  </a:lnTo>
                  <a:lnTo>
                    <a:pt x="269257" y="317314"/>
                  </a:lnTo>
                  <a:lnTo>
                    <a:pt x="268873" y="317499"/>
                  </a:lnTo>
                  <a:lnTo>
                    <a:pt x="267278" y="319330"/>
                  </a:lnTo>
                  <a:lnTo>
                    <a:pt x="265886" y="321220"/>
                  </a:lnTo>
                  <a:lnTo>
                    <a:pt x="264597" y="323680"/>
                  </a:lnTo>
                  <a:lnTo>
                    <a:pt x="263830" y="324811"/>
                  </a:lnTo>
                  <a:lnTo>
                    <a:pt x="262845" y="325853"/>
                  </a:lnTo>
                  <a:lnTo>
                    <a:pt x="261308" y="325603"/>
                  </a:lnTo>
                  <a:lnTo>
                    <a:pt x="259221" y="324062"/>
                  </a:lnTo>
                  <a:lnTo>
                    <a:pt x="257434" y="323269"/>
                  </a:lnTo>
                  <a:lnTo>
                    <a:pt x="255946" y="323220"/>
                  </a:lnTo>
                  <a:lnTo>
                    <a:pt x="255358" y="322956"/>
                  </a:lnTo>
                  <a:lnTo>
                    <a:pt x="256373" y="321582"/>
                  </a:lnTo>
                  <a:lnTo>
                    <a:pt x="256958" y="320478"/>
                  </a:lnTo>
                  <a:lnTo>
                    <a:pt x="257759" y="318707"/>
                  </a:lnTo>
                  <a:lnTo>
                    <a:pt x="257935" y="317845"/>
                  </a:lnTo>
                  <a:lnTo>
                    <a:pt x="252479" y="317562"/>
                  </a:lnTo>
                  <a:lnTo>
                    <a:pt x="252279" y="316629"/>
                  </a:lnTo>
                  <a:lnTo>
                    <a:pt x="252271" y="315942"/>
                  </a:lnTo>
                  <a:lnTo>
                    <a:pt x="252096" y="315374"/>
                  </a:lnTo>
                  <a:lnTo>
                    <a:pt x="251305" y="314951"/>
                  </a:lnTo>
                  <a:lnTo>
                    <a:pt x="250199" y="315274"/>
                  </a:lnTo>
                  <a:lnTo>
                    <a:pt x="248406" y="316378"/>
                  </a:lnTo>
                  <a:lnTo>
                    <a:pt x="247629" y="315539"/>
                  </a:lnTo>
                  <a:lnTo>
                    <a:pt x="247906" y="315068"/>
                  </a:lnTo>
                  <a:lnTo>
                    <a:pt x="248492" y="314723"/>
                  </a:lnTo>
                  <a:lnTo>
                    <a:pt x="249683" y="313126"/>
                  </a:lnTo>
                  <a:lnTo>
                    <a:pt x="248073" y="312298"/>
                  </a:lnTo>
                  <a:lnTo>
                    <a:pt x="247248" y="311350"/>
                  </a:lnTo>
                  <a:lnTo>
                    <a:pt x="246847" y="310571"/>
                  </a:lnTo>
                  <a:lnTo>
                    <a:pt x="246874" y="307757"/>
                  </a:lnTo>
                  <a:lnTo>
                    <a:pt x="247299" y="305955"/>
                  </a:lnTo>
                  <a:lnTo>
                    <a:pt x="250915" y="304208"/>
                  </a:lnTo>
                  <a:lnTo>
                    <a:pt x="249771" y="303522"/>
                  </a:lnTo>
                  <a:lnTo>
                    <a:pt x="247488" y="303759"/>
                  </a:lnTo>
                  <a:lnTo>
                    <a:pt x="245955" y="305245"/>
                  </a:lnTo>
                  <a:lnTo>
                    <a:pt x="244136" y="307392"/>
                  </a:lnTo>
                  <a:lnTo>
                    <a:pt x="242914" y="308193"/>
                  </a:lnTo>
                  <a:lnTo>
                    <a:pt x="242291" y="307649"/>
                  </a:lnTo>
                  <a:lnTo>
                    <a:pt x="241467" y="307461"/>
                  </a:lnTo>
                  <a:lnTo>
                    <a:pt x="240442" y="307630"/>
                  </a:lnTo>
                  <a:lnTo>
                    <a:pt x="239753" y="308178"/>
                  </a:lnTo>
                  <a:lnTo>
                    <a:pt x="239399" y="309109"/>
                  </a:lnTo>
                  <a:lnTo>
                    <a:pt x="238991" y="309738"/>
                  </a:lnTo>
                  <a:lnTo>
                    <a:pt x="238527" y="310063"/>
                  </a:lnTo>
                  <a:lnTo>
                    <a:pt x="238191" y="309959"/>
                  </a:lnTo>
                  <a:lnTo>
                    <a:pt x="237698" y="309005"/>
                  </a:lnTo>
                  <a:lnTo>
                    <a:pt x="236664" y="308413"/>
                  </a:lnTo>
                  <a:lnTo>
                    <a:pt x="236157" y="307686"/>
                  </a:lnTo>
                  <a:lnTo>
                    <a:pt x="235866" y="308144"/>
                  </a:lnTo>
                  <a:lnTo>
                    <a:pt x="235513" y="309516"/>
                  </a:lnTo>
                  <a:lnTo>
                    <a:pt x="235141" y="310210"/>
                  </a:lnTo>
                  <a:lnTo>
                    <a:pt x="233392" y="310923"/>
                  </a:lnTo>
                  <a:lnTo>
                    <a:pt x="232431" y="310790"/>
                  </a:lnTo>
                  <a:lnTo>
                    <a:pt x="231284" y="309064"/>
                  </a:lnTo>
                  <a:lnTo>
                    <a:pt x="231119" y="308465"/>
                  </a:lnTo>
                  <a:lnTo>
                    <a:pt x="231509" y="306973"/>
                  </a:lnTo>
                  <a:lnTo>
                    <a:pt x="234033" y="301067"/>
                  </a:lnTo>
                  <a:lnTo>
                    <a:pt x="233781" y="301100"/>
                  </a:lnTo>
                  <a:lnTo>
                    <a:pt x="232963" y="302029"/>
                  </a:lnTo>
                  <a:lnTo>
                    <a:pt x="231335" y="304389"/>
                  </a:lnTo>
                  <a:lnTo>
                    <a:pt x="230609" y="305093"/>
                  </a:lnTo>
                  <a:lnTo>
                    <a:pt x="229361" y="305181"/>
                  </a:lnTo>
                  <a:lnTo>
                    <a:pt x="228776" y="304927"/>
                  </a:lnTo>
                  <a:lnTo>
                    <a:pt x="228070" y="305119"/>
                  </a:lnTo>
                  <a:lnTo>
                    <a:pt x="227243" y="305751"/>
                  </a:lnTo>
                  <a:lnTo>
                    <a:pt x="226704" y="306444"/>
                  </a:lnTo>
                  <a:lnTo>
                    <a:pt x="226451" y="307197"/>
                  </a:lnTo>
                  <a:lnTo>
                    <a:pt x="226622" y="307326"/>
                  </a:lnTo>
                  <a:lnTo>
                    <a:pt x="227870" y="306466"/>
                  </a:lnTo>
                  <a:lnTo>
                    <a:pt x="228578" y="306235"/>
                  </a:lnTo>
                  <a:lnTo>
                    <a:pt x="228776" y="306652"/>
                  </a:lnTo>
                  <a:lnTo>
                    <a:pt x="227804" y="309318"/>
                  </a:lnTo>
                  <a:lnTo>
                    <a:pt x="227214" y="311863"/>
                  </a:lnTo>
                  <a:lnTo>
                    <a:pt x="226652" y="312504"/>
                  </a:lnTo>
                  <a:lnTo>
                    <a:pt x="225757" y="312397"/>
                  </a:lnTo>
                  <a:lnTo>
                    <a:pt x="224778" y="312648"/>
                  </a:lnTo>
                  <a:lnTo>
                    <a:pt x="224764" y="313359"/>
                  </a:lnTo>
                  <a:lnTo>
                    <a:pt x="226590" y="315395"/>
                  </a:lnTo>
                  <a:lnTo>
                    <a:pt x="227251" y="315682"/>
                  </a:lnTo>
                  <a:lnTo>
                    <a:pt x="228095" y="316410"/>
                  </a:lnTo>
                  <a:lnTo>
                    <a:pt x="228223" y="317131"/>
                  </a:lnTo>
                  <a:lnTo>
                    <a:pt x="227907" y="319080"/>
                  </a:lnTo>
                  <a:lnTo>
                    <a:pt x="227668" y="319848"/>
                  </a:lnTo>
                  <a:lnTo>
                    <a:pt x="227283" y="320247"/>
                  </a:lnTo>
                  <a:lnTo>
                    <a:pt x="225795" y="320181"/>
                  </a:lnTo>
                  <a:lnTo>
                    <a:pt x="225314" y="320383"/>
                  </a:lnTo>
                  <a:lnTo>
                    <a:pt x="224312" y="321608"/>
                  </a:lnTo>
                  <a:lnTo>
                    <a:pt x="223811" y="322622"/>
                  </a:lnTo>
                  <a:lnTo>
                    <a:pt x="223994" y="322712"/>
                  </a:lnTo>
                  <a:lnTo>
                    <a:pt x="224859" y="321874"/>
                  </a:lnTo>
                  <a:lnTo>
                    <a:pt x="226116" y="321425"/>
                  </a:lnTo>
                  <a:lnTo>
                    <a:pt x="227767" y="321363"/>
                  </a:lnTo>
                  <a:lnTo>
                    <a:pt x="228998" y="320918"/>
                  </a:lnTo>
                  <a:lnTo>
                    <a:pt x="229806" y="320090"/>
                  </a:lnTo>
                  <a:lnTo>
                    <a:pt x="230594" y="320325"/>
                  </a:lnTo>
                  <a:lnTo>
                    <a:pt x="231361" y="321621"/>
                  </a:lnTo>
                  <a:lnTo>
                    <a:pt x="231591" y="322758"/>
                  </a:lnTo>
                  <a:lnTo>
                    <a:pt x="231282" y="323733"/>
                  </a:lnTo>
                  <a:lnTo>
                    <a:pt x="230649" y="324429"/>
                  </a:lnTo>
                  <a:lnTo>
                    <a:pt x="229691" y="324846"/>
                  </a:lnTo>
                  <a:lnTo>
                    <a:pt x="229087" y="325470"/>
                  </a:lnTo>
                  <a:lnTo>
                    <a:pt x="228835" y="326302"/>
                  </a:lnTo>
                  <a:lnTo>
                    <a:pt x="228694" y="327537"/>
                  </a:lnTo>
                  <a:lnTo>
                    <a:pt x="228661" y="329176"/>
                  </a:lnTo>
                  <a:lnTo>
                    <a:pt x="228904" y="332128"/>
                  </a:lnTo>
                  <a:lnTo>
                    <a:pt x="228718" y="332527"/>
                  </a:lnTo>
                  <a:lnTo>
                    <a:pt x="228358" y="332747"/>
                  </a:lnTo>
                  <a:lnTo>
                    <a:pt x="227825" y="332787"/>
                  </a:lnTo>
                  <a:lnTo>
                    <a:pt x="227344" y="333480"/>
                  </a:lnTo>
                  <a:lnTo>
                    <a:pt x="226221" y="337407"/>
                  </a:lnTo>
                  <a:lnTo>
                    <a:pt x="225826" y="337833"/>
                  </a:lnTo>
                  <a:lnTo>
                    <a:pt x="225354" y="337411"/>
                  </a:lnTo>
                  <a:lnTo>
                    <a:pt x="224936" y="337458"/>
                  </a:lnTo>
                  <a:lnTo>
                    <a:pt x="224571" y="337970"/>
                  </a:lnTo>
                  <a:lnTo>
                    <a:pt x="223771" y="338361"/>
                  </a:lnTo>
                  <a:lnTo>
                    <a:pt x="222537" y="338629"/>
                  </a:lnTo>
                  <a:lnTo>
                    <a:pt x="221480" y="338527"/>
                  </a:lnTo>
                  <a:lnTo>
                    <a:pt x="219621" y="337677"/>
                  </a:lnTo>
                  <a:lnTo>
                    <a:pt x="218863" y="337078"/>
                  </a:lnTo>
                  <a:lnTo>
                    <a:pt x="218271" y="336095"/>
                  </a:lnTo>
                  <a:lnTo>
                    <a:pt x="216602" y="337136"/>
                  </a:lnTo>
                  <a:lnTo>
                    <a:pt x="216161" y="336681"/>
                  </a:lnTo>
                  <a:lnTo>
                    <a:pt x="215121" y="333960"/>
                  </a:lnTo>
                  <a:lnTo>
                    <a:pt x="214896" y="334123"/>
                  </a:lnTo>
                  <a:lnTo>
                    <a:pt x="214696" y="337055"/>
                  </a:lnTo>
                  <a:lnTo>
                    <a:pt x="214379" y="338082"/>
                  </a:lnTo>
                  <a:lnTo>
                    <a:pt x="213350" y="340207"/>
                  </a:lnTo>
                  <a:lnTo>
                    <a:pt x="212787" y="343868"/>
                  </a:lnTo>
                  <a:lnTo>
                    <a:pt x="212617" y="343975"/>
                  </a:lnTo>
                  <a:lnTo>
                    <a:pt x="212424" y="343448"/>
                  </a:lnTo>
                  <a:lnTo>
                    <a:pt x="211790" y="340179"/>
                  </a:lnTo>
                  <a:lnTo>
                    <a:pt x="211455" y="339461"/>
                  </a:lnTo>
                  <a:lnTo>
                    <a:pt x="210523" y="341346"/>
                  </a:lnTo>
                  <a:lnTo>
                    <a:pt x="210421" y="342028"/>
                  </a:lnTo>
                  <a:lnTo>
                    <a:pt x="210665" y="344462"/>
                  </a:lnTo>
                  <a:lnTo>
                    <a:pt x="210449" y="344829"/>
                  </a:lnTo>
                  <a:lnTo>
                    <a:pt x="208565" y="343519"/>
                  </a:lnTo>
                  <a:lnTo>
                    <a:pt x="208100" y="343455"/>
                  </a:lnTo>
                  <a:lnTo>
                    <a:pt x="207978" y="343676"/>
                  </a:lnTo>
                  <a:lnTo>
                    <a:pt x="208620" y="345565"/>
                  </a:lnTo>
                  <a:lnTo>
                    <a:pt x="208547" y="346244"/>
                  </a:lnTo>
                  <a:lnTo>
                    <a:pt x="205883" y="349893"/>
                  </a:lnTo>
                  <a:lnTo>
                    <a:pt x="205187" y="349763"/>
                  </a:lnTo>
                  <a:lnTo>
                    <a:pt x="204750" y="349400"/>
                  </a:lnTo>
                  <a:lnTo>
                    <a:pt x="204270" y="349456"/>
                  </a:lnTo>
                  <a:lnTo>
                    <a:pt x="202576" y="350817"/>
                  </a:lnTo>
                  <a:lnTo>
                    <a:pt x="202109" y="350757"/>
                  </a:lnTo>
                  <a:lnTo>
                    <a:pt x="201469" y="349951"/>
                  </a:lnTo>
                  <a:lnTo>
                    <a:pt x="201172" y="349987"/>
                  </a:lnTo>
                  <a:lnTo>
                    <a:pt x="201013" y="350824"/>
                  </a:lnTo>
                  <a:lnTo>
                    <a:pt x="200993" y="352461"/>
                  </a:lnTo>
                  <a:lnTo>
                    <a:pt x="200366" y="354018"/>
                  </a:lnTo>
                  <a:lnTo>
                    <a:pt x="198348" y="356533"/>
                  </a:lnTo>
                  <a:lnTo>
                    <a:pt x="197812" y="357690"/>
                  </a:lnTo>
                  <a:lnTo>
                    <a:pt x="197407" y="359273"/>
                  </a:lnTo>
                  <a:lnTo>
                    <a:pt x="197105" y="359424"/>
                  </a:lnTo>
                  <a:lnTo>
                    <a:pt x="195922" y="358407"/>
                  </a:lnTo>
                  <a:lnTo>
                    <a:pt x="194550" y="357746"/>
                  </a:lnTo>
                  <a:lnTo>
                    <a:pt x="194361" y="358075"/>
                  </a:lnTo>
                  <a:lnTo>
                    <a:pt x="194777" y="359042"/>
                  </a:lnTo>
                  <a:lnTo>
                    <a:pt x="194689" y="359634"/>
                  </a:lnTo>
                  <a:lnTo>
                    <a:pt x="194096" y="359856"/>
                  </a:lnTo>
                  <a:lnTo>
                    <a:pt x="193345" y="359769"/>
                  </a:lnTo>
                  <a:lnTo>
                    <a:pt x="192437" y="359377"/>
                  </a:lnTo>
                  <a:lnTo>
                    <a:pt x="191164" y="359821"/>
                  </a:lnTo>
                  <a:lnTo>
                    <a:pt x="189526" y="361100"/>
                  </a:lnTo>
                  <a:lnTo>
                    <a:pt x="188158" y="361064"/>
                  </a:lnTo>
                  <a:lnTo>
                    <a:pt x="186252" y="358958"/>
                  </a:lnTo>
                  <a:lnTo>
                    <a:pt x="185727" y="358801"/>
                  </a:lnTo>
                  <a:lnTo>
                    <a:pt x="185559" y="358210"/>
                  </a:lnTo>
                  <a:lnTo>
                    <a:pt x="185932" y="356507"/>
                  </a:lnTo>
                  <a:lnTo>
                    <a:pt x="186473" y="355219"/>
                  </a:lnTo>
                  <a:lnTo>
                    <a:pt x="186872" y="354627"/>
                  </a:lnTo>
                  <a:lnTo>
                    <a:pt x="188684" y="352976"/>
                  </a:lnTo>
                  <a:lnTo>
                    <a:pt x="190753" y="352370"/>
                  </a:lnTo>
                  <a:lnTo>
                    <a:pt x="192055" y="351378"/>
                  </a:lnTo>
                  <a:lnTo>
                    <a:pt x="193637" y="349331"/>
                  </a:lnTo>
                  <a:lnTo>
                    <a:pt x="194474" y="347791"/>
                  </a:lnTo>
                  <a:lnTo>
                    <a:pt x="196119" y="343828"/>
                  </a:lnTo>
                  <a:lnTo>
                    <a:pt x="195994" y="343522"/>
                  </a:lnTo>
                  <a:lnTo>
                    <a:pt x="195624" y="343308"/>
                  </a:lnTo>
                  <a:lnTo>
                    <a:pt x="192008" y="347065"/>
                  </a:lnTo>
                  <a:lnTo>
                    <a:pt x="191474" y="347416"/>
                  </a:lnTo>
                  <a:lnTo>
                    <a:pt x="190755" y="347390"/>
                  </a:lnTo>
                  <a:lnTo>
                    <a:pt x="187863" y="345950"/>
                  </a:lnTo>
                  <a:lnTo>
                    <a:pt x="187252" y="345332"/>
                  </a:lnTo>
                  <a:lnTo>
                    <a:pt x="186835" y="343525"/>
                  </a:lnTo>
                  <a:lnTo>
                    <a:pt x="187638" y="339416"/>
                  </a:lnTo>
                  <a:lnTo>
                    <a:pt x="188201" y="337430"/>
                  </a:lnTo>
                  <a:lnTo>
                    <a:pt x="189612" y="334366"/>
                  </a:lnTo>
                  <a:lnTo>
                    <a:pt x="191458" y="331097"/>
                  </a:lnTo>
                  <a:lnTo>
                    <a:pt x="192096" y="328975"/>
                  </a:lnTo>
                  <a:lnTo>
                    <a:pt x="193055" y="323302"/>
                  </a:lnTo>
                  <a:lnTo>
                    <a:pt x="193000" y="320728"/>
                  </a:lnTo>
                  <a:lnTo>
                    <a:pt x="192568" y="317587"/>
                  </a:lnTo>
                  <a:lnTo>
                    <a:pt x="192552" y="315723"/>
                  </a:lnTo>
                  <a:lnTo>
                    <a:pt x="192951" y="315133"/>
                  </a:lnTo>
                  <a:lnTo>
                    <a:pt x="197186" y="312228"/>
                  </a:lnTo>
                  <a:lnTo>
                    <a:pt x="199191" y="310054"/>
                  </a:lnTo>
                  <a:lnTo>
                    <a:pt x="203084" y="306839"/>
                  </a:lnTo>
                  <a:lnTo>
                    <a:pt x="204144" y="306867"/>
                  </a:lnTo>
                  <a:lnTo>
                    <a:pt x="204922" y="307973"/>
                  </a:lnTo>
                  <a:lnTo>
                    <a:pt x="205828" y="308859"/>
                  </a:lnTo>
                  <a:lnTo>
                    <a:pt x="206861" y="309521"/>
                  </a:lnTo>
                  <a:lnTo>
                    <a:pt x="208190" y="309452"/>
                  </a:lnTo>
                  <a:lnTo>
                    <a:pt x="209816" y="308652"/>
                  </a:lnTo>
                  <a:lnTo>
                    <a:pt x="212391" y="308955"/>
                  </a:lnTo>
                  <a:lnTo>
                    <a:pt x="217681" y="311070"/>
                  </a:lnTo>
                  <a:lnTo>
                    <a:pt x="218806" y="311188"/>
                  </a:lnTo>
                  <a:lnTo>
                    <a:pt x="218849" y="310918"/>
                  </a:lnTo>
                  <a:lnTo>
                    <a:pt x="218033" y="309436"/>
                  </a:lnTo>
                  <a:lnTo>
                    <a:pt x="214386" y="308578"/>
                  </a:lnTo>
                  <a:lnTo>
                    <a:pt x="212851" y="307718"/>
                  </a:lnTo>
                  <a:lnTo>
                    <a:pt x="208533" y="303939"/>
                  </a:lnTo>
                  <a:lnTo>
                    <a:pt x="207549" y="302481"/>
                  </a:lnTo>
                  <a:lnTo>
                    <a:pt x="207948" y="301797"/>
                  </a:lnTo>
                  <a:lnTo>
                    <a:pt x="209005" y="301234"/>
                  </a:lnTo>
                  <a:lnTo>
                    <a:pt x="209366" y="300689"/>
                  </a:lnTo>
                  <a:lnTo>
                    <a:pt x="209519" y="299743"/>
                  </a:lnTo>
                  <a:lnTo>
                    <a:pt x="210127" y="298449"/>
                  </a:lnTo>
                  <a:lnTo>
                    <a:pt x="211189" y="296800"/>
                  </a:lnTo>
                  <a:lnTo>
                    <a:pt x="212811" y="295206"/>
                  </a:lnTo>
                  <a:lnTo>
                    <a:pt x="215883" y="292840"/>
                  </a:lnTo>
                  <a:lnTo>
                    <a:pt x="214680" y="292739"/>
                  </a:lnTo>
                  <a:lnTo>
                    <a:pt x="212472" y="293174"/>
                  </a:lnTo>
                  <a:lnTo>
                    <a:pt x="211669" y="293627"/>
                  </a:lnTo>
                  <a:lnTo>
                    <a:pt x="210190" y="295321"/>
                  </a:lnTo>
                  <a:lnTo>
                    <a:pt x="209615" y="296514"/>
                  </a:lnTo>
                  <a:lnTo>
                    <a:pt x="208792" y="298842"/>
                  </a:lnTo>
                  <a:lnTo>
                    <a:pt x="208442" y="299282"/>
                  </a:lnTo>
                  <a:lnTo>
                    <a:pt x="206908" y="299619"/>
                  </a:lnTo>
                  <a:lnTo>
                    <a:pt x="202733" y="299855"/>
                  </a:lnTo>
                  <a:lnTo>
                    <a:pt x="202026" y="298664"/>
                  </a:lnTo>
                  <a:lnTo>
                    <a:pt x="201634" y="298471"/>
                  </a:lnTo>
                  <a:lnTo>
                    <a:pt x="201116" y="298638"/>
                  </a:lnTo>
                  <a:lnTo>
                    <a:pt x="197281" y="301678"/>
                  </a:lnTo>
                  <a:lnTo>
                    <a:pt x="195906" y="303231"/>
                  </a:lnTo>
                  <a:lnTo>
                    <a:pt x="194926" y="305000"/>
                  </a:lnTo>
                  <a:lnTo>
                    <a:pt x="193410" y="306297"/>
                  </a:lnTo>
                  <a:lnTo>
                    <a:pt x="191359" y="307119"/>
                  </a:lnTo>
                  <a:lnTo>
                    <a:pt x="189824" y="308138"/>
                  </a:lnTo>
                  <a:lnTo>
                    <a:pt x="188207" y="310174"/>
                  </a:lnTo>
                  <a:lnTo>
                    <a:pt x="187659" y="311733"/>
                  </a:lnTo>
                  <a:lnTo>
                    <a:pt x="187626" y="312466"/>
                  </a:lnTo>
                  <a:lnTo>
                    <a:pt x="188017" y="314779"/>
                  </a:lnTo>
                  <a:lnTo>
                    <a:pt x="187619" y="315212"/>
                  </a:lnTo>
                  <a:lnTo>
                    <a:pt x="186686" y="315394"/>
                  </a:lnTo>
                  <a:lnTo>
                    <a:pt x="185189" y="316926"/>
                  </a:lnTo>
                  <a:lnTo>
                    <a:pt x="182030" y="321480"/>
                  </a:lnTo>
                  <a:lnTo>
                    <a:pt x="181617" y="323132"/>
                  </a:lnTo>
                  <a:lnTo>
                    <a:pt x="181635" y="323699"/>
                  </a:lnTo>
                  <a:lnTo>
                    <a:pt x="182150" y="324987"/>
                  </a:lnTo>
                  <a:lnTo>
                    <a:pt x="181791" y="325824"/>
                  </a:lnTo>
                  <a:lnTo>
                    <a:pt x="180901" y="327147"/>
                  </a:lnTo>
                  <a:lnTo>
                    <a:pt x="178921" y="329242"/>
                  </a:lnTo>
                  <a:lnTo>
                    <a:pt x="177620" y="330040"/>
                  </a:lnTo>
                  <a:lnTo>
                    <a:pt x="176776" y="330080"/>
                  </a:lnTo>
                  <a:lnTo>
                    <a:pt x="175963" y="329782"/>
                  </a:lnTo>
                  <a:lnTo>
                    <a:pt x="174519" y="328431"/>
                  </a:lnTo>
                  <a:lnTo>
                    <a:pt x="173350" y="328349"/>
                  </a:lnTo>
                  <a:lnTo>
                    <a:pt x="173278" y="328538"/>
                  </a:lnTo>
                  <a:lnTo>
                    <a:pt x="174870" y="329982"/>
                  </a:lnTo>
                  <a:lnTo>
                    <a:pt x="176487" y="331841"/>
                  </a:lnTo>
                  <a:lnTo>
                    <a:pt x="177496" y="333383"/>
                  </a:lnTo>
                  <a:lnTo>
                    <a:pt x="177894" y="334609"/>
                  </a:lnTo>
                  <a:lnTo>
                    <a:pt x="177912" y="335870"/>
                  </a:lnTo>
                  <a:lnTo>
                    <a:pt x="177549" y="337168"/>
                  </a:lnTo>
                  <a:lnTo>
                    <a:pt x="176405" y="339422"/>
                  </a:lnTo>
                  <a:lnTo>
                    <a:pt x="175284" y="340096"/>
                  </a:lnTo>
                  <a:lnTo>
                    <a:pt x="172417" y="340777"/>
                  </a:lnTo>
                  <a:lnTo>
                    <a:pt x="171493" y="341314"/>
                  </a:lnTo>
                  <a:lnTo>
                    <a:pt x="171207" y="341733"/>
                  </a:lnTo>
                  <a:lnTo>
                    <a:pt x="173176" y="342685"/>
                  </a:lnTo>
                  <a:lnTo>
                    <a:pt x="173354" y="343172"/>
                  </a:lnTo>
                  <a:lnTo>
                    <a:pt x="173083" y="345063"/>
                  </a:lnTo>
                  <a:lnTo>
                    <a:pt x="172560" y="345680"/>
                  </a:lnTo>
                  <a:lnTo>
                    <a:pt x="170920" y="346808"/>
                  </a:lnTo>
                  <a:lnTo>
                    <a:pt x="169448" y="347136"/>
                  </a:lnTo>
                  <a:lnTo>
                    <a:pt x="169224" y="346920"/>
                  </a:lnTo>
                  <a:lnTo>
                    <a:pt x="169499" y="345434"/>
                  </a:lnTo>
                  <a:lnTo>
                    <a:pt x="169420" y="345068"/>
                  </a:lnTo>
                  <a:lnTo>
                    <a:pt x="168868" y="344764"/>
                  </a:lnTo>
                  <a:lnTo>
                    <a:pt x="168083" y="345331"/>
                  </a:lnTo>
                  <a:lnTo>
                    <a:pt x="166128" y="347515"/>
                  </a:lnTo>
                  <a:lnTo>
                    <a:pt x="165919" y="347876"/>
                  </a:lnTo>
                  <a:lnTo>
                    <a:pt x="166625" y="348460"/>
                  </a:lnTo>
                  <a:lnTo>
                    <a:pt x="166476" y="348950"/>
                  </a:lnTo>
                  <a:lnTo>
                    <a:pt x="165417" y="350522"/>
                  </a:lnTo>
                  <a:lnTo>
                    <a:pt x="164977" y="351568"/>
                  </a:lnTo>
                  <a:lnTo>
                    <a:pt x="164268" y="352636"/>
                  </a:lnTo>
                  <a:lnTo>
                    <a:pt x="161113" y="355900"/>
                  </a:lnTo>
                  <a:lnTo>
                    <a:pt x="161353" y="356695"/>
                  </a:lnTo>
                  <a:lnTo>
                    <a:pt x="160532" y="359539"/>
                  </a:lnTo>
                  <a:lnTo>
                    <a:pt x="160077" y="362038"/>
                  </a:lnTo>
                  <a:lnTo>
                    <a:pt x="160635" y="363092"/>
                  </a:lnTo>
                  <a:lnTo>
                    <a:pt x="163285" y="364329"/>
                  </a:lnTo>
                  <a:lnTo>
                    <a:pt x="164570" y="364627"/>
                  </a:lnTo>
                  <a:lnTo>
                    <a:pt x="166084" y="365492"/>
                  </a:lnTo>
                  <a:lnTo>
                    <a:pt x="168824" y="367817"/>
                  </a:lnTo>
                  <a:lnTo>
                    <a:pt x="169737" y="369337"/>
                  </a:lnTo>
                  <a:lnTo>
                    <a:pt x="169874" y="370052"/>
                  </a:lnTo>
                  <a:lnTo>
                    <a:pt x="169789" y="370834"/>
                  </a:lnTo>
                  <a:lnTo>
                    <a:pt x="169461" y="371888"/>
                  </a:lnTo>
                  <a:lnTo>
                    <a:pt x="168601" y="373879"/>
                  </a:lnTo>
                  <a:lnTo>
                    <a:pt x="166533" y="376837"/>
                  </a:lnTo>
                  <a:lnTo>
                    <a:pt x="165598" y="377675"/>
                  </a:lnTo>
                  <a:lnTo>
                    <a:pt x="164184" y="378333"/>
                  </a:lnTo>
                  <a:lnTo>
                    <a:pt x="163718" y="378813"/>
                  </a:lnTo>
                  <a:lnTo>
                    <a:pt x="161901" y="381617"/>
                  </a:lnTo>
                  <a:lnTo>
                    <a:pt x="161411" y="383130"/>
                  </a:lnTo>
                  <a:lnTo>
                    <a:pt x="161488" y="384447"/>
                  </a:lnTo>
                  <a:lnTo>
                    <a:pt x="161141" y="385374"/>
                  </a:lnTo>
                  <a:lnTo>
                    <a:pt x="158803" y="387190"/>
                  </a:lnTo>
                  <a:lnTo>
                    <a:pt x="158887" y="387512"/>
                  </a:lnTo>
                  <a:lnTo>
                    <a:pt x="159735" y="387650"/>
                  </a:lnTo>
                  <a:lnTo>
                    <a:pt x="159424" y="389251"/>
                  </a:lnTo>
                  <a:lnTo>
                    <a:pt x="159287" y="391472"/>
                  </a:lnTo>
                  <a:lnTo>
                    <a:pt x="158881" y="391846"/>
                  </a:lnTo>
                  <a:lnTo>
                    <a:pt x="157420" y="391830"/>
                  </a:lnTo>
                  <a:lnTo>
                    <a:pt x="155563" y="392695"/>
                  </a:lnTo>
                  <a:lnTo>
                    <a:pt x="155432" y="392940"/>
                  </a:lnTo>
                  <a:lnTo>
                    <a:pt x="155398" y="394539"/>
                  </a:lnTo>
                  <a:lnTo>
                    <a:pt x="150542" y="395709"/>
                  </a:lnTo>
                  <a:lnTo>
                    <a:pt x="149479" y="398744"/>
                  </a:lnTo>
                  <a:lnTo>
                    <a:pt x="148925" y="399675"/>
                  </a:lnTo>
                  <a:lnTo>
                    <a:pt x="147022" y="401882"/>
                  </a:lnTo>
                  <a:lnTo>
                    <a:pt x="145858" y="402771"/>
                  </a:lnTo>
                  <a:lnTo>
                    <a:pt x="144526" y="403308"/>
                  </a:lnTo>
                  <a:lnTo>
                    <a:pt x="143829" y="404055"/>
                  </a:lnTo>
                  <a:lnTo>
                    <a:pt x="143764" y="405016"/>
                  </a:lnTo>
                  <a:lnTo>
                    <a:pt x="143386" y="405844"/>
                  </a:lnTo>
                  <a:lnTo>
                    <a:pt x="142232" y="407217"/>
                  </a:lnTo>
                  <a:lnTo>
                    <a:pt x="141668" y="408942"/>
                  </a:lnTo>
                  <a:lnTo>
                    <a:pt x="141258" y="409213"/>
                  </a:lnTo>
                  <a:lnTo>
                    <a:pt x="139111" y="409629"/>
                  </a:lnTo>
                  <a:lnTo>
                    <a:pt x="138683" y="410174"/>
                  </a:lnTo>
                  <a:lnTo>
                    <a:pt x="138476" y="412507"/>
                  </a:lnTo>
                  <a:lnTo>
                    <a:pt x="138079" y="412581"/>
                  </a:lnTo>
                  <a:lnTo>
                    <a:pt x="137318" y="412039"/>
                  </a:lnTo>
                  <a:lnTo>
                    <a:pt x="136326" y="412458"/>
                  </a:lnTo>
                  <a:lnTo>
                    <a:pt x="134097" y="415096"/>
                  </a:lnTo>
                  <a:lnTo>
                    <a:pt x="133608" y="416044"/>
                  </a:lnTo>
                  <a:lnTo>
                    <a:pt x="133662" y="416552"/>
                  </a:lnTo>
                  <a:lnTo>
                    <a:pt x="134009" y="417055"/>
                  </a:lnTo>
                  <a:lnTo>
                    <a:pt x="134537" y="418624"/>
                  </a:lnTo>
                  <a:lnTo>
                    <a:pt x="134505" y="419680"/>
                  </a:lnTo>
                  <a:lnTo>
                    <a:pt x="133645" y="422625"/>
                  </a:lnTo>
                  <a:lnTo>
                    <a:pt x="133344" y="423079"/>
                  </a:lnTo>
                  <a:lnTo>
                    <a:pt x="132300" y="423809"/>
                  </a:lnTo>
                  <a:lnTo>
                    <a:pt x="131875" y="425438"/>
                  </a:lnTo>
                  <a:lnTo>
                    <a:pt x="130912" y="425258"/>
                  </a:lnTo>
                  <a:lnTo>
                    <a:pt x="130138" y="425566"/>
                  </a:lnTo>
                  <a:lnTo>
                    <a:pt x="129632" y="426653"/>
                  </a:lnTo>
                  <a:lnTo>
                    <a:pt x="129081" y="427279"/>
                  </a:lnTo>
                  <a:lnTo>
                    <a:pt x="128486" y="427444"/>
                  </a:lnTo>
                  <a:lnTo>
                    <a:pt x="127738" y="428305"/>
                  </a:lnTo>
                  <a:lnTo>
                    <a:pt x="126838" y="429863"/>
                  </a:lnTo>
                  <a:lnTo>
                    <a:pt x="126004" y="430857"/>
                  </a:lnTo>
                  <a:lnTo>
                    <a:pt x="125237" y="431286"/>
                  </a:lnTo>
                  <a:lnTo>
                    <a:pt x="124492" y="431391"/>
                  </a:lnTo>
                  <a:lnTo>
                    <a:pt x="123766" y="431173"/>
                  </a:lnTo>
                  <a:lnTo>
                    <a:pt x="123114" y="431352"/>
                  </a:lnTo>
                  <a:lnTo>
                    <a:pt x="122535" y="431928"/>
                  </a:lnTo>
                  <a:lnTo>
                    <a:pt x="121970" y="432831"/>
                  </a:lnTo>
                  <a:lnTo>
                    <a:pt x="121521" y="435389"/>
                  </a:lnTo>
                  <a:lnTo>
                    <a:pt x="120949" y="436533"/>
                  </a:lnTo>
                  <a:lnTo>
                    <a:pt x="120588" y="436734"/>
                  </a:lnTo>
                  <a:lnTo>
                    <a:pt x="119850" y="436564"/>
                  </a:lnTo>
                  <a:lnTo>
                    <a:pt x="118736" y="436025"/>
                  </a:lnTo>
                  <a:lnTo>
                    <a:pt x="117604" y="436216"/>
                  </a:lnTo>
                  <a:lnTo>
                    <a:pt x="115776" y="437784"/>
                  </a:lnTo>
                  <a:lnTo>
                    <a:pt x="115196" y="438969"/>
                  </a:lnTo>
                  <a:lnTo>
                    <a:pt x="116347" y="439231"/>
                  </a:lnTo>
                  <a:lnTo>
                    <a:pt x="116918" y="439571"/>
                  </a:lnTo>
                  <a:lnTo>
                    <a:pt x="116903" y="439902"/>
                  </a:lnTo>
                  <a:lnTo>
                    <a:pt x="116302" y="440224"/>
                  </a:lnTo>
                  <a:lnTo>
                    <a:pt x="115281" y="440201"/>
                  </a:lnTo>
                  <a:lnTo>
                    <a:pt x="114666" y="440477"/>
                  </a:lnTo>
                  <a:lnTo>
                    <a:pt x="113917" y="441152"/>
                  </a:lnTo>
                  <a:lnTo>
                    <a:pt x="112041" y="441881"/>
                  </a:lnTo>
                  <a:lnTo>
                    <a:pt x="111328" y="442403"/>
                  </a:lnTo>
                  <a:lnTo>
                    <a:pt x="109913" y="445369"/>
                  </a:lnTo>
                  <a:lnTo>
                    <a:pt x="109743" y="446041"/>
                  </a:lnTo>
                  <a:lnTo>
                    <a:pt x="109925" y="446190"/>
                  </a:lnTo>
                  <a:lnTo>
                    <a:pt x="110719" y="445877"/>
                  </a:lnTo>
                  <a:lnTo>
                    <a:pt x="111654" y="446371"/>
                  </a:lnTo>
                  <a:lnTo>
                    <a:pt x="112138" y="446998"/>
                  </a:lnTo>
                  <a:lnTo>
                    <a:pt x="112449" y="447772"/>
                  </a:lnTo>
                  <a:lnTo>
                    <a:pt x="112744" y="449263"/>
                  </a:lnTo>
                  <a:lnTo>
                    <a:pt x="112925" y="449483"/>
                  </a:lnTo>
                  <a:lnTo>
                    <a:pt x="111128" y="451987"/>
                  </a:lnTo>
                  <a:lnTo>
                    <a:pt x="110618" y="453051"/>
                  </a:lnTo>
                  <a:lnTo>
                    <a:pt x="110289" y="453446"/>
                  </a:lnTo>
                  <a:lnTo>
                    <a:pt x="110075" y="453140"/>
                  </a:lnTo>
                  <a:lnTo>
                    <a:pt x="109852" y="450351"/>
                  </a:lnTo>
                  <a:lnTo>
                    <a:pt x="109717" y="449878"/>
                  </a:lnTo>
                  <a:lnTo>
                    <a:pt x="109294" y="449829"/>
                  </a:lnTo>
                  <a:lnTo>
                    <a:pt x="108884" y="450711"/>
                  </a:lnTo>
                  <a:lnTo>
                    <a:pt x="107985" y="454007"/>
                  </a:lnTo>
                  <a:lnTo>
                    <a:pt x="107007" y="455668"/>
                  </a:lnTo>
                  <a:lnTo>
                    <a:pt x="99647" y="459929"/>
                  </a:lnTo>
                  <a:lnTo>
                    <a:pt x="98567" y="460895"/>
                  </a:lnTo>
                  <a:lnTo>
                    <a:pt x="98360" y="462713"/>
                  </a:lnTo>
                  <a:lnTo>
                    <a:pt x="98057" y="464288"/>
                  </a:lnTo>
                  <a:lnTo>
                    <a:pt x="97569" y="465541"/>
                  </a:lnTo>
                  <a:lnTo>
                    <a:pt x="96998" y="466335"/>
                  </a:lnTo>
                  <a:lnTo>
                    <a:pt x="96876" y="465771"/>
                  </a:lnTo>
                  <a:lnTo>
                    <a:pt x="96932" y="461343"/>
                  </a:lnTo>
                  <a:lnTo>
                    <a:pt x="96781" y="460463"/>
                  </a:lnTo>
                  <a:lnTo>
                    <a:pt x="96039" y="459898"/>
                  </a:lnTo>
                  <a:lnTo>
                    <a:pt x="95712" y="459976"/>
                  </a:lnTo>
                  <a:lnTo>
                    <a:pt x="95263" y="460225"/>
                  </a:lnTo>
                  <a:lnTo>
                    <a:pt x="94527" y="461183"/>
                  </a:lnTo>
                  <a:lnTo>
                    <a:pt x="94076" y="461422"/>
                  </a:lnTo>
                  <a:lnTo>
                    <a:pt x="93515" y="461343"/>
                  </a:lnTo>
                  <a:lnTo>
                    <a:pt x="92556" y="462286"/>
                  </a:lnTo>
                  <a:lnTo>
                    <a:pt x="90275" y="465312"/>
                  </a:lnTo>
                  <a:lnTo>
                    <a:pt x="88786" y="466064"/>
                  </a:lnTo>
                  <a:lnTo>
                    <a:pt x="88393" y="466693"/>
                  </a:lnTo>
                  <a:lnTo>
                    <a:pt x="87756" y="468348"/>
                  </a:lnTo>
                  <a:lnTo>
                    <a:pt x="87335" y="468954"/>
                  </a:lnTo>
                  <a:lnTo>
                    <a:pt x="86711" y="469007"/>
                  </a:lnTo>
                  <a:lnTo>
                    <a:pt x="85886" y="468508"/>
                  </a:lnTo>
                  <a:lnTo>
                    <a:pt x="85222" y="468861"/>
                  </a:lnTo>
                  <a:lnTo>
                    <a:pt x="84720" y="470066"/>
                  </a:lnTo>
                  <a:lnTo>
                    <a:pt x="84210" y="470542"/>
                  </a:lnTo>
                  <a:lnTo>
                    <a:pt x="82761" y="469653"/>
                  </a:lnTo>
                  <a:lnTo>
                    <a:pt x="82123" y="470261"/>
                  </a:lnTo>
                  <a:lnTo>
                    <a:pt x="81294" y="471816"/>
                  </a:lnTo>
                  <a:lnTo>
                    <a:pt x="80428" y="472842"/>
                  </a:lnTo>
                  <a:lnTo>
                    <a:pt x="79524" y="473340"/>
                  </a:lnTo>
                  <a:lnTo>
                    <a:pt x="77178" y="473859"/>
                  </a:lnTo>
                  <a:lnTo>
                    <a:pt x="76235" y="473527"/>
                  </a:lnTo>
                  <a:lnTo>
                    <a:pt x="76043" y="473076"/>
                  </a:lnTo>
                  <a:lnTo>
                    <a:pt x="76087" y="471093"/>
                  </a:lnTo>
                  <a:lnTo>
                    <a:pt x="76466" y="469663"/>
                  </a:lnTo>
                  <a:lnTo>
                    <a:pt x="76816" y="468988"/>
                  </a:lnTo>
                  <a:lnTo>
                    <a:pt x="77284" y="468392"/>
                  </a:lnTo>
                  <a:lnTo>
                    <a:pt x="77968" y="468323"/>
                  </a:lnTo>
                  <a:lnTo>
                    <a:pt x="79247" y="468769"/>
                  </a:lnTo>
                  <a:lnTo>
                    <a:pt x="79102" y="468290"/>
                  </a:lnTo>
                  <a:lnTo>
                    <a:pt x="78637" y="467721"/>
                  </a:lnTo>
                  <a:lnTo>
                    <a:pt x="77459" y="466740"/>
                  </a:lnTo>
                  <a:lnTo>
                    <a:pt x="76293" y="466240"/>
                  </a:lnTo>
                  <a:lnTo>
                    <a:pt x="75624" y="466557"/>
                  </a:lnTo>
                  <a:lnTo>
                    <a:pt x="74682" y="467313"/>
                  </a:lnTo>
                  <a:lnTo>
                    <a:pt x="74043" y="468183"/>
                  </a:lnTo>
                  <a:lnTo>
                    <a:pt x="73707" y="469171"/>
                  </a:lnTo>
                  <a:lnTo>
                    <a:pt x="73283" y="472399"/>
                  </a:lnTo>
                  <a:lnTo>
                    <a:pt x="73039" y="473272"/>
                  </a:lnTo>
                  <a:lnTo>
                    <a:pt x="70291" y="478961"/>
                  </a:lnTo>
                  <a:lnTo>
                    <a:pt x="69214" y="480714"/>
                  </a:lnTo>
                  <a:lnTo>
                    <a:pt x="68148" y="480583"/>
                  </a:lnTo>
                  <a:lnTo>
                    <a:pt x="67631" y="481245"/>
                  </a:lnTo>
                  <a:lnTo>
                    <a:pt x="66904" y="482666"/>
                  </a:lnTo>
                  <a:lnTo>
                    <a:pt x="66234" y="483346"/>
                  </a:lnTo>
                  <a:lnTo>
                    <a:pt x="65618" y="483284"/>
                  </a:lnTo>
                  <a:lnTo>
                    <a:pt x="65140" y="483014"/>
                  </a:lnTo>
                  <a:lnTo>
                    <a:pt x="64800" y="482535"/>
                  </a:lnTo>
                  <a:lnTo>
                    <a:pt x="64859" y="482088"/>
                  </a:lnTo>
                  <a:lnTo>
                    <a:pt x="65317" y="481672"/>
                  </a:lnTo>
                  <a:lnTo>
                    <a:pt x="65153" y="480534"/>
                  </a:lnTo>
                  <a:lnTo>
                    <a:pt x="64365" y="478671"/>
                  </a:lnTo>
                  <a:lnTo>
                    <a:pt x="63829" y="477658"/>
                  </a:lnTo>
                  <a:lnTo>
                    <a:pt x="62811" y="477541"/>
                  </a:lnTo>
                  <a:lnTo>
                    <a:pt x="62652" y="478388"/>
                  </a:lnTo>
                  <a:lnTo>
                    <a:pt x="62995" y="482718"/>
                  </a:lnTo>
                  <a:lnTo>
                    <a:pt x="62943" y="483695"/>
                  </a:lnTo>
                  <a:lnTo>
                    <a:pt x="62304" y="484931"/>
                  </a:lnTo>
                  <a:lnTo>
                    <a:pt x="60633" y="486308"/>
                  </a:lnTo>
                  <a:lnTo>
                    <a:pt x="60110" y="486174"/>
                  </a:lnTo>
                  <a:lnTo>
                    <a:pt x="58604" y="483457"/>
                  </a:lnTo>
                  <a:lnTo>
                    <a:pt x="57180" y="482919"/>
                  </a:lnTo>
                  <a:lnTo>
                    <a:pt x="57086" y="483803"/>
                  </a:lnTo>
                  <a:lnTo>
                    <a:pt x="57404" y="485610"/>
                  </a:lnTo>
                  <a:lnTo>
                    <a:pt x="57048" y="487296"/>
                  </a:lnTo>
                  <a:lnTo>
                    <a:pt x="56019" y="488868"/>
                  </a:lnTo>
                  <a:lnTo>
                    <a:pt x="55235" y="489629"/>
                  </a:lnTo>
                  <a:lnTo>
                    <a:pt x="54698" y="489583"/>
                  </a:lnTo>
                  <a:lnTo>
                    <a:pt x="54668" y="488484"/>
                  </a:lnTo>
                  <a:lnTo>
                    <a:pt x="55147" y="486330"/>
                  </a:lnTo>
                  <a:lnTo>
                    <a:pt x="55269" y="484536"/>
                  </a:lnTo>
                  <a:lnTo>
                    <a:pt x="55036" y="483101"/>
                  </a:lnTo>
                  <a:lnTo>
                    <a:pt x="55062" y="481998"/>
                  </a:lnTo>
                  <a:lnTo>
                    <a:pt x="55348" y="481231"/>
                  </a:lnTo>
                  <a:lnTo>
                    <a:pt x="57239" y="479100"/>
                  </a:lnTo>
                  <a:lnTo>
                    <a:pt x="58035" y="478781"/>
                  </a:lnTo>
                  <a:lnTo>
                    <a:pt x="58462" y="479309"/>
                  </a:lnTo>
                  <a:lnTo>
                    <a:pt x="58995" y="479398"/>
                  </a:lnTo>
                  <a:lnTo>
                    <a:pt x="59632" y="479052"/>
                  </a:lnTo>
                  <a:lnTo>
                    <a:pt x="60035" y="478371"/>
                  </a:lnTo>
                  <a:lnTo>
                    <a:pt x="60201" y="477354"/>
                  </a:lnTo>
                  <a:lnTo>
                    <a:pt x="61017" y="476052"/>
                  </a:lnTo>
                  <a:lnTo>
                    <a:pt x="62481" y="474465"/>
                  </a:lnTo>
                  <a:lnTo>
                    <a:pt x="64157" y="471533"/>
                  </a:lnTo>
                  <a:lnTo>
                    <a:pt x="66044" y="467257"/>
                  </a:lnTo>
                  <a:lnTo>
                    <a:pt x="68257" y="463572"/>
                  </a:lnTo>
                  <a:lnTo>
                    <a:pt x="70794" y="460477"/>
                  </a:lnTo>
                  <a:lnTo>
                    <a:pt x="73548" y="458023"/>
                  </a:lnTo>
                  <a:lnTo>
                    <a:pt x="79092" y="454648"/>
                  </a:lnTo>
                  <a:lnTo>
                    <a:pt x="79517" y="454854"/>
                  </a:lnTo>
                  <a:lnTo>
                    <a:pt x="79012" y="455948"/>
                  </a:lnTo>
                  <a:lnTo>
                    <a:pt x="79357" y="456632"/>
                  </a:lnTo>
                  <a:lnTo>
                    <a:pt x="79902" y="456720"/>
                  </a:lnTo>
                  <a:lnTo>
                    <a:pt x="81934" y="456179"/>
                  </a:lnTo>
                  <a:lnTo>
                    <a:pt x="82740" y="455469"/>
                  </a:lnTo>
                  <a:lnTo>
                    <a:pt x="82979" y="456153"/>
                  </a:lnTo>
                  <a:lnTo>
                    <a:pt x="82696" y="457016"/>
                  </a:lnTo>
                  <a:lnTo>
                    <a:pt x="81476" y="457890"/>
                  </a:lnTo>
                  <a:lnTo>
                    <a:pt x="81511" y="458616"/>
                  </a:lnTo>
                  <a:lnTo>
                    <a:pt x="83284" y="462022"/>
                  </a:lnTo>
                  <a:lnTo>
                    <a:pt x="83842" y="462537"/>
                  </a:lnTo>
                  <a:lnTo>
                    <a:pt x="84305" y="462474"/>
                  </a:lnTo>
                  <a:lnTo>
                    <a:pt x="84502" y="462034"/>
                  </a:lnTo>
                  <a:lnTo>
                    <a:pt x="84353" y="459577"/>
                  </a:lnTo>
                  <a:lnTo>
                    <a:pt x="84952" y="459109"/>
                  </a:lnTo>
                  <a:lnTo>
                    <a:pt x="86179" y="458995"/>
                  </a:lnTo>
                  <a:lnTo>
                    <a:pt x="86979" y="459316"/>
                  </a:lnTo>
                  <a:lnTo>
                    <a:pt x="87351" y="460072"/>
                  </a:lnTo>
                  <a:lnTo>
                    <a:pt x="88053" y="460698"/>
                  </a:lnTo>
                  <a:lnTo>
                    <a:pt x="89084" y="461194"/>
                  </a:lnTo>
                  <a:lnTo>
                    <a:pt x="89724" y="461041"/>
                  </a:lnTo>
                  <a:lnTo>
                    <a:pt x="89973" y="460240"/>
                  </a:lnTo>
                  <a:lnTo>
                    <a:pt x="89531" y="459287"/>
                  </a:lnTo>
                  <a:lnTo>
                    <a:pt x="87558" y="457189"/>
                  </a:lnTo>
                  <a:lnTo>
                    <a:pt x="87011" y="456314"/>
                  </a:lnTo>
                  <a:lnTo>
                    <a:pt x="86878" y="455095"/>
                  </a:lnTo>
                  <a:lnTo>
                    <a:pt x="87158" y="453534"/>
                  </a:lnTo>
                  <a:lnTo>
                    <a:pt x="87778" y="451218"/>
                  </a:lnTo>
                  <a:lnTo>
                    <a:pt x="88737" y="448147"/>
                  </a:lnTo>
                  <a:lnTo>
                    <a:pt x="89605" y="446000"/>
                  </a:lnTo>
                  <a:lnTo>
                    <a:pt x="91363" y="443570"/>
                  </a:lnTo>
                  <a:lnTo>
                    <a:pt x="92549" y="442368"/>
                  </a:lnTo>
                  <a:lnTo>
                    <a:pt x="95555" y="438686"/>
                  </a:lnTo>
                  <a:lnTo>
                    <a:pt x="101331" y="434935"/>
                  </a:lnTo>
                  <a:lnTo>
                    <a:pt x="102759" y="432527"/>
                  </a:lnTo>
                  <a:lnTo>
                    <a:pt x="104700" y="429868"/>
                  </a:lnTo>
                  <a:lnTo>
                    <a:pt x="105533" y="429214"/>
                  </a:lnTo>
                  <a:lnTo>
                    <a:pt x="105533" y="430241"/>
                  </a:lnTo>
                  <a:lnTo>
                    <a:pt x="105799" y="431157"/>
                  </a:lnTo>
                  <a:lnTo>
                    <a:pt x="107097" y="431768"/>
                  </a:lnTo>
                  <a:lnTo>
                    <a:pt x="107940" y="431980"/>
                  </a:lnTo>
                  <a:lnTo>
                    <a:pt x="108328" y="431794"/>
                  </a:lnTo>
                  <a:lnTo>
                    <a:pt x="108434" y="430817"/>
                  </a:lnTo>
                  <a:lnTo>
                    <a:pt x="108260" y="429049"/>
                  </a:lnTo>
                  <a:lnTo>
                    <a:pt x="108216" y="427380"/>
                  </a:lnTo>
                  <a:lnTo>
                    <a:pt x="108303" y="425810"/>
                  </a:lnTo>
                  <a:lnTo>
                    <a:pt x="108493" y="424568"/>
                  </a:lnTo>
                  <a:lnTo>
                    <a:pt x="109358" y="422362"/>
                  </a:lnTo>
                  <a:lnTo>
                    <a:pt x="110645" y="419850"/>
                  </a:lnTo>
                  <a:lnTo>
                    <a:pt x="112404" y="416930"/>
                  </a:lnTo>
                  <a:lnTo>
                    <a:pt x="113513" y="415607"/>
                  </a:lnTo>
                  <a:lnTo>
                    <a:pt x="114560" y="414905"/>
                  </a:lnTo>
                  <a:lnTo>
                    <a:pt x="115571" y="413633"/>
                  </a:lnTo>
                  <a:lnTo>
                    <a:pt x="117313" y="410622"/>
                  </a:lnTo>
                  <a:lnTo>
                    <a:pt x="117872" y="410128"/>
                  </a:lnTo>
                  <a:lnTo>
                    <a:pt x="119121" y="409535"/>
                  </a:lnTo>
                  <a:lnTo>
                    <a:pt x="119579" y="409798"/>
                  </a:lnTo>
                  <a:lnTo>
                    <a:pt x="119849" y="410552"/>
                  </a:lnTo>
                  <a:lnTo>
                    <a:pt x="120176" y="411023"/>
                  </a:lnTo>
                  <a:lnTo>
                    <a:pt x="121445" y="411447"/>
                  </a:lnTo>
                  <a:lnTo>
                    <a:pt x="122290" y="410775"/>
                  </a:lnTo>
                  <a:lnTo>
                    <a:pt x="122152" y="410420"/>
                  </a:lnTo>
                  <a:lnTo>
                    <a:pt x="121466" y="410193"/>
                  </a:lnTo>
                  <a:lnTo>
                    <a:pt x="121027" y="409756"/>
                  </a:lnTo>
                  <a:lnTo>
                    <a:pt x="120613" y="407960"/>
                  </a:lnTo>
                  <a:lnTo>
                    <a:pt x="119772" y="406877"/>
                  </a:lnTo>
                  <a:lnTo>
                    <a:pt x="119582" y="405655"/>
                  </a:lnTo>
                  <a:lnTo>
                    <a:pt x="119734" y="403751"/>
                  </a:lnTo>
                  <a:lnTo>
                    <a:pt x="120457" y="399280"/>
                  </a:lnTo>
                  <a:lnTo>
                    <a:pt x="120575" y="394681"/>
                  </a:lnTo>
                  <a:lnTo>
                    <a:pt x="121218" y="392048"/>
                  </a:lnTo>
                  <a:lnTo>
                    <a:pt x="122511" y="391096"/>
                  </a:lnTo>
                  <a:lnTo>
                    <a:pt x="125376" y="390445"/>
                  </a:lnTo>
                  <a:lnTo>
                    <a:pt x="123699" y="389253"/>
                  </a:lnTo>
                  <a:lnTo>
                    <a:pt x="123076" y="389245"/>
                  </a:lnTo>
                  <a:lnTo>
                    <a:pt x="121985" y="388686"/>
                  </a:lnTo>
                  <a:lnTo>
                    <a:pt x="121570" y="385820"/>
                  </a:lnTo>
                  <a:lnTo>
                    <a:pt x="121579" y="383733"/>
                  </a:lnTo>
                  <a:lnTo>
                    <a:pt x="122301" y="381319"/>
                  </a:lnTo>
                  <a:lnTo>
                    <a:pt x="124972" y="377245"/>
                  </a:lnTo>
                  <a:lnTo>
                    <a:pt x="127897" y="374426"/>
                  </a:lnTo>
                  <a:lnTo>
                    <a:pt x="127501" y="374193"/>
                  </a:lnTo>
                  <a:lnTo>
                    <a:pt x="127139" y="373355"/>
                  </a:lnTo>
                  <a:lnTo>
                    <a:pt x="128489" y="367708"/>
                  </a:lnTo>
                  <a:lnTo>
                    <a:pt x="129805" y="362667"/>
                  </a:lnTo>
                  <a:lnTo>
                    <a:pt x="128027" y="366963"/>
                  </a:lnTo>
                  <a:lnTo>
                    <a:pt x="125971" y="370250"/>
                  </a:lnTo>
                  <a:lnTo>
                    <a:pt x="119944" y="374066"/>
                  </a:lnTo>
                  <a:lnTo>
                    <a:pt x="115845" y="377266"/>
                  </a:lnTo>
                  <a:lnTo>
                    <a:pt x="113900" y="378033"/>
                  </a:lnTo>
                  <a:lnTo>
                    <a:pt x="112615" y="377219"/>
                  </a:lnTo>
                  <a:lnTo>
                    <a:pt x="111613" y="374150"/>
                  </a:lnTo>
                  <a:lnTo>
                    <a:pt x="111042" y="373058"/>
                  </a:lnTo>
                  <a:lnTo>
                    <a:pt x="110307" y="371056"/>
                  </a:lnTo>
                  <a:lnTo>
                    <a:pt x="110616" y="368455"/>
                  </a:lnTo>
                  <a:lnTo>
                    <a:pt x="111199" y="366654"/>
                  </a:lnTo>
                  <a:lnTo>
                    <a:pt x="112478" y="366359"/>
                  </a:lnTo>
                  <a:lnTo>
                    <a:pt x="113920" y="367227"/>
                  </a:lnTo>
                  <a:lnTo>
                    <a:pt x="115171" y="367301"/>
                  </a:lnTo>
                  <a:lnTo>
                    <a:pt x="113558" y="365526"/>
                  </a:lnTo>
                  <a:lnTo>
                    <a:pt x="111232" y="363979"/>
                  </a:lnTo>
                  <a:lnTo>
                    <a:pt x="110177" y="364482"/>
                  </a:lnTo>
                  <a:lnTo>
                    <a:pt x="109371" y="366995"/>
                  </a:lnTo>
                  <a:lnTo>
                    <a:pt x="108292" y="368721"/>
                  </a:lnTo>
                  <a:lnTo>
                    <a:pt x="107344" y="368109"/>
                  </a:lnTo>
                  <a:lnTo>
                    <a:pt x="106782" y="367406"/>
                  </a:lnTo>
                  <a:lnTo>
                    <a:pt x="107172" y="369514"/>
                  </a:lnTo>
                  <a:lnTo>
                    <a:pt x="106456" y="372723"/>
                  </a:lnTo>
                  <a:lnTo>
                    <a:pt x="106184" y="374945"/>
                  </a:lnTo>
                  <a:lnTo>
                    <a:pt x="107212" y="380809"/>
                  </a:lnTo>
                  <a:lnTo>
                    <a:pt x="107022" y="383153"/>
                  </a:lnTo>
                  <a:lnTo>
                    <a:pt x="105157" y="384230"/>
                  </a:lnTo>
                  <a:lnTo>
                    <a:pt x="103638" y="382302"/>
                  </a:lnTo>
                  <a:lnTo>
                    <a:pt x="100467" y="374870"/>
                  </a:lnTo>
                  <a:lnTo>
                    <a:pt x="99362" y="372753"/>
                  </a:lnTo>
                  <a:lnTo>
                    <a:pt x="96876" y="369260"/>
                  </a:lnTo>
                  <a:lnTo>
                    <a:pt x="96056" y="369758"/>
                  </a:lnTo>
                  <a:lnTo>
                    <a:pt x="95012" y="371481"/>
                  </a:lnTo>
                  <a:lnTo>
                    <a:pt x="93999" y="371957"/>
                  </a:lnTo>
                  <a:lnTo>
                    <a:pt x="91325" y="369415"/>
                  </a:lnTo>
                  <a:lnTo>
                    <a:pt x="90080" y="367476"/>
                  </a:lnTo>
                  <a:lnTo>
                    <a:pt x="88902" y="365122"/>
                  </a:lnTo>
                  <a:lnTo>
                    <a:pt x="87098" y="366418"/>
                  </a:lnTo>
                  <a:lnTo>
                    <a:pt x="85525" y="367962"/>
                  </a:lnTo>
                  <a:lnTo>
                    <a:pt x="83678" y="370426"/>
                  </a:lnTo>
                  <a:lnTo>
                    <a:pt x="82445" y="370404"/>
                  </a:lnTo>
                  <a:lnTo>
                    <a:pt x="79088" y="372515"/>
                  </a:lnTo>
                  <a:lnTo>
                    <a:pt x="78733" y="372560"/>
                  </a:lnTo>
                  <a:lnTo>
                    <a:pt x="78260" y="373698"/>
                  </a:lnTo>
                  <a:lnTo>
                    <a:pt x="77797" y="374208"/>
                  </a:lnTo>
                  <a:lnTo>
                    <a:pt x="77415" y="376399"/>
                  </a:lnTo>
                  <a:lnTo>
                    <a:pt x="72879" y="378099"/>
                  </a:lnTo>
                  <a:lnTo>
                    <a:pt x="68397" y="377147"/>
                  </a:lnTo>
                  <a:lnTo>
                    <a:pt x="69965" y="375942"/>
                  </a:lnTo>
                  <a:lnTo>
                    <a:pt x="71716" y="374994"/>
                  </a:lnTo>
                  <a:lnTo>
                    <a:pt x="73237" y="372713"/>
                  </a:lnTo>
                  <a:lnTo>
                    <a:pt x="72591" y="369666"/>
                  </a:lnTo>
                  <a:lnTo>
                    <a:pt x="72478" y="368113"/>
                  </a:lnTo>
                  <a:lnTo>
                    <a:pt x="72497" y="366149"/>
                  </a:lnTo>
                  <a:lnTo>
                    <a:pt x="74157" y="363394"/>
                  </a:lnTo>
                  <a:lnTo>
                    <a:pt x="72430" y="363399"/>
                  </a:lnTo>
                  <a:lnTo>
                    <a:pt x="71322" y="364386"/>
                  </a:lnTo>
                  <a:lnTo>
                    <a:pt x="70283" y="362316"/>
                  </a:lnTo>
                  <a:lnTo>
                    <a:pt x="69797" y="358243"/>
                  </a:lnTo>
                  <a:lnTo>
                    <a:pt x="70984" y="355835"/>
                  </a:lnTo>
                  <a:lnTo>
                    <a:pt x="71535" y="353979"/>
                  </a:lnTo>
                  <a:lnTo>
                    <a:pt x="72002" y="351431"/>
                  </a:lnTo>
                  <a:lnTo>
                    <a:pt x="72036" y="349241"/>
                  </a:lnTo>
                  <a:lnTo>
                    <a:pt x="71116" y="345533"/>
                  </a:lnTo>
                  <a:lnTo>
                    <a:pt x="68475" y="337675"/>
                  </a:lnTo>
                  <a:lnTo>
                    <a:pt x="67274" y="331816"/>
                  </a:lnTo>
                  <a:lnTo>
                    <a:pt x="65216" y="328694"/>
                  </a:lnTo>
                  <a:lnTo>
                    <a:pt x="66753" y="323585"/>
                  </a:lnTo>
                  <a:lnTo>
                    <a:pt x="68467" y="318932"/>
                  </a:lnTo>
                  <a:lnTo>
                    <a:pt x="70680" y="316850"/>
                  </a:lnTo>
                  <a:lnTo>
                    <a:pt x="70502" y="316538"/>
                  </a:lnTo>
                  <a:lnTo>
                    <a:pt x="69279" y="316552"/>
                  </a:lnTo>
                  <a:lnTo>
                    <a:pt x="68476" y="316828"/>
                  </a:lnTo>
                  <a:lnTo>
                    <a:pt x="67764" y="318341"/>
                  </a:lnTo>
                  <a:lnTo>
                    <a:pt x="67015" y="319497"/>
                  </a:lnTo>
                  <a:lnTo>
                    <a:pt x="64671" y="325423"/>
                  </a:lnTo>
                  <a:lnTo>
                    <a:pt x="63164" y="328310"/>
                  </a:lnTo>
                  <a:lnTo>
                    <a:pt x="62182" y="329138"/>
                  </a:lnTo>
                  <a:lnTo>
                    <a:pt x="63762" y="330258"/>
                  </a:lnTo>
                  <a:lnTo>
                    <a:pt x="64001" y="331201"/>
                  </a:lnTo>
                  <a:lnTo>
                    <a:pt x="64305" y="333345"/>
                  </a:lnTo>
                  <a:lnTo>
                    <a:pt x="63901" y="335951"/>
                  </a:lnTo>
                  <a:lnTo>
                    <a:pt x="63497" y="337388"/>
                  </a:lnTo>
                  <a:lnTo>
                    <a:pt x="61634" y="337273"/>
                  </a:lnTo>
                  <a:lnTo>
                    <a:pt x="59963" y="339368"/>
                  </a:lnTo>
                  <a:lnTo>
                    <a:pt x="56032" y="341647"/>
                  </a:lnTo>
                  <a:lnTo>
                    <a:pt x="50727" y="342950"/>
                  </a:lnTo>
                  <a:lnTo>
                    <a:pt x="48120" y="342794"/>
                  </a:lnTo>
                  <a:lnTo>
                    <a:pt x="45405" y="340135"/>
                  </a:lnTo>
                  <a:lnTo>
                    <a:pt x="45425" y="338596"/>
                  </a:lnTo>
                  <a:lnTo>
                    <a:pt x="45535" y="337256"/>
                  </a:lnTo>
                  <a:lnTo>
                    <a:pt x="41634" y="332673"/>
                  </a:lnTo>
                  <a:lnTo>
                    <a:pt x="39427" y="328108"/>
                  </a:lnTo>
                  <a:lnTo>
                    <a:pt x="37843" y="328007"/>
                  </a:lnTo>
                  <a:lnTo>
                    <a:pt x="36465" y="326789"/>
                  </a:lnTo>
                  <a:lnTo>
                    <a:pt x="34837" y="324895"/>
                  </a:lnTo>
                  <a:lnTo>
                    <a:pt x="34980" y="323367"/>
                  </a:lnTo>
                  <a:lnTo>
                    <a:pt x="35236" y="322292"/>
                  </a:lnTo>
                  <a:lnTo>
                    <a:pt x="34237" y="321540"/>
                  </a:lnTo>
                  <a:lnTo>
                    <a:pt x="32957" y="321614"/>
                  </a:lnTo>
                  <a:lnTo>
                    <a:pt x="31469" y="321093"/>
                  </a:lnTo>
                  <a:lnTo>
                    <a:pt x="35356" y="315218"/>
                  </a:lnTo>
                  <a:lnTo>
                    <a:pt x="36694" y="311285"/>
                  </a:lnTo>
                  <a:lnTo>
                    <a:pt x="37783" y="310726"/>
                  </a:lnTo>
                  <a:lnTo>
                    <a:pt x="39196" y="311332"/>
                  </a:lnTo>
                  <a:lnTo>
                    <a:pt x="41146" y="312883"/>
                  </a:lnTo>
                  <a:lnTo>
                    <a:pt x="42790" y="313567"/>
                  </a:lnTo>
                  <a:lnTo>
                    <a:pt x="43383" y="314294"/>
                  </a:lnTo>
                  <a:lnTo>
                    <a:pt x="43991" y="315672"/>
                  </a:lnTo>
                  <a:lnTo>
                    <a:pt x="43350" y="317978"/>
                  </a:lnTo>
                  <a:lnTo>
                    <a:pt x="42763" y="319597"/>
                  </a:lnTo>
                  <a:lnTo>
                    <a:pt x="43485" y="319157"/>
                  </a:lnTo>
                  <a:lnTo>
                    <a:pt x="45532" y="316652"/>
                  </a:lnTo>
                  <a:lnTo>
                    <a:pt x="47054" y="314449"/>
                  </a:lnTo>
                  <a:lnTo>
                    <a:pt x="47784" y="314678"/>
                  </a:lnTo>
                  <a:lnTo>
                    <a:pt x="48258" y="315066"/>
                  </a:lnTo>
                  <a:lnTo>
                    <a:pt x="49104" y="317339"/>
                  </a:lnTo>
                  <a:lnTo>
                    <a:pt x="50156" y="319652"/>
                  </a:lnTo>
                  <a:lnTo>
                    <a:pt x="52472" y="317448"/>
                  </a:lnTo>
                  <a:lnTo>
                    <a:pt x="53713" y="314704"/>
                  </a:lnTo>
                  <a:lnTo>
                    <a:pt x="52666" y="313501"/>
                  </a:lnTo>
                  <a:lnTo>
                    <a:pt x="51387" y="312789"/>
                  </a:lnTo>
                  <a:lnTo>
                    <a:pt x="48124" y="311856"/>
                  </a:lnTo>
                  <a:lnTo>
                    <a:pt x="48921" y="311070"/>
                  </a:lnTo>
                  <a:lnTo>
                    <a:pt x="51014" y="311156"/>
                  </a:lnTo>
                  <a:lnTo>
                    <a:pt x="51803" y="310403"/>
                  </a:lnTo>
                  <a:lnTo>
                    <a:pt x="50974" y="309361"/>
                  </a:lnTo>
                  <a:lnTo>
                    <a:pt x="49937" y="308431"/>
                  </a:lnTo>
                  <a:lnTo>
                    <a:pt x="47111" y="311534"/>
                  </a:lnTo>
                  <a:lnTo>
                    <a:pt x="41967" y="311378"/>
                  </a:lnTo>
                  <a:lnTo>
                    <a:pt x="38372" y="309566"/>
                  </a:lnTo>
                  <a:lnTo>
                    <a:pt x="34786" y="309881"/>
                  </a:lnTo>
                  <a:lnTo>
                    <a:pt x="34219" y="309521"/>
                  </a:lnTo>
                  <a:lnTo>
                    <a:pt x="33521" y="308550"/>
                  </a:lnTo>
                  <a:lnTo>
                    <a:pt x="35542" y="306246"/>
                  </a:lnTo>
                  <a:lnTo>
                    <a:pt x="36972" y="304972"/>
                  </a:lnTo>
                  <a:lnTo>
                    <a:pt x="37048" y="304234"/>
                  </a:lnTo>
                  <a:lnTo>
                    <a:pt x="36217" y="304141"/>
                  </a:lnTo>
                  <a:lnTo>
                    <a:pt x="34654" y="304753"/>
                  </a:lnTo>
                  <a:lnTo>
                    <a:pt x="33956" y="303691"/>
                  </a:lnTo>
                  <a:lnTo>
                    <a:pt x="34070" y="301850"/>
                  </a:lnTo>
                  <a:lnTo>
                    <a:pt x="33814" y="302015"/>
                  </a:lnTo>
                  <a:lnTo>
                    <a:pt x="33196" y="303020"/>
                  </a:lnTo>
                  <a:lnTo>
                    <a:pt x="32321" y="302524"/>
                  </a:lnTo>
                  <a:lnTo>
                    <a:pt x="31572" y="301694"/>
                  </a:lnTo>
                  <a:lnTo>
                    <a:pt x="31964" y="300810"/>
                  </a:lnTo>
                  <a:lnTo>
                    <a:pt x="32733" y="299595"/>
                  </a:lnTo>
                  <a:lnTo>
                    <a:pt x="32392" y="299414"/>
                  </a:lnTo>
                  <a:lnTo>
                    <a:pt x="31701" y="299673"/>
                  </a:lnTo>
                  <a:lnTo>
                    <a:pt x="31029" y="301263"/>
                  </a:lnTo>
                  <a:lnTo>
                    <a:pt x="31176" y="302550"/>
                  </a:lnTo>
                  <a:lnTo>
                    <a:pt x="31159" y="304395"/>
                  </a:lnTo>
                  <a:lnTo>
                    <a:pt x="30011" y="304733"/>
                  </a:lnTo>
                  <a:lnTo>
                    <a:pt x="29029" y="304512"/>
                  </a:lnTo>
                  <a:lnTo>
                    <a:pt x="28318" y="302655"/>
                  </a:lnTo>
                  <a:lnTo>
                    <a:pt x="27585" y="298674"/>
                  </a:lnTo>
                  <a:lnTo>
                    <a:pt x="25598" y="297617"/>
                  </a:lnTo>
                  <a:lnTo>
                    <a:pt x="25111" y="295604"/>
                  </a:lnTo>
                  <a:lnTo>
                    <a:pt x="26367" y="293023"/>
                  </a:lnTo>
                  <a:lnTo>
                    <a:pt x="25813" y="291691"/>
                  </a:lnTo>
                  <a:lnTo>
                    <a:pt x="24478" y="291258"/>
                  </a:lnTo>
                  <a:lnTo>
                    <a:pt x="22951" y="292562"/>
                  </a:lnTo>
                  <a:lnTo>
                    <a:pt x="22275" y="291404"/>
                  </a:lnTo>
                  <a:lnTo>
                    <a:pt x="22151" y="290131"/>
                  </a:lnTo>
                  <a:lnTo>
                    <a:pt x="22098" y="288305"/>
                  </a:lnTo>
                  <a:lnTo>
                    <a:pt x="22523" y="288113"/>
                  </a:lnTo>
                  <a:lnTo>
                    <a:pt x="22876" y="288475"/>
                  </a:lnTo>
                  <a:lnTo>
                    <a:pt x="25936" y="287461"/>
                  </a:lnTo>
                  <a:lnTo>
                    <a:pt x="26232" y="286967"/>
                  </a:lnTo>
                  <a:lnTo>
                    <a:pt x="23804" y="285425"/>
                  </a:lnTo>
                  <a:lnTo>
                    <a:pt x="23126" y="283805"/>
                  </a:lnTo>
                  <a:lnTo>
                    <a:pt x="24132" y="282887"/>
                  </a:lnTo>
                  <a:lnTo>
                    <a:pt x="25945" y="282809"/>
                  </a:lnTo>
                  <a:lnTo>
                    <a:pt x="28489" y="281850"/>
                  </a:lnTo>
                  <a:lnTo>
                    <a:pt x="27418" y="280131"/>
                  </a:lnTo>
                  <a:lnTo>
                    <a:pt x="27195" y="279188"/>
                  </a:lnTo>
                  <a:lnTo>
                    <a:pt x="26979" y="277641"/>
                  </a:lnTo>
                  <a:lnTo>
                    <a:pt x="27401" y="275019"/>
                  </a:lnTo>
                  <a:lnTo>
                    <a:pt x="30389" y="269007"/>
                  </a:lnTo>
                  <a:lnTo>
                    <a:pt x="33302" y="263995"/>
                  </a:lnTo>
                  <a:lnTo>
                    <a:pt x="34210" y="262837"/>
                  </a:lnTo>
                  <a:lnTo>
                    <a:pt x="35544" y="262214"/>
                  </a:lnTo>
                  <a:lnTo>
                    <a:pt x="36785" y="262693"/>
                  </a:lnTo>
                  <a:lnTo>
                    <a:pt x="38082" y="263770"/>
                  </a:lnTo>
                  <a:lnTo>
                    <a:pt x="38327" y="263309"/>
                  </a:lnTo>
                  <a:lnTo>
                    <a:pt x="37887" y="262869"/>
                  </a:lnTo>
                  <a:lnTo>
                    <a:pt x="37332" y="260818"/>
                  </a:lnTo>
                  <a:lnTo>
                    <a:pt x="39131" y="260014"/>
                  </a:lnTo>
                  <a:lnTo>
                    <a:pt x="40187" y="257697"/>
                  </a:lnTo>
                  <a:lnTo>
                    <a:pt x="40265" y="257026"/>
                  </a:lnTo>
                  <a:lnTo>
                    <a:pt x="39120" y="257990"/>
                  </a:lnTo>
                  <a:lnTo>
                    <a:pt x="37927" y="259572"/>
                  </a:lnTo>
                  <a:lnTo>
                    <a:pt x="37628" y="257981"/>
                  </a:lnTo>
                  <a:lnTo>
                    <a:pt x="37320" y="254319"/>
                  </a:lnTo>
                  <a:lnTo>
                    <a:pt x="37846" y="250859"/>
                  </a:lnTo>
                  <a:lnTo>
                    <a:pt x="38256" y="249307"/>
                  </a:lnTo>
                  <a:lnTo>
                    <a:pt x="39253" y="247833"/>
                  </a:lnTo>
                  <a:lnTo>
                    <a:pt x="42122" y="247243"/>
                  </a:lnTo>
                  <a:lnTo>
                    <a:pt x="42627" y="247538"/>
                  </a:lnTo>
                  <a:lnTo>
                    <a:pt x="42732" y="246842"/>
                  </a:lnTo>
                  <a:lnTo>
                    <a:pt x="41005" y="244667"/>
                  </a:lnTo>
                  <a:lnTo>
                    <a:pt x="41717" y="242965"/>
                  </a:lnTo>
                  <a:lnTo>
                    <a:pt x="42342" y="242084"/>
                  </a:lnTo>
                  <a:lnTo>
                    <a:pt x="45810" y="240705"/>
                  </a:lnTo>
                  <a:lnTo>
                    <a:pt x="47706" y="241133"/>
                  </a:lnTo>
                  <a:lnTo>
                    <a:pt x="50084" y="242740"/>
                  </a:lnTo>
                  <a:lnTo>
                    <a:pt x="51464" y="244740"/>
                  </a:lnTo>
                  <a:lnTo>
                    <a:pt x="51264" y="245766"/>
                  </a:lnTo>
                  <a:lnTo>
                    <a:pt x="50920" y="246360"/>
                  </a:lnTo>
                  <a:lnTo>
                    <a:pt x="50205" y="247026"/>
                  </a:lnTo>
                  <a:lnTo>
                    <a:pt x="49938" y="247542"/>
                  </a:lnTo>
                  <a:lnTo>
                    <a:pt x="50066" y="247953"/>
                  </a:lnTo>
                  <a:lnTo>
                    <a:pt x="51084" y="246760"/>
                  </a:lnTo>
                  <a:lnTo>
                    <a:pt x="52753" y="245310"/>
                  </a:lnTo>
                  <a:lnTo>
                    <a:pt x="53687" y="245941"/>
                  </a:lnTo>
                  <a:lnTo>
                    <a:pt x="54427" y="247086"/>
                  </a:lnTo>
                  <a:lnTo>
                    <a:pt x="55244" y="247066"/>
                  </a:lnTo>
                  <a:lnTo>
                    <a:pt x="57840" y="246082"/>
                  </a:lnTo>
                  <a:lnTo>
                    <a:pt x="59159" y="245040"/>
                  </a:lnTo>
                  <a:lnTo>
                    <a:pt x="60769" y="242333"/>
                  </a:lnTo>
                  <a:lnTo>
                    <a:pt x="62913" y="240583"/>
                  </a:lnTo>
                  <a:lnTo>
                    <a:pt x="65924" y="235065"/>
                  </a:lnTo>
                  <a:lnTo>
                    <a:pt x="66810" y="232801"/>
                  </a:lnTo>
                  <a:lnTo>
                    <a:pt x="67840" y="232453"/>
                  </a:lnTo>
                  <a:lnTo>
                    <a:pt x="68770" y="232654"/>
                  </a:lnTo>
                  <a:lnTo>
                    <a:pt x="69418" y="234511"/>
                  </a:lnTo>
                  <a:lnTo>
                    <a:pt x="70365" y="235054"/>
                  </a:lnTo>
                  <a:lnTo>
                    <a:pt x="75757" y="234604"/>
                  </a:lnTo>
                  <a:lnTo>
                    <a:pt x="78512" y="233753"/>
                  </a:lnTo>
                  <a:lnTo>
                    <a:pt x="80425" y="231952"/>
                  </a:lnTo>
                  <a:lnTo>
                    <a:pt x="82416" y="228920"/>
                  </a:lnTo>
                  <a:lnTo>
                    <a:pt x="83569" y="226887"/>
                  </a:lnTo>
                  <a:lnTo>
                    <a:pt x="84121" y="224239"/>
                  </a:lnTo>
                  <a:lnTo>
                    <a:pt x="83409" y="220812"/>
                  </a:lnTo>
                  <a:lnTo>
                    <a:pt x="82678" y="217967"/>
                  </a:lnTo>
                  <a:lnTo>
                    <a:pt x="81716" y="211464"/>
                  </a:lnTo>
                  <a:lnTo>
                    <a:pt x="79040" y="207170"/>
                  </a:lnTo>
                  <a:lnTo>
                    <a:pt x="77134" y="205889"/>
                  </a:lnTo>
                  <a:lnTo>
                    <a:pt x="75926" y="206071"/>
                  </a:lnTo>
                  <a:lnTo>
                    <a:pt x="76802" y="203335"/>
                  </a:lnTo>
                  <a:lnTo>
                    <a:pt x="79351" y="203630"/>
                  </a:lnTo>
                  <a:lnTo>
                    <a:pt x="81012" y="203096"/>
                  </a:lnTo>
                  <a:lnTo>
                    <a:pt x="82356" y="201777"/>
                  </a:lnTo>
                  <a:lnTo>
                    <a:pt x="82796" y="200779"/>
                  </a:lnTo>
                  <a:lnTo>
                    <a:pt x="83460" y="198739"/>
                  </a:lnTo>
                  <a:lnTo>
                    <a:pt x="83231" y="196561"/>
                  </a:lnTo>
                  <a:lnTo>
                    <a:pt x="82874" y="195381"/>
                  </a:lnTo>
                  <a:lnTo>
                    <a:pt x="81947" y="194081"/>
                  </a:lnTo>
                  <a:lnTo>
                    <a:pt x="80845" y="192177"/>
                  </a:lnTo>
                  <a:lnTo>
                    <a:pt x="80075" y="191543"/>
                  </a:lnTo>
                  <a:lnTo>
                    <a:pt x="79422" y="191585"/>
                  </a:lnTo>
                  <a:lnTo>
                    <a:pt x="76206" y="195401"/>
                  </a:lnTo>
                  <a:lnTo>
                    <a:pt x="74277" y="195472"/>
                  </a:lnTo>
                  <a:lnTo>
                    <a:pt x="72834" y="194769"/>
                  </a:lnTo>
                  <a:lnTo>
                    <a:pt x="71580" y="196944"/>
                  </a:lnTo>
                  <a:lnTo>
                    <a:pt x="68082" y="198853"/>
                  </a:lnTo>
                  <a:lnTo>
                    <a:pt x="66214" y="200780"/>
                  </a:lnTo>
                  <a:lnTo>
                    <a:pt x="62749" y="205567"/>
                  </a:lnTo>
                  <a:lnTo>
                    <a:pt x="61882" y="207733"/>
                  </a:lnTo>
                  <a:lnTo>
                    <a:pt x="60778" y="207831"/>
                  </a:lnTo>
                  <a:lnTo>
                    <a:pt x="59979" y="203630"/>
                  </a:lnTo>
                  <a:lnTo>
                    <a:pt x="56210" y="199623"/>
                  </a:lnTo>
                  <a:lnTo>
                    <a:pt x="55072" y="200985"/>
                  </a:lnTo>
                  <a:lnTo>
                    <a:pt x="55700" y="202245"/>
                  </a:lnTo>
                  <a:lnTo>
                    <a:pt x="56554" y="203141"/>
                  </a:lnTo>
                  <a:lnTo>
                    <a:pt x="57961" y="203532"/>
                  </a:lnTo>
                  <a:lnTo>
                    <a:pt x="57354" y="204746"/>
                  </a:lnTo>
                  <a:lnTo>
                    <a:pt x="56896" y="206365"/>
                  </a:lnTo>
                  <a:lnTo>
                    <a:pt x="55484" y="204847"/>
                  </a:lnTo>
                  <a:lnTo>
                    <a:pt x="52962" y="202643"/>
                  </a:lnTo>
                  <a:lnTo>
                    <a:pt x="50351" y="201508"/>
                  </a:lnTo>
                  <a:lnTo>
                    <a:pt x="43551" y="201634"/>
                  </a:lnTo>
                  <a:lnTo>
                    <a:pt x="39087" y="203895"/>
                  </a:lnTo>
                  <a:lnTo>
                    <a:pt x="38677" y="203426"/>
                  </a:lnTo>
                  <a:lnTo>
                    <a:pt x="38246" y="203239"/>
                  </a:lnTo>
                  <a:lnTo>
                    <a:pt x="37502" y="203778"/>
                  </a:lnTo>
                  <a:lnTo>
                    <a:pt x="37183" y="204696"/>
                  </a:lnTo>
                  <a:lnTo>
                    <a:pt x="36697" y="205277"/>
                  </a:lnTo>
                  <a:lnTo>
                    <a:pt x="35785" y="205484"/>
                  </a:lnTo>
                  <a:lnTo>
                    <a:pt x="33951" y="205142"/>
                  </a:lnTo>
                  <a:lnTo>
                    <a:pt x="30406" y="203735"/>
                  </a:lnTo>
                  <a:lnTo>
                    <a:pt x="22390" y="201669"/>
                  </a:lnTo>
                  <a:lnTo>
                    <a:pt x="20292" y="200399"/>
                  </a:lnTo>
                  <a:lnTo>
                    <a:pt x="18493" y="197375"/>
                  </a:lnTo>
                  <a:lnTo>
                    <a:pt x="18530" y="195322"/>
                  </a:lnTo>
                  <a:lnTo>
                    <a:pt x="19329" y="194453"/>
                  </a:lnTo>
                  <a:lnTo>
                    <a:pt x="19254" y="191511"/>
                  </a:lnTo>
                  <a:lnTo>
                    <a:pt x="17693" y="190729"/>
                  </a:lnTo>
                  <a:lnTo>
                    <a:pt x="14516" y="186501"/>
                  </a:lnTo>
                  <a:lnTo>
                    <a:pt x="13348" y="184698"/>
                  </a:lnTo>
                  <a:lnTo>
                    <a:pt x="13602" y="184499"/>
                  </a:lnTo>
                  <a:lnTo>
                    <a:pt x="14173" y="184989"/>
                  </a:lnTo>
                  <a:lnTo>
                    <a:pt x="15257" y="185354"/>
                  </a:lnTo>
                  <a:lnTo>
                    <a:pt x="17922" y="184768"/>
                  </a:lnTo>
                  <a:lnTo>
                    <a:pt x="18835" y="182032"/>
                  </a:lnTo>
                  <a:lnTo>
                    <a:pt x="20814" y="181250"/>
                  </a:lnTo>
                  <a:lnTo>
                    <a:pt x="22635" y="181635"/>
                  </a:lnTo>
                  <a:lnTo>
                    <a:pt x="22226" y="180894"/>
                  </a:lnTo>
                  <a:lnTo>
                    <a:pt x="21761" y="180311"/>
                  </a:lnTo>
                  <a:lnTo>
                    <a:pt x="17020" y="178917"/>
                  </a:lnTo>
                  <a:lnTo>
                    <a:pt x="16375" y="179344"/>
                  </a:lnTo>
                  <a:lnTo>
                    <a:pt x="7875" y="176867"/>
                  </a:lnTo>
                  <a:lnTo>
                    <a:pt x="1163" y="172563"/>
                  </a:lnTo>
                  <a:lnTo>
                    <a:pt x="614" y="171740"/>
                  </a:lnTo>
                  <a:lnTo>
                    <a:pt x="0" y="169904"/>
                  </a:lnTo>
                  <a:lnTo>
                    <a:pt x="905" y="168090"/>
                  </a:lnTo>
                  <a:lnTo>
                    <a:pt x="1816" y="167233"/>
                  </a:lnTo>
                  <a:lnTo>
                    <a:pt x="1857" y="168231"/>
                  </a:lnTo>
                  <a:lnTo>
                    <a:pt x="2002" y="169211"/>
                  </a:lnTo>
                  <a:lnTo>
                    <a:pt x="5850" y="166933"/>
                  </a:lnTo>
                  <a:lnTo>
                    <a:pt x="7860" y="163948"/>
                  </a:lnTo>
                  <a:lnTo>
                    <a:pt x="11671" y="163424"/>
                  </a:lnTo>
                  <a:lnTo>
                    <a:pt x="12557" y="162600"/>
                  </a:lnTo>
                  <a:lnTo>
                    <a:pt x="13740" y="160997"/>
                  </a:lnTo>
                  <a:lnTo>
                    <a:pt x="15429" y="158259"/>
                  </a:lnTo>
                  <a:lnTo>
                    <a:pt x="17817" y="156817"/>
                  </a:lnTo>
                  <a:lnTo>
                    <a:pt x="19444" y="155523"/>
                  </a:lnTo>
                  <a:lnTo>
                    <a:pt x="21563" y="154760"/>
                  </a:lnTo>
                  <a:lnTo>
                    <a:pt x="23372" y="156031"/>
                  </a:lnTo>
                  <a:lnTo>
                    <a:pt x="23930" y="156206"/>
                  </a:lnTo>
                  <a:lnTo>
                    <a:pt x="27213" y="156465"/>
                  </a:lnTo>
                  <a:lnTo>
                    <a:pt x="28291" y="155914"/>
                  </a:lnTo>
                  <a:lnTo>
                    <a:pt x="28751" y="155503"/>
                  </a:lnTo>
                  <a:lnTo>
                    <a:pt x="29094" y="154854"/>
                  </a:lnTo>
                  <a:lnTo>
                    <a:pt x="25871" y="152549"/>
                  </a:lnTo>
                  <a:lnTo>
                    <a:pt x="26198" y="151267"/>
                  </a:lnTo>
                  <a:lnTo>
                    <a:pt x="26608" y="150364"/>
                  </a:lnTo>
                  <a:lnTo>
                    <a:pt x="30369" y="147678"/>
                  </a:lnTo>
                  <a:lnTo>
                    <a:pt x="33259" y="146791"/>
                  </a:lnTo>
                  <a:lnTo>
                    <a:pt x="34805" y="146853"/>
                  </a:lnTo>
                  <a:lnTo>
                    <a:pt x="39291" y="143390"/>
                  </a:lnTo>
                  <a:lnTo>
                    <a:pt x="41749" y="142403"/>
                  </a:lnTo>
                  <a:lnTo>
                    <a:pt x="46379" y="141744"/>
                  </a:lnTo>
                  <a:lnTo>
                    <a:pt x="50183" y="141575"/>
                  </a:lnTo>
                  <a:lnTo>
                    <a:pt x="51212" y="142810"/>
                  </a:lnTo>
                  <a:lnTo>
                    <a:pt x="49170" y="142549"/>
                  </a:lnTo>
                  <a:lnTo>
                    <a:pt x="48269" y="142774"/>
                  </a:lnTo>
                  <a:lnTo>
                    <a:pt x="48911" y="143197"/>
                  </a:lnTo>
                  <a:lnTo>
                    <a:pt x="49632" y="144097"/>
                  </a:lnTo>
                  <a:lnTo>
                    <a:pt x="49423" y="145234"/>
                  </a:lnTo>
                  <a:lnTo>
                    <a:pt x="48167" y="148611"/>
                  </a:lnTo>
                  <a:lnTo>
                    <a:pt x="48269" y="151313"/>
                  </a:lnTo>
                  <a:lnTo>
                    <a:pt x="47452" y="152187"/>
                  </a:lnTo>
                  <a:lnTo>
                    <a:pt x="46661" y="153422"/>
                  </a:lnTo>
                  <a:lnTo>
                    <a:pt x="50555" y="157314"/>
                  </a:lnTo>
                  <a:lnTo>
                    <a:pt x="56584" y="157562"/>
                  </a:lnTo>
                  <a:lnTo>
                    <a:pt x="59863" y="156859"/>
                  </a:lnTo>
                  <a:lnTo>
                    <a:pt x="61759" y="158023"/>
                  </a:lnTo>
                  <a:lnTo>
                    <a:pt x="63311" y="158289"/>
                  </a:lnTo>
                  <a:lnTo>
                    <a:pt x="67599" y="157692"/>
                  </a:lnTo>
                  <a:lnTo>
                    <a:pt x="70828" y="158524"/>
                  </a:lnTo>
                  <a:lnTo>
                    <a:pt x="72179" y="158205"/>
                  </a:lnTo>
                  <a:lnTo>
                    <a:pt x="75165" y="152388"/>
                  </a:lnTo>
                  <a:lnTo>
                    <a:pt x="76332" y="151476"/>
                  </a:lnTo>
                  <a:lnTo>
                    <a:pt x="77602" y="152487"/>
                  </a:lnTo>
                  <a:lnTo>
                    <a:pt x="79259" y="153308"/>
                  </a:lnTo>
                  <a:lnTo>
                    <a:pt x="80316" y="152714"/>
                  </a:lnTo>
                  <a:lnTo>
                    <a:pt x="81179" y="154212"/>
                  </a:lnTo>
                  <a:lnTo>
                    <a:pt x="80773" y="151085"/>
                  </a:lnTo>
                  <a:lnTo>
                    <a:pt x="80188" y="149912"/>
                  </a:lnTo>
                  <a:lnTo>
                    <a:pt x="75308" y="147763"/>
                  </a:lnTo>
                  <a:lnTo>
                    <a:pt x="72042" y="148833"/>
                  </a:lnTo>
                  <a:lnTo>
                    <a:pt x="71021" y="147622"/>
                  </a:lnTo>
                  <a:lnTo>
                    <a:pt x="71358" y="145221"/>
                  </a:lnTo>
                  <a:lnTo>
                    <a:pt x="67865" y="139310"/>
                  </a:lnTo>
                  <a:lnTo>
                    <a:pt x="66409" y="138111"/>
                  </a:lnTo>
                  <a:lnTo>
                    <a:pt x="64686" y="138053"/>
                  </a:lnTo>
                  <a:lnTo>
                    <a:pt x="63809" y="136000"/>
                  </a:lnTo>
                  <a:lnTo>
                    <a:pt x="63075" y="133363"/>
                  </a:lnTo>
                  <a:lnTo>
                    <a:pt x="64560" y="132286"/>
                  </a:lnTo>
                  <a:lnTo>
                    <a:pt x="65903" y="131799"/>
                  </a:lnTo>
                  <a:lnTo>
                    <a:pt x="67147" y="132646"/>
                  </a:lnTo>
                  <a:lnTo>
                    <a:pt x="68553" y="136111"/>
                  </a:lnTo>
                  <a:lnTo>
                    <a:pt x="69862" y="136621"/>
                  </a:lnTo>
                  <a:lnTo>
                    <a:pt x="69481" y="140073"/>
                  </a:lnTo>
                  <a:lnTo>
                    <a:pt x="71106" y="143255"/>
                  </a:lnTo>
                  <a:lnTo>
                    <a:pt x="74772" y="146212"/>
                  </a:lnTo>
                  <a:lnTo>
                    <a:pt x="77707" y="145125"/>
                  </a:lnTo>
                  <a:lnTo>
                    <a:pt x="79780" y="145155"/>
                  </a:lnTo>
                  <a:lnTo>
                    <a:pt x="81019" y="145778"/>
                  </a:lnTo>
                  <a:lnTo>
                    <a:pt x="84053" y="148433"/>
                  </a:lnTo>
                  <a:lnTo>
                    <a:pt x="85595" y="148766"/>
                  </a:lnTo>
                  <a:lnTo>
                    <a:pt x="90415" y="147373"/>
                  </a:lnTo>
                  <a:lnTo>
                    <a:pt x="90465" y="144764"/>
                  </a:lnTo>
                  <a:lnTo>
                    <a:pt x="90060" y="142875"/>
                  </a:lnTo>
                  <a:lnTo>
                    <a:pt x="88928" y="141692"/>
                  </a:lnTo>
                  <a:lnTo>
                    <a:pt x="85672" y="141914"/>
                  </a:lnTo>
                  <a:lnTo>
                    <a:pt x="83138" y="139968"/>
                  </a:lnTo>
                  <a:lnTo>
                    <a:pt x="80981" y="140502"/>
                  </a:lnTo>
                  <a:lnTo>
                    <a:pt x="76992" y="143484"/>
                  </a:lnTo>
                  <a:lnTo>
                    <a:pt x="74993" y="142310"/>
                  </a:lnTo>
                  <a:lnTo>
                    <a:pt x="73737" y="140717"/>
                  </a:lnTo>
                  <a:lnTo>
                    <a:pt x="71714" y="139097"/>
                  </a:lnTo>
                  <a:lnTo>
                    <a:pt x="71460" y="136035"/>
                  </a:lnTo>
                  <a:lnTo>
                    <a:pt x="73157" y="132523"/>
                  </a:lnTo>
                  <a:lnTo>
                    <a:pt x="74412" y="130852"/>
                  </a:lnTo>
                  <a:lnTo>
                    <a:pt x="73288" y="129635"/>
                  </a:lnTo>
                  <a:lnTo>
                    <a:pt x="70463" y="128777"/>
                  </a:lnTo>
                  <a:lnTo>
                    <a:pt x="65559" y="129655"/>
                  </a:lnTo>
                  <a:lnTo>
                    <a:pt x="65329" y="128460"/>
                  </a:lnTo>
                  <a:lnTo>
                    <a:pt x="65353" y="127170"/>
                  </a:lnTo>
                  <a:lnTo>
                    <a:pt x="63355" y="129695"/>
                  </a:lnTo>
                  <a:lnTo>
                    <a:pt x="61302" y="129165"/>
                  </a:lnTo>
                  <a:lnTo>
                    <a:pt x="58537" y="129435"/>
                  </a:lnTo>
                  <a:lnTo>
                    <a:pt x="52437" y="127211"/>
                  </a:lnTo>
                  <a:lnTo>
                    <a:pt x="50265" y="124463"/>
                  </a:lnTo>
                  <a:lnTo>
                    <a:pt x="49353" y="122234"/>
                  </a:lnTo>
                  <a:lnTo>
                    <a:pt x="47708" y="116130"/>
                  </a:lnTo>
                  <a:lnTo>
                    <a:pt x="45608" y="112313"/>
                  </a:lnTo>
                  <a:lnTo>
                    <a:pt x="31098" y="99345"/>
                  </a:lnTo>
                  <a:lnTo>
                    <a:pt x="24498" y="96086"/>
                  </a:lnTo>
                  <a:lnTo>
                    <a:pt x="21318" y="92480"/>
                  </a:lnTo>
                  <a:lnTo>
                    <a:pt x="19324" y="91593"/>
                  </a:lnTo>
                  <a:lnTo>
                    <a:pt x="17422" y="91229"/>
                  </a:lnTo>
                  <a:lnTo>
                    <a:pt x="14984" y="90066"/>
                  </a:lnTo>
                  <a:lnTo>
                    <a:pt x="16623" y="88637"/>
                  </a:lnTo>
                  <a:lnTo>
                    <a:pt x="17750" y="88153"/>
                  </a:lnTo>
                  <a:lnTo>
                    <a:pt x="16577" y="89647"/>
                  </a:lnTo>
                  <a:lnTo>
                    <a:pt x="17468" y="90023"/>
                  </a:lnTo>
                  <a:lnTo>
                    <a:pt x="18888" y="89162"/>
                  </a:lnTo>
                  <a:lnTo>
                    <a:pt x="19654" y="88130"/>
                  </a:lnTo>
                  <a:lnTo>
                    <a:pt x="20776" y="83754"/>
                  </a:lnTo>
                  <a:lnTo>
                    <a:pt x="21938" y="77136"/>
                  </a:lnTo>
                  <a:lnTo>
                    <a:pt x="21626" y="74532"/>
                  </a:lnTo>
                  <a:lnTo>
                    <a:pt x="29678" y="75057"/>
                  </a:lnTo>
                  <a:lnTo>
                    <a:pt x="35035" y="74617"/>
                  </a:lnTo>
                  <a:lnTo>
                    <a:pt x="36810" y="74027"/>
                  </a:lnTo>
                  <a:lnTo>
                    <a:pt x="43569" y="73021"/>
                  </a:lnTo>
                  <a:lnTo>
                    <a:pt x="45320" y="72291"/>
                  </a:lnTo>
                  <a:lnTo>
                    <a:pt x="48569" y="70060"/>
                  </a:lnTo>
                  <a:lnTo>
                    <a:pt x="52392" y="66117"/>
                  </a:lnTo>
                  <a:lnTo>
                    <a:pt x="55674" y="60939"/>
                  </a:lnTo>
                  <a:lnTo>
                    <a:pt x="56196" y="59545"/>
                  </a:lnTo>
                  <a:lnTo>
                    <a:pt x="56404" y="59901"/>
                  </a:lnTo>
                  <a:lnTo>
                    <a:pt x="56699" y="59681"/>
                  </a:lnTo>
                  <a:lnTo>
                    <a:pt x="57049" y="57718"/>
                  </a:lnTo>
                  <a:lnTo>
                    <a:pt x="57480" y="53098"/>
                  </a:lnTo>
                  <a:lnTo>
                    <a:pt x="59108" y="48742"/>
                  </a:lnTo>
                  <a:lnTo>
                    <a:pt x="66033" y="38813"/>
                  </a:lnTo>
                  <a:lnTo>
                    <a:pt x="69246" y="34881"/>
                  </a:lnTo>
                  <a:lnTo>
                    <a:pt x="70318" y="33095"/>
                  </a:lnTo>
                  <a:lnTo>
                    <a:pt x="71435" y="31792"/>
                  </a:lnTo>
                  <a:lnTo>
                    <a:pt x="72222" y="33030"/>
                  </a:lnTo>
                  <a:lnTo>
                    <a:pt x="72598" y="33400"/>
                  </a:lnTo>
                  <a:lnTo>
                    <a:pt x="72814" y="33981"/>
                  </a:lnTo>
                  <a:lnTo>
                    <a:pt x="72155" y="34254"/>
                  </a:lnTo>
                  <a:lnTo>
                    <a:pt x="71078" y="35523"/>
                  </a:lnTo>
                  <a:lnTo>
                    <a:pt x="69577" y="36374"/>
                  </a:lnTo>
                  <a:lnTo>
                    <a:pt x="69215" y="36809"/>
                  </a:lnTo>
                  <a:lnTo>
                    <a:pt x="70095" y="36712"/>
                  </a:lnTo>
                  <a:lnTo>
                    <a:pt x="72733" y="35787"/>
                  </a:lnTo>
                  <a:lnTo>
                    <a:pt x="74219" y="34665"/>
                  </a:lnTo>
                  <a:lnTo>
                    <a:pt x="81616" y="32594"/>
                  </a:lnTo>
                  <a:lnTo>
                    <a:pt x="85628" y="29168"/>
                  </a:lnTo>
                  <a:lnTo>
                    <a:pt x="85784" y="28404"/>
                  </a:lnTo>
                  <a:lnTo>
                    <a:pt x="91733" y="24125"/>
                  </a:lnTo>
                  <a:lnTo>
                    <a:pt x="92556" y="24291"/>
                  </a:lnTo>
                  <a:lnTo>
                    <a:pt x="93505" y="24806"/>
                  </a:lnTo>
                  <a:lnTo>
                    <a:pt x="91857" y="27631"/>
                  </a:lnTo>
                  <a:lnTo>
                    <a:pt x="93017" y="28370"/>
                  </a:lnTo>
                  <a:lnTo>
                    <a:pt x="91987" y="31746"/>
                  </a:lnTo>
                  <a:lnTo>
                    <a:pt x="94145" y="31801"/>
                  </a:lnTo>
                  <a:lnTo>
                    <a:pt x="94627" y="33355"/>
                  </a:lnTo>
                  <a:lnTo>
                    <a:pt x="94747" y="32016"/>
                  </a:lnTo>
                  <a:lnTo>
                    <a:pt x="94721" y="30093"/>
                  </a:lnTo>
                  <a:lnTo>
                    <a:pt x="94892" y="28208"/>
                  </a:lnTo>
                  <a:lnTo>
                    <a:pt x="95210" y="26907"/>
                  </a:lnTo>
                  <a:lnTo>
                    <a:pt x="96726" y="27495"/>
                  </a:lnTo>
                  <a:lnTo>
                    <a:pt x="100138" y="26096"/>
                  </a:lnTo>
                  <a:lnTo>
                    <a:pt x="96002" y="25920"/>
                  </a:lnTo>
                  <a:lnTo>
                    <a:pt x="93521" y="22858"/>
                  </a:lnTo>
                  <a:lnTo>
                    <a:pt x="92142" y="22835"/>
                  </a:lnTo>
                  <a:lnTo>
                    <a:pt x="96753" y="18347"/>
                  </a:lnTo>
                  <a:lnTo>
                    <a:pt x="100970" y="15635"/>
                  </a:lnTo>
                  <a:lnTo>
                    <a:pt x="101922" y="15688"/>
                  </a:lnTo>
                  <a:lnTo>
                    <a:pt x="102382" y="16192"/>
                  </a:lnTo>
                  <a:lnTo>
                    <a:pt x="102481" y="17012"/>
                  </a:lnTo>
                  <a:lnTo>
                    <a:pt x="101572" y="17546"/>
                  </a:lnTo>
                  <a:lnTo>
                    <a:pt x="100678" y="18510"/>
                  </a:lnTo>
                  <a:lnTo>
                    <a:pt x="101089" y="19358"/>
                  </a:lnTo>
                  <a:lnTo>
                    <a:pt x="101699" y="19479"/>
                  </a:lnTo>
                  <a:lnTo>
                    <a:pt x="103725" y="18781"/>
                  </a:lnTo>
                  <a:lnTo>
                    <a:pt x="104632" y="17908"/>
                  </a:lnTo>
                  <a:lnTo>
                    <a:pt x="108951" y="17985"/>
                  </a:lnTo>
                  <a:lnTo>
                    <a:pt x="110218" y="17361"/>
                  </a:lnTo>
                  <a:lnTo>
                    <a:pt x="110523" y="16742"/>
                  </a:lnTo>
                  <a:lnTo>
                    <a:pt x="116115" y="16617"/>
                  </a:lnTo>
                  <a:lnTo>
                    <a:pt x="117140" y="16179"/>
                  </a:lnTo>
                  <a:lnTo>
                    <a:pt x="120636" y="13781"/>
                  </a:lnTo>
                  <a:lnTo>
                    <a:pt x="123868" y="10875"/>
                  </a:lnTo>
                  <a:lnTo>
                    <a:pt x="125358" y="9290"/>
                  </a:lnTo>
                  <a:lnTo>
                    <a:pt x="127912" y="5249"/>
                  </a:lnTo>
                  <a:lnTo>
                    <a:pt x="130099" y="2621"/>
                  </a:lnTo>
                  <a:lnTo>
                    <a:pt x="133702" y="0"/>
                  </a:lnTo>
                  <a:lnTo>
                    <a:pt x="134565" y="324"/>
                  </a:lnTo>
                  <a:lnTo>
                    <a:pt x="133397" y="844"/>
                  </a:lnTo>
                  <a:lnTo>
                    <a:pt x="132585" y="1953"/>
                  </a:lnTo>
                  <a:lnTo>
                    <a:pt x="133705" y="3430"/>
                  </a:lnTo>
                  <a:lnTo>
                    <a:pt x="141287" y="6478"/>
                  </a:lnTo>
                  <a:lnTo>
                    <a:pt x="143192" y="6645"/>
                  </a:lnTo>
                  <a:lnTo>
                    <a:pt x="143953" y="8468"/>
                  </a:lnTo>
                  <a:lnTo>
                    <a:pt x="143319" y="10226"/>
                  </a:lnTo>
                  <a:lnTo>
                    <a:pt x="141365" y="12181"/>
                  </a:lnTo>
                  <a:lnTo>
                    <a:pt x="137427" y="14178"/>
                  </a:lnTo>
                  <a:lnTo>
                    <a:pt x="138631" y="14934"/>
                  </a:lnTo>
                  <a:lnTo>
                    <a:pt x="139418" y="16715"/>
                  </a:lnTo>
                  <a:lnTo>
                    <a:pt x="140584" y="16931"/>
                  </a:lnTo>
                  <a:lnTo>
                    <a:pt x="142473" y="16263"/>
                  </a:lnTo>
                  <a:lnTo>
                    <a:pt x="143954" y="15168"/>
                  </a:lnTo>
                  <a:lnTo>
                    <a:pt x="147015" y="11603"/>
                  </a:lnTo>
                  <a:lnTo>
                    <a:pt x="147978" y="9616"/>
                  </a:lnTo>
                  <a:lnTo>
                    <a:pt x="148701" y="9114"/>
                  </a:lnTo>
                  <a:lnTo>
                    <a:pt x="151268" y="9592"/>
                  </a:lnTo>
                  <a:lnTo>
                    <a:pt x="152721" y="10613"/>
                  </a:lnTo>
                  <a:lnTo>
                    <a:pt x="154377" y="12427"/>
                  </a:lnTo>
                  <a:lnTo>
                    <a:pt x="153771" y="14180"/>
                  </a:lnTo>
                  <a:lnTo>
                    <a:pt x="153093" y="15169"/>
                  </a:lnTo>
                  <a:lnTo>
                    <a:pt x="155240" y="16537"/>
                  </a:lnTo>
                  <a:lnTo>
                    <a:pt x="157616" y="16823"/>
                  </a:lnTo>
                  <a:lnTo>
                    <a:pt x="159883" y="17922"/>
                  </a:lnTo>
                  <a:lnTo>
                    <a:pt x="163071" y="15670"/>
                  </a:lnTo>
                  <a:lnTo>
                    <a:pt x="165566" y="15190"/>
                  </a:lnTo>
                  <a:lnTo>
                    <a:pt x="167910" y="15265"/>
                  </a:lnTo>
                  <a:lnTo>
                    <a:pt x="170957" y="14038"/>
                  </a:lnTo>
                  <a:lnTo>
                    <a:pt x="176113" y="15709"/>
                  </a:lnTo>
                  <a:lnTo>
                    <a:pt x="177425" y="15275"/>
                  </a:lnTo>
                  <a:lnTo>
                    <a:pt x="179493" y="15563"/>
                  </a:lnTo>
                  <a:lnTo>
                    <a:pt x="181689" y="16573"/>
                  </a:lnTo>
                  <a:lnTo>
                    <a:pt x="182465" y="17650"/>
                  </a:lnTo>
                  <a:lnTo>
                    <a:pt x="180114" y="19928"/>
                  </a:lnTo>
                  <a:lnTo>
                    <a:pt x="179730" y="22281"/>
                  </a:lnTo>
                  <a:lnTo>
                    <a:pt x="180551" y="23261"/>
                  </a:lnTo>
                  <a:lnTo>
                    <a:pt x="182042" y="23430"/>
                  </a:lnTo>
                  <a:lnTo>
                    <a:pt x="182230" y="24803"/>
                  </a:lnTo>
                  <a:lnTo>
                    <a:pt x="183155" y="25147"/>
                  </a:lnTo>
                  <a:lnTo>
                    <a:pt x="187803" y="25043"/>
                  </a:lnTo>
                  <a:lnTo>
                    <a:pt x="187448" y="25696"/>
                  </a:lnTo>
                  <a:lnTo>
                    <a:pt x="187221" y="26485"/>
                  </a:lnTo>
                  <a:lnTo>
                    <a:pt x="185782" y="28236"/>
                  </a:lnTo>
                  <a:lnTo>
                    <a:pt x="194067" y="29221"/>
                  </a:lnTo>
                  <a:lnTo>
                    <a:pt x="195180" y="28250"/>
                  </a:lnTo>
                  <a:lnTo>
                    <a:pt x="196895" y="27863"/>
                  </a:lnTo>
                  <a:lnTo>
                    <a:pt x="200536" y="26527"/>
                  </a:lnTo>
                  <a:lnTo>
                    <a:pt x="201907" y="27112"/>
                  </a:lnTo>
                  <a:lnTo>
                    <a:pt x="203521" y="28478"/>
                  </a:lnTo>
                  <a:lnTo>
                    <a:pt x="205013" y="28761"/>
                  </a:lnTo>
                  <a:lnTo>
                    <a:pt x="206407" y="28484"/>
                  </a:lnTo>
                  <a:lnTo>
                    <a:pt x="209656" y="26535"/>
                  </a:lnTo>
                  <a:lnTo>
                    <a:pt x="213409" y="26439"/>
                  </a:lnTo>
                  <a:lnTo>
                    <a:pt x="214945" y="27074"/>
                  </a:lnTo>
                  <a:lnTo>
                    <a:pt x="216569" y="26797"/>
                  </a:lnTo>
                  <a:lnTo>
                    <a:pt x="221456" y="29031"/>
                  </a:lnTo>
                  <a:lnTo>
                    <a:pt x="223256" y="29293"/>
                  </a:lnTo>
                  <a:lnTo>
                    <a:pt x="225663" y="32201"/>
                  </a:lnTo>
                  <a:lnTo>
                    <a:pt x="226907" y="32287"/>
                  </a:lnTo>
                  <a:lnTo>
                    <a:pt x="228315" y="31053"/>
                  </a:lnTo>
                  <a:lnTo>
                    <a:pt x="229535" y="31091"/>
                  </a:lnTo>
                  <a:lnTo>
                    <a:pt x="230728" y="32273"/>
                  </a:lnTo>
                  <a:lnTo>
                    <a:pt x="232679" y="32633"/>
                  </a:lnTo>
                  <a:lnTo>
                    <a:pt x="233588" y="34499"/>
                  </a:lnTo>
                  <a:lnTo>
                    <a:pt x="234568" y="35176"/>
                  </a:lnTo>
                  <a:lnTo>
                    <a:pt x="241962" y="36559"/>
                  </a:lnTo>
                  <a:lnTo>
                    <a:pt x="245622" y="35929"/>
                  </a:lnTo>
                  <a:lnTo>
                    <a:pt x="250957" y="36095"/>
                  </a:lnTo>
                  <a:lnTo>
                    <a:pt x="253530" y="36978"/>
                  </a:lnTo>
                  <a:lnTo>
                    <a:pt x="256229" y="36865"/>
                  </a:lnTo>
                  <a:lnTo>
                    <a:pt x="260637" y="40090"/>
                  </a:lnTo>
                  <a:lnTo>
                    <a:pt x="262977" y="40592"/>
                  </a:lnTo>
                  <a:lnTo>
                    <a:pt x="263431" y="41338"/>
                  </a:lnTo>
                  <a:lnTo>
                    <a:pt x="270084" y="42123"/>
                  </a:lnTo>
                  <a:lnTo>
                    <a:pt x="272413" y="40442"/>
                  </a:lnTo>
                  <a:lnTo>
                    <a:pt x="276472" y="39996"/>
                  </a:lnTo>
                  <a:lnTo>
                    <a:pt x="280128" y="38582"/>
                  </a:lnTo>
                  <a:lnTo>
                    <a:pt x="282200" y="38597"/>
                  </a:lnTo>
                  <a:lnTo>
                    <a:pt x="284609" y="38949"/>
                  </a:lnTo>
                  <a:lnTo>
                    <a:pt x="285536" y="38778"/>
                  </a:lnTo>
                  <a:lnTo>
                    <a:pt x="286206" y="38160"/>
                  </a:lnTo>
                  <a:lnTo>
                    <a:pt x="292080" y="40596"/>
                  </a:lnTo>
                  <a:lnTo>
                    <a:pt x="295368" y="43382"/>
                  </a:lnTo>
                  <a:lnTo>
                    <a:pt x="296809" y="45440"/>
                  </a:lnTo>
                  <a:lnTo>
                    <a:pt x="303688" y="48380"/>
                  </a:lnTo>
                  <a:lnTo>
                    <a:pt x="305677" y="50025"/>
                  </a:lnTo>
                  <a:lnTo>
                    <a:pt x="307040" y="51837"/>
                  </a:lnTo>
                  <a:lnTo>
                    <a:pt x="307837" y="52032"/>
                  </a:lnTo>
                  <a:lnTo>
                    <a:pt x="308401" y="51503"/>
                  </a:lnTo>
                  <a:lnTo>
                    <a:pt x="310804" y="5165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3"/>
            <p:cNvSpPr/>
            <p:nvPr/>
          </p:nvSpPr>
          <p:spPr>
            <a:xfrm>
              <a:off x="4023676" y="2452247"/>
              <a:ext cx="1392" cy="2605"/>
            </a:xfrm>
            <a:custGeom>
              <a:avLst/>
              <a:pathLst>
                <a:path w="1392" h="2605">
                  <a:moveTo>
                    <a:pt x="1274" y="1331"/>
                  </a:moveTo>
                  <a:lnTo>
                    <a:pt x="966" y="2605"/>
                  </a:lnTo>
                  <a:lnTo>
                    <a:pt x="424" y="2301"/>
                  </a:lnTo>
                  <a:lnTo>
                    <a:pt x="0" y="1454"/>
                  </a:lnTo>
                  <a:lnTo>
                    <a:pt x="141" y="787"/>
                  </a:lnTo>
                  <a:lnTo>
                    <a:pt x="777" y="424"/>
                  </a:lnTo>
                  <a:lnTo>
                    <a:pt x="1109" y="6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4"/>
            <p:cNvSpPr/>
            <p:nvPr/>
          </p:nvSpPr>
          <p:spPr>
            <a:xfrm>
              <a:off x="4015525" y="2447608"/>
              <a:ext cx="3084" cy="7944"/>
            </a:xfrm>
            <a:custGeom>
              <a:avLst/>
              <a:pathLst>
                <a:path w="3084" h="7944">
                  <a:moveTo>
                    <a:pt x="2825" y="7674"/>
                  </a:moveTo>
                  <a:lnTo>
                    <a:pt x="2251" y="7944"/>
                  </a:lnTo>
                  <a:lnTo>
                    <a:pt x="1192" y="7900"/>
                  </a:lnTo>
                  <a:lnTo>
                    <a:pt x="587" y="7599"/>
                  </a:lnTo>
                  <a:lnTo>
                    <a:pt x="955" y="5199"/>
                  </a:lnTo>
                  <a:lnTo>
                    <a:pt x="924" y="4650"/>
                  </a:lnTo>
                  <a:lnTo>
                    <a:pt x="619" y="4329"/>
                  </a:lnTo>
                  <a:lnTo>
                    <a:pt x="158" y="3351"/>
                  </a:lnTo>
                  <a:lnTo>
                    <a:pt x="0" y="1900"/>
                  </a:lnTo>
                  <a:lnTo>
                    <a:pt x="179" y="562"/>
                  </a:lnTo>
                  <a:lnTo>
                    <a:pt x="515" y="0"/>
                  </a:lnTo>
                  <a:lnTo>
                    <a:pt x="730" y="92"/>
                  </a:lnTo>
                  <a:lnTo>
                    <a:pt x="1377" y="2139"/>
                  </a:lnTo>
                  <a:lnTo>
                    <a:pt x="1952" y="2737"/>
                  </a:lnTo>
                  <a:lnTo>
                    <a:pt x="3084" y="3077"/>
                  </a:lnTo>
                  <a:lnTo>
                    <a:pt x="2516" y="5096"/>
                  </a:lnTo>
                  <a:lnTo>
                    <a:pt x="2934" y="72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5"/>
            <p:cNvSpPr/>
            <p:nvPr/>
          </p:nvSpPr>
          <p:spPr>
            <a:xfrm>
              <a:off x="3843077" y="2287952"/>
              <a:ext cx="197492" cy="247714"/>
            </a:xfrm>
            <a:custGeom>
              <a:avLst/>
              <a:pathLst>
                <a:path w="197492" h="247714">
                  <a:moveTo>
                    <a:pt x="172288" y="97709"/>
                  </a:moveTo>
                  <a:lnTo>
                    <a:pt x="172659" y="97181"/>
                  </a:lnTo>
                  <a:lnTo>
                    <a:pt x="173315" y="96646"/>
                  </a:lnTo>
                  <a:lnTo>
                    <a:pt x="174396" y="97670"/>
                  </a:lnTo>
                  <a:lnTo>
                    <a:pt x="175348" y="98957"/>
                  </a:lnTo>
                  <a:lnTo>
                    <a:pt x="175574" y="99553"/>
                  </a:lnTo>
                  <a:lnTo>
                    <a:pt x="175530" y="100244"/>
                  </a:lnTo>
                  <a:lnTo>
                    <a:pt x="173271" y="102759"/>
                  </a:lnTo>
                  <a:lnTo>
                    <a:pt x="171869" y="103935"/>
                  </a:lnTo>
                  <a:lnTo>
                    <a:pt x="171250" y="104147"/>
                  </a:lnTo>
                  <a:lnTo>
                    <a:pt x="171081" y="104477"/>
                  </a:lnTo>
                  <a:lnTo>
                    <a:pt x="170637" y="107343"/>
                  </a:lnTo>
                  <a:lnTo>
                    <a:pt x="169767" y="107858"/>
                  </a:lnTo>
                  <a:lnTo>
                    <a:pt x="168652" y="108737"/>
                  </a:lnTo>
                  <a:lnTo>
                    <a:pt x="167870" y="110057"/>
                  </a:lnTo>
                  <a:lnTo>
                    <a:pt x="166628" y="113182"/>
                  </a:lnTo>
                  <a:lnTo>
                    <a:pt x="163475" y="117721"/>
                  </a:lnTo>
                  <a:lnTo>
                    <a:pt x="163429" y="118650"/>
                  </a:lnTo>
                  <a:lnTo>
                    <a:pt x="163704" y="119405"/>
                  </a:lnTo>
                  <a:lnTo>
                    <a:pt x="164730" y="119926"/>
                  </a:lnTo>
                  <a:lnTo>
                    <a:pt x="166085" y="121322"/>
                  </a:lnTo>
                  <a:lnTo>
                    <a:pt x="166817" y="122413"/>
                  </a:lnTo>
                  <a:lnTo>
                    <a:pt x="168825" y="121003"/>
                  </a:lnTo>
                  <a:lnTo>
                    <a:pt x="169320" y="121315"/>
                  </a:lnTo>
                  <a:lnTo>
                    <a:pt x="169843" y="122771"/>
                  </a:lnTo>
                  <a:lnTo>
                    <a:pt x="170396" y="126850"/>
                  </a:lnTo>
                  <a:lnTo>
                    <a:pt x="171294" y="127961"/>
                  </a:lnTo>
                  <a:lnTo>
                    <a:pt x="172470" y="128815"/>
                  </a:lnTo>
                  <a:lnTo>
                    <a:pt x="173199" y="129093"/>
                  </a:lnTo>
                  <a:lnTo>
                    <a:pt x="174175" y="130096"/>
                  </a:lnTo>
                  <a:lnTo>
                    <a:pt x="175472" y="130471"/>
                  </a:lnTo>
                  <a:lnTo>
                    <a:pt x="176339" y="130100"/>
                  </a:lnTo>
                  <a:lnTo>
                    <a:pt x="177424" y="130960"/>
                  </a:lnTo>
                  <a:lnTo>
                    <a:pt x="177600" y="130587"/>
                  </a:lnTo>
                  <a:lnTo>
                    <a:pt x="177744" y="124504"/>
                  </a:lnTo>
                  <a:lnTo>
                    <a:pt x="178654" y="125521"/>
                  </a:lnTo>
                  <a:lnTo>
                    <a:pt x="179179" y="125504"/>
                  </a:lnTo>
                  <a:lnTo>
                    <a:pt x="179639" y="124759"/>
                  </a:lnTo>
                  <a:lnTo>
                    <a:pt x="179877" y="123749"/>
                  </a:lnTo>
                  <a:lnTo>
                    <a:pt x="180031" y="121739"/>
                  </a:lnTo>
                  <a:lnTo>
                    <a:pt x="179831" y="119735"/>
                  </a:lnTo>
                  <a:lnTo>
                    <a:pt x="180237" y="118822"/>
                  </a:lnTo>
                  <a:lnTo>
                    <a:pt x="180552" y="118614"/>
                  </a:lnTo>
                  <a:lnTo>
                    <a:pt x="180785" y="118856"/>
                  </a:lnTo>
                  <a:lnTo>
                    <a:pt x="180924" y="119372"/>
                  </a:lnTo>
                  <a:lnTo>
                    <a:pt x="180964" y="121191"/>
                  </a:lnTo>
                  <a:lnTo>
                    <a:pt x="181620" y="121959"/>
                  </a:lnTo>
                  <a:lnTo>
                    <a:pt x="182020" y="122399"/>
                  </a:lnTo>
                  <a:lnTo>
                    <a:pt x="182403" y="123938"/>
                  </a:lnTo>
                  <a:lnTo>
                    <a:pt x="182774" y="125405"/>
                  </a:lnTo>
                  <a:lnTo>
                    <a:pt x="183011" y="128844"/>
                  </a:lnTo>
                  <a:lnTo>
                    <a:pt x="183931" y="129079"/>
                  </a:lnTo>
                  <a:lnTo>
                    <a:pt x="185012" y="129738"/>
                  </a:lnTo>
                  <a:lnTo>
                    <a:pt x="185737" y="129093"/>
                  </a:lnTo>
                  <a:lnTo>
                    <a:pt x="186299" y="129473"/>
                  </a:lnTo>
                  <a:lnTo>
                    <a:pt x="186491" y="131106"/>
                  </a:lnTo>
                  <a:lnTo>
                    <a:pt x="186487" y="132631"/>
                  </a:lnTo>
                  <a:lnTo>
                    <a:pt x="186564" y="133840"/>
                  </a:lnTo>
                  <a:lnTo>
                    <a:pt x="186860" y="134185"/>
                  </a:lnTo>
                  <a:lnTo>
                    <a:pt x="187802" y="133426"/>
                  </a:lnTo>
                  <a:lnTo>
                    <a:pt x="188598" y="133322"/>
                  </a:lnTo>
                  <a:lnTo>
                    <a:pt x="189326" y="134047"/>
                  </a:lnTo>
                  <a:lnTo>
                    <a:pt x="190231" y="135147"/>
                  </a:lnTo>
                  <a:lnTo>
                    <a:pt x="191548" y="138040"/>
                  </a:lnTo>
                  <a:lnTo>
                    <a:pt x="191984" y="138450"/>
                  </a:lnTo>
                  <a:lnTo>
                    <a:pt x="193971" y="138680"/>
                  </a:lnTo>
                  <a:lnTo>
                    <a:pt x="194381" y="139265"/>
                  </a:lnTo>
                  <a:lnTo>
                    <a:pt x="195065" y="139262"/>
                  </a:lnTo>
                  <a:lnTo>
                    <a:pt x="195802" y="138740"/>
                  </a:lnTo>
                  <a:lnTo>
                    <a:pt x="197437" y="139674"/>
                  </a:lnTo>
                  <a:lnTo>
                    <a:pt x="197492" y="140202"/>
                  </a:lnTo>
                  <a:lnTo>
                    <a:pt x="197216" y="140929"/>
                  </a:lnTo>
                  <a:lnTo>
                    <a:pt x="193314" y="144937"/>
                  </a:lnTo>
                  <a:lnTo>
                    <a:pt x="193026" y="146169"/>
                  </a:lnTo>
                  <a:lnTo>
                    <a:pt x="192229" y="147738"/>
                  </a:lnTo>
                  <a:lnTo>
                    <a:pt x="191360" y="148629"/>
                  </a:lnTo>
                  <a:lnTo>
                    <a:pt x="190939" y="148661"/>
                  </a:lnTo>
                  <a:lnTo>
                    <a:pt x="189035" y="147074"/>
                  </a:lnTo>
                  <a:lnTo>
                    <a:pt x="188811" y="147456"/>
                  </a:lnTo>
                  <a:lnTo>
                    <a:pt x="188655" y="148097"/>
                  </a:lnTo>
                  <a:lnTo>
                    <a:pt x="188663" y="148798"/>
                  </a:lnTo>
                  <a:lnTo>
                    <a:pt x="189080" y="150472"/>
                  </a:lnTo>
                  <a:lnTo>
                    <a:pt x="188888" y="151526"/>
                  </a:lnTo>
                  <a:lnTo>
                    <a:pt x="188525" y="152287"/>
                  </a:lnTo>
                  <a:lnTo>
                    <a:pt x="187331" y="151620"/>
                  </a:lnTo>
                  <a:lnTo>
                    <a:pt x="187109" y="151195"/>
                  </a:lnTo>
                  <a:lnTo>
                    <a:pt x="187088" y="150728"/>
                  </a:lnTo>
                  <a:lnTo>
                    <a:pt x="186628" y="150727"/>
                  </a:lnTo>
                  <a:lnTo>
                    <a:pt x="185919" y="151195"/>
                  </a:lnTo>
                  <a:lnTo>
                    <a:pt x="184553" y="154087"/>
                  </a:lnTo>
                  <a:lnTo>
                    <a:pt x="184076" y="155601"/>
                  </a:lnTo>
                  <a:lnTo>
                    <a:pt x="183898" y="156514"/>
                  </a:lnTo>
                  <a:lnTo>
                    <a:pt x="183289" y="157035"/>
                  </a:lnTo>
                  <a:lnTo>
                    <a:pt x="182629" y="157231"/>
                  </a:lnTo>
                  <a:lnTo>
                    <a:pt x="181792" y="158599"/>
                  </a:lnTo>
                  <a:lnTo>
                    <a:pt x="180869" y="159654"/>
                  </a:lnTo>
                  <a:lnTo>
                    <a:pt x="180574" y="158878"/>
                  </a:lnTo>
                  <a:lnTo>
                    <a:pt x="180391" y="158009"/>
                  </a:lnTo>
                  <a:lnTo>
                    <a:pt x="180149" y="157739"/>
                  </a:lnTo>
                  <a:lnTo>
                    <a:pt x="179580" y="157943"/>
                  </a:lnTo>
                  <a:lnTo>
                    <a:pt x="178889" y="157980"/>
                  </a:lnTo>
                  <a:lnTo>
                    <a:pt x="178164" y="157005"/>
                  </a:lnTo>
                  <a:lnTo>
                    <a:pt x="177229" y="156024"/>
                  </a:lnTo>
                  <a:lnTo>
                    <a:pt x="176407" y="155677"/>
                  </a:lnTo>
                  <a:lnTo>
                    <a:pt x="173988" y="156140"/>
                  </a:lnTo>
                  <a:lnTo>
                    <a:pt x="172792" y="156624"/>
                  </a:lnTo>
                  <a:lnTo>
                    <a:pt x="172417" y="157097"/>
                  </a:lnTo>
                  <a:lnTo>
                    <a:pt x="171743" y="157224"/>
                  </a:lnTo>
                  <a:lnTo>
                    <a:pt x="168908" y="158211"/>
                  </a:lnTo>
                  <a:lnTo>
                    <a:pt x="168329" y="157827"/>
                  </a:lnTo>
                  <a:lnTo>
                    <a:pt x="167904" y="156262"/>
                  </a:lnTo>
                  <a:lnTo>
                    <a:pt x="167533" y="154566"/>
                  </a:lnTo>
                  <a:lnTo>
                    <a:pt x="166800" y="153950"/>
                  </a:lnTo>
                  <a:lnTo>
                    <a:pt x="165975" y="153477"/>
                  </a:lnTo>
                  <a:lnTo>
                    <a:pt x="165668" y="152805"/>
                  </a:lnTo>
                  <a:lnTo>
                    <a:pt x="165647" y="151981"/>
                  </a:lnTo>
                  <a:lnTo>
                    <a:pt x="165732" y="151176"/>
                  </a:lnTo>
                  <a:lnTo>
                    <a:pt x="165795" y="150754"/>
                  </a:lnTo>
                  <a:lnTo>
                    <a:pt x="167708" y="147525"/>
                  </a:lnTo>
                  <a:lnTo>
                    <a:pt x="169429" y="144618"/>
                  </a:lnTo>
                  <a:lnTo>
                    <a:pt x="169586" y="144384"/>
                  </a:lnTo>
                  <a:lnTo>
                    <a:pt x="169742" y="143832"/>
                  </a:lnTo>
                  <a:lnTo>
                    <a:pt x="170036" y="142828"/>
                  </a:lnTo>
                  <a:lnTo>
                    <a:pt x="170034" y="142301"/>
                  </a:lnTo>
                  <a:lnTo>
                    <a:pt x="168748" y="141150"/>
                  </a:lnTo>
                  <a:lnTo>
                    <a:pt x="168697" y="140617"/>
                  </a:lnTo>
                  <a:lnTo>
                    <a:pt x="168957" y="140070"/>
                  </a:lnTo>
                  <a:lnTo>
                    <a:pt x="168957" y="139345"/>
                  </a:lnTo>
                  <a:lnTo>
                    <a:pt x="168046" y="137222"/>
                  </a:lnTo>
                  <a:lnTo>
                    <a:pt x="166473" y="133914"/>
                  </a:lnTo>
                  <a:lnTo>
                    <a:pt x="166018" y="133569"/>
                  </a:lnTo>
                  <a:lnTo>
                    <a:pt x="165681" y="133790"/>
                  </a:lnTo>
                  <a:lnTo>
                    <a:pt x="165063" y="136993"/>
                  </a:lnTo>
                  <a:lnTo>
                    <a:pt x="164754" y="137806"/>
                  </a:lnTo>
                  <a:lnTo>
                    <a:pt x="162961" y="139913"/>
                  </a:lnTo>
                  <a:lnTo>
                    <a:pt x="161457" y="141360"/>
                  </a:lnTo>
                  <a:lnTo>
                    <a:pt x="158783" y="143936"/>
                  </a:lnTo>
                  <a:lnTo>
                    <a:pt x="158088" y="144742"/>
                  </a:lnTo>
                  <a:lnTo>
                    <a:pt x="157604" y="144595"/>
                  </a:lnTo>
                  <a:lnTo>
                    <a:pt x="157116" y="144090"/>
                  </a:lnTo>
                  <a:lnTo>
                    <a:pt x="155618" y="141489"/>
                  </a:lnTo>
                  <a:lnTo>
                    <a:pt x="154647" y="140600"/>
                  </a:lnTo>
                  <a:lnTo>
                    <a:pt x="153995" y="141480"/>
                  </a:lnTo>
                  <a:lnTo>
                    <a:pt x="153444" y="142764"/>
                  </a:lnTo>
                  <a:lnTo>
                    <a:pt x="153497" y="145399"/>
                  </a:lnTo>
                  <a:lnTo>
                    <a:pt x="152876" y="146791"/>
                  </a:lnTo>
                  <a:lnTo>
                    <a:pt x="152258" y="147414"/>
                  </a:lnTo>
                  <a:lnTo>
                    <a:pt x="153385" y="154481"/>
                  </a:lnTo>
                  <a:lnTo>
                    <a:pt x="153272" y="155392"/>
                  </a:lnTo>
                  <a:lnTo>
                    <a:pt x="152411" y="155641"/>
                  </a:lnTo>
                  <a:lnTo>
                    <a:pt x="153048" y="158302"/>
                  </a:lnTo>
                  <a:lnTo>
                    <a:pt x="152512" y="158612"/>
                  </a:lnTo>
                  <a:lnTo>
                    <a:pt x="151154" y="157987"/>
                  </a:lnTo>
                  <a:lnTo>
                    <a:pt x="149329" y="157578"/>
                  </a:lnTo>
                  <a:lnTo>
                    <a:pt x="145886" y="158758"/>
                  </a:lnTo>
                  <a:lnTo>
                    <a:pt x="145634" y="159218"/>
                  </a:lnTo>
                  <a:lnTo>
                    <a:pt x="145539" y="159804"/>
                  </a:lnTo>
                  <a:lnTo>
                    <a:pt x="145738" y="160338"/>
                  </a:lnTo>
                  <a:lnTo>
                    <a:pt x="147405" y="160400"/>
                  </a:lnTo>
                  <a:lnTo>
                    <a:pt x="149042" y="160127"/>
                  </a:lnTo>
                  <a:lnTo>
                    <a:pt x="149493" y="160622"/>
                  </a:lnTo>
                  <a:lnTo>
                    <a:pt x="149563" y="161498"/>
                  </a:lnTo>
                  <a:lnTo>
                    <a:pt x="149374" y="162047"/>
                  </a:lnTo>
                  <a:lnTo>
                    <a:pt x="148831" y="162140"/>
                  </a:lnTo>
                  <a:lnTo>
                    <a:pt x="147636" y="162668"/>
                  </a:lnTo>
                  <a:lnTo>
                    <a:pt x="147499" y="163225"/>
                  </a:lnTo>
                  <a:lnTo>
                    <a:pt x="147461" y="163761"/>
                  </a:lnTo>
                  <a:lnTo>
                    <a:pt x="147864" y="165314"/>
                  </a:lnTo>
                  <a:lnTo>
                    <a:pt x="148318" y="166302"/>
                  </a:lnTo>
                  <a:lnTo>
                    <a:pt x="148374" y="166890"/>
                  </a:lnTo>
                  <a:lnTo>
                    <a:pt x="148184" y="167377"/>
                  </a:lnTo>
                  <a:lnTo>
                    <a:pt x="147956" y="167573"/>
                  </a:lnTo>
                  <a:lnTo>
                    <a:pt x="147556" y="166841"/>
                  </a:lnTo>
                  <a:lnTo>
                    <a:pt x="147327" y="166986"/>
                  </a:lnTo>
                  <a:lnTo>
                    <a:pt x="147214" y="167647"/>
                  </a:lnTo>
                  <a:lnTo>
                    <a:pt x="147101" y="168423"/>
                  </a:lnTo>
                  <a:lnTo>
                    <a:pt x="146837" y="168995"/>
                  </a:lnTo>
                  <a:lnTo>
                    <a:pt x="146281" y="168697"/>
                  </a:lnTo>
                  <a:lnTo>
                    <a:pt x="145729" y="168917"/>
                  </a:lnTo>
                  <a:lnTo>
                    <a:pt x="145400" y="171742"/>
                  </a:lnTo>
                  <a:lnTo>
                    <a:pt x="145121" y="174942"/>
                  </a:lnTo>
                  <a:lnTo>
                    <a:pt x="144210" y="177075"/>
                  </a:lnTo>
                  <a:lnTo>
                    <a:pt x="143708" y="177845"/>
                  </a:lnTo>
                  <a:lnTo>
                    <a:pt x="142968" y="178077"/>
                  </a:lnTo>
                  <a:lnTo>
                    <a:pt x="141863" y="177816"/>
                  </a:lnTo>
                  <a:lnTo>
                    <a:pt x="141195" y="177503"/>
                  </a:lnTo>
                  <a:lnTo>
                    <a:pt x="139264" y="177034"/>
                  </a:lnTo>
                  <a:lnTo>
                    <a:pt x="137324" y="176158"/>
                  </a:lnTo>
                  <a:lnTo>
                    <a:pt x="135143" y="175343"/>
                  </a:lnTo>
                  <a:lnTo>
                    <a:pt x="133111" y="177227"/>
                  </a:lnTo>
                  <a:lnTo>
                    <a:pt x="132527" y="178376"/>
                  </a:lnTo>
                  <a:lnTo>
                    <a:pt x="132157" y="179449"/>
                  </a:lnTo>
                  <a:lnTo>
                    <a:pt x="131772" y="179947"/>
                  </a:lnTo>
                  <a:lnTo>
                    <a:pt x="130891" y="186551"/>
                  </a:lnTo>
                  <a:lnTo>
                    <a:pt x="130984" y="187301"/>
                  </a:lnTo>
                  <a:lnTo>
                    <a:pt x="131476" y="187893"/>
                  </a:lnTo>
                  <a:lnTo>
                    <a:pt x="133963" y="189263"/>
                  </a:lnTo>
                  <a:lnTo>
                    <a:pt x="134329" y="189832"/>
                  </a:lnTo>
                  <a:lnTo>
                    <a:pt x="134547" y="190478"/>
                  </a:lnTo>
                  <a:lnTo>
                    <a:pt x="134654" y="193453"/>
                  </a:lnTo>
                  <a:lnTo>
                    <a:pt x="134860" y="193863"/>
                  </a:lnTo>
                  <a:lnTo>
                    <a:pt x="135713" y="194230"/>
                  </a:lnTo>
                  <a:lnTo>
                    <a:pt x="136945" y="194206"/>
                  </a:lnTo>
                  <a:lnTo>
                    <a:pt x="137911" y="193914"/>
                  </a:lnTo>
                  <a:lnTo>
                    <a:pt x="138886" y="194189"/>
                  </a:lnTo>
                  <a:lnTo>
                    <a:pt x="139567" y="194827"/>
                  </a:lnTo>
                  <a:lnTo>
                    <a:pt x="139901" y="195843"/>
                  </a:lnTo>
                  <a:lnTo>
                    <a:pt x="140085" y="196936"/>
                  </a:lnTo>
                  <a:lnTo>
                    <a:pt x="138927" y="203477"/>
                  </a:lnTo>
                  <a:lnTo>
                    <a:pt x="139020" y="205852"/>
                  </a:lnTo>
                  <a:lnTo>
                    <a:pt x="139380" y="209261"/>
                  </a:lnTo>
                  <a:lnTo>
                    <a:pt x="140035" y="211933"/>
                  </a:lnTo>
                  <a:lnTo>
                    <a:pt x="141269" y="214550"/>
                  </a:lnTo>
                  <a:lnTo>
                    <a:pt x="142209" y="216227"/>
                  </a:lnTo>
                  <a:lnTo>
                    <a:pt x="142407" y="217018"/>
                  </a:lnTo>
                  <a:lnTo>
                    <a:pt x="142456" y="218244"/>
                  </a:lnTo>
                  <a:lnTo>
                    <a:pt x="142303" y="219802"/>
                  </a:lnTo>
                  <a:lnTo>
                    <a:pt x="141760" y="222281"/>
                  </a:lnTo>
                  <a:lnTo>
                    <a:pt x="141098" y="224445"/>
                  </a:lnTo>
                  <a:lnTo>
                    <a:pt x="140379" y="225369"/>
                  </a:lnTo>
                  <a:lnTo>
                    <a:pt x="139384" y="228116"/>
                  </a:lnTo>
                  <a:lnTo>
                    <a:pt x="138502" y="231499"/>
                  </a:lnTo>
                  <a:lnTo>
                    <a:pt x="136806" y="235939"/>
                  </a:lnTo>
                  <a:lnTo>
                    <a:pt x="136240" y="238412"/>
                  </a:lnTo>
                  <a:lnTo>
                    <a:pt x="136052" y="245564"/>
                  </a:lnTo>
                  <a:lnTo>
                    <a:pt x="135602" y="247714"/>
                  </a:lnTo>
                  <a:lnTo>
                    <a:pt x="135533" y="246898"/>
                  </a:lnTo>
                  <a:lnTo>
                    <a:pt x="134924" y="246088"/>
                  </a:lnTo>
                  <a:lnTo>
                    <a:pt x="133858" y="246228"/>
                  </a:lnTo>
                  <a:lnTo>
                    <a:pt x="133157" y="245839"/>
                  </a:lnTo>
                  <a:lnTo>
                    <a:pt x="132821" y="244923"/>
                  </a:lnTo>
                  <a:lnTo>
                    <a:pt x="131951" y="245179"/>
                  </a:lnTo>
                  <a:lnTo>
                    <a:pt x="130547" y="246610"/>
                  </a:lnTo>
                  <a:lnTo>
                    <a:pt x="129118" y="245852"/>
                  </a:lnTo>
                  <a:lnTo>
                    <a:pt x="127660" y="242909"/>
                  </a:lnTo>
                  <a:lnTo>
                    <a:pt x="124885" y="241831"/>
                  </a:lnTo>
                  <a:lnTo>
                    <a:pt x="121370" y="242505"/>
                  </a:lnTo>
                  <a:lnTo>
                    <a:pt x="121237" y="239249"/>
                  </a:lnTo>
                  <a:lnTo>
                    <a:pt x="121244" y="235098"/>
                  </a:lnTo>
                  <a:lnTo>
                    <a:pt x="121408" y="229585"/>
                  </a:lnTo>
                  <a:lnTo>
                    <a:pt x="122602" y="225262"/>
                  </a:lnTo>
                  <a:lnTo>
                    <a:pt x="122568" y="224440"/>
                  </a:lnTo>
                  <a:lnTo>
                    <a:pt x="122337" y="223646"/>
                  </a:lnTo>
                  <a:lnTo>
                    <a:pt x="121971" y="222935"/>
                  </a:lnTo>
                  <a:lnTo>
                    <a:pt x="119845" y="221749"/>
                  </a:lnTo>
                  <a:lnTo>
                    <a:pt x="119219" y="221121"/>
                  </a:lnTo>
                  <a:lnTo>
                    <a:pt x="118394" y="219765"/>
                  </a:lnTo>
                  <a:lnTo>
                    <a:pt x="117353" y="218328"/>
                  </a:lnTo>
                  <a:lnTo>
                    <a:pt x="116451" y="217339"/>
                  </a:lnTo>
                  <a:lnTo>
                    <a:pt x="115028" y="216037"/>
                  </a:lnTo>
                  <a:lnTo>
                    <a:pt x="113716" y="215312"/>
                  </a:lnTo>
                  <a:lnTo>
                    <a:pt x="112946" y="215865"/>
                  </a:lnTo>
                  <a:lnTo>
                    <a:pt x="112236" y="216565"/>
                  </a:lnTo>
                  <a:lnTo>
                    <a:pt x="111573" y="216583"/>
                  </a:lnTo>
                  <a:lnTo>
                    <a:pt x="110905" y="216204"/>
                  </a:lnTo>
                  <a:lnTo>
                    <a:pt x="108451" y="212946"/>
                  </a:lnTo>
                  <a:lnTo>
                    <a:pt x="104734" y="207313"/>
                  </a:lnTo>
                  <a:lnTo>
                    <a:pt x="101789" y="203383"/>
                  </a:lnTo>
                  <a:lnTo>
                    <a:pt x="99939" y="201504"/>
                  </a:lnTo>
                  <a:lnTo>
                    <a:pt x="99500" y="200901"/>
                  </a:lnTo>
                  <a:lnTo>
                    <a:pt x="98462" y="199135"/>
                  </a:lnTo>
                  <a:lnTo>
                    <a:pt x="95911" y="194375"/>
                  </a:lnTo>
                  <a:lnTo>
                    <a:pt x="94217" y="195075"/>
                  </a:lnTo>
                  <a:lnTo>
                    <a:pt x="91798" y="191980"/>
                  </a:lnTo>
                  <a:lnTo>
                    <a:pt x="89624" y="188960"/>
                  </a:lnTo>
                  <a:lnTo>
                    <a:pt x="89131" y="188145"/>
                  </a:lnTo>
                  <a:lnTo>
                    <a:pt x="86659" y="182562"/>
                  </a:lnTo>
                  <a:lnTo>
                    <a:pt x="84195" y="178944"/>
                  </a:lnTo>
                  <a:lnTo>
                    <a:pt x="81504" y="174995"/>
                  </a:lnTo>
                  <a:lnTo>
                    <a:pt x="79764" y="172524"/>
                  </a:lnTo>
                  <a:lnTo>
                    <a:pt x="76816" y="168337"/>
                  </a:lnTo>
                  <a:lnTo>
                    <a:pt x="75375" y="165807"/>
                  </a:lnTo>
                  <a:lnTo>
                    <a:pt x="74888" y="164875"/>
                  </a:lnTo>
                  <a:lnTo>
                    <a:pt x="74410" y="163085"/>
                  </a:lnTo>
                  <a:lnTo>
                    <a:pt x="73643" y="154343"/>
                  </a:lnTo>
                  <a:lnTo>
                    <a:pt x="72758" y="150342"/>
                  </a:lnTo>
                  <a:lnTo>
                    <a:pt x="71497" y="148163"/>
                  </a:lnTo>
                  <a:lnTo>
                    <a:pt x="70421" y="143965"/>
                  </a:lnTo>
                  <a:lnTo>
                    <a:pt x="69530" y="137744"/>
                  </a:lnTo>
                  <a:lnTo>
                    <a:pt x="68793" y="133702"/>
                  </a:lnTo>
                  <a:lnTo>
                    <a:pt x="68209" y="131838"/>
                  </a:lnTo>
                  <a:lnTo>
                    <a:pt x="67025" y="129777"/>
                  </a:lnTo>
                  <a:lnTo>
                    <a:pt x="65237" y="127519"/>
                  </a:lnTo>
                  <a:lnTo>
                    <a:pt x="63539" y="126449"/>
                  </a:lnTo>
                  <a:lnTo>
                    <a:pt x="62925" y="126492"/>
                  </a:lnTo>
                  <a:lnTo>
                    <a:pt x="62623" y="126772"/>
                  </a:lnTo>
                  <a:lnTo>
                    <a:pt x="62279" y="127156"/>
                  </a:lnTo>
                  <a:lnTo>
                    <a:pt x="61605" y="128841"/>
                  </a:lnTo>
                  <a:lnTo>
                    <a:pt x="60609" y="129015"/>
                  </a:lnTo>
                  <a:lnTo>
                    <a:pt x="59883" y="128975"/>
                  </a:lnTo>
                  <a:lnTo>
                    <a:pt x="59200" y="128375"/>
                  </a:lnTo>
                  <a:lnTo>
                    <a:pt x="57051" y="127839"/>
                  </a:lnTo>
                  <a:lnTo>
                    <a:pt x="56291" y="127258"/>
                  </a:lnTo>
                  <a:lnTo>
                    <a:pt x="54999" y="127345"/>
                  </a:lnTo>
                  <a:lnTo>
                    <a:pt x="52222" y="128219"/>
                  </a:lnTo>
                  <a:lnTo>
                    <a:pt x="51548" y="128057"/>
                  </a:lnTo>
                  <a:lnTo>
                    <a:pt x="48613" y="124294"/>
                  </a:lnTo>
                  <a:lnTo>
                    <a:pt x="47343" y="122804"/>
                  </a:lnTo>
                  <a:lnTo>
                    <a:pt x="47087" y="121979"/>
                  </a:lnTo>
                  <a:lnTo>
                    <a:pt x="47103" y="120534"/>
                  </a:lnTo>
                  <a:lnTo>
                    <a:pt x="47532" y="118496"/>
                  </a:lnTo>
                  <a:lnTo>
                    <a:pt x="47900" y="117050"/>
                  </a:lnTo>
                  <a:lnTo>
                    <a:pt x="47739" y="115548"/>
                  </a:lnTo>
                  <a:lnTo>
                    <a:pt x="47181" y="113906"/>
                  </a:lnTo>
                  <a:lnTo>
                    <a:pt x="47181" y="112159"/>
                  </a:lnTo>
                  <a:lnTo>
                    <a:pt x="47561" y="111183"/>
                  </a:lnTo>
                  <a:lnTo>
                    <a:pt x="48341" y="111491"/>
                  </a:lnTo>
                  <a:lnTo>
                    <a:pt x="48622" y="110875"/>
                  </a:lnTo>
                  <a:lnTo>
                    <a:pt x="48522" y="109950"/>
                  </a:lnTo>
                  <a:lnTo>
                    <a:pt x="48102" y="109282"/>
                  </a:lnTo>
                  <a:lnTo>
                    <a:pt x="47542" y="107793"/>
                  </a:lnTo>
                  <a:lnTo>
                    <a:pt x="45881" y="106405"/>
                  </a:lnTo>
                  <a:lnTo>
                    <a:pt x="45642" y="105839"/>
                  </a:lnTo>
                  <a:lnTo>
                    <a:pt x="45728" y="105193"/>
                  </a:lnTo>
                  <a:lnTo>
                    <a:pt x="46014" y="104502"/>
                  </a:lnTo>
                  <a:lnTo>
                    <a:pt x="46072" y="103046"/>
                  </a:lnTo>
                  <a:lnTo>
                    <a:pt x="46100" y="101165"/>
                  </a:lnTo>
                  <a:lnTo>
                    <a:pt x="46321" y="100189"/>
                  </a:lnTo>
                  <a:lnTo>
                    <a:pt x="46381" y="99419"/>
                  </a:lnTo>
                  <a:lnTo>
                    <a:pt x="46141" y="98801"/>
                  </a:lnTo>
                  <a:lnTo>
                    <a:pt x="45581" y="98083"/>
                  </a:lnTo>
                  <a:lnTo>
                    <a:pt x="44681" y="96335"/>
                  </a:lnTo>
                  <a:lnTo>
                    <a:pt x="43580" y="96147"/>
                  </a:lnTo>
                  <a:lnTo>
                    <a:pt x="39994" y="96207"/>
                  </a:lnTo>
                  <a:lnTo>
                    <a:pt x="38881" y="95504"/>
                  </a:lnTo>
                  <a:lnTo>
                    <a:pt x="37986" y="94533"/>
                  </a:lnTo>
                  <a:lnTo>
                    <a:pt x="37095" y="90824"/>
                  </a:lnTo>
                  <a:lnTo>
                    <a:pt x="36640" y="89945"/>
                  </a:lnTo>
                  <a:lnTo>
                    <a:pt x="36221" y="89580"/>
                  </a:lnTo>
                  <a:lnTo>
                    <a:pt x="35216" y="89452"/>
                  </a:lnTo>
                  <a:lnTo>
                    <a:pt x="34008" y="89092"/>
                  </a:lnTo>
                  <a:lnTo>
                    <a:pt x="33387" y="88466"/>
                  </a:lnTo>
                  <a:lnTo>
                    <a:pt x="31696" y="85077"/>
                  </a:lnTo>
                  <a:lnTo>
                    <a:pt x="30074" y="82054"/>
                  </a:lnTo>
                  <a:lnTo>
                    <a:pt x="29421" y="84907"/>
                  </a:lnTo>
                  <a:lnTo>
                    <a:pt x="28787" y="85471"/>
                  </a:lnTo>
                  <a:lnTo>
                    <a:pt x="27359" y="85208"/>
                  </a:lnTo>
                  <a:lnTo>
                    <a:pt x="26284" y="84725"/>
                  </a:lnTo>
                  <a:lnTo>
                    <a:pt x="25671" y="85368"/>
                  </a:lnTo>
                  <a:lnTo>
                    <a:pt x="25040" y="86498"/>
                  </a:lnTo>
                  <a:lnTo>
                    <a:pt x="25160" y="87240"/>
                  </a:lnTo>
                  <a:lnTo>
                    <a:pt x="25644" y="88026"/>
                  </a:lnTo>
                  <a:lnTo>
                    <a:pt x="26617" y="89476"/>
                  </a:lnTo>
                  <a:lnTo>
                    <a:pt x="28108" y="93040"/>
                  </a:lnTo>
                  <a:lnTo>
                    <a:pt x="28784" y="95007"/>
                  </a:lnTo>
                  <a:lnTo>
                    <a:pt x="28886" y="95695"/>
                  </a:lnTo>
                  <a:lnTo>
                    <a:pt x="28755" y="96211"/>
                  </a:lnTo>
                  <a:lnTo>
                    <a:pt x="28555" y="96435"/>
                  </a:lnTo>
                  <a:lnTo>
                    <a:pt x="28261" y="96426"/>
                  </a:lnTo>
                  <a:lnTo>
                    <a:pt x="27865" y="96415"/>
                  </a:lnTo>
                  <a:lnTo>
                    <a:pt x="27636" y="95825"/>
                  </a:lnTo>
                  <a:lnTo>
                    <a:pt x="27559" y="94810"/>
                  </a:lnTo>
                  <a:lnTo>
                    <a:pt x="27061" y="93269"/>
                  </a:lnTo>
                  <a:lnTo>
                    <a:pt x="26551" y="92385"/>
                  </a:lnTo>
                  <a:lnTo>
                    <a:pt x="25989" y="91828"/>
                  </a:lnTo>
                  <a:lnTo>
                    <a:pt x="25201" y="91418"/>
                  </a:lnTo>
                  <a:lnTo>
                    <a:pt x="24164" y="90681"/>
                  </a:lnTo>
                  <a:lnTo>
                    <a:pt x="23628" y="90648"/>
                  </a:lnTo>
                  <a:lnTo>
                    <a:pt x="23106" y="91500"/>
                  </a:lnTo>
                  <a:lnTo>
                    <a:pt x="22671" y="92646"/>
                  </a:lnTo>
                  <a:lnTo>
                    <a:pt x="22414" y="95152"/>
                  </a:lnTo>
                  <a:lnTo>
                    <a:pt x="21638" y="98230"/>
                  </a:lnTo>
                  <a:lnTo>
                    <a:pt x="21158" y="99448"/>
                  </a:lnTo>
                  <a:lnTo>
                    <a:pt x="19683" y="100188"/>
                  </a:lnTo>
                  <a:lnTo>
                    <a:pt x="16180" y="100439"/>
                  </a:lnTo>
                  <a:lnTo>
                    <a:pt x="15132" y="101400"/>
                  </a:lnTo>
                  <a:lnTo>
                    <a:pt x="14421" y="102561"/>
                  </a:lnTo>
                  <a:lnTo>
                    <a:pt x="13094" y="106324"/>
                  </a:lnTo>
                  <a:lnTo>
                    <a:pt x="12175" y="107574"/>
                  </a:lnTo>
                  <a:lnTo>
                    <a:pt x="11374" y="109296"/>
                  </a:lnTo>
                  <a:lnTo>
                    <a:pt x="11613" y="114828"/>
                  </a:lnTo>
                  <a:lnTo>
                    <a:pt x="11996" y="121292"/>
                  </a:lnTo>
                  <a:lnTo>
                    <a:pt x="12670" y="123082"/>
                  </a:lnTo>
                  <a:lnTo>
                    <a:pt x="13098" y="123621"/>
                  </a:lnTo>
                  <a:lnTo>
                    <a:pt x="13155" y="124256"/>
                  </a:lnTo>
                  <a:lnTo>
                    <a:pt x="12879" y="124817"/>
                  </a:lnTo>
                  <a:lnTo>
                    <a:pt x="12527" y="125527"/>
                  </a:lnTo>
                  <a:lnTo>
                    <a:pt x="11994" y="126821"/>
                  </a:lnTo>
                  <a:lnTo>
                    <a:pt x="11394" y="126772"/>
                  </a:lnTo>
                  <a:lnTo>
                    <a:pt x="10186" y="126447"/>
                  </a:lnTo>
                  <a:lnTo>
                    <a:pt x="9182" y="126097"/>
                  </a:lnTo>
                  <a:lnTo>
                    <a:pt x="5802" y="125723"/>
                  </a:lnTo>
                  <a:lnTo>
                    <a:pt x="3064" y="125421"/>
                  </a:lnTo>
                  <a:lnTo>
                    <a:pt x="20" y="125085"/>
                  </a:lnTo>
                  <a:lnTo>
                    <a:pt x="19" y="118302"/>
                  </a:lnTo>
                  <a:lnTo>
                    <a:pt x="16" y="111518"/>
                  </a:lnTo>
                  <a:lnTo>
                    <a:pt x="15" y="104736"/>
                  </a:lnTo>
                  <a:lnTo>
                    <a:pt x="14" y="97953"/>
                  </a:lnTo>
                  <a:lnTo>
                    <a:pt x="13" y="91170"/>
                  </a:lnTo>
                  <a:lnTo>
                    <a:pt x="12" y="84387"/>
                  </a:lnTo>
                  <a:lnTo>
                    <a:pt x="11" y="77605"/>
                  </a:lnTo>
                  <a:lnTo>
                    <a:pt x="10" y="70822"/>
                  </a:lnTo>
                  <a:lnTo>
                    <a:pt x="8" y="64041"/>
                  </a:lnTo>
                  <a:lnTo>
                    <a:pt x="7" y="57258"/>
                  </a:lnTo>
                  <a:lnTo>
                    <a:pt x="6" y="50474"/>
                  </a:lnTo>
                  <a:lnTo>
                    <a:pt x="5" y="43691"/>
                  </a:lnTo>
                  <a:lnTo>
                    <a:pt x="4" y="36908"/>
                  </a:lnTo>
                  <a:lnTo>
                    <a:pt x="3" y="30126"/>
                  </a:lnTo>
                  <a:lnTo>
                    <a:pt x="1" y="23343"/>
                  </a:lnTo>
                  <a:lnTo>
                    <a:pt x="0" y="16560"/>
                  </a:lnTo>
                  <a:lnTo>
                    <a:pt x="1436" y="15719"/>
                  </a:lnTo>
                  <a:lnTo>
                    <a:pt x="3247" y="14657"/>
                  </a:lnTo>
                  <a:lnTo>
                    <a:pt x="4988" y="13638"/>
                  </a:lnTo>
                  <a:lnTo>
                    <a:pt x="7055" y="12428"/>
                  </a:lnTo>
                  <a:lnTo>
                    <a:pt x="9393" y="11060"/>
                  </a:lnTo>
                  <a:lnTo>
                    <a:pt x="11385" y="9891"/>
                  </a:lnTo>
                  <a:lnTo>
                    <a:pt x="13763" y="8499"/>
                  </a:lnTo>
                  <a:lnTo>
                    <a:pt x="15577" y="7437"/>
                  </a:lnTo>
                  <a:lnTo>
                    <a:pt x="17281" y="6439"/>
                  </a:lnTo>
                  <a:lnTo>
                    <a:pt x="19460" y="5257"/>
                  </a:lnTo>
                  <a:lnTo>
                    <a:pt x="22847" y="3418"/>
                  </a:lnTo>
                  <a:lnTo>
                    <a:pt x="24736" y="2393"/>
                  </a:lnTo>
                  <a:lnTo>
                    <a:pt x="26646" y="1357"/>
                  </a:lnTo>
                  <a:lnTo>
                    <a:pt x="28467" y="367"/>
                  </a:lnTo>
                  <a:lnTo>
                    <a:pt x="29686" y="0"/>
                  </a:lnTo>
                  <a:lnTo>
                    <a:pt x="30994" y="1412"/>
                  </a:lnTo>
                  <a:lnTo>
                    <a:pt x="32583" y="3355"/>
                  </a:lnTo>
                  <a:lnTo>
                    <a:pt x="34172" y="5300"/>
                  </a:lnTo>
                  <a:lnTo>
                    <a:pt x="35763" y="7244"/>
                  </a:lnTo>
                  <a:lnTo>
                    <a:pt x="37352" y="9187"/>
                  </a:lnTo>
                  <a:lnTo>
                    <a:pt x="38941" y="11132"/>
                  </a:lnTo>
                  <a:lnTo>
                    <a:pt x="40533" y="13076"/>
                  </a:lnTo>
                  <a:lnTo>
                    <a:pt x="42122" y="15019"/>
                  </a:lnTo>
                  <a:lnTo>
                    <a:pt x="43711" y="16963"/>
                  </a:lnTo>
                  <a:lnTo>
                    <a:pt x="45301" y="18905"/>
                  </a:lnTo>
                  <a:lnTo>
                    <a:pt x="46890" y="20850"/>
                  </a:lnTo>
                  <a:lnTo>
                    <a:pt x="48481" y="22793"/>
                  </a:lnTo>
                  <a:lnTo>
                    <a:pt x="50071" y="24737"/>
                  </a:lnTo>
                  <a:lnTo>
                    <a:pt x="51660" y="26680"/>
                  </a:lnTo>
                  <a:lnTo>
                    <a:pt x="53250" y="28625"/>
                  </a:lnTo>
                  <a:lnTo>
                    <a:pt x="54840" y="30569"/>
                  </a:lnTo>
                  <a:lnTo>
                    <a:pt x="56429" y="32512"/>
                  </a:lnTo>
                  <a:lnTo>
                    <a:pt x="57911" y="34323"/>
                  </a:lnTo>
                  <a:lnTo>
                    <a:pt x="58571" y="35665"/>
                  </a:lnTo>
                  <a:lnTo>
                    <a:pt x="58937" y="38624"/>
                  </a:lnTo>
                  <a:lnTo>
                    <a:pt x="59669" y="40977"/>
                  </a:lnTo>
                  <a:lnTo>
                    <a:pt x="60944" y="43528"/>
                  </a:lnTo>
                  <a:lnTo>
                    <a:pt x="62251" y="46138"/>
                  </a:lnTo>
                  <a:lnTo>
                    <a:pt x="63871" y="49588"/>
                  </a:lnTo>
                  <a:lnTo>
                    <a:pt x="64996" y="51982"/>
                  </a:lnTo>
                  <a:lnTo>
                    <a:pt x="66143" y="54423"/>
                  </a:lnTo>
                  <a:lnTo>
                    <a:pt x="68034" y="58451"/>
                  </a:lnTo>
                  <a:lnTo>
                    <a:pt x="69215" y="60966"/>
                  </a:lnTo>
                  <a:lnTo>
                    <a:pt x="70156" y="61048"/>
                  </a:lnTo>
                  <a:lnTo>
                    <a:pt x="72065" y="60451"/>
                  </a:lnTo>
                  <a:lnTo>
                    <a:pt x="74614" y="59652"/>
                  </a:lnTo>
                  <a:lnTo>
                    <a:pt x="76629" y="59020"/>
                  </a:lnTo>
                  <a:lnTo>
                    <a:pt x="79066" y="58255"/>
                  </a:lnTo>
                  <a:lnTo>
                    <a:pt x="81384" y="57528"/>
                  </a:lnTo>
                  <a:lnTo>
                    <a:pt x="83218" y="56952"/>
                  </a:lnTo>
                  <a:lnTo>
                    <a:pt x="85955" y="57388"/>
                  </a:lnTo>
                  <a:lnTo>
                    <a:pt x="88658" y="57819"/>
                  </a:lnTo>
                  <a:lnTo>
                    <a:pt x="90596" y="58129"/>
                  </a:lnTo>
                  <a:lnTo>
                    <a:pt x="92497" y="58434"/>
                  </a:lnTo>
                  <a:lnTo>
                    <a:pt x="94747" y="58792"/>
                  </a:lnTo>
                  <a:lnTo>
                    <a:pt x="96005" y="58992"/>
                  </a:lnTo>
                  <a:lnTo>
                    <a:pt x="97444" y="59222"/>
                  </a:lnTo>
                  <a:lnTo>
                    <a:pt x="98053" y="58617"/>
                  </a:lnTo>
                  <a:lnTo>
                    <a:pt x="99296" y="57381"/>
                  </a:lnTo>
                  <a:lnTo>
                    <a:pt x="100469" y="56213"/>
                  </a:lnTo>
                  <a:lnTo>
                    <a:pt x="101686" y="55003"/>
                  </a:lnTo>
                  <a:lnTo>
                    <a:pt x="102764" y="54390"/>
                  </a:lnTo>
                  <a:lnTo>
                    <a:pt x="103888" y="56329"/>
                  </a:lnTo>
                  <a:lnTo>
                    <a:pt x="104829" y="58557"/>
                  </a:lnTo>
                  <a:lnTo>
                    <a:pt x="105819" y="60905"/>
                  </a:lnTo>
                  <a:lnTo>
                    <a:pt x="106965" y="63171"/>
                  </a:lnTo>
                  <a:lnTo>
                    <a:pt x="108070" y="64515"/>
                  </a:lnTo>
                  <a:lnTo>
                    <a:pt x="109562" y="66332"/>
                  </a:lnTo>
                  <a:lnTo>
                    <a:pt x="110420" y="69446"/>
                  </a:lnTo>
                  <a:lnTo>
                    <a:pt x="111565" y="73599"/>
                  </a:lnTo>
                  <a:lnTo>
                    <a:pt x="112318" y="76332"/>
                  </a:lnTo>
                  <a:lnTo>
                    <a:pt x="113093" y="79144"/>
                  </a:lnTo>
                  <a:lnTo>
                    <a:pt x="114221" y="78035"/>
                  </a:lnTo>
                  <a:lnTo>
                    <a:pt x="115425" y="76850"/>
                  </a:lnTo>
                  <a:lnTo>
                    <a:pt x="116514" y="75780"/>
                  </a:lnTo>
                  <a:lnTo>
                    <a:pt x="116383" y="79250"/>
                  </a:lnTo>
                  <a:lnTo>
                    <a:pt x="116263" y="82404"/>
                  </a:lnTo>
                  <a:lnTo>
                    <a:pt x="116081" y="87175"/>
                  </a:lnTo>
                  <a:lnTo>
                    <a:pt x="115933" y="91088"/>
                  </a:lnTo>
                  <a:lnTo>
                    <a:pt x="115539" y="95755"/>
                  </a:lnTo>
                  <a:lnTo>
                    <a:pt x="115512" y="99311"/>
                  </a:lnTo>
                  <a:lnTo>
                    <a:pt x="115489" y="102434"/>
                  </a:lnTo>
                  <a:lnTo>
                    <a:pt x="115470" y="104913"/>
                  </a:lnTo>
                  <a:lnTo>
                    <a:pt x="117583" y="105024"/>
                  </a:lnTo>
                  <a:lnTo>
                    <a:pt x="119144" y="105106"/>
                  </a:lnTo>
                  <a:lnTo>
                    <a:pt x="121098" y="105209"/>
                  </a:lnTo>
                  <a:lnTo>
                    <a:pt x="121287" y="108325"/>
                  </a:lnTo>
                  <a:lnTo>
                    <a:pt x="121550" y="112703"/>
                  </a:lnTo>
                  <a:lnTo>
                    <a:pt x="121949" y="116671"/>
                  </a:lnTo>
                  <a:lnTo>
                    <a:pt x="122284" y="119999"/>
                  </a:lnTo>
                  <a:lnTo>
                    <a:pt x="122786" y="124305"/>
                  </a:lnTo>
                  <a:lnTo>
                    <a:pt x="123055" y="126606"/>
                  </a:lnTo>
                  <a:lnTo>
                    <a:pt x="123527" y="129313"/>
                  </a:lnTo>
                  <a:lnTo>
                    <a:pt x="123989" y="129965"/>
                  </a:lnTo>
                  <a:lnTo>
                    <a:pt x="124730" y="130399"/>
                  </a:lnTo>
                  <a:lnTo>
                    <a:pt x="127313" y="130076"/>
                  </a:lnTo>
                  <a:lnTo>
                    <a:pt x="129457" y="129809"/>
                  </a:lnTo>
                  <a:lnTo>
                    <a:pt x="131144" y="129597"/>
                  </a:lnTo>
                  <a:lnTo>
                    <a:pt x="132945" y="129372"/>
                  </a:lnTo>
                  <a:lnTo>
                    <a:pt x="135327" y="129073"/>
                  </a:lnTo>
                  <a:lnTo>
                    <a:pt x="136133" y="129763"/>
                  </a:lnTo>
                  <a:lnTo>
                    <a:pt x="136831" y="129280"/>
                  </a:lnTo>
                  <a:lnTo>
                    <a:pt x="137637" y="128798"/>
                  </a:lnTo>
                  <a:lnTo>
                    <a:pt x="138277" y="130764"/>
                  </a:lnTo>
                  <a:lnTo>
                    <a:pt x="138603" y="131763"/>
                  </a:lnTo>
                  <a:lnTo>
                    <a:pt x="139059" y="132796"/>
                  </a:lnTo>
                  <a:lnTo>
                    <a:pt x="139677" y="133761"/>
                  </a:lnTo>
                  <a:lnTo>
                    <a:pt x="139416" y="135781"/>
                  </a:lnTo>
                  <a:lnTo>
                    <a:pt x="139032" y="138726"/>
                  </a:lnTo>
                  <a:lnTo>
                    <a:pt x="138925" y="140242"/>
                  </a:lnTo>
                  <a:lnTo>
                    <a:pt x="139668" y="141874"/>
                  </a:lnTo>
                  <a:lnTo>
                    <a:pt x="140220" y="142828"/>
                  </a:lnTo>
                  <a:lnTo>
                    <a:pt x="141735" y="144768"/>
                  </a:lnTo>
                  <a:lnTo>
                    <a:pt x="143152" y="145852"/>
                  </a:lnTo>
                  <a:lnTo>
                    <a:pt x="144081" y="146171"/>
                  </a:lnTo>
                  <a:lnTo>
                    <a:pt x="144966" y="145756"/>
                  </a:lnTo>
                  <a:lnTo>
                    <a:pt x="145289" y="144654"/>
                  </a:lnTo>
                  <a:lnTo>
                    <a:pt x="145208" y="143138"/>
                  </a:lnTo>
                  <a:lnTo>
                    <a:pt x="144781" y="141546"/>
                  </a:lnTo>
                  <a:lnTo>
                    <a:pt x="144812" y="139650"/>
                  </a:lnTo>
                  <a:lnTo>
                    <a:pt x="145098" y="138262"/>
                  </a:lnTo>
                  <a:lnTo>
                    <a:pt x="146003" y="135743"/>
                  </a:lnTo>
                  <a:lnTo>
                    <a:pt x="146859" y="133368"/>
                  </a:lnTo>
                  <a:lnTo>
                    <a:pt x="148171" y="130947"/>
                  </a:lnTo>
                  <a:lnTo>
                    <a:pt x="149734" y="128548"/>
                  </a:lnTo>
                  <a:lnTo>
                    <a:pt x="150384" y="126802"/>
                  </a:lnTo>
                  <a:lnTo>
                    <a:pt x="150631" y="123764"/>
                  </a:lnTo>
                  <a:lnTo>
                    <a:pt x="151652" y="122041"/>
                  </a:lnTo>
                  <a:lnTo>
                    <a:pt x="152753" y="121006"/>
                  </a:lnTo>
                  <a:lnTo>
                    <a:pt x="154123" y="120110"/>
                  </a:lnTo>
                  <a:lnTo>
                    <a:pt x="154499" y="118594"/>
                  </a:lnTo>
                  <a:lnTo>
                    <a:pt x="156388" y="116018"/>
                  </a:lnTo>
                  <a:lnTo>
                    <a:pt x="157524" y="114746"/>
                  </a:lnTo>
                  <a:lnTo>
                    <a:pt x="158953" y="114001"/>
                  </a:lnTo>
                  <a:lnTo>
                    <a:pt x="160931" y="112325"/>
                  </a:lnTo>
                  <a:lnTo>
                    <a:pt x="162492" y="110361"/>
                  </a:lnTo>
                  <a:lnTo>
                    <a:pt x="163992" y="106653"/>
                  </a:lnTo>
                  <a:lnTo>
                    <a:pt x="165177" y="104231"/>
                  </a:lnTo>
                  <a:lnTo>
                    <a:pt x="166180" y="102736"/>
                  </a:lnTo>
                  <a:lnTo>
                    <a:pt x="167020" y="102685"/>
                  </a:lnTo>
                  <a:lnTo>
                    <a:pt x="167608" y="103892"/>
                  </a:lnTo>
                  <a:lnTo>
                    <a:pt x="168116" y="103993"/>
                  </a:lnTo>
                  <a:lnTo>
                    <a:pt x="168450" y="103440"/>
                  </a:lnTo>
                  <a:lnTo>
                    <a:pt x="169016" y="101882"/>
                  </a:lnTo>
                  <a:lnTo>
                    <a:pt x="169623" y="100074"/>
                  </a:lnTo>
                  <a:lnTo>
                    <a:pt x="170191" y="99319"/>
                  </a:lnTo>
                  <a:lnTo>
                    <a:pt x="171293" y="989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6"/>
            <p:cNvSpPr/>
            <p:nvPr/>
          </p:nvSpPr>
          <p:spPr>
            <a:xfrm>
              <a:off x="4010800" y="2421826"/>
              <a:ext cx="1180" cy="2670"/>
            </a:xfrm>
            <a:custGeom>
              <a:avLst/>
              <a:pathLst>
                <a:path w="1180" h="2670">
                  <a:moveTo>
                    <a:pt x="1180" y="2605"/>
                  </a:moveTo>
                  <a:lnTo>
                    <a:pt x="1141" y="1890"/>
                  </a:lnTo>
                  <a:lnTo>
                    <a:pt x="786" y="683"/>
                  </a:lnTo>
                  <a:lnTo>
                    <a:pt x="253" y="0"/>
                  </a:lnTo>
                  <a:lnTo>
                    <a:pt x="0" y="292"/>
                  </a:lnTo>
                  <a:lnTo>
                    <a:pt x="215" y="1269"/>
                  </a:lnTo>
                  <a:lnTo>
                    <a:pt x="837" y="26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7"/>
            <p:cNvSpPr/>
            <p:nvPr/>
          </p:nvSpPr>
          <p:spPr>
            <a:xfrm>
              <a:off x="3341923" y="2395782"/>
              <a:ext cx="124" cy="161"/>
            </a:xfrm>
            <a:custGeom>
              <a:avLst/>
              <a:pathLst>
                <a:path w="124" h="161">
                  <a:moveTo>
                    <a:pt x="0" y="161"/>
                  </a:moveTo>
                  <a:lnTo>
                    <a:pt x="124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8"/>
            <p:cNvSpPr/>
            <p:nvPr/>
          </p:nvSpPr>
          <p:spPr>
            <a:xfrm>
              <a:off x="2492873" y="3257861"/>
              <a:ext cx="417" cy="903"/>
            </a:xfrm>
            <a:custGeom>
              <a:avLst/>
              <a:pathLst>
                <a:path w="417" h="903">
                  <a:moveTo>
                    <a:pt x="0" y="901"/>
                  </a:moveTo>
                  <a:lnTo>
                    <a:pt x="130" y="829"/>
                  </a:lnTo>
                  <a:lnTo>
                    <a:pt x="192" y="634"/>
                  </a:lnTo>
                  <a:lnTo>
                    <a:pt x="170" y="373"/>
                  </a:lnTo>
                  <a:lnTo>
                    <a:pt x="175" y="85"/>
                  </a:lnTo>
                  <a:lnTo>
                    <a:pt x="395" y="0"/>
                  </a:lnTo>
                  <a:lnTo>
                    <a:pt x="417" y="269"/>
                  </a:lnTo>
                  <a:lnTo>
                    <a:pt x="356" y="477"/>
                  </a:lnTo>
                  <a:lnTo>
                    <a:pt x="290" y="644"/>
                  </a:lnTo>
                  <a:lnTo>
                    <a:pt x="256" y="9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79"/>
            <p:cNvSpPr/>
            <p:nvPr/>
          </p:nvSpPr>
          <p:spPr>
            <a:xfrm>
              <a:off x="2493727" y="3248654"/>
              <a:ext cx="957" cy="1979"/>
            </a:xfrm>
            <a:custGeom>
              <a:avLst/>
              <a:pathLst>
                <a:path w="957" h="1979">
                  <a:moveTo>
                    <a:pt x="583" y="1437"/>
                  </a:moveTo>
                  <a:lnTo>
                    <a:pt x="486" y="1760"/>
                  </a:lnTo>
                  <a:lnTo>
                    <a:pt x="399" y="1979"/>
                  </a:lnTo>
                  <a:lnTo>
                    <a:pt x="341" y="1761"/>
                  </a:lnTo>
                  <a:lnTo>
                    <a:pt x="133" y="1568"/>
                  </a:lnTo>
                  <a:lnTo>
                    <a:pt x="0" y="1577"/>
                  </a:lnTo>
                  <a:lnTo>
                    <a:pt x="0" y="1356"/>
                  </a:lnTo>
                  <a:lnTo>
                    <a:pt x="171" y="1491"/>
                  </a:lnTo>
                  <a:lnTo>
                    <a:pt x="432" y="1359"/>
                  </a:lnTo>
                  <a:lnTo>
                    <a:pt x="433" y="1119"/>
                  </a:lnTo>
                  <a:lnTo>
                    <a:pt x="356" y="903"/>
                  </a:lnTo>
                  <a:lnTo>
                    <a:pt x="321" y="751"/>
                  </a:lnTo>
                  <a:lnTo>
                    <a:pt x="418" y="517"/>
                  </a:lnTo>
                  <a:lnTo>
                    <a:pt x="737" y="0"/>
                  </a:lnTo>
                  <a:lnTo>
                    <a:pt x="957" y="147"/>
                  </a:lnTo>
                  <a:lnTo>
                    <a:pt x="792" y="5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0"/>
            <p:cNvSpPr/>
            <p:nvPr/>
          </p:nvSpPr>
          <p:spPr>
            <a:xfrm>
              <a:off x="2493723" y="3239332"/>
              <a:ext cx="1763" cy="6396"/>
            </a:xfrm>
            <a:custGeom>
              <a:avLst/>
              <a:pathLst>
                <a:path w="1763" h="6396">
                  <a:moveTo>
                    <a:pt x="1182" y="5928"/>
                  </a:moveTo>
                  <a:lnTo>
                    <a:pt x="844" y="6396"/>
                  </a:lnTo>
                  <a:lnTo>
                    <a:pt x="0" y="4407"/>
                  </a:lnTo>
                  <a:lnTo>
                    <a:pt x="101" y="2099"/>
                  </a:lnTo>
                  <a:lnTo>
                    <a:pt x="612" y="829"/>
                  </a:lnTo>
                  <a:lnTo>
                    <a:pt x="1095" y="82"/>
                  </a:lnTo>
                  <a:lnTo>
                    <a:pt x="1591" y="0"/>
                  </a:lnTo>
                  <a:lnTo>
                    <a:pt x="1763" y="1911"/>
                  </a:lnTo>
                  <a:lnTo>
                    <a:pt x="1642" y="46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1"/>
            <p:cNvSpPr/>
            <p:nvPr/>
          </p:nvSpPr>
          <p:spPr>
            <a:xfrm>
              <a:off x="2496118" y="3366051"/>
              <a:ext cx="2532" cy="6598"/>
            </a:xfrm>
            <a:custGeom>
              <a:avLst/>
              <a:pathLst>
                <a:path w="2532" h="6598">
                  <a:moveTo>
                    <a:pt x="820" y="5997"/>
                  </a:moveTo>
                  <a:lnTo>
                    <a:pt x="106" y="6598"/>
                  </a:lnTo>
                  <a:lnTo>
                    <a:pt x="0" y="3634"/>
                  </a:lnTo>
                  <a:lnTo>
                    <a:pt x="215" y="2835"/>
                  </a:lnTo>
                  <a:lnTo>
                    <a:pt x="1431" y="451"/>
                  </a:lnTo>
                  <a:lnTo>
                    <a:pt x="1764" y="0"/>
                  </a:lnTo>
                  <a:lnTo>
                    <a:pt x="2009" y="500"/>
                  </a:lnTo>
                  <a:lnTo>
                    <a:pt x="1948" y="1135"/>
                  </a:lnTo>
                  <a:lnTo>
                    <a:pt x="2532" y="2204"/>
                  </a:lnTo>
                  <a:lnTo>
                    <a:pt x="2391" y="3566"/>
                  </a:lnTo>
                  <a:lnTo>
                    <a:pt x="1758" y="50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2"/>
            <p:cNvSpPr/>
            <p:nvPr/>
          </p:nvSpPr>
          <p:spPr>
            <a:xfrm>
              <a:off x="2497588" y="3361676"/>
              <a:ext cx="2365" cy="3332"/>
            </a:xfrm>
            <a:custGeom>
              <a:avLst/>
              <a:pathLst>
                <a:path w="2365" h="3332">
                  <a:moveTo>
                    <a:pt x="1383" y="2363"/>
                  </a:moveTo>
                  <a:lnTo>
                    <a:pt x="0" y="3332"/>
                  </a:lnTo>
                  <a:lnTo>
                    <a:pt x="22" y="2542"/>
                  </a:lnTo>
                  <a:lnTo>
                    <a:pt x="392" y="1171"/>
                  </a:lnTo>
                  <a:lnTo>
                    <a:pt x="1110" y="784"/>
                  </a:lnTo>
                  <a:lnTo>
                    <a:pt x="1381" y="315"/>
                  </a:lnTo>
                  <a:lnTo>
                    <a:pt x="1839" y="0"/>
                  </a:lnTo>
                  <a:lnTo>
                    <a:pt x="2100" y="56"/>
                  </a:lnTo>
                  <a:lnTo>
                    <a:pt x="2365" y="444"/>
                  </a:lnTo>
                  <a:lnTo>
                    <a:pt x="1738" y="12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3"/>
            <p:cNvSpPr/>
            <p:nvPr/>
          </p:nvSpPr>
          <p:spPr>
            <a:xfrm>
              <a:off x="2446110" y="3309804"/>
              <a:ext cx="2326" cy="2654"/>
            </a:xfrm>
            <a:custGeom>
              <a:avLst/>
              <a:pathLst>
                <a:path w="2326" h="2654">
                  <a:moveTo>
                    <a:pt x="2326" y="1991"/>
                  </a:moveTo>
                  <a:lnTo>
                    <a:pt x="1706" y="2654"/>
                  </a:lnTo>
                  <a:lnTo>
                    <a:pt x="568" y="1991"/>
                  </a:lnTo>
                  <a:lnTo>
                    <a:pt x="0" y="1061"/>
                  </a:lnTo>
                  <a:lnTo>
                    <a:pt x="361" y="0"/>
                  </a:lnTo>
                  <a:lnTo>
                    <a:pt x="1292" y="0"/>
                  </a:lnTo>
                  <a:lnTo>
                    <a:pt x="2164" y="12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4"/>
            <p:cNvSpPr/>
            <p:nvPr/>
          </p:nvSpPr>
          <p:spPr>
            <a:xfrm>
              <a:off x="2457760" y="3304089"/>
              <a:ext cx="6732" cy="8452"/>
            </a:xfrm>
            <a:custGeom>
              <a:avLst/>
              <a:pathLst>
                <a:path w="6732" h="8452">
                  <a:moveTo>
                    <a:pt x="6363" y="1070"/>
                  </a:moveTo>
                  <a:lnTo>
                    <a:pt x="6732" y="4931"/>
                  </a:lnTo>
                  <a:lnTo>
                    <a:pt x="6619" y="5655"/>
                  </a:lnTo>
                  <a:lnTo>
                    <a:pt x="5578" y="8264"/>
                  </a:lnTo>
                  <a:lnTo>
                    <a:pt x="4704" y="8452"/>
                  </a:lnTo>
                  <a:lnTo>
                    <a:pt x="4000" y="8359"/>
                  </a:lnTo>
                  <a:lnTo>
                    <a:pt x="3465" y="7854"/>
                  </a:lnTo>
                  <a:lnTo>
                    <a:pt x="2778" y="6159"/>
                  </a:lnTo>
                  <a:lnTo>
                    <a:pt x="2110" y="6667"/>
                  </a:lnTo>
                  <a:lnTo>
                    <a:pt x="458" y="6078"/>
                  </a:lnTo>
                  <a:lnTo>
                    <a:pt x="0" y="5485"/>
                  </a:lnTo>
                  <a:lnTo>
                    <a:pt x="618" y="3407"/>
                  </a:lnTo>
                  <a:lnTo>
                    <a:pt x="1755" y="2568"/>
                  </a:lnTo>
                  <a:lnTo>
                    <a:pt x="2171" y="2396"/>
                  </a:lnTo>
                  <a:lnTo>
                    <a:pt x="2503" y="3671"/>
                  </a:lnTo>
                  <a:lnTo>
                    <a:pt x="3332" y="4774"/>
                  </a:lnTo>
                  <a:lnTo>
                    <a:pt x="4304" y="4886"/>
                  </a:lnTo>
                  <a:lnTo>
                    <a:pt x="4545" y="2918"/>
                  </a:lnTo>
                  <a:lnTo>
                    <a:pt x="586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5"/>
            <p:cNvSpPr/>
            <p:nvPr/>
          </p:nvSpPr>
          <p:spPr>
            <a:xfrm>
              <a:off x="2354603" y="3274225"/>
              <a:ext cx="155788" cy="339515"/>
            </a:xfrm>
            <a:custGeom>
              <a:avLst/>
              <a:pathLst>
                <a:path w="155788" h="339515">
                  <a:moveTo>
                    <a:pt x="153617" y="107220"/>
                  </a:moveTo>
                  <a:lnTo>
                    <a:pt x="155756" y="114411"/>
                  </a:lnTo>
                  <a:lnTo>
                    <a:pt x="155788" y="115203"/>
                  </a:lnTo>
                  <a:lnTo>
                    <a:pt x="155556" y="116104"/>
                  </a:lnTo>
                  <a:lnTo>
                    <a:pt x="154223" y="117790"/>
                  </a:lnTo>
                  <a:lnTo>
                    <a:pt x="153925" y="118665"/>
                  </a:lnTo>
                  <a:lnTo>
                    <a:pt x="153446" y="121869"/>
                  </a:lnTo>
                  <a:lnTo>
                    <a:pt x="151768" y="123628"/>
                  </a:lnTo>
                  <a:lnTo>
                    <a:pt x="150609" y="125833"/>
                  </a:lnTo>
                  <a:lnTo>
                    <a:pt x="149828" y="127766"/>
                  </a:lnTo>
                  <a:lnTo>
                    <a:pt x="149439" y="128545"/>
                  </a:lnTo>
                  <a:lnTo>
                    <a:pt x="147908" y="128972"/>
                  </a:lnTo>
                  <a:lnTo>
                    <a:pt x="147416" y="130188"/>
                  </a:lnTo>
                  <a:lnTo>
                    <a:pt x="146798" y="133843"/>
                  </a:lnTo>
                  <a:lnTo>
                    <a:pt x="146345" y="135371"/>
                  </a:lnTo>
                  <a:lnTo>
                    <a:pt x="145548" y="137164"/>
                  </a:lnTo>
                  <a:lnTo>
                    <a:pt x="145542" y="138265"/>
                  </a:lnTo>
                  <a:lnTo>
                    <a:pt x="146641" y="142265"/>
                  </a:lnTo>
                  <a:lnTo>
                    <a:pt x="146839" y="143520"/>
                  </a:lnTo>
                  <a:lnTo>
                    <a:pt x="146497" y="145419"/>
                  </a:lnTo>
                  <a:lnTo>
                    <a:pt x="146531" y="146764"/>
                  </a:lnTo>
                  <a:lnTo>
                    <a:pt x="147107" y="148385"/>
                  </a:lnTo>
                  <a:lnTo>
                    <a:pt x="147798" y="148755"/>
                  </a:lnTo>
                  <a:lnTo>
                    <a:pt x="148468" y="148079"/>
                  </a:lnTo>
                  <a:lnTo>
                    <a:pt x="149303" y="148139"/>
                  </a:lnTo>
                  <a:lnTo>
                    <a:pt x="149848" y="148569"/>
                  </a:lnTo>
                  <a:lnTo>
                    <a:pt x="150073" y="149042"/>
                  </a:lnTo>
                  <a:lnTo>
                    <a:pt x="150112" y="150281"/>
                  </a:lnTo>
                  <a:lnTo>
                    <a:pt x="149767" y="152916"/>
                  </a:lnTo>
                  <a:lnTo>
                    <a:pt x="149273" y="154615"/>
                  </a:lnTo>
                  <a:lnTo>
                    <a:pt x="147074" y="157224"/>
                  </a:lnTo>
                  <a:lnTo>
                    <a:pt x="146096" y="158735"/>
                  </a:lnTo>
                  <a:lnTo>
                    <a:pt x="145557" y="159847"/>
                  </a:lnTo>
                  <a:lnTo>
                    <a:pt x="144372" y="159251"/>
                  </a:lnTo>
                  <a:lnTo>
                    <a:pt x="143768" y="159297"/>
                  </a:lnTo>
                  <a:lnTo>
                    <a:pt x="143305" y="160157"/>
                  </a:lnTo>
                  <a:lnTo>
                    <a:pt x="143024" y="160898"/>
                  </a:lnTo>
                  <a:lnTo>
                    <a:pt x="142229" y="161079"/>
                  </a:lnTo>
                  <a:lnTo>
                    <a:pt x="141105" y="161529"/>
                  </a:lnTo>
                  <a:lnTo>
                    <a:pt x="140635" y="162027"/>
                  </a:lnTo>
                  <a:lnTo>
                    <a:pt x="140271" y="163316"/>
                  </a:lnTo>
                  <a:lnTo>
                    <a:pt x="139967" y="165164"/>
                  </a:lnTo>
                  <a:lnTo>
                    <a:pt x="140221" y="167380"/>
                  </a:lnTo>
                  <a:lnTo>
                    <a:pt x="140573" y="169355"/>
                  </a:lnTo>
                  <a:lnTo>
                    <a:pt x="140558" y="171170"/>
                  </a:lnTo>
                  <a:lnTo>
                    <a:pt x="140829" y="176217"/>
                  </a:lnTo>
                  <a:lnTo>
                    <a:pt x="140475" y="177396"/>
                  </a:lnTo>
                  <a:lnTo>
                    <a:pt x="139722" y="178732"/>
                  </a:lnTo>
                  <a:lnTo>
                    <a:pt x="138822" y="181087"/>
                  </a:lnTo>
                  <a:lnTo>
                    <a:pt x="137813" y="184359"/>
                  </a:lnTo>
                  <a:lnTo>
                    <a:pt x="137974" y="185299"/>
                  </a:lnTo>
                  <a:lnTo>
                    <a:pt x="140387" y="192176"/>
                  </a:lnTo>
                  <a:lnTo>
                    <a:pt x="142840" y="199174"/>
                  </a:lnTo>
                  <a:lnTo>
                    <a:pt x="145278" y="206129"/>
                  </a:lnTo>
                  <a:lnTo>
                    <a:pt x="145625" y="206439"/>
                  </a:lnTo>
                  <a:lnTo>
                    <a:pt x="146086" y="207242"/>
                  </a:lnTo>
                  <a:lnTo>
                    <a:pt x="146511" y="209677"/>
                  </a:lnTo>
                  <a:lnTo>
                    <a:pt x="146862" y="212259"/>
                  </a:lnTo>
                  <a:lnTo>
                    <a:pt x="146869" y="213595"/>
                  </a:lnTo>
                  <a:lnTo>
                    <a:pt x="146596" y="215275"/>
                  </a:lnTo>
                  <a:lnTo>
                    <a:pt x="146003" y="217208"/>
                  </a:lnTo>
                  <a:lnTo>
                    <a:pt x="145283" y="218774"/>
                  </a:lnTo>
                  <a:lnTo>
                    <a:pt x="144228" y="220101"/>
                  </a:lnTo>
                  <a:lnTo>
                    <a:pt x="143390" y="221353"/>
                  </a:lnTo>
                  <a:lnTo>
                    <a:pt x="142697" y="224666"/>
                  </a:lnTo>
                  <a:lnTo>
                    <a:pt x="142278" y="225832"/>
                  </a:lnTo>
                  <a:lnTo>
                    <a:pt x="141893" y="226302"/>
                  </a:lnTo>
                  <a:lnTo>
                    <a:pt x="141132" y="226735"/>
                  </a:lnTo>
                  <a:lnTo>
                    <a:pt x="139901" y="226635"/>
                  </a:lnTo>
                  <a:lnTo>
                    <a:pt x="139087" y="226374"/>
                  </a:lnTo>
                  <a:lnTo>
                    <a:pt x="138081" y="228853"/>
                  </a:lnTo>
                  <a:lnTo>
                    <a:pt x="136794" y="229762"/>
                  </a:lnTo>
                  <a:lnTo>
                    <a:pt x="135932" y="233144"/>
                  </a:lnTo>
                  <a:lnTo>
                    <a:pt x="132864" y="235826"/>
                  </a:lnTo>
                  <a:lnTo>
                    <a:pt x="129864" y="237915"/>
                  </a:lnTo>
                  <a:lnTo>
                    <a:pt x="129040" y="238741"/>
                  </a:lnTo>
                  <a:lnTo>
                    <a:pt x="126077" y="237017"/>
                  </a:lnTo>
                  <a:lnTo>
                    <a:pt x="125364" y="237555"/>
                  </a:lnTo>
                  <a:lnTo>
                    <a:pt x="124543" y="239156"/>
                  </a:lnTo>
                  <a:lnTo>
                    <a:pt x="123785" y="240399"/>
                  </a:lnTo>
                  <a:lnTo>
                    <a:pt x="123146" y="240476"/>
                  </a:lnTo>
                  <a:lnTo>
                    <a:pt x="122608" y="241119"/>
                  </a:lnTo>
                  <a:lnTo>
                    <a:pt x="122287" y="243411"/>
                  </a:lnTo>
                  <a:lnTo>
                    <a:pt x="122003" y="251312"/>
                  </a:lnTo>
                  <a:lnTo>
                    <a:pt x="120940" y="253661"/>
                  </a:lnTo>
                  <a:lnTo>
                    <a:pt x="119655" y="253647"/>
                  </a:lnTo>
                  <a:lnTo>
                    <a:pt x="118773" y="250912"/>
                  </a:lnTo>
                  <a:lnTo>
                    <a:pt x="117727" y="248845"/>
                  </a:lnTo>
                  <a:lnTo>
                    <a:pt x="115903" y="243945"/>
                  </a:lnTo>
                  <a:lnTo>
                    <a:pt x="115397" y="243306"/>
                  </a:lnTo>
                  <a:lnTo>
                    <a:pt x="114924" y="243336"/>
                  </a:lnTo>
                  <a:lnTo>
                    <a:pt x="113232" y="244789"/>
                  </a:lnTo>
                  <a:lnTo>
                    <a:pt x="112428" y="244159"/>
                  </a:lnTo>
                  <a:lnTo>
                    <a:pt x="111781" y="243397"/>
                  </a:lnTo>
                  <a:lnTo>
                    <a:pt x="110698" y="243641"/>
                  </a:lnTo>
                  <a:lnTo>
                    <a:pt x="108769" y="243697"/>
                  </a:lnTo>
                  <a:lnTo>
                    <a:pt x="107539" y="243743"/>
                  </a:lnTo>
                  <a:lnTo>
                    <a:pt x="106942" y="242404"/>
                  </a:lnTo>
                  <a:lnTo>
                    <a:pt x="106386" y="239669"/>
                  </a:lnTo>
                  <a:lnTo>
                    <a:pt x="106011" y="238689"/>
                  </a:lnTo>
                  <a:lnTo>
                    <a:pt x="105571" y="237900"/>
                  </a:lnTo>
                  <a:lnTo>
                    <a:pt x="104844" y="237501"/>
                  </a:lnTo>
                  <a:lnTo>
                    <a:pt x="101739" y="237511"/>
                  </a:lnTo>
                  <a:lnTo>
                    <a:pt x="101154" y="237514"/>
                  </a:lnTo>
                  <a:lnTo>
                    <a:pt x="100724" y="236988"/>
                  </a:lnTo>
                  <a:lnTo>
                    <a:pt x="100128" y="234642"/>
                  </a:lnTo>
                  <a:lnTo>
                    <a:pt x="99475" y="233539"/>
                  </a:lnTo>
                  <a:lnTo>
                    <a:pt x="98710" y="233492"/>
                  </a:lnTo>
                  <a:lnTo>
                    <a:pt x="98374" y="234785"/>
                  </a:lnTo>
                  <a:lnTo>
                    <a:pt x="99701" y="239009"/>
                  </a:lnTo>
                  <a:lnTo>
                    <a:pt x="100088" y="241299"/>
                  </a:lnTo>
                  <a:lnTo>
                    <a:pt x="101251" y="244609"/>
                  </a:lnTo>
                  <a:lnTo>
                    <a:pt x="104618" y="251615"/>
                  </a:lnTo>
                  <a:lnTo>
                    <a:pt x="105242" y="253840"/>
                  </a:lnTo>
                  <a:lnTo>
                    <a:pt x="105174" y="256682"/>
                  </a:lnTo>
                  <a:lnTo>
                    <a:pt x="105154" y="261032"/>
                  </a:lnTo>
                  <a:lnTo>
                    <a:pt x="105268" y="265149"/>
                  </a:lnTo>
                  <a:lnTo>
                    <a:pt x="106134" y="271053"/>
                  </a:lnTo>
                  <a:lnTo>
                    <a:pt x="107352" y="277062"/>
                  </a:lnTo>
                  <a:lnTo>
                    <a:pt x="107682" y="280893"/>
                  </a:lnTo>
                  <a:lnTo>
                    <a:pt x="107456" y="283724"/>
                  </a:lnTo>
                  <a:lnTo>
                    <a:pt x="107225" y="285230"/>
                  </a:lnTo>
                  <a:lnTo>
                    <a:pt x="107250" y="285901"/>
                  </a:lnTo>
                  <a:lnTo>
                    <a:pt x="107500" y="286507"/>
                  </a:lnTo>
                  <a:lnTo>
                    <a:pt x="108659" y="287377"/>
                  </a:lnTo>
                  <a:lnTo>
                    <a:pt x="111094" y="287921"/>
                  </a:lnTo>
                  <a:lnTo>
                    <a:pt x="112567" y="287924"/>
                  </a:lnTo>
                  <a:lnTo>
                    <a:pt x="114815" y="288574"/>
                  </a:lnTo>
                  <a:lnTo>
                    <a:pt x="114981" y="290687"/>
                  </a:lnTo>
                  <a:lnTo>
                    <a:pt x="114761" y="294171"/>
                  </a:lnTo>
                  <a:lnTo>
                    <a:pt x="114317" y="296149"/>
                  </a:lnTo>
                  <a:lnTo>
                    <a:pt x="113956" y="296726"/>
                  </a:lnTo>
                  <a:lnTo>
                    <a:pt x="112732" y="297185"/>
                  </a:lnTo>
                  <a:lnTo>
                    <a:pt x="111445" y="299324"/>
                  </a:lnTo>
                  <a:lnTo>
                    <a:pt x="109576" y="301434"/>
                  </a:lnTo>
                  <a:lnTo>
                    <a:pt x="108510" y="301721"/>
                  </a:lnTo>
                  <a:lnTo>
                    <a:pt x="108065" y="302134"/>
                  </a:lnTo>
                  <a:lnTo>
                    <a:pt x="107689" y="302768"/>
                  </a:lnTo>
                  <a:lnTo>
                    <a:pt x="107379" y="303570"/>
                  </a:lnTo>
                  <a:lnTo>
                    <a:pt x="107015" y="307527"/>
                  </a:lnTo>
                  <a:lnTo>
                    <a:pt x="106465" y="311996"/>
                  </a:lnTo>
                  <a:lnTo>
                    <a:pt x="105427" y="314649"/>
                  </a:lnTo>
                  <a:lnTo>
                    <a:pt x="104286" y="316842"/>
                  </a:lnTo>
                  <a:lnTo>
                    <a:pt x="103124" y="317090"/>
                  </a:lnTo>
                  <a:lnTo>
                    <a:pt x="102193" y="316916"/>
                  </a:lnTo>
                  <a:lnTo>
                    <a:pt x="101730" y="317559"/>
                  </a:lnTo>
                  <a:lnTo>
                    <a:pt x="101061" y="319366"/>
                  </a:lnTo>
                  <a:lnTo>
                    <a:pt x="100106" y="321612"/>
                  </a:lnTo>
                  <a:lnTo>
                    <a:pt x="99368" y="322810"/>
                  </a:lnTo>
                  <a:lnTo>
                    <a:pt x="98373" y="322697"/>
                  </a:lnTo>
                  <a:lnTo>
                    <a:pt x="97313" y="323802"/>
                  </a:lnTo>
                  <a:lnTo>
                    <a:pt x="95973" y="325613"/>
                  </a:lnTo>
                  <a:lnTo>
                    <a:pt x="95084" y="327101"/>
                  </a:lnTo>
                  <a:lnTo>
                    <a:pt x="94326" y="329639"/>
                  </a:lnTo>
                  <a:lnTo>
                    <a:pt x="93241" y="332308"/>
                  </a:lnTo>
                  <a:lnTo>
                    <a:pt x="92126" y="334176"/>
                  </a:lnTo>
                  <a:lnTo>
                    <a:pt x="91592" y="336486"/>
                  </a:lnTo>
                  <a:lnTo>
                    <a:pt x="90831" y="339418"/>
                  </a:lnTo>
                  <a:lnTo>
                    <a:pt x="89879" y="339515"/>
                  </a:lnTo>
                  <a:lnTo>
                    <a:pt x="89803" y="337756"/>
                  </a:lnTo>
                  <a:lnTo>
                    <a:pt x="90260" y="334922"/>
                  </a:lnTo>
                  <a:lnTo>
                    <a:pt x="89765" y="332480"/>
                  </a:lnTo>
                  <a:lnTo>
                    <a:pt x="88859" y="331171"/>
                  </a:lnTo>
                  <a:lnTo>
                    <a:pt x="88436" y="330784"/>
                  </a:lnTo>
                  <a:lnTo>
                    <a:pt x="88014" y="330944"/>
                  </a:lnTo>
                  <a:lnTo>
                    <a:pt x="86942" y="332149"/>
                  </a:lnTo>
                  <a:lnTo>
                    <a:pt x="85623" y="334339"/>
                  </a:lnTo>
                  <a:lnTo>
                    <a:pt x="84812" y="335916"/>
                  </a:lnTo>
                  <a:lnTo>
                    <a:pt x="84079" y="336638"/>
                  </a:lnTo>
                  <a:lnTo>
                    <a:pt x="82570" y="337290"/>
                  </a:lnTo>
                  <a:lnTo>
                    <a:pt x="81299" y="337625"/>
                  </a:lnTo>
                  <a:lnTo>
                    <a:pt x="80776" y="337175"/>
                  </a:lnTo>
                  <a:lnTo>
                    <a:pt x="79831" y="335564"/>
                  </a:lnTo>
                  <a:lnTo>
                    <a:pt x="77646" y="330527"/>
                  </a:lnTo>
                  <a:lnTo>
                    <a:pt x="74689" y="323704"/>
                  </a:lnTo>
                  <a:lnTo>
                    <a:pt x="74465" y="321729"/>
                  </a:lnTo>
                  <a:lnTo>
                    <a:pt x="74592" y="319709"/>
                  </a:lnTo>
                  <a:lnTo>
                    <a:pt x="74055" y="316761"/>
                  </a:lnTo>
                  <a:lnTo>
                    <a:pt x="73742" y="313623"/>
                  </a:lnTo>
                  <a:lnTo>
                    <a:pt x="73475" y="312543"/>
                  </a:lnTo>
                  <a:lnTo>
                    <a:pt x="73399" y="310197"/>
                  </a:lnTo>
                  <a:lnTo>
                    <a:pt x="72757" y="305971"/>
                  </a:lnTo>
                  <a:lnTo>
                    <a:pt x="72232" y="302509"/>
                  </a:lnTo>
                  <a:lnTo>
                    <a:pt x="71750" y="300750"/>
                  </a:lnTo>
                  <a:lnTo>
                    <a:pt x="71952" y="299251"/>
                  </a:lnTo>
                  <a:lnTo>
                    <a:pt x="71750" y="297754"/>
                  </a:lnTo>
                  <a:lnTo>
                    <a:pt x="71358" y="296533"/>
                  </a:lnTo>
                  <a:lnTo>
                    <a:pt x="70785" y="292606"/>
                  </a:lnTo>
                  <a:lnTo>
                    <a:pt x="70988" y="290913"/>
                  </a:lnTo>
                  <a:lnTo>
                    <a:pt x="70836" y="289218"/>
                  </a:lnTo>
                  <a:lnTo>
                    <a:pt x="70354" y="288056"/>
                  </a:lnTo>
                  <a:lnTo>
                    <a:pt x="69669" y="286808"/>
                  </a:lnTo>
                  <a:lnTo>
                    <a:pt x="68756" y="284201"/>
                  </a:lnTo>
                  <a:lnTo>
                    <a:pt x="67664" y="281727"/>
                  </a:lnTo>
                  <a:lnTo>
                    <a:pt x="67106" y="280749"/>
                  </a:lnTo>
                  <a:lnTo>
                    <a:pt x="66725" y="280359"/>
                  </a:lnTo>
                  <a:lnTo>
                    <a:pt x="66396" y="278013"/>
                  </a:lnTo>
                  <a:lnTo>
                    <a:pt x="66142" y="277296"/>
                  </a:lnTo>
                  <a:lnTo>
                    <a:pt x="65584" y="277101"/>
                  </a:lnTo>
                  <a:lnTo>
                    <a:pt x="64442" y="276123"/>
                  </a:lnTo>
                  <a:lnTo>
                    <a:pt x="63376" y="277296"/>
                  </a:lnTo>
                  <a:lnTo>
                    <a:pt x="63351" y="275472"/>
                  </a:lnTo>
                  <a:lnTo>
                    <a:pt x="63656" y="274364"/>
                  </a:lnTo>
                  <a:lnTo>
                    <a:pt x="67337" y="265664"/>
                  </a:lnTo>
                  <a:lnTo>
                    <a:pt x="69193" y="261663"/>
                  </a:lnTo>
                  <a:lnTo>
                    <a:pt x="69392" y="261073"/>
                  </a:lnTo>
                  <a:lnTo>
                    <a:pt x="69555" y="260146"/>
                  </a:lnTo>
                  <a:lnTo>
                    <a:pt x="69682" y="258909"/>
                  </a:lnTo>
                  <a:lnTo>
                    <a:pt x="69261" y="257493"/>
                  </a:lnTo>
                  <a:lnTo>
                    <a:pt x="67523" y="250775"/>
                  </a:lnTo>
                  <a:lnTo>
                    <a:pt x="66920" y="249513"/>
                  </a:lnTo>
                  <a:lnTo>
                    <a:pt x="66328" y="248480"/>
                  </a:lnTo>
                  <a:lnTo>
                    <a:pt x="65648" y="245659"/>
                  </a:lnTo>
                  <a:lnTo>
                    <a:pt x="64835" y="239091"/>
                  </a:lnTo>
                  <a:lnTo>
                    <a:pt x="64249" y="235790"/>
                  </a:lnTo>
                  <a:lnTo>
                    <a:pt x="64072" y="233259"/>
                  </a:lnTo>
                  <a:lnTo>
                    <a:pt x="64109" y="230398"/>
                  </a:lnTo>
                  <a:lnTo>
                    <a:pt x="63891" y="228201"/>
                  </a:lnTo>
                  <a:lnTo>
                    <a:pt x="63420" y="226670"/>
                  </a:lnTo>
                  <a:lnTo>
                    <a:pt x="63420" y="221984"/>
                  </a:lnTo>
                  <a:lnTo>
                    <a:pt x="63891" y="214143"/>
                  </a:lnTo>
                  <a:lnTo>
                    <a:pt x="64007" y="208183"/>
                  </a:lnTo>
                  <a:lnTo>
                    <a:pt x="63769" y="204107"/>
                  </a:lnTo>
                  <a:lnTo>
                    <a:pt x="64189" y="201004"/>
                  </a:lnTo>
                  <a:lnTo>
                    <a:pt x="65268" y="198876"/>
                  </a:lnTo>
                  <a:lnTo>
                    <a:pt x="65871" y="195587"/>
                  </a:lnTo>
                  <a:lnTo>
                    <a:pt x="65997" y="191138"/>
                  </a:lnTo>
                  <a:lnTo>
                    <a:pt x="66643" y="187482"/>
                  </a:lnTo>
                  <a:lnTo>
                    <a:pt x="67809" y="184619"/>
                  </a:lnTo>
                  <a:lnTo>
                    <a:pt x="68206" y="181795"/>
                  </a:lnTo>
                  <a:lnTo>
                    <a:pt x="67835" y="179011"/>
                  </a:lnTo>
                  <a:lnTo>
                    <a:pt x="67716" y="177223"/>
                  </a:lnTo>
                  <a:lnTo>
                    <a:pt x="66725" y="175405"/>
                  </a:lnTo>
                  <a:lnTo>
                    <a:pt x="64894" y="174130"/>
                  </a:lnTo>
                  <a:lnTo>
                    <a:pt x="63375" y="173984"/>
                  </a:lnTo>
                  <a:lnTo>
                    <a:pt x="62458" y="175401"/>
                  </a:lnTo>
                  <a:lnTo>
                    <a:pt x="60108" y="176714"/>
                  </a:lnTo>
                  <a:lnTo>
                    <a:pt x="56325" y="177924"/>
                  </a:lnTo>
                  <a:lnTo>
                    <a:pt x="53279" y="177917"/>
                  </a:lnTo>
                  <a:lnTo>
                    <a:pt x="50969" y="176694"/>
                  </a:lnTo>
                  <a:lnTo>
                    <a:pt x="49211" y="177102"/>
                  </a:lnTo>
                  <a:lnTo>
                    <a:pt x="48008" y="179142"/>
                  </a:lnTo>
                  <a:lnTo>
                    <a:pt x="47160" y="179604"/>
                  </a:lnTo>
                  <a:lnTo>
                    <a:pt x="46669" y="178484"/>
                  </a:lnTo>
                  <a:lnTo>
                    <a:pt x="46137" y="178177"/>
                  </a:lnTo>
                  <a:lnTo>
                    <a:pt x="45330" y="178887"/>
                  </a:lnTo>
                  <a:lnTo>
                    <a:pt x="45191" y="178563"/>
                  </a:lnTo>
                  <a:lnTo>
                    <a:pt x="43401" y="173050"/>
                  </a:lnTo>
                  <a:lnTo>
                    <a:pt x="41742" y="167941"/>
                  </a:lnTo>
                  <a:lnTo>
                    <a:pt x="39841" y="161858"/>
                  </a:lnTo>
                  <a:lnTo>
                    <a:pt x="37645" y="154835"/>
                  </a:lnTo>
                  <a:lnTo>
                    <a:pt x="37251" y="154372"/>
                  </a:lnTo>
                  <a:lnTo>
                    <a:pt x="36573" y="154418"/>
                  </a:lnTo>
                  <a:lnTo>
                    <a:pt x="35676" y="154539"/>
                  </a:lnTo>
                  <a:lnTo>
                    <a:pt x="34279" y="153810"/>
                  </a:lnTo>
                  <a:lnTo>
                    <a:pt x="33322" y="152790"/>
                  </a:lnTo>
                  <a:lnTo>
                    <a:pt x="32575" y="151803"/>
                  </a:lnTo>
                  <a:lnTo>
                    <a:pt x="31199" y="150555"/>
                  </a:lnTo>
                  <a:lnTo>
                    <a:pt x="30255" y="150340"/>
                  </a:lnTo>
                  <a:lnTo>
                    <a:pt x="29409" y="150708"/>
                  </a:lnTo>
                  <a:lnTo>
                    <a:pt x="27077" y="153165"/>
                  </a:lnTo>
                  <a:lnTo>
                    <a:pt x="25750" y="153393"/>
                  </a:lnTo>
                  <a:lnTo>
                    <a:pt x="24723" y="153438"/>
                  </a:lnTo>
                  <a:lnTo>
                    <a:pt x="21969" y="152222"/>
                  </a:lnTo>
                  <a:lnTo>
                    <a:pt x="20085" y="152028"/>
                  </a:lnTo>
                  <a:lnTo>
                    <a:pt x="17894" y="152829"/>
                  </a:lnTo>
                  <a:lnTo>
                    <a:pt x="16957" y="153287"/>
                  </a:lnTo>
                  <a:lnTo>
                    <a:pt x="15646" y="152037"/>
                  </a:lnTo>
                  <a:lnTo>
                    <a:pt x="14752" y="150138"/>
                  </a:lnTo>
                  <a:lnTo>
                    <a:pt x="13919" y="145622"/>
                  </a:lnTo>
                  <a:lnTo>
                    <a:pt x="13332" y="142060"/>
                  </a:lnTo>
                  <a:lnTo>
                    <a:pt x="12312" y="141343"/>
                  </a:lnTo>
                  <a:lnTo>
                    <a:pt x="11181" y="140735"/>
                  </a:lnTo>
                  <a:lnTo>
                    <a:pt x="10624" y="139560"/>
                  </a:lnTo>
                  <a:lnTo>
                    <a:pt x="10290" y="137509"/>
                  </a:lnTo>
                  <a:lnTo>
                    <a:pt x="10210" y="134880"/>
                  </a:lnTo>
                  <a:lnTo>
                    <a:pt x="10326" y="130604"/>
                  </a:lnTo>
                  <a:lnTo>
                    <a:pt x="10433" y="129070"/>
                  </a:lnTo>
                  <a:lnTo>
                    <a:pt x="10589" y="124453"/>
                  </a:lnTo>
                  <a:lnTo>
                    <a:pt x="11214" y="122042"/>
                  </a:lnTo>
                  <a:lnTo>
                    <a:pt x="11606" y="120872"/>
                  </a:lnTo>
                  <a:lnTo>
                    <a:pt x="11531" y="118937"/>
                  </a:lnTo>
                  <a:lnTo>
                    <a:pt x="11230" y="114970"/>
                  </a:lnTo>
                  <a:lnTo>
                    <a:pt x="10928" y="112165"/>
                  </a:lnTo>
                  <a:lnTo>
                    <a:pt x="9672" y="108982"/>
                  </a:lnTo>
                  <a:lnTo>
                    <a:pt x="8064" y="104907"/>
                  </a:lnTo>
                  <a:lnTo>
                    <a:pt x="7372" y="98386"/>
                  </a:lnTo>
                  <a:lnTo>
                    <a:pt x="6557" y="90682"/>
                  </a:lnTo>
                  <a:lnTo>
                    <a:pt x="5916" y="89909"/>
                  </a:lnTo>
                  <a:lnTo>
                    <a:pt x="5314" y="90296"/>
                  </a:lnTo>
                  <a:lnTo>
                    <a:pt x="4672" y="89909"/>
                  </a:lnTo>
                  <a:lnTo>
                    <a:pt x="4107" y="86813"/>
                  </a:lnTo>
                  <a:lnTo>
                    <a:pt x="3542" y="86233"/>
                  </a:lnTo>
                  <a:lnTo>
                    <a:pt x="2641" y="87319"/>
                  </a:lnTo>
                  <a:lnTo>
                    <a:pt x="1991" y="88166"/>
                  </a:lnTo>
                  <a:lnTo>
                    <a:pt x="339" y="88941"/>
                  </a:lnTo>
                  <a:lnTo>
                    <a:pt x="0" y="88166"/>
                  </a:lnTo>
                  <a:lnTo>
                    <a:pt x="113" y="87199"/>
                  </a:lnTo>
                  <a:lnTo>
                    <a:pt x="811" y="84387"/>
                  </a:lnTo>
                  <a:lnTo>
                    <a:pt x="1633" y="80795"/>
                  </a:lnTo>
                  <a:lnTo>
                    <a:pt x="2588" y="77514"/>
                  </a:lnTo>
                  <a:lnTo>
                    <a:pt x="3477" y="74158"/>
                  </a:lnTo>
                  <a:lnTo>
                    <a:pt x="4139" y="70584"/>
                  </a:lnTo>
                  <a:lnTo>
                    <a:pt x="4589" y="63475"/>
                  </a:lnTo>
                  <a:lnTo>
                    <a:pt x="4900" y="58569"/>
                  </a:lnTo>
                  <a:lnTo>
                    <a:pt x="5718" y="49838"/>
                  </a:lnTo>
                  <a:lnTo>
                    <a:pt x="7216" y="42866"/>
                  </a:lnTo>
                  <a:lnTo>
                    <a:pt x="7780" y="39656"/>
                  </a:lnTo>
                  <a:lnTo>
                    <a:pt x="9136" y="35480"/>
                  </a:lnTo>
                  <a:lnTo>
                    <a:pt x="9761" y="33212"/>
                  </a:lnTo>
                  <a:lnTo>
                    <a:pt x="10588" y="31429"/>
                  </a:lnTo>
                  <a:lnTo>
                    <a:pt x="12862" y="29000"/>
                  </a:lnTo>
                  <a:lnTo>
                    <a:pt x="15580" y="17018"/>
                  </a:lnTo>
                  <a:lnTo>
                    <a:pt x="16204" y="15113"/>
                  </a:lnTo>
                  <a:lnTo>
                    <a:pt x="18950" y="13327"/>
                  </a:lnTo>
                  <a:lnTo>
                    <a:pt x="21061" y="11932"/>
                  </a:lnTo>
                  <a:lnTo>
                    <a:pt x="22625" y="10470"/>
                  </a:lnTo>
                  <a:lnTo>
                    <a:pt x="23138" y="9695"/>
                  </a:lnTo>
                  <a:lnTo>
                    <a:pt x="23551" y="9336"/>
                  </a:lnTo>
                  <a:lnTo>
                    <a:pt x="23209" y="10724"/>
                  </a:lnTo>
                  <a:lnTo>
                    <a:pt x="22459" y="12490"/>
                  </a:lnTo>
                  <a:lnTo>
                    <a:pt x="21610" y="13566"/>
                  </a:lnTo>
                  <a:lnTo>
                    <a:pt x="17233" y="16267"/>
                  </a:lnTo>
                  <a:lnTo>
                    <a:pt x="16786" y="16840"/>
                  </a:lnTo>
                  <a:lnTo>
                    <a:pt x="16218" y="17964"/>
                  </a:lnTo>
                  <a:lnTo>
                    <a:pt x="16214" y="20538"/>
                  </a:lnTo>
                  <a:lnTo>
                    <a:pt x="16332" y="22558"/>
                  </a:lnTo>
                  <a:lnTo>
                    <a:pt x="17620" y="29181"/>
                  </a:lnTo>
                  <a:lnTo>
                    <a:pt x="18122" y="30814"/>
                  </a:lnTo>
                  <a:lnTo>
                    <a:pt x="19846" y="34405"/>
                  </a:lnTo>
                  <a:lnTo>
                    <a:pt x="19454" y="34901"/>
                  </a:lnTo>
                  <a:lnTo>
                    <a:pt x="18819" y="34962"/>
                  </a:lnTo>
                  <a:lnTo>
                    <a:pt x="19284" y="39666"/>
                  </a:lnTo>
                  <a:lnTo>
                    <a:pt x="20343" y="42895"/>
                  </a:lnTo>
                  <a:lnTo>
                    <a:pt x="20390" y="44929"/>
                  </a:lnTo>
                  <a:lnTo>
                    <a:pt x="19579" y="51241"/>
                  </a:lnTo>
                  <a:lnTo>
                    <a:pt x="18098" y="55017"/>
                  </a:lnTo>
                  <a:lnTo>
                    <a:pt x="17048" y="59412"/>
                  </a:lnTo>
                  <a:lnTo>
                    <a:pt x="16232" y="61161"/>
                  </a:lnTo>
                  <a:lnTo>
                    <a:pt x="14423" y="69803"/>
                  </a:lnTo>
                  <a:lnTo>
                    <a:pt x="15799" y="74947"/>
                  </a:lnTo>
                  <a:lnTo>
                    <a:pt x="15995" y="77556"/>
                  </a:lnTo>
                  <a:lnTo>
                    <a:pt x="17183" y="81267"/>
                  </a:lnTo>
                  <a:lnTo>
                    <a:pt x="17958" y="82484"/>
                  </a:lnTo>
                  <a:lnTo>
                    <a:pt x="18475" y="83982"/>
                  </a:lnTo>
                  <a:lnTo>
                    <a:pt x="18238" y="86516"/>
                  </a:lnTo>
                  <a:lnTo>
                    <a:pt x="18712" y="89947"/>
                  </a:lnTo>
                  <a:lnTo>
                    <a:pt x="19327" y="91760"/>
                  </a:lnTo>
                  <a:lnTo>
                    <a:pt x="20100" y="92486"/>
                  </a:lnTo>
                  <a:lnTo>
                    <a:pt x="21055" y="92476"/>
                  </a:lnTo>
                  <a:lnTo>
                    <a:pt x="23801" y="90190"/>
                  </a:lnTo>
                  <a:lnTo>
                    <a:pt x="24452" y="89162"/>
                  </a:lnTo>
                  <a:lnTo>
                    <a:pt x="24867" y="87329"/>
                  </a:lnTo>
                  <a:lnTo>
                    <a:pt x="26242" y="83613"/>
                  </a:lnTo>
                  <a:lnTo>
                    <a:pt x="26328" y="78809"/>
                  </a:lnTo>
                  <a:lnTo>
                    <a:pt x="26624" y="73047"/>
                  </a:lnTo>
                  <a:lnTo>
                    <a:pt x="26289" y="69282"/>
                  </a:lnTo>
                  <a:lnTo>
                    <a:pt x="24845" y="63922"/>
                  </a:lnTo>
                  <a:lnTo>
                    <a:pt x="24213" y="60110"/>
                  </a:lnTo>
                  <a:lnTo>
                    <a:pt x="22781" y="56560"/>
                  </a:lnTo>
                  <a:lnTo>
                    <a:pt x="21904" y="50488"/>
                  </a:lnTo>
                  <a:lnTo>
                    <a:pt x="21542" y="48598"/>
                  </a:lnTo>
                  <a:lnTo>
                    <a:pt x="21270" y="45979"/>
                  </a:lnTo>
                  <a:lnTo>
                    <a:pt x="20962" y="41344"/>
                  </a:lnTo>
                  <a:lnTo>
                    <a:pt x="21923" y="39661"/>
                  </a:lnTo>
                  <a:lnTo>
                    <a:pt x="21827" y="35864"/>
                  </a:lnTo>
                  <a:lnTo>
                    <a:pt x="24188" y="34819"/>
                  </a:lnTo>
                  <a:lnTo>
                    <a:pt x="29296" y="28645"/>
                  </a:lnTo>
                  <a:lnTo>
                    <a:pt x="32459" y="27081"/>
                  </a:lnTo>
                  <a:lnTo>
                    <a:pt x="36062" y="23783"/>
                  </a:lnTo>
                  <a:lnTo>
                    <a:pt x="36897" y="22156"/>
                  </a:lnTo>
                  <a:lnTo>
                    <a:pt x="37620" y="19446"/>
                  </a:lnTo>
                  <a:lnTo>
                    <a:pt x="38179" y="19134"/>
                  </a:lnTo>
                  <a:lnTo>
                    <a:pt x="40058" y="21675"/>
                  </a:lnTo>
                  <a:lnTo>
                    <a:pt x="40985" y="20792"/>
                  </a:lnTo>
                  <a:lnTo>
                    <a:pt x="41352" y="18810"/>
                  </a:lnTo>
                  <a:lnTo>
                    <a:pt x="40840" y="14946"/>
                  </a:lnTo>
                  <a:lnTo>
                    <a:pt x="39763" y="14944"/>
                  </a:lnTo>
                  <a:lnTo>
                    <a:pt x="36522" y="16348"/>
                  </a:lnTo>
                  <a:lnTo>
                    <a:pt x="36205" y="14686"/>
                  </a:lnTo>
                  <a:lnTo>
                    <a:pt x="36206" y="13232"/>
                  </a:lnTo>
                  <a:lnTo>
                    <a:pt x="35441" y="8623"/>
                  </a:lnTo>
                  <a:lnTo>
                    <a:pt x="35917" y="5152"/>
                  </a:lnTo>
                  <a:lnTo>
                    <a:pt x="36404" y="2348"/>
                  </a:lnTo>
                  <a:lnTo>
                    <a:pt x="37334" y="1219"/>
                  </a:lnTo>
                  <a:lnTo>
                    <a:pt x="38693" y="0"/>
                  </a:lnTo>
                  <a:lnTo>
                    <a:pt x="39724" y="1869"/>
                  </a:lnTo>
                  <a:lnTo>
                    <a:pt x="40348" y="3654"/>
                  </a:lnTo>
                  <a:lnTo>
                    <a:pt x="40687" y="5386"/>
                  </a:lnTo>
                  <a:lnTo>
                    <a:pt x="40918" y="10076"/>
                  </a:lnTo>
                  <a:lnTo>
                    <a:pt x="41472" y="14829"/>
                  </a:lnTo>
                  <a:lnTo>
                    <a:pt x="42053" y="18133"/>
                  </a:lnTo>
                  <a:lnTo>
                    <a:pt x="42978" y="20623"/>
                  </a:lnTo>
                  <a:lnTo>
                    <a:pt x="43689" y="20460"/>
                  </a:lnTo>
                  <a:lnTo>
                    <a:pt x="44196" y="20045"/>
                  </a:lnTo>
                  <a:lnTo>
                    <a:pt x="47570" y="19485"/>
                  </a:lnTo>
                  <a:lnTo>
                    <a:pt x="49618" y="21182"/>
                  </a:lnTo>
                  <a:lnTo>
                    <a:pt x="52226" y="22047"/>
                  </a:lnTo>
                  <a:lnTo>
                    <a:pt x="54663" y="25663"/>
                  </a:lnTo>
                  <a:lnTo>
                    <a:pt x="57167" y="30048"/>
                  </a:lnTo>
                  <a:lnTo>
                    <a:pt x="57805" y="33244"/>
                  </a:lnTo>
                  <a:lnTo>
                    <a:pt x="58016" y="36302"/>
                  </a:lnTo>
                  <a:lnTo>
                    <a:pt x="58623" y="38350"/>
                  </a:lnTo>
                  <a:lnTo>
                    <a:pt x="58017" y="40456"/>
                  </a:lnTo>
                  <a:lnTo>
                    <a:pt x="58344" y="43984"/>
                  </a:lnTo>
                  <a:lnTo>
                    <a:pt x="59060" y="47536"/>
                  </a:lnTo>
                  <a:lnTo>
                    <a:pt x="60144" y="49794"/>
                  </a:lnTo>
                  <a:lnTo>
                    <a:pt x="63232" y="50405"/>
                  </a:lnTo>
                  <a:lnTo>
                    <a:pt x="66572" y="48878"/>
                  </a:lnTo>
                  <a:lnTo>
                    <a:pt x="71728" y="47499"/>
                  </a:lnTo>
                  <a:lnTo>
                    <a:pt x="73388" y="46310"/>
                  </a:lnTo>
                  <a:lnTo>
                    <a:pt x="81925" y="45672"/>
                  </a:lnTo>
                  <a:lnTo>
                    <a:pt x="83552" y="47375"/>
                  </a:lnTo>
                  <a:lnTo>
                    <a:pt x="83710" y="49074"/>
                  </a:lnTo>
                  <a:lnTo>
                    <a:pt x="83729" y="50379"/>
                  </a:lnTo>
                  <a:lnTo>
                    <a:pt x="86476" y="56737"/>
                  </a:lnTo>
                  <a:lnTo>
                    <a:pt x="88731" y="57603"/>
                  </a:lnTo>
                  <a:lnTo>
                    <a:pt x="90647" y="59643"/>
                  </a:lnTo>
                  <a:lnTo>
                    <a:pt x="92626" y="60738"/>
                  </a:lnTo>
                  <a:lnTo>
                    <a:pt x="94793" y="62283"/>
                  </a:lnTo>
                  <a:lnTo>
                    <a:pt x="96010" y="62089"/>
                  </a:lnTo>
                  <a:lnTo>
                    <a:pt x="96922" y="61546"/>
                  </a:lnTo>
                  <a:lnTo>
                    <a:pt x="97999" y="61455"/>
                  </a:lnTo>
                  <a:lnTo>
                    <a:pt x="105619" y="50826"/>
                  </a:lnTo>
                  <a:lnTo>
                    <a:pt x="109700" y="51100"/>
                  </a:lnTo>
                  <a:lnTo>
                    <a:pt x="110329" y="50409"/>
                  </a:lnTo>
                  <a:lnTo>
                    <a:pt x="110872" y="49478"/>
                  </a:lnTo>
                  <a:lnTo>
                    <a:pt x="109367" y="47861"/>
                  </a:lnTo>
                  <a:lnTo>
                    <a:pt x="105969" y="47238"/>
                  </a:lnTo>
                  <a:lnTo>
                    <a:pt x="104938" y="48321"/>
                  </a:lnTo>
                  <a:lnTo>
                    <a:pt x="104355" y="45586"/>
                  </a:lnTo>
                  <a:lnTo>
                    <a:pt x="105462" y="45659"/>
                  </a:lnTo>
                  <a:lnTo>
                    <a:pt x="109243" y="44740"/>
                  </a:lnTo>
                  <a:lnTo>
                    <a:pt x="113578" y="45346"/>
                  </a:lnTo>
                  <a:lnTo>
                    <a:pt x="117109" y="43398"/>
                  </a:lnTo>
                  <a:lnTo>
                    <a:pt x="118886" y="43075"/>
                  </a:lnTo>
                  <a:lnTo>
                    <a:pt x="119908" y="43460"/>
                  </a:lnTo>
                  <a:lnTo>
                    <a:pt x="122720" y="42198"/>
                  </a:lnTo>
                  <a:lnTo>
                    <a:pt x="128014" y="43682"/>
                  </a:lnTo>
                  <a:lnTo>
                    <a:pt x="132189" y="42457"/>
                  </a:lnTo>
                  <a:lnTo>
                    <a:pt x="131707" y="44218"/>
                  </a:lnTo>
                  <a:lnTo>
                    <a:pt x="130337" y="45284"/>
                  </a:lnTo>
                  <a:lnTo>
                    <a:pt x="128122" y="45620"/>
                  </a:lnTo>
                  <a:lnTo>
                    <a:pt x="126430" y="48194"/>
                  </a:lnTo>
                  <a:lnTo>
                    <a:pt x="122821" y="47718"/>
                  </a:lnTo>
                  <a:lnTo>
                    <a:pt x="120289" y="48649"/>
                  </a:lnTo>
                  <a:lnTo>
                    <a:pt x="121102" y="49366"/>
                  </a:lnTo>
                  <a:lnTo>
                    <a:pt x="121101" y="52005"/>
                  </a:lnTo>
                  <a:lnTo>
                    <a:pt x="121447" y="52537"/>
                  </a:lnTo>
                  <a:lnTo>
                    <a:pt x="121812" y="52557"/>
                  </a:lnTo>
                  <a:lnTo>
                    <a:pt x="122674" y="54512"/>
                  </a:lnTo>
                  <a:lnTo>
                    <a:pt x="122910" y="55791"/>
                  </a:lnTo>
                  <a:lnTo>
                    <a:pt x="123189" y="58486"/>
                  </a:lnTo>
                  <a:lnTo>
                    <a:pt x="122808" y="61396"/>
                  </a:lnTo>
                  <a:lnTo>
                    <a:pt x="122280" y="62695"/>
                  </a:lnTo>
                  <a:lnTo>
                    <a:pt x="123309" y="62266"/>
                  </a:lnTo>
                  <a:lnTo>
                    <a:pt x="123892" y="60898"/>
                  </a:lnTo>
                  <a:lnTo>
                    <a:pt x="123807" y="59525"/>
                  </a:lnTo>
                  <a:lnTo>
                    <a:pt x="123892" y="57933"/>
                  </a:lnTo>
                  <a:lnTo>
                    <a:pt x="124469" y="58431"/>
                  </a:lnTo>
                  <a:lnTo>
                    <a:pt x="124874" y="59150"/>
                  </a:lnTo>
                  <a:lnTo>
                    <a:pt x="126189" y="66765"/>
                  </a:lnTo>
                  <a:lnTo>
                    <a:pt x="127115" y="70764"/>
                  </a:lnTo>
                  <a:lnTo>
                    <a:pt x="127352" y="70613"/>
                  </a:lnTo>
                  <a:lnTo>
                    <a:pt x="127573" y="70471"/>
                  </a:lnTo>
                  <a:lnTo>
                    <a:pt x="127848" y="69705"/>
                  </a:lnTo>
                  <a:lnTo>
                    <a:pt x="128258" y="67824"/>
                  </a:lnTo>
                  <a:lnTo>
                    <a:pt x="128611" y="69017"/>
                  </a:lnTo>
                  <a:lnTo>
                    <a:pt x="128823" y="69474"/>
                  </a:lnTo>
                  <a:lnTo>
                    <a:pt x="129038" y="69620"/>
                  </a:lnTo>
                  <a:lnTo>
                    <a:pt x="128843" y="67915"/>
                  </a:lnTo>
                  <a:lnTo>
                    <a:pt x="129106" y="65730"/>
                  </a:lnTo>
                  <a:lnTo>
                    <a:pt x="129015" y="64967"/>
                  </a:lnTo>
                  <a:lnTo>
                    <a:pt x="129426" y="64801"/>
                  </a:lnTo>
                  <a:lnTo>
                    <a:pt x="129915" y="65091"/>
                  </a:lnTo>
                  <a:lnTo>
                    <a:pt x="130613" y="65693"/>
                  </a:lnTo>
                  <a:lnTo>
                    <a:pt x="131854" y="68197"/>
                  </a:lnTo>
                  <a:lnTo>
                    <a:pt x="132675" y="70793"/>
                  </a:lnTo>
                  <a:lnTo>
                    <a:pt x="132746" y="72242"/>
                  </a:lnTo>
                  <a:lnTo>
                    <a:pt x="133042" y="73055"/>
                  </a:lnTo>
                  <a:lnTo>
                    <a:pt x="133579" y="73912"/>
                  </a:lnTo>
                  <a:lnTo>
                    <a:pt x="133841" y="75251"/>
                  </a:lnTo>
                  <a:lnTo>
                    <a:pt x="133890" y="73145"/>
                  </a:lnTo>
                  <a:lnTo>
                    <a:pt x="133574" y="71610"/>
                  </a:lnTo>
                  <a:lnTo>
                    <a:pt x="133496" y="69855"/>
                  </a:lnTo>
                  <a:lnTo>
                    <a:pt x="135114" y="69777"/>
                  </a:lnTo>
                  <a:lnTo>
                    <a:pt x="135534" y="67470"/>
                  </a:lnTo>
                  <a:lnTo>
                    <a:pt x="136415" y="68860"/>
                  </a:lnTo>
                  <a:lnTo>
                    <a:pt x="138750" y="75197"/>
                  </a:lnTo>
                  <a:lnTo>
                    <a:pt x="139613" y="76244"/>
                  </a:lnTo>
                  <a:lnTo>
                    <a:pt x="142157" y="77460"/>
                  </a:lnTo>
                  <a:lnTo>
                    <a:pt x="143760" y="80508"/>
                  </a:lnTo>
                  <a:lnTo>
                    <a:pt x="144699" y="83243"/>
                  </a:lnTo>
                  <a:lnTo>
                    <a:pt x="144141" y="86112"/>
                  </a:lnTo>
                  <a:lnTo>
                    <a:pt x="142644" y="87544"/>
                  </a:lnTo>
                  <a:lnTo>
                    <a:pt x="142044" y="89335"/>
                  </a:lnTo>
                  <a:lnTo>
                    <a:pt x="141700" y="91092"/>
                  </a:lnTo>
                  <a:lnTo>
                    <a:pt x="141694" y="92861"/>
                  </a:lnTo>
                  <a:lnTo>
                    <a:pt x="141241" y="94914"/>
                  </a:lnTo>
                  <a:lnTo>
                    <a:pt x="141173" y="95637"/>
                  </a:lnTo>
                  <a:lnTo>
                    <a:pt x="140902" y="98531"/>
                  </a:lnTo>
                  <a:lnTo>
                    <a:pt x="140287" y="102017"/>
                  </a:lnTo>
                  <a:lnTo>
                    <a:pt x="139465" y="105712"/>
                  </a:lnTo>
                  <a:lnTo>
                    <a:pt x="135191" y="105797"/>
                  </a:lnTo>
                  <a:lnTo>
                    <a:pt x="136247" y="107314"/>
                  </a:lnTo>
                  <a:lnTo>
                    <a:pt x="137217" y="108421"/>
                  </a:lnTo>
                  <a:lnTo>
                    <a:pt x="138812" y="111325"/>
                  </a:lnTo>
                  <a:lnTo>
                    <a:pt x="140081" y="109044"/>
                  </a:lnTo>
                  <a:lnTo>
                    <a:pt x="141897" y="108881"/>
                  </a:lnTo>
                  <a:lnTo>
                    <a:pt x="143861" y="106349"/>
                  </a:lnTo>
                  <a:lnTo>
                    <a:pt x="144601" y="105955"/>
                  </a:lnTo>
                  <a:lnTo>
                    <a:pt x="148278" y="107281"/>
                  </a:lnTo>
                  <a:lnTo>
                    <a:pt x="149164" y="105419"/>
                  </a:lnTo>
                  <a:lnTo>
                    <a:pt x="149903" y="104873"/>
                  </a:lnTo>
                  <a:lnTo>
                    <a:pt x="151891" y="1052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6"/>
            <p:cNvSpPr/>
            <p:nvPr/>
          </p:nvSpPr>
          <p:spPr>
            <a:xfrm>
              <a:off x="2454390" y="3089000"/>
              <a:ext cx="1725" cy="1393"/>
            </a:xfrm>
            <a:custGeom>
              <a:avLst/>
              <a:pathLst>
                <a:path w="1725" h="1393">
                  <a:moveTo>
                    <a:pt x="1167" y="1284"/>
                  </a:moveTo>
                  <a:lnTo>
                    <a:pt x="268" y="1393"/>
                  </a:lnTo>
                  <a:lnTo>
                    <a:pt x="0" y="1022"/>
                  </a:lnTo>
                  <a:lnTo>
                    <a:pt x="507" y="111"/>
                  </a:lnTo>
                  <a:lnTo>
                    <a:pt x="1449" y="0"/>
                  </a:lnTo>
                  <a:lnTo>
                    <a:pt x="1725" y="24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7"/>
            <p:cNvSpPr/>
            <p:nvPr/>
          </p:nvSpPr>
          <p:spPr>
            <a:xfrm>
              <a:off x="2457283" y="3086896"/>
              <a:ext cx="1370" cy="1774"/>
            </a:xfrm>
            <a:custGeom>
              <a:avLst/>
              <a:pathLst>
                <a:path w="1370" h="1774">
                  <a:moveTo>
                    <a:pt x="558" y="1562"/>
                  </a:moveTo>
                  <a:lnTo>
                    <a:pt x="260" y="1774"/>
                  </a:lnTo>
                  <a:lnTo>
                    <a:pt x="65" y="1728"/>
                  </a:lnTo>
                  <a:lnTo>
                    <a:pt x="0" y="1302"/>
                  </a:lnTo>
                  <a:lnTo>
                    <a:pt x="203" y="129"/>
                  </a:lnTo>
                  <a:lnTo>
                    <a:pt x="137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8"/>
            <p:cNvSpPr/>
            <p:nvPr/>
          </p:nvSpPr>
          <p:spPr>
            <a:xfrm>
              <a:off x="2457655" y="3079946"/>
              <a:ext cx="1485" cy="1328"/>
            </a:xfrm>
            <a:custGeom>
              <a:avLst/>
              <a:pathLst>
                <a:path w="1485" h="1328">
                  <a:moveTo>
                    <a:pt x="1421" y="357"/>
                  </a:moveTo>
                  <a:lnTo>
                    <a:pt x="1485" y="1328"/>
                  </a:lnTo>
                  <a:lnTo>
                    <a:pt x="828" y="649"/>
                  </a:lnTo>
                  <a:lnTo>
                    <a:pt x="322" y="593"/>
                  </a:lnTo>
                  <a:lnTo>
                    <a:pt x="114" y="416"/>
                  </a:lnTo>
                  <a:lnTo>
                    <a:pt x="0" y="44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89"/>
            <p:cNvSpPr/>
            <p:nvPr/>
          </p:nvSpPr>
          <p:spPr>
            <a:xfrm>
              <a:off x="2452158" y="3108264"/>
              <a:ext cx="3551" cy="2737"/>
            </a:xfrm>
            <a:custGeom>
              <a:avLst/>
              <a:pathLst>
                <a:path w="3551" h="2737">
                  <a:moveTo>
                    <a:pt x="1421" y="0"/>
                  </a:moveTo>
                  <a:lnTo>
                    <a:pt x="2385" y="1304"/>
                  </a:lnTo>
                  <a:lnTo>
                    <a:pt x="3551" y="1304"/>
                  </a:lnTo>
                  <a:lnTo>
                    <a:pt x="2334" y="2607"/>
                  </a:lnTo>
                  <a:lnTo>
                    <a:pt x="0" y="2737"/>
                  </a:lnTo>
                  <a:lnTo>
                    <a:pt x="50" y="6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0"/>
            <p:cNvSpPr/>
            <p:nvPr/>
          </p:nvSpPr>
          <p:spPr>
            <a:xfrm>
              <a:off x="2453325" y="3091196"/>
              <a:ext cx="1471" cy="1302"/>
            </a:xfrm>
            <a:custGeom>
              <a:avLst/>
              <a:pathLst>
                <a:path w="1471" h="1302">
                  <a:moveTo>
                    <a:pt x="1471" y="520"/>
                  </a:moveTo>
                  <a:lnTo>
                    <a:pt x="710" y="1302"/>
                  </a:lnTo>
                  <a:lnTo>
                    <a:pt x="196" y="1193"/>
                  </a:lnTo>
                  <a:lnTo>
                    <a:pt x="0" y="911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1"/>
            <p:cNvSpPr/>
            <p:nvPr/>
          </p:nvSpPr>
          <p:spPr>
            <a:xfrm>
              <a:off x="2450610" y="3090805"/>
              <a:ext cx="2055" cy="1888"/>
            </a:xfrm>
            <a:custGeom>
              <a:avLst/>
              <a:pathLst>
                <a:path w="2055" h="1888">
                  <a:moveTo>
                    <a:pt x="2055" y="1628"/>
                  </a:moveTo>
                  <a:lnTo>
                    <a:pt x="1193" y="1888"/>
                  </a:lnTo>
                  <a:lnTo>
                    <a:pt x="0" y="520"/>
                  </a:lnTo>
                  <a:lnTo>
                    <a:pt x="939" y="0"/>
                  </a:lnTo>
                  <a:lnTo>
                    <a:pt x="1548" y="3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2"/>
            <p:cNvSpPr/>
            <p:nvPr/>
          </p:nvSpPr>
          <p:spPr>
            <a:xfrm>
              <a:off x="4425297" y="3375032"/>
              <a:ext cx="1042" cy="2536"/>
            </a:xfrm>
            <a:custGeom>
              <a:avLst/>
              <a:pathLst>
                <a:path w="1042" h="2536">
                  <a:moveTo>
                    <a:pt x="569" y="2468"/>
                  </a:moveTo>
                  <a:lnTo>
                    <a:pt x="244" y="2536"/>
                  </a:lnTo>
                  <a:lnTo>
                    <a:pt x="0" y="1933"/>
                  </a:lnTo>
                  <a:lnTo>
                    <a:pt x="1042" y="0"/>
                  </a:lnTo>
                  <a:lnTo>
                    <a:pt x="938" y="1281"/>
                  </a:lnTo>
                  <a:lnTo>
                    <a:pt x="973" y="192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3"/>
            <p:cNvSpPr/>
            <p:nvPr/>
          </p:nvSpPr>
          <p:spPr>
            <a:xfrm>
              <a:off x="4394012" y="3325922"/>
              <a:ext cx="2687" cy="11795"/>
            </a:xfrm>
            <a:custGeom>
              <a:avLst/>
              <a:pathLst>
                <a:path w="2687" h="11795">
                  <a:moveTo>
                    <a:pt x="2467" y="1109"/>
                  </a:moveTo>
                  <a:lnTo>
                    <a:pt x="2687" y="2578"/>
                  </a:lnTo>
                  <a:lnTo>
                    <a:pt x="2603" y="6013"/>
                  </a:lnTo>
                  <a:lnTo>
                    <a:pt x="2155" y="9385"/>
                  </a:lnTo>
                  <a:lnTo>
                    <a:pt x="2288" y="10854"/>
                  </a:lnTo>
                  <a:lnTo>
                    <a:pt x="1944" y="11795"/>
                  </a:lnTo>
                  <a:lnTo>
                    <a:pt x="1181" y="5479"/>
                  </a:lnTo>
                  <a:lnTo>
                    <a:pt x="212" y="2747"/>
                  </a:lnTo>
                  <a:lnTo>
                    <a:pt x="0" y="1692"/>
                  </a:lnTo>
                  <a:lnTo>
                    <a:pt x="563" y="1768"/>
                  </a:lnTo>
                  <a:lnTo>
                    <a:pt x="1568" y="41"/>
                  </a:lnTo>
                  <a:lnTo>
                    <a:pt x="205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4"/>
            <p:cNvSpPr/>
            <p:nvPr/>
          </p:nvSpPr>
          <p:spPr>
            <a:xfrm>
              <a:off x="4431165" y="3325395"/>
              <a:ext cx="1346" cy="3239"/>
            </a:xfrm>
            <a:custGeom>
              <a:avLst/>
              <a:pathLst>
                <a:path w="1346" h="3239">
                  <a:moveTo>
                    <a:pt x="1032" y="1448"/>
                  </a:moveTo>
                  <a:lnTo>
                    <a:pt x="67" y="3239"/>
                  </a:lnTo>
                  <a:lnTo>
                    <a:pt x="0" y="1734"/>
                  </a:lnTo>
                  <a:lnTo>
                    <a:pt x="839" y="764"/>
                  </a:lnTo>
                  <a:lnTo>
                    <a:pt x="1135" y="0"/>
                  </a:lnTo>
                  <a:lnTo>
                    <a:pt x="1346" y="1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5"/>
            <p:cNvSpPr/>
            <p:nvPr/>
          </p:nvSpPr>
          <p:spPr>
            <a:xfrm>
              <a:off x="4429240" y="3017469"/>
              <a:ext cx="1770" cy="3663"/>
            </a:xfrm>
            <a:custGeom>
              <a:avLst/>
              <a:pathLst>
                <a:path w="1770" h="3663">
                  <a:moveTo>
                    <a:pt x="1389" y="3546"/>
                  </a:moveTo>
                  <a:lnTo>
                    <a:pt x="913" y="3663"/>
                  </a:lnTo>
                  <a:lnTo>
                    <a:pt x="0" y="1265"/>
                  </a:lnTo>
                  <a:lnTo>
                    <a:pt x="492" y="0"/>
                  </a:lnTo>
                  <a:lnTo>
                    <a:pt x="1531" y="893"/>
                  </a:lnTo>
                  <a:lnTo>
                    <a:pt x="1770" y="1470"/>
                  </a:lnTo>
                  <a:lnTo>
                    <a:pt x="1764" y="1988"/>
                  </a:lnTo>
                  <a:lnTo>
                    <a:pt x="1514" y="31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6"/>
            <p:cNvSpPr/>
            <p:nvPr/>
          </p:nvSpPr>
          <p:spPr>
            <a:xfrm>
              <a:off x="4427615" y="3015670"/>
              <a:ext cx="1106" cy="3887"/>
            </a:xfrm>
            <a:custGeom>
              <a:avLst/>
              <a:pathLst>
                <a:path w="1106" h="3887">
                  <a:moveTo>
                    <a:pt x="1106" y="3315"/>
                  </a:moveTo>
                  <a:lnTo>
                    <a:pt x="974" y="3887"/>
                  </a:lnTo>
                  <a:lnTo>
                    <a:pt x="387" y="2487"/>
                  </a:lnTo>
                  <a:lnTo>
                    <a:pt x="0" y="1882"/>
                  </a:lnTo>
                  <a:lnTo>
                    <a:pt x="297" y="0"/>
                  </a:lnTo>
                  <a:lnTo>
                    <a:pt x="985" y="205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7"/>
            <p:cNvSpPr/>
            <p:nvPr/>
          </p:nvSpPr>
          <p:spPr>
            <a:xfrm>
              <a:off x="4434863" y="3012534"/>
              <a:ext cx="1749" cy="3944"/>
            </a:xfrm>
            <a:custGeom>
              <a:avLst/>
              <a:pathLst>
                <a:path w="1749" h="3944">
                  <a:moveTo>
                    <a:pt x="1404" y="3174"/>
                  </a:moveTo>
                  <a:lnTo>
                    <a:pt x="763" y="3944"/>
                  </a:lnTo>
                  <a:lnTo>
                    <a:pt x="0" y="3858"/>
                  </a:lnTo>
                  <a:lnTo>
                    <a:pt x="913" y="2413"/>
                  </a:lnTo>
                  <a:lnTo>
                    <a:pt x="1377" y="626"/>
                  </a:lnTo>
                  <a:lnTo>
                    <a:pt x="1749" y="0"/>
                  </a:lnTo>
                  <a:lnTo>
                    <a:pt x="1747" y="156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8"/>
            <p:cNvSpPr/>
            <p:nvPr/>
          </p:nvSpPr>
          <p:spPr>
            <a:xfrm>
              <a:off x="4434912" y="3005593"/>
              <a:ext cx="2292" cy="5238"/>
            </a:xfrm>
            <a:custGeom>
              <a:avLst/>
              <a:pathLst>
                <a:path w="2292" h="5238">
                  <a:moveTo>
                    <a:pt x="2292" y="1540"/>
                  </a:moveTo>
                  <a:lnTo>
                    <a:pt x="634" y="5238"/>
                  </a:lnTo>
                  <a:lnTo>
                    <a:pt x="0" y="5179"/>
                  </a:lnTo>
                  <a:lnTo>
                    <a:pt x="564" y="994"/>
                  </a:lnTo>
                  <a:lnTo>
                    <a:pt x="837" y="0"/>
                  </a:lnTo>
                  <a:lnTo>
                    <a:pt x="1831" y="143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599"/>
            <p:cNvSpPr/>
            <p:nvPr/>
          </p:nvSpPr>
          <p:spPr>
            <a:xfrm>
              <a:off x="4374195" y="2944241"/>
              <a:ext cx="84210" cy="436201"/>
            </a:xfrm>
            <a:custGeom>
              <a:avLst/>
              <a:pathLst>
                <a:path w="84210" h="436201">
                  <a:moveTo>
                    <a:pt x="67267" y="54289"/>
                  </a:moveTo>
                  <a:lnTo>
                    <a:pt x="66727" y="54556"/>
                  </a:lnTo>
                  <a:lnTo>
                    <a:pt x="65384" y="54609"/>
                  </a:lnTo>
                  <a:lnTo>
                    <a:pt x="64212" y="57306"/>
                  </a:lnTo>
                  <a:lnTo>
                    <a:pt x="63401" y="58422"/>
                  </a:lnTo>
                  <a:lnTo>
                    <a:pt x="62137" y="59363"/>
                  </a:lnTo>
                  <a:lnTo>
                    <a:pt x="60791" y="60882"/>
                  </a:lnTo>
                  <a:lnTo>
                    <a:pt x="60402" y="63562"/>
                  </a:lnTo>
                  <a:lnTo>
                    <a:pt x="60370" y="65502"/>
                  </a:lnTo>
                  <a:lnTo>
                    <a:pt x="60150" y="67668"/>
                  </a:lnTo>
                  <a:lnTo>
                    <a:pt x="57969" y="70813"/>
                  </a:lnTo>
                  <a:lnTo>
                    <a:pt x="57359" y="70493"/>
                  </a:lnTo>
                  <a:lnTo>
                    <a:pt x="56939" y="69320"/>
                  </a:lnTo>
                  <a:lnTo>
                    <a:pt x="56295" y="69558"/>
                  </a:lnTo>
                  <a:lnTo>
                    <a:pt x="55860" y="70144"/>
                  </a:lnTo>
                  <a:lnTo>
                    <a:pt x="55342" y="70064"/>
                  </a:lnTo>
                  <a:lnTo>
                    <a:pt x="54764" y="70776"/>
                  </a:lnTo>
                  <a:lnTo>
                    <a:pt x="54009" y="70554"/>
                  </a:lnTo>
                  <a:lnTo>
                    <a:pt x="53314" y="69561"/>
                  </a:lnTo>
                  <a:lnTo>
                    <a:pt x="52911" y="69301"/>
                  </a:lnTo>
                  <a:lnTo>
                    <a:pt x="52430" y="69290"/>
                  </a:lnTo>
                  <a:lnTo>
                    <a:pt x="52339" y="70466"/>
                  </a:lnTo>
                  <a:lnTo>
                    <a:pt x="53050" y="75026"/>
                  </a:lnTo>
                  <a:lnTo>
                    <a:pt x="53236" y="77127"/>
                  </a:lnTo>
                  <a:lnTo>
                    <a:pt x="50904" y="83288"/>
                  </a:lnTo>
                  <a:lnTo>
                    <a:pt x="51157" y="87259"/>
                  </a:lnTo>
                  <a:lnTo>
                    <a:pt x="50526" y="90312"/>
                  </a:lnTo>
                  <a:lnTo>
                    <a:pt x="49117" y="92763"/>
                  </a:lnTo>
                  <a:lnTo>
                    <a:pt x="46472" y="99083"/>
                  </a:lnTo>
                  <a:lnTo>
                    <a:pt x="45281" y="99221"/>
                  </a:lnTo>
                  <a:lnTo>
                    <a:pt x="44382" y="100648"/>
                  </a:lnTo>
                  <a:lnTo>
                    <a:pt x="42424" y="111038"/>
                  </a:lnTo>
                  <a:lnTo>
                    <a:pt x="42403" y="114597"/>
                  </a:lnTo>
                  <a:lnTo>
                    <a:pt x="42095" y="117202"/>
                  </a:lnTo>
                  <a:lnTo>
                    <a:pt x="42161" y="119703"/>
                  </a:lnTo>
                  <a:lnTo>
                    <a:pt x="41302" y="124621"/>
                  </a:lnTo>
                  <a:lnTo>
                    <a:pt x="40411" y="126707"/>
                  </a:lnTo>
                  <a:lnTo>
                    <a:pt x="40213" y="129392"/>
                  </a:lnTo>
                  <a:lnTo>
                    <a:pt x="41481" y="134918"/>
                  </a:lnTo>
                  <a:lnTo>
                    <a:pt x="41622" y="135893"/>
                  </a:lnTo>
                  <a:lnTo>
                    <a:pt x="42358" y="138861"/>
                  </a:lnTo>
                  <a:lnTo>
                    <a:pt x="42715" y="140979"/>
                  </a:lnTo>
                  <a:lnTo>
                    <a:pt x="43279" y="143097"/>
                  </a:lnTo>
                  <a:lnTo>
                    <a:pt x="45320" y="148597"/>
                  </a:lnTo>
                  <a:lnTo>
                    <a:pt x="46228" y="150280"/>
                  </a:lnTo>
                  <a:lnTo>
                    <a:pt x="47322" y="151424"/>
                  </a:lnTo>
                  <a:lnTo>
                    <a:pt x="49306" y="156374"/>
                  </a:lnTo>
                  <a:lnTo>
                    <a:pt x="50308" y="159528"/>
                  </a:lnTo>
                  <a:lnTo>
                    <a:pt x="49852" y="161678"/>
                  </a:lnTo>
                  <a:lnTo>
                    <a:pt x="50076" y="166232"/>
                  </a:lnTo>
                  <a:lnTo>
                    <a:pt x="48660" y="164888"/>
                  </a:lnTo>
                  <a:lnTo>
                    <a:pt x="48829" y="165425"/>
                  </a:lnTo>
                  <a:lnTo>
                    <a:pt x="50512" y="167910"/>
                  </a:lnTo>
                  <a:lnTo>
                    <a:pt x="53032" y="176645"/>
                  </a:lnTo>
                  <a:lnTo>
                    <a:pt x="55224" y="180953"/>
                  </a:lnTo>
                  <a:lnTo>
                    <a:pt x="57453" y="185854"/>
                  </a:lnTo>
                  <a:lnTo>
                    <a:pt x="58149" y="190510"/>
                  </a:lnTo>
                  <a:lnTo>
                    <a:pt x="60159" y="193589"/>
                  </a:lnTo>
                  <a:lnTo>
                    <a:pt x="62395" y="198056"/>
                  </a:lnTo>
                  <a:lnTo>
                    <a:pt x="62297" y="199059"/>
                  </a:lnTo>
                  <a:lnTo>
                    <a:pt x="62903" y="200258"/>
                  </a:lnTo>
                  <a:lnTo>
                    <a:pt x="64406" y="202628"/>
                  </a:lnTo>
                  <a:lnTo>
                    <a:pt x="65316" y="205133"/>
                  </a:lnTo>
                  <a:lnTo>
                    <a:pt x="65669" y="207515"/>
                  </a:lnTo>
                  <a:lnTo>
                    <a:pt x="66224" y="207895"/>
                  </a:lnTo>
                  <a:lnTo>
                    <a:pt x="66848" y="207310"/>
                  </a:lnTo>
                  <a:lnTo>
                    <a:pt x="67475" y="207082"/>
                  </a:lnTo>
                  <a:lnTo>
                    <a:pt x="67920" y="207260"/>
                  </a:lnTo>
                  <a:lnTo>
                    <a:pt x="68594" y="209871"/>
                  </a:lnTo>
                  <a:lnTo>
                    <a:pt x="69534" y="212207"/>
                  </a:lnTo>
                  <a:lnTo>
                    <a:pt x="69986" y="214353"/>
                  </a:lnTo>
                  <a:lnTo>
                    <a:pt x="70353" y="214066"/>
                  </a:lnTo>
                  <a:lnTo>
                    <a:pt x="70658" y="214390"/>
                  </a:lnTo>
                  <a:lnTo>
                    <a:pt x="70735" y="216185"/>
                  </a:lnTo>
                  <a:lnTo>
                    <a:pt x="70873" y="217367"/>
                  </a:lnTo>
                  <a:lnTo>
                    <a:pt x="72131" y="220812"/>
                  </a:lnTo>
                  <a:lnTo>
                    <a:pt x="72731" y="224056"/>
                  </a:lnTo>
                  <a:lnTo>
                    <a:pt x="74231" y="229315"/>
                  </a:lnTo>
                  <a:lnTo>
                    <a:pt x="75340" y="232303"/>
                  </a:lnTo>
                  <a:lnTo>
                    <a:pt x="76129" y="233987"/>
                  </a:lnTo>
                  <a:lnTo>
                    <a:pt x="77033" y="235425"/>
                  </a:lnTo>
                  <a:lnTo>
                    <a:pt x="77918" y="241259"/>
                  </a:lnTo>
                  <a:lnTo>
                    <a:pt x="78398" y="246549"/>
                  </a:lnTo>
                  <a:lnTo>
                    <a:pt x="79348" y="252419"/>
                  </a:lnTo>
                  <a:lnTo>
                    <a:pt x="80066" y="254980"/>
                  </a:lnTo>
                  <a:lnTo>
                    <a:pt x="80091" y="259813"/>
                  </a:lnTo>
                  <a:lnTo>
                    <a:pt x="80669" y="264791"/>
                  </a:lnTo>
                  <a:lnTo>
                    <a:pt x="81292" y="268150"/>
                  </a:lnTo>
                  <a:lnTo>
                    <a:pt x="81475" y="271582"/>
                  </a:lnTo>
                  <a:lnTo>
                    <a:pt x="81666" y="273285"/>
                  </a:lnTo>
                  <a:lnTo>
                    <a:pt x="81905" y="274563"/>
                  </a:lnTo>
                  <a:lnTo>
                    <a:pt x="82580" y="280384"/>
                  </a:lnTo>
                  <a:lnTo>
                    <a:pt x="82405" y="283085"/>
                  </a:lnTo>
                  <a:lnTo>
                    <a:pt x="81933" y="280434"/>
                  </a:lnTo>
                  <a:lnTo>
                    <a:pt x="81990" y="288241"/>
                  </a:lnTo>
                  <a:lnTo>
                    <a:pt x="82405" y="292371"/>
                  </a:lnTo>
                  <a:lnTo>
                    <a:pt x="82218" y="297436"/>
                  </a:lnTo>
                  <a:lnTo>
                    <a:pt x="82652" y="299214"/>
                  </a:lnTo>
                  <a:lnTo>
                    <a:pt x="83425" y="304938"/>
                  </a:lnTo>
                  <a:lnTo>
                    <a:pt x="83968" y="306992"/>
                  </a:lnTo>
                  <a:lnTo>
                    <a:pt x="83923" y="313993"/>
                  </a:lnTo>
                  <a:lnTo>
                    <a:pt x="84210" y="317522"/>
                  </a:lnTo>
                  <a:lnTo>
                    <a:pt x="83479" y="315420"/>
                  </a:lnTo>
                  <a:lnTo>
                    <a:pt x="82951" y="313022"/>
                  </a:lnTo>
                  <a:lnTo>
                    <a:pt x="82243" y="314289"/>
                  </a:lnTo>
                  <a:lnTo>
                    <a:pt x="81609" y="316157"/>
                  </a:lnTo>
                  <a:lnTo>
                    <a:pt x="82596" y="323681"/>
                  </a:lnTo>
                  <a:lnTo>
                    <a:pt x="81470" y="322966"/>
                  </a:lnTo>
                  <a:lnTo>
                    <a:pt x="81572" y="333086"/>
                  </a:lnTo>
                  <a:lnTo>
                    <a:pt x="82038" y="335450"/>
                  </a:lnTo>
                  <a:lnTo>
                    <a:pt x="82072" y="336583"/>
                  </a:lnTo>
                  <a:lnTo>
                    <a:pt x="81935" y="337938"/>
                  </a:lnTo>
                  <a:lnTo>
                    <a:pt x="81624" y="336456"/>
                  </a:lnTo>
                  <a:lnTo>
                    <a:pt x="81558" y="334931"/>
                  </a:lnTo>
                  <a:lnTo>
                    <a:pt x="81381" y="335269"/>
                  </a:lnTo>
                  <a:lnTo>
                    <a:pt x="81390" y="336054"/>
                  </a:lnTo>
                  <a:lnTo>
                    <a:pt x="81014" y="337840"/>
                  </a:lnTo>
                  <a:lnTo>
                    <a:pt x="80902" y="340053"/>
                  </a:lnTo>
                  <a:lnTo>
                    <a:pt x="81307" y="341934"/>
                  </a:lnTo>
                  <a:lnTo>
                    <a:pt x="81375" y="343370"/>
                  </a:lnTo>
                  <a:lnTo>
                    <a:pt x="81083" y="345146"/>
                  </a:lnTo>
                  <a:lnTo>
                    <a:pt x="80614" y="347028"/>
                  </a:lnTo>
                  <a:lnTo>
                    <a:pt x="79546" y="347276"/>
                  </a:lnTo>
                  <a:lnTo>
                    <a:pt x="79302" y="350949"/>
                  </a:lnTo>
                  <a:lnTo>
                    <a:pt x="78936" y="354849"/>
                  </a:lnTo>
                  <a:lnTo>
                    <a:pt x="77027" y="355468"/>
                  </a:lnTo>
                  <a:lnTo>
                    <a:pt x="75640" y="358901"/>
                  </a:lnTo>
                  <a:lnTo>
                    <a:pt x="73925" y="360180"/>
                  </a:lnTo>
                  <a:lnTo>
                    <a:pt x="72398" y="363585"/>
                  </a:lnTo>
                  <a:lnTo>
                    <a:pt x="70708" y="366731"/>
                  </a:lnTo>
                  <a:lnTo>
                    <a:pt x="69609" y="367148"/>
                  </a:lnTo>
                  <a:lnTo>
                    <a:pt x="68674" y="367825"/>
                  </a:lnTo>
                  <a:lnTo>
                    <a:pt x="67597" y="373052"/>
                  </a:lnTo>
                  <a:lnTo>
                    <a:pt x="65799" y="373651"/>
                  </a:lnTo>
                  <a:lnTo>
                    <a:pt x="62569" y="377924"/>
                  </a:lnTo>
                  <a:lnTo>
                    <a:pt x="61486" y="379982"/>
                  </a:lnTo>
                  <a:lnTo>
                    <a:pt x="60498" y="380785"/>
                  </a:lnTo>
                  <a:lnTo>
                    <a:pt x="59083" y="382566"/>
                  </a:lnTo>
                  <a:lnTo>
                    <a:pt x="58778" y="381931"/>
                  </a:lnTo>
                  <a:lnTo>
                    <a:pt x="58307" y="380403"/>
                  </a:lnTo>
                  <a:lnTo>
                    <a:pt x="57084" y="379612"/>
                  </a:lnTo>
                  <a:lnTo>
                    <a:pt x="56485" y="377900"/>
                  </a:lnTo>
                  <a:lnTo>
                    <a:pt x="56311" y="375694"/>
                  </a:lnTo>
                  <a:lnTo>
                    <a:pt x="56150" y="374819"/>
                  </a:lnTo>
                  <a:lnTo>
                    <a:pt x="55885" y="376067"/>
                  </a:lnTo>
                  <a:lnTo>
                    <a:pt x="55683" y="381315"/>
                  </a:lnTo>
                  <a:lnTo>
                    <a:pt x="55469" y="382508"/>
                  </a:lnTo>
                  <a:lnTo>
                    <a:pt x="54946" y="383026"/>
                  </a:lnTo>
                  <a:lnTo>
                    <a:pt x="53918" y="381534"/>
                  </a:lnTo>
                  <a:lnTo>
                    <a:pt x="52935" y="378510"/>
                  </a:lnTo>
                  <a:lnTo>
                    <a:pt x="51537" y="380599"/>
                  </a:lnTo>
                  <a:lnTo>
                    <a:pt x="51966" y="380856"/>
                  </a:lnTo>
                  <a:lnTo>
                    <a:pt x="52603" y="380684"/>
                  </a:lnTo>
                  <a:lnTo>
                    <a:pt x="53095" y="381207"/>
                  </a:lnTo>
                  <a:lnTo>
                    <a:pt x="53513" y="383224"/>
                  </a:lnTo>
                  <a:lnTo>
                    <a:pt x="53499" y="384322"/>
                  </a:lnTo>
                  <a:lnTo>
                    <a:pt x="53282" y="385597"/>
                  </a:lnTo>
                  <a:lnTo>
                    <a:pt x="51971" y="385801"/>
                  </a:lnTo>
                  <a:lnTo>
                    <a:pt x="50224" y="385352"/>
                  </a:lnTo>
                  <a:lnTo>
                    <a:pt x="49906" y="385524"/>
                  </a:lnTo>
                  <a:lnTo>
                    <a:pt x="51498" y="387490"/>
                  </a:lnTo>
                  <a:lnTo>
                    <a:pt x="52955" y="388626"/>
                  </a:lnTo>
                  <a:lnTo>
                    <a:pt x="53602" y="389871"/>
                  </a:lnTo>
                  <a:lnTo>
                    <a:pt x="53602" y="390897"/>
                  </a:lnTo>
                  <a:lnTo>
                    <a:pt x="52784" y="392559"/>
                  </a:lnTo>
                  <a:lnTo>
                    <a:pt x="52151" y="394592"/>
                  </a:lnTo>
                  <a:lnTo>
                    <a:pt x="52139" y="395853"/>
                  </a:lnTo>
                  <a:lnTo>
                    <a:pt x="52124" y="397261"/>
                  </a:lnTo>
                  <a:lnTo>
                    <a:pt x="51419" y="398479"/>
                  </a:lnTo>
                  <a:lnTo>
                    <a:pt x="50979" y="398236"/>
                  </a:lnTo>
                  <a:lnTo>
                    <a:pt x="49734" y="396121"/>
                  </a:lnTo>
                  <a:lnTo>
                    <a:pt x="46135" y="387787"/>
                  </a:lnTo>
                  <a:lnTo>
                    <a:pt x="46678" y="390139"/>
                  </a:lnTo>
                  <a:lnTo>
                    <a:pt x="50405" y="399620"/>
                  </a:lnTo>
                  <a:lnTo>
                    <a:pt x="51060" y="402741"/>
                  </a:lnTo>
                  <a:lnTo>
                    <a:pt x="51153" y="404943"/>
                  </a:lnTo>
                  <a:lnTo>
                    <a:pt x="50770" y="406052"/>
                  </a:lnTo>
                  <a:lnTo>
                    <a:pt x="50136" y="407356"/>
                  </a:lnTo>
                  <a:lnTo>
                    <a:pt x="48915" y="407455"/>
                  </a:lnTo>
                  <a:lnTo>
                    <a:pt x="46913" y="403928"/>
                  </a:lnTo>
                  <a:lnTo>
                    <a:pt x="43710" y="395469"/>
                  </a:lnTo>
                  <a:lnTo>
                    <a:pt x="42620" y="394316"/>
                  </a:lnTo>
                  <a:lnTo>
                    <a:pt x="45860" y="403983"/>
                  </a:lnTo>
                  <a:lnTo>
                    <a:pt x="46390" y="406331"/>
                  </a:lnTo>
                  <a:lnTo>
                    <a:pt x="46937" y="409043"/>
                  </a:lnTo>
                  <a:lnTo>
                    <a:pt x="46781" y="410655"/>
                  </a:lnTo>
                  <a:lnTo>
                    <a:pt x="46503" y="412164"/>
                  </a:lnTo>
                  <a:lnTo>
                    <a:pt x="38822" y="421133"/>
                  </a:lnTo>
                  <a:lnTo>
                    <a:pt x="37676" y="424998"/>
                  </a:lnTo>
                  <a:lnTo>
                    <a:pt x="36766" y="429764"/>
                  </a:lnTo>
                  <a:lnTo>
                    <a:pt x="35258" y="432417"/>
                  </a:lnTo>
                  <a:lnTo>
                    <a:pt x="34373" y="434844"/>
                  </a:lnTo>
                  <a:lnTo>
                    <a:pt x="31813" y="436201"/>
                  </a:lnTo>
                  <a:lnTo>
                    <a:pt x="30415" y="435776"/>
                  </a:lnTo>
                  <a:lnTo>
                    <a:pt x="31864" y="431374"/>
                  </a:lnTo>
                  <a:lnTo>
                    <a:pt x="30969" y="429742"/>
                  </a:lnTo>
                  <a:lnTo>
                    <a:pt x="30924" y="418406"/>
                  </a:lnTo>
                  <a:lnTo>
                    <a:pt x="31276" y="405976"/>
                  </a:lnTo>
                  <a:lnTo>
                    <a:pt x="31943" y="399767"/>
                  </a:lnTo>
                  <a:lnTo>
                    <a:pt x="32909" y="398219"/>
                  </a:lnTo>
                  <a:lnTo>
                    <a:pt x="34122" y="397264"/>
                  </a:lnTo>
                  <a:lnTo>
                    <a:pt x="34149" y="395955"/>
                  </a:lnTo>
                  <a:lnTo>
                    <a:pt x="34029" y="394465"/>
                  </a:lnTo>
                  <a:lnTo>
                    <a:pt x="33377" y="392345"/>
                  </a:lnTo>
                  <a:lnTo>
                    <a:pt x="32664" y="391366"/>
                  </a:lnTo>
                  <a:lnTo>
                    <a:pt x="31598" y="390946"/>
                  </a:lnTo>
                  <a:lnTo>
                    <a:pt x="30778" y="388347"/>
                  </a:lnTo>
                  <a:lnTo>
                    <a:pt x="30153" y="388454"/>
                  </a:lnTo>
                  <a:lnTo>
                    <a:pt x="29184" y="389317"/>
                  </a:lnTo>
                  <a:lnTo>
                    <a:pt x="28600" y="388202"/>
                  </a:lnTo>
                  <a:lnTo>
                    <a:pt x="28385" y="386451"/>
                  </a:lnTo>
                  <a:lnTo>
                    <a:pt x="27488" y="384291"/>
                  </a:lnTo>
                  <a:lnTo>
                    <a:pt x="26456" y="382186"/>
                  </a:lnTo>
                  <a:lnTo>
                    <a:pt x="26923" y="381857"/>
                  </a:lnTo>
                  <a:lnTo>
                    <a:pt x="27465" y="380647"/>
                  </a:lnTo>
                  <a:lnTo>
                    <a:pt x="28043" y="379092"/>
                  </a:lnTo>
                  <a:lnTo>
                    <a:pt x="29486" y="378877"/>
                  </a:lnTo>
                  <a:lnTo>
                    <a:pt x="30933" y="378949"/>
                  </a:lnTo>
                  <a:lnTo>
                    <a:pt x="31338" y="378545"/>
                  </a:lnTo>
                  <a:lnTo>
                    <a:pt x="31921" y="376897"/>
                  </a:lnTo>
                  <a:lnTo>
                    <a:pt x="32872" y="374779"/>
                  </a:lnTo>
                  <a:lnTo>
                    <a:pt x="33591" y="373604"/>
                  </a:lnTo>
                  <a:lnTo>
                    <a:pt x="33761" y="372655"/>
                  </a:lnTo>
                  <a:lnTo>
                    <a:pt x="33473" y="370422"/>
                  </a:lnTo>
                  <a:lnTo>
                    <a:pt x="33313" y="368132"/>
                  </a:lnTo>
                  <a:lnTo>
                    <a:pt x="33583" y="367408"/>
                  </a:lnTo>
                  <a:lnTo>
                    <a:pt x="34892" y="367816"/>
                  </a:lnTo>
                  <a:lnTo>
                    <a:pt x="36329" y="368882"/>
                  </a:lnTo>
                  <a:lnTo>
                    <a:pt x="36678" y="369364"/>
                  </a:lnTo>
                  <a:lnTo>
                    <a:pt x="37505" y="366559"/>
                  </a:lnTo>
                  <a:lnTo>
                    <a:pt x="37727" y="366219"/>
                  </a:lnTo>
                  <a:lnTo>
                    <a:pt x="38267" y="366224"/>
                  </a:lnTo>
                  <a:lnTo>
                    <a:pt x="39692" y="365708"/>
                  </a:lnTo>
                  <a:lnTo>
                    <a:pt x="41087" y="364965"/>
                  </a:lnTo>
                  <a:lnTo>
                    <a:pt x="41747" y="365085"/>
                  </a:lnTo>
                  <a:lnTo>
                    <a:pt x="42387" y="366973"/>
                  </a:lnTo>
                  <a:lnTo>
                    <a:pt x="42877" y="368820"/>
                  </a:lnTo>
                  <a:lnTo>
                    <a:pt x="43129" y="368970"/>
                  </a:lnTo>
                  <a:lnTo>
                    <a:pt x="43854" y="368182"/>
                  </a:lnTo>
                  <a:lnTo>
                    <a:pt x="44452" y="369168"/>
                  </a:lnTo>
                  <a:lnTo>
                    <a:pt x="45702" y="370779"/>
                  </a:lnTo>
                  <a:lnTo>
                    <a:pt x="46452" y="370849"/>
                  </a:lnTo>
                  <a:lnTo>
                    <a:pt x="46079" y="367094"/>
                  </a:lnTo>
                  <a:lnTo>
                    <a:pt x="46498" y="364425"/>
                  </a:lnTo>
                  <a:lnTo>
                    <a:pt x="46417" y="363692"/>
                  </a:lnTo>
                  <a:lnTo>
                    <a:pt x="45710" y="362464"/>
                  </a:lnTo>
                  <a:lnTo>
                    <a:pt x="43318" y="357554"/>
                  </a:lnTo>
                  <a:lnTo>
                    <a:pt x="42909" y="356093"/>
                  </a:lnTo>
                  <a:lnTo>
                    <a:pt x="42965" y="353784"/>
                  </a:lnTo>
                  <a:lnTo>
                    <a:pt x="42885" y="350397"/>
                  </a:lnTo>
                  <a:lnTo>
                    <a:pt x="42670" y="348267"/>
                  </a:lnTo>
                  <a:lnTo>
                    <a:pt x="42706" y="347020"/>
                  </a:lnTo>
                  <a:lnTo>
                    <a:pt x="42856" y="346025"/>
                  </a:lnTo>
                  <a:lnTo>
                    <a:pt x="43297" y="345630"/>
                  </a:lnTo>
                  <a:lnTo>
                    <a:pt x="43720" y="345495"/>
                  </a:lnTo>
                  <a:lnTo>
                    <a:pt x="44062" y="344622"/>
                  </a:lnTo>
                  <a:lnTo>
                    <a:pt x="44635" y="342390"/>
                  </a:lnTo>
                  <a:lnTo>
                    <a:pt x="45750" y="342590"/>
                  </a:lnTo>
                  <a:lnTo>
                    <a:pt x="47317" y="343858"/>
                  </a:lnTo>
                  <a:lnTo>
                    <a:pt x="48476" y="344641"/>
                  </a:lnTo>
                  <a:lnTo>
                    <a:pt x="49159" y="344488"/>
                  </a:lnTo>
                  <a:lnTo>
                    <a:pt x="49312" y="344169"/>
                  </a:lnTo>
                  <a:lnTo>
                    <a:pt x="49292" y="342970"/>
                  </a:lnTo>
                  <a:lnTo>
                    <a:pt x="49373" y="337848"/>
                  </a:lnTo>
                  <a:lnTo>
                    <a:pt x="49328" y="336763"/>
                  </a:lnTo>
                  <a:lnTo>
                    <a:pt x="50315" y="336258"/>
                  </a:lnTo>
                  <a:lnTo>
                    <a:pt x="51826" y="336150"/>
                  </a:lnTo>
                  <a:lnTo>
                    <a:pt x="52622" y="335852"/>
                  </a:lnTo>
                  <a:lnTo>
                    <a:pt x="53365" y="333693"/>
                  </a:lnTo>
                  <a:lnTo>
                    <a:pt x="55275" y="332950"/>
                  </a:lnTo>
                  <a:lnTo>
                    <a:pt x="56656" y="330043"/>
                  </a:lnTo>
                  <a:lnTo>
                    <a:pt x="57903" y="327053"/>
                  </a:lnTo>
                  <a:lnTo>
                    <a:pt x="58514" y="326257"/>
                  </a:lnTo>
                  <a:lnTo>
                    <a:pt x="59292" y="325737"/>
                  </a:lnTo>
                  <a:lnTo>
                    <a:pt x="59872" y="325812"/>
                  </a:lnTo>
                  <a:lnTo>
                    <a:pt x="60600" y="327542"/>
                  </a:lnTo>
                  <a:lnTo>
                    <a:pt x="61206" y="326502"/>
                  </a:lnTo>
                  <a:lnTo>
                    <a:pt x="61901" y="324468"/>
                  </a:lnTo>
                  <a:lnTo>
                    <a:pt x="62266" y="322481"/>
                  </a:lnTo>
                  <a:lnTo>
                    <a:pt x="62466" y="319284"/>
                  </a:lnTo>
                  <a:lnTo>
                    <a:pt x="62328" y="314381"/>
                  </a:lnTo>
                  <a:lnTo>
                    <a:pt x="61960" y="310544"/>
                  </a:lnTo>
                  <a:lnTo>
                    <a:pt x="61615" y="307667"/>
                  </a:lnTo>
                  <a:lnTo>
                    <a:pt x="61544" y="304793"/>
                  </a:lnTo>
                  <a:lnTo>
                    <a:pt x="62351" y="299029"/>
                  </a:lnTo>
                  <a:lnTo>
                    <a:pt x="63041" y="292754"/>
                  </a:lnTo>
                  <a:lnTo>
                    <a:pt x="62908" y="290276"/>
                  </a:lnTo>
                  <a:lnTo>
                    <a:pt x="62156" y="286360"/>
                  </a:lnTo>
                  <a:lnTo>
                    <a:pt x="61393" y="281590"/>
                  </a:lnTo>
                  <a:lnTo>
                    <a:pt x="60555" y="276348"/>
                  </a:lnTo>
                  <a:lnTo>
                    <a:pt x="60240" y="275566"/>
                  </a:lnTo>
                  <a:lnTo>
                    <a:pt x="60016" y="274106"/>
                  </a:lnTo>
                  <a:lnTo>
                    <a:pt x="59887" y="272400"/>
                  </a:lnTo>
                  <a:lnTo>
                    <a:pt x="60220" y="267045"/>
                  </a:lnTo>
                  <a:lnTo>
                    <a:pt x="60267" y="265247"/>
                  </a:lnTo>
                  <a:lnTo>
                    <a:pt x="61234" y="262809"/>
                  </a:lnTo>
                  <a:lnTo>
                    <a:pt x="61749" y="260015"/>
                  </a:lnTo>
                  <a:lnTo>
                    <a:pt x="62233" y="256936"/>
                  </a:lnTo>
                  <a:lnTo>
                    <a:pt x="62051" y="255307"/>
                  </a:lnTo>
                  <a:lnTo>
                    <a:pt x="61986" y="251989"/>
                  </a:lnTo>
                  <a:lnTo>
                    <a:pt x="62109" y="250380"/>
                  </a:lnTo>
                  <a:lnTo>
                    <a:pt x="61881" y="249077"/>
                  </a:lnTo>
                  <a:lnTo>
                    <a:pt x="61601" y="247187"/>
                  </a:lnTo>
                  <a:lnTo>
                    <a:pt x="61785" y="245959"/>
                  </a:lnTo>
                  <a:lnTo>
                    <a:pt x="62463" y="244907"/>
                  </a:lnTo>
                  <a:lnTo>
                    <a:pt x="62859" y="243092"/>
                  </a:lnTo>
                  <a:lnTo>
                    <a:pt x="63366" y="240983"/>
                  </a:lnTo>
                  <a:lnTo>
                    <a:pt x="63589" y="239051"/>
                  </a:lnTo>
                  <a:lnTo>
                    <a:pt x="63228" y="237436"/>
                  </a:lnTo>
                  <a:lnTo>
                    <a:pt x="62567" y="235021"/>
                  </a:lnTo>
                  <a:lnTo>
                    <a:pt x="61362" y="232828"/>
                  </a:lnTo>
                  <a:lnTo>
                    <a:pt x="59972" y="230030"/>
                  </a:lnTo>
                  <a:lnTo>
                    <a:pt x="59289" y="228311"/>
                  </a:lnTo>
                  <a:lnTo>
                    <a:pt x="58750" y="226556"/>
                  </a:lnTo>
                  <a:lnTo>
                    <a:pt x="58255" y="224512"/>
                  </a:lnTo>
                  <a:lnTo>
                    <a:pt x="57983" y="222880"/>
                  </a:lnTo>
                  <a:lnTo>
                    <a:pt x="58247" y="221812"/>
                  </a:lnTo>
                  <a:lnTo>
                    <a:pt x="60223" y="219356"/>
                  </a:lnTo>
                  <a:lnTo>
                    <a:pt x="60584" y="218472"/>
                  </a:lnTo>
                  <a:lnTo>
                    <a:pt x="60793" y="217107"/>
                  </a:lnTo>
                  <a:lnTo>
                    <a:pt x="60635" y="215772"/>
                  </a:lnTo>
                  <a:lnTo>
                    <a:pt x="60102" y="215052"/>
                  </a:lnTo>
                  <a:lnTo>
                    <a:pt x="59485" y="214560"/>
                  </a:lnTo>
                  <a:lnTo>
                    <a:pt x="58575" y="213015"/>
                  </a:lnTo>
                  <a:lnTo>
                    <a:pt x="56876" y="208775"/>
                  </a:lnTo>
                  <a:lnTo>
                    <a:pt x="56096" y="207830"/>
                  </a:lnTo>
                  <a:lnTo>
                    <a:pt x="55275" y="206609"/>
                  </a:lnTo>
                  <a:lnTo>
                    <a:pt x="54839" y="205326"/>
                  </a:lnTo>
                  <a:lnTo>
                    <a:pt x="54359" y="201807"/>
                  </a:lnTo>
                  <a:lnTo>
                    <a:pt x="54145" y="201493"/>
                  </a:lnTo>
                  <a:lnTo>
                    <a:pt x="53675" y="202555"/>
                  </a:lnTo>
                  <a:lnTo>
                    <a:pt x="53076" y="203671"/>
                  </a:lnTo>
                  <a:lnTo>
                    <a:pt x="52576" y="203481"/>
                  </a:lnTo>
                  <a:lnTo>
                    <a:pt x="52120" y="202487"/>
                  </a:lnTo>
                  <a:lnTo>
                    <a:pt x="51902" y="201148"/>
                  </a:lnTo>
                  <a:lnTo>
                    <a:pt x="51397" y="199311"/>
                  </a:lnTo>
                  <a:lnTo>
                    <a:pt x="50851" y="197815"/>
                  </a:lnTo>
                  <a:lnTo>
                    <a:pt x="50707" y="192782"/>
                  </a:lnTo>
                  <a:lnTo>
                    <a:pt x="50618" y="191141"/>
                  </a:lnTo>
                  <a:lnTo>
                    <a:pt x="50345" y="188851"/>
                  </a:lnTo>
                  <a:lnTo>
                    <a:pt x="49920" y="188031"/>
                  </a:lnTo>
                  <a:lnTo>
                    <a:pt x="49467" y="187420"/>
                  </a:lnTo>
                  <a:lnTo>
                    <a:pt x="48402" y="183248"/>
                  </a:lnTo>
                  <a:lnTo>
                    <a:pt x="47667" y="181088"/>
                  </a:lnTo>
                  <a:lnTo>
                    <a:pt x="44637" y="175223"/>
                  </a:lnTo>
                  <a:lnTo>
                    <a:pt x="44261" y="174287"/>
                  </a:lnTo>
                  <a:lnTo>
                    <a:pt x="43446" y="171873"/>
                  </a:lnTo>
                  <a:lnTo>
                    <a:pt x="42028" y="168452"/>
                  </a:lnTo>
                  <a:lnTo>
                    <a:pt x="41014" y="165692"/>
                  </a:lnTo>
                  <a:lnTo>
                    <a:pt x="40275" y="162838"/>
                  </a:lnTo>
                  <a:lnTo>
                    <a:pt x="39935" y="160361"/>
                  </a:lnTo>
                  <a:lnTo>
                    <a:pt x="39829" y="158427"/>
                  </a:lnTo>
                  <a:lnTo>
                    <a:pt x="39025" y="155657"/>
                  </a:lnTo>
                  <a:lnTo>
                    <a:pt x="38330" y="153386"/>
                  </a:lnTo>
                  <a:lnTo>
                    <a:pt x="37660" y="152649"/>
                  </a:lnTo>
                  <a:lnTo>
                    <a:pt x="36895" y="152342"/>
                  </a:lnTo>
                  <a:lnTo>
                    <a:pt x="36202" y="150991"/>
                  </a:lnTo>
                  <a:lnTo>
                    <a:pt x="34936" y="147937"/>
                  </a:lnTo>
                  <a:lnTo>
                    <a:pt x="34375" y="145970"/>
                  </a:lnTo>
                  <a:lnTo>
                    <a:pt x="34045" y="144646"/>
                  </a:lnTo>
                  <a:lnTo>
                    <a:pt x="34058" y="143282"/>
                  </a:lnTo>
                  <a:lnTo>
                    <a:pt x="34363" y="141013"/>
                  </a:lnTo>
                  <a:lnTo>
                    <a:pt x="34730" y="139720"/>
                  </a:lnTo>
                  <a:lnTo>
                    <a:pt x="34743" y="138710"/>
                  </a:lnTo>
                  <a:lnTo>
                    <a:pt x="34382" y="137886"/>
                  </a:lnTo>
                  <a:lnTo>
                    <a:pt x="32978" y="136424"/>
                  </a:lnTo>
                  <a:lnTo>
                    <a:pt x="29795" y="134205"/>
                  </a:lnTo>
                  <a:lnTo>
                    <a:pt x="28607" y="132514"/>
                  </a:lnTo>
                  <a:lnTo>
                    <a:pt x="27510" y="130344"/>
                  </a:lnTo>
                  <a:lnTo>
                    <a:pt x="26679" y="128874"/>
                  </a:lnTo>
                  <a:lnTo>
                    <a:pt x="22799" y="122618"/>
                  </a:lnTo>
                  <a:lnTo>
                    <a:pt x="21622" y="121573"/>
                  </a:lnTo>
                  <a:lnTo>
                    <a:pt x="20609" y="120462"/>
                  </a:lnTo>
                  <a:lnTo>
                    <a:pt x="20302" y="119385"/>
                  </a:lnTo>
                  <a:lnTo>
                    <a:pt x="20357" y="118350"/>
                  </a:lnTo>
                  <a:lnTo>
                    <a:pt x="20767" y="117580"/>
                  </a:lnTo>
                  <a:lnTo>
                    <a:pt x="21866" y="115972"/>
                  </a:lnTo>
                  <a:lnTo>
                    <a:pt x="22273" y="114137"/>
                  </a:lnTo>
                  <a:lnTo>
                    <a:pt x="22142" y="111726"/>
                  </a:lnTo>
                  <a:lnTo>
                    <a:pt x="21704" y="109293"/>
                  </a:lnTo>
                  <a:lnTo>
                    <a:pt x="21918" y="108446"/>
                  </a:lnTo>
                  <a:lnTo>
                    <a:pt x="22272" y="108350"/>
                  </a:lnTo>
                  <a:lnTo>
                    <a:pt x="23012" y="108278"/>
                  </a:lnTo>
                  <a:lnTo>
                    <a:pt x="24540" y="108141"/>
                  </a:lnTo>
                  <a:lnTo>
                    <a:pt x="27836" y="110355"/>
                  </a:lnTo>
                  <a:lnTo>
                    <a:pt x="28315" y="110113"/>
                  </a:lnTo>
                  <a:lnTo>
                    <a:pt x="30101" y="106095"/>
                  </a:lnTo>
                  <a:lnTo>
                    <a:pt x="30776" y="103690"/>
                  </a:lnTo>
                  <a:lnTo>
                    <a:pt x="30930" y="101684"/>
                  </a:lnTo>
                  <a:lnTo>
                    <a:pt x="31283" y="100409"/>
                  </a:lnTo>
                  <a:lnTo>
                    <a:pt x="32228" y="98312"/>
                  </a:lnTo>
                  <a:lnTo>
                    <a:pt x="32242" y="96400"/>
                  </a:lnTo>
                  <a:lnTo>
                    <a:pt x="31776" y="93851"/>
                  </a:lnTo>
                  <a:lnTo>
                    <a:pt x="31306" y="92865"/>
                  </a:lnTo>
                  <a:lnTo>
                    <a:pt x="30902" y="92440"/>
                  </a:lnTo>
                  <a:lnTo>
                    <a:pt x="29590" y="92780"/>
                  </a:lnTo>
                  <a:lnTo>
                    <a:pt x="29339" y="92208"/>
                  </a:lnTo>
                  <a:lnTo>
                    <a:pt x="29166" y="90307"/>
                  </a:lnTo>
                  <a:lnTo>
                    <a:pt x="29103" y="89140"/>
                  </a:lnTo>
                  <a:lnTo>
                    <a:pt x="28671" y="87781"/>
                  </a:lnTo>
                  <a:lnTo>
                    <a:pt x="27259" y="86624"/>
                  </a:lnTo>
                  <a:lnTo>
                    <a:pt x="26062" y="86296"/>
                  </a:lnTo>
                  <a:lnTo>
                    <a:pt x="25781" y="85804"/>
                  </a:lnTo>
                  <a:lnTo>
                    <a:pt x="26242" y="84494"/>
                  </a:lnTo>
                  <a:lnTo>
                    <a:pt x="27057" y="83199"/>
                  </a:lnTo>
                  <a:lnTo>
                    <a:pt x="27680" y="82451"/>
                  </a:lnTo>
                  <a:lnTo>
                    <a:pt x="28168" y="81111"/>
                  </a:lnTo>
                  <a:lnTo>
                    <a:pt x="28261" y="79739"/>
                  </a:lnTo>
                  <a:lnTo>
                    <a:pt x="27653" y="78518"/>
                  </a:lnTo>
                  <a:lnTo>
                    <a:pt x="26859" y="77166"/>
                  </a:lnTo>
                  <a:lnTo>
                    <a:pt x="25572" y="74585"/>
                  </a:lnTo>
                  <a:lnTo>
                    <a:pt x="23797" y="71841"/>
                  </a:lnTo>
                  <a:lnTo>
                    <a:pt x="22716" y="70909"/>
                  </a:lnTo>
                  <a:lnTo>
                    <a:pt x="22148" y="71035"/>
                  </a:lnTo>
                  <a:lnTo>
                    <a:pt x="20191" y="73393"/>
                  </a:lnTo>
                  <a:lnTo>
                    <a:pt x="19138" y="74927"/>
                  </a:lnTo>
                  <a:lnTo>
                    <a:pt x="18263" y="77662"/>
                  </a:lnTo>
                  <a:lnTo>
                    <a:pt x="17349" y="78250"/>
                  </a:lnTo>
                  <a:lnTo>
                    <a:pt x="16424" y="77045"/>
                  </a:lnTo>
                  <a:lnTo>
                    <a:pt x="15376" y="75804"/>
                  </a:lnTo>
                  <a:lnTo>
                    <a:pt x="12466" y="74008"/>
                  </a:lnTo>
                  <a:lnTo>
                    <a:pt x="11243" y="72500"/>
                  </a:lnTo>
                  <a:lnTo>
                    <a:pt x="8704" y="63312"/>
                  </a:lnTo>
                  <a:lnTo>
                    <a:pt x="8328" y="61441"/>
                  </a:lnTo>
                  <a:lnTo>
                    <a:pt x="8571" y="59326"/>
                  </a:lnTo>
                  <a:lnTo>
                    <a:pt x="8746" y="56299"/>
                  </a:lnTo>
                  <a:lnTo>
                    <a:pt x="9000" y="54336"/>
                  </a:lnTo>
                  <a:lnTo>
                    <a:pt x="9450" y="52462"/>
                  </a:lnTo>
                  <a:lnTo>
                    <a:pt x="9571" y="50794"/>
                  </a:lnTo>
                  <a:lnTo>
                    <a:pt x="9461" y="49165"/>
                  </a:lnTo>
                  <a:lnTo>
                    <a:pt x="9094" y="48232"/>
                  </a:lnTo>
                  <a:lnTo>
                    <a:pt x="8616" y="47956"/>
                  </a:lnTo>
                  <a:lnTo>
                    <a:pt x="8260" y="47587"/>
                  </a:lnTo>
                  <a:lnTo>
                    <a:pt x="7923" y="45441"/>
                  </a:lnTo>
                  <a:lnTo>
                    <a:pt x="7719" y="45720"/>
                  </a:lnTo>
                  <a:lnTo>
                    <a:pt x="7407" y="48328"/>
                  </a:lnTo>
                  <a:lnTo>
                    <a:pt x="7032" y="49266"/>
                  </a:lnTo>
                  <a:lnTo>
                    <a:pt x="6535" y="49734"/>
                  </a:lnTo>
                  <a:lnTo>
                    <a:pt x="6151" y="49322"/>
                  </a:lnTo>
                  <a:lnTo>
                    <a:pt x="5907" y="48276"/>
                  </a:lnTo>
                  <a:lnTo>
                    <a:pt x="5797" y="46506"/>
                  </a:lnTo>
                  <a:lnTo>
                    <a:pt x="5549" y="44130"/>
                  </a:lnTo>
                  <a:lnTo>
                    <a:pt x="5237" y="42577"/>
                  </a:lnTo>
                  <a:lnTo>
                    <a:pt x="4143" y="40997"/>
                  </a:lnTo>
                  <a:lnTo>
                    <a:pt x="3627" y="38947"/>
                  </a:lnTo>
                  <a:lnTo>
                    <a:pt x="2001" y="34484"/>
                  </a:lnTo>
                  <a:lnTo>
                    <a:pt x="639" y="31356"/>
                  </a:lnTo>
                  <a:lnTo>
                    <a:pt x="0" y="28544"/>
                  </a:lnTo>
                  <a:lnTo>
                    <a:pt x="558" y="27497"/>
                  </a:lnTo>
                  <a:lnTo>
                    <a:pt x="1260" y="25979"/>
                  </a:lnTo>
                  <a:lnTo>
                    <a:pt x="2011" y="23616"/>
                  </a:lnTo>
                  <a:lnTo>
                    <a:pt x="2857" y="20642"/>
                  </a:lnTo>
                  <a:lnTo>
                    <a:pt x="3210" y="18828"/>
                  </a:lnTo>
                  <a:lnTo>
                    <a:pt x="3457" y="18095"/>
                  </a:lnTo>
                  <a:lnTo>
                    <a:pt x="3952" y="17560"/>
                  </a:lnTo>
                  <a:lnTo>
                    <a:pt x="4485" y="17853"/>
                  </a:lnTo>
                  <a:lnTo>
                    <a:pt x="5421" y="19053"/>
                  </a:lnTo>
                  <a:lnTo>
                    <a:pt x="6830" y="20587"/>
                  </a:lnTo>
                  <a:lnTo>
                    <a:pt x="8085" y="22399"/>
                  </a:lnTo>
                  <a:lnTo>
                    <a:pt x="8593" y="24225"/>
                  </a:lnTo>
                  <a:lnTo>
                    <a:pt x="9295" y="25975"/>
                  </a:lnTo>
                  <a:lnTo>
                    <a:pt x="9833" y="26504"/>
                  </a:lnTo>
                  <a:lnTo>
                    <a:pt x="10103" y="26364"/>
                  </a:lnTo>
                  <a:lnTo>
                    <a:pt x="10914" y="25048"/>
                  </a:lnTo>
                  <a:lnTo>
                    <a:pt x="11610" y="23727"/>
                  </a:lnTo>
                  <a:lnTo>
                    <a:pt x="11624" y="22228"/>
                  </a:lnTo>
                  <a:lnTo>
                    <a:pt x="12266" y="20882"/>
                  </a:lnTo>
                  <a:lnTo>
                    <a:pt x="13106" y="18665"/>
                  </a:lnTo>
                  <a:lnTo>
                    <a:pt x="13500" y="17162"/>
                  </a:lnTo>
                  <a:lnTo>
                    <a:pt x="13800" y="17003"/>
                  </a:lnTo>
                  <a:lnTo>
                    <a:pt x="14138" y="17449"/>
                  </a:lnTo>
                  <a:lnTo>
                    <a:pt x="15461" y="22096"/>
                  </a:lnTo>
                  <a:lnTo>
                    <a:pt x="15714" y="22375"/>
                  </a:lnTo>
                  <a:lnTo>
                    <a:pt x="16087" y="21678"/>
                  </a:lnTo>
                  <a:lnTo>
                    <a:pt x="16609" y="18048"/>
                  </a:lnTo>
                  <a:lnTo>
                    <a:pt x="17178" y="16641"/>
                  </a:lnTo>
                  <a:lnTo>
                    <a:pt x="17375" y="16996"/>
                  </a:lnTo>
                  <a:lnTo>
                    <a:pt x="20571" y="23845"/>
                  </a:lnTo>
                  <a:lnTo>
                    <a:pt x="20876" y="23790"/>
                  </a:lnTo>
                  <a:lnTo>
                    <a:pt x="21220" y="23483"/>
                  </a:lnTo>
                  <a:lnTo>
                    <a:pt x="21443" y="22430"/>
                  </a:lnTo>
                  <a:lnTo>
                    <a:pt x="21695" y="20059"/>
                  </a:lnTo>
                  <a:lnTo>
                    <a:pt x="22169" y="17520"/>
                  </a:lnTo>
                  <a:lnTo>
                    <a:pt x="23195" y="16106"/>
                  </a:lnTo>
                  <a:lnTo>
                    <a:pt x="23995" y="15832"/>
                  </a:lnTo>
                  <a:lnTo>
                    <a:pt x="24291" y="17041"/>
                  </a:lnTo>
                  <a:lnTo>
                    <a:pt x="24982" y="18710"/>
                  </a:lnTo>
                  <a:lnTo>
                    <a:pt x="25827" y="18945"/>
                  </a:lnTo>
                  <a:lnTo>
                    <a:pt x="27612" y="15989"/>
                  </a:lnTo>
                  <a:lnTo>
                    <a:pt x="28195" y="15518"/>
                  </a:lnTo>
                  <a:lnTo>
                    <a:pt x="28819" y="15572"/>
                  </a:lnTo>
                  <a:lnTo>
                    <a:pt x="29459" y="15454"/>
                  </a:lnTo>
                  <a:lnTo>
                    <a:pt x="30065" y="14322"/>
                  </a:lnTo>
                  <a:lnTo>
                    <a:pt x="30706" y="12826"/>
                  </a:lnTo>
                  <a:lnTo>
                    <a:pt x="30925" y="9881"/>
                  </a:lnTo>
                  <a:lnTo>
                    <a:pt x="31061" y="7240"/>
                  </a:lnTo>
                  <a:lnTo>
                    <a:pt x="31501" y="6171"/>
                  </a:lnTo>
                  <a:lnTo>
                    <a:pt x="32023" y="5456"/>
                  </a:lnTo>
                  <a:lnTo>
                    <a:pt x="33008" y="4458"/>
                  </a:lnTo>
                  <a:lnTo>
                    <a:pt x="35233" y="1895"/>
                  </a:lnTo>
                  <a:lnTo>
                    <a:pt x="35805" y="682"/>
                  </a:lnTo>
                  <a:lnTo>
                    <a:pt x="36226" y="0"/>
                  </a:lnTo>
                  <a:lnTo>
                    <a:pt x="37091" y="1109"/>
                  </a:lnTo>
                  <a:lnTo>
                    <a:pt x="38122" y="3246"/>
                  </a:lnTo>
                  <a:lnTo>
                    <a:pt x="38748" y="4856"/>
                  </a:lnTo>
                  <a:lnTo>
                    <a:pt x="39166" y="6596"/>
                  </a:lnTo>
                  <a:lnTo>
                    <a:pt x="39365" y="8053"/>
                  </a:lnTo>
                  <a:lnTo>
                    <a:pt x="41012" y="9316"/>
                  </a:lnTo>
                  <a:lnTo>
                    <a:pt x="42060" y="11106"/>
                  </a:lnTo>
                  <a:lnTo>
                    <a:pt x="42758" y="12481"/>
                  </a:lnTo>
                  <a:lnTo>
                    <a:pt x="43445" y="12418"/>
                  </a:lnTo>
                  <a:lnTo>
                    <a:pt x="44131" y="12049"/>
                  </a:lnTo>
                  <a:lnTo>
                    <a:pt x="44576" y="10946"/>
                  </a:lnTo>
                  <a:lnTo>
                    <a:pt x="45353" y="10923"/>
                  </a:lnTo>
                  <a:lnTo>
                    <a:pt x="46273" y="11085"/>
                  </a:lnTo>
                  <a:lnTo>
                    <a:pt x="46682" y="11526"/>
                  </a:lnTo>
                  <a:lnTo>
                    <a:pt x="47435" y="14058"/>
                  </a:lnTo>
                  <a:lnTo>
                    <a:pt x="47776" y="14412"/>
                  </a:lnTo>
                  <a:lnTo>
                    <a:pt x="48456" y="14234"/>
                  </a:lnTo>
                  <a:lnTo>
                    <a:pt x="49754" y="13336"/>
                  </a:lnTo>
                  <a:lnTo>
                    <a:pt x="50800" y="12908"/>
                  </a:lnTo>
                  <a:lnTo>
                    <a:pt x="51746" y="13916"/>
                  </a:lnTo>
                  <a:lnTo>
                    <a:pt x="53545" y="16733"/>
                  </a:lnTo>
                  <a:lnTo>
                    <a:pt x="53039" y="18742"/>
                  </a:lnTo>
                  <a:lnTo>
                    <a:pt x="52639" y="20905"/>
                  </a:lnTo>
                  <a:lnTo>
                    <a:pt x="51851" y="22433"/>
                  </a:lnTo>
                  <a:lnTo>
                    <a:pt x="51268" y="22811"/>
                  </a:lnTo>
                  <a:lnTo>
                    <a:pt x="50899" y="24934"/>
                  </a:lnTo>
                  <a:lnTo>
                    <a:pt x="50737" y="28065"/>
                  </a:lnTo>
                  <a:lnTo>
                    <a:pt x="50936" y="29652"/>
                  </a:lnTo>
                  <a:lnTo>
                    <a:pt x="51391" y="30160"/>
                  </a:lnTo>
                  <a:lnTo>
                    <a:pt x="51890" y="31221"/>
                  </a:lnTo>
                  <a:lnTo>
                    <a:pt x="52094" y="32615"/>
                  </a:lnTo>
                  <a:lnTo>
                    <a:pt x="52161" y="35717"/>
                  </a:lnTo>
                  <a:lnTo>
                    <a:pt x="52134" y="39211"/>
                  </a:lnTo>
                  <a:lnTo>
                    <a:pt x="52202" y="40373"/>
                  </a:lnTo>
                  <a:lnTo>
                    <a:pt x="52594" y="40158"/>
                  </a:lnTo>
                  <a:lnTo>
                    <a:pt x="52960" y="39739"/>
                  </a:lnTo>
                  <a:lnTo>
                    <a:pt x="53704" y="40282"/>
                  </a:lnTo>
                  <a:lnTo>
                    <a:pt x="54629" y="41189"/>
                  </a:lnTo>
                  <a:lnTo>
                    <a:pt x="55212" y="42110"/>
                  </a:lnTo>
                  <a:lnTo>
                    <a:pt x="55739" y="41997"/>
                  </a:lnTo>
                  <a:lnTo>
                    <a:pt x="56147" y="42899"/>
                  </a:lnTo>
                  <a:lnTo>
                    <a:pt x="56301" y="44629"/>
                  </a:lnTo>
                  <a:lnTo>
                    <a:pt x="56782" y="45831"/>
                  </a:lnTo>
                  <a:lnTo>
                    <a:pt x="58128" y="48109"/>
                  </a:lnTo>
                  <a:lnTo>
                    <a:pt x="59204" y="48300"/>
                  </a:lnTo>
                  <a:lnTo>
                    <a:pt x="60114" y="51306"/>
                  </a:lnTo>
                  <a:lnTo>
                    <a:pt x="61062" y="50319"/>
                  </a:lnTo>
                  <a:lnTo>
                    <a:pt x="61498" y="51618"/>
                  </a:lnTo>
                  <a:lnTo>
                    <a:pt x="63450" y="51158"/>
                  </a:lnTo>
                  <a:lnTo>
                    <a:pt x="64811" y="49943"/>
                  </a:lnTo>
                  <a:lnTo>
                    <a:pt x="65303" y="50234"/>
                  </a:lnTo>
                  <a:lnTo>
                    <a:pt x="66527" y="5273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0"/>
            <p:cNvSpPr/>
            <p:nvPr/>
          </p:nvSpPr>
          <p:spPr>
            <a:xfrm>
              <a:off x="5152255" y="4229327"/>
              <a:ext cx="1827" cy="2868"/>
            </a:xfrm>
            <a:custGeom>
              <a:avLst/>
              <a:pathLst>
                <a:path w="1827" h="2868">
                  <a:moveTo>
                    <a:pt x="1827" y="1237"/>
                  </a:moveTo>
                  <a:lnTo>
                    <a:pt x="1422" y="2868"/>
                  </a:lnTo>
                  <a:lnTo>
                    <a:pt x="800" y="2848"/>
                  </a:lnTo>
                  <a:lnTo>
                    <a:pt x="0" y="1696"/>
                  </a:lnTo>
                  <a:lnTo>
                    <a:pt x="151" y="253"/>
                  </a:lnTo>
                  <a:lnTo>
                    <a:pt x="1058" y="0"/>
                  </a:lnTo>
                  <a:lnTo>
                    <a:pt x="1321" y="9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1"/>
            <p:cNvSpPr/>
            <p:nvPr/>
          </p:nvSpPr>
          <p:spPr>
            <a:xfrm>
              <a:off x="5146271" y="4205010"/>
              <a:ext cx="3151" cy="9664"/>
            </a:xfrm>
            <a:custGeom>
              <a:avLst/>
              <a:pathLst>
                <a:path w="3151" h="9664">
                  <a:moveTo>
                    <a:pt x="3151" y="6452"/>
                  </a:moveTo>
                  <a:lnTo>
                    <a:pt x="2543" y="9664"/>
                  </a:lnTo>
                  <a:lnTo>
                    <a:pt x="1493" y="8916"/>
                  </a:lnTo>
                  <a:lnTo>
                    <a:pt x="511" y="6596"/>
                  </a:lnTo>
                  <a:lnTo>
                    <a:pt x="0" y="4567"/>
                  </a:lnTo>
                  <a:lnTo>
                    <a:pt x="344" y="678"/>
                  </a:lnTo>
                  <a:lnTo>
                    <a:pt x="847" y="0"/>
                  </a:lnTo>
                  <a:lnTo>
                    <a:pt x="1372" y="222"/>
                  </a:lnTo>
                  <a:lnTo>
                    <a:pt x="1639" y="40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2"/>
            <p:cNvSpPr/>
            <p:nvPr/>
          </p:nvSpPr>
          <p:spPr>
            <a:xfrm>
              <a:off x="5143618" y="4184199"/>
              <a:ext cx="3998" cy="10965"/>
            </a:xfrm>
            <a:custGeom>
              <a:avLst/>
              <a:pathLst>
                <a:path w="3998" h="10965">
                  <a:moveTo>
                    <a:pt x="3998" y="9537"/>
                  </a:moveTo>
                  <a:lnTo>
                    <a:pt x="3468" y="10965"/>
                  </a:lnTo>
                  <a:lnTo>
                    <a:pt x="3005" y="10809"/>
                  </a:lnTo>
                  <a:lnTo>
                    <a:pt x="0" y="7499"/>
                  </a:lnTo>
                  <a:lnTo>
                    <a:pt x="125" y="6137"/>
                  </a:lnTo>
                  <a:lnTo>
                    <a:pt x="2" y="2663"/>
                  </a:lnTo>
                  <a:lnTo>
                    <a:pt x="332" y="776"/>
                  </a:lnTo>
                  <a:lnTo>
                    <a:pt x="1162" y="0"/>
                  </a:lnTo>
                  <a:lnTo>
                    <a:pt x="1806" y="401"/>
                  </a:lnTo>
                  <a:lnTo>
                    <a:pt x="2199" y="3179"/>
                  </a:lnTo>
                  <a:lnTo>
                    <a:pt x="3094" y="4311"/>
                  </a:lnTo>
                  <a:lnTo>
                    <a:pt x="2465" y="5266"/>
                  </a:lnTo>
                  <a:lnTo>
                    <a:pt x="3559" y="736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3"/>
            <p:cNvSpPr/>
            <p:nvPr/>
          </p:nvSpPr>
          <p:spPr>
            <a:xfrm>
              <a:off x="5134081" y="4152425"/>
              <a:ext cx="4911" cy="7831"/>
            </a:xfrm>
            <a:custGeom>
              <a:avLst/>
              <a:pathLst>
                <a:path w="4911" h="7831">
                  <a:moveTo>
                    <a:pt x="3309" y="0"/>
                  </a:moveTo>
                  <a:lnTo>
                    <a:pt x="4456" y="4210"/>
                  </a:lnTo>
                  <a:lnTo>
                    <a:pt x="4911" y="4541"/>
                  </a:lnTo>
                  <a:lnTo>
                    <a:pt x="4216" y="7560"/>
                  </a:lnTo>
                  <a:lnTo>
                    <a:pt x="2775" y="7831"/>
                  </a:lnTo>
                  <a:lnTo>
                    <a:pt x="1075" y="7049"/>
                  </a:lnTo>
                  <a:lnTo>
                    <a:pt x="1699" y="6013"/>
                  </a:lnTo>
                  <a:lnTo>
                    <a:pt x="1376" y="4842"/>
                  </a:lnTo>
                  <a:lnTo>
                    <a:pt x="863" y="4605"/>
                  </a:lnTo>
                  <a:lnTo>
                    <a:pt x="274" y="5165"/>
                  </a:lnTo>
                  <a:lnTo>
                    <a:pt x="0" y="4974"/>
                  </a:lnTo>
                  <a:lnTo>
                    <a:pt x="376" y="3032"/>
                  </a:lnTo>
                  <a:lnTo>
                    <a:pt x="1322" y="297"/>
                  </a:lnTo>
                  <a:lnTo>
                    <a:pt x="1602" y="80"/>
                  </a:lnTo>
                  <a:lnTo>
                    <a:pt x="1856" y="51"/>
                  </a:lnTo>
                  <a:lnTo>
                    <a:pt x="2103" y="2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4"/>
            <p:cNvSpPr/>
            <p:nvPr/>
          </p:nvSpPr>
          <p:spPr>
            <a:xfrm>
              <a:off x="5133691" y="4124402"/>
              <a:ext cx="4053" cy="7127"/>
            </a:xfrm>
            <a:custGeom>
              <a:avLst/>
              <a:pathLst>
                <a:path w="4053" h="7127">
                  <a:moveTo>
                    <a:pt x="3710" y="5465"/>
                  </a:moveTo>
                  <a:lnTo>
                    <a:pt x="4053" y="5904"/>
                  </a:lnTo>
                  <a:lnTo>
                    <a:pt x="3864" y="7127"/>
                  </a:lnTo>
                  <a:lnTo>
                    <a:pt x="2283" y="5730"/>
                  </a:lnTo>
                  <a:lnTo>
                    <a:pt x="1012" y="6273"/>
                  </a:lnTo>
                  <a:lnTo>
                    <a:pt x="657" y="6209"/>
                  </a:lnTo>
                  <a:lnTo>
                    <a:pt x="278" y="5078"/>
                  </a:lnTo>
                  <a:lnTo>
                    <a:pt x="0" y="2842"/>
                  </a:lnTo>
                  <a:lnTo>
                    <a:pt x="126" y="1272"/>
                  </a:lnTo>
                  <a:lnTo>
                    <a:pt x="662" y="178"/>
                  </a:lnTo>
                  <a:lnTo>
                    <a:pt x="862" y="0"/>
                  </a:lnTo>
                  <a:lnTo>
                    <a:pt x="1259" y="1353"/>
                  </a:lnTo>
                  <a:lnTo>
                    <a:pt x="1623" y="2273"/>
                  </a:lnTo>
                  <a:lnTo>
                    <a:pt x="1976" y="2669"/>
                  </a:lnTo>
                  <a:lnTo>
                    <a:pt x="2781" y="48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5"/>
            <p:cNvSpPr/>
            <p:nvPr/>
          </p:nvSpPr>
          <p:spPr>
            <a:xfrm>
              <a:off x="5131443" y="4109267"/>
              <a:ext cx="4245" cy="7834"/>
            </a:xfrm>
            <a:custGeom>
              <a:avLst/>
              <a:pathLst>
                <a:path w="4245" h="7834">
                  <a:moveTo>
                    <a:pt x="4231" y="7531"/>
                  </a:moveTo>
                  <a:lnTo>
                    <a:pt x="2916" y="7834"/>
                  </a:lnTo>
                  <a:lnTo>
                    <a:pt x="1066" y="6914"/>
                  </a:lnTo>
                  <a:lnTo>
                    <a:pt x="322" y="5632"/>
                  </a:lnTo>
                  <a:lnTo>
                    <a:pt x="0" y="4345"/>
                  </a:lnTo>
                  <a:lnTo>
                    <a:pt x="639" y="3393"/>
                  </a:lnTo>
                  <a:lnTo>
                    <a:pt x="1556" y="2943"/>
                  </a:lnTo>
                  <a:lnTo>
                    <a:pt x="2702" y="0"/>
                  </a:lnTo>
                  <a:lnTo>
                    <a:pt x="3099" y="1128"/>
                  </a:lnTo>
                  <a:lnTo>
                    <a:pt x="3526" y="4423"/>
                  </a:lnTo>
                  <a:lnTo>
                    <a:pt x="3989" y="5416"/>
                  </a:lnTo>
                  <a:lnTo>
                    <a:pt x="4245" y="641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6"/>
            <p:cNvSpPr/>
            <p:nvPr/>
          </p:nvSpPr>
          <p:spPr>
            <a:xfrm>
              <a:off x="5122495" y="4103213"/>
              <a:ext cx="7884" cy="20612"/>
            </a:xfrm>
            <a:custGeom>
              <a:avLst/>
              <a:pathLst>
                <a:path w="7884" h="20612">
                  <a:moveTo>
                    <a:pt x="3004" y="6475"/>
                  </a:moveTo>
                  <a:lnTo>
                    <a:pt x="3534" y="7116"/>
                  </a:lnTo>
                  <a:lnTo>
                    <a:pt x="3823" y="7116"/>
                  </a:lnTo>
                  <a:lnTo>
                    <a:pt x="3996" y="8553"/>
                  </a:lnTo>
                  <a:lnTo>
                    <a:pt x="5645" y="11421"/>
                  </a:lnTo>
                  <a:lnTo>
                    <a:pt x="6098" y="11340"/>
                  </a:lnTo>
                  <a:lnTo>
                    <a:pt x="6478" y="12910"/>
                  </a:lnTo>
                  <a:lnTo>
                    <a:pt x="7186" y="13703"/>
                  </a:lnTo>
                  <a:lnTo>
                    <a:pt x="7377" y="15302"/>
                  </a:lnTo>
                  <a:lnTo>
                    <a:pt x="7884" y="16930"/>
                  </a:lnTo>
                  <a:lnTo>
                    <a:pt x="7000" y="18901"/>
                  </a:lnTo>
                  <a:lnTo>
                    <a:pt x="5293" y="18375"/>
                  </a:lnTo>
                  <a:lnTo>
                    <a:pt x="4314" y="20612"/>
                  </a:lnTo>
                  <a:lnTo>
                    <a:pt x="3427" y="20040"/>
                  </a:lnTo>
                  <a:lnTo>
                    <a:pt x="3275" y="18866"/>
                  </a:lnTo>
                  <a:lnTo>
                    <a:pt x="3399" y="18473"/>
                  </a:lnTo>
                  <a:lnTo>
                    <a:pt x="2871" y="15478"/>
                  </a:lnTo>
                  <a:lnTo>
                    <a:pt x="2633" y="10902"/>
                  </a:lnTo>
                  <a:lnTo>
                    <a:pt x="2275" y="8206"/>
                  </a:lnTo>
                  <a:lnTo>
                    <a:pt x="1889" y="7055"/>
                  </a:lnTo>
                  <a:lnTo>
                    <a:pt x="1089" y="8062"/>
                  </a:lnTo>
                  <a:lnTo>
                    <a:pt x="766" y="8229"/>
                  </a:lnTo>
                  <a:lnTo>
                    <a:pt x="0" y="6019"/>
                  </a:lnTo>
                  <a:lnTo>
                    <a:pt x="362" y="1529"/>
                  </a:lnTo>
                  <a:lnTo>
                    <a:pt x="552" y="245"/>
                  </a:lnTo>
                  <a:lnTo>
                    <a:pt x="1176" y="0"/>
                  </a:lnTo>
                  <a:lnTo>
                    <a:pt x="2120" y="11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7"/>
            <p:cNvSpPr/>
            <p:nvPr/>
          </p:nvSpPr>
          <p:spPr>
            <a:xfrm>
              <a:off x="5121842" y="4095702"/>
              <a:ext cx="1607" cy="3768"/>
            </a:xfrm>
            <a:custGeom>
              <a:avLst/>
              <a:pathLst>
                <a:path w="1607" h="3768">
                  <a:moveTo>
                    <a:pt x="1429" y="3001"/>
                  </a:moveTo>
                  <a:lnTo>
                    <a:pt x="1220" y="3768"/>
                  </a:lnTo>
                  <a:lnTo>
                    <a:pt x="0" y="1852"/>
                  </a:lnTo>
                  <a:lnTo>
                    <a:pt x="279" y="0"/>
                  </a:lnTo>
                  <a:lnTo>
                    <a:pt x="1607" y="66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8"/>
            <p:cNvSpPr/>
            <p:nvPr/>
          </p:nvSpPr>
          <p:spPr>
            <a:xfrm>
              <a:off x="5133674" y="4090952"/>
              <a:ext cx="1667" cy="15065"/>
            </a:xfrm>
            <a:custGeom>
              <a:avLst/>
              <a:pathLst>
                <a:path w="1667" h="15065">
                  <a:moveTo>
                    <a:pt x="1036" y="15028"/>
                  </a:moveTo>
                  <a:lnTo>
                    <a:pt x="844" y="15065"/>
                  </a:lnTo>
                  <a:lnTo>
                    <a:pt x="649" y="13706"/>
                  </a:lnTo>
                  <a:lnTo>
                    <a:pt x="0" y="6472"/>
                  </a:lnTo>
                  <a:lnTo>
                    <a:pt x="427" y="0"/>
                  </a:lnTo>
                  <a:lnTo>
                    <a:pt x="697" y="1370"/>
                  </a:lnTo>
                  <a:lnTo>
                    <a:pt x="1667" y="12719"/>
                  </a:lnTo>
                  <a:lnTo>
                    <a:pt x="1536" y="1457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09"/>
            <p:cNvSpPr/>
            <p:nvPr/>
          </p:nvSpPr>
          <p:spPr>
            <a:xfrm>
              <a:off x="5128511" y="4085674"/>
              <a:ext cx="3778" cy="5869"/>
            </a:xfrm>
            <a:custGeom>
              <a:avLst/>
              <a:pathLst>
                <a:path w="3778" h="5869">
                  <a:moveTo>
                    <a:pt x="2728" y="4513"/>
                  </a:moveTo>
                  <a:lnTo>
                    <a:pt x="1956" y="5869"/>
                  </a:lnTo>
                  <a:lnTo>
                    <a:pt x="529" y="5739"/>
                  </a:lnTo>
                  <a:lnTo>
                    <a:pt x="0" y="4974"/>
                  </a:lnTo>
                  <a:lnTo>
                    <a:pt x="1749" y="851"/>
                  </a:lnTo>
                  <a:lnTo>
                    <a:pt x="377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0"/>
            <p:cNvSpPr/>
            <p:nvPr/>
          </p:nvSpPr>
          <p:spPr>
            <a:xfrm>
              <a:off x="5133459" y="4076905"/>
              <a:ext cx="977" cy="11943"/>
            </a:xfrm>
            <a:custGeom>
              <a:avLst/>
              <a:pathLst>
                <a:path w="977" h="11943">
                  <a:moveTo>
                    <a:pt x="977" y="10114"/>
                  </a:moveTo>
                  <a:lnTo>
                    <a:pt x="778" y="11943"/>
                  </a:lnTo>
                  <a:lnTo>
                    <a:pt x="302" y="9825"/>
                  </a:lnTo>
                  <a:lnTo>
                    <a:pt x="0" y="891"/>
                  </a:lnTo>
                  <a:lnTo>
                    <a:pt x="123" y="63"/>
                  </a:lnTo>
                  <a:lnTo>
                    <a:pt x="371" y="0"/>
                  </a:lnTo>
                  <a:lnTo>
                    <a:pt x="952" y="621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1"/>
            <p:cNvSpPr/>
            <p:nvPr/>
          </p:nvSpPr>
          <p:spPr>
            <a:xfrm>
              <a:off x="5115298" y="4066565"/>
              <a:ext cx="7764" cy="29499"/>
            </a:xfrm>
            <a:custGeom>
              <a:avLst/>
              <a:pathLst>
                <a:path w="7764" h="29499">
                  <a:moveTo>
                    <a:pt x="2528" y="5624"/>
                  </a:moveTo>
                  <a:lnTo>
                    <a:pt x="3269" y="15392"/>
                  </a:lnTo>
                  <a:lnTo>
                    <a:pt x="4132" y="15371"/>
                  </a:lnTo>
                  <a:lnTo>
                    <a:pt x="4572" y="14852"/>
                  </a:lnTo>
                  <a:lnTo>
                    <a:pt x="5080" y="12564"/>
                  </a:lnTo>
                  <a:lnTo>
                    <a:pt x="5307" y="8968"/>
                  </a:lnTo>
                  <a:lnTo>
                    <a:pt x="5759" y="8454"/>
                  </a:lnTo>
                  <a:lnTo>
                    <a:pt x="6323" y="8838"/>
                  </a:lnTo>
                  <a:lnTo>
                    <a:pt x="6078" y="9984"/>
                  </a:lnTo>
                  <a:lnTo>
                    <a:pt x="6242" y="12861"/>
                  </a:lnTo>
                  <a:lnTo>
                    <a:pt x="6678" y="14451"/>
                  </a:lnTo>
                  <a:lnTo>
                    <a:pt x="6968" y="14739"/>
                  </a:lnTo>
                  <a:lnTo>
                    <a:pt x="7548" y="22257"/>
                  </a:lnTo>
                  <a:lnTo>
                    <a:pt x="7764" y="23832"/>
                  </a:lnTo>
                  <a:lnTo>
                    <a:pt x="7751" y="25093"/>
                  </a:lnTo>
                  <a:lnTo>
                    <a:pt x="6534" y="27904"/>
                  </a:lnTo>
                  <a:lnTo>
                    <a:pt x="4724" y="27820"/>
                  </a:lnTo>
                  <a:lnTo>
                    <a:pt x="3449" y="29499"/>
                  </a:lnTo>
                  <a:lnTo>
                    <a:pt x="2672" y="29390"/>
                  </a:lnTo>
                  <a:lnTo>
                    <a:pt x="2680" y="27488"/>
                  </a:lnTo>
                  <a:lnTo>
                    <a:pt x="1989" y="25976"/>
                  </a:lnTo>
                  <a:lnTo>
                    <a:pt x="1208" y="22738"/>
                  </a:lnTo>
                  <a:lnTo>
                    <a:pt x="1401" y="16990"/>
                  </a:lnTo>
                  <a:lnTo>
                    <a:pt x="13" y="6310"/>
                  </a:lnTo>
                  <a:lnTo>
                    <a:pt x="0" y="3641"/>
                  </a:lnTo>
                  <a:lnTo>
                    <a:pt x="475" y="155"/>
                  </a:lnTo>
                  <a:lnTo>
                    <a:pt x="940" y="0"/>
                  </a:lnTo>
                  <a:lnTo>
                    <a:pt x="1571" y="291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2"/>
            <p:cNvSpPr/>
            <p:nvPr/>
          </p:nvSpPr>
          <p:spPr>
            <a:xfrm>
              <a:off x="5125396" y="4051958"/>
              <a:ext cx="2248" cy="5006"/>
            </a:xfrm>
            <a:custGeom>
              <a:avLst/>
              <a:pathLst>
                <a:path w="2248" h="5006">
                  <a:moveTo>
                    <a:pt x="2087" y="3508"/>
                  </a:moveTo>
                  <a:lnTo>
                    <a:pt x="1608" y="5006"/>
                  </a:lnTo>
                  <a:lnTo>
                    <a:pt x="308" y="4513"/>
                  </a:lnTo>
                  <a:lnTo>
                    <a:pt x="0" y="4117"/>
                  </a:lnTo>
                  <a:lnTo>
                    <a:pt x="83" y="1633"/>
                  </a:lnTo>
                  <a:lnTo>
                    <a:pt x="409" y="776"/>
                  </a:lnTo>
                  <a:lnTo>
                    <a:pt x="1184" y="0"/>
                  </a:lnTo>
                  <a:lnTo>
                    <a:pt x="2248" y="122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3"/>
            <p:cNvSpPr/>
            <p:nvPr/>
          </p:nvSpPr>
          <p:spPr>
            <a:xfrm>
              <a:off x="5125261" y="4039172"/>
              <a:ext cx="1860" cy="6134"/>
            </a:xfrm>
            <a:custGeom>
              <a:avLst/>
              <a:pathLst>
                <a:path w="1860" h="6134">
                  <a:moveTo>
                    <a:pt x="1116" y="5843"/>
                  </a:moveTo>
                  <a:lnTo>
                    <a:pt x="948" y="6134"/>
                  </a:lnTo>
                  <a:lnTo>
                    <a:pt x="682" y="5906"/>
                  </a:lnTo>
                  <a:lnTo>
                    <a:pt x="0" y="2331"/>
                  </a:lnTo>
                  <a:lnTo>
                    <a:pt x="172" y="1139"/>
                  </a:lnTo>
                  <a:lnTo>
                    <a:pt x="1027" y="0"/>
                  </a:lnTo>
                  <a:lnTo>
                    <a:pt x="1789" y="1985"/>
                  </a:lnTo>
                  <a:lnTo>
                    <a:pt x="1860" y="3087"/>
                  </a:lnTo>
                  <a:lnTo>
                    <a:pt x="1855" y="4025"/>
                  </a:lnTo>
                  <a:lnTo>
                    <a:pt x="1738" y="4836"/>
                  </a:lnTo>
                  <a:lnTo>
                    <a:pt x="1229" y="51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4"/>
            <p:cNvSpPr/>
            <p:nvPr/>
          </p:nvSpPr>
          <p:spPr>
            <a:xfrm>
              <a:off x="1148233" y="4054601"/>
              <a:ext cx="1734" cy="2755"/>
            </a:xfrm>
            <a:custGeom>
              <a:avLst/>
              <a:pathLst>
                <a:path w="1734" h="2755">
                  <a:moveTo>
                    <a:pt x="1699" y="2562"/>
                  </a:moveTo>
                  <a:lnTo>
                    <a:pt x="1048" y="2755"/>
                  </a:lnTo>
                  <a:lnTo>
                    <a:pt x="411" y="2371"/>
                  </a:lnTo>
                  <a:lnTo>
                    <a:pt x="0" y="704"/>
                  </a:lnTo>
                  <a:lnTo>
                    <a:pt x="188" y="0"/>
                  </a:lnTo>
                  <a:lnTo>
                    <a:pt x="600" y="323"/>
                  </a:lnTo>
                  <a:lnTo>
                    <a:pt x="1028" y="1552"/>
                  </a:lnTo>
                  <a:lnTo>
                    <a:pt x="1734" y="211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5"/>
            <p:cNvSpPr/>
            <p:nvPr/>
          </p:nvSpPr>
          <p:spPr>
            <a:xfrm>
              <a:off x="1171239" y="4024758"/>
              <a:ext cx="774" cy="3523"/>
            </a:xfrm>
            <a:custGeom>
              <a:avLst/>
              <a:pathLst>
                <a:path w="774" h="3523">
                  <a:moveTo>
                    <a:pt x="400" y="3283"/>
                  </a:moveTo>
                  <a:lnTo>
                    <a:pt x="212" y="3523"/>
                  </a:lnTo>
                  <a:lnTo>
                    <a:pt x="0" y="2363"/>
                  </a:lnTo>
                  <a:lnTo>
                    <a:pt x="278" y="617"/>
                  </a:lnTo>
                  <a:lnTo>
                    <a:pt x="545" y="0"/>
                  </a:lnTo>
                  <a:lnTo>
                    <a:pt x="774" y="137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6"/>
            <p:cNvSpPr/>
            <p:nvPr/>
          </p:nvSpPr>
          <p:spPr>
            <a:xfrm>
              <a:off x="1218991" y="4042057"/>
              <a:ext cx="6862" cy="7095"/>
            </a:xfrm>
            <a:custGeom>
              <a:avLst/>
              <a:pathLst>
                <a:path w="6862" h="7095">
                  <a:moveTo>
                    <a:pt x="6810" y="7072"/>
                  </a:moveTo>
                  <a:lnTo>
                    <a:pt x="3655" y="7095"/>
                  </a:lnTo>
                  <a:lnTo>
                    <a:pt x="2095" y="5759"/>
                  </a:lnTo>
                  <a:lnTo>
                    <a:pt x="1541" y="5748"/>
                  </a:lnTo>
                  <a:lnTo>
                    <a:pt x="205" y="2946"/>
                  </a:lnTo>
                  <a:lnTo>
                    <a:pt x="0" y="1477"/>
                  </a:lnTo>
                  <a:lnTo>
                    <a:pt x="702" y="510"/>
                  </a:lnTo>
                  <a:lnTo>
                    <a:pt x="2160" y="0"/>
                  </a:lnTo>
                  <a:lnTo>
                    <a:pt x="5086" y="2129"/>
                  </a:lnTo>
                  <a:lnTo>
                    <a:pt x="5529" y="4016"/>
                  </a:lnTo>
                  <a:lnTo>
                    <a:pt x="6203" y="4218"/>
                  </a:lnTo>
                  <a:lnTo>
                    <a:pt x="6726" y="5038"/>
                  </a:lnTo>
                  <a:lnTo>
                    <a:pt x="6862" y="63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7"/>
            <p:cNvSpPr/>
            <p:nvPr/>
          </p:nvSpPr>
          <p:spPr>
            <a:xfrm>
              <a:off x="1210560" y="4031955"/>
              <a:ext cx="6924" cy="10018"/>
            </a:xfrm>
            <a:custGeom>
              <a:avLst/>
              <a:pathLst>
                <a:path w="6924" h="10018">
                  <a:moveTo>
                    <a:pt x="5121" y="0"/>
                  </a:moveTo>
                  <a:lnTo>
                    <a:pt x="6409" y="2787"/>
                  </a:lnTo>
                  <a:lnTo>
                    <a:pt x="6924" y="6484"/>
                  </a:lnTo>
                  <a:lnTo>
                    <a:pt x="6370" y="10018"/>
                  </a:lnTo>
                  <a:lnTo>
                    <a:pt x="5151" y="9144"/>
                  </a:lnTo>
                  <a:lnTo>
                    <a:pt x="3383" y="9897"/>
                  </a:lnTo>
                  <a:lnTo>
                    <a:pt x="2794" y="9646"/>
                  </a:lnTo>
                  <a:lnTo>
                    <a:pt x="1377" y="5306"/>
                  </a:lnTo>
                  <a:lnTo>
                    <a:pt x="396" y="3353"/>
                  </a:lnTo>
                  <a:lnTo>
                    <a:pt x="0" y="1523"/>
                  </a:lnTo>
                  <a:lnTo>
                    <a:pt x="1253" y="1731"/>
                  </a:lnTo>
                  <a:lnTo>
                    <a:pt x="3079" y="5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8"/>
            <p:cNvSpPr/>
            <p:nvPr/>
          </p:nvSpPr>
          <p:spPr>
            <a:xfrm>
              <a:off x="3812468" y="3258331"/>
              <a:ext cx="13755" cy="11724"/>
            </a:xfrm>
            <a:custGeom>
              <a:avLst/>
              <a:pathLst>
                <a:path w="13755" h="11724">
                  <a:moveTo>
                    <a:pt x="5148" y="2333"/>
                  </a:moveTo>
                  <a:lnTo>
                    <a:pt x="5857" y="2687"/>
                  </a:lnTo>
                  <a:lnTo>
                    <a:pt x="6936" y="1664"/>
                  </a:lnTo>
                  <a:lnTo>
                    <a:pt x="10030" y="1529"/>
                  </a:lnTo>
                  <a:lnTo>
                    <a:pt x="13755" y="4816"/>
                  </a:lnTo>
                  <a:lnTo>
                    <a:pt x="13052" y="5683"/>
                  </a:lnTo>
                  <a:lnTo>
                    <a:pt x="12635" y="6869"/>
                  </a:lnTo>
                  <a:lnTo>
                    <a:pt x="10995" y="7952"/>
                  </a:lnTo>
                  <a:lnTo>
                    <a:pt x="9363" y="10493"/>
                  </a:lnTo>
                  <a:lnTo>
                    <a:pt x="4638" y="11724"/>
                  </a:lnTo>
                  <a:lnTo>
                    <a:pt x="3251" y="11036"/>
                  </a:lnTo>
                  <a:lnTo>
                    <a:pt x="2112" y="8581"/>
                  </a:lnTo>
                  <a:lnTo>
                    <a:pt x="0" y="5396"/>
                  </a:lnTo>
                  <a:lnTo>
                    <a:pt x="836" y="3366"/>
                  </a:lnTo>
                  <a:lnTo>
                    <a:pt x="1013" y="2435"/>
                  </a:lnTo>
                  <a:lnTo>
                    <a:pt x="1324" y="1542"/>
                  </a:lnTo>
                  <a:lnTo>
                    <a:pt x="2521" y="0"/>
                  </a:lnTo>
                  <a:lnTo>
                    <a:pt x="3713" y="24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19"/>
            <p:cNvSpPr/>
            <p:nvPr/>
          </p:nvSpPr>
          <p:spPr>
            <a:xfrm>
              <a:off x="3690182" y="3227201"/>
              <a:ext cx="1201" cy="2826"/>
            </a:xfrm>
            <a:custGeom>
              <a:avLst/>
              <a:pathLst>
                <a:path w="1201" h="2826">
                  <a:moveTo>
                    <a:pt x="760" y="1920"/>
                  </a:moveTo>
                  <a:lnTo>
                    <a:pt x="0" y="2826"/>
                  </a:lnTo>
                  <a:lnTo>
                    <a:pt x="520" y="481"/>
                  </a:lnTo>
                  <a:lnTo>
                    <a:pt x="1053" y="0"/>
                  </a:lnTo>
                  <a:lnTo>
                    <a:pt x="1201" y="9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0"/>
            <p:cNvSpPr/>
            <p:nvPr/>
          </p:nvSpPr>
          <p:spPr>
            <a:xfrm>
              <a:off x="3690231" y="3218389"/>
              <a:ext cx="1200" cy="3464"/>
            </a:xfrm>
            <a:custGeom>
              <a:avLst/>
              <a:pathLst>
                <a:path w="1200" h="3464">
                  <a:moveTo>
                    <a:pt x="1074" y="2836"/>
                  </a:moveTo>
                  <a:lnTo>
                    <a:pt x="922" y="3464"/>
                  </a:lnTo>
                  <a:lnTo>
                    <a:pt x="713" y="3327"/>
                  </a:lnTo>
                  <a:lnTo>
                    <a:pt x="0" y="1760"/>
                  </a:lnTo>
                  <a:lnTo>
                    <a:pt x="783" y="0"/>
                  </a:lnTo>
                  <a:lnTo>
                    <a:pt x="1200" y="163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1"/>
            <p:cNvSpPr/>
            <p:nvPr/>
          </p:nvSpPr>
          <p:spPr>
            <a:xfrm>
              <a:off x="3688563" y="3178054"/>
              <a:ext cx="868" cy="4471"/>
            </a:xfrm>
            <a:custGeom>
              <a:avLst/>
              <a:pathLst>
                <a:path w="868" h="4471">
                  <a:moveTo>
                    <a:pt x="474" y="3814"/>
                  </a:moveTo>
                  <a:lnTo>
                    <a:pt x="111" y="4471"/>
                  </a:lnTo>
                  <a:lnTo>
                    <a:pt x="0" y="3322"/>
                  </a:lnTo>
                  <a:lnTo>
                    <a:pt x="238" y="744"/>
                  </a:lnTo>
                  <a:lnTo>
                    <a:pt x="613" y="0"/>
                  </a:lnTo>
                  <a:lnTo>
                    <a:pt x="868" y="1907"/>
                  </a:lnTo>
                  <a:lnTo>
                    <a:pt x="706" y="296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2"/>
            <p:cNvSpPr/>
            <p:nvPr/>
          </p:nvSpPr>
          <p:spPr>
            <a:xfrm>
              <a:off x="3689814" y="3072752"/>
              <a:ext cx="120004" cy="188773"/>
            </a:xfrm>
            <a:custGeom>
              <a:avLst/>
              <a:pathLst>
                <a:path w="120004" h="188773">
                  <a:moveTo>
                    <a:pt x="120004" y="69373"/>
                  </a:moveTo>
                  <a:lnTo>
                    <a:pt x="114201" y="74634"/>
                  </a:lnTo>
                  <a:lnTo>
                    <a:pt x="112671" y="76971"/>
                  </a:lnTo>
                  <a:lnTo>
                    <a:pt x="111282" y="79858"/>
                  </a:lnTo>
                  <a:lnTo>
                    <a:pt x="110241" y="83468"/>
                  </a:lnTo>
                  <a:lnTo>
                    <a:pt x="109513" y="89808"/>
                  </a:lnTo>
                  <a:lnTo>
                    <a:pt x="110066" y="95607"/>
                  </a:lnTo>
                  <a:lnTo>
                    <a:pt x="110013" y="98712"/>
                  </a:lnTo>
                  <a:lnTo>
                    <a:pt x="108515" y="100768"/>
                  </a:lnTo>
                  <a:lnTo>
                    <a:pt x="107117" y="102252"/>
                  </a:lnTo>
                  <a:lnTo>
                    <a:pt x="105562" y="104510"/>
                  </a:lnTo>
                  <a:lnTo>
                    <a:pt x="104617" y="105076"/>
                  </a:lnTo>
                  <a:lnTo>
                    <a:pt x="103845" y="106880"/>
                  </a:lnTo>
                  <a:lnTo>
                    <a:pt x="102949" y="108129"/>
                  </a:lnTo>
                  <a:lnTo>
                    <a:pt x="99713" y="111396"/>
                  </a:lnTo>
                  <a:lnTo>
                    <a:pt x="96176" y="113922"/>
                  </a:lnTo>
                  <a:lnTo>
                    <a:pt x="90559" y="116953"/>
                  </a:lnTo>
                  <a:lnTo>
                    <a:pt x="88390" y="120233"/>
                  </a:lnTo>
                  <a:lnTo>
                    <a:pt x="86414" y="122484"/>
                  </a:lnTo>
                  <a:lnTo>
                    <a:pt x="83416" y="123160"/>
                  </a:lnTo>
                  <a:lnTo>
                    <a:pt x="79299" y="126284"/>
                  </a:lnTo>
                  <a:lnTo>
                    <a:pt x="77012" y="128785"/>
                  </a:lnTo>
                  <a:lnTo>
                    <a:pt x="74170" y="132855"/>
                  </a:lnTo>
                  <a:lnTo>
                    <a:pt x="73539" y="134143"/>
                  </a:lnTo>
                  <a:lnTo>
                    <a:pt x="73040" y="137140"/>
                  </a:lnTo>
                  <a:lnTo>
                    <a:pt x="72165" y="139727"/>
                  </a:lnTo>
                  <a:lnTo>
                    <a:pt x="70454" y="143970"/>
                  </a:lnTo>
                  <a:lnTo>
                    <a:pt x="69169" y="146149"/>
                  </a:lnTo>
                  <a:lnTo>
                    <a:pt x="68311" y="146264"/>
                  </a:lnTo>
                  <a:lnTo>
                    <a:pt x="66645" y="147456"/>
                  </a:lnTo>
                  <a:lnTo>
                    <a:pt x="64675" y="147700"/>
                  </a:lnTo>
                  <a:lnTo>
                    <a:pt x="61362" y="146210"/>
                  </a:lnTo>
                  <a:lnTo>
                    <a:pt x="60511" y="147251"/>
                  </a:lnTo>
                  <a:lnTo>
                    <a:pt x="59810" y="148903"/>
                  </a:lnTo>
                  <a:lnTo>
                    <a:pt x="57259" y="151814"/>
                  </a:lnTo>
                  <a:lnTo>
                    <a:pt x="54662" y="157630"/>
                  </a:lnTo>
                  <a:lnTo>
                    <a:pt x="52761" y="159173"/>
                  </a:lnTo>
                  <a:lnTo>
                    <a:pt x="49690" y="161003"/>
                  </a:lnTo>
                  <a:lnTo>
                    <a:pt x="47540" y="163422"/>
                  </a:lnTo>
                  <a:lnTo>
                    <a:pt x="46097" y="164394"/>
                  </a:lnTo>
                  <a:lnTo>
                    <a:pt x="44238" y="164900"/>
                  </a:lnTo>
                  <a:lnTo>
                    <a:pt x="40799" y="164656"/>
                  </a:lnTo>
                  <a:lnTo>
                    <a:pt x="37538" y="165529"/>
                  </a:lnTo>
                  <a:lnTo>
                    <a:pt x="34518" y="167171"/>
                  </a:lnTo>
                  <a:lnTo>
                    <a:pt x="33099" y="170280"/>
                  </a:lnTo>
                  <a:lnTo>
                    <a:pt x="31483" y="175199"/>
                  </a:lnTo>
                  <a:lnTo>
                    <a:pt x="28839" y="177230"/>
                  </a:lnTo>
                  <a:lnTo>
                    <a:pt x="28217" y="178995"/>
                  </a:lnTo>
                  <a:lnTo>
                    <a:pt x="27399" y="182621"/>
                  </a:lnTo>
                  <a:lnTo>
                    <a:pt x="25686" y="183557"/>
                  </a:lnTo>
                  <a:lnTo>
                    <a:pt x="24137" y="184160"/>
                  </a:lnTo>
                  <a:lnTo>
                    <a:pt x="22555" y="182580"/>
                  </a:lnTo>
                  <a:lnTo>
                    <a:pt x="19571" y="186956"/>
                  </a:lnTo>
                  <a:lnTo>
                    <a:pt x="18442" y="187681"/>
                  </a:lnTo>
                  <a:lnTo>
                    <a:pt x="16729" y="187857"/>
                  </a:lnTo>
                  <a:lnTo>
                    <a:pt x="15513" y="188773"/>
                  </a:lnTo>
                  <a:lnTo>
                    <a:pt x="14637" y="188512"/>
                  </a:lnTo>
                  <a:lnTo>
                    <a:pt x="13551" y="186801"/>
                  </a:lnTo>
                  <a:lnTo>
                    <a:pt x="11238" y="184730"/>
                  </a:lnTo>
                  <a:lnTo>
                    <a:pt x="9549" y="186079"/>
                  </a:lnTo>
                  <a:lnTo>
                    <a:pt x="9407" y="181937"/>
                  </a:lnTo>
                  <a:lnTo>
                    <a:pt x="6607" y="169288"/>
                  </a:lnTo>
                  <a:lnTo>
                    <a:pt x="7190" y="158273"/>
                  </a:lnTo>
                  <a:lnTo>
                    <a:pt x="7188" y="156716"/>
                  </a:lnTo>
                  <a:lnTo>
                    <a:pt x="6631" y="151799"/>
                  </a:lnTo>
                  <a:lnTo>
                    <a:pt x="4962" y="147306"/>
                  </a:lnTo>
                  <a:lnTo>
                    <a:pt x="5012" y="141613"/>
                  </a:lnTo>
                  <a:lnTo>
                    <a:pt x="4453" y="137538"/>
                  </a:lnTo>
                  <a:lnTo>
                    <a:pt x="4009" y="133355"/>
                  </a:lnTo>
                  <a:lnTo>
                    <a:pt x="4153" y="132242"/>
                  </a:lnTo>
                  <a:lnTo>
                    <a:pt x="4180" y="131234"/>
                  </a:lnTo>
                  <a:lnTo>
                    <a:pt x="3327" y="124785"/>
                  </a:lnTo>
                  <a:lnTo>
                    <a:pt x="3042" y="123478"/>
                  </a:lnTo>
                  <a:lnTo>
                    <a:pt x="2936" y="122127"/>
                  </a:lnTo>
                  <a:lnTo>
                    <a:pt x="3216" y="121094"/>
                  </a:lnTo>
                  <a:lnTo>
                    <a:pt x="3206" y="119897"/>
                  </a:lnTo>
                  <a:lnTo>
                    <a:pt x="2753" y="117917"/>
                  </a:lnTo>
                  <a:lnTo>
                    <a:pt x="2276" y="114153"/>
                  </a:lnTo>
                  <a:lnTo>
                    <a:pt x="0" y="111202"/>
                  </a:lnTo>
                  <a:lnTo>
                    <a:pt x="460" y="108439"/>
                  </a:lnTo>
                  <a:lnTo>
                    <a:pt x="904" y="109407"/>
                  </a:lnTo>
                  <a:lnTo>
                    <a:pt x="1503" y="110230"/>
                  </a:lnTo>
                  <a:lnTo>
                    <a:pt x="1625" y="108441"/>
                  </a:lnTo>
                  <a:lnTo>
                    <a:pt x="1635" y="107100"/>
                  </a:lnTo>
                  <a:lnTo>
                    <a:pt x="683" y="98738"/>
                  </a:lnTo>
                  <a:lnTo>
                    <a:pt x="2092" y="87586"/>
                  </a:lnTo>
                  <a:lnTo>
                    <a:pt x="1628" y="77547"/>
                  </a:lnTo>
                  <a:lnTo>
                    <a:pt x="3780" y="73490"/>
                  </a:lnTo>
                  <a:lnTo>
                    <a:pt x="4324" y="72269"/>
                  </a:lnTo>
                  <a:lnTo>
                    <a:pt x="4636" y="71199"/>
                  </a:lnTo>
                  <a:lnTo>
                    <a:pt x="5143" y="68907"/>
                  </a:lnTo>
                  <a:lnTo>
                    <a:pt x="5837" y="68161"/>
                  </a:lnTo>
                  <a:lnTo>
                    <a:pt x="6082" y="65750"/>
                  </a:lnTo>
                  <a:lnTo>
                    <a:pt x="6060" y="64544"/>
                  </a:lnTo>
                  <a:lnTo>
                    <a:pt x="5613" y="63511"/>
                  </a:lnTo>
                  <a:lnTo>
                    <a:pt x="5278" y="60698"/>
                  </a:lnTo>
                  <a:lnTo>
                    <a:pt x="5389" y="57138"/>
                  </a:lnTo>
                  <a:lnTo>
                    <a:pt x="5502" y="55645"/>
                  </a:lnTo>
                  <a:lnTo>
                    <a:pt x="5732" y="52925"/>
                  </a:lnTo>
                  <a:lnTo>
                    <a:pt x="6485" y="51914"/>
                  </a:lnTo>
                  <a:lnTo>
                    <a:pt x="6664" y="51110"/>
                  </a:lnTo>
                  <a:lnTo>
                    <a:pt x="6082" y="49389"/>
                  </a:lnTo>
                  <a:lnTo>
                    <a:pt x="6134" y="48364"/>
                  </a:lnTo>
                  <a:lnTo>
                    <a:pt x="7415" y="45486"/>
                  </a:lnTo>
                  <a:lnTo>
                    <a:pt x="7920" y="44622"/>
                  </a:lnTo>
                  <a:lnTo>
                    <a:pt x="8747" y="43729"/>
                  </a:lnTo>
                  <a:lnTo>
                    <a:pt x="9395" y="43739"/>
                  </a:lnTo>
                  <a:lnTo>
                    <a:pt x="10143" y="44247"/>
                  </a:lnTo>
                  <a:lnTo>
                    <a:pt x="10811" y="45053"/>
                  </a:lnTo>
                  <a:lnTo>
                    <a:pt x="11457" y="46518"/>
                  </a:lnTo>
                  <a:lnTo>
                    <a:pt x="12143" y="48183"/>
                  </a:lnTo>
                  <a:lnTo>
                    <a:pt x="13193" y="48815"/>
                  </a:lnTo>
                  <a:lnTo>
                    <a:pt x="13908" y="48653"/>
                  </a:lnTo>
                  <a:lnTo>
                    <a:pt x="14490" y="49389"/>
                  </a:lnTo>
                  <a:lnTo>
                    <a:pt x="14981" y="48986"/>
                  </a:lnTo>
                  <a:lnTo>
                    <a:pt x="15540" y="48125"/>
                  </a:lnTo>
                  <a:lnTo>
                    <a:pt x="16434" y="48183"/>
                  </a:lnTo>
                  <a:lnTo>
                    <a:pt x="17240" y="47207"/>
                  </a:lnTo>
                  <a:lnTo>
                    <a:pt x="19527" y="46740"/>
                  </a:lnTo>
                  <a:lnTo>
                    <a:pt x="21734" y="47036"/>
                  </a:lnTo>
                  <a:lnTo>
                    <a:pt x="24039" y="46228"/>
                  </a:lnTo>
                  <a:lnTo>
                    <a:pt x="26338" y="46290"/>
                  </a:lnTo>
                  <a:lnTo>
                    <a:pt x="28657" y="46353"/>
                  </a:lnTo>
                  <a:lnTo>
                    <a:pt x="29172" y="46473"/>
                  </a:lnTo>
                  <a:lnTo>
                    <a:pt x="29677" y="46981"/>
                  </a:lnTo>
                  <a:lnTo>
                    <a:pt x="31632" y="49535"/>
                  </a:lnTo>
                  <a:lnTo>
                    <a:pt x="33114" y="50058"/>
                  </a:lnTo>
                  <a:lnTo>
                    <a:pt x="36096" y="50757"/>
                  </a:lnTo>
                  <a:lnTo>
                    <a:pt x="39276" y="51503"/>
                  </a:lnTo>
                  <a:lnTo>
                    <a:pt x="42033" y="52149"/>
                  </a:lnTo>
                  <a:lnTo>
                    <a:pt x="44371" y="51547"/>
                  </a:lnTo>
                  <a:lnTo>
                    <a:pt x="46310" y="51048"/>
                  </a:lnTo>
                  <a:lnTo>
                    <a:pt x="46835" y="51136"/>
                  </a:lnTo>
                  <a:lnTo>
                    <a:pt x="47421" y="52716"/>
                  </a:lnTo>
                  <a:lnTo>
                    <a:pt x="48588" y="56649"/>
                  </a:lnTo>
                  <a:lnTo>
                    <a:pt x="49690" y="60359"/>
                  </a:lnTo>
                  <a:lnTo>
                    <a:pt x="51622" y="60559"/>
                  </a:lnTo>
                  <a:lnTo>
                    <a:pt x="52861" y="59163"/>
                  </a:lnTo>
                  <a:lnTo>
                    <a:pt x="54223" y="57199"/>
                  </a:lnTo>
                  <a:lnTo>
                    <a:pt x="55054" y="55678"/>
                  </a:lnTo>
                  <a:lnTo>
                    <a:pt x="56016" y="49643"/>
                  </a:lnTo>
                  <a:lnTo>
                    <a:pt x="56640" y="45736"/>
                  </a:lnTo>
                  <a:lnTo>
                    <a:pt x="58068" y="41348"/>
                  </a:lnTo>
                  <a:lnTo>
                    <a:pt x="59266" y="37676"/>
                  </a:lnTo>
                  <a:lnTo>
                    <a:pt x="60851" y="32808"/>
                  </a:lnTo>
                  <a:lnTo>
                    <a:pt x="61727" y="30116"/>
                  </a:lnTo>
                  <a:lnTo>
                    <a:pt x="63459" y="24797"/>
                  </a:lnTo>
                  <a:lnTo>
                    <a:pt x="65112" y="22725"/>
                  </a:lnTo>
                  <a:lnTo>
                    <a:pt x="68302" y="18726"/>
                  </a:lnTo>
                  <a:lnTo>
                    <a:pt x="71430" y="14801"/>
                  </a:lnTo>
                  <a:lnTo>
                    <a:pt x="73469" y="12243"/>
                  </a:lnTo>
                  <a:lnTo>
                    <a:pt x="75200" y="11075"/>
                  </a:lnTo>
                  <a:lnTo>
                    <a:pt x="78108" y="10070"/>
                  </a:lnTo>
                  <a:lnTo>
                    <a:pt x="81526" y="8889"/>
                  </a:lnTo>
                  <a:lnTo>
                    <a:pt x="84942" y="7709"/>
                  </a:lnTo>
                  <a:lnTo>
                    <a:pt x="88582" y="6452"/>
                  </a:lnTo>
                  <a:lnTo>
                    <a:pt x="92644" y="5048"/>
                  </a:lnTo>
                  <a:lnTo>
                    <a:pt x="95427" y="4086"/>
                  </a:lnTo>
                  <a:lnTo>
                    <a:pt x="98976" y="2859"/>
                  </a:lnTo>
                  <a:lnTo>
                    <a:pt x="101928" y="1839"/>
                  </a:lnTo>
                  <a:lnTo>
                    <a:pt x="104552" y="933"/>
                  </a:lnTo>
                  <a:lnTo>
                    <a:pt x="107253" y="0"/>
                  </a:lnTo>
                  <a:lnTo>
                    <a:pt x="107762" y="2950"/>
                  </a:lnTo>
                  <a:lnTo>
                    <a:pt x="108272" y="5902"/>
                  </a:lnTo>
                  <a:lnTo>
                    <a:pt x="108781" y="8854"/>
                  </a:lnTo>
                  <a:lnTo>
                    <a:pt x="109290" y="11806"/>
                  </a:lnTo>
                  <a:lnTo>
                    <a:pt x="109800" y="14758"/>
                  </a:lnTo>
                  <a:lnTo>
                    <a:pt x="110309" y="17709"/>
                  </a:lnTo>
                  <a:lnTo>
                    <a:pt x="110819" y="20661"/>
                  </a:lnTo>
                  <a:lnTo>
                    <a:pt x="111328" y="23611"/>
                  </a:lnTo>
                  <a:lnTo>
                    <a:pt x="111838" y="26563"/>
                  </a:lnTo>
                  <a:lnTo>
                    <a:pt x="112347" y="29514"/>
                  </a:lnTo>
                  <a:lnTo>
                    <a:pt x="112856" y="32466"/>
                  </a:lnTo>
                  <a:lnTo>
                    <a:pt x="113366" y="35418"/>
                  </a:lnTo>
                  <a:lnTo>
                    <a:pt x="113875" y="38370"/>
                  </a:lnTo>
                  <a:lnTo>
                    <a:pt x="114384" y="41321"/>
                  </a:lnTo>
                  <a:lnTo>
                    <a:pt x="114895" y="44273"/>
                  </a:lnTo>
                  <a:lnTo>
                    <a:pt x="115404" y="47225"/>
                  </a:lnTo>
                  <a:lnTo>
                    <a:pt x="115902" y="50107"/>
                  </a:lnTo>
                  <a:lnTo>
                    <a:pt x="116723" y="51067"/>
                  </a:lnTo>
                  <a:lnTo>
                    <a:pt x="117211" y="53792"/>
                  </a:lnTo>
                  <a:lnTo>
                    <a:pt x="117910" y="57688"/>
                  </a:lnTo>
                  <a:lnTo>
                    <a:pt x="118608" y="61582"/>
                  </a:lnTo>
                  <a:lnTo>
                    <a:pt x="119306" y="6547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3"/>
            <p:cNvSpPr/>
            <p:nvPr/>
          </p:nvSpPr>
          <p:spPr>
            <a:xfrm>
              <a:off x="3631494" y="5017675"/>
              <a:ext cx="3425" cy="4103"/>
            </a:xfrm>
            <a:custGeom>
              <a:avLst/>
              <a:pathLst>
                <a:path w="3425" h="4103">
                  <a:moveTo>
                    <a:pt x="3071" y="3552"/>
                  </a:moveTo>
                  <a:lnTo>
                    <a:pt x="2576" y="4103"/>
                  </a:lnTo>
                  <a:lnTo>
                    <a:pt x="250" y="3618"/>
                  </a:lnTo>
                  <a:lnTo>
                    <a:pt x="0" y="2481"/>
                  </a:lnTo>
                  <a:lnTo>
                    <a:pt x="686" y="735"/>
                  </a:lnTo>
                  <a:lnTo>
                    <a:pt x="1091" y="0"/>
                  </a:lnTo>
                  <a:lnTo>
                    <a:pt x="2296" y="398"/>
                  </a:lnTo>
                  <a:lnTo>
                    <a:pt x="3254" y="1815"/>
                  </a:lnTo>
                  <a:lnTo>
                    <a:pt x="3425" y="22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4"/>
            <p:cNvSpPr/>
            <p:nvPr/>
          </p:nvSpPr>
          <p:spPr>
            <a:xfrm>
              <a:off x="3388185" y="4288472"/>
              <a:ext cx="189176" cy="373483"/>
            </a:xfrm>
            <a:custGeom>
              <a:avLst/>
              <a:pathLst>
                <a:path w="189176" h="373483">
                  <a:moveTo>
                    <a:pt x="170783" y="7557"/>
                  </a:moveTo>
                  <a:lnTo>
                    <a:pt x="170844" y="9112"/>
                  </a:lnTo>
                  <a:lnTo>
                    <a:pt x="170925" y="9819"/>
                  </a:lnTo>
                  <a:lnTo>
                    <a:pt x="171475" y="13926"/>
                  </a:lnTo>
                  <a:lnTo>
                    <a:pt x="172296" y="20058"/>
                  </a:lnTo>
                  <a:lnTo>
                    <a:pt x="172841" y="25719"/>
                  </a:lnTo>
                  <a:lnTo>
                    <a:pt x="173589" y="33485"/>
                  </a:lnTo>
                  <a:lnTo>
                    <a:pt x="173566" y="37807"/>
                  </a:lnTo>
                  <a:lnTo>
                    <a:pt x="173749" y="39478"/>
                  </a:lnTo>
                  <a:lnTo>
                    <a:pt x="174422" y="41564"/>
                  </a:lnTo>
                  <a:lnTo>
                    <a:pt x="175245" y="45148"/>
                  </a:lnTo>
                  <a:lnTo>
                    <a:pt x="175526" y="47183"/>
                  </a:lnTo>
                  <a:lnTo>
                    <a:pt x="175802" y="48703"/>
                  </a:lnTo>
                  <a:lnTo>
                    <a:pt x="176672" y="51589"/>
                  </a:lnTo>
                  <a:lnTo>
                    <a:pt x="177347" y="55964"/>
                  </a:lnTo>
                  <a:lnTo>
                    <a:pt x="177919" y="61755"/>
                  </a:lnTo>
                  <a:lnTo>
                    <a:pt x="178409" y="64534"/>
                  </a:lnTo>
                  <a:lnTo>
                    <a:pt x="178594" y="65899"/>
                  </a:lnTo>
                  <a:lnTo>
                    <a:pt x="178815" y="68386"/>
                  </a:lnTo>
                  <a:lnTo>
                    <a:pt x="178785" y="73636"/>
                  </a:lnTo>
                  <a:lnTo>
                    <a:pt x="178798" y="79716"/>
                  </a:lnTo>
                  <a:lnTo>
                    <a:pt x="178814" y="86505"/>
                  </a:lnTo>
                  <a:lnTo>
                    <a:pt x="178829" y="92109"/>
                  </a:lnTo>
                  <a:lnTo>
                    <a:pt x="178741" y="94946"/>
                  </a:lnTo>
                  <a:lnTo>
                    <a:pt x="178800" y="102997"/>
                  </a:lnTo>
                  <a:lnTo>
                    <a:pt x="178061" y="107193"/>
                  </a:lnTo>
                  <a:lnTo>
                    <a:pt x="178153" y="110485"/>
                  </a:lnTo>
                  <a:lnTo>
                    <a:pt x="178382" y="112621"/>
                  </a:lnTo>
                  <a:lnTo>
                    <a:pt x="178077" y="112950"/>
                  </a:lnTo>
                  <a:lnTo>
                    <a:pt x="177499" y="113330"/>
                  </a:lnTo>
                  <a:lnTo>
                    <a:pt x="174840" y="109951"/>
                  </a:lnTo>
                  <a:lnTo>
                    <a:pt x="172247" y="106385"/>
                  </a:lnTo>
                  <a:lnTo>
                    <a:pt x="171873" y="106278"/>
                  </a:lnTo>
                  <a:lnTo>
                    <a:pt x="171327" y="106650"/>
                  </a:lnTo>
                  <a:lnTo>
                    <a:pt x="169856" y="109244"/>
                  </a:lnTo>
                  <a:lnTo>
                    <a:pt x="168484" y="113302"/>
                  </a:lnTo>
                  <a:lnTo>
                    <a:pt x="167853" y="116761"/>
                  </a:lnTo>
                  <a:lnTo>
                    <a:pt x="166839" y="120337"/>
                  </a:lnTo>
                  <a:lnTo>
                    <a:pt x="165207" y="126091"/>
                  </a:lnTo>
                  <a:lnTo>
                    <a:pt x="165042" y="127332"/>
                  </a:lnTo>
                  <a:lnTo>
                    <a:pt x="165024" y="132006"/>
                  </a:lnTo>
                  <a:lnTo>
                    <a:pt x="165103" y="136456"/>
                  </a:lnTo>
                  <a:lnTo>
                    <a:pt x="165246" y="137077"/>
                  </a:lnTo>
                  <a:lnTo>
                    <a:pt x="166127" y="137287"/>
                  </a:lnTo>
                  <a:lnTo>
                    <a:pt x="166757" y="140935"/>
                  </a:lnTo>
                  <a:lnTo>
                    <a:pt x="168199" y="146740"/>
                  </a:lnTo>
                  <a:lnTo>
                    <a:pt x="170623" y="150466"/>
                  </a:lnTo>
                  <a:lnTo>
                    <a:pt x="172873" y="152154"/>
                  </a:lnTo>
                  <a:lnTo>
                    <a:pt x="176016" y="152581"/>
                  </a:lnTo>
                  <a:lnTo>
                    <a:pt x="178499" y="152460"/>
                  </a:lnTo>
                  <a:lnTo>
                    <a:pt x="178358" y="148553"/>
                  </a:lnTo>
                  <a:lnTo>
                    <a:pt x="178600" y="142259"/>
                  </a:lnTo>
                  <a:lnTo>
                    <a:pt x="178917" y="138029"/>
                  </a:lnTo>
                  <a:lnTo>
                    <a:pt x="179263" y="137841"/>
                  </a:lnTo>
                  <a:lnTo>
                    <a:pt x="179918" y="138245"/>
                  </a:lnTo>
                  <a:lnTo>
                    <a:pt x="180277" y="138678"/>
                  </a:lnTo>
                  <a:lnTo>
                    <a:pt x="181275" y="138502"/>
                  </a:lnTo>
                  <a:lnTo>
                    <a:pt x="183046" y="139333"/>
                  </a:lnTo>
                  <a:lnTo>
                    <a:pt x="184476" y="139241"/>
                  </a:lnTo>
                  <a:lnTo>
                    <a:pt x="185754" y="139160"/>
                  </a:lnTo>
                  <a:lnTo>
                    <a:pt x="187915" y="139019"/>
                  </a:lnTo>
                  <a:lnTo>
                    <a:pt x="189176" y="138969"/>
                  </a:lnTo>
                  <a:lnTo>
                    <a:pt x="188750" y="145791"/>
                  </a:lnTo>
                  <a:lnTo>
                    <a:pt x="187101" y="156471"/>
                  </a:lnTo>
                  <a:lnTo>
                    <a:pt x="186539" y="161368"/>
                  </a:lnTo>
                  <a:lnTo>
                    <a:pt x="185132" y="178872"/>
                  </a:lnTo>
                  <a:lnTo>
                    <a:pt x="183296" y="187694"/>
                  </a:lnTo>
                  <a:lnTo>
                    <a:pt x="182266" y="191335"/>
                  </a:lnTo>
                  <a:lnTo>
                    <a:pt x="179292" y="197779"/>
                  </a:lnTo>
                  <a:lnTo>
                    <a:pt x="178464" y="199086"/>
                  </a:lnTo>
                  <a:lnTo>
                    <a:pt x="177729" y="199923"/>
                  </a:lnTo>
                  <a:lnTo>
                    <a:pt x="176426" y="200662"/>
                  </a:lnTo>
                  <a:lnTo>
                    <a:pt x="171327" y="213693"/>
                  </a:lnTo>
                  <a:lnTo>
                    <a:pt x="169425" y="219978"/>
                  </a:lnTo>
                  <a:lnTo>
                    <a:pt x="167739" y="229140"/>
                  </a:lnTo>
                  <a:lnTo>
                    <a:pt x="166062" y="234170"/>
                  </a:lnTo>
                  <a:lnTo>
                    <a:pt x="163598" y="244899"/>
                  </a:lnTo>
                  <a:lnTo>
                    <a:pt x="161397" y="253183"/>
                  </a:lnTo>
                  <a:lnTo>
                    <a:pt x="159284" y="260735"/>
                  </a:lnTo>
                  <a:lnTo>
                    <a:pt x="155630" y="271135"/>
                  </a:lnTo>
                  <a:lnTo>
                    <a:pt x="154009" y="274142"/>
                  </a:lnTo>
                  <a:lnTo>
                    <a:pt x="152914" y="275518"/>
                  </a:lnTo>
                  <a:lnTo>
                    <a:pt x="150011" y="281555"/>
                  </a:lnTo>
                  <a:lnTo>
                    <a:pt x="145925" y="291260"/>
                  </a:lnTo>
                  <a:lnTo>
                    <a:pt x="142796" y="299862"/>
                  </a:lnTo>
                  <a:lnTo>
                    <a:pt x="138118" y="309624"/>
                  </a:lnTo>
                  <a:lnTo>
                    <a:pt x="135409" y="313898"/>
                  </a:lnTo>
                  <a:lnTo>
                    <a:pt x="131342" y="322309"/>
                  </a:lnTo>
                  <a:lnTo>
                    <a:pt x="130208" y="323553"/>
                  </a:lnTo>
                  <a:lnTo>
                    <a:pt x="125624" y="331370"/>
                  </a:lnTo>
                  <a:lnTo>
                    <a:pt x="122329" y="336117"/>
                  </a:lnTo>
                  <a:lnTo>
                    <a:pt x="116992" y="341620"/>
                  </a:lnTo>
                  <a:lnTo>
                    <a:pt x="114872" y="343161"/>
                  </a:lnTo>
                  <a:lnTo>
                    <a:pt x="109809" y="341735"/>
                  </a:lnTo>
                  <a:lnTo>
                    <a:pt x="107695" y="342497"/>
                  </a:lnTo>
                  <a:lnTo>
                    <a:pt x="105930" y="345821"/>
                  </a:lnTo>
                  <a:lnTo>
                    <a:pt x="105766" y="350594"/>
                  </a:lnTo>
                  <a:lnTo>
                    <a:pt x="105030" y="351310"/>
                  </a:lnTo>
                  <a:lnTo>
                    <a:pt x="103914" y="351096"/>
                  </a:lnTo>
                  <a:lnTo>
                    <a:pt x="100375" y="349105"/>
                  </a:lnTo>
                  <a:lnTo>
                    <a:pt x="98455" y="349486"/>
                  </a:lnTo>
                  <a:lnTo>
                    <a:pt x="97335" y="352031"/>
                  </a:lnTo>
                  <a:lnTo>
                    <a:pt x="96432" y="355257"/>
                  </a:lnTo>
                  <a:lnTo>
                    <a:pt x="93767" y="355422"/>
                  </a:lnTo>
                  <a:lnTo>
                    <a:pt x="89020" y="352083"/>
                  </a:lnTo>
                  <a:lnTo>
                    <a:pt x="83436" y="350052"/>
                  </a:lnTo>
                  <a:lnTo>
                    <a:pt x="82144" y="349827"/>
                  </a:lnTo>
                  <a:lnTo>
                    <a:pt x="79438" y="352303"/>
                  </a:lnTo>
                  <a:lnTo>
                    <a:pt x="78491" y="352663"/>
                  </a:lnTo>
                  <a:lnTo>
                    <a:pt x="74549" y="352132"/>
                  </a:lnTo>
                  <a:lnTo>
                    <a:pt x="72362" y="350568"/>
                  </a:lnTo>
                  <a:lnTo>
                    <a:pt x="70271" y="350563"/>
                  </a:lnTo>
                  <a:lnTo>
                    <a:pt x="68667" y="351855"/>
                  </a:lnTo>
                  <a:lnTo>
                    <a:pt x="66723" y="352308"/>
                  </a:lnTo>
                  <a:lnTo>
                    <a:pt x="61469" y="361277"/>
                  </a:lnTo>
                  <a:lnTo>
                    <a:pt x="58756" y="361288"/>
                  </a:lnTo>
                  <a:lnTo>
                    <a:pt x="56415" y="362327"/>
                  </a:lnTo>
                  <a:lnTo>
                    <a:pt x="55254" y="362293"/>
                  </a:lnTo>
                  <a:lnTo>
                    <a:pt x="53082" y="361040"/>
                  </a:lnTo>
                  <a:lnTo>
                    <a:pt x="52272" y="361124"/>
                  </a:lnTo>
                  <a:lnTo>
                    <a:pt x="51036" y="361687"/>
                  </a:lnTo>
                  <a:lnTo>
                    <a:pt x="49798" y="363265"/>
                  </a:lnTo>
                  <a:lnTo>
                    <a:pt x="46979" y="363949"/>
                  </a:lnTo>
                  <a:lnTo>
                    <a:pt x="45883" y="365294"/>
                  </a:lnTo>
                  <a:lnTo>
                    <a:pt x="41118" y="373483"/>
                  </a:lnTo>
                  <a:lnTo>
                    <a:pt x="40033" y="373157"/>
                  </a:lnTo>
                  <a:lnTo>
                    <a:pt x="39155" y="372623"/>
                  </a:lnTo>
                  <a:lnTo>
                    <a:pt x="36680" y="372525"/>
                  </a:lnTo>
                  <a:lnTo>
                    <a:pt x="33879" y="368162"/>
                  </a:lnTo>
                  <a:lnTo>
                    <a:pt x="32805" y="368439"/>
                  </a:lnTo>
                  <a:lnTo>
                    <a:pt x="33093" y="367132"/>
                  </a:lnTo>
                  <a:lnTo>
                    <a:pt x="33180" y="364815"/>
                  </a:lnTo>
                  <a:lnTo>
                    <a:pt x="32588" y="363179"/>
                  </a:lnTo>
                  <a:lnTo>
                    <a:pt x="32188" y="362449"/>
                  </a:lnTo>
                  <a:lnTo>
                    <a:pt x="31089" y="362584"/>
                  </a:lnTo>
                  <a:lnTo>
                    <a:pt x="30505" y="360610"/>
                  </a:lnTo>
                  <a:lnTo>
                    <a:pt x="28822" y="360423"/>
                  </a:lnTo>
                  <a:lnTo>
                    <a:pt x="28240" y="360922"/>
                  </a:lnTo>
                  <a:lnTo>
                    <a:pt x="27432" y="361023"/>
                  </a:lnTo>
                  <a:lnTo>
                    <a:pt x="27360" y="359026"/>
                  </a:lnTo>
                  <a:lnTo>
                    <a:pt x="27424" y="357768"/>
                  </a:lnTo>
                  <a:lnTo>
                    <a:pt x="27375" y="355835"/>
                  </a:lnTo>
                  <a:lnTo>
                    <a:pt x="27173" y="353463"/>
                  </a:lnTo>
                  <a:lnTo>
                    <a:pt x="26521" y="352707"/>
                  </a:lnTo>
                  <a:lnTo>
                    <a:pt x="26021" y="352389"/>
                  </a:lnTo>
                  <a:lnTo>
                    <a:pt x="24829" y="352551"/>
                  </a:lnTo>
                  <a:lnTo>
                    <a:pt x="24009" y="352805"/>
                  </a:lnTo>
                  <a:lnTo>
                    <a:pt x="23624" y="353494"/>
                  </a:lnTo>
                  <a:lnTo>
                    <a:pt x="23183" y="355231"/>
                  </a:lnTo>
                  <a:lnTo>
                    <a:pt x="23177" y="360515"/>
                  </a:lnTo>
                  <a:lnTo>
                    <a:pt x="22587" y="359000"/>
                  </a:lnTo>
                  <a:lnTo>
                    <a:pt x="21917" y="355835"/>
                  </a:lnTo>
                  <a:lnTo>
                    <a:pt x="21702" y="352458"/>
                  </a:lnTo>
                  <a:lnTo>
                    <a:pt x="21944" y="348465"/>
                  </a:lnTo>
                  <a:lnTo>
                    <a:pt x="23217" y="346950"/>
                  </a:lnTo>
                  <a:lnTo>
                    <a:pt x="23118" y="344252"/>
                  </a:lnTo>
                  <a:lnTo>
                    <a:pt x="22848" y="341911"/>
                  </a:lnTo>
                  <a:lnTo>
                    <a:pt x="21427" y="335918"/>
                  </a:lnTo>
                  <a:lnTo>
                    <a:pt x="20871" y="333177"/>
                  </a:lnTo>
                  <a:lnTo>
                    <a:pt x="19664" y="331318"/>
                  </a:lnTo>
                  <a:lnTo>
                    <a:pt x="18726" y="326843"/>
                  </a:lnTo>
                  <a:lnTo>
                    <a:pt x="17780" y="325218"/>
                  </a:lnTo>
                  <a:lnTo>
                    <a:pt x="17386" y="322087"/>
                  </a:lnTo>
                  <a:lnTo>
                    <a:pt x="16464" y="319579"/>
                  </a:lnTo>
                  <a:lnTo>
                    <a:pt x="16151" y="315617"/>
                  </a:lnTo>
                  <a:lnTo>
                    <a:pt x="16660" y="313343"/>
                  </a:lnTo>
                  <a:lnTo>
                    <a:pt x="17465" y="312106"/>
                  </a:lnTo>
                  <a:lnTo>
                    <a:pt x="18285" y="314071"/>
                  </a:lnTo>
                  <a:lnTo>
                    <a:pt x="19304" y="313303"/>
                  </a:lnTo>
                  <a:lnTo>
                    <a:pt x="20752" y="310438"/>
                  </a:lnTo>
                  <a:lnTo>
                    <a:pt x="21609" y="306089"/>
                  </a:lnTo>
                  <a:lnTo>
                    <a:pt x="21661" y="299132"/>
                  </a:lnTo>
                  <a:lnTo>
                    <a:pt x="21441" y="294786"/>
                  </a:lnTo>
                  <a:lnTo>
                    <a:pt x="20291" y="283558"/>
                  </a:lnTo>
                  <a:lnTo>
                    <a:pt x="19749" y="280978"/>
                  </a:lnTo>
                  <a:lnTo>
                    <a:pt x="17158" y="272941"/>
                  </a:lnTo>
                  <a:lnTo>
                    <a:pt x="14153" y="262181"/>
                  </a:lnTo>
                  <a:lnTo>
                    <a:pt x="10351" y="245213"/>
                  </a:lnTo>
                  <a:lnTo>
                    <a:pt x="8533" y="235018"/>
                  </a:lnTo>
                  <a:lnTo>
                    <a:pt x="5782" y="214441"/>
                  </a:lnTo>
                  <a:lnTo>
                    <a:pt x="3359" y="202797"/>
                  </a:lnTo>
                  <a:lnTo>
                    <a:pt x="382" y="191927"/>
                  </a:lnTo>
                  <a:lnTo>
                    <a:pt x="0" y="191220"/>
                  </a:lnTo>
                  <a:lnTo>
                    <a:pt x="455" y="189898"/>
                  </a:lnTo>
                  <a:lnTo>
                    <a:pt x="2055" y="187388"/>
                  </a:lnTo>
                  <a:lnTo>
                    <a:pt x="2783" y="186710"/>
                  </a:lnTo>
                  <a:lnTo>
                    <a:pt x="3170" y="187021"/>
                  </a:lnTo>
                  <a:lnTo>
                    <a:pt x="3546" y="186332"/>
                  </a:lnTo>
                  <a:lnTo>
                    <a:pt x="3912" y="184635"/>
                  </a:lnTo>
                  <a:lnTo>
                    <a:pt x="3993" y="183042"/>
                  </a:lnTo>
                  <a:lnTo>
                    <a:pt x="4172" y="180788"/>
                  </a:lnTo>
                  <a:lnTo>
                    <a:pt x="4530" y="179441"/>
                  </a:lnTo>
                  <a:lnTo>
                    <a:pt x="4922" y="176751"/>
                  </a:lnTo>
                  <a:lnTo>
                    <a:pt x="5589" y="175029"/>
                  </a:lnTo>
                  <a:lnTo>
                    <a:pt x="7004" y="173889"/>
                  </a:lnTo>
                  <a:lnTo>
                    <a:pt x="8077" y="175401"/>
                  </a:lnTo>
                  <a:lnTo>
                    <a:pt x="8526" y="176887"/>
                  </a:lnTo>
                  <a:lnTo>
                    <a:pt x="8711" y="178846"/>
                  </a:lnTo>
                  <a:lnTo>
                    <a:pt x="9186" y="179793"/>
                  </a:lnTo>
                  <a:lnTo>
                    <a:pt x="9948" y="179726"/>
                  </a:lnTo>
                  <a:lnTo>
                    <a:pt x="10485" y="180933"/>
                  </a:lnTo>
                  <a:lnTo>
                    <a:pt x="10796" y="183408"/>
                  </a:lnTo>
                  <a:lnTo>
                    <a:pt x="10733" y="185203"/>
                  </a:lnTo>
                  <a:lnTo>
                    <a:pt x="10299" y="186317"/>
                  </a:lnTo>
                  <a:lnTo>
                    <a:pt x="10360" y="187780"/>
                  </a:lnTo>
                  <a:lnTo>
                    <a:pt x="10913" y="189598"/>
                  </a:lnTo>
                  <a:lnTo>
                    <a:pt x="11141" y="191324"/>
                  </a:lnTo>
                  <a:lnTo>
                    <a:pt x="11512" y="193601"/>
                  </a:lnTo>
                  <a:lnTo>
                    <a:pt x="13455" y="194928"/>
                  </a:lnTo>
                  <a:lnTo>
                    <a:pt x="14405" y="195675"/>
                  </a:lnTo>
                  <a:lnTo>
                    <a:pt x="16042" y="195929"/>
                  </a:lnTo>
                  <a:lnTo>
                    <a:pt x="17590" y="196945"/>
                  </a:lnTo>
                  <a:lnTo>
                    <a:pt x="19047" y="198728"/>
                  </a:lnTo>
                  <a:lnTo>
                    <a:pt x="21442" y="199158"/>
                  </a:lnTo>
                  <a:lnTo>
                    <a:pt x="24774" y="198244"/>
                  </a:lnTo>
                  <a:lnTo>
                    <a:pt x="27518" y="198653"/>
                  </a:lnTo>
                  <a:lnTo>
                    <a:pt x="29673" y="200391"/>
                  </a:lnTo>
                  <a:lnTo>
                    <a:pt x="31234" y="200711"/>
                  </a:lnTo>
                  <a:lnTo>
                    <a:pt x="32202" y="199614"/>
                  </a:lnTo>
                  <a:lnTo>
                    <a:pt x="32621" y="198027"/>
                  </a:lnTo>
                  <a:lnTo>
                    <a:pt x="32492" y="195952"/>
                  </a:lnTo>
                  <a:lnTo>
                    <a:pt x="32972" y="194639"/>
                  </a:lnTo>
                  <a:lnTo>
                    <a:pt x="34060" y="194082"/>
                  </a:lnTo>
                  <a:lnTo>
                    <a:pt x="34931" y="192521"/>
                  </a:lnTo>
                  <a:lnTo>
                    <a:pt x="35586" y="189950"/>
                  </a:lnTo>
                  <a:lnTo>
                    <a:pt x="37101" y="187861"/>
                  </a:lnTo>
                  <a:lnTo>
                    <a:pt x="39475" y="186251"/>
                  </a:lnTo>
                  <a:lnTo>
                    <a:pt x="40656" y="186306"/>
                  </a:lnTo>
                  <a:lnTo>
                    <a:pt x="40656" y="182142"/>
                  </a:lnTo>
                  <a:lnTo>
                    <a:pt x="40656" y="168998"/>
                  </a:lnTo>
                  <a:lnTo>
                    <a:pt x="40656" y="155853"/>
                  </a:lnTo>
                  <a:lnTo>
                    <a:pt x="40656" y="142712"/>
                  </a:lnTo>
                  <a:lnTo>
                    <a:pt x="40656" y="129568"/>
                  </a:lnTo>
                  <a:lnTo>
                    <a:pt x="40656" y="116424"/>
                  </a:lnTo>
                  <a:lnTo>
                    <a:pt x="40656" y="103283"/>
                  </a:lnTo>
                  <a:lnTo>
                    <a:pt x="40656" y="90138"/>
                  </a:lnTo>
                  <a:lnTo>
                    <a:pt x="40656" y="77727"/>
                  </a:lnTo>
                  <a:lnTo>
                    <a:pt x="41211" y="78622"/>
                  </a:lnTo>
                  <a:lnTo>
                    <a:pt x="44854" y="85207"/>
                  </a:lnTo>
                  <a:lnTo>
                    <a:pt x="45837" y="88670"/>
                  </a:lnTo>
                  <a:lnTo>
                    <a:pt x="46326" y="90863"/>
                  </a:lnTo>
                  <a:lnTo>
                    <a:pt x="47893" y="98839"/>
                  </a:lnTo>
                  <a:lnTo>
                    <a:pt x="49061" y="105989"/>
                  </a:lnTo>
                  <a:lnTo>
                    <a:pt x="50009" y="111380"/>
                  </a:lnTo>
                  <a:lnTo>
                    <a:pt x="50081" y="113844"/>
                  </a:lnTo>
                  <a:lnTo>
                    <a:pt x="50215" y="116254"/>
                  </a:lnTo>
                  <a:lnTo>
                    <a:pt x="50348" y="117437"/>
                  </a:lnTo>
                  <a:lnTo>
                    <a:pt x="50261" y="118747"/>
                  </a:lnTo>
                  <a:lnTo>
                    <a:pt x="49593" y="121679"/>
                  </a:lnTo>
                  <a:lnTo>
                    <a:pt x="48912" y="123924"/>
                  </a:lnTo>
                  <a:lnTo>
                    <a:pt x="48094" y="126988"/>
                  </a:lnTo>
                  <a:lnTo>
                    <a:pt x="48015" y="131037"/>
                  </a:lnTo>
                  <a:lnTo>
                    <a:pt x="48263" y="135804"/>
                  </a:lnTo>
                  <a:lnTo>
                    <a:pt x="48765" y="138176"/>
                  </a:lnTo>
                  <a:lnTo>
                    <a:pt x="49395" y="138955"/>
                  </a:lnTo>
                  <a:lnTo>
                    <a:pt x="50904" y="137772"/>
                  </a:lnTo>
                  <a:lnTo>
                    <a:pt x="51859" y="138136"/>
                  </a:lnTo>
                  <a:lnTo>
                    <a:pt x="53206" y="139042"/>
                  </a:lnTo>
                  <a:lnTo>
                    <a:pt x="57625" y="138482"/>
                  </a:lnTo>
                  <a:lnTo>
                    <a:pt x="58159" y="138773"/>
                  </a:lnTo>
                  <a:lnTo>
                    <a:pt x="59827" y="139114"/>
                  </a:lnTo>
                  <a:lnTo>
                    <a:pt x="60384" y="138721"/>
                  </a:lnTo>
                  <a:lnTo>
                    <a:pt x="60883" y="137714"/>
                  </a:lnTo>
                  <a:lnTo>
                    <a:pt x="61461" y="134855"/>
                  </a:lnTo>
                  <a:lnTo>
                    <a:pt x="61978" y="133917"/>
                  </a:lnTo>
                  <a:lnTo>
                    <a:pt x="62914" y="133432"/>
                  </a:lnTo>
                  <a:lnTo>
                    <a:pt x="64023" y="132661"/>
                  </a:lnTo>
                  <a:lnTo>
                    <a:pt x="64944" y="131017"/>
                  </a:lnTo>
                  <a:lnTo>
                    <a:pt x="66401" y="125364"/>
                  </a:lnTo>
                  <a:lnTo>
                    <a:pt x="69316" y="120345"/>
                  </a:lnTo>
                  <a:lnTo>
                    <a:pt x="70211" y="119145"/>
                  </a:lnTo>
                  <a:lnTo>
                    <a:pt x="70775" y="117795"/>
                  </a:lnTo>
                  <a:lnTo>
                    <a:pt x="71265" y="115977"/>
                  </a:lnTo>
                  <a:lnTo>
                    <a:pt x="72287" y="109657"/>
                  </a:lnTo>
                  <a:lnTo>
                    <a:pt x="73059" y="104391"/>
                  </a:lnTo>
                  <a:lnTo>
                    <a:pt x="73322" y="101909"/>
                  </a:lnTo>
                  <a:lnTo>
                    <a:pt x="74011" y="97855"/>
                  </a:lnTo>
                  <a:lnTo>
                    <a:pt x="74845" y="95266"/>
                  </a:lnTo>
                  <a:lnTo>
                    <a:pt x="75659" y="93901"/>
                  </a:lnTo>
                  <a:lnTo>
                    <a:pt x="76067" y="93552"/>
                  </a:lnTo>
                  <a:lnTo>
                    <a:pt x="77117" y="92854"/>
                  </a:lnTo>
                  <a:lnTo>
                    <a:pt x="78467" y="92202"/>
                  </a:lnTo>
                  <a:lnTo>
                    <a:pt x="79885" y="92935"/>
                  </a:lnTo>
                  <a:lnTo>
                    <a:pt x="81407" y="94502"/>
                  </a:lnTo>
                  <a:lnTo>
                    <a:pt x="83124" y="97148"/>
                  </a:lnTo>
                  <a:lnTo>
                    <a:pt x="84882" y="100417"/>
                  </a:lnTo>
                  <a:lnTo>
                    <a:pt x="85691" y="102079"/>
                  </a:lnTo>
                  <a:lnTo>
                    <a:pt x="86563" y="102824"/>
                  </a:lnTo>
                  <a:lnTo>
                    <a:pt x="88116" y="103084"/>
                  </a:lnTo>
                  <a:lnTo>
                    <a:pt x="89134" y="103026"/>
                  </a:lnTo>
                  <a:lnTo>
                    <a:pt x="90718" y="106275"/>
                  </a:lnTo>
                  <a:lnTo>
                    <a:pt x="91519" y="106480"/>
                  </a:lnTo>
                  <a:lnTo>
                    <a:pt x="93310" y="107464"/>
                  </a:lnTo>
                  <a:lnTo>
                    <a:pt x="95523" y="108477"/>
                  </a:lnTo>
                  <a:lnTo>
                    <a:pt x="96917" y="108361"/>
                  </a:lnTo>
                  <a:lnTo>
                    <a:pt x="98409" y="106604"/>
                  </a:lnTo>
                  <a:lnTo>
                    <a:pt x="99486" y="106529"/>
                  </a:lnTo>
                  <a:lnTo>
                    <a:pt x="100877" y="106670"/>
                  </a:lnTo>
                  <a:lnTo>
                    <a:pt x="102406" y="106189"/>
                  </a:lnTo>
                  <a:lnTo>
                    <a:pt x="103527" y="105435"/>
                  </a:lnTo>
                  <a:lnTo>
                    <a:pt x="104385" y="103909"/>
                  </a:lnTo>
                  <a:lnTo>
                    <a:pt x="105140" y="102238"/>
                  </a:lnTo>
                  <a:lnTo>
                    <a:pt x="106007" y="97263"/>
                  </a:lnTo>
                  <a:lnTo>
                    <a:pt x="106508" y="93258"/>
                  </a:lnTo>
                  <a:lnTo>
                    <a:pt x="107282" y="88652"/>
                  </a:lnTo>
                  <a:lnTo>
                    <a:pt x="108231" y="82411"/>
                  </a:lnTo>
                  <a:lnTo>
                    <a:pt x="108570" y="78059"/>
                  </a:lnTo>
                  <a:lnTo>
                    <a:pt x="108918" y="76862"/>
                  </a:lnTo>
                  <a:lnTo>
                    <a:pt x="110296" y="75531"/>
                  </a:lnTo>
                  <a:lnTo>
                    <a:pt x="111436" y="74617"/>
                  </a:lnTo>
                  <a:lnTo>
                    <a:pt x="114500" y="72905"/>
                  </a:lnTo>
                  <a:lnTo>
                    <a:pt x="115128" y="71994"/>
                  </a:lnTo>
                  <a:lnTo>
                    <a:pt x="115702" y="69942"/>
                  </a:lnTo>
                  <a:lnTo>
                    <a:pt x="117039" y="66462"/>
                  </a:lnTo>
                  <a:lnTo>
                    <a:pt x="118689" y="63556"/>
                  </a:lnTo>
                  <a:lnTo>
                    <a:pt x="119540" y="61891"/>
                  </a:lnTo>
                  <a:lnTo>
                    <a:pt x="121099" y="47786"/>
                  </a:lnTo>
                  <a:lnTo>
                    <a:pt x="121288" y="46046"/>
                  </a:lnTo>
                  <a:lnTo>
                    <a:pt x="122422" y="42303"/>
                  </a:lnTo>
                  <a:lnTo>
                    <a:pt x="123122" y="40722"/>
                  </a:lnTo>
                  <a:lnTo>
                    <a:pt x="123573" y="40693"/>
                  </a:lnTo>
                  <a:lnTo>
                    <a:pt x="124214" y="39706"/>
                  </a:lnTo>
                  <a:lnTo>
                    <a:pt x="125044" y="37761"/>
                  </a:lnTo>
                  <a:lnTo>
                    <a:pt x="126032" y="36561"/>
                  </a:lnTo>
                  <a:lnTo>
                    <a:pt x="127177" y="36110"/>
                  </a:lnTo>
                  <a:lnTo>
                    <a:pt x="127919" y="34818"/>
                  </a:lnTo>
                  <a:lnTo>
                    <a:pt x="128258" y="32691"/>
                  </a:lnTo>
                  <a:lnTo>
                    <a:pt x="128847" y="31658"/>
                  </a:lnTo>
                  <a:lnTo>
                    <a:pt x="129687" y="31716"/>
                  </a:lnTo>
                  <a:lnTo>
                    <a:pt x="130164" y="31040"/>
                  </a:lnTo>
                  <a:lnTo>
                    <a:pt x="130282" y="29626"/>
                  </a:lnTo>
                  <a:lnTo>
                    <a:pt x="130789" y="28417"/>
                  </a:lnTo>
                  <a:lnTo>
                    <a:pt x="131686" y="27410"/>
                  </a:lnTo>
                  <a:lnTo>
                    <a:pt x="132156" y="26218"/>
                  </a:lnTo>
                  <a:lnTo>
                    <a:pt x="132198" y="24842"/>
                  </a:lnTo>
                  <a:lnTo>
                    <a:pt x="133267" y="21495"/>
                  </a:lnTo>
                  <a:lnTo>
                    <a:pt x="135364" y="16174"/>
                  </a:lnTo>
                  <a:lnTo>
                    <a:pt x="137339" y="13210"/>
                  </a:lnTo>
                  <a:lnTo>
                    <a:pt x="139193" y="12607"/>
                  </a:lnTo>
                  <a:lnTo>
                    <a:pt x="140950" y="11499"/>
                  </a:lnTo>
                  <a:lnTo>
                    <a:pt x="142611" y="9886"/>
                  </a:lnTo>
                  <a:lnTo>
                    <a:pt x="143830" y="7352"/>
                  </a:lnTo>
                  <a:lnTo>
                    <a:pt x="144609" y="3904"/>
                  </a:lnTo>
                  <a:lnTo>
                    <a:pt x="145948" y="1979"/>
                  </a:lnTo>
                  <a:lnTo>
                    <a:pt x="148652" y="1408"/>
                  </a:lnTo>
                  <a:lnTo>
                    <a:pt x="148797" y="1373"/>
                  </a:lnTo>
                  <a:lnTo>
                    <a:pt x="152085" y="0"/>
                  </a:lnTo>
                  <a:lnTo>
                    <a:pt x="154838" y="1119"/>
                  </a:lnTo>
                  <a:lnTo>
                    <a:pt x="158153" y="4279"/>
                  </a:lnTo>
                  <a:lnTo>
                    <a:pt x="161257" y="5399"/>
                  </a:lnTo>
                  <a:lnTo>
                    <a:pt x="164151" y="4478"/>
                  </a:lnTo>
                  <a:lnTo>
                    <a:pt x="166505" y="4267"/>
                  </a:lnTo>
                  <a:lnTo>
                    <a:pt x="168315" y="4772"/>
                  </a:lnTo>
                  <a:lnTo>
                    <a:pt x="169740" y="586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5"/>
            <p:cNvSpPr/>
            <p:nvPr/>
          </p:nvSpPr>
          <p:spPr>
            <a:xfrm>
              <a:off x="3510219" y="4478633"/>
              <a:ext cx="26916" cy="60887"/>
            </a:xfrm>
            <a:custGeom>
              <a:avLst/>
              <a:pathLst>
                <a:path w="26916" h="60887">
                  <a:moveTo>
                    <a:pt x="19392" y="44920"/>
                  </a:moveTo>
                  <a:lnTo>
                    <a:pt x="21282" y="43045"/>
                  </a:lnTo>
                  <a:lnTo>
                    <a:pt x="22136" y="41890"/>
                  </a:lnTo>
                  <a:lnTo>
                    <a:pt x="22754" y="40950"/>
                  </a:lnTo>
                  <a:lnTo>
                    <a:pt x="23548" y="39516"/>
                  </a:lnTo>
                  <a:lnTo>
                    <a:pt x="23824" y="36033"/>
                  </a:lnTo>
                  <a:lnTo>
                    <a:pt x="24056" y="33072"/>
                  </a:lnTo>
                  <a:lnTo>
                    <a:pt x="24665" y="31615"/>
                  </a:lnTo>
                  <a:lnTo>
                    <a:pt x="25288" y="30645"/>
                  </a:lnTo>
                  <a:lnTo>
                    <a:pt x="25798" y="29110"/>
                  </a:lnTo>
                  <a:lnTo>
                    <a:pt x="26434" y="25419"/>
                  </a:lnTo>
                  <a:lnTo>
                    <a:pt x="26870" y="21806"/>
                  </a:lnTo>
                  <a:lnTo>
                    <a:pt x="26916" y="20329"/>
                  </a:lnTo>
                  <a:lnTo>
                    <a:pt x="26688" y="18814"/>
                  </a:lnTo>
                  <a:lnTo>
                    <a:pt x="26286" y="17195"/>
                  </a:lnTo>
                  <a:lnTo>
                    <a:pt x="25888" y="15014"/>
                  </a:lnTo>
                  <a:lnTo>
                    <a:pt x="25409" y="14673"/>
                  </a:lnTo>
                  <a:lnTo>
                    <a:pt x="24469" y="13449"/>
                  </a:lnTo>
                  <a:lnTo>
                    <a:pt x="23088" y="10991"/>
                  </a:lnTo>
                  <a:lnTo>
                    <a:pt x="21887" y="8856"/>
                  </a:lnTo>
                  <a:lnTo>
                    <a:pt x="20766" y="5742"/>
                  </a:lnTo>
                  <a:lnTo>
                    <a:pt x="20305" y="5234"/>
                  </a:lnTo>
                  <a:lnTo>
                    <a:pt x="19218" y="3130"/>
                  </a:lnTo>
                  <a:lnTo>
                    <a:pt x="18751" y="1921"/>
                  </a:lnTo>
                  <a:lnTo>
                    <a:pt x="18423" y="476"/>
                  </a:lnTo>
                  <a:lnTo>
                    <a:pt x="18113" y="0"/>
                  </a:lnTo>
                  <a:lnTo>
                    <a:pt x="17626" y="366"/>
                  </a:lnTo>
                  <a:lnTo>
                    <a:pt x="16342" y="1007"/>
                  </a:lnTo>
                  <a:lnTo>
                    <a:pt x="13589" y="3531"/>
                  </a:lnTo>
                  <a:lnTo>
                    <a:pt x="11883" y="5857"/>
                  </a:lnTo>
                  <a:lnTo>
                    <a:pt x="10450" y="8616"/>
                  </a:lnTo>
                  <a:lnTo>
                    <a:pt x="8960" y="9672"/>
                  </a:lnTo>
                  <a:lnTo>
                    <a:pt x="7869" y="10587"/>
                  </a:lnTo>
                  <a:lnTo>
                    <a:pt x="7004" y="13747"/>
                  </a:lnTo>
                  <a:lnTo>
                    <a:pt x="6196" y="16687"/>
                  </a:lnTo>
                  <a:lnTo>
                    <a:pt x="5470" y="19336"/>
                  </a:lnTo>
                  <a:lnTo>
                    <a:pt x="5055" y="20531"/>
                  </a:lnTo>
                  <a:lnTo>
                    <a:pt x="4675" y="21304"/>
                  </a:lnTo>
                  <a:lnTo>
                    <a:pt x="4294" y="22998"/>
                  </a:lnTo>
                  <a:lnTo>
                    <a:pt x="3510" y="25812"/>
                  </a:lnTo>
                  <a:lnTo>
                    <a:pt x="2793" y="27705"/>
                  </a:lnTo>
                  <a:lnTo>
                    <a:pt x="1791" y="28735"/>
                  </a:lnTo>
                  <a:lnTo>
                    <a:pt x="500" y="30068"/>
                  </a:lnTo>
                  <a:lnTo>
                    <a:pt x="59" y="30844"/>
                  </a:lnTo>
                  <a:lnTo>
                    <a:pt x="0" y="31981"/>
                  </a:lnTo>
                  <a:lnTo>
                    <a:pt x="460" y="34630"/>
                  </a:lnTo>
                  <a:lnTo>
                    <a:pt x="905" y="37187"/>
                  </a:lnTo>
                  <a:lnTo>
                    <a:pt x="1631" y="40174"/>
                  </a:lnTo>
                  <a:lnTo>
                    <a:pt x="2163" y="42361"/>
                  </a:lnTo>
                  <a:lnTo>
                    <a:pt x="3002" y="45030"/>
                  </a:lnTo>
                  <a:lnTo>
                    <a:pt x="3493" y="46594"/>
                  </a:lnTo>
                  <a:lnTo>
                    <a:pt x="3428" y="49217"/>
                  </a:lnTo>
                  <a:lnTo>
                    <a:pt x="3594" y="50158"/>
                  </a:lnTo>
                  <a:lnTo>
                    <a:pt x="3874" y="51243"/>
                  </a:lnTo>
                  <a:lnTo>
                    <a:pt x="4106" y="51520"/>
                  </a:lnTo>
                  <a:lnTo>
                    <a:pt x="4369" y="51910"/>
                  </a:lnTo>
                  <a:lnTo>
                    <a:pt x="5066" y="52663"/>
                  </a:lnTo>
                  <a:lnTo>
                    <a:pt x="5233" y="53165"/>
                  </a:lnTo>
                  <a:lnTo>
                    <a:pt x="5722" y="54059"/>
                  </a:lnTo>
                  <a:lnTo>
                    <a:pt x="6190" y="55690"/>
                  </a:lnTo>
                  <a:lnTo>
                    <a:pt x="7075" y="57932"/>
                  </a:lnTo>
                  <a:lnTo>
                    <a:pt x="8071" y="59637"/>
                  </a:lnTo>
                  <a:lnTo>
                    <a:pt x="9782" y="60341"/>
                  </a:lnTo>
                  <a:lnTo>
                    <a:pt x="11121" y="60887"/>
                  </a:lnTo>
                  <a:lnTo>
                    <a:pt x="11566" y="60555"/>
                  </a:lnTo>
                  <a:lnTo>
                    <a:pt x="12021" y="59181"/>
                  </a:lnTo>
                  <a:lnTo>
                    <a:pt x="12393" y="57424"/>
                  </a:lnTo>
                  <a:lnTo>
                    <a:pt x="12512" y="55202"/>
                  </a:lnTo>
                  <a:lnTo>
                    <a:pt x="12939" y="54019"/>
                  </a:lnTo>
                  <a:lnTo>
                    <a:pt x="14542" y="48363"/>
                  </a:lnTo>
                  <a:lnTo>
                    <a:pt x="15424" y="46268"/>
                  </a:lnTo>
                  <a:lnTo>
                    <a:pt x="15965" y="46118"/>
                  </a:lnTo>
                  <a:lnTo>
                    <a:pt x="16661" y="45717"/>
                  </a:lnTo>
                  <a:lnTo>
                    <a:pt x="17548" y="45544"/>
                  </a:lnTo>
                  <a:lnTo>
                    <a:pt x="18212" y="45711"/>
                  </a:lnTo>
                  <a:lnTo>
                    <a:pt x="18356" y="4564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6"/>
            <p:cNvSpPr/>
            <p:nvPr/>
          </p:nvSpPr>
          <p:spPr>
            <a:xfrm>
              <a:off x="3451840" y="3876185"/>
              <a:ext cx="134444" cy="290994"/>
            </a:xfrm>
            <a:custGeom>
              <a:avLst/>
              <a:pathLst>
                <a:path w="134444" h="290994">
                  <a:moveTo>
                    <a:pt x="125909" y="35865"/>
                  </a:moveTo>
                  <a:lnTo>
                    <a:pt x="125949" y="36650"/>
                  </a:lnTo>
                  <a:lnTo>
                    <a:pt x="126268" y="38133"/>
                  </a:lnTo>
                  <a:lnTo>
                    <a:pt x="126599" y="39201"/>
                  </a:lnTo>
                  <a:lnTo>
                    <a:pt x="126625" y="40777"/>
                  </a:lnTo>
                  <a:lnTo>
                    <a:pt x="126785" y="42231"/>
                  </a:lnTo>
                  <a:lnTo>
                    <a:pt x="127266" y="42592"/>
                  </a:lnTo>
                  <a:lnTo>
                    <a:pt x="127665" y="42684"/>
                  </a:lnTo>
                  <a:lnTo>
                    <a:pt x="128033" y="41634"/>
                  </a:lnTo>
                  <a:lnTo>
                    <a:pt x="128535" y="41660"/>
                  </a:lnTo>
                  <a:lnTo>
                    <a:pt x="129083" y="42329"/>
                  </a:lnTo>
                  <a:lnTo>
                    <a:pt x="129279" y="44009"/>
                  </a:lnTo>
                  <a:lnTo>
                    <a:pt x="129708" y="46271"/>
                  </a:lnTo>
                  <a:lnTo>
                    <a:pt x="130404" y="47815"/>
                  </a:lnTo>
                  <a:lnTo>
                    <a:pt x="130870" y="49304"/>
                  </a:lnTo>
                  <a:lnTo>
                    <a:pt x="130710" y="52016"/>
                  </a:lnTo>
                  <a:lnTo>
                    <a:pt x="130416" y="54498"/>
                  </a:lnTo>
                  <a:lnTo>
                    <a:pt x="131360" y="56948"/>
                  </a:lnTo>
                  <a:lnTo>
                    <a:pt x="132586" y="59277"/>
                  </a:lnTo>
                  <a:lnTo>
                    <a:pt x="132918" y="60310"/>
                  </a:lnTo>
                  <a:lnTo>
                    <a:pt x="133018" y="63764"/>
                  </a:lnTo>
                  <a:lnTo>
                    <a:pt x="133203" y="64938"/>
                  </a:lnTo>
                  <a:lnTo>
                    <a:pt x="134037" y="67812"/>
                  </a:lnTo>
                  <a:lnTo>
                    <a:pt x="134444" y="69720"/>
                  </a:lnTo>
                  <a:lnTo>
                    <a:pt x="134416" y="70825"/>
                  </a:lnTo>
                  <a:lnTo>
                    <a:pt x="132179" y="76515"/>
                  </a:lnTo>
                  <a:lnTo>
                    <a:pt x="131470" y="77067"/>
                  </a:lnTo>
                  <a:lnTo>
                    <a:pt x="130800" y="77390"/>
                  </a:lnTo>
                  <a:lnTo>
                    <a:pt x="130200" y="78561"/>
                  </a:lnTo>
                  <a:lnTo>
                    <a:pt x="129838" y="79773"/>
                  </a:lnTo>
                  <a:lnTo>
                    <a:pt x="129970" y="80414"/>
                  </a:lnTo>
                  <a:lnTo>
                    <a:pt x="130206" y="82367"/>
                  </a:lnTo>
                  <a:lnTo>
                    <a:pt x="130728" y="85441"/>
                  </a:lnTo>
                  <a:lnTo>
                    <a:pt x="131202" y="87590"/>
                  </a:lnTo>
                  <a:lnTo>
                    <a:pt x="130807" y="90286"/>
                  </a:lnTo>
                  <a:lnTo>
                    <a:pt x="129919" y="94859"/>
                  </a:lnTo>
                  <a:lnTo>
                    <a:pt x="129509" y="95266"/>
                  </a:lnTo>
                  <a:lnTo>
                    <a:pt x="129436" y="98729"/>
                  </a:lnTo>
                  <a:lnTo>
                    <a:pt x="129708" y="99993"/>
                  </a:lnTo>
                  <a:lnTo>
                    <a:pt x="130149" y="100983"/>
                  </a:lnTo>
                  <a:lnTo>
                    <a:pt x="130328" y="103337"/>
                  </a:lnTo>
                  <a:lnTo>
                    <a:pt x="130342" y="106564"/>
                  </a:lnTo>
                  <a:lnTo>
                    <a:pt x="130295" y="109169"/>
                  </a:lnTo>
                  <a:lnTo>
                    <a:pt x="129735" y="115801"/>
                  </a:lnTo>
                  <a:lnTo>
                    <a:pt x="130745" y="121583"/>
                  </a:lnTo>
                  <a:lnTo>
                    <a:pt x="131089" y="122215"/>
                  </a:lnTo>
                  <a:lnTo>
                    <a:pt x="132486" y="122256"/>
                  </a:lnTo>
                  <a:lnTo>
                    <a:pt x="132727" y="122749"/>
                  </a:lnTo>
                  <a:lnTo>
                    <a:pt x="132392" y="124394"/>
                  </a:lnTo>
                  <a:lnTo>
                    <a:pt x="131787" y="126079"/>
                  </a:lnTo>
                  <a:lnTo>
                    <a:pt x="131411" y="126948"/>
                  </a:lnTo>
                  <a:lnTo>
                    <a:pt x="129633" y="128919"/>
                  </a:lnTo>
                  <a:lnTo>
                    <a:pt x="127079" y="131103"/>
                  </a:lnTo>
                  <a:lnTo>
                    <a:pt x="126545" y="133198"/>
                  </a:lnTo>
                  <a:lnTo>
                    <a:pt x="126205" y="136243"/>
                  </a:lnTo>
                  <a:lnTo>
                    <a:pt x="126492" y="138026"/>
                  </a:lnTo>
                  <a:lnTo>
                    <a:pt x="126831" y="139056"/>
                  </a:lnTo>
                  <a:lnTo>
                    <a:pt x="126721" y="141711"/>
                  </a:lnTo>
                  <a:lnTo>
                    <a:pt x="126498" y="144513"/>
                  </a:lnTo>
                  <a:lnTo>
                    <a:pt x="126574" y="146717"/>
                  </a:lnTo>
                  <a:lnTo>
                    <a:pt x="126458" y="148671"/>
                  </a:lnTo>
                  <a:lnTo>
                    <a:pt x="126124" y="149629"/>
                  </a:lnTo>
                  <a:lnTo>
                    <a:pt x="125677" y="152572"/>
                  </a:lnTo>
                  <a:lnTo>
                    <a:pt x="125126" y="155527"/>
                  </a:lnTo>
                  <a:lnTo>
                    <a:pt x="124691" y="156878"/>
                  </a:lnTo>
                  <a:lnTo>
                    <a:pt x="124051" y="158283"/>
                  </a:lnTo>
                  <a:lnTo>
                    <a:pt x="123038" y="159469"/>
                  </a:lnTo>
                  <a:lnTo>
                    <a:pt x="123057" y="160058"/>
                  </a:lnTo>
                  <a:lnTo>
                    <a:pt x="124205" y="161423"/>
                  </a:lnTo>
                  <a:lnTo>
                    <a:pt x="124500" y="162366"/>
                  </a:lnTo>
                  <a:lnTo>
                    <a:pt x="124607" y="163010"/>
                  </a:lnTo>
                  <a:lnTo>
                    <a:pt x="124361" y="163636"/>
                  </a:lnTo>
                  <a:lnTo>
                    <a:pt x="124128" y="164510"/>
                  </a:lnTo>
                  <a:lnTo>
                    <a:pt x="124656" y="165414"/>
                  </a:lnTo>
                  <a:lnTo>
                    <a:pt x="125303" y="166175"/>
                  </a:lnTo>
                  <a:lnTo>
                    <a:pt x="125914" y="168141"/>
                  </a:lnTo>
                  <a:lnTo>
                    <a:pt x="126458" y="170888"/>
                  </a:lnTo>
                  <a:lnTo>
                    <a:pt x="126615" y="171849"/>
                  </a:lnTo>
                  <a:lnTo>
                    <a:pt x="126740" y="172227"/>
                  </a:lnTo>
                  <a:lnTo>
                    <a:pt x="126938" y="172273"/>
                  </a:lnTo>
                  <a:lnTo>
                    <a:pt x="127319" y="171869"/>
                  </a:lnTo>
                  <a:lnTo>
                    <a:pt x="128023" y="170365"/>
                  </a:lnTo>
                  <a:lnTo>
                    <a:pt x="128535" y="169826"/>
                  </a:lnTo>
                  <a:lnTo>
                    <a:pt x="129153" y="171967"/>
                  </a:lnTo>
                  <a:lnTo>
                    <a:pt x="126683" y="174082"/>
                  </a:lnTo>
                  <a:lnTo>
                    <a:pt x="125387" y="175190"/>
                  </a:lnTo>
                  <a:lnTo>
                    <a:pt x="121689" y="178356"/>
                  </a:lnTo>
                  <a:lnTo>
                    <a:pt x="118463" y="181117"/>
                  </a:lnTo>
                  <a:lnTo>
                    <a:pt x="117623" y="181642"/>
                  </a:lnTo>
                  <a:lnTo>
                    <a:pt x="115950" y="182993"/>
                  </a:lnTo>
                  <a:lnTo>
                    <a:pt x="115117" y="183818"/>
                  </a:lnTo>
                  <a:lnTo>
                    <a:pt x="112203" y="186231"/>
                  </a:lnTo>
                  <a:lnTo>
                    <a:pt x="110985" y="187431"/>
                  </a:lnTo>
                  <a:lnTo>
                    <a:pt x="110005" y="188626"/>
                  </a:lnTo>
                  <a:lnTo>
                    <a:pt x="107595" y="190415"/>
                  </a:lnTo>
                  <a:lnTo>
                    <a:pt x="105321" y="192097"/>
                  </a:lnTo>
                  <a:lnTo>
                    <a:pt x="102838" y="193831"/>
                  </a:lnTo>
                  <a:lnTo>
                    <a:pt x="100056" y="195776"/>
                  </a:lnTo>
                  <a:lnTo>
                    <a:pt x="98495" y="197176"/>
                  </a:lnTo>
                  <a:lnTo>
                    <a:pt x="97440" y="198388"/>
                  </a:lnTo>
                  <a:lnTo>
                    <a:pt x="94975" y="200835"/>
                  </a:lnTo>
                  <a:lnTo>
                    <a:pt x="94859" y="201432"/>
                  </a:lnTo>
                  <a:lnTo>
                    <a:pt x="94896" y="203097"/>
                  </a:lnTo>
                  <a:lnTo>
                    <a:pt x="95208" y="206534"/>
                  </a:lnTo>
                  <a:lnTo>
                    <a:pt x="95824" y="209656"/>
                  </a:lnTo>
                  <a:lnTo>
                    <a:pt x="96341" y="211454"/>
                  </a:lnTo>
                  <a:lnTo>
                    <a:pt x="96678" y="216068"/>
                  </a:lnTo>
                  <a:lnTo>
                    <a:pt x="96865" y="220123"/>
                  </a:lnTo>
                  <a:lnTo>
                    <a:pt x="95192" y="220134"/>
                  </a:lnTo>
                  <a:lnTo>
                    <a:pt x="92248" y="220151"/>
                  </a:lnTo>
                  <a:lnTo>
                    <a:pt x="89195" y="220169"/>
                  </a:lnTo>
                  <a:lnTo>
                    <a:pt x="86407" y="221710"/>
                  </a:lnTo>
                  <a:lnTo>
                    <a:pt x="84112" y="224064"/>
                  </a:lnTo>
                  <a:lnTo>
                    <a:pt x="81381" y="227749"/>
                  </a:lnTo>
                  <a:lnTo>
                    <a:pt x="80489" y="229195"/>
                  </a:lnTo>
                  <a:lnTo>
                    <a:pt x="79798" y="230309"/>
                  </a:lnTo>
                  <a:lnTo>
                    <a:pt x="79367" y="231737"/>
                  </a:lnTo>
                  <a:lnTo>
                    <a:pt x="79150" y="234874"/>
                  </a:lnTo>
                  <a:lnTo>
                    <a:pt x="79150" y="239716"/>
                  </a:lnTo>
                  <a:lnTo>
                    <a:pt x="78874" y="243202"/>
                  </a:lnTo>
                  <a:lnTo>
                    <a:pt x="78044" y="246388"/>
                  </a:lnTo>
                  <a:lnTo>
                    <a:pt x="73892" y="250255"/>
                  </a:lnTo>
                  <a:lnTo>
                    <a:pt x="71175" y="253414"/>
                  </a:lnTo>
                  <a:lnTo>
                    <a:pt x="68511" y="257151"/>
                  </a:lnTo>
                  <a:lnTo>
                    <a:pt x="66489" y="262002"/>
                  </a:lnTo>
                  <a:lnTo>
                    <a:pt x="65110" y="267964"/>
                  </a:lnTo>
                  <a:lnTo>
                    <a:pt x="62822" y="275345"/>
                  </a:lnTo>
                  <a:lnTo>
                    <a:pt x="60495" y="281740"/>
                  </a:lnTo>
                  <a:lnTo>
                    <a:pt x="58022" y="288538"/>
                  </a:lnTo>
                  <a:lnTo>
                    <a:pt x="55249" y="290994"/>
                  </a:lnTo>
                  <a:lnTo>
                    <a:pt x="52921" y="290434"/>
                  </a:lnTo>
                  <a:lnTo>
                    <a:pt x="50111" y="287678"/>
                  </a:lnTo>
                  <a:lnTo>
                    <a:pt x="47880" y="287159"/>
                  </a:lnTo>
                  <a:lnTo>
                    <a:pt x="46227" y="288876"/>
                  </a:lnTo>
                  <a:lnTo>
                    <a:pt x="44701" y="288348"/>
                  </a:lnTo>
                  <a:lnTo>
                    <a:pt x="43301" y="285578"/>
                  </a:lnTo>
                  <a:lnTo>
                    <a:pt x="42128" y="284571"/>
                  </a:lnTo>
                  <a:lnTo>
                    <a:pt x="41178" y="285321"/>
                  </a:lnTo>
                  <a:lnTo>
                    <a:pt x="39965" y="285191"/>
                  </a:lnTo>
                  <a:lnTo>
                    <a:pt x="37745" y="283667"/>
                  </a:lnTo>
                  <a:lnTo>
                    <a:pt x="35827" y="278964"/>
                  </a:lnTo>
                  <a:lnTo>
                    <a:pt x="34787" y="277019"/>
                  </a:lnTo>
                  <a:lnTo>
                    <a:pt x="33989" y="276277"/>
                  </a:lnTo>
                  <a:lnTo>
                    <a:pt x="31693" y="275518"/>
                  </a:lnTo>
                  <a:lnTo>
                    <a:pt x="26422" y="274433"/>
                  </a:lnTo>
                  <a:lnTo>
                    <a:pt x="25872" y="274684"/>
                  </a:lnTo>
                  <a:lnTo>
                    <a:pt x="23683" y="275611"/>
                  </a:lnTo>
                  <a:lnTo>
                    <a:pt x="20948" y="276771"/>
                  </a:lnTo>
                  <a:lnTo>
                    <a:pt x="18597" y="277931"/>
                  </a:lnTo>
                  <a:lnTo>
                    <a:pt x="16131" y="279149"/>
                  </a:lnTo>
                  <a:lnTo>
                    <a:pt x="13841" y="274237"/>
                  </a:lnTo>
                  <a:lnTo>
                    <a:pt x="11242" y="268662"/>
                  </a:lnTo>
                  <a:lnTo>
                    <a:pt x="8551" y="262444"/>
                  </a:lnTo>
                  <a:lnTo>
                    <a:pt x="6526" y="257567"/>
                  </a:lnTo>
                  <a:lnTo>
                    <a:pt x="5530" y="254756"/>
                  </a:lnTo>
                  <a:lnTo>
                    <a:pt x="3753" y="251045"/>
                  </a:lnTo>
                  <a:lnTo>
                    <a:pt x="2474" y="249230"/>
                  </a:lnTo>
                  <a:lnTo>
                    <a:pt x="1976" y="248315"/>
                  </a:lnTo>
                  <a:lnTo>
                    <a:pt x="705" y="238435"/>
                  </a:lnTo>
                  <a:lnTo>
                    <a:pt x="10" y="229357"/>
                  </a:lnTo>
                  <a:lnTo>
                    <a:pt x="10" y="222518"/>
                  </a:lnTo>
                  <a:lnTo>
                    <a:pt x="8" y="213035"/>
                  </a:lnTo>
                  <a:lnTo>
                    <a:pt x="7" y="203553"/>
                  </a:lnTo>
                  <a:lnTo>
                    <a:pt x="6" y="194071"/>
                  </a:lnTo>
                  <a:lnTo>
                    <a:pt x="5" y="184589"/>
                  </a:lnTo>
                  <a:lnTo>
                    <a:pt x="4" y="175106"/>
                  </a:lnTo>
                  <a:lnTo>
                    <a:pt x="2" y="165624"/>
                  </a:lnTo>
                  <a:lnTo>
                    <a:pt x="2" y="156139"/>
                  </a:lnTo>
                  <a:lnTo>
                    <a:pt x="1" y="146657"/>
                  </a:lnTo>
                  <a:lnTo>
                    <a:pt x="0" y="142051"/>
                  </a:lnTo>
                  <a:lnTo>
                    <a:pt x="2654" y="142051"/>
                  </a:lnTo>
                  <a:lnTo>
                    <a:pt x="5663" y="142051"/>
                  </a:lnTo>
                  <a:lnTo>
                    <a:pt x="8808" y="142051"/>
                  </a:lnTo>
                  <a:lnTo>
                    <a:pt x="12228" y="142051"/>
                  </a:lnTo>
                  <a:lnTo>
                    <a:pt x="15648" y="142051"/>
                  </a:lnTo>
                  <a:lnTo>
                    <a:pt x="19068" y="142051"/>
                  </a:lnTo>
                  <a:lnTo>
                    <a:pt x="21453" y="142051"/>
                  </a:lnTo>
                  <a:lnTo>
                    <a:pt x="22078" y="141971"/>
                  </a:lnTo>
                  <a:lnTo>
                    <a:pt x="22832" y="141682"/>
                  </a:lnTo>
                  <a:lnTo>
                    <a:pt x="22891" y="140750"/>
                  </a:lnTo>
                  <a:lnTo>
                    <a:pt x="21905" y="136084"/>
                  </a:lnTo>
                  <a:lnTo>
                    <a:pt x="21952" y="134436"/>
                  </a:lnTo>
                  <a:lnTo>
                    <a:pt x="22215" y="131271"/>
                  </a:lnTo>
                  <a:lnTo>
                    <a:pt x="22622" y="128541"/>
                  </a:lnTo>
                  <a:lnTo>
                    <a:pt x="23158" y="124948"/>
                  </a:lnTo>
                  <a:lnTo>
                    <a:pt x="23218" y="122836"/>
                  </a:lnTo>
                  <a:lnTo>
                    <a:pt x="22785" y="115954"/>
                  </a:lnTo>
                  <a:lnTo>
                    <a:pt x="22825" y="112116"/>
                  </a:lnTo>
                  <a:lnTo>
                    <a:pt x="22953" y="108128"/>
                  </a:lnTo>
                  <a:lnTo>
                    <a:pt x="23073" y="104347"/>
                  </a:lnTo>
                  <a:lnTo>
                    <a:pt x="22925" y="101713"/>
                  </a:lnTo>
                  <a:lnTo>
                    <a:pt x="23107" y="100276"/>
                  </a:lnTo>
                  <a:lnTo>
                    <a:pt x="23427" y="98221"/>
                  </a:lnTo>
                  <a:lnTo>
                    <a:pt x="23596" y="95901"/>
                  </a:lnTo>
                  <a:lnTo>
                    <a:pt x="23796" y="94903"/>
                  </a:lnTo>
                  <a:lnTo>
                    <a:pt x="23735" y="93979"/>
                  </a:lnTo>
                  <a:lnTo>
                    <a:pt x="23553" y="92251"/>
                  </a:lnTo>
                  <a:lnTo>
                    <a:pt x="23374" y="88384"/>
                  </a:lnTo>
                  <a:lnTo>
                    <a:pt x="23124" y="83008"/>
                  </a:lnTo>
                  <a:lnTo>
                    <a:pt x="22873" y="79136"/>
                  </a:lnTo>
                  <a:lnTo>
                    <a:pt x="23290" y="79352"/>
                  </a:lnTo>
                  <a:lnTo>
                    <a:pt x="24161" y="79718"/>
                  </a:lnTo>
                  <a:lnTo>
                    <a:pt x="24583" y="81614"/>
                  </a:lnTo>
                  <a:lnTo>
                    <a:pt x="24829" y="83692"/>
                  </a:lnTo>
                  <a:lnTo>
                    <a:pt x="25413" y="83810"/>
                  </a:lnTo>
                  <a:lnTo>
                    <a:pt x="26940" y="85045"/>
                  </a:lnTo>
                  <a:lnTo>
                    <a:pt x="27467" y="86762"/>
                  </a:lnTo>
                  <a:lnTo>
                    <a:pt x="27819" y="90465"/>
                  </a:lnTo>
                  <a:lnTo>
                    <a:pt x="27608" y="92360"/>
                  </a:lnTo>
                  <a:lnTo>
                    <a:pt x="27115" y="93896"/>
                  </a:lnTo>
                  <a:lnTo>
                    <a:pt x="27608" y="95249"/>
                  </a:lnTo>
                  <a:lnTo>
                    <a:pt x="28628" y="96152"/>
                  </a:lnTo>
                  <a:lnTo>
                    <a:pt x="29226" y="95881"/>
                  </a:lnTo>
                  <a:lnTo>
                    <a:pt x="30949" y="93353"/>
                  </a:lnTo>
                  <a:lnTo>
                    <a:pt x="31638" y="92906"/>
                  </a:lnTo>
                  <a:lnTo>
                    <a:pt x="32538" y="92415"/>
                  </a:lnTo>
                  <a:lnTo>
                    <a:pt x="33349" y="91763"/>
                  </a:lnTo>
                  <a:lnTo>
                    <a:pt x="35641" y="90609"/>
                  </a:lnTo>
                  <a:lnTo>
                    <a:pt x="36894" y="90104"/>
                  </a:lnTo>
                  <a:lnTo>
                    <a:pt x="37597" y="89201"/>
                  </a:lnTo>
                  <a:lnTo>
                    <a:pt x="38090" y="89201"/>
                  </a:lnTo>
                  <a:lnTo>
                    <a:pt x="38441" y="89925"/>
                  </a:lnTo>
                  <a:lnTo>
                    <a:pt x="38124" y="92542"/>
                  </a:lnTo>
                  <a:lnTo>
                    <a:pt x="38019" y="94891"/>
                  </a:lnTo>
                  <a:lnTo>
                    <a:pt x="38457" y="99280"/>
                  </a:lnTo>
                  <a:lnTo>
                    <a:pt x="38787" y="101335"/>
                  </a:lnTo>
                  <a:lnTo>
                    <a:pt x="39524" y="102827"/>
                  </a:lnTo>
                  <a:lnTo>
                    <a:pt x="40060" y="103603"/>
                  </a:lnTo>
                  <a:lnTo>
                    <a:pt x="40658" y="105187"/>
                  </a:lnTo>
                  <a:lnTo>
                    <a:pt x="41888" y="104913"/>
                  </a:lnTo>
                  <a:lnTo>
                    <a:pt x="44604" y="107158"/>
                  </a:lnTo>
                  <a:lnTo>
                    <a:pt x="45429" y="108197"/>
                  </a:lnTo>
                  <a:lnTo>
                    <a:pt x="46573" y="109227"/>
                  </a:lnTo>
                  <a:lnTo>
                    <a:pt x="47384" y="109614"/>
                  </a:lnTo>
                  <a:lnTo>
                    <a:pt x="50183" y="110402"/>
                  </a:lnTo>
                  <a:lnTo>
                    <a:pt x="51219" y="110933"/>
                  </a:lnTo>
                  <a:lnTo>
                    <a:pt x="53138" y="111648"/>
                  </a:lnTo>
                  <a:lnTo>
                    <a:pt x="54672" y="111764"/>
                  </a:lnTo>
                  <a:lnTo>
                    <a:pt x="55757" y="111446"/>
                  </a:lnTo>
                  <a:lnTo>
                    <a:pt x="56522" y="110806"/>
                  </a:lnTo>
                  <a:lnTo>
                    <a:pt x="56987" y="110090"/>
                  </a:lnTo>
                  <a:lnTo>
                    <a:pt x="57203" y="109484"/>
                  </a:lnTo>
                  <a:lnTo>
                    <a:pt x="57516" y="107291"/>
                  </a:lnTo>
                  <a:lnTo>
                    <a:pt x="58089" y="102538"/>
                  </a:lnTo>
                  <a:lnTo>
                    <a:pt x="58313" y="101124"/>
                  </a:lnTo>
                  <a:lnTo>
                    <a:pt x="58881" y="100469"/>
                  </a:lnTo>
                  <a:lnTo>
                    <a:pt x="59614" y="100039"/>
                  </a:lnTo>
                  <a:lnTo>
                    <a:pt x="60043" y="100804"/>
                  </a:lnTo>
                  <a:lnTo>
                    <a:pt x="60522" y="106076"/>
                  </a:lnTo>
                  <a:lnTo>
                    <a:pt x="62658" y="110834"/>
                  </a:lnTo>
                  <a:lnTo>
                    <a:pt x="63387" y="114828"/>
                  </a:lnTo>
                  <a:lnTo>
                    <a:pt x="63921" y="118245"/>
                  </a:lnTo>
                  <a:lnTo>
                    <a:pt x="64386" y="119183"/>
                  </a:lnTo>
                  <a:lnTo>
                    <a:pt x="65198" y="120357"/>
                  </a:lnTo>
                  <a:lnTo>
                    <a:pt x="66492" y="120773"/>
                  </a:lnTo>
                  <a:lnTo>
                    <a:pt x="67650" y="120891"/>
                  </a:lnTo>
                  <a:lnTo>
                    <a:pt x="70083" y="123352"/>
                  </a:lnTo>
                  <a:lnTo>
                    <a:pt x="72022" y="125315"/>
                  </a:lnTo>
                  <a:lnTo>
                    <a:pt x="73407" y="126717"/>
                  </a:lnTo>
                  <a:lnTo>
                    <a:pt x="74042" y="127782"/>
                  </a:lnTo>
                  <a:lnTo>
                    <a:pt x="74486" y="129536"/>
                  </a:lnTo>
                  <a:lnTo>
                    <a:pt x="74750" y="130893"/>
                  </a:lnTo>
                  <a:lnTo>
                    <a:pt x="75174" y="134404"/>
                  </a:lnTo>
                  <a:lnTo>
                    <a:pt x="75630" y="137180"/>
                  </a:lnTo>
                  <a:lnTo>
                    <a:pt x="76373" y="137711"/>
                  </a:lnTo>
                  <a:lnTo>
                    <a:pt x="77035" y="137925"/>
                  </a:lnTo>
                  <a:lnTo>
                    <a:pt x="77692" y="139821"/>
                  </a:lnTo>
                  <a:lnTo>
                    <a:pt x="78188" y="141489"/>
                  </a:lnTo>
                  <a:lnTo>
                    <a:pt x="79174" y="145552"/>
                  </a:lnTo>
                  <a:lnTo>
                    <a:pt x="79897" y="148365"/>
                  </a:lnTo>
                  <a:lnTo>
                    <a:pt x="80134" y="151098"/>
                  </a:lnTo>
                  <a:lnTo>
                    <a:pt x="80963" y="152922"/>
                  </a:lnTo>
                  <a:lnTo>
                    <a:pt x="82083" y="153698"/>
                  </a:lnTo>
                  <a:lnTo>
                    <a:pt x="83122" y="153793"/>
                  </a:lnTo>
                  <a:lnTo>
                    <a:pt x="83718" y="152979"/>
                  </a:lnTo>
                  <a:lnTo>
                    <a:pt x="85193" y="151562"/>
                  </a:lnTo>
                  <a:lnTo>
                    <a:pt x="86339" y="149941"/>
                  </a:lnTo>
                  <a:lnTo>
                    <a:pt x="87176" y="149378"/>
                  </a:lnTo>
                  <a:lnTo>
                    <a:pt x="87671" y="149721"/>
                  </a:lnTo>
                  <a:lnTo>
                    <a:pt x="88052" y="150844"/>
                  </a:lnTo>
                  <a:lnTo>
                    <a:pt x="88252" y="153043"/>
                  </a:lnTo>
                  <a:lnTo>
                    <a:pt x="88299" y="154266"/>
                  </a:lnTo>
                  <a:lnTo>
                    <a:pt x="89115" y="155432"/>
                  </a:lnTo>
                  <a:lnTo>
                    <a:pt x="89720" y="154968"/>
                  </a:lnTo>
                  <a:lnTo>
                    <a:pt x="89951" y="153629"/>
                  </a:lnTo>
                  <a:lnTo>
                    <a:pt x="89965" y="152948"/>
                  </a:lnTo>
                  <a:lnTo>
                    <a:pt x="89962" y="146971"/>
                  </a:lnTo>
                  <a:lnTo>
                    <a:pt x="89960" y="141789"/>
                  </a:lnTo>
                  <a:lnTo>
                    <a:pt x="89957" y="136912"/>
                  </a:lnTo>
                  <a:lnTo>
                    <a:pt x="89955" y="130968"/>
                  </a:lnTo>
                  <a:lnTo>
                    <a:pt x="89953" y="125788"/>
                  </a:lnTo>
                  <a:lnTo>
                    <a:pt x="89951" y="121520"/>
                  </a:lnTo>
                  <a:lnTo>
                    <a:pt x="89949" y="117067"/>
                  </a:lnTo>
                  <a:lnTo>
                    <a:pt x="89425" y="117321"/>
                  </a:lnTo>
                  <a:lnTo>
                    <a:pt x="88762" y="118334"/>
                  </a:lnTo>
                  <a:lnTo>
                    <a:pt x="87240" y="118455"/>
                  </a:lnTo>
                  <a:lnTo>
                    <a:pt x="86647" y="119217"/>
                  </a:lnTo>
                  <a:lnTo>
                    <a:pt x="86461" y="120360"/>
                  </a:lnTo>
                  <a:lnTo>
                    <a:pt x="86579" y="121858"/>
                  </a:lnTo>
                  <a:lnTo>
                    <a:pt x="86609" y="123883"/>
                  </a:lnTo>
                  <a:lnTo>
                    <a:pt x="86386" y="124838"/>
                  </a:lnTo>
                  <a:lnTo>
                    <a:pt x="85719" y="125216"/>
                  </a:lnTo>
                  <a:lnTo>
                    <a:pt x="84755" y="124434"/>
                  </a:lnTo>
                  <a:lnTo>
                    <a:pt x="82999" y="123413"/>
                  </a:lnTo>
                  <a:lnTo>
                    <a:pt x="81539" y="122781"/>
                  </a:lnTo>
                  <a:lnTo>
                    <a:pt x="80493" y="120092"/>
                  </a:lnTo>
                  <a:lnTo>
                    <a:pt x="79072" y="116034"/>
                  </a:lnTo>
                  <a:lnTo>
                    <a:pt x="78145" y="113988"/>
                  </a:lnTo>
                  <a:lnTo>
                    <a:pt x="75903" y="109758"/>
                  </a:lnTo>
                  <a:lnTo>
                    <a:pt x="75523" y="108904"/>
                  </a:lnTo>
                  <a:lnTo>
                    <a:pt x="74843" y="106921"/>
                  </a:lnTo>
                  <a:lnTo>
                    <a:pt x="74260" y="103560"/>
                  </a:lnTo>
                  <a:lnTo>
                    <a:pt x="73975" y="101329"/>
                  </a:lnTo>
                  <a:lnTo>
                    <a:pt x="73703" y="99670"/>
                  </a:lnTo>
                  <a:lnTo>
                    <a:pt x="73402" y="97197"/>
                  </a:lnTo>
                  <a:lnTo>
                    <a:pt x="73942" y="93396"/>
                  </a:lnTo>
                  <a:lnTo>
                    <a:pt x="74703" y="86162"/>
                  </a:lnTo>
                  <a:lnTo>
                    <a:pt x="75251" y="80951"/>
                  </a:lnTo>
                  <a:lnTo>
                    <a:pt x="75554" y="77084"/>
                  </a:lnTo>
                  <a:lnTo>
                    <a:pt x="76643" y="73151"/>
                  </a:lnTo>
                  <a:lnTo>
                    <a:pt x="76719" y="69633"/>
                  </a:lnTo>
                  <a:lnTo>
                    <a:pt x="76281" y="65117"/>
                  </a:lnTo>
                  <a:lnTo>
                    <a:pt x="76393" y="62624"/>
                  </a:lnTo>
                  <a:lnTo>
                    <a:pt x="76466" y="56296"/>
                  </a:lnTo>
                  <a:lnTo>
                    <a:pt x="76528" y="50975"/>
                  </a:lnTo>
                  <a:lnTo>
                    <a:pt x="76542" y="48389"/>
                  </a:lnTo>
                  <a:lnTo>
                    <a:pt x="76244" y="43884"/>
                  </a:lnTo>
                  <a:lnTo>
                    <a:pt x="75511" y="38898"/>
                  </a:lnTo>
                  <a:lnTo>
                    <a:pt x="73896" y="31952"/>
                  </a:lnTo>
                  <a:lnTo>
                    <a:pt x="73902" y="30469"/>
                  </a:lnTo>
                  <a:lnTo>
                    <a:pt x="74864" y="28833"/>
                  </a:lnTo>
                  <a:lnTo>
                    <a:pt x="76385" y="25962"/>
                  </a:lnTo>
                  <a:lnTo>
                    <a:pt x="77131" y="24259"/>
                  </a:lnTo>
                  <a:lnTo>
                    <a:pt x="78023" y="21835"/>
                  </a:lnTo>
                  <a:lnTo>
                    <a:pt x="78423" y="20606"/>
                  </a:lnTo>
                  <a:lnTo>
                    <a:pt x="79297" y="17498"/>
                  </a:lnTo>
                  <a:lnTo>
                    <a:pt x="79852" y="14979"/>
                  </a:lnTo>
                  <a:lnTo>
                    <a:pt x="80045" y="11718"/>
                  </a:lnTo>
                  <a:lnTo>
                    <a:pt x="79627" y="8622"/>
                  </a:lnTo>
                  <a:lnTo>
                    <a:pt x="80480" y="8016"/>
                  </a:lnTo>
                  <a:lnTo>
                    <a:pt x="83280" y="6919"/>
                  </a:lnTo>
                  <a:lnTo>
                    <a:pt x="86366" y="5710"/>
                  </a:lnTo>
                  <a:lnTo>
                    <a:pt x="89616" y="4435"/>
                  </a:lnTo>
                  <a:lnTo>
                    <a:pt x="92898" y="3151"/>
                  </a:lnTo>
                  <a:lnTo>
                    <a:pt x="96076" y="1907"/>
                  </a:lnTo>
                  <a:lnTo>
                    <a:pt x="98958" y="779"/>
                  </a:lnTo>
                  <a:lnTo>
                    <a:pt x="100951" y="0"/>
                  </a:lnTo>
                  <a:lnTo>
                    <a:pt x="101246" y="2132"/>
                  </a:lnTo>
                  <a:lnTo>
                    <a:pt x="101866" y="5670"/>
                  </a:lnTo>
                  <a:lnTo>
                    <a:pt x="102572" y="8276"/>
                  </a:lnTo>
                  <a:lnTo>
                    <a:pt x="103451" y="10558"/>
                  </a:lnTo>
                  <a:lnTo>
                    <a:pt x="104199" y="11937"/>
                  </a:lnTo>
                  <a:lnTo>
                    <a:pt x="104694" y="12359"/>
                  </a:lnTo>
                  <a:lnTo>
                    <a:pt x="107849" y="12214"/>
                  </a:lnTo>
                  <a:lnTo>
                    <a:pt x="108984" y="13600"/>
                  </a:lnTo>
                  <a:lnTo>
                    <a:pt x="109970" y="15354"/>
                  </a:lnTo>
                  <a:lnTo>
                    <a:pt x="110216" y="18078"/>
                  </a:lnTo>
                  <a:lnTo>
                    <a:pt x="110867" y="19786"/>
                  </a:lnTo>
                  <a:lnTo>
                    <a:pt x="111567" y="21131"/>
                  </a:lnTo>
                  <a:lnTo>
                    <a:pt x="111870" y="21296"/>
                  </a:lnTo>
                  <a:lnTo>
                    <a:pt x="112385" y="20967"/>
                  </a:lnTo>
                  <a:lnTo>
                    <a:pt x="113229" y="20938"/>
                  </a:lnTo>
                  <a:lnTo>
                    <a:pt x="114012" y="21521"/>
                  </a:lnTo>
                  <a:lnTo>
                    <a:pt x="114387" y="22118"/>
                  </a:lnTo>
                  <a:lnTo>
                    <a:pt x="114424" y="24401"/>
                  </a:lnTo>
                  <a:lnTo>
                    <a:pt x="114662" y="25422"/>
                  </a:lnTo>
                  <a:lnTo>
                    <a:pt x="115730" y="25817"/>
                  </a:lnTo>
                  <a:lnTo>
                    <a:pt x="116816" y="25993"/>
                  </a:lnTo>
                  <a:lnTo>
                    <a:pt x="117865" y="27537"/>
                  </a:lnTo>
                  <a:lnTo>
                    <a:pt x="118998" y="27811"/>
                  </a:lnTo>
                  <a:lnTo>
                    <a:pt x="120308" y="28446"/>
                  </a:lnTo>
                  <a:lnTo>
                    <a:pt x="120929" y="30111"/>
                  </a:lnTo>
                  <a:lnTo>
                    <a:pt x="122324" y="31820"/>
                  </a:lnTo>
                  <a:lnTo>
                    <a:pt x="124030" y="33349"/>
                  </a:lnTo>
                  <a:lnTo>
                    <a:pt x="125258" y="350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7"/>
            <p:cNvSpPr/>
            <p:nvPr/>
          </p:nvSpPr>
          <p:spPr>
            <a:xfrm>
              <a:off x="3489185" y="4096308"/>
              <a:ext cx="89563" cy="199721"/>
            </a:xfrm>
            <a:custGeom>
              <a:avLst/>
              <a:pathLst>
                <a:path w="89563" h="199721">
                  <a:moveTo>
                    <a:pt x="69783" y="199721"/>
                  </a:moveTo>
                  <a:lnTo>
                    <a:pt x="68740" y="198033"/>
                  </a:lnTo>
                  <a:lnTo>
                    <a:pt x="67315" y="196936"/>
                  </a:lnTo>
                  <a:lnTo>
                    <a:pt x="65504" y="196431"/>
                  </a:lnTo>
                  <a:lnTo>
                    <a:pt x="63151" y="196642"/>
                  </a:lnTo>
                  <a:lnTo>
                    <a:pt x="60257" y="197563"/>
                  </a:lnTo>
                  <a:lnTo>
                    <a:pt x="57153" y="196443"/>
                  </a:lnTo>
                  <a:lnTo>
                    <a:pt x="53838" y="193283"/>
                  </a:lnTo>
                  <a:lnTo>
                    <a:pt x="51084" y="192164"/>
                  </a:lnTo>
                  <a:lnTo>
                    <a:pt x="47797" y="193537"/>
                  </a:lnTo>
                  <a:lnTo>
                    <a:pt x="47652" y="193572"/>
                  </a:lnTo>
                  <a:lnTo>
                    <a:pt x="47081" y="192501"/>
                  </a:lnTo>
                  <a:lnTo>
                    <a:pt x="46183" y="190190"/>
                  </a:lnTo>
                  <a:lnTo>
                    <a:pt x="44683" y="189783"/>
                  </a:lnTo>
                  <a:lnTo>
                    <a:pt x="44276" y="189243"/>
                  </a:lnTo>
                  <a:lnTo>
                    <a:pt x="43941" y="188383"/>
                  </a:lnTo>
                  <a:lnTo>
                    <a:pt x="43722" y="187287"/>
                  </a:lnTo>
                  <a:lnTo>
                    <a:pt x="43636" y="186066"/>
                  </a:lnTo>
                  <a:lnTo>
                    <a:pt x="43883" y="182266"/>
                  </a:lnTo>
                  <a:lnTo>
                    <a:pt x="43748" y="181839"/>
                  </a:lnTo>
                  <a:lnTo>
                    <a:pt x="43347" y="181383"/>
                  </a:lnTo>
                  <a:lnTo>
                    <a:pt x="42525" y="180927"/>
                  </a:lnTo>
                  <a:lnTo>
                    <a:pt x="40551" y="179201"/>
                  </a:lnTo>
                  <a:lnTo>
                    <a:pt x="38068" y="177536"/>
                  </a:lnTo>
                  <a:lnTo>
                    <a:pt x="34036" y="175707"/>
                  </a:lnTo>
                  <a:lnTo>
                    <a:pt x="32470" y="175225"/>
                  </a:lnTo>
                  <a:lnTo>
                    <a:pt x="32107" y="174668"/>
                  </a:lnTo>
                  <a:lnTo>
                    <a:pt x="31653" y="173265"/>
                  </a:lnTo>
                  <a:lnTo>
                    <a:pt x="30880" y="168902"/>
                  </a:lnTo>
                  <a:lnTo>
                    <a:pt x="30152" y="166020"/>
                  </a:lnTo>
                  <a:lnTo>
                    <a:pt x="28418" y="161573"/>
                  </a:lnTo>
                  <a:lnTo>
                    <a:pt x="28141" y="160190"/>
                  </a:lnTo>
                  <a:lnTo>
                    <a:pt x="28228" y="156661"/>
                  </a:lnTo>
                  <a:lnTo>
                    <a:pt x="28356" y="153810"/>
                  </a:lnTo>
                  <a:lnTo>
                    <a:pt x="28543" y="151389"/>
                  </a:lnTo>
                  <a:lnTo>
                    <a:pt x="28458" y="149124"/>
                  </a:lnTo>
                  <a:lnTo>
                    <a:pt x="28434" y="146311"/>
                  </a:lnTo>
                  <a:lnTo>
                    <a:pt x="28489" y="144423"/>
                  </a:lnTo>
                  <a:lnTo>
                    <a:pt x="28255" y="143607"/>
                  </a:lnTo>
                  <a:lnTo>
                    <a:pt x="27626" y="143032"/>
                  </a:lnTo>
                  <a:lnTo>
                    <a:pt x="25834" y="142773"/>
                  </a:lnTo>
                  <a:lnTo>
                    <a:pt x="23669" y="142888"/>
                  </a:lnTo>
                  <a:lnTo>
                    <a:pt x="23598" y="140026"/>
                  </a:lnTo>
                  <a:lnTo>
                    <a:pt x="23392" y="135599"/>
                  </a:lnTo>
                  <a:lnTo>
                    <a:pt x="22986" y="133051"/>
                  </a:lnTo>
                  <a:lnTo>
                    <a:pt x="22489" y="131727"/>
                  </a:lnTo>
                  <a:lnTo>
                    <a:pt x="21494" y="130344"/>
                  </a:lnTo>
                  <a:lnTo>
                    <a:pt x="19479" y="128451"/>
                  </a:lnTo>
                  <a:lnTo>
                    <a:pt x="16735" y="125574"/>
                  </a:lnTo>
                  <a:lnTo>
                    <a:pt x="14391" y="121315"/>
                  </a:lnTo>
                  <a:lnTo>
                    <a:pt x="11703" y="116017"/>
                  </a:lnTo>
                  <a:lnTo>
                    <a:pt x="10864" y="115099"/>
                  </a:lnTo>
                  <a:lnTo>
                    <a:pt x="9872" y="110124"/>
                  </a:lnTo>
                  <a:lnTo>
                    <a:pt x="8362" y="101609"/>
                  </a:lnTo>
                  <a:lnTo>
                    <a:pt x="8460" y="98770"/>
                  </a:lnTo>
                  <a:lnTo>
                    <a:pt x="8232" y="97381"/>
                  </a:lnTo>
                  <a:lnTo>
                    <a:pt x="6765" y="93197"/>
                  </a:lnTo>
                  <a:lnTo>
                    <a:pt x="6440" y="91024"/>
                  </a:lnTo>
                  <a:lnTo>
                    <a:pt x="6182" y="88828"/>
                  </a:lnTo>
                  <a:lnTo>
                    <a:pt x="3846" y="82699"/>
                  </a:lnTo>
                  <a:lnTo>
                    <a:pt x="3052" y="80024"/>
                  </a:lnTo>
                  <a:lnTo>
                    <a:pt x="2447" y="76587"/>
                  </a:lnTo>
                  <a:lnTo>
                    <a:pt x="1845" y="73840"/>
                  </a:lnTo>
                  <a:lnTo>
                    <a:pt x="1337" y="72732"/>
                  </a:lnTo>
                  <a:lnTo>
                    <a:pt x="672" y="70862"/>
                  </a:lnTo>
                  <a:lnTo>
                    <a:pt x="210" y="68730"/>
                  </a:lnTo>
                  <a:lnTo>
                    <a:pt x="0" y="67140"/>
                  </a:lnTo>
                  <a:lnTo>
                    <a:pt x="173" y="65007"/>
                  </a:lnTo>
                  <a:lnTo>
                    <a:pt x="400" y="63544"/>
                  </a:lnTo>
                  <a:lnTo>
                    <a:pt x="2620" y="65068"/>
                  </a:lnTo>
                  <a:lnTo>
                    <a:pt x="3833" y="65198"/>
                  </a:lnTo>
                  <a:lnTo>
                    <a:pt x="4783" y="64448"/>
                  </a:lnTo>
                  <a:lnTo>
                    <a:pt x="5956" y="65455"/>
                  </a:lnTo>
                  <a:lnTo>
                    <a:pt x="7356" y="68225"/>
                  </a:lnTo>
                  <a:lnTo>
                    <a:pt x="8882" y="68753"/>
                  </a:lnTo>
                  <a:lnTo>
                    <a:pt x="10535" y="67036"/>
                  </a:lnTo>
                  <a:lnTo>
                    <a:pt x="12766" y="67555"/>
                  </a:lnTo>
                  <a:lnTo>
                    <a:pt x="15576" y="70311"/>
                  </a:lnTo>
                  <a:lnTo>
                    <a:pt x="17904" y="70871"/>
                  </a:lnTo>
                  <a:lnTo>
                    <a:pt x="20677" y="68415"/>
                  </a:lnTo>
                  <a:lnTo>
                    <a:pt x="23150" y="61617"/>
                  </a:lnTo>
                  <a:lnTo>
                    <a:pt x="25477" y="55222"/>
                  </a:lnTo>
                  <a:lnTo>
                    <a:pt x="27765" y="47841"/>
                  </a:lnTo>
                  <a:lnTo>
                    <a:pt x="29144" y="41879"/>
                  </a:lnTo>
                  <a:lnTo>
                    <a:pt x="31166" y="37028"/>
                  </a:lnTo>
                  <a:lnTo>
                    <a:pt x="33830" y="33291"/>
                  </a:lnTo>
                  <a:lnTo>
                    <a:pt x="36547" y="30131"/>
                  </a:lnTo>
                  <a:lnTo>
                    <a:pt x="40698" y="26270"/>
                  </a:lnTo>
                  <a:lnTo>
                    <a:pt x="41529" y="23079"/>
                  </a:lnTo>
                  <a:lnTo>
                    <a:pt x="41805" y="19593"/>
                  </a:lnTo>
                  <a:lnTo>
                    <a:pt x="41805" y="14751"/>
                  </a:lnTo>
                  <a:lnTo>
                    <a:pt x="42022" y="11614"/>
                  </a:lnTo>
                  <a:lnTo>
                    <a:pt x="42453" y="10186"/>
                  </a:lnTo>
                  <a:lnTo>
                    <a:pt x="43143" y="9072"/>
                  </a:lnTo>
                  <a:lnTo>
                    <a:pt x="44036" y="7626"/>
                  </a:lnTo>
                  <a:lnTo>
                    <a:pt x="46767" y="3941"/>
                  </a:lnTo>
                  <a:lnTo>
                    <a:pt x="49062" y="1587"/>
                  </a:lnTo>
                  <a:lnTo>
                    <a:pt x="51850" y="46"/>
                  </a:lnTo>
                  <a:lnTo>
                    <a:pt x="54903" y="28"/>
                  </a:lnTo>
                  <a:lnTo>
                    <a:pt x="57847" y="11"/>
                  </a:lnTo>
                  <a:lnTo>
                    <a:pt x="59520" y="0"/>
                  </a:lnTo>
                  <a:lnTo>
                    <a:pt x="59544" y="4660"/>
                  </a:lnTo>
                  <a:lnTo>
                    <a:pt x="59673" y="9903"/>
                  </a:lnTo>
                  <a:lnTo>
                    <a:pt x="60000" y="10408"/>
                  </a:lnTo>
                  <a:lnTo>
                    <a:pt x="62214" y="10523"/>
                  </a:lnTo>
                  <a:lnTo>
                    <a:pt x="65765" y="10893"/>
                  </a:lnTo>
                  <a:lnTo>
                    <a:pt x="69188" y="11245"/>
                  </a:lnTo>
                  <a:lnTo>
                    <a:pt x="71374" y="15048"/>
                  </a:lnTo>
                  <a:lnTo>
                    <a:pt x="72107" y="15856"/>
                  </a:lnTo>
                  <a:lnTo>
                    <a:pt x="74383" y="16875"/>
                  </a:lnTo>
                  <a:lnTo>
                    <a:pt x="77286" y="23217"/>
                  </a:lnTo>
                  <a:lnTo>
                    <a:pt x="80777" y="23806"/>
                  </a:lnTo>
                  <a:lnTo>
                    <a:pt x="83179" y="25786"/>
                  </a:lnTo>
                  <a:lnTo>
                    <a:pt x="85295" y="27964"/>
                  </a:lnTo>
                  <a:lnTo>
                    <a:pt x="86514" y="30570"/>
                  </a:lnTo>
                  <a:lnTo>
                    <a:pt x="87302" y="31162"/>
                  </a:lnTo>
                  <a:lnTo>
                    <a:pt x="88369" y="31355"/>
                  </a:lnTo>
                  <a:lnTo>
                    <a:pt x="88888" y="31594"/>
                  </a:lnTo>
                  <a:lnTo>
                    <a:pt x="88771" y="33476"/>
                  </a:lnTo>
                  <a:lnTo>
                    <a:pt x="88062" y="36656"/>
                  </a:lnTo>
                  <a:lnTo>
                    <a:pt x="88155" y="41212"/>
                  </a:lnTo>
                  <a:lnTo>
                    <a:pt x="89133" y="47529"/>
                  </a:lnTo>
                  <a:lnTo>
                    <a:pt x="89264" y="53023"/>
                  </a:lnTo>
                  <a:lnTo>
                    <a:pt x="88964" y="62713"/>
                  </a:lnTo>
                  <a:lnTo>
                    <a:pt x="88975" y="72095"/>
                  </a:lnTo>
                  <a:lnTo>
                    <a:pt x="89079" y="75445"/>
                  </a:lnTo>
                  <a:lnTo>
                    <a:pt x="89239" y="77667"/>
                  </a:lnTo>
                  <a:lnTo>
                    <a:pt x="89444" y="78882"/>
                  </a:lnTo>
                  <a:lnTo>
                    <a:pt x="89406" y="80270"/>
                  </a:lnTo>
                  <a:lnTo>
                    <a:pt x="88824" y="84203"/>
                  </a:lnTo>
                  <a:lnTo>
                    <a:pt x="88354" y="88347"/>
                  </a:lnTo>
                  <a:lnTo>
                    <a:pt x="88339" y="90006"/>
                  </a:lnTo>
                  <a:lnTo>
                    <a:pt x="88158" y="91172"/>
                  </a:lnTo>
                  <a:lnTo>
                    <a:pt x="87811" y="92210"/>
                  </a:lnTo>
                  <a:lnTo>
                    <a:pt x="86286" y="94124"/>
                  </a:lnTo>
                  <a:lnTo>
                    <a:pt x="86025" y="95307"/>
                  </a:lnTo>
                  <a:lnTo>
                    <a:pt x="86030" y="97448"/>
                  </a:lnTo>
                  <a:lnTo>
                    <a:pt x="86223" y="99249"/>
                  </a:lnTo>
                  <a:lnTo>
                    <a:pt x="86795" y="99912"/>
                  </a:lnTo>
                  <a:lnTo>
                    <a:pt x="87485" y="100931"/>
                  </a:lnTo>
                  <a:lnTo>
                    <a:pt x="87757" y="102278"/>
                  </a:lnTo>
                  <a:lnTo>
                    <a:pt x="87760" y="103698"/>
                  </a:lnTo>
                  <a:lnTo>
                    <a:pt x="87541" y="106327"/>
                  </a:lnTo>
                  <a:lnTo>
                    <a:pt x="86927" y="110681"/>
                  </a:lnTo>
                  <a:lnTo>
                    <a:pt x="87538" y="115688"/>
                  </a:lnTo>
                  <a:lnTo>
                    <a:pt x="88225" y="118934"/>
                  </a:lnTo>
                  <a:lnTo>
                    <a:pt x="89171" y="122697"/>
                  </a:lnTo>
                  <a:lnTo>
                    <a:pt x="89563" y="125014"/>
                  </a:lnTo>
                  <a:lnTo>
                    <a:pt x="89542" y="126679"/>
                  </a:lnTo>
                  <a:lnTo>
                    <a:pt x="89403" y="128295"/>
                  </a:lnTo>
                  <a:lnTo>
                    <a:pt x="87986" y="135160"/>
                  </a:lnTo>
                  <a:lnTo>
                    <a:pt x="86964" y="139425"/>
                  </a:lnTo>
                  <a:lnTo>
                    <a:pt x="85718" y="143993"/>
                  </a:lnTo>
                  <a:lnTo>
                    <a:pt x="84069" y="146859"/>
                  </a:lnTo>
                  <a:lnTo>
                    <a:pt x="83644" y="148238"/>
                  </a:lnTo>
                  <a:lnTo>
                    <a:pt x="83475" y="149811"/>
                  </a:lnTo>
                  <a:lnTo>
                    <a:pt x="83534" y="153236"/>
                  </a:lnTo>
                  <a:lnTo>
                    <a:pt x="83458" y="156817"/>
                  </a:lnTo>
                  <a:lnTo>
                    <a:pt x="82047" y="162326"/>
                  </a:lnTo>
                  <a:lnTo>
                    <a:pt x="82924" y="167070"/>
                  </a:lnTo>
                  <a:lnTo>
                    <a:pt x="82724" y="167506"/>
                  </a:lnTo>
                  <a:lnTo>
                    <a:pt x="82248" y="168187"/>
                  </a:lnTo>
                  <a:lnTo>
                    <a:pt x="80219" y="173522"/>
                  </a:lnTo>
                  <a:lnTo>
                    <a:pt x="78166" y="178918"/>
                  </a:lnTo>
                  <a:lnTo>
                    <a:pt x="76665" y="182863"/>
                  </a:lnTo>
                  <a:lnTo>
                    <a:pt x="74959" y="187350"/>
                  </a:lnTo>
                  <a:lnTo>
                    <a:pt x="73046" y="192377"/>
                  </a:lnTo>
                  <a:lnTo>
                    <a:pt x="71412" y="196671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8"/>
            <p:cNvSpPr/>
            <p:nvPr/>
          </p:nvSpPr>
          <p:spPr>
            <a:xfrm>
              <a:off x="3256608" y="2066059"/>
              <a:ext cx="9850" cy="24017"/>
            </a:xfrm>
            <a:custGeom>
              <a:avLst/>
              <a:pathLst>
                <a:path w="9850" h="24017">
                  <a:moveTo>
                    <a:pt x="8988" y="18823"/>
                  </a:moveTo>
                  <a:lnTo>
                    <a:pt x="9850" y="17119"/>
                  </a:lnTo>
                  <a:lnTo>
                    <a:pt x="9817" y="14819"/>
                  </a:lnTo>
                  <a:lnTo>
                    <a:pt x="9452" y="13457"/>
                  </a:lnTo>
                  <a:lnTo>
                    <a:pt x="7357" y="12855"/>
                  </a:lnTo>
                  <a:lnTo>
                    <a:pt x="6963" y="12002"/>
                  </a:lnTo>
                  <a:lnTo>
                    <a:pt x="6893" y="11238"/>
                  </a:lnTo>
                  <a:lnTo>
                    <a:pt x="6949" y="9072"/>
                  </a:lnTo>
                  <a:lnTo>
                    <a:pt x="7034" y="8358"/>
                  </a:lnTo>
                  <a:lnTo>
                    <a:pt x="7513" y="7309"/>
                  </a:lnTo>
                  <a:lnTo>
                    <a:pt x="7397" y="6302"/>
                  </a:lnTo>
                  <a:lnTo>
                    <a:pt x="6136" y="6472"/>
                  </a:lnTo>
                  <a:lnTo>
                    <a:pt x="5074" y="6132"/>
                  </a:lnTo>
                  <a:lnTo>
                    <a:pt x="4676" y="5621"/>
                  </a:lnTo>
                  <a:lnTo>
                    <a:pt x="4591" y="4788"/>
                  </a:lnTo>
                  <a:lnTo>
                    <a:pt x="4421" y="672"/>
                  </a:lnTo>
                  <a:lnTo>
                    <a:pt x="4179" y="0"/>
                  </a:lnTo>
                  <a:lnTo>
                    <a:pt x="2933" y="1106"/>
                  </a:lnTo>
                  <a:lnTo>
                    <a:pt x="1591" y="2895"/>
                  </a:lnTo>
                  <a:lnTo>
                    <a:pt x="621" y="4174"/>
                  </a:lnTo>
                  <a:lnTo>
                    <a:pt x="920" y="5274"/>
                  </a:lnTo>
                  <a:lnTo>
                    <a:pt x="1191" y="6758"/>
                  </a:lnTo>
                  <a:lnTo>
                    <a:pt x="1735" y="8242"/>
                  </a:lnTo>
                  <a:lnTo>
                    <a:pt x="2685" y="9878"/>
                  </a:lnTo>
                  <a:lnTo>
                    <a:pt x="2619" y="11668"/>
                  </a:lnTo>
                  <a:lnTo>
                    <a:pt x="1426" y="12945"/>
                  </a:lnTo>
                  <a:lnTo>
                    <a:pt x="596" y="13030"/>
                  </a:lnTo>
                  <a:lnTo>
                    <a:pt x="528" y="14748"/>
                  </a:lnTo>
                  <a:lnTo>
                    <a:pt x="641" y="16083"/>
                  </a:lnTo>
                  <a:lnTo>
                    <a:pt x="632" y="18123"/>
                  </a:lnTo>
                  <a:lnTo>
                    <a:pt x="555" y="18733"/>
                  </a:lnTo>
                  <a:lnTo>
                    <a:pt x="255" y="19505"/>
                  </a:lnTo>
                  <a:lnTo>
                    <a:pt x="0" y="20695"/>
                  </a:lnTo>
                  <a:lnTo>
                    <a:pt x="297" y="21291"/>
                  </a:lnTo>
                  <a:lnTo>
                    <a:pt x="3474" y="22847"/>
                  </a:lnTo>
                  <a:lnTo>
                    <a:pt x="5538" y="2401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29"/>
            <p:cNvSpPr/>
            <p:nvPr/>
          </p:nvSpPr>
          <p:spPr>
            <a:xfrm>
              <a:off x="3258386" y="2080157"/>
              <a:ext cx="7660" cy="8567"/>
            </a:xfrm>
            <a:custGeom>
              <a:avLst/>
              <a:pathLst>
                <a:path w="7660" h="8567">
                  <a:moveTo>
                    <a:pt x="3804" y="8443"/>
                  </a:moveTo>
                  <a:lnTo>
                    <a:pt x="2944" y="8567"/>
                  </a:lnTo>
                  <a:lnTo>
                    <a:pt x="849" y="7501"/>
                  </a:lnTo>
                  <a:lnTo>
                    <a:pt x="176" y="6774"/>
                  </a:lnTo>
                  <a:lnTo>
                    <a:pt x="0" y="6170"/>
                  </a:lnTo>
                  <a:lnTo>
                    <a:pt x="2398" y="2874"/>
                  </a:lnTo>
                  <a:lnTo>
                    <a:pt x="4266" y="882"/>
                  </a:lnTo>
                  <a:lnTo>
                    <a:pt x="5633" y="0"/>
                  </a:lnTo>
                  <a:lnTo>
                    <a:pt x="6524" y="158"/>
                  </a:lnTo>
                  <a:lnTo>
                    <a:pt x="7237" y="679"/>
                  </a:lnTo>
                  <a:lnTo>
                    <a:pt x="7606" y="1540"/>
                  </a:lnTo>
                  <a:lnTo>
                    <a:pt x="7660" y="2522"/>
                  </a:lnTo>
                  <a:lnTo>
                    <a:pt x="7276" y="3599"/>
                  </a:lnTo>
                  <a:lnTo>
                    <a:pt x="6587" y="4686"/>
                  </a:lnTo>
                  <a:lnTo>
                    <a:pt x="5202" y="6254"/>
                  </a:lnTo>
                  <a:lnTo>
                    <a:pt x="4367" y="77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0"/>
            <p:cNvSpPr/>
            <p:nvPr/>
          </p:nvSpPr>
          <p:spPr>
            <a:xfrm>
              <a:off x="3341957" y="2395803"/>
              <a:ext cx="98" cy="209"/>
            </a:xfrm>
            <a:custGeom>
              <a:avLst/>
              <a:pathLst>
                <a:path w="98" h="209">
                  <a:moveTo>
                    <a:pt x="98" y="209"/>
                  </a:moveTo>
                  <a:lnTo>
                    <a:pt x="0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tx1631"/>
            <p:cNvSpPr/>
            <p:nvPr/>
          </p:nvSpPr>
          <p:spPr>
            <a:xfrm>
              <a:off x="5673609" y="2663876"/>
              <a:ext cx="71773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ASR(/10^5)</a:t>
              </a:r>
            </a:p>
          </p:txBody>
        </p:sp>
        <p:sp>
          <p:nvSpPr>
            <p:cNvPr id="1633" name="rc1632"/>
            <p:cNvSpPr/>
            <p:nvPr/>
          </p:nvSpPr>
          <p:spPr>
            <a:xfrm>
              <a:off x="5677209" y="2882870"/>
              <a:ext cx="212255" cy="212255"/>
            </a:xfrm>
            <a:prstGeom prst="rect">
              <a:avLst/>
            </a:pr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4" name="rc1633"/>
            <p:cNvSpPr/>
            <p:nvPr/>
          </p:nvSpPr>
          <p:spPr>
            <a:xfrm>
              <a:off x="5677209" y="3102326"/>
              <a:ext cx="212255" cy="212255"/>
            </a:xfrm>
            <a:prstGeom prst="rect">
              <a:avLst/>
            </a:pr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5" name="rc1634"/>
            <p:cNvSpPr/>
            <p:nvPr/>
          </p:nvSpPr>
          <p:spPr>
            <a:xfrm>
              <a:off x="5677209" y="3321782"/>
              <a:ext cx="212255" cy="212255"/>
            </a:xfrm>
            <a:prstGeom prst="rect">
              <a:avLst/>
            </a:pr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6" name="rc1635"/>
            <p:cNvSpPr/>
            <p:nvPr/>
          </p:nvSpPr>
          <p:spPr>
            <a:xfrm>
              <a:off x="5677209" y="3541238"/>
              <a:ext cx="212255" cy="212255"/>
            </a:xfrm>
            <a:prstGeom prst="rect">
              <a:avLst/>
            </a:pr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7" name="rc1636"/>
            <p:cNvSpPr/>
            <p:nvPr/>
          </p:nvSpPr>
          <p:spPr>
            <a:xfrm>
              <a:off x="5677209" y="3760694"/>
              <a:ext cx="212255" cy="212255"/>
            </a:xfrm>
            <a:prstGeom prst="rect">
              <a:avLst/>
            </a:pr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8" name="rc1637"/>
            <p:cNvSpPr/>
            <p:nvPr/>
          </p:nvSpPr>
          <p:spPr>
            <a:xfrm>
              <a:off x="5677209" y="3980150"/>
              <a:ext cx="212255" cy="212255"/>
            </a:xfrm>
            <a:prstGeom prst="rect">
              <a:avLst/>
            </a:pr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9" name="rc1638"/>
            <p:cNvSpPr/>
            <p:nvPr/>
          </p:nvSpPr>
          <p:spPr>
            <a:xfrm>
              <a:off x="5677209" y="4199606"/>
              <a:ext cx="212255" cy="212255"/>
            </a:xfrm>
            <a:prstGeom prst="rect">
              <a:avLst/>
            </a:pr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0" name="rc1639"/>
            <p:cNvSpPr/>
            <p:nvPr/>
          </p:nvSpPr>
          <p:spPr>
            <a:xfrm>
              <a:off x="5677209" y="4419062"/>
              <a:ext cx="212255" cy="212255"/>
            </a:xfrm>
            <a:prstGeom prst="rect">
              <a:avLst/>
            </a:prstGeom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1" name="tx1640"/>
            <p:cNvSpPr/>
            <p:nvPr/>
          </p:nvSpPr>
          <p:spPr>
            <a:xfrm>
              <a:off x="5962654" y="2947306"/>
              <a:ext cx="28278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0~0.1</a:t>
              </a:r>
            </a:p>
          </p:txBody>
        </p:sp>
        <p:sp>
          <p:nvSpPr>
            <p:cNvPr id="1642" name="tx1641"/>
            <p:cNvSpPr/>
            <p:nvPr/>
          </p:nvSpPr>
          <p:spPr>
            <a:xfrm>
              <a:off x="5962654" y="3166762"/>
              <a:ext cx="375989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0.1~0.2</a:t>
              </a:r>
            </a:p>
          </p:txBody>
        </p:sp>
        <p:sp>
          <p:nvSpPr>
            <p:cNvPr id="1643" name="tx1642"/>
            <p:cNvSpPr/>
            <p:nvPr/>
          </p:nvSpPr>
          <p:spPr>
            <a:xfrm>
              <a:off x="5962654" y="3386164"/>
              <a:ext cx="375989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0.2~0.3</a:t>
              </a:r>
            </a:p>
          </p:txBody>
        </p:sp>
        <p:sp>
          <p:nvSpPr>
            <p:cNvPr id="1644" name="tx1643"/>
            <p:cNvSpPr/>
            <p:nvPr/>
          </p:nvSpPr>
          <p:spPr>
            <a:xfrm>
              <a:off x="5962654" y="3605620"/>
              <a:ext cx="375989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0.3~1.0</a:t>
              </a:r>
            </a:p>
          </p:txBody>
        </p:sp>
        <p:sp>
          <p:nvSpPr>
            <p:cNvPr id="1645" name="tx1644"/>
            <p:cNvSpPr/>
            <p:nvPr/>
          </p:nvSpPr>
          <p:spPr>
            <a:xfrm>
              <a:off x="5962654" y="3825130"/>
              <a:ext cx="375989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1.0~5.0</a:t>
              </a:r>
            </a:p>
          </p:txBody>
        </p:sp>
        <p:sp>
          <p:nvSpPr>
            <p:cNvPr id="1646" name="tx1645"/>
            <p:cNvSpPr/>
            <p:nvPr/>
          </p:nvSpPr>
          <p:spPr>
            <a:xfrm>
              <a:off x="5962654" y="4044586"/>
              <a:ext cx="43814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5.0~10.0</a:t>
              </a:r>
            </a:p>
          </p:txBody>
        </p:sp>
        <p:sp>
          <p:nvSpPr>
            <p:cNvPr id="1647" name="tx1646"/>
            <p:cNvSpPr/>
            <p:nvPr/>
          </p:nvSpPr>
          <p:spPr>
            <a:xfrm>
              <a:off x="5962654" y="4264042"/>
              <a:ext cx="28278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10.0+</a:t>
              </a:r>
            </a:p>
          </p:txBody>
        </p:sp>
        <p:sp>
          <p:nvSpPr>
            <p:cNvPr id="1648" name="tx1647"/>
            <p:cNvSpPr/>
            <p:nvPr/>
          </p:nvSpPr>
          <p:spPr>
            <a:xfrm>
              <a:off x="5962654" y="4485190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2025-03-25T22:47:56Z</dcterms:modified>
  <cp:category/>
</cp:coreProperties>
</file>